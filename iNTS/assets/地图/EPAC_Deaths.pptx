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Relationship Id="rId2" Type="http://schemas.openxmlformats.org/officeDocument/2006/relationships/image" Target="../media/a16163a20708256c299105053dfdc33105dce078.png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/>
            </a:r>
          </a:p>
        </p:txBody>
      </p:sp>
      <p:grpSp xmlns:pic="http://schemas.openxmlformats.org/drawingml/2006/picture">
        <p:nvGrpSpPr>
          <p:cNvPr id="3" name=""/>
          <p:cNvGrpSpPr/>
          <p:nvPr/>
        </p:nvGrpSpPr>
        <p:grpSpPr>
          <a:xfrm>
            <a:off x="914400" y="914400"/>
            <a:ext cx="5486400" cy="5486400"/>
            <a:chOff x="914400" y="914400"/>
            <a:chExt cx="5486400" cy="5486400"/>
          </a:xfrm>
        </p:grpSpPr>
        <p:sp>
          <p:nvSpPr>
            <p:cNvPr id="4" name="rc3"/>
            <p:cNvSpPr/>
            <p:nvPr/>
          </p:nvSpPr>
          <p:spPr>
            <a:xfrm>
              <a:off x="914400" y="914400"/>
              <a:ext cx="5486400" cy="54864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g4"/>
            <p:cNvSpPr/>
            <p:nvPr/>
          </p:nvSpPr>
          <p:spPr>
            <a:xfrm>
              <a:off x="2479816" y="3261335"/>
              <a:ext cx="2076" cy="5647"/>
            </a:xfrm>
            <a:custGeom>
              <a:avLst/>
              <a:pathLst>
                <a:path w="2076" h="5647">
                  <a:moveTo>
                    <a:pt x="2035" y="4790"/>
                  </a:moveTo>
                  <a:lnTo>
                    <a:pt x="2076" y="5647"/>
                  </a:lnTo>
                  <a:lnTo>
                    <a:pt x="1510" y="5188"/>
                  </a:lnTo>
                  <a:lnTo>
                    <a:pt x="755" y="3357"/>
                  </a:lnTo>
                  <a:lnTo>
                    <a:pt x="0" y="1983"/>
                  </a:lnTo>
                  <a:lnTo>
                    <a:pt x="185" y="503"/>
                  </a:lnTo>
                  <a:lnTo>
                    <a:pt x="377" y="0"/>
                  </a:lnTo>
                  <a:lnTo>
                    <a:pt x="1133" y="1373"/>
                  </a:lnTo>
                  <a:lnTo>
                    <a:pt x="1880" y="3948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g5"/>
            <p:cNvSpPr/>
            <p:nvPr/>
          </p:nvSpPr>
          <p:spPr>
            <a:xfrm>
              <a:off x="4070879" y="2497720"/>
              <a:ext cx="175563" cy="267845"/>
            </a:xfrm>
            <a:custGeom>
              <a:avLst/>
              <a:pathLst>
                <a:path w="175563" h="267845">
                  <a:moveTo>
                    <a:pt x="175563" y="36190"/>
                  </a:moveTo>
                  <a:lnTo>
                    <a:pt x="174941" y="36385"/>
                  </a:lnTo>
                  <a:lnTo>
                    <a:pt x="174053" y="35672"/>
                  </a:lnTo>
                  <a:lnTo>
                    <a:pt x="173706" y="34594"/>
                  </a:lnTo>
                  <a:lnTo>
                    <a:pt x="173557" y="34444"/>
                  </a:lnTo>
                  <a:lnTo>
                    <a:pt x="172853" y="35154"/>
                  </a:lnTo>
                  <a:lnTo>
                    <a:pt x="171513" y="36043"/>
                  </a:lnTo>
                  <a:lnTo>
                    <a:pt x="169236" y="38374"/>
                  </a:lnTo>
                  <a:lnTo>
                    <a:pt x="169285" y="38976"/>
                  </a:lnTo>
                  <a:lnTo>
                    <a:pt x="170769" y="41344"/>
                  </a:lnTo>
                  <a:lnTo>
                    <a:pt x="171117" y="42129"/>
                  </a:lnTo>
                  <a:lnTo>
                    <a:pt x="171299" y="42380"/>
                  </a:lnTo>
                  <a:lnTo>
                    <a:pt x="169954" y="43517"/>
                  </a:lnTo>
                  <a:lnTo>
                    <a:pt x="167074" y="46082"/>
                  </a:lnTo>
                  <a:lnTo>
                    <a:pt x="165174" y="48184"/>
                  </a:lnTo>
                  <a:lnTo>
                    <a:pt x="164723" y="48262"/>
                  </a:lnTo>
                  <a:lnTo>
                    <a:pt x="163577" y="47380"/>
                  </a:lnTo>
                  <a:lnTo>
                    <a:pt x="161887" y="46330"/>
                  </a:lnTo>
                  <a:lnTo>
                    <a:pt x="161432" y="46350"/>
                  </a:lnTo>
                  <a:lnTo>
                    <a:pt x="157524" y="46531"/>
                  </a:lnTo>
                  <a:lnTo>
                    <a:pt x="153937" y="46919"/>
                  </a:lnTo>
                  <a:lnTo>
                    <a:pt x="152437" y="47419"/>
                  </a:lnTo>
                  <a:lnTo>
                    <a:pt x="149664" y="47910"/>
                  </a:lnTo>
                  <a:lnTo>
                    <a:pt x="147917" y="48070"/>
                  </a:lnTo>
                  <a:lnTo>
                    <a:pt x="146802" y="48885"/>
                  </a:lnTo>
                  <a:lnTo>
                    <a:pt x="145581" y="49954"/>
                  </a:lnTo>
                  <a:lnTo>
                    <a:pt x="144311" y="50647"/>
                  </a:lnTo>
                  <a:lnTo>
                    <a:pt x="143371" y="50873"/>
                  </a:lnTo>
                  <a:lnTo>
                    <a:pt x="142236" y="51873"/>
                  </a:lnTo>
                  <a:lnTo>
                    <a:pt x="141491" y="53857"/>
                  </a:lnTo>
                  <a:lnTo>
                    <a:pt x="139360" y="56799"/>
                  </a:lnTo>
                  <a:lnTo>
                    <a:pt x="138160" y="58220"/>
                  </a:lnTo>
                  <a:lnTo>
                    <a:pt x="137556" y="59823"/>
                  </a:lnTo>
                  <a:lnTo>
                    <a:pt x="136870" y="59979"/>
                  </a:lnTo>
                  <a:lnTo>
                    <a:pt x="135701" y="59686"/>
                  </a:lnTo>
                  <a:lnTo>
                    <a:pt x="134792" y="61423"/>
                  </a:lnTo>
                  <a:lnTo>
                    <a:pt x="133785" y="63918"/>
                  </a:lnTo>
                  <a:lnTo>
                    <a:pt x="131949" y="67525"/>
                  </a:lnTo>
                  <a:lnTo>
                    <a:pt x="130978" y="68985"/>
                  </a:lnTo>
                  <a:lnTo>
                    <a:pt x="130394" y="71340"/>
                  </a:lnTo>
                  <a:lnTo>
                    <a:pt x="130823" y="72564"/>
                  </a:lnTo>
                  <a:lnTo>
                    <a:pt x="132318" y="74400"/>
                  </a:lnTo>
                  <a:lnTo>
                    <a:pt x="132984" y="76124"/>
                  </a:lnTo>
                  <a:lnTo>
                    <a:pt x="133349" y="77497"/>
                  </a:lnTo>
                  <a:lnTo>
                    <a:pt x="134033" y="81017"/>
                  </a:lnTo>
                  <a:lnTo>
                    <a:pt x="134465" y="84477"/>
                  </a:lnTo>
                  <a:lnTo>
                    <a:pt x="135110" y="85975"/>
                  </a:lnTo>
                  <a:lnTo>
                    <a:pt x="135298" y="88515"/>
                  </a:lnTo>
                  <a:lnTo>
                    <a:pt x="135458" y="90079"/>
                  </a:lnTo>
                  <a:lnTo>
                    <a:pt x="135110" y="91187"/>
                  </a:lnTo>
                  <a:lnTo>
                    <a:pt x="134787" y="92425"/>
                  </a:lnTo>
                  <a:lnTo>
                    <a:pt x="134787" y="93597"/>
                  </a:lnTo>
                  <a:lnTo>
                    <a:pt x="135174" y="94805"/>
                  </a:lnTo>
                  <a:lnTo>
                    <a:pt x="135516" y="95875"/>
                  </a:lnTo>
                  <a:lnTo>
                    <a:pt x="135701" y="96725"/>
                  </a:lnTo>
                  <a:lnTo>
                    <a:pt x="135472" y="97680"/>
                  </a:lnTo>
                  <a:lnTo>
                    <a:pt x="134787" y="99136"/>
                  </a:lnTo>
                  <a:lnTo>
                    <a:pt x="134441" y="100622"/>
                  </a:lnTo>
                  <a:lnTo>
                    <a:pt x="133685" y="103110"/>
                  </a:lnTo>
                  <a:lnTo>
                    <a:pt x="132503" y="104803"/>
                  </a:lnTo>
                  <a:lnTo>
                    <a:pt x="131724" y="106041"/>
                  </a:lnTo>
                  <a:lnTo>
                    <a:pt x="130891" y="108647"/>
                  </a:lnTo>
                  <a:lnTo>
                    <a:pt x="129520" y="111541"/>
                  </a:lnTo>
                  <a:lnTo>
                    <a:pt x="128939" y="113964"/>
                  </a:lnTo>
                  <a:lnTo>
                    <a:pt x="128338" y="115293"/>
                  </a:lnTo>
                  <a:lnTo>
                    <a:pt x="127720" y="116010"/>
                  </a:lnTo>
                  <a:lnTo>
                    <a:pt x="127882" y="117313"/>
                  </a:lnTo>
                  <a:lnTo>
                    <a:pt x="128419" y="118942"/>
                  </a:lnTo>
                  <a:lnTo>
                    <a:pt x="129305" y="120765"/>
                  </a:lnTo>
                  <a:lnTo>
                    <a:pt x="129265" y="123608"/>
                  </a:lnTo>
                  <a:lnTo>
                    <a:pt x="129224" y="125652"/>
                  </a:lnTo>
                  <a:lnTo>
                    <a:pt x="129252" y="128128"/>
                  </a:lnTo>
                  <a:lnTo>
                    <a:pt x="128767" y="130213"/>
                  </a:lnTo>
                  <a:lnTo>
                    <a:pt x="126292" y="132217"/>
                  </a:lnTo>
                  <a:lnTo>
                    <a:pt x="123922" y="133091"/>
                  </a:lnTo>
                  <a:lnTo>
                    <a:pt x="121018" y="133146"/>
                  </a:lnTo>
                  <a:lnTo>
                    <a:pt x="119921" y="132830"/>
                  </a:lnTo>
                  <a:lnTo>
                    <a:pt x="119043" y="132392"/>
                  </a:lnTo>
                  <a:lnTo>
                    <a:pt x="115888" y="130151"/>
                  </a:lnTo>
                  <a:lnTo>
                    <a:pt x="114607" y="131467"/>
                  </a:lnTo>
                  <a:lnTo>
                    <a:pt x="114344" y="134706"/>
                  </a:lnTo>
                  <a:lnTo>
                    <a:pt x="116642" y="139959"/>
                  </a:lnTo>
                  <a:lnTo>
                    <a:pt x="117587" y="142888"/>
                  </a:lnTo>
                  <a:lnTo>
                    <a:pt x="118630" y="147795"/>
                  </a:lnTo>
                  <a:lnTo>
                    <a:pt x="119415" y="150326"/>
                  </a:lnTo>
                  <a:lnTo>
                    <a:pt x="119134" y="152691"/>
                  </a:lnTo>
                  <a:lnTo>
                    <a:pt x="117051" y="155377"/>
                  </a:lnTo>
                  <a:lnTo>
                    <a:pt x="114978" y="157907"/>
                  </a:lnTo>
                  <a:lnTo>
                    <a:pt x="112341" y="158432"/>
                  </a:lnTo>
                  <a:lnTo>
                    <a:pt x="110684" y="159335"/>
                  </a:lnTo>
                  <a:lnTo>
                    <a:pt x="109877" y="160638"/>
                  </a:lnTo>
                  <a:lnTo>
                    <a:pt x="109287" y="166171"/>
                  </a:lnTo>
                  <a:lnTo>
                    <a:pt x="108695" y="168197"/>
                  </a:lnTo>
                  <a:lnTo>
                    <a:pt x="108705" y="170606"/>
                  </a:lnTo>
                  <a:lnTo>
                    <a:pt x="108146" y="173336"/>
                  </a:lnTo>
                  <a:lnTo>
                    <a:pt x="107298" y="175102"/>
                  </a:lnTo>
                  <a:lnTo>
                    <a:pt x="106707" y="177969"/>
                  </a:lnTo>
                  <a:lnTo>
                    <a:pt x="106891" y="183409"/>
                  </a:lnTo>
                  <a:lnTo>
                    <a:pt x="107168" y="192647"/>
                  </a:lnTo>
                  <a:lnTo>
                    <a:pt x="106042" y="195564"/>
                  </a:lnTo>
                  <a:lnTo>
                    <a:pt x="104777" y="198508"/>
                  </a:lnTo>
                  <a:lnTo>
                    <a:pt x="103441" y="200608"/>
                  </a:lnTo>
                  <a:lnTo>
                    <a:pt x="102167" y="201588"/>
                  </a:lnTo>
                  <a:lnTo>
                    <a:pt x="101112" y="201227"/>
                  </a:lnTo>
                  <a:lnTo>
                    <a:pt x="100275" y="199407"/>
                  </a:lnTo>
                  <a:lnTo>
                    <a:pt x="99782" y="197880"/>
                  </a:lnTo>
                  <a:lnTo>
                    <a:pt x="98861" y="196602"/>
                  </a:lnTo>
                  <a:lnTo>
                    <a:pt x="97923" y="196863"/>
                  </a:lnTo>
                  <a:lnTo>
                    <a:pt x="96979" y="198034"/>
                  </a:lnTo>
                  <a:lnTo>
                    <a:pt x="95475" y="197645"/>
                  </a:lnTo>
                  <a:lnTo>
                    <a:pt x="94185" y="196472"/>
                  </a:lnTo>
                  <a:lnTo>
                    <a:pt x="93540" y="196602"/>
                  </a:lnTo>
                  <a:lnTo>
                    <a:pt x="93164" y="197775"/>
                  </a:lnTo>
                  <a:lnTo>
                    <a:pt x="91787" y="200295"/>
                  </a:lnTo>
                  <a:lnTo>
                    <a:pt x="88407" y="204130"/>
                  </a:lnTo>
                  <a:lnTo>
                    <a:pt x="87029" y="204409"/>
                  </a:lnTo>
                  <a:lnTo>
                    <a:pt x="86437" y="205363"/>
                  </a:lnTo>
                  <a:lnTo>
                    <a:pt x="86673" y="206934"/>
                  </a:lnTo>
                  <a:lnTo>
                    <a:pt x="87276" y="208215"/>
                  </a:lnTo>
                  <a:lnTo>
                    <a:pt x="88329" y="209123"/>
                  </a:lnTo>
                  <a:lnTo>
                    <a:pt x="88383" y="210166"/>
                  </a:lnTo>
                  <a:lnTo>
                    <a:pt x="87452" y="211080"/>
                  </a:lnTo>
                  <a:lnTo>
                    <a:pt x="86658" y="212124"/>
                  </a:lnTo>
                  <a:lnTo>
                    <a:pt x="84909" y="213396"/>
                  </a:lnTo>
                  <a:lnTo>
                    <a:pt x="82892" y="213892"/>
                  </a:lnTo>
                  <a:lnTo>
                    <a:pt x="80803" y="213151"/>
                  </a:lnTo>
                  <a:lnTo>
                    <a:pt x="79728" y="211457"/>
                  </a:lnTo>
                  <a:lnTo>
                    <a:pt x="78468" y="211298"/>
                  </a:lnTo>
                  <a:lnTo>
                    <a:pt x="77310" y="212538"/>
                  </a:lnTo>
                  <a:lnTo>
                    <a:pt x="76116" y="214581"/>
                  </a:lnTo>
                  <a:lnTo>
                    <a:pt x="74810" y="218968"/>
                  </a:lnTo>
                  <a:lnTo>
                    <a:pt x="74464" y="219739"/>
                  </a:lnTo>
                  <a:lnTo>
                    <a:pt x="74111" y="220430"/>
                  </a:lnTo>
                  <a:lnTo>
                    <a:pt x="73264" y="221376"/>
                  </a:lnTo>
                  <a:lnTo>
                    <a:pt x="72043" y="222923"/>
                  </a:lnTo>
                  <a:lnTo>
                    <a:pt x="71430" y="226156"/>
                  </a:lnTo>
                  <a:lnTo>
                    <a:pt x="70700" y="231915"/>
                  </a:lnTo>
                  <a:lnTo>
                    <a:pt x="70871" y="235015"/>
                  </a:lnTo>
                  <a:lnTo>
                    <a:pt x="70926" y="240389"/>
                  </a:lnTo>
                  <a:lnTo>
                    <a:pt x="70638" y="244162"/>
                  </a:lnTo>
                  <a:lnTo>
                    <a:pt x="70109" y="246639"/>
                  </a:lnTo>
                  <a:lnTo>
                    <a:pt x="70215" y="248592"/>
                  </a:lnTo>
                  <a:lnTo>
                    <a:pt x="71022" y="250807"/>
                  </a:lnTo>
                  <a:lnTo>
                    <a:pt x="70700" y="252241"/>
                  </a:lnTo>
                  <a:lnTo>
                    <a:pt x="70021" y="253846"/>
                  </a:lnTo>
                  <a:lnTo>
                    <a:pt x="69361" y="254736"/>
                  </a:lnTo>
                  <a:lnTo>
                    <a:pt x="66735" y="256411"/>
                  </a:lnTo>
                  <a:lnTo>
                    <a:pt x="63135" y="258704"/>
                  </a:lnTo>
                  <a:lnTo>
                    <a:pt x="60756" y="260174"/>
                  </a:lnTo>
                  <a:lnTo>
                    <a:pt x="57215" y="262358"/>
                  </a:lnTo>
                  <a:lnTo>
                    <a:pt x="56180" y="262895"/>
                  </a:lnTo>
                  <a:lnTo>
                    <a:pt x="54028" y="263093"/>
                  </a:lnTo>
                  <a:lnTo>
                    <a:pt x="52911" y="262757"/>
                  </a:lnTo>
                  <a:lnTo>
                    <a:pt x="51402" y="262669"/>
                  </a:lnTo>
                  <a:lnTo>
                    <a:pt x="49179" y="262747"/>
                  </a:lnTo>
                  <a:lnTo>
                    <a:pt x="47627" y="263342"/>
                  </a:lnTo>
                  <a:lnTo>
                    <a:pt x="46072" y="264448"/>
                  </a:lnTo>
                  <a:lnTo>
                    <a:pt x="44927" y="265824"/>
                  </a:lnTo>
                  <a:lnTo>
                    <a:pt x="44266" y="267186"/>
                  </a:lnTo>
                  <a:lnTo>
                    <a:pt x="44032" y="267845"/>
                  </a:lnTo>
                  <a:lnTo>
                    <a:pt x="42475" y="266719"/>
                  </a:lnTo>
                  <a:lnTo>
                    <a:pt x="37559" y="264712"/>
                  </a:lnTo>
                  <a:lnTo>
                    <a:pt x="24262" y="267361"/>
                  </a:lnTo>
                  <a:lnTo>
                    <a:pt x="23005" y="266857"/>
                  </a:lnTo>
                  <a:lnTo>
                    <a:pt x="18466" y="263754"/>
                  </a:lnTo>
                  <a:lnTo>
                    <a:pt x="12622" y="259757"/>
                  </a:lnTo>
                  <a:lnTo>
                    <a:pt x="9002" y="257283"/>
                  </a:lnTo>
                  <a:lnTo>
                    <a:pt x="4358" y="254054"/>
                  </a:lnTo>
                  <a:lnTo>
                    <a:pt x="7536" y="246083"/>
                  </a:lnTo>
                  <a:lnTo>
                    <a:pt x="10309" y="239130"/>
                  </a:lnTo>
                  <a:lnTo>
                    <a:pt x="13085" y="232167"/>
                  </a:lnTo>
                  <a:lnTo>
                    <a:pt x="15824" y="225295"/>
                  </a:lnTo>
                  <a:lnTo>
                    <a:pt x="16149" y="222891"/>
                  </a:lnTo>
                  <a:lnTo>
                    <a:pt x="16190" y="218185"/>
                  </a:lnTo>
                  <a:lnTo>
                    <a:pt x="15469" y="211899"/>
                  </a:lnTo>
                  <a:lnTo>
                    <a:pt x="14312" y="209029"/>
                  </a:lnTo>
                  <a:lnTo>
                    <a:pt x="10490" y="207870"/>
                  </a:lnTo>
                  <a:lnTo>
                    <a:pt x="7616" y="206999"/>
                  </a:lnTo>
                  <a:lnTo>
                    <a:pt x="4489" y="206049"/>
                  </a:lnTo>
                  <a:lnTo>
                    <a:pt x="4082" y="205697"/>
                  </a:lnTo>
                  <a:lnTo>
                    <a:pt x="3727" y="200809"/>
                  </a:lnTo>
                  <a:lnTo>
                    <a:pt x="3882" y="198626"/>
                  </a:lnTo>
                  <a:lnTo>
                    <a:pt x="3677" y="194409"/>
                  </a:lnTo>
                  <a:lnTo>
                    <a:pt x="3707" y="191161"/>
                  </a:lnTo>
                  <a:lnTo>
                    <a:pt x="4161" y="185817"/>
                  </a:lnTo>
                  <a:lnTo>
                    <a:pt x="4186" y="183410"/>
                  </a:lnTo>
                  <a:lnTo>
                    <a:pt x="2738" y="173050"/>
                  </a:lnTo>
                  <a:lnTo>
                    <a:pt x="1935" y="167307"/>
                  </a:lnTo>
                  <a:lnTo>
                    <a:pt x="1106" y="161382"/>
                  </a:lnTo>
                  <a:lnTo>
                    <a:pt x="928" y="159494"/>
                  </a:lnTo>
                  <a:lnTo>
                    <a:pt x="911" y="157158"/>
                  </a:lnTo>
                  <a:lnTo>
                    <a:pt x="2831" y="151671"/>
                  </a:lnTo>
                  <a:lnTo>
                    <a:pt x="3426" y="150480"/>
                  </a:lnTo>
                  <a:lnTo>
                    <a:pt x="4552" y="147749"/>
                  </a:lnTo>
                  <a:lnTo>
                    <a:pt x="5255" y="146302"/>
                  </a:lnTo>
                  <a:lnTo>
                    <a:pt x="5133" y="145305"/>
                  </a:lnTo>
                  <a:lnTo>
                    <a:pt x="3908" y="144722"/>
                  </a:lnTo>
                  <a:lnTo>
                    <a:pt x="2057" y="144672"/>
                  </a:lnTo>
                  <a:lnTo>
                    <a:pt x="1073" y="143846"/>
                  </a:lnTo>
                  <a:lnTo>
                    <a:pt x="305" y="142351"/>
                  </a:lnTo>
                  <a:lnTo>
                    <a:pt x="2" y="140194"/>
                  </a:lnTo>
                  <a:lnTo>
                    <a:pt x="503" y="136351"/>
                  </a:lnTo>
                  <a:lnTo>
                    <a:pt x="0" y="128881"/>
                  </a:lnTo>
                  <a:lnTo>
                    <a:pt x="1029" y="125192"/>
                  </a:lnTo>
                  <a:lnTo>
                    <a:pt x="1912" y="122605"/>
                  </a:lnTo>
                  <a:lnTo>
                    <a:pt x="4920" y="122243"/>
                  </a:lnTo>
                  <a:lnTo>
                    <a:pt x="3877" y="119330"/>
                  </a:lnTo>
                  <a:lnTo>
                    <a:pt x="3374" y="117639"/>
                  </a:lnTo>
                  <a:lnTo>
                    <a:pt x="3051" y="117150"/>
                  </a:lnTo>
                  <a:lnTo>
                    <a:pt x="2931" y="116368"/>
                  </a:lnTo>
                  <a:lnTo>
                    <a:pt x="3091" y="115586"/>
                  </a:lnTo>
                  <a:lnTo>
                    <a:pt x="3858" y="115293"/>
                  </a:lnTo>
                  <a:lnTo>
                    <a:pt x="4382" y="114316"/>
                  </a:lnTo>
                  <a:lnTo>
                    <a:pt x="5228" y="112948"/>
                  </a:lnTo>
                  <a:lnTo>
                    <a:pt x="5672" y="112361"/>
                  </a:lnTo>
                  <a:lnTo>
                    <a:pt x="5753" y="110700"/>
                  </a:lnTo>
                  <a:lnTo>
                    <a:pt x="6155" y="109527"/>
                  </a:lnTo>
                  <a:lnTo>
                    <a:pt x="6760" y="108061"/>
                  </a:lnTo>
                  <a:lnTo>
                    <a:pt x="7243" y="106399"/>
                  </a:lnTo>
                  <a:lnTo>
                    <a:pt x="7123" y="104446"/>
                  </a:lnTo>
                  <a:lnTo>
                    <a:pt x="7567" y="102100"/>
                  </a:lnTo>
                  <a:lnTo>
                    <a:pt x="7768" y="100634"/>
                  </a:lnTo>
                  <a:lnTo>
                    <a:pt x="8090" y="99363"/>
                  </a:lnTo>
                  <a:lnTo>
                    <a:pt x="7808" y="97507"/>
                  </a:lnTo>
                  <a:lnTo>
                    <a:pt x="7567" y="95943"/>
                  </a:lnTo>
                  <a:lnTo>
                    <a:pt x="7486" y="94086"/>
                  </a:lnTo>
                  <a:lnTo>
                    <a:pt x="7969" y="93597"/>
                  </a:lnTo>
                  <a:lnTo>
                    <a:pt x="8573" y="92913"/>
                  </a:lnTo>
                  <a:lnTo>
                    <a:pt x="8695" y="91447"/>
                  </a:lnTo>
                  <a:lnTo>
                    <a:pt x="9017" y="89590"/>
                  </a:lnTo>
                  <a:lnTo>
                    <a:pt x="9259" y="88124"/>
                  </a:lnTo>
                  <a:lnTo>
                    <a:pt x="9661" y="86951"/>
                  </a:lnTo>
                  <a:lnTo>
                    <a:pt x="9702" y="85780"/>
                  </a:lnTo>
                  <a:lnTo>
                    <a:pt x="9460" y="83825"/>
                  </a:lnTo>
                  <a:lnTo>
                    <a:pt x="10468" y="83532"/>
                  </a:lnTo>
                  <a:lnTo>
                    <a:pt x="10870" y="84607"/>
                  </a:lnTo>
                  <a:lnTo>
                    <a:pt x="11407" y="86005"/>
                  </a:lnTo>
                  <a:lnTo>
                    <a:pt x="12882" y="88603"/>
                  </a:lnTo>
                  <a:lnTo>
                    <a:pt x="13835" y="89358"/>
                  </a:lnTo>
                  <a:lnTo>
                    <a:pt x="15038" y="89739"/>
                  </a:lnTo>
                  <a:lnTo>
                    <a:pt x="16517" y="89383"/>
                  </a:lnTo>
                  <a:lnTo>
                    <a:pt x="17700" y="88898"/>
                  </a:lnTo>
                  <a:lnTo>
                    <a:pt x="18258" y="89022"/>
                  </a:lnTo>
                  <a:lnTo>
                    <a:pt x="19547" y="90913"/>
                  </a:lnTo>
                  <a:lnTo>
                    <a:pt x="21051" y="93565"/>
                  </a:lnTo>
                  <a:lnTo>
                    <a:pt x="21535" y="94738"/>
                  </a:lnTo>
                  <a:lnTo>
                    <a:pt x="21759" y="96545"/>
                  </a:lnTo>
                  <a:lnTo>
                    <a:pt x="22205" y="97086"/>
                  </a:lnTo>
                  <a:lnTo>
                    <a:pt x="23166" y="95300"/>
                  </a:lnTo>
                  <a:lnTo>
                    <a:pt x="24095" y="94705"/>
                  </a:lnTo>
                  <a:lnTo>
                    <a:pt x="24951" y="95044"/>
                  </a:lnTo>
                  <a:lnTo>
                    <a:pt x="25895" y="95243"/>
                  </a:lnTo>
                  <a:lnTo>
                    <a:pt x="26840" y="94588"/>
                  </a:lnTo>
                  <a:lnTo>
                    <a:pt x="27261" y="94115"/>
                  </a:lnTo>
                  <a:lnTo>
                    <a:pt x="28911" y="91801"/>
                  </a:lnTo>
                  <a:lnTo>
                    <a:pt x="30401" y="90042"/>
                  </a:lnTo>
                  <a:lnTo>
                    <a:pt x="31332" y="88960"/>
                  </a:lnTo>
                  <a:lnTo>
                    <a:pt x="31667" y="85347"/>
                  </a:lnTo>
                  <a:lnTo>
                    <a:pt x="32096" y="83294"/>
                  </a:lnTo>
                  <a:lnTo>
                    <a:pt x="32710" y="82095"/>
                  </a:lnTo>
                  <a:lnTo>
                    <a:pt x="32479" y="80613"/>
                  </a:lnTo>
                  <a:lnTo>
                    <a:pt x="32225" y="79476"/>
                  </a:lnTo>
                  <a:lnTo>
                    <a:pt x="31965" y="77941"/>
                  </a:lnTo>
                  <a:lnTo>
                    <a:pt x="32225" y="77129"/>
                  </a:lnTo>
                  <a:lnTo>
                    <a:pt x="32822" y="76766"/>
                  </a:lnTo>
                  <a:lnTo>
                    <a:pt x="34318" y="76768"/>
                  </a:lnTo>
                  <a:lnTo>
                    <a:pt x="36942" y="75150"/>
                  </a:lnTo>
                  <a:lnTo>
                    <a:pt x="39131" y="73535"/>
                  </a:lnTo>
                  <a:lnTo>
                    <a:pt x="41153" y="72219"/>
                  </a:lnTo>
                  <a:lnTo>
                    <a:pt x="42074" y="72001"/>
                  </a:lnTo>
                  <a:lnTo>
                    <a:pt x="42946" y="72226"/>
                  </a:lnTo>
                  <a:lnTo>
                    <a:pt x="43345" y="71842"/>
                  </a:lnTo>
                  <a:lnTo>
                    <a:pt x="43455" y="70585"/>
                  </a:lnTo>
                  <a:lnTo>
                    <a:pt x="43952" y="69254"/>
                  </a:lnTo>
                  <a:lnTo>
                    <a:pt x="45075" y="68183"/>
                  </a:lnTo>
                  <a:lnTo>
                    <a:pt x="47192" y="65903"/>
                  </a:lnTo>
                  <a:lnTo>
                    <a:pt x="49057" y="62517"/>
                  </a:lnTo>
                  <a:lnTo>
                    <a:pt x="49724" y="59949"/>
                  </a:lnTo>
                  <a:lnTo>
                    <a:pt x="50172" y="56198"/>
                  </a:lnTo>
                  <a:lnTo>
                    <a:pt x="51047" y="50416"/>
                  </a:lnTo>
                  <a:lnTo>
                    <a:pt x="52007" y="44075"/>
                  </a:lnTo>
                  <a:lnTo>
                    <a:pt x="52364" y="41283"/>
                  </a:lnTo>
                  <a:lnTo>
                    <a:pt x="52777" y="39132"/>
                  </a:lnTo>
                  <a:lnTo>
                    <a:pt x="54425" y="37315"/>
                  </a:lnTo>
                  <a:lnTo>
                    <a:pt x="56108" y="36004"/>
                  </a:lnTo>
                  <a:lnTo>
                    <a:pt x="58716" y="35743"/>
                  </a:lnTo>
                  <a:lnTo>
                    <a:pt x="61779" y="35613"/>
                  </a:lnTo>
                  <a:lnTo>
                    <a:pt x="62426" y="32149"/>
                  </a:lnTo>
                  <a:lnTo>
                    <a:pt x="62830" y="29211"/>
                  </a:lnTo>
                  <a:lnTo>
                    <a:pt x="63340" y="27695"/>
                  </a:lnTo>
                  <a:lnTo>
                    <a:pt x="64081" y="26462"/>
                  </a:lnTo>
                  <a:lnTo>
                    <a:pt x="64339" y="26217"/>
                  </a:lnTo>
                  <a:lnTo>
                    <a:pt x="65992" y="28021"/>
                  </a:lnTo>
                  <a:lnTo>
                    <a:pt x="68524" y="30779"/>
                  </a:lnTo>
                  <a:lnTo>
                    <a:pt x="71472" y="32156"/>
                  </a:lnTo>
                  <a:lnTo>
                    <a:pt x="72954" y="32848"/>
                  </a:lnTo>
                  <a:lnTo>
                    <a:pt x="73568" y="32737"/>
                  </a:lnTo>
                  <a:lnTo>
                    <a:pt x="77291" y="32063"/>
                  </a:lnTo>
                  <a:lnTo>
                    <a:pt x="80229" y="33141"/>
                  </a:lnTo>
                  <a:lnTo>
                    <a:pt x="81773" y="36085"/>
                  </a:lnTo>
                  <a:lnTo>
                    <a:pt x="83287" y="36842"/>
                  </a:lnTo>
                  <a:lnTo>
                    <a:pt x="84773" y="35411"/>
                  </a:lnTo>
                  <a:lnTo>
                    <a:pt x="85694" y="35155"/>
                  </a:lnTo>
                  <a:lnTo>
                    <a:pt x="86050" y="36072"/>
                  </a:lnTo>
                  <a:lnTo>
                    <a:pt x="86793" y="36460"/>
                  </a:lnTo>
                  <a:lnTo>
                    <a:pt x="87921" y="36320"/>
                  </a:lnTo>
                  <a:lnTo>
                    <a:pt x="88566" y="37131"/>
                  </a:lnTo>
                  <a:lnTo>
                    <a:pt x="88640" y="37946"/>
                  </a:lnTo>
                  <a:lnTo>
                    <a:pt x="88726" y="38894"/>
                  </a:lnTo>
                  <a:lnTo>
                    <a:pt x="89560" y="41137"/>
                  </a:lnTo>
                  <a:lnTo>
                    <a:pt x="91066" y="43861"/>
                  </a:lnTo>
                  <a:lnTo>
                    <a:pt x="92403" y="44518"/>
                  </a:lnTo>
                  <a:lnTo>
                    <a:pt x="94162" y="42398"/>
                  </a:lnTo>
                  <a:lnTo>
                    <a:pt x="94757" y="42648"/>
                  </a:lnTo>
                  <a:lnTo>
                    <a:pt x="95048" y="41961"/>
                  </a:lnTo>
                  <a:lnTo>
                    <a:pt x="95228" y="40422"/>
                  </a:lnTo>
                  <a:lnTo>
                    <a:pt x="96293" y="38972"/>
                  </a:lnTo>
                  <a:lnTo>
                    <a:pt x="98237" y="37614"/>
                  </a:lnTo>
                  <a:lnTo>
                    <a:pt x="99341" y="36402"/>
                  </a:lnTo>
                  <a:lnTo>
                    <a:pt x="99732" y="35399"/>
                  </a:lnTo>
                  <a:lnTo>
                    <a:pt x="100392" y="35115"/>
                  </a:lnTo>
                  <a:lnTo>
                    <a:pt x="101108" y="35411"/>
                  </a:lnTo>
                  <a:lnTo>
                    <a:pt x="101616" y="35036"/>
                  </a:lnTo>
                  <a:lnTo>
                    <a:pt x="101796" y="34086"/>
                  </a:lnTo>
                  <a:lnTo>
                    <a:pt x="102002" y="33672"/>
                  </a:lnTo>
                  <a:lnTo>
                    <a:pt x="102366" y="33340"/>
                  </a:lnTo>
                  <a:lnTo>
                    <a:pt x="102690" y="33167"/>
                  </a:lnTo>
                  <a:lnTo>
                    <a:pt x="103283" y="33430"/>
                  </a:lnTo>
                  <a:lnTo>
                    <a:pt x="104374" y="35160"/>
                  </a:lnTo>
                  <a:lnTo>
                    <a:pt x="105960" y="38357"/>
                  </a:lnTo>
                  <a:lnTo>
                    <a:pt x="106992" y="39832"/>
                  </a:lnTo>
                  <a:lnTo>
                    <a:pt x="107468" y="39579"/>
                  </a:lnTo>
                  <a:lnTo>
                    <a:pt x="108076" y="38601"/>
                  </a:lnTo>
                  <a:lnTo>
                    <a:pt x="108816" y="36895"/>
                  </a:lnTo>
                  <a:lnTo>
                    <a:pt x="109001" y="34440"/>
                  </a:lnTo>
                  <a:lnTo>
                    <a:pt x="108630" y="31235"/>
                  </a:lnTo>
                  <a:lnTo>
                    <a:pt x="108885" y="28653"/>
                  </a:lnTo>
                  <a:lnTo>
                    <a:pt x="109762" y="26692"/>
                  </a:lnTo>
                  <a:lnTo>
                    <a:pt x="111391" y="25481"/>
                  </a:lnTo>
                  <a:lnTo>
                    <a:pt x="113769" y="25022"/>
                  </a:lnTo>
                  <a:lnTo>
                    <a:pt x="115228" y="25297"/>
                  </a:lnTo>
                  <a:lnTo>
                    <a:pt x="115768" y="26305"/>
                  </a:lnTo>
                  <a:lnTo>
                    <a:pt x="116497" y="26865"/>
                  </a:lnTo>
                  <a:lnTo>
                    <a:pt x="117412" y="26975"/>
                  </a:lnTo>
                  <a:lnTo>
                    <a:pt x="118251" y="25823"/>
                  </a:lnTo>
                  <a:lnTo>
                    <a:pt x="119016" y="23409"/>
                  </a:lnTo>
                  <a:lnTo>
                    <a:pt x="119059" y="20418"/>
                  </a:lnTo>
                  <a:lnTo>
                    <a:pt x="118382" y="16853"/>
                  </a:lnTo>
                  <a:lnTo>
                    <a:pt x="118568" y="15719"/>
                  </a:lnTo>
                  <a:lnTo>
                    <a:pt x="118862" y="15223"/>
                  </a:lnTo>
                  <a:lnTo>
                    <a:pt x="119770" y="13934"/>
                  </a:lnTo>
                  <a:lnTo>
                    <a:pt x="121043" y="11256"/>
                  </a:lnTo>
                  <a:lnTo>
                    <a:pt x="122272" y="7812"/>
                  </a:lnTo>
                  <a:lnTo>
                    <a:pt x="123457" y="3604"/>
                  </a:lnTo>
                  <a:lnTo>
                    <a:pt x="124921" y="999"/>
                  </a:lnTo>
                  <a:lnTo>
                    <a:pt x="126663" y="0"/>
                  </a:lnTo>
                  <a:lnTo>
                    <a:pt x="128775" y="1138"/>
                  </a:lnTo>
                  <a:lnTo>
                    <a:pt x="131257" y="4415"/>
                  </a:lnTo>
                  <a:lnTo>
                    <a:pt x="132194" y="8455"/>
                  </a:lnTo>
                  <a:lnTo>
                    <a:pt x="131586" y="13252"/>
                  </a:lnTo>
                  <a:lnTo>
                    <a:pt x="131533" y="15896"/>
                  </a:lnTo>
                  <a:lnTo>
                    <a:pt x="132038" y="16386"/>
                  </a:lnTo>
                  <a:lnTo>
                    <a:pt x="132888" y="16254"/>
                  </a:lnTo>
                  <a:lnTo>
                    <a:pt x="134084" y="15498"/>
                  </a:lnTo>
                  <a:lnTo>
                    <a:pt x="134866" y="15461"/>
                  </a:lnTo>
                  <a:lnTo>
                    <a:pt x="135235" y="16142"/>
                  </a:lnTo>
                  <a:lnTo>
                    <a:pt x="135212" y="17497"/>
                  </a:lnTo>
                  <a:lnTo>
                    <a:pt x="134795" y="19524"/>
                  </a:lnTo>
                  <a:lnTo>
                    <a:pt x="134295" y="25219"/>
                  </a:lnTo>
                  <a:lnTo>
                    <a:pt x="133985" y="30150"/>
                  </a:lnTo>
                  <a:lnTo>
                    <a:pt x="133681" y="35002"/>
                  </a:lnTo>
                  <a:lnTo>
                    <a:pt x="133415" y="39266"/>
                  </a:lnTo>
                  <a:lnTo>
                    <a:pt x="133890" y="42589"/>
                  </a:lnTo>
                  <a:lnTo>
                    <a:pt x="134609" y="47611"/>
                  </a:lnTo>
                  <a:lnTo>
                    <a:pt x="135420" y="50927"/>
                  </a:lnTo>
                  <a:lnTo>
                    <a:pt x="136251" y="51990"/>
                  </a:lnTo>
                  <a:lnTo>
                    <a:pt x="137082" y="52371"/>
                  </a:lnTo>
                  <a:lnTo>
                    <a:pt x="137914" y="52068"/>
                  </a:lnTo>
                  <a:lnTo>
                    <a:pt x="139619" y="49936"/>
                  </a:lnTo>
                  <a:lnTo>
                    <a:pt x="142197" y="45974"/>
                  </a:lnTo>
                  <a:lnTo>
                    <a:pt x="144699" y="43540"/>
                  </a:lnTo>
                  <a:lnTo>
                    <a:pt x="148338" y="42176"/>
                  </a:lnTo>
                  <a:lnTo>
                    <a:pt x="149552" y="37931"/>
                  </a:lnTo>
                  <a:lnTo>
                    <a:pt x="151240" y="35129"/>
                  </a:lnTo>
                  <a:lnTo>
                    <a:pt x="155086" y="30964"/>
                  </a:lnTo>
                  <a:lnTo>
                    <a:pt x="157180" y="29375"/>
                  </a:lnTo>
                  <a:lnTo>
                    <a:pt x="158380" y="29097"/>
                  </a:lnTo>
                  <a:lnTo>
                    <a:pt x="159883" y="29854"/>
                  </a:lnTo>
                  <a:lnTo>
                    <a:pt x="160223" y="30116"/>
                  </a:lnTo>
                  <a:lnTo>
                    <a:pt x="160522" y="30315"/>
                  </a:lnTo>
                  <a:lnTo>
                    <a:pt x="161296" y="30661"/>
                  </a:lnTo>
                  <a:lnTo>
                    <a:pt x="161456" y="31931"/>
                  </a:lnTo>
                  <a:lnTo>
                    <a:pt x="161255" y="33300"/>
                  </a:lnTo>
                  <a:lnTo>
                    <a:pt x="160421" y="34430"/>
                  </a:lnTo>
                  <a:lnTo>
                    <a:pt x="160161" y="35306"/>
                  </a:lnTo>
                  <a:lnTo>
                    <a:pt x="160478" y="35962"/>
                  </a:lnTo>
                  <a:lnTo>
                    <a:pt x="161649" y="36186"/>
                  </a:lnTo>
                  <a:lnTo>
                    <a:pt x="164077" y="34668"/>
                  </a:lnTo>
                  <a:lnTo>
                    <a:pt x="165648" y="33691"/>
                  </a:lnTo>
                  <a:lnTo>
                    <a:pt x="166737" y="33300"/>
                  </a:lnTo>
                  <a:lnTo>
                    <a:pt x="167181" y="32029"/>
                  </a:lnTo>
                  <a:lnTo>
                    <a:pt x="167865" y="30759"/>
                  </a:lnTo>
                  <a:lnTo>
                    <a:pt x="168954" y="30661"/>
                  </a:lnTo>
                  <a:lnTo>
                    <a:pt x="170123" y="31345"/>
                  </a:lnTo>
                  <a:lnTo>
                    <a:pt x="171089" y="31736"/>
                  </a:lnTo>
                  <a:lnTo>
                    <a:pt x="172737" y="31378"/>
                  </a:lnTo>
                  <a:lnTo>
                    <a:pt x="173604" y="32485"/>
                  </a:lnTo>
                  <a:lnTo>
                    <a:pt x="174822" y="34585"/>
                  </a:lnTo>
                  <a:lnTo>
                    <a:pt x="175369" y="35884"/>
                  </a:lnTo>
                  <a:close/>
                </a:path>
              </a:pathLst>
            </a:custGeom>
            <a:solidFill>
              <a:srgbClr val="FCFDF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g6"/>
            <p:cNvSpPr/>
            <p:nvPr/>
          </p:nvSpPr>
          <p:spPr>
            <a:xfrm>
              <a:off x="3476842" y="3807085"/>
              <a:ext cx="149946" cy="359450"/>
            </a:xfrm>
            <a:custGeom>
              <a:avLst/>
              <a:pathLst>
                <a:path w="149946" h="359450">
                  <a:moveTo>
                    <a:pt x="148969" y="148235"/>
                  </a:moveTo>
                  <a:lnTo>
                    <a:pt x="149235" y="152108"/>
                  </a:lnTo>
                  <a:lnTo>
                    <a:pt x="149500" y="157484"/>
                  </a:lnTo>
                  <a:lnTo>
                    <a:pt x="149689" y="161351"/>
                  </a:lnTo>
                  <a:lnTo>
                    <a:pt x="149882" y="163079"/>
                  </a:lnTo>
                  <a:lnTo>
                    <a:pt x="149946" y="164002"/>
                  </a:lnTo>
                  <a:lnTo>
                    <a:pt x="149734" y="165001"/>
                  </a:lnTo>
                  <a:lnTo>
                    <a:pt x="149556" y="167321"/>
                  </a:lnTo>
                  <a:lnTo>
                    <a:pt x="149217" y="169376"/>
                  </a:lnTo>
                  <a:lnTo>
                    <a:pt x="149024" y="170813"/>
                  </a:lnTo>
                  <a:lnTo>
                    <a:pt x="149181" y="173447"/>
                  </a:lnTo>
                  <a:lnTo>
                    <a:pt x="149054" y="177227"/>
                  </a:lnTo>
                  <a:lnTo>
                    <a:pt x="148918" y="181215"/>
                  </a:lnTo>
                  <a:lnTo>
                    <a:pt x="148876" y="185053"/>
                  </a:lnTo>
                  <a:lnTo>
                    <a:pt x="149335" y="191936"/>
                  </a:lnTo>
                  <a:lnTo>
                    <a:pt x="149271" y="194048"/>
                  </a:lnTo>
                  <a:lnTo>
                    <a:pt x="148704" y="197640"/>
                  </a:lnTo>
                  <a:lnTo>
                    <a:pt x="148273" y="200370"/>
                  </a:lnTo>
                  <a:lnTo>
                    <a:pt x="147994" y="203536"/>
                  </a:lnTo>
                  <a:lnTo>
                    <a:pt x="147944" y="205184"/>
                  </a:lnTo>
                  <a:lnTo>
                    <a:pt x="148988" y="209850"/>
                  </a:lnTo>
                  <a:lnTo>
                    <a:pt x="148926" y="210782"/>
                  </a:lnTo>
                  <a:lnTo>
                    <a:pt x="148128" y="211070"/>
                  </a:lnTo>
                  <a:lnTo>
                    <a:pt x="147466" y="211151"/>
                  </a:lnTo>
                  <a:lnTo>
                    <a:pt x="144939" y="211151"/>
                  </a:lnTo>
                  <a:lnTo>
                    <a:pt x="141318" y="211151"/>
                  </a:lnTo>
                  <a:lnTo>
                    <a:pt x="137696" y="211151"/>
                  </a:lnTo>
                  <a:lnTo>
                    <a:pt x="134074" y="211151"/>
                  </a:lnTo>
                  <a:lnTo>
                    <a:pt x="130743" y="211151"/>
                  </a:lnTo>
                  <a:lnTo>
                    <a:pt x="127557" y="211151"/>
                  </a:lnTo>
                  <a:lnTo>
                    <a:pt x="124746" y="211151"/>
                  </a:lnTo>
                  <a:lnTo>
                    <a:pt x="124747" y="215757"/>
                  </a:lnTo>
                  <a:lnTo>
                    <a:pt x="124748" y="225239"/>
                  </a:lnTo>
                  <a:lnTo>
                    <a:pt x="124748" y="234724"/>
                  </a:lnTo>
                  <a:lnTo>
                    <a:pt x="124751" y="244206"/>
                  </a:lnTo>
                  <a:lnTo>
                    <a:pt x="124752" y="253688"/>
                  </a:lnTo>
                  <a:lnTo>
                    <a:pt x="124753" y="263171"/>
                  </a:lnTo>
                  <a:lnTo>
                    <a:pt x="124754" y="272653"/>
                  </a:lnTo>
                  <a:lnTo>
                    <a:pt x="124755" y="282135"/>
                  </a:lnTo>
                  <a:lnTo>
                    <a:pt x="124757" y="291617"/>
                  </a:lnTo>
                  <a:lnTo>
                    <a:pt x="124757" y="298456"/>
                  </a:lnTo>
                  <a:lnTo>
                    <a:pt x="125493" y="307535"/>
                  </a:lnTo>
                  <a:lnTo>
                    <a:pt x="126839" y="317415"/>
                  </a:lnTo>
                  <a:lnTo>
                    <a:pt x="127367" y="318330"/>
                  </a:lnTo>
                  <a:lnTo>
                    <a:pt x="128721" y="320145"/>
                  </a:lnTo>
                  <a:lnTo>
                    <a:pt x="130603" y="323856"/>
                  </a:lnTo>
                  <a:lnTo>
                    <a:pt x="131657" y="326666"/>
                  </a:lnTo>
                  <a:lnTo>
                    <a:pt x="133802" y="331543"/>
                  </a:lnTo>
                  <a:lnTo>
                    <a:pt x="136652" y="337762"/>
                  </a:lnTo>
                  <a:lnTo>
                    <a:pt x="139404" y="343337"/>
                  </a:lnTo>
                  <a:lnTo>
                    <a:pt x="141829" y="348248"/>
                  </a:lnTo>
                  <a:lnTo>
                    <a:pt x="138022" y="349968"/>
                  </a:lnTo>
                  <a:lnTo>
                    <a:pt x="132608" y="352415"/>
                  </a:lnTo>
                  <a:lnTo>
                    <a:pt x="128954" y="354066"/>
                  </a:lnTo>
                  <a:lnTo>
                    <a:pt x="124526" y="356066"/>
                  </a:lnTo>
                  <a:lnTo>
                    <a:pt x="121572" y="357324"/>
                  </a:lnTo>
                  <a:lnTo>
                    <a:pt x="117897" y="358888"/>
                  </a:lnTo>
                  <a:lnTo>
                    <a:pt x="117310" y="358853"/>
                  </a:lnTo>
                  <a:lnTo>
                    <a:pt x="116324" y="357774"/>
                  </a:lnTo>
                  <a:lnTo>
                    <a:pt x="114199" y="357560"/>
                  </a:lnTo>
                  <a:lnTo>
                    <a:pt x="111698" y="359046"/>
                  </a:lnTo>
                  <a:lnTo>
                    <a:pt x="109714" y="359450"/>
                  </a:lnTo>
                  <a:lnTo>
                    <a:pt x="108247" y="358769"/>
                  </a:lnTo>
                  <a:lnTo>
                    <a:pt x="106815" y="357465"/>
                  </a:lnTo>
                  <a:lnTo>
                    <a:pt x="105418" y="355540"/>
                  </a:lnTo>
                  <a:lnTo>
                    <a:pt x="102997" y="354839"/>
                  </a:lnTo>
                  <a:lnTo>
                    <a:pt x="99554" y="355361"/>
                  </a:lnTo>
                  <a:lnTo>
                    <a:pt x="96233" y="354986"/>
                  </a:lnTo>
                  <a:lnTo>
                    <a:pt x="93038" y="353711"/>
                  </a:lnTo>
                  <a:lnTo>
                    <a:pt x="90750" y="353209"/>
                  </a:lnTo>
                  <a:lnTo>
                    <a:pt x="89373" y="353480"/>
                  </a:lnTo>
                  <a:lnTo>
                    <a:pt x="87896" y="353062"/>
                  </a:lnTo>
                  <a:lnTo>
                    <a:pt x="86320" y="351962"/>
                  </a:lnTo>
                  <a:lnTo>
                    <a:pt x="85005" y="350098"/>
                  </a:lnTo>
                  <a:lnTo>
                    <a:pt x="83422" y="346162"/>
                  </a:lnTo>
                  <a:lnTo>
                    <a:pt x="82185" y="342402"/>
                  </a:lnTo>
                  <a:lnTo>
                    <a:pt x="81864" y="341865"/>
                  </a:lnTo>
                  <a:lnTo>
                    <a:pt x="81473" y="341291"/>
                  </a:lnTo>
                  <a:lnTo>
                    <a:pt x="81085" y="341121"/>
                  </a:lnTo>
                  <a:lnTo>
                    <a:pt x="77580" y="341020"/>
                  </a:lnTo>
                  <a:lnTo>
                    <a:pt x="74247" y="340924"/>
                  </a:lnTo>
                  <a:lnTo>
                    <a:pt x="72340" y="340919"/>
                  </a:lnTo>
                  <a:lnTo>
                    <a:pt x="67678" y="340901"/>
                  </a:lnTo>
                  <a:lnTo>
                    <a:pt x="63015" y="340884"/>
                  </a:lnTo>
                  <a:lnTo>
                    <a:pt x="58352" y="340867"/>
                  </a:lnTo>
                  <a:lnTo>
                    <a:pt x="53689" y="340850"/>
                  </a:lnTo>
                  <a:lnTo>
                    <a:pt x="49026" y="340832"/>
                  </a:lnTo>
                  <a:lnTo>
                    <a:pt x="44363" y="340818"/>
                  </a:lnTo>
                  <a:lnTo>
                    <a:pt x="39700" y="340800"/>
                  </a:lnTo>
                  <a:lnTo>
                    <a:pt x="35037" y="340783"/>
                  </a:lnTo>
                  <a:lnTo>
                    <a:pt x="32560" y="340774"/>
                  </a:lnTo>
                  <a:lnTo>
                    <a:pt x="30258" y="341072"/>
                  </a:lnTo>
                  <a:lnTo>
                    <a:pt x="27718" y="341401"/>
                  </a:lnTo>
                  <a:lnTo>
                    <a:pt x="27352" y="341262"/>
                  </a:lnTo>
                  <a:lnTo>
                    <a:pt x="26749" y="340806"/>
                  </a:lnTo>
                  <a:lnTo>
                    <a:pt x="26338" y="339978"/>
                  </a:lnTo>
                  <a:lnTo>
                    <a:pt x="24970" y="337840"/>
                  </a:lnTo>
                  <a:lnTo>
                    <a:pt x="23780" y="336218"/>
                  </a:lnTo>
                  <a:lnTo>
                    <a:pt x="22164" y="333491"/>
                  </a:lnTo>
                  <a:lnTo>
                    <a:pt x="21119" y="330502"/>
                  </a:lnTo>
                  <a:lnTo>
                    <a:pt x="20238" y="329549"/>
                  </a:lnTo>
                  <a:lnTo>
                    <a:pt x="18678" y="329010"/>
                  </a:lnTo>
                  <a:lnTo>
                    <a:pt x="17506" y="328482"/>
                  </a:lnTo>
                  <a:lnTo>
                    <a:pt x="16551" y="328363"/>
                  </a:lnTo>
                  <a:lnTo>
                    <a:pt x="14869" y="329774"/>
                  </a:lnTo>
                  <a:lnTo>
                    <a:pt x="13603" y="331168"/>
                  </a:lnTo>
                  <a:lnTo>
                    <a:pt x="12700" y="332516"/>
                  </a:lnTo>
                  <a:lnTo>
                    <a:pt x="11132" y="334062"/>
                  </a:lnTo>
                  <a:lnTo>
                    <a:pt x="9811" y="335603"/>
                  </a:lnTo>
                  <a:lnTo>
                    <a:pt x="7509" y="335401"/>
                  </a:lnTo>
                  <a:lnTo>
                    <a:pt x="7012" y="335624"/>
                  </a:lnTo>
                  <a:lnTo>
                    <a:pt x="5731" y="335523"/>
                  </a:lnTo>
                  <a:lnTo>
                    <a:pt x="4524" y="334181"/>
                  </a:lnTo>
                  <a:lnTo>
                    <a:pt x="3301" y="334299"/>
                  </a:lnTo>
                  <a:lnTo>
                    <a:pt x="1943" y="336013"/>
                  </a:lnTo>
                  <a:lnTo>
                    <a:pt x="0" y="336683"/>
                  </a:lnTo>
                  <a:lnTo>
                    <a:pt x="451" y="325515"/>
                  </a:lnTo>
                  <a:lnTo>
                    <a:pt x="924" y="320575"/>
                  </a:lnTo>
                  <a:lnTo>
                    <a:pt x="936" y="314671"/>
                  </a:lnTo>
                  <a:lnTo>
                    <a:pt x="656" y="299368"/>
                  </a:lnTo>
                  <a:lnTo>
                    <a:pt x="321" y="297268"/>
                  </a:lnTo>
                  <a:lnTo>
                    <a:pt x="95" y="294803"/>
                  </a:lnTo>
                  <a:lnTo>
                    <a:pt x="1299" y="292925"/>
                  </a:lnTo>
                  <a:lnTo>
                    <a:pt x="1911" y="291490"/>
                  </a:lnTo>
                  <a:lnTo>
                    <a:pt x="2739" y="288954"/>
                  </a:lnTo>
                  <a:lnTo>
                    <a:pt x="3327" y="285399"/>
                  </a:lnTo>
                  <a:lnTo>
                    <a:pt x="4023" y="277556"/>
                  </a:lnTo>
                  <a:lnTo>
                    <a:pt x="6549" y="259509"/>
                  </a:lnTo>
                  <a:lnTo>
                    <a:pt x="7749" y="241826"/>
                  </a:lnTo>
                  <a:lnTo>
                    <a:pt x="9270" y="233446"/>
                  </a:lnTo>
                  <a:lnTo>
                    <a:pt x="9840" y="224059"/>
                  </a:lnTo>
                  <a:lnTo>
                    <a:pt x="14071" y="211942"/>
                  </a:lnTo>
                  <a:lnTo>
                    <a:pt x="15113" y="204494"/>
                  </a:lnTo>
                  <a:lnTo>
                    <a:pt x="17301" y="200844"/>
                  </a:lnTo>
                  <a:lnTo>
                    <a:pt x="20400" y="196951"/>
                  </a:lnTo>
                  <a:lnTo>
                    <a:pt x="22605" y="190028"/>
                  </a:lnTo>
                  <a:lnTo>
                    <a:pt x="23673" y="185232"/>
                  </a:lnTo>
                  <a:lnTo>
                    <a:pt x="24889" y="176041"/>
                  </a:lnTo>
                  <a:lnTo>
                    <a:pt x="24876" y="166444"/>
                  </a:lnTo>
                  <a:lnTo>
                    <a:pt x="25646" y="153631"/>
                  </a:lnTo>
                  <a:lnTo>
                    <a:pt x="25477" y="149946"/>
                  </a:lnTo>
                  <a:lnTo>
                    <a:pt x="24324" y="144848"/>
                  </a:lnTo>
                  <a:lnTo>
                    <a:pt x="24110" y="141197"/>
                  </a:lnTo>
                  <a:lnTo>
                    <a:pt x="23039" y="137613"/>
                  </a:lnTo>
                  <a:lnTo>
                    <a:pt x="21892" y="134906"/>
                  </a:lnTo>
                  <a:lnTo>
                    <a:pt x="21356" y="130073"/>
                  </a:lnTo>
                  <a:lnTo>
                    <a:pt x="19367" y="122443"/>
                  </a:lnTo>
                  <a:lnTo>
                    <a:pt x="18822" y="117356"/>
                  </a:lnTo>
                  <a:lnTo>
                    <a:pt x="17870" y="113706"/>
                  </a:lnTo>
                  <a:lnTo>
                    <a:pt x="17717" y="109198"/>
                  </a:lnTo>
                  <a:lnTo>
                    <a:pt x="17215" y="104440"/>
                  </a:lnTo>
                  <a:lnTo>
                    <a:pt x="16244" y="99733"/>
                  </a:lnTo>
                  <a:lnTo>
                    <a:pt x="15300" y="94346"/>
                  </a:lnTo>
                  <a:lnTo>
                    <a:pt x="15300" y="92661"/>
                  </a:lnTo>
                  <a:lnTo>
                    <a:pt x="15888" y="90629"/>
                  </a:lnTo>
                  <a:lnTo>
                    <a:pt x="16449" y="89962"/>
                  </a:lnTo>
                  <a:lnTo>
                    <a:pt x="16259" y="90984"/>
                  </a:lnTo>
                  <a:lnTo>
                    <a:pt x="15886" y="92193"/>
                  </a:lnTo>
                  <a:lnTo>
                    <a:pt x="15974" y="93128"/>
                  </a:lnTo>
                  <a:lnTo>
                    <a:pt x="19693" y="83683"/>
                  </a:lnTo>
                  <a:lnTo>
                    <a:pt x="19929" y="81837"/>
                  </a:lnTo>
                  <a:lnTo>
                    <a:pt x="19804" y="79770"/>
                  </a:lnTo>
                  <a:lnTo>
                    <a:pt x="19783" y="77243"/>
                  </a:lnTo>
                  <a:lnTo>
                    <a:pt x="19931" y="74302"/>
                  </a:lnTo>
                  <a:lnTo>
                    <a:pt x="16425" y="56881"/>
                  </a:lnTo>
                  <a:lnTo>
                    <a:pt x="13640" y="40678"/>
                  </a:lnTo>
                  <a:lnTo>
                    <a:pt x="13166" y="32492"/>
                  </a:lnTo>
                  <a:lnTo>
                    <a:pt x="9484" y="21723"/>
                  </a:lnTo>
                  <a:lnTo>
                    <a:pt x="8032" y="14722"/>
                  </a:lnTo>
                  <a:lnTo>
                    <a:pt x="7205" y="9814"/>
                  </a:lnTo>
                  <a:lnTo>
                    <a:pt x="6583" y="7952"/>
                  </a:lnTo>
                  <a:lnTo>
                    <a:pt x="6818" y="7015"/>
                  </a:lnTo>
                  <a:lnTo>
                    <a:pt x="7766" y="6769"/>
                  </a:lnTo>
                  <a:lnTo>
                    <a:pt x="9877" y="5635"/>
                  </a:lnTo>
                  <a:lnTo>
                    <a:pt x="12766" y="4394"/>
                  </a:lnTo>
                  <a:lnTo>
                    <a:pt x="15437" y="1549"/>
                  </a:lnTo>
                  <a:lnTo>
                    <a:pt x="16149" y="285"/>
                  </a:lnTo>
                  <a:lnTo>
                    <a:pt x="17565" y="31"/>
                  </a:lnTo>
                  <a:lnTo>
                    <a:pt x="19006" y="787"/>
                  </a:lnTo>
                  <a:lnTo>
                    <a:pt x="19541" y="242"/>
                  </a:lnTo>
                  <a:lnTo>
                    <a:pt x="19845" y="196"/>
                  </a:lnTo>
                  <a:lnTo>
                    <a:pt x="23228" y="193"/>
                  </a:lnTo>
                  <a:lnTo>
                    <a:pt x="24636" y="0"/>
                  </a:lnTo>
                  <a:lnTo>
                    <a:pt x="27243" y="60"/>
                  </a:lnTo>
                  <a:lnTo>
                    <a:pt x="28892" y="294"/>
                  </a:lnTo>
                  <a:lnTo>
                    <a:pt x="29831" y="614"/>
                  </a:lnTo>
                  <a:lnTo>
                    <a:pt x="32363" y="1108"/>
                  </a:lnTo>
                  <a:lnTo>
                    <a:pt x="35523" y="995"/>
                  </a:lnTo>
                  <a:lnTo>
                    <a:pt x="36639" y="735"/>
                  </a:lnTo>
                  <a:lnTo>
                    <a:pt x="40781" y="571"/>
                  </a:lnTo>
                  <a:lnTo>
                    <a:pt x="44872" y="403"/>
                  </a:lnTo>
                  <a:lnTo>
                    <a:pt x="48552" y="256"/>
                  </a:lnTo>
                  <a:lnTo>
                    <a:pt x="52613" y="288"/>
                  </a:lnTo>
                  <a:lnTo>
                    <a:pt x="55721" y="308"/>
                  </a:lnTo>
                  <a:lnTo>
                    <a:pt x="57138" y="1330"/>
                  </a:lnTo>
                  <a:lnTo>
                    <a:pt x="58426" y="3269"/>
                  </a:lnTo>
                  <a:lnTo>
                    <a:pt x="59011" y="5026"/>
                  </a:lnTo>
                  <a:lnTo>
                    <a:pt x="59290" y="5803"/>
                  </a:lnTo>
                  <a:lnTo>
                    <a:pt x="59674" y="7664"/>
                  </a:lnTo>
                  <a:lnTo>
                    <a:pt x="60377" y="9133"/>
                  </a:lnTo>
                  <a:lnTo>
                    <a:pt x="60627" y="11412"/>
                  </a:lnTo>
                  <a:lnTo>
                    <a:pt x="60423" y="14503"/>
                  </a:lnTo>
                  <a:lnTo>
                    <a:pt x="60525" y="18217"/>
                  </a:lnTo>
                  <a:lnTo>
                    <a:pt x="60934" y="22554"/>
                  </a:lnTo>
                  <a:lnTo>
                    <a:pt x="61789" y="27107"/>
                  </a:lnTo>
                  <a:lnTo>
                    <a:pt x="63085" y="31877"/>
                  </a:lnTo>
                  <a:lnTo>
                    <a:pt x="63650" y="35663"/>
                  </a:lnTo>
                  <a:lnTo>
                    <a:pt x="63483" y="38468"/>
                  </a:lnTo>
                  <a:lnTo>
                    <a:pt x="63881" y="41435"/>
                  </a:lnTo>
                  <a:lnTo>
                    <a:pt x="64844" y="44557"/>
                  </a:lnTo>
                  <a:lnTo>
                    <a:pt x="65549" y="46210"/>
                  </a:lnTo>
                  <a:lnTo>
                    <a:pt x="65957" y="47460"/>
                  </a:lnTo>
                  <a:lnTo>
                    <a:pt x="67053" y="52247"/>
                  </a:lnTo>
                  <a:lnTo>
                    <a:pt x="69080" y="59888"/>
                  </a:lnTo>
                  <a:lnTo>
                    <a:pt x="70600" y="65619"/>
                  </a:lnTo>
                  <a:lnTo>
                    <a:pt x="71130" y="66303"/>
                  </a:lnTo>
                  <a:lnTo>
                    <a:pt x="71908" y="66058"/>
                  </a:lnTo>
                  <a:lnTo>
                    <a:pt x="73558" y="65486"/>
                  </a:lnTo>
                  <a:lnTo>
                    <a:pt x="75195" y="65377"/>
                  </a:lnTo>
                  <a:lnTo>
                    <a:pt x="76361" y="66557"/>
                  </a:lnTo>
                  <a:lnTo>
                    <a:pt x="76829" y="66355"/>
                  </a:lnTo>
                  <a:lnTo>
                    <a:pt x="78588" y="64081"/>
                  </a:lnTo>
                  <a:lnTo>
                    <a:pt x="80335" y="63386"/>
                  </a:lnTo>
                  <a:lnTo>
                    <a:pt x="82161" y="62448"/>
                  </a:lnTo>
                  <a:lnTo>
                    <a:pt x="83112" y="61484"/>
                  </a:lnTo>
                  <a:lnTo>
                    <a:pt x="84217" y="61487"/>
                  </a:lnTo>
                  <a:lnTo>
                    <a:pt x="87202" y="63322"/>
                  </a:lnTo>
                  <a:lnTo>
                    <a:pt x="87764" y="63420"/>
                  </a:lnTo>
                  <a:lnTo>
                    <a:pt x="90180" y="63420"/>
                  </a:lnTo>
                  <a:lnTo>
                    <a:pt x="92595" y="62390"/>
                  </a:lnTo>
                  <a:lnTo>
                    <a:pt x="92950" y="54706"/>
                  </a:lnTo>
                  <a:lnTo>
                    <a:pt x="92971" y="53185"/>
                  </a:lnTo>
                  <a:lnTo>
                    <a:pt x="93552" y="50296"/>
                  </a:lnTo>
                  <a:lnTo>
                    <a:pt x="94290" y="47780"/>
                  </a:lnTo>
                  <a:lnTo>
                    <a:pt x="94381" y="45373"/>
                  </a:lnTo>
                  <a:lnTo>
                    <a:pt x="94337" y="42087"/>
                  </a:lnTo>
                  <a:lnTo>
                    <a:pt x="94872" y="38096"/>
                  </a:lnTo>
                  <a:lnTo>
                    <a:pt x="96489" y="34925"/>
                  </a:lnTo>
                  <a:lnTo>
                    <a:pt x="99107" y="33424"/>
                  </a:lnTo>
                  <a:lnTo>
                    <a:pt x="100598" y="33133"/>
                  </a:lnTo>
                  <a:lnTo>
                    <a:pt x="102945" y="32241"/>
                  </a:lnTo>
                  <a:lnTo>
                    <a:pt x="106505" y="31341"/>
                  </a:lnTo>
                  <a:lnTo>
                    <a:pt x="107819" y="31462"/>
                  </a:lnTo>
                  <a:lnTo>
                    <a:pt x="107925" y="31912"/>
                  </a:lnTo>
                  <a:lnTo>
                    <a:pt x="107172" y="37426"/>
                  </a:lnTo>
                  <a:lnTo>
                    <a:pt x="107159" y="39230"/>
                  </a:lnTo>
                  <a:lnTo>
                    <a:pt x="107434" y="41051"/>
                  </a:lnTo>
                  <a:lnTo>
                    <a:pt x="108036" y="42035"/>
                  </a:lnTo>
                  <a:lnTo>
                    <a:pt x="111730" y="42144"/>
                  </a:lnTo>
                  <a:lnTo>
                    <a:pt x="115135" y="42248"/>
                  </a:lnTo>
                  <a:lnTo>
                    <a:pt x="119041" y="42595"/>
                  </a:lnTo>
                  <a:lnTo>
                    <a:pt x="121969" y="42854"/>
                  </a:lnTo>
                  <a:lnTo>
                    <a:pt x="122342" y="43126"/>
                  </a:lnTo>
                  <a:lnTo>
                    <a:pt x="122639" y="43538"/>
                  </a:lnTo>
                  <a:lnTo>
                    <a:pt x="123072" y="46268"/>
                  </a:lnTo>
                  <a:lnTo>
                    <a:pt x="122975" y="51606"/>
                  </a:lnTo>
                  <a:lnTo>
                    <a:pt x="122323" y="59401"/>
                  </a:lnTo>
                  <a:lnTo>
                    <a:pt x="122576" y="66684"/>
                  </a:lnTo>
                  <a:lnTo>
                    <a:pt x="123734" y="73457"/>
                  </a:lnTo>
                  <a:lnTo>
                    <a:pt x="123850" y="83865"/>
                  </a:lnTo>
                  <a:lnTo>
                    <a:pt x="123441" y="90075"/>
                  </a:lnTo>
                  <a:lnTo>
                    <a:pt x="122925" y="97904"/>
                  </a:lnTo>
                  <a:lnTo>
                    <a:pt x="122726" y="106777"/>
                  </a:lnTo>
                  <a:lnTo>
                    <a:pt x="123256" y="110485"/>
                  </a:lnTo>
                  <a:lnTo>
                    <a:pt x="124377" y="114366"/>
                  </a:lnTo>
                  <a:lnTo>
                    <a:pt x="126090" y="118421"/>
                  </a:lnTo>
                  <a:lnTo>
                    <a:pt x="127413" y="123676"/>
                  </a:lnTo>
                  <a:lnTo>
                    <a:pt x="128348" y="130131"/>
                  </a:lnTo>
                  <a:lnTo>
                    <a:pt x="128689" y="134197"/>
                  </a:lnTo>
                  <a:lnTo>
                    <a:pt x="128435" y="135870"/>
                  </a:lnTo>
                  <a:lnTo>
                    <a:pt x="128454" y="138773"/>
                  </a:lnTo>
                  <a:lnTo>
                    <a:pt x="128745" y="142903"/>
                  </a:lnTo>
                  <a:lnTo>
                    <a:pt x="128421" y="145641"/>
                  </a:lnTo>
                  <a:lnTo>
                    <a:pt x="127483" y="146986"/>
                  </a:lnTo>
                  <a:lnTo>
                    <a:pt x="127171" y="148841"/>
                  </a:lnTo>
                  <a:lnTo>
                    <a:pt x="127644" y="152399"/>
                  </a:lnTo>
                  <a:lnTo>
                    <a:pt x="127759" y="155628"/>
                  </a:lnTo>
                  <a:lnTo>
                    <a:pt x="128131" y="156860"/>
                  </a:lnTo>
                  <a:lnTo>
                    <a:pt x="128401" y="157761"/>
                  </a:lnTo>
                  <a:lnTo>
                    <a:pt x="128841" y="157894"/>
                  </a:lnTo>
                  <a:lnTo>
                    <a:pt x="129792" y="156736"/>
                  </a:lnTo>
                  <a:lnTo>
                    <a:pt x="130928" y="154587"/>
                  </a:lnTo>
                  <a:lnTo>
                    <a:pt x="131840" y="153675"/>
                  </a:lnTo>
                  <a:lnTo>
                    <a:pt x="133126" y="153790"/>
                  </a:lnTo>
                  <a:lnTo>
                    <a:pt x="134932" y="154396"/>
                  </a:lnTo>
                  <a:lnTo>
                    <a:pt x="138120" y="154621"/>
                  </a:lnTo>
                  <a:lnTo>
                    <a:pt x="139100" y="154235"/>
                  </a:lnTo>
                  <a:lnTo>
                    <a:pt x="142067" y="151329"/>
                  </a:lnTo>
                  <a:lnTo>
                    <a:pt x="142845" y="151118"/>
                  </a:lnTo>
                  <a:lnTo>
                    <a:pt x="144015" y="151392"/>
                  </a:lnTo>
                  <a:lnTo>
                    <a:pt x="145677" y="152249"/>
                  </a:lnTo>
                  <a:lnTo>
                    <a:pt x="147353" y="152428"/>
                  </a:lnTo>
                  <a:lnTo>
                    <a:pt x="148173" y="151528"/>
                  </a:lnTo>
                  <a:lnTo>
                    <a:pt x="148248" y="150353"/>
                  </a:lnTo>
                  <a:lnTo>
                    <a:pt x="148509" y="148818"/>
                  </a:lnTo>
                  <a:close/>
                </a:path>
              </a:pathLst>
            </a:custGeom>
            <a:solidFill>
              <a:srgbClr val="D8E9D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g7"/>
            <p:cNvSpPr/>
            <p:nvPr/>
          </p:nvSpPr>
          <p:spPr>
            <a:xfrm>
              <a:off x="3480197" y="3764940"/>
              <a:ext cx="12850" cy="39293"/>
            </a:xfrm>
            <a:custGeom>
              <a:avLst/>
              <a:pathLst>
                <a:path w="12850" h="39293">
                  <a:moveTo>
                    <a:pt x="2380" y="39293"/>
                  </a:moveTo>
                  <a:lnTo>
                    <a:pt x="2201" y="38503"/>
                  </a:lnTo>
                  <a:lnTo>
                    <a:pt x="1670" y="35571"/>
                  </a:lnTo>
                  <a:lnTo>
                    <a:pt x="1970" y="32792"/>
                  </a:lnTo>
                  <a:lnTo>
                    <a:pt x="2293" y="30711"/>
                  </a:lnTo>
                  <a:lnTo>
                    <a:pt x="1935" y="26472"/>
                  </a:lnTo>
                  <a:lnTo>
                    <a:pt x="1123" y="22701"/>
                  </a:lnTo>
                  <a:lnTo>
                    <a:pt x="263" y="17914"/>
                  </a:lnTo>
                  <a:lnTo>
                    <a:pt x="0" y="17002"/>
                  </a:lnTo>
                  <a:lnTo>
                    <a:pt x="721" y="15461"/>
                  </a:lnTo>
                  <a:lnTo>
                    <a:pt x="1812" y="12079"/>
                  </a:lnTo>
                  <a:lnTo>
                    <a:pt x="2266" y="10333"/>
                  </a:lnTo>
                  <a:lnTo>
                    <a:pt x="3528" y="9946"/>
                  </a:lnTo>
                  <a:lnTo>
                    <a:pt x="4001" y="8723"/>
                  </a:lnTo>
                  <a:lnTo>
                    <a:pt x="4334" y="6761"/>
                  </a:lnTo>
                  <a:lnTo>
                    <a:pt x="4463" y="5621"/>
                  </a:lnTo>
                  <a:lnTo>
                    <a:pt x="5887" y="4686"/>
                  </a:lnTo>
                  <a:lnTo>
                    <a:pt x="7596" y="3021"/>
                  </a:lnTo>
                  <a:lnTo>
                    <a:pt x="8544" y="1206"/>
                  </a:lnTo>
                  <a:lnTo>
                    <a:pt x="9504" y="49"/>
                  </a:lnTo>
                  <a:lnTo>
                    <a:pt x="10112" y="0"/>
                  </a:lnTo>
                  <a:lnTo>
                    <a:pt x="10513" y="479"/>
                  </a:lnTo>
                  <a:lnTo>
                    <a:pt x="11614" y="3630"/>
                  </a:lnTo>
                  <a:lnTo>
                    <a:pt x="12549" y="5624"/>
                  </a:lnTo>
                  <a:lnTo>
                    <a:pt x="12850" y="6082"/>
                  </a:lnTo>
                  <a:lnTo>
                    <a:pt x="12662" y="6564"/>
                  </a:lnTo>
                  <a:lnTo>
                    <a:pt x="11323" y="7872"/>
                  </a:lnTo>
                  <a:lnTo>
                    <a:pt x="9887" y="9092"/>
                  </a:lnTo>
                  <a:lnTo>
                    <a:pt x="8000" y="14079"/>
                  </a:lnTo>
                  <a:lnTo>
                    <a:pt x="7042" y="16237"/>
                  </a:lnTo>
                  <a:lnTo>
                    <a:pt x="6766" y="16774"/>
                  </a:lnTo>
                  <a:lnTo>
                    <a:pt x="5903" y="17966"/>
                  </a:lnTo>
                  <a:lnTo>
                    <a:pt x="5278" y="18987"/>
                  </a:lnTo>
                  <a:lnTo>
                    <a:pt x="5299" y="19553"/>
                  </a:lnTo>
                  <a:lnTo>
                    <a:pt x="5716" y="20205"/>
                  </a:lnTo>
                  <a:lnTo>
                    <a:pt x="6142" y="21275"/>
                  </a:lnTo>
                  <a:lnTo>
                    <a:pt x="6100" y="29422"/>
                  </a:lnTo>
                  <a:lnTo>
                    <a:pt x="5915" y="37435"/>
                  </a:lnTo>
                  <a:lnTo>
                    <a:pt x="5681" y="38113"/>
                  </a:lnTo>
                  <a:lnTo>
                    <a:pt x="4480" y="38379"/>
                  </a:lnTo>
                  <a:lnTo>
                    <a:pt x="2887" y="38933"/>
                  </a:lnTo>
                  <a:close/>
                </a:path>
              </a:pathLst>
            </a:custGeom>
            <a:solidFill>
              <a:srgbClr val="D8E9D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g8"/>
            <p:cNvSpPr/>
            <p:nvPr/>
          </p:nvSpPr>
          <p:spPr>
            <a:xfrm>
              <a:off x="2563982" y="3094217"/>
              <a:ext cx="2198" cy="2905"/>
            </a:xfrm>
            <a:custGeom>
              <a:avLst/>
              <a:pathLst>
                <a:path w="2198" h="2905">
                  <a:moveTo>
                    <a:pt x="1935" y="1416"/>
                  </a:moveTo>
                  <a:lnTo>
                    <a:pt x="0" y="2905"/>
                  </a:lnTo>
                  <a:lnTo>
                    <a:pt x="81" y="2051"/>
                  </a:lnTo>
                  <a:lnTo>
                    <a:pt x="1632" y="0"/>
                  </a:lnTo>
                  <a:lnTo>
                    <a:pt x="2198" y="145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g9"/>
            <p:cNvSpPr/>
            <p:nvPr/>
          </p:nvSpPr>
          <p:spPr>
            <a:xfrm>
              <a:off x="3568704" y="2373864"/>
              <a:ext cx="21332" cy="88482"/>
            </a:xfrm>
            <a:custGeom>
              <a:avLst/>
              <a:pathLst>
                <a:path w="21332" h="88482">
                  <a:moveTo>
                    <a:pt x="9546" y="2975"/>
                  </a:moveTo>
                  <a:lnTo>
                    <a:pt x="10028" y="3643"/>
                  </a:lnTo>
                  <a:lnTo>
                    <a:pt x="11030" y="6562"/>
                  </a:lnTo>
                  <a:lnTo>
                    <a:pt x="11698" y="9130"/>
                  </a:lnTo>
                  <a:lnTo>
                    <a:pt x="13010" y="10021"/>
                  </a:lnTo>
                  <a:lnTo>
                    <a:pt x="13742" y="11021"/>
                  </a:lnTo>
                  <a:lnTo>
                    <a:pt x="14682" y="12545"/>
                  </a:lnTo>
                  <a:lnTo>
                    <a:pt x="15138" y="14079"/>
                  </a:lnTo>
                  <a:lnTo>
                    <a:pt x="15779" y="18759"/>
                  </a:lnTo>
                  <a:lnTo>
                    <a:pt x="15852" y="21586"/>
                  </a:lnTo>
                  <a:lnTo>
                    <a:pt x="15667" y="22878"/>
                  </a:lnTo>
                  <a:lnTo>
                    <a:pt x="15507" y="23213"/>
                  </a:lnTo>
                  <a:lnTo>
                    <a:pt x="14923" y="27819"/>
                  </a:lnTo>
                  <a:lnTo>
                    <a:pt x="15062" y="30166"/>
                  </a:lnTo>
                  <a:lnTo>
                    <a:pt x="15057" y="31711"/>
                  </a:lnTo>
                  <a:lnTo>
                    <a:pt x="14562" y="32322"/>
                  </a:lnTo>
                  <a:lnTo>
                    <a:pt x="14234" y="33291"/>
                  </a:lnTo>
                  <a:lnTo>
                    <a:pt x="14767" y="37129"/>
                  </a:lnTo>
                  <a:lnTo>
                    <a:pt x="14702" y="38764"/>
                  </a:lnTo>
                  <a:lnTo>
                    <a:pt x="14725" y="40640"/>
                  </a:lnTo>
                  <a:lnTo>
                    <a:pt x="15687" y="44918"/>
                  </a:lnTo>
                  <a:lnTo>
                    <a:pt x="16255" y="46241"/>
                  </a:lnTo>
                  <a:lnTo>
                    <a:pt x="16762" y="46873"/>
                  </a:lnTo>
                  <a:lnTo>
                    <a:pt x="17410" y="50811"/>
                  </a:lnTo>
                  <a:lnTo>
                    <a:pt x="17795" y="51494"/>
                  </a:lnTo>
                  <a:lnTo>
                    <a:pt x="19372" y="51120"/>
                  </a:lnTo>
                  <a:lnTo>
                    <a:pt x="20143" y="51557"/>
                  </a:lnTo>
                  <a:lnTo>
                    <a:pt x="20449" y="52491"/>
                  </a:lnTo>
                  <a:lnTo>
                    <a:pt x="20518" y="53130"/>
                  </a:lnTo>
                  <a:lnTo>
                    <a:pt x="20414" y="55335"/>
                  </a:lnTo>
                  <a:lnTo>
                    <a:pt x="20806" y="57034"/>
                  </a:lnTo>
                  <a:lnTo>
                    <a:pt x="21332" y="58782"/>
                  </a:lnTo>
                  <a:lnTo>
                    <a:pt x="21329" y="59851"/>
                  </a:lnTo>
                  <a:lnTo>
                    <a:pt x="20977" y="61596"/>
                  </a:lnTo>
                  <a:lnTo>
                    <a:pt x="20346" y="63635"/>
                  </a:lnTo>
                  <a:lnTo>
                    <a:pt x="19511" y="64417"/>
                  </a:lnTo>
                  <a:lnTo>
                    <a:pt x="18590" y="65081"/>
                  </a:lnTo>
                  <a:lnTo>
                    <a:pt x="18151" y="66664"/>
                  </a:lnTo>
                  <a:lnTo>
                    <a:pt x="17927" y="68347"/>
                  </a:lnTo>
                  <a:lnTo>
                    <a:pt x="17515" y="69596"/>
                  </a:lnTo>
                  <a:lnTo>
                    <a:pt x="17260" y="70963"/>
                  </a:lnTo>
                  <a:lnTo>
                    <a:pt x="16870" y="73760"/>
                  </a:lnTo>
                  <a:lnTo>
                    <a:pt x="16778" y="74775"/>
                  </a:lnTo>
                  <a:lnTo>
                    <a:pt x="16155" y="75801"/>
                  </a:lnTo>
                  <a:lnTo>
                    <a:pt x="15189" y="76220"/>
                  </a:lnTo>
                  <a:lnTo>
                    <a:pt x="14324" y="76306"/>
                  </a:lnTo>
                  <a:lnTo>
                    <a:pt x="13739" y="76782"/>
                  </a:lnTo>
                  <a:lnTo>
                    <a:pt x="13442" y="77736"/>
                  </a:lnTo>
                  <a:lnTo>
                    <a:pt x="12891" y="78508"/>
                  </a:lnTo>
                  <a:lnTo>
                    <a:pt x="12558" y="78851"/>
                  </a:lnTo>
                  <a:lnTo>
                    <a:pt x="12560" y="79698"/>
                  </a:lnTo>
                  <a:lnTo>
                    <a:pt x="12962" y="81476"/>
                  </a:lnTo>
                  <a:lnTo>
                    <a:pt x="13417" y="82919"/>
                  </a:lnTo>
                  <a:lnTo>
                    <a:pt x="13427" y="84076"/>
                  </a:lnTo>
                  <a:lnTo>
                    <a:pt x="13203" y="84398"/>
                  </a:lnTo>
                  <a:lnTo>
                    <a:pt x="12497" y="84252"/>
                  </a:lnTo>
                  <a:lnTo>
                    <a:pt x="12347" y="84679"/>
                  </a:lnTo>
                  <a:lnTo>
                    <a:pt x="12271" y="85969"/>
                  </a:lnTo>
                  <a:lnTo>
                    <a:pt x="12082" y="87074"/>
                  </a:lnTo>
                  <a:lnTo>
                    <a:pt x="11792" y="87748"/>
                  </a:lnTo>
                  <a:lnTo>
                    <a:pt x="11287" y="88482"/>
                  </a:lnTo>
                  <a:lnTo>
                    <a:pt x="10363" y="88243"/>
                  </a:lnTo>
                  <a:lnTo>
                    <a:pt x="9495" y="87134"/>
                  </a:lnTo>
                  <a:lnTo>
                    <a:pt x="9041" y="86793"/>
                  </a:lnTo>
                  <a:lnTo>
                    <a:pt x="8782" y="86830"/>
                  </a:lnTo>
                  <a:lnTo>
                    <a:pt x="8713" y="84123"/>
                  </a:lnTo>
                  <a:lnTo>
                    <a:pt x="8338" y="82018"/>
                  </a:lnTo>
                  <a:lnTo>
                    <a:pt x="6961" y="76957"/>
                  </a:lnTo>
                  <a:lnTo>
                    <a:pt x="2485" y="72040"/>
                  </a:lnTo>
                  <a:lnTo>
                    <a:pt x="1431" y="69826"/>
                  </a:lnTo>
                  <a:lnTo>
                    <a:pt x="968" y="67969"/>
                  </a:lnTo>
                  <a:lnTo>
                    <a:pt x="507" y="66215"/>
                  </a:lnTo>
                  <a:lnTo>
                    <a:pt x="949" y="66166"/>
                  </a:lnTo>
                  <a:lnTo>
                    <a:pt x="1387" y="66610"/>
                  </a:lnTo>
                  <a:lnTo>
                    <a:pt x="1948" y="67143"/>
                  </a:lnTo>
                  <a:lnTo>
                    <a:pt x="2175" y="66266"/>
                  </a:lnTo>
                  <a:lnTo>
                    <a:pt x="1932" y="64348"/>
                  </a:lnTo>
                  <a:lnTo>
                    <a:pt x="779" y="59862"/>
                  </a:lnTo>
                  <a:lnTo>
                    <a:pt x="692" y="58629"/>
                  </a:lnTo>
                  <a:lnTo>
                    <a:pt x="1258" y="54879"/>
                  </a:lnTo>
                  <a:lnTo>
                    <a:pt x="2200" y="50666"/>
                  </a:lnTo>
                  <a:lnTo>
                    <a:pt x="2137" y="45561"/>
                  </a:lnTo>
                  <a:lnTo>
                    <a:pt x="2430" y="41710"/>
                  </a:lnTo>
                  <a:lnTo>
                    <a:pt x="2105" y="39210"/>
                  </a:lnTo>
                  <a:lnTo>
                    <a:pt x="1949" y="36144"/>
                  </a:lnTo>
                  <a:lnTo>
                    <a:pt x="2640" y="32068"/>
                  </a:lnTo>
                  <a:lnTo>
                    <a:pt x="3231" y="31059"/>
                  </a:lnTo>
                  <a:lnTo>
                    <a:pt x="3595" y="29771"/>
                  </a:lnTo>
                  <a:lnTo>
                    <a:pt x="3618" y="25425"/>
                  </a:lnTo>
                  <a:lnTo>
                    <a:pt x="2286" y="23396"/>
                  </a:lnTo>
                  <a:lnTo>
                    <a:pt x="752" y="23014"/>
                  </a:lnTo>
                  <a:lnTo>
                    <a:pt x="790" y="21544"/>
                  </a:lnTo>
                  <a:lnTo>
                    <a:pt x="980" y="19212"/>
                  </a:lnTo>
                  <a:lnTo>
                    <a:pt x="871" y="18436"/>
                  </a:lnTo>
                  <a:lnTo>
                    <a:pt x="984" y="17104"/>
                  </a:lnTo>
                  <a:lnTo>
                    <a:pt x="611" y="15325"/>
                  </a:lnTo>
                  <a:lnTo>
                    <a:pt x="0" y="14047"/>
                  </a:lnTo>
                  <a:lnTo>
                    <a:pt x="589" y="11780"/>
                  </a:lnTo>
                  <a:lnTo>
                    <a:pt x="1449" y="9043"/>
                  </a:lnTo>
                  <a:lnTo>
                    <a:pt x="2248" y="6872"/>
                  </a:lnTo>
                  <a:lnTo>
                    <a:pt x="3215" y="4609"/>
                  </a:lnTo>
                  <a:lnTo>
                    <a:pt x="3860" y="2438"/>
                  </a:lnTo>
                  <a:lnTo>
                    <a:pt x="4555" y="572"/>
                  </a:lnTo>
                  <a:lnTo>
                    <a:pt x="5152" y="0"/>
                  </a:lnTo>
                  <a:lnTo>
                    <a:pt x="5449" y="396"/>
                  </a:lnTo>
                  <a:lnTo>
                    <a:pt x="5606" y="1211"/>
                  </a:lnTo>
                  <a:lnTo>
                    <a:pt x="5571" y="3628"/>
                  </a:lnTo>
                  <a:lnTo>
                    <a:pt x="5774" y="4462"/>
                  </a:lnTo>
                  <a:lnTo>
                    <a:pt x="6186" y="5075"/>
                  </a:lnTo>
                  <a:lnTo>
                    <a:pt x="7057" y="4775"/>
                  </a:lnTo>
                  <a:lnTo>
                    <a:pt x="8024" y="4174"/>
                  </a:lnTo>
                  <a:lnTo>
                    <a:pt x="9323" y="2897"/>
                  </a:lnTo>
                  <a:close/>
                </a:path>
              </a:pathLst>
            </a:custGeom>
            <a:solidFill>
              <a:srgbClr val="E9F2E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g10"/>
            <p:cNvSpPr/>
            <p:nvPr/>
          </p:nvSpPr>
          <p:spPr>
            <a:xfrm>
              <a:off x="3582321" y="1858914"/>
              <a:ext cx="2600" cy="1868"/>
            </a:xfrm>
            <a:custGeom>
              <a:avLst/>
              <a:pathLst>
                <a:path w="2600" h="1868">
                  <a:moveTo>
                    <a:pt x="2600" y="1011"/>
                  </a:moveTo>
                  <a:lnTo>
                    <a:pt x="2504" y="1712"/>
                  </a:lnTo>
                  <a:lnTo>
                    <a:pt x="1509" y="1868"/>
                  </a:lnTo>
                  <a:lnTo>
                    <a:pt x="1091" y="1245"/>
                  </a:lnTo>
                  <a:lnTo>
                    <a:pt x="161" y="1323"/>
                  </a:lnTo>
                  <a:lnTo>
                    <a:pt x="0" y="1011"/>
                  </a:lnTo>
                  <a:lnTo>
                    <a:pt x="385" y="389"/>
                  </a:lnTo>
                  <a:lnTo>
                    <a:pt x="1123" y="0"/>
                  </a:lnTo>
                  <a:lnTo>
                    <a:pt x="2086" y="155"/>
                  </a:lnTo>
                  <a:close/>
                </a:path>
              </a:pathLst>
            </a:custGeom>
            <a:solidFill>
              <a:srgbClr val="92C188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g11"/>
            <p:cNvSpPr/>
            <p:nvPr/>
          </p:nvSpPr>
          <p:spPr>
            <a:xfrm>
              <a:off x="3571609" y="1853855"/>
              <a:ext cx="1809" cy="3280"/>
            </a:xfrm>
            <a:custGeom>
              <a:avLst/>
              <a:pathLst>
                <a:path w="1809" h="3280">
                  <a:moveTo>
                    <a:pt x="1745" y="1741"/>
                  </a:moveTo>
                  <a:lnTo>
                    <a:pt x="1809" y="2403"/>
                  </a:lnTo>
                  <a:lnTo>
                    <a:pt x="1342" y="2237"/>
                  </a:lnTo>
                  <a:lnTo>
                    <a:pt x="984" y="2464"/>
                  </a:lnTo>
                  <a:lnTo>
                    <a:pt x="741" y="3280"/>
                  </a:lnTo>
                  <a:lnTo>
                    <a:pt x="213" y="2987"/>
                  </a:lnTo>
                  <a:lnTo>
                    <a:pt x="0" y="1818"/>
                  </a:lnTo>
                  <a:lnTo>
                    <a:pt x="393" y="66"/>
                  </a:lnTo>
                  <a:lnTo>
                    <a:pt x="1337" y="0"/>
                  </a:lnTo>
                  <a:close/>
                </a:path>
              </a:pathLst>
            </a:custGeom>
            <a:solidFill>
              <a:srgbClr val="92C188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g12"/>
            <p:cNvSpPr/>
            <p:nvPr/>
          </p:nvSpPr>
          <p:spPr>
            <a:xfrm>
              <a:off x="3573477" y="1849136"/>
              <a:ext cx="7149" cy="9576"/>
            </a:xfrm>
            <a:custGeom>
              <a:avLst/>
              <a:pathLst>
                <a:path w="7149" h="9576">
                  <a:moveTo>
                    <a:pt x="3866" y="1614"/>
                  </a:moveTo>
                  <a:lnTo>
                    <a:pt x="4240" y="1623"/>
                  </a:lnTo>
                  <a:lnTo>
                    <a:pt x="4407" y="1373"/>
                  </a:lnTo>
                  <a:lnTo>
                    <a:pt x="5059" y="1548"/>
                  </a:lnTo>
                  <a:lnTo>
                    <a:pt x="6040" y="2692"/>
                  </a:lnTo>
                  <a:lnTo>
                    <a:pt x="6237" y="3311"/>
                  </a:lnTo>
                  <a:lnTo>
                    <a:pt x="6913" y="3628"/>
                  </a:lnTo>
                  <a:lnTo>
                    <a:pt x="7149" y="4270"/>
                  </a:lnTo>
                  <a:lnTo>
                    <a:pt x="6367" y="6272"/>
                  </a:lnTo>
                  <a:lnTo>
                    <a:pt x="5884" y="6309"/>
                  </a:lnTo>
                  <a:lnTo>
                    <a:pt x="5523" y="6055"/>
                  </a:lnTo>
                  <a:lnTo>
                    <a:pt x="4886" y="6274"/>
                  </a:lnTo>
                  <a:lnTo>
                    <a:pt x="4513" y="6652"/>
                  </a:lnTo>
                  <a:lnTo>
                    <a:pt x="4388" y="7485"/>
                  </a:lnTo>
                  <a:lnTo>
                    <a:pt x="4408" y="9226"/>
                  </a:lnTo>
                  <a:lnTo>
                    <a:pt x="1554" y="9576"/>
                  </a:lnTo>
                  <a:lnTo>
                    <a:pt x="898" y="9066"/>
                  </a:lnTo>
                  <a:lnTo>
                    <a:pt x="0" y="5106"/>
                  </a:lnTo>
                  <a:lnTo>
                    <a:pt x="178" y="4083"/>
                  </a:lnTo>
                  <a:lnTo>
                    <a:pt x="783" y="3647"/>
                  </a:lnTo>
                  <a:lnTo>
                    <a:pt x="1300" y="3553"/>
                  </a:lnTo>
                  <a:lnTo>
                    <a:pt x="1377" y="5686"/>
                  </a:lnTo>
                  <a:lnTo>
                    <a:pt x="2137" y="5474"/>
                  </a:lnTo>
                  <a:lnTo>
                    <a:pt x="2375" y="4068"/>
                  </a:lnTo>
                  <a:lnTo>
                    <a:pt x="2429" y="3079"/>
                  </a:lnTo>
                  <a:lnTo>
                    <a:pt x="2223" y="2579"/>
                  </a:lnTo>
                  <a:lnTo>
                    <a:pt x="1706" y="2193"/>
                  </a:lnTo>
                  <a:lnTo>
                    <a:pt x="1407" y="1529"/>
                  </a:lnTo>
                  <a:lnTo>
                    <a:pt x="1837" y="461"/>
                  </a:lnTo>
                  <a:lnTo>
                    <a:pt x="2632" y="0"/>
                  </a:lnTo>
                  <a:lnTo>
                    <a:pt x="3318" y="1426"/>
                  </a:lnTo>
                  <a:close/>
                </a:path>
              </a:pathLst>
            </a:custGeom>
            <a:solidFill>
              <a:srgbClr val="92C188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g13"/>
            <p:cNvSpPr/>
            <p:nvPr/>
          </p:nvSpPr>
          <p:spPr>
            <a:xfrm>
              <a:off x="3350969" y="2374018"/>
              <a:ext cx="3965" cy="6153"/>
            </a:xfrm>
            <a:custGeom>
              <a:avLst/>
              <a:pathLst>
                <a:path w="3965" h="6153">
                  <a:moveTo>
                    <a:pt x="3549" y="4119"/>
                  </a:moveTo>
                  <a:lnTo>
                    <a:pt x="3213" y="4315"/>
                  </a:lnTo>
                  <a:lnTo>
                    <a:pt x="2091" y="5518"/>
                  </a:lnTo>
                  <a:lnTo>
                    <a:pt x="1453" y="5940"/>
                  </a:lnTo>
                  <a:lnTo>
                    <a:pt x="870" y="6153"/>
                  </a:lnTo>
                  <a:lnTo>
                    <a:pt x="414" y="6065"/>
                  </a:lnTo>
                  <a:lnTo>
                    <a:pt x="161" y="5360"/>
                  </a:lnTo>
                  <a:lnTo>
                    <a:pt x="188" y="4281"/>
                  </a:lnTo>
                  <a:lnTo>
                    <a:pt x="86" y="3307"/>
                  </a:lnTo>
                  <a:lnTo>
                    <a:pt x="0" y="2787"/>
                  </a:lnTo>
                  <a:lnTo>
                    <a:pt x="164" y="1383"/>
                  </a:lnTo>
                  <a:lnTo>
                    <a:pt x="536" y="621"/>
                  </a:lnTo>
                  <a:lnTo>
                    <a:pt x="1054" y="0"/>
                  </a:lnTo>
                  <a:lnTo>
                    <a:pt x="1868" y="228"/>
                  </a:lnTo>
                  <a:lnTo>
                    <a:pt x="3595" y="1131"/>
                  </a:lnTo>
                  <a:lnTo>
                    <a:pt x="3956" y="1973"/>
                  </a:lnTo>
                  <a:lnTo>
                    <a:pt x="3965" y="2540"/>
                  </a:lnTo>
                  <a:lnTo>
                    <a:pt x="3645" y="3459"/>
                  </a:lnTo>
                  <a:close/>
                </a:path>
              </a:pathLst>
            </a:custGeom>
            <a:solidFill>
              <a:srgbClr val="EAF3E8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g14"/>
            <p:cNvSpPr/>
            <p:nvPr/>
          </p:nvSpPr>
          <p:spPr>
            <a:xfrm>
              <a:off x="3987381" y="2917242"/>
              <a:ext cx="3578" cy="3645"/>
            </a:xfrm>
            <a:custGeom>
              <a:avLst/>
              <a:pathLst>
                <a:path w="3578" h="3645">
                  <a:moveTo>
                    <a:pt x="3575" y="2415"/>
                  </a:moveTo>
                  <a:lnTo>
                    <a:pt x="3578" y="3415"/>
                  </a:lnTo>
                  <a:lnTo>
                    <a:pt x="2338" y="3126"/>
                  </a:lnTo>
                  <a:lnTo>
                    <a:pt x="2006" y="3645"/>
                  </a:lnTo>
                  <a:lnTo>
                    <a:pt x="991" y="3357"/>
                  </a:lnTo>
                  <a:lnTo>
                    <a:pt x="0" y="2634"/>
                  </a:lnTo>
                  <a:lnTo>
                    <a:pt x="672" y="1422"/>
                  </a:lnTo>
                  <a:lnTo>
                    <a:pt x="2429" y="0"/>
                  </a:lnTo>
                  <a:lnTo>
                    <a:pt x="3159" y="1294"/>
                  </a:lnTo>
                  <a:close/>
                </a:path>
              </a:pathLst>
            </a:custGeom>
            <a:solidFill>
              <a:srgbClr val="E5F0E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g15"/>
            <p:cNvSpPr/>
            <p:nvPr/>
          </p:nvSpPr>
          <p:spPr>
            <a:xfrm>
              <a:off x="3974557" y="2913760"/>
              <a:ext cx="918" cy="2820"/>
            </a:xfrm>
            <a:custGeom>
              <a:avLst/>
              <a:pathLst>
                <a:path w="918" h="2820">
                  <a:moveTo>
                    <a:pt x="422" y="2605"/>
                  </a:moveTo>
                  <a:lnTo>
                    <a:pt x="216" y="2820"/>
                  </a:lnTo>
                  <a:lnTo>
                    <a:pt x="0" y="1226"/>
                  </a:lnTo>
                  <a:lnTo>
                    <a:pt x="16" y="721"/>
                  </a:lnTo>
                  <a:lnTo>
                    <a:pt x="574" y="0"/>
                  </a:lnTo>
                  <a:lnTo>
                    <a:pt x="918" y="1304"/>
                  </a:lnTo>
                  <a:close/>
                </a:path>
              </a:pathLst>
            </a:custGeom>
            <a:solidFill>
              <a:srgbClr val="E5F0E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g16"/>
            <p:cNvSpPr/>
            <p:nvPr/>
          </p:nvSpPr>
          <p:spPr>
            <a:xfrm>
              <a:off x="3981976" y="2912747"/>
              <a:ext cx="3100" cy="4671"/>
            </a:xfrm>
            <a:custGeom>
              <a:avLst/>
              <a:pathLst>
                <a:path w="3100" h="4671">
                  <a:moveTo>
                    <a:pt x="1722" y="4504"/>
                  </a:moveTo>
                  <a:lnTo>
                    <a:pt x="821" y="4671"/>
                  </a:lnTo>
                  <a:lnTo>
                    <a:pt x="0" y="3549"/>
                  </a:lnTo>
                  <a:lnTo>
                    <a:pt x="1725" y="2051"/>
                  </a:lnTo>
                  <a:lnTo>
                    <a:pt x="2193" y="1376"/>
                  </a:lnTo>
                  <a:lnTo>
                    <a:pt x="2699" y="0"/>
                  </a:lnTo>
                  <a:lnTo>
                    <a:pt x="3100" y="1177"/>
                  </a:lnTo>
                  <a:lnTo>
                    <a:pt x="2657" y="3047"/>
                  </a:lnTo>
                  <a:lnTo>
                    <a:pt x="2336" y="3846"/>
                  </a:lnTo>
                  <a:close/>
                </a:path>
              </a:pathLst>
            </a:custGeom>
            <a:solidFill>
              <a:srgbClr val="E5F0E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g17"/>
            <p:cNvSpPr/>
            <p:nvPr/>
          </p:nvSpPr>
          <p:spPr>
            <a:xfrm>
              <a:off x="3995916" y="2909931"/>
              <a:ext cx="1592" cy="2452"/>
            </a:xfrm>
            <a:custGeom>
              <a:avLst/>
              <a:pathLst>
                <a:path w="1592" h="2452">
                  <a:moveTo>
                    <a:pt x="1592" y="1878"/>
                  </a:moveTo>
                  <a:lnTo>
                    <a:pt x="1485" y="2452"/>
                  </a:lnTo>
                  <a:lnTo>
                    <a:pt x="1141" y="2400"/>
                  </a:lnTo>
                  <a:lnTo>
                    <a:pt x="279" y="1878"/>
                  </a:lnTo>
                  <a:lnTo>
                    <a:pt x="0" y="1043"/>
                  </a:lnTo>
                  <a:lnTo>
                    <a:pt x="537" y="51"/>
                  </a:lnTo>
                  <a:lnTo>
                    <a:pt x="774" y="0"/>
                  </a:lnTo>
                  <a:lnTo>
                    <a:pt x="1118" y="1043"/>
                  </a:lnTo>
                  <a:close/>
                </a:path>
              </a:pathLst>
            </a:custGeom>
            <a:solidFill>
              <a:srgbClr val="E5F0E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g18"/>
            <p:cNvSpPr/>
            <p:nvPr/>
          </p:nvSpPr>
          <p:spPr>
            <a:xfrm>
              <a:off x="3962201" y="2863781"/>
              <a:ext cx="58737" cy="101846"/>
            </a:xfrm>
            <a:custGeom>
              <a:avLst/>
              <a:pathLst>
                <a:path w="58737" h="101846">
                  <a:moveTo>
                    <a:pt x="57639" y="12336"/>
                  </a:moveTo>
                  <a:lnTo>
                    <a:pt x="58439" y="14738"/>
                  </a:lnTo>
                  <a:lnTo>
                    <a:pt x="58553" y="31022"/>
                  </a:lnTo>
                  <a:lnTo>
                    <a:pt x="58737" y="32177"/>
                  </a:lnTo>
                  <a:lnTo>
                    <a:pt x="58310" y="32352"/>
                  </a:lnTo>
                  <a:lnTo>
                    <a:pt x="57830" y="33593"/>
                  </a:lnTo>
                  <a:lnTo>
                    <a:pt x="57273" y="35502"/>
                  </a:lnTo>
                  <a:lnTo>
                    <a:pt x="56503" y="36488"/>
                  </a:lnTo>
                  <a:lnTo>
                    <a:pt x="55892" y="37605"/>
                  </a:lnTo>
                  <a:lnTo>
                    <a:pt x="55307" y="38989"/>
                  </a:lnTo>
                  <a:lnTo>
                    <a:pt x="54787" y="39282"/>
                  </a:lnTo>
                  <a:lnTo>
                    <a:pt x="54111" y="37524"/>
                  </a:lnTo>
                  <a:lnTo>
                    <a:pt x="53647" y="35731"/>
                  </a:lnTo>
                  <a:lnTo>
                    <a:pt x="53761" y="35343"/>
                  </a:lnTo>
                  <a:lnTo>
                    <a:pt x="54086" y="35214"/>
                  </a:lnTo>
                  <a:lnTo>
                    <a:pt x="54212" y="34290"/>
                  </a:lnTo>
                  <a:lnTo>
                    <a:pt x="54016" y="32945"/>
                  </a:lnTo>
                  <a:lnTo>
                    <a:pt x="53559" y="32441"/>
                  </a:lnTo>
                  <a:lnTo>
                    <a:pt x="52983" y="32397"/>
                  </a:lnTo>
                  <a:lnTo>
                    <a:pt x="52433" y="32998"/>
                  </a:lnTo>
                  <a:lnTo>
                    <a:pt x="51850" y="34184"/>
                  </a:lnTo>
                  <a:lnTo>
                    <a:pt x="51519" y="35460"/>
                  </a:lnTo>
                  <a:lnTo>
                    <a:pt x="51469" y="38025"/>
                  </a:lnTo>
                  <a:lnTo>
                    <a:pt x="51623" y="40912"/>
                  </a:lnTo>
                  <a:lnTo>
                    <a:pt x="51619" y="42312"/>
                  </a:lnTo>
                  <a:lnTo>
                    <a:pt x="51298" y="44052"/>
                  </a:lnTo>
                  <a:lnTo>
                    <a:pt x="51183" y="46614"/>
                  </a:lnTo>
                  <a:lnTo>
                    <a:pt x="51411" y="48597"/>
                  </a:lnTo>
                  <a:lnTo>
                    <a:pt x="51620" y="49778"/>
                  </a:lnTo>
                  <a:lnTo>
                    <a:pt x="51640" y="50775"/>
                  </a:lnTo>
                  <a:lnTo>
                    <a:pt x="51094" y="53941"/>
                  </a:lnTo>
                  <a:lnTo>
                    <a:pt x="51568" y="54532"/>
                  </a:lnTo>
                  <a:lnTo>
                    <a:pt x="53139" y="54755"/>
                  </a:lnTo>
                  <a:lnTo>
                    <a:pt x="53598" y="56897"/>
                  </a:lnTo>
                  <a:lnTo>
                    <a:pt x="53914" y="58365"/>
                  </a:lnTo>
                  <a:lnTo>
                    <a:pt x="53828" y="59239"/>
                  </a:lnTo>
                  <a:lnTo>
                    <a:pt x="52719" y="59888"/>
                  </a:lnTo>
                  <a:lnTo>
                    <a:pt x="51317" y="60607"/>
                  </a:lnTo>
                  <a:lnTo>
                    <a:pt x="50311" y="60399"/>
                  </a:lnTo>
                  <a:lnTo>
                    <a:pt x="48498" y="61367"/>
                  </a:lnTo>
                  <a:lnTo>
                    <a:pt x="47531" y="62852"/>
                  </a:lnTo>
                  <a:lnTo>
                    <a:pt x="47815" y="63781"/>
                  </a:lnTo>
                  <a:lnTo>
                    <a:pt x="48151" y="64495"/>
                  </a:lnTo>
                  <a:lnTo>
                    <a:pt x="48301" y="66459"/>
                  </a:lnTo>
                  <a:lnTo>
                    <a:pt x="48019" y="69249"/>
                  </a:lnTo>
                  <a:lnTo>
                    <a:pt x="47505" y="71959"/>
                  </a:lnTo>
                  <a:lnTo>
                    <a:pt x="46866" y="75332"/>
                  </a:lnTo>
                  <a:lnTo>
                    <a:pt x="46126" y="79212"/>
                  </a:lnTo>
                  <a:lnTo>
                    <a:pt x="45115" y="85048"/>
                  </a:lnTo>
                  <a:lnTo>
                    <a:pt x="44258" y="89634"/>
                  </a:lnTo>
                  <a:lnTo>
                    <a:pt x="44164" y="92938"/>
                  </a:lnTo>
                  <a:lnTo>
                    <a:pt x="44186" y="95093"/>
                  </a:lnTo>
                  <a:lnTo>
                    <a:pt x="44086" y="99404"/>
                  </a:lnTo>
                  <a:lnTo>
                    <a:pt x="43277" y="101773"/>
                  </a:lnTo>
                  <a:lnTo>
                    <a:pt x="43093" y="101846"/>
                  </a:lnTo>
                  <a:lnTo>
                    <a:pt x="42126" y="101560"/>
                  </a:lnTo>
                  <a:lnTo>
                    <a:pt x="41800" y="101465"/>
                  </a:lnTo>
                  <a:lnTo>
                    <a:pt x="40877" y="101190"/>
                  </a:lnTo>
                  <a:lnTo>
                    <a:pt x="39444" y="100766"/>
                  </a:lnTo>
                  <a:lnTo>
                    <a:pt x="37584" y="100215"/>
                  </a:lnTo>
                  <a:lnTo>
                    <a:pt x="35383" y="99563"/>
                  </a:lnTo>
                  <a:lnTo>
                    <a:pt x="32926" y="98836"/>
                  </a:lnTo>
                  <a:lnTo>
                    <a:pt x="30300" y="98058"/>
                  </a:lnTo>
                  <a:lnTo>
                    <a:pt x="27589" y="97256"/>
                  </a:lnTo>
                  <a:lnTo>
                    <a:pt x="24876" y="96452"/>
                  </a:lnTo>
                  <a:lnTo>
                    <a:pt x="22249" y="95675"/>
                  </a:lnTo>
                  <a:lnTo>
                    <a:pt x="19792" y="94947"/>
                  </a:lnTo>
                  <a:lnTo>
                    <a:pt x="17592" y="94295"/>
                  </a:lnTo>
                  <a:lnTo>
                    <a:pt x="15732" y="93746"/>
                  </a:lnTo>
                  <a:lnTo>
                    <a:pt x="14298" y="93320"/>
                  </a:lnTo>
                  <a:lnTo>
                    <a:pt x="13376" y="93046"/>
                  </a:lnTo>
                  <a:lnTo>
                    <a:pt x="13050" y="92951"/>
                  </a:lnTo>
                  <a:lnTo>
                    <a:pt x="12025" y="92646"/>
                  </a:lnTo>
                  <a:lnTo>
                    <a:pt x="11470" y="91046"/>
                  </a:lnTo>
                  <a:lnTo>
                    <a:pt x="10800" y="89111"/>
                  </a:lnTo>
                  <a:lnTo>
                    <a:pt x="10130" y="87175"/>
                  </a:lnTo>
                  <a:lnTo>
                    <a:pt x="9459" y="85239"/>
                  </a:lnTo>
                  <a:lnTo>
                    <a:pt x="8789" y="83304"/>
                  </a:lnTo>
                  <a:lnTo>
                    <a:pt x="8119" y="81369"/>
                  </a:lnTo>
                  <a:lnTo>
                    <a:pt x="7448" y="79433"/>
                  </a:lnTo>
                  <a:lnTo>
                    <a:pt x="6777" y="77498"/>
                  </a:lnTo>
                  <a:lnTo>
                    <a:pt x="6106" y="75562"/>
                  </a:lnTo>
                  <a:lnTo>
                    <a:pt x="5436" y="73627"/>
                  </a:lnTo>
                  <a:lnTo>
                    <a:pt x="4766" y="71691"/>
                  </a:lnTo>
                  <a:lnTo>
                    <a:pt x="4095" y="69754"/>
                  </a:lnTo>
                  <a:lnTo>
                    <a:pt x="3425" y="67819"/>
                  </a:lnTo>
                  <a:lnTo>
                    <a:pt x="2754" y="65885"/>
                  </a:lnTo>
                  <a:lnTo>
                    <a:pt x="2083" y="63948"/>
                  </a:lnTo>
                  <a:lnTo>
                    <a:pt x="1413" y="62012"/>
                  </a:lnTo>
                  <a:lnTo>
                    <a:pt x="742" y="60077"/>
                  </a:lnTo>
                  <a:lnTo>
                    <a:pt x="295" y="58782"/>
                  </a:lnTo>
                  <a:lnTo>
                    <a:pt x="46" y="57320"/>
                  </a:lnTo>
                  <a:lnTo>
                    <a:pt x="0" y="53491"/>
                  </a:lnTo>
                  <a:lnTo>
                    <a:pt x="0" y="52655"/>
                  </a:lnTo>
                  <a:lnTo>
                    <a:pt x="452" y="51112"/>
                  </a:lnTo>
                  <a:lnTo>
                    <a:pt x="667" y="52215"/>
                  </a:lnTo>
                  <a:lnTo>
                    <a:pt x="1172" y="53711"/>
                  </a:lnTo>
                  <a:lnTo>
                    <a:pt x="2028" y="53346"/>
                  </a:lnTo>
                  <a:lnTo>
                    <a:pt x="2427" y="53595"/>
                  </a:lnTo>
                  <a:lnTo>
                    <a:pt x="2721" y="58903"/>
                  </a:lnTo>
                  <a:lnTo>
                    <a:pt x="3349" y="60790"/>
                  </a:lnTo>
                  <a:lnTo>
                    <a:pt x="4115" y="61545"/>
                  </a:lnTo>
                  <a:lnTo>
                    <a:pt x="6705" y="61966"/>
                  </a:lnTo>
                  <a:lnTo>
                    <a:pt x="8317" y="61253"/>
                  </a:lnTo>
                  <a:lnTo>
                    <a:pt x="11493" y="57787"/>
                  </a:lnTo>
                  <a:lnTo>
                    <a:pt x="13160" y="56542"/>
                  </a:lnTo>
                  <a:lnTo>
                    <a:pt x="17769" y="56759"/>
                  </a:lnTo>
                  <a:lnTo>
                    <a:pt x="21464" y="58203"/>
                  </a:lnTo>
                  <a:lnTo>
                    <a:pt x="27218" y="59059"/>
                  </a:lnTo>
                  <a:lnTo>
                    <a:pt x="28335" y="58835"/>
                  </a:lnTo>
                  <a:lnTo>
                    <a:pt x="31438" y="56053"/>
                  </a:lnTo>
                  <a:lnTo>
                    <a:pt x="33343" y="53597"/>
                  </a:lnTo>
                  <a:lnTo>
                    <a:pt x="34474" y="52892"/>
                  </a:lnTo>
                  <a:lnTo>
                    <a:pt x="35221" y="50526"/>
                  </a:lnTo>
                  <a:lnTo>
                    <a:pt x="35714" y="47440"/>
                  </a:lnTo>
                  <a:lnTo>
                    <a:pt x="36151" y="45422"/>
                  </a:lnTo>
                  <a:lnTo>
                    <a:pt x="36709" y="44460"/>
                  </a:lnTo>
                  <a:lnTo>
                    <a:pt x="37241" y="42753"/>
                  </a:lnTo>
                  <a:lnTo>
                    <a:pt x="37666" y="39969"/>
                  </a:lnTo>
                  <a:lnTo>
                    <a:pt x="38736" y="37164"/>
                  </a:lnTo>
                  <a:lnTo>
                    <a:pt x="43018" y="30333"/>
                  </a:lnTo>
                  <a:lnTo>
                    <a:pt x="45521" y="24565"/>
                  </a:lnTo>
                  <a:lnTo>
                    <a:pt x="45742" y="22704"/>
                  </a:lnTo>
                  <a:lnTo>
                    <a:pt x="47104" y="19906"/>
                  </a:lnTo>
                  <a:lnTo>
                    <a:pt x="48194" y="16843"/>
                  </a:lnTo>
                  <a:lnTo>
                    <a:pt x="53292" y="8101"/>
                  </a:lnTo>
                  <a:lnTo>
                    <a:pt x="54316" y="4495"/>
                  </a:lnTo>
                  <a:lnTo>
                    <a:pt x="54918" y="454"/>
                  </a:lnTo>
                  <a:lnTo>
                    <a:pt x="54990" y="162"/>
                  </a:lnTo>
                  <a:lnTo>
                    <a:pt x="55429" y="0"/>
                  </a:lnTo>
                  <a:lnTo>
                    <a:pt x="56050" y="611"/>
                  </a:lnTo>
                  <a:lnTo>
                    <a:pt x="56112" y="3634"/>
                  </a:lnTo>
                  <a:lnTo>
                    <a:pt x="55887" y="6491"/>
                  </a:lnTo>
                  <a:lnTo>
                    <a:pt x="55861" y="9516"/>
                  </a:lnTo>
                  <a:lnTo>
                    <a:pt x="55771" y="11158"/>
                  </a:lnTo>
                  <a:lnTo>
                    <a:pt x="56246" y="12506"/>
                  </a:lnTo>
                  <a:lnTo>
                    <a:pt x="57050" y="13083"/>
                  </a:lnTo>
                  <a:lnTo>
                    <a:pt x="57403" y="13014"/>
                  </a:lnTo>
                  <a:close/>
                </a:path>
              </a:pathLst>
            </a:custGeom>
            <a:solidFill>
              <a:srgbClr val="E5F0E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g19"/>
            <p:cNvSpPr/>
            <p:nvPr/>
          </p:nvSpPr>
          <p:spPr>
            <a:xfrm>
              <a:off x="4018776" y="2886367"/>
              <a:ext cx="941" cy="2806"/>
            </a:xfrm>
            <a:custGeom>
              <a:avLst/>
              <a:pathLst>
                <a:path w="941" h="2806">
                  <a:moveTo>
                    <a:pt x="0" y="2674"/>
                  </a:moveTo>
                  <a:lnTo>
                    <a:pt x="361" y="2806"/>
                  </a:lnTo>
                  <a:lnTo>
                    <a:pt x="868" y="2017"/>
                  </a:lnTo>
                  <a:lnTo>
                    <a:pt x="941" y="744"/>
                  </a:lnTo>
                  <a:lnTo>
                    <a:pt x="814" y="86"/>
                  </a:lnTo>
                  <a:lnTo>
                    <a:pt x="289" y="0"/>
                  </a:lnTo>
                  <a:lnTo>
                    <a:pt x="72" y="1096"/>
                  </a:lnTo>
                  <a:close/>
                </a:path>
              </a:pathLst>
            </a:custGeom>
            <a:solidFill>
              <a:srgbClr val="E5F0E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g20"/>
            <p:cNvSpPr/>
            <p:nvPr/>
          </p:nvSpPr>
          <p:spPr>
            <a:xfrm>
              <a:off x="2544515" y="5250882"/>
              <a:ext cx="11479" cy="5505"/>
            </a:xfrm>
            <a:custGeom>
              <a:avLst/>
              <a:pathLst>
                <a:path w="11479" h="5505">
                  <a:moveTo>
                    <a:pt x="2536" y="0"/>
                  </a:moveTo>
                  <a:lnTo>
                    <a:pt x="3881" y="683"/>
                  </a:lnTo>
                  <a:lnTo>
                    <a:pt x="6542" y="170"/>
                  </a:lnTo>
                  <a:lnTo>
                    <a:pt x="7946" y="161"/>
                  </a:lnTo>
                  <a:lnTo>
                    <a:pt x="8560" y="403"/>
                  </a:lnTo>
                  <a:lnTo>
                    <a:pt x="8834" y="773"/>
                  </a:lnTo>
                  <a:lnTo>
                    <a:pt x="10668" y="199"/>
                  </a:lnTo>
                  <a:lnTo>
                    <a:pt x="11479" y="262"/>
                  </a:lnTo>
                  <a:lnTo>
                    <a:pt x="11270" y="1529"/>
                  </a:lnTo>
                  <a:lnTo>
                    <a:pt x="9580" y="2790"/>
                  </a:lnTo>
                  <a:lnTo>
                    <a:pt x="8884" y="2256"/>
                  </a:lnTo>
                  <a:lnTo>
                    <a:pt x="5294" y="2371"/>
                  </a:lnTo>
                  <a:lnTo>
                    <a:pt x="3705" y="3667"/>
                  </a:lnTo>
                  <a:lnTo>
                    <a:pt x="3030" y="3655"/>
                  </a:lnTo>
                  <a:lnTo>
                    <a:pt x="1462" y="5505"/>
                  </a:lnTo>
                  <a:lnTo>
                    <a:pt x="315" y="4337"/>
                  </a:lnTo>
                  <a:lnTo>
                    <a:pt x="0" y="3260"/>
                  </a:lnTo>
                  <a:lnTo>
                    <a:pt x="830" y="1728"/>
                  </a:lnTo>
                  <a:lnTo>
                    <a:pt x="1611" y="1696"/>
                  </a:lnTo>
                  <a:lnTo>
                    <a:pt x="2144" y="1079"/>
                  </a:lnTo>
                  <a:close/>
                </a:path>
              </a:pathLst>
            </a:custGeom>
            <a:solidFill>
              <a:srgbClr val="A5CC9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g21"/>
            <p:cNvSpPr/>
            <p:nvPr/>
          </p:nvSpPr>
          <p:spPr>
            <a:xfrm>
              <a:off x="2497035" y="5189905"/>
              <a:ext cx="42340" cy="70311"/>
            </a:xfrm>
            <a:custGeom>
              <a:avLst/>
              <a:pathLst>
                <a:path w="42340" h="70311">
                  <a:moveTo>
                    <a:pt x="0" y="65036"/>
                  </a:moveTo>
                  <a:lnTo>
                    <a:pt x="69" y="58365"/>
                  </a:lnTo>
                  <a:lnTo>
                    <a:pt x="163" y="49387"/>
                  </a:lnTo>
                  <a:lnTo>
                    <a:pt x="182" y="41377"/>
                  </a:lnTo>
                  <a:lnTo>
                    <a:pt x="201" y="33574"/>
                  </a:lnTo>
                  <a:lnTo>
                    <a:pt x="221" y="25494"/>
                  </a:lnTo>
                  <a:lnTo>
                    <a:pt x="240" y="17411"/>
                  </a:lnTo>
                  <a:lnTo>
                    <a:pt x="262" y="8772"/>
                  </a:lnTo>
                  <a:lnTo>
                    <a:pt x="283" y="0"/>
                  </a:lnTo>
                  <a:lnTo>
                    <a:pt x="999" y="1249"/>
                  </a:lnTo>
                  <a:lnTo>
                    <a:pt x="3832" y="7312"/>
                  </a:lnTo>
                  <a:lnTo>
                    <a:pt x="4570" y="9790"/>
                  </a:lnTo>
                  <a:lnTo>
                    <a:pt x="5034" y="12682"/>
                  </a:lnTo>
                  <a:lnTo>
                    <a:pt x="3902" y="10844"/>
                  </a:lnTo>
                  <a:lnTo>
                    <a:pt x="2706" y="11897"/>
                  </a:lnTo>
                  <a:lnTo>
                    <a:pt x="2117" y="13626"/>
                  </a:lnTo>
                  <a:lnTo>
                    <a:pt x="1613" y="15501"/>
                  </a:lnTo>
                  <a:lnTo>
                    <a:pt x="1617" y="16820"/>
                  </a:lnTo>
                  <a:lnTo>
                    <a:pt x="2007" y="17974"/>
                  </a:lnTo>
                  <a:lnTo>
                    <a:pt x="3170" y="18978"/>
                  </a:lnTo>
                  <a:lnTo>
                    <a:pt x="5997" y="19319"/>
                  </a:lnTo>
                  <a:lnTo>
                    <a:pt x="6204" y="19691"/>
                  </a:lnTo>
                  <a:lnTo>
                    <a:pt x="7857" y="26931"/>
                  </a:lnTo>
                  <a:lnTo>
                    <a:pt x="8688" y="28547"/>
                  </a:lnTo>
                  <a:lnTo>
                    <a:pt x="9653" y="29831"/>
                  </a:lnTo>
                  <a:lnTo>
                    <a:pt x="11883" y="33522"/>
                  </a:lnTo>
                  <a:lnTo>
                    <a:pt x="14023" y="37507"/>
                  </a:lnTo>
                  <a:lnTo>
                    <a:pt x="16562" y="41284"/>
                  </a:lnTo>
                  <a:lnTo>
                    <a:pt x="19301" y="44187"/>
                  </a:lnTo>
                  <a:lnTo>
                    <a:pt x="21791" y="46389"/>
                  </a:lnTo>
                  <a:lnTo>
                    <a:pt x="24169" y="49079"/>
                  </a:lnTo>
                  <a:lnTo>
                    <a:pt x="26704" y="52844"/>
                  </a:lnTo>
                  <a:lnTo>
                    <a:pt x="29463" y="55577"/>
                  </a:lnTo>
                  <a:lnTo>
                    <a:pt x="32425" y="57510"/>
                  </a:lnTo>
                  <a:lnTo>
                    <a:pt x="35417" y="59121"/>
                  </a:lnTo>
                  <a:lnTo>
                    <a:pt x="40022" y="58492"/>
                  </a:lnTo>
                  <a:lnTo>
                    <a:pt x="41451" y="58668"/>
                  </a:lnTo>
                  <a:lnTo>
                    <a:pt x="42340" y="59851"/>
                  </a:lnTo>
                  <a:lnTo>
                    <a:pt x="41447" y="63123"/>
                  </a:lnTo>
                  <a:lnTo>
                    <a:pt x="40305" y="65755"/>
                  </a:lnTo>
                  <a:lnTo>
                    <a:pt x="38780" y="66840"/>
                  </a:lnTo>
                  <a:lnTo>
                    <a:pt x="37169" y="67238"/>
                  </a:lnTo>
                  <a:lnTo>
                    <a:pt x="35714" y="67186"/>
                  </a:lnTo>
                  <a:lnTo>
                    <a:pt x="34261" y="66701"/>
                  </a:lnTo>
                  <a:lnTo>
                    <a:pt x="32898" y="66978"/>
                  </a:lnTo>
                  <a:lnTo>
                    <a:pt x="31596" y="68083"/>
                  </a:lnTo>
                  <a:lnTo>
                    <a:pt x="30238" y="68632"/>
                  </a:lnTo>
                  <a:lnTo>
                    <a:pt x="28840" y="68704"/>
                  </a:lnTo>
                  <a:lnTo>
                    <a:pt x="27476" y="69639"/>
                  </a:lnTo>
                  <a:lnTo>
                    <a:pt x="26106" y="70311"/>
                  </a:lnTo>
                  <a:lnTo>
                    <a:pt x="24685" y="69754"/>
                  </a:lnTo>
                  <a:lnTo>
                    <a:pt x="20995" y="67143"/>
                  </a:lnTo>
                  <a:lnTo>
                    <a:pt x="18599" y="66519"/>
                  </a:lnTo>
                  <a:lnTo>
                    <a:pt x="10480" y="65481"/>
                  </a:lnTo>
                  <a:lnTo>
                    <a:pt x="7874" y="64883"/>
                  </a:lnTo>
                  <a:lnTo>
                    <a:pt x="5278" y="63971"/>
                  </a:lnTo>
                  <a:lnTo>
                    <a:pt x="3918" y="63934"/>
                  </a:lnTo>
                  <a:lnTo>
                    <a:pt x="1976" y="64523"/>
                  </a:lnTo>
                  <a:lnTo>
                    <a:pt x="421" y="64450"/>
                  </a:lnTo>
                  <a:close/>
                </a:path>
              </a:pathLst>
            </a:custGeom>
            <a:solidFill>
              <a:srgbClr val="A5CC9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g22"/>
            <p:cNvSpPr/>
            <p:nvPr/>
          </p:nvSpPr>
          <p:spPr>
            <a:xfrm>
              <a:off x="2576986" y="4789031"/>
              <a:ext cx="2767" cy="4392"/>
            </a:xfrm>
            <a:custGeom>
              <a:avLst/>
              <a:pathLst>
                <a:path w="2767" h="4392">
                  <a:moveTo>
                    <a:pt x="2647" y="2530"/>
                  </a:moveTo>
                  <a:lnTo>
                    <a:pt x="2767" y="4392"/>
                  </a:lnTo>
                  <a:lnTo>
                    <a:pt x="2132" y="4172"/>
                  </a:lnTo>
                  <a:lnTo>
                    <a:pt x="626" y="2383"/>
                  </a:lnTo>
                  <a:lnTo>
                    <a:pt x="118" y="706"/>
                  </a:lnTo>
                  <a:lnTo>
                    <a:pt x="0" y="0"/>
                  </a:lnTo>
                  <a:lnTo>
                    <a:pt x="1540" y="767"/>
                  </a:lnTo>
                  <a:lnTo>
                    <a:pt x="2265" y="1460"/>
                  </a:lnTo>
                  <a:close/>
                </a:path>
              </a:pathLst>
            </a:custGeom>
            <a:solidFill>
              <a:srgbClr val="A5CC9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g23"/>
            <p:cNvSpPr/>
            <p:nvPr/>
          </p:nvSpPr>
          <p:spPr>
            <a:xfrm>
              <a:off x="2437037" y="4278314"/>
              <a:ext cx="242619" cy="902844"/>
            </a:xfrm>
            <a:custGeom>
              <a:avLst/>
              <a:pathLst>
                <a:path w="242619" h="902844">
                  <a:moveTo>
                    <a:pt x="133148" y="12740"/>
                  </a:moveTo>
                  <a:lnTo>
                    <a:pt x="133457" y="13562"/>
                  </a:lnTo>
                  <a:lnTo>
                    <a:pt x="133453" y="14416"/>
                  </a:lnTo>
                  <a:lnTo>
                    <a:pt x="134482" y="16165"/>
                  </a:lnTo>
                  <a:lnTo>
                    <a:pt x="136542" y="18811"/>
                  </a:lnTo>
                  <a:lnTo>
                    <a:pt x="138472" y="23930"/>
                  </a:lnTo>
                  <a:lnTo>
                    <a:pt x="140270" y="31525"/>
                  </a:lnTo>
                  <a:lnTo>
                    <a:pt x="141959" y="37135"/>
                  </a:lnTo>
                  <a:lnTo>
                    <a:pt x="143537" y="40762"/>
                  </a:lnTo>
                  <a:lnTo>
                    <a:pt x="144988" y="43325"/>
                  </a:lnTo>
                  <a:lnTo>
                    <a:pt x="146310" y="44822"/>
                  </a:lnTo>
                  <a:lnTo>
                    <a:pt x="147017" y="46034"/>
                  </a:lnTo>
                  <a:lnTo>
                    <a:pt x="147108" y="46966"/>
                  </a:lnTo>
                  <a:lnTo>
                    <a:pt x="148346" y="48903"/>
                  </a:lnTo>
                  <a:lnTo>
                    <a:pt x="150729" y="51843"/>
                  </a:lnTo>
                  <a:lnTo>
                    <a:pt x="152237" y="54781"/>
                  </a:lnTo>
                  <a:lnTo>
                    <a:pt x="152868" y="57712"/>
                  </a:lnTo>
                  <a:lnTo>
                    <a:pt x="155221" y="60739"/>
                  </a:lnTo>
                  <a:lnTo>
                    <a:pt x="159297" y="63856"/>
                  </a:lnTo>
                  <a:lnTo>
                    <a:pt x="162261" y="65345"/>
                  </a:lnTo>
                  <a:lnTo>
                    <a:pt x="164112" y="65204"/>
                  </a:lnTo>
                  <a:lnTo>
                    <a:pt x="166767" y="67697"/>
                  </a:lnTo>
                  <a:lnTo>
                    <a:pt x="170227" y="72816"/>
                  </a:lnTo>
                  <a:lnTo>
                    <a:pt x="172337" y="76368"/>
                  </a:lnTo>
                  <a:lnTo>
                    <a:pt x="173098" y="78345"/>
                  </a:lnTo>
                  <a:lnTo>
                    <a:pt x="175361" y="81548"/>
                  </a:lnTo>
                  <a:lnTo>
                    <a:pt x="181007" y="88176"/>
                  </a:lnTo>
                  <a:lnTo>
                    <a:pt x="183498" y="89838"/>
                  </a:lnTo>
                  <a:lnTo>
                    <a:pt x="184678" y="91353"/>
                  </a:lnTo>
                  <a:lnTo>
                    <a:pt x="185378" y="93278"/>
                  </a:lnTo>
                  <a:lnTo>
                    <a:pt x="186069" y="93864"/>
                  </a:lnTo>
                  <a:lnTo>
                    <a:pt x="186750" y="93117"/>
                  </a:lnTo>
                  <a:lnTo>
                    <a:pt x="188168" y="93806"/>
                  </a:lnTo>
                  <a:lnTo>
                    <a:pt x="190320" y="95936"/>
                  </a:lnTo>
                  <a:lnTo>
                    <a:pt x="192004" y="98513"/>
                  </a:lnTo>
                  <a:lnTo>
                    <a:pt x="194171" y="104186"/>
                  </a:lnTo>
                  <a:lnTo>
                    <a:pt x="194862" y="106451"/>
                  </a:lnTo>
                  <a:lnTo>
                    <a:pt x="195155" y="108480"/>
                  </a:lnTo>
                  <a:lnTo>
                    <a:pt x="195051" y="110266"/>
                  </a:lnTo>
                  <a:lnTo>
                    <a:pt x="194391" y="112173"/>
                  </a:lnTo>
                  <a:lnTo>
                    <a:pt x="193176" y="114196"/>
                  </a:lnTo>
                  <a:lnTo>
                    <a:pt x="192819" y="115079"/>
                  </a:lnTo>
                  <a:lnTo>
                    <a:pt x="192791" y="115933"/>
                  </a:lnTo>
                  <a:lnTo>
                    <a:pt x="192482" y="117639"/>
                  </a:lnTo>
                  <a:lnTo>
                    <a:pt x="191473" y="121280"/>
                  </a:lnTo>
                  <a:lnTo>
                    <a:pt x="191217" y="122974"/>
                  </a:lnTo>
                  <a:lnTo>
                    <a:pt x="191164" y="124224"/>
                  </a:lnTo>
                  <a:lnTo>
                    <a:pt x="190524" y="125594"/>
                  </a:lnTo>
                  <a:lnTo>
                    <a:pt x="188826" y="128125"/>
                  </a:lnTo>
                  <a:lnTo>
                    <a:pt x="188476" y="129354"/>
                  </a:lnTo>
                  <a:lnTo>
                    <a:pt x="188392" y="130676"/>
                  </a:lnTo>
                  <a:lnTo>
                    <a:pt x="188178" y="131461"/>
                  </a:lnTo>
                  <a:lnTo>
                    <a:pt x="187946" y="131790"/>
                  </a:lnTo>
                  <a:lnTo>
                    <a:pt x="187619" y="133114"/>
                  </a:lnTo>
                  <a:lnTo>
                    <a:pt x="187356" y="135302"/>
                  </a:lnTo>
                  <a:lnTo>
                    <a:pt x="187330" y="138112"/>
                  </a:lnTo>
                  <a:lnTo>
                    <a:pt x="187540" y="141541"/>
                  </a:lnTo>
                  <a:lnTo>
                    <a:pt x="187499" y="142646"/>
                  </a:lnTo>
                  <a:lnTo>
                    <a:pt x="187124" y="143237"/>
                  </a:lnTo>
                  <a:lnTo>
                    <a:pt x="186914" y="144031"/>
                  </a:lnTo>
                  <a:lnTo>
                    <a:pt x="186838" y="145632"/>
                  </a:lnTo>
                  <a:lnTo>
                    <a:pt x="186520" y="146804"/>
                  </a:lnTo>
                  <a:lnTo>
                    <a:pt x="185959" y="147548"/>
                  </a:lnTo>
                  <a:lnTo>
                    <a:pt x="185752" y="148405"/>
                  </a:lnTo>
                  <a:lnTo>
                    <a:pt x="185900" y="149372"/>
                  </a:lnTo>
                  <a:lnTo>
                    <a:pt x="185487" y="150330"/>
                  </a:lnTo>
                  <a:lnTo>
                    <a:pt x="184513" y="151274"/>
                  </a:lnTo>
                  <a:lnTo>
                    <a:pt x="183917" y="152647"/>
                  </a:lnTo>
                  <a:lnTo>
                    <a:pt x="183698" y="154451"/>
                  </a:lnTo>
                  <a:lnTo>
                    <a:pt x="183156" y="156061"/>
                  </a:lnTo>
                  <a:lnTo>
                    <a:pt x="182292" y="157484"/>
                  </a:lnTo>
                  <a:lnTo>
                    <a:pt x="182010" y="159374"/>
                  </a:lnTo>
                  <a:lnTo>
                    <a:pt x="182460" y="162868"/>
                  </a:lnTo>
                  <a:lnTo>
                    <a:pt x="187780" y="161659"/>
                  </a:lnTo>
                  <a:lnTo>
                    <a:pt x="192119" y="162935"/>
                  </a:lnTo>
                  <a:lnTo>
                    <a:pt x="197250" y="166299"/>
                  </a:lnTo>
                  <a:lnTo>
                    <a:pt x="200655" y="167471"/>
                  </a:lnTo>
                  <a:lnTo>
                    <a:pt x="202335" y="166455"/>
                  </a:lnTo>
                  <a:lnTo>
                    <a:pt x="203581" y="166600"/>
                  </a:lnTo>
                  <a:lnTo>
                    <a:pt x="204392" y="167901"/>
                  </a:lnTo>
                  <a:lnTo>
                    <a:pt x="205483" y="168169"/>
                  </a:lnTo>
                  <a:lnTo>
                    <a:pt x="206852" y="167405"/>
                  </a:lnTo>
                  <a:lnTo>
                    <a:pt x="207983" y="167996"/>
                  </a:lnTo>
                  <a:lnTo>
                    <a:pt x="208877" y="169944"/>
                  </a:lnTo>
                  <a:lnTo>
                    <a:pt x="209690" y="169459"/>
                  </a:lnTo>
                  <a:lnTo>
                    <a:pt x="210420" y="166545"/>
                  </a:lnTo>
                  <a:lnTo>
                    <a:pt x="211260" y="164418"/>
                  </a:lnTo>
                  <a:lnTo>
                    <a:pt x="212206" y="163079"/>
                  </a:lnTo>
                  <a:lnTo>
                    <a:pt x="213385" y="162672"/>
                  </a:lnTo>
                  <a:lnTo>
                    <a:pt x="214797" y="163203"/>
                  </a:lnTo>
                  <a:lnTo>
                    <a:pt x="215923" y="164274"/>
                  </a:lnTo>
                  <a:lnTo>
                    <a:pt x="216765" y="165884"/>
                  </a:lnTo>
                  <a:lnTo>
                    <a:pt x="217683" y="165838"/>
                  </a:lnTo>
                  <a:lnTo>
                    <a:pt x="218679" y="164132"/>
                  </a:lnTo>
                  <a:lnTo>
                    <a:pt x="219156" y="162092"/>
                  </a:lnTo>
                  <a:lnTo>
                    <a:pt x="219113" y="159714"/>
                  </a:lnTo>
                  <a:lnTo>
                    <a:pt x="219508" y="158012"/>
                  </a:lnTo>
                  <a:lnTo>
                    <a:pt x="220339" y="156987"/>
                  </a:lnTo>
                  <a:lnTo>
                    <a:pt x="220900" y="155599"/>
                  </a:lnTo>
                  <a:lnTo>
                    <a:pt x="221193" y="153854"/>
                  </a:lnTo>
                  <a:lnTo>
                    <a:pt x="222178" y="152786"/>
                  </a:lnTo>
                  <a:lnTo>
                    <a:pt x="223857" y="152402"/>
                  </a:lnTo>
                  <a:lnTo>
                    <a:pt x="224736" y="151545"/>
                  </a:lnTo>
                  <a:lnTo>
                    <a:pt x="224812" y="150212"/>
                  </a:lnTo>
                  <a:lnTo>
                    <a:pt x="225309" y="148986"/>
                  </a:lnTo>
                  <a:lnTo>
                    <a:pt x="226226" y="147866"/>
                  </a:lnTo>
                  <a:lnTo>
                    <a:pt x="226854" y="146469"/>
                  </a:lnTo>
                  <a:lnTo>
                    <a:pt x="227191" y="144790"/>
                  </a:lnTo>
                  <a:lnTo>
                    <a:pt x="227746" y="143734"/>
                  </a:lnTo>
                  <a:lnTo>
                    <a:pt x="228519" y="143304"/>
                  </a:lnTo>
                  <a:lnTo>
                    <a:pt x="229377" y="139777"/>
                  </a:lnTo>
                  <a:lnTo>
                    <a:pt x="230320" y="133155"/>
                  </a:lnTo>
                  <a:lnTo>
                    <a:pt x="230878" y="124201"/>
                  </a:lnTo>
                  <a:lnTo>
                    <a:pt x="231074" y="111504"/>
                  </a:lnTo>
                  <a:lnTo>
                    <a:pt x="232025" y="111515"/>
                  </a:lnTo>
                  <a:lnTo>
                    <a:pt x="232468" y="112456"/>
                  </a:lnTo>
                  <a:lnTo>
                    <a:pt x="233169" y="112950"/>
                  </a:lnTo>
                  <a:lnTo>
                    <a:pt x="233908" y="111876"/>
                  </a:lnTo>
                  <a:lnTo>
                    <a:pt x="234535" y="111380"/>
                  </a:lnTo>
                  <a:lnTo>
                    <a:pt x="235532" y="111336"/>
                  </a:lnTo>
                  <a:lnTo>
                    <a:pt x="236067" y="110130"/>
                  </a:lnTo>
                  <a:lnTo>
                    <a:pt x="236696" y="109937"/>
                  </a:lnTo>
                  <a:lnTo>
                    <a:pt x="237126" y="110592"/>
                  </a:lnTo>
                  <a:lnTo>
                    <a:pt x="237544" y="111380"/>
                  </a:lnTo>
                  <a:lnTo>
                    <a:pt x="238430" y="111559"/>
                  </a:lnTo>
                  <a:lnTo>
                    <a:pt x="239131" y="113619"/>
                  </a:lnTo>
                  <a:lnTo>
                    <a:pt x="239906" y="114245"/>
                  </a:lnTo>
                  <a:lnTo>
                    <a:pt x="240234" y="116609"/>
                  </a:lnTo>
                  <a:lnTo>
                    <a:pt x="240734" y="122836"/>
                  </a:lnTo>
                  <a:lnTo>
                    <a:pt x="241664" y="126503"/>
                  </a:lnTo>
                  <a:lnTo>
                    <a:pt x="242586" y="130682"/>
                  </a:lnTo>
                  <a:lnTo>
                    <a:pt x="242619" y="132546"/>
                  </a:lnTo>
                  <a:lnTo>
                    <a:pt x="242102" y="134427"/>
                  </a:lnTo>
                  <a:lnTo>
                    <a:pt x="242014" y="137126"/>
                  </a:lnTo>
                  <a:lnTo>
                    <a:pt x="241692" y="143725"/>
                  </a:lnTo>
                  <a:lnTo>
                    <a:pt x="241586" y="146152"/>
                  </a:lnTo>
                  <a:lnTo>
                    <a:pt x="241905" y="147808"/>
                  </a:lnTo>
                  <a:lnTo>
                    <a:pt x="242025" y="150117"/>
                  </a:lnTo>
                  <a:lnTo>
                    <a:pt x="241523" y="152939"/>
                  </a:lnTo>
                  <a:lnTo>
                    <a:pt x="240552" y="157158"/>
                  </a:lnTo>
                  <a:lnTo>
                    <a:pt x="239608" y="158295"/>
                  </a:lnTo>
                  <a:lnTo>
                    <a:pt x="239368" y="158341"/>
                  </a:lnTo>
                  <a:lnTo>
                    <a:pt x="238090" y="160782"/>
                  </a:lnTo>
                  <a:lnTo>
                    <a:pt x="237192" y="161697"/>
                  </a:lnTo>
                  <a:lnTo>
                    <a:pt x="236673" y="161079"/>
                  </a:lnTo>
                  <a:lnTo>
                    <a:pt x="236079" y="162138"/>
                  </a:lnTo>
                  <a:lnTo>
                    <a:pt x="235409" y="164868"/>
                  </a:lnTo>
                  <a:lnTo>
                    <a:pt x="234594" y="166095"/>
                  </a:lnTo>
                  <a:lnTo>
                    <a:pt x="233118" y="166773"/>
                  </a:lnTo>
                  <a:lnTo>
                    <a:pt x="232677" y="167093"/>
                  </a:lnTo>
                  <a:lnTo>
                    <a:pt x="231817" y="166998"/>
                  </a:lnTo>
                  <a:lnTo>
                    <a:pt x="231079" y="167679"/>
                  </a:lnTo>
                  <a:lnTo>
                    <a:pt x="230464" y="169139"/>
                  </a:lnTo>
                  <a:lnTo>
                    <a:pt x="229808" y="169681"/>
                  </a:lnTo>
                  <a:lnTo>
                    <a:pt x="229109" y="169315"/>
                  </a:lnTo>
                  <a:lnTo>
                    <a:pt x="228475" y="169849"/>
                  </a:lnTo>
                  <a:lnTo>
                    <a:pt x="227907" y="171286"/>
                  </a:lnTo>
                  <a:lnTo>
                    <a:pt x="227577" y="172844"/>
                  </a:lnTo>
                  <a:lnTo>
                    <a:pt x="227487" y="174518"/>
                  </a:lnTo>
                  <a:lnTo>
                    <a:pt x="226930" y="175658"/>
                  </a:lnTo>
                  <a:lnTo>
                    <a:pt x="225906" y="176266"/>
                  </a:lnTo>
                  <a:lnTo>
                    <a:pt x="225552" y="177109"/>
                  </a:lnTo>
                  <a:lnTo>
                    <a:pt x="225614" y="178281"/>
                  </a:lnTo>
                  <a:lnTo>
                    <a:pt x="225155" y="179193"/>
                  </a:lnTo>
                  <a:lnTo>
                    <a:pt x="223422" y="180139"/>
                  </a:lnTo>
                  <a:lnTo>
                    <a:pt x="222170" y="181827"/>
                  </a:lnTo>
                  <a:lnTo>
                    <a:pt x="221398" y="184245"/>
                  </a:lnTo>
                  <a:lnTo>
                    <a:pt x="220583" y="185769"/>
                  </a:lnTo>
                  <a:lnTo>
                    <a:pt x="219295" y="186704"/>
                  </a:lnTo>
                  <a:lnTo>
                    <a:pt x="217551" y="189160"/>
                  </a:lnTo>
                  <a:lnTo>
                    <a:pt x="217301" y="190677"/>
                  </a:lnTo>
                  <a:lnTo>
                    <a:pt x="217965" y="192077"/>
                  </a:lnTo>
                  <a:lnTo>
                    <a:pt x="218203" y="193321"/>
                  </a:lnTo>
                  <a:lnTo>
                    <a:pt x="218017" y="194406"/>
                  </a:lnTo>
                  <a:lnTo>
                    <a:pt x="217472" y="194553"/>
                  </a:lnTo>
                  <a:lnTo>
                    <a:pt x="216569" y="193759"/>
                  </a:lnTo>
                  <a:lnTo>
                    <a:pt x="215925" y="193595"/>
                  </a:lnTo>
                  <a:lnTo>
                    <a:pt x="215539" y="194062"/>
                  </a:lnTo>
                  <a:lnTo>
                    <a:pt x="215358" y="194937"/>
                  </a:lnTo>
                  <a:lnTo>
                    <a:pt x="215379" y="196227"/>
                  </a:lnTo>
                  <a:lnTo>
                    <a:pt x="215056" y="197101"/>
                  </a:lnTo>
                  <a:lnTo>
                    <a:pt x="214389" y="197565"/>
                  </a:lnTo>
                  <a:lnTo>
                    <a:pt x="213966" y="198630"/>
                  </a:lnTo>
                  <a:lnTo>
                    <a:pt x="213788" y="200292"/>
                  </a:lnTo>
                  <a:lnTo>
                    <a:pt x="212951" y="202387"/>
                  </a:lnTo>
                  <a:lnTo>
                    <a:pt x="211457" y="204912"/>
                  </a:lnTo>
                  <a:lnTo>
                    <a:pt x="210276" y="208317"/>
                  </a:lnTo>
                  <a:lnTo>
                    <a:pt x="209412" y="212597"/>
                  </a:lnTo>
                  <a:lnTo>
                    <a:pt x="208404" y="215410"/>
                  </a:lnTo>
                  <a:lnTo>
                    <a:pt x="207250" y="216758"/>
                  </a:lnTo>
                  <a:lnTo>
                    <a:pt x="206456" y="218677"/>
                  </a:lnTo>
                  <a:lnTo>
                    <a:pt x="206021" y="221167"/>
                  </a:lnTo>
                  <a:lnTo>
                    <a:pt x="204791" y="225025"/>
                  </a:lnTo>
                  <a:lnTo>
                    <a:pt x="202766" y="230254"/>
                  </a:lnTo>
                  <a:lnTo>
                    <a:pt x="200929" y="233841"/>
                  </a:lnTo>
                  <a:lnTo>
                    <a:pt x="199280" y="235789"/>
                  </a:lnTo>
                  <a:lnTo>
                    <a:pt x="198353" y="237988"/>
                  </a:lnTo>
                  <a:lnTo>
                    <a:pt x="198149" y="240438"/>
                  </a:lnTo>
                  <a:lnTo>
                    <a:pt x="197079" y="243228"/>
                  </a:lnTo>
                  <a:lnTo>
                    <a:pt x="195146" y="246362"/>
                  </a:lnTo>
                  <a:lnTo>
                    <a:pt x="194597" y="247776"/>
                  </a:lnTo>
                  <a:lnTo>
                    <a:pt x="194148" y="248933"/>
                  </a:lnTo>
                  <a:lnTo>
                    <a:pt x="194086" y="250944"/>
                  </a:lnTo>
                  <a:lnTo>
                    <a:pt x="193332" y="253587"/>
                  </a:lnTo>
                  <a:lnTo>
                    <a:pt x="191888" y="256860"/>
                  </a:lnTo>
                  <a:lnTo>
                    <a:pt x="191385" y="259690"/>
                  </a:lnTo>
                  <a:lnTo>
                    <a:pt x="192042" y="263266"/>
                  </a:lnTo>
                  <a:lnTo>
                    <a:pt x="192139" y="267597"/>
                  </a:lnTo>
                  <a:lnTo>
                    <a:pt x="191853" y="269337"/>
                  </a:lnTo>
                  <a:lnTo>
                    <a:pt x="191216" y="269926"/>
                  </a:lnTo>
                  <a:lnTo>
                    <a:pt x="191070" y="271043"/>
                  </a:lnTo>
                  <a:lnTo>
                    <a:pt x="191414" y="272693"/>
                  </a:lnTo>
                  <a:lnTo>
                    <a:pt x="191434" y="274860"/>
                  </a:lnTo>
                  <a:lnTo>
                    <a:pt x="191130" y="277547"/>
                  </a:lnTo>
                  <a:lnTo>
                    <a:pt x="190460" y="280623"/>
                  </a:lnTo>
                  <a:lnTo>
                    <a:pt x="189424" y="284086"/>
                  </a:lnTo>
                  <a:lnTo>
                    <a:pt x="189174" y="286400"/>
                  </a:lnTo>
                  <a:lnTo>
                    <a:pt x="189713" y="287566"/>
                  </a:lnTo>
                  <a:lnTo>
                    <a:pt x="189977" y="288801"/>
                  </a:lnTo>
                  <a:lnTo>
                    <a:pt x="189966" y="290114"/>
                  </a:lnTo>
                  <a:lnTo>
                    <a:pt x="189746" y="292016"/>
                  </a:lnTo>
                  <a:lnTo>
                    <a:pt x="189315" y="294506"/>
                  </a:lnTo>
                  <a:lnTo>
                    <a:pt x="188663" y="296356"/>
                  </a:lnTo>
                  <a:lnTo>
                    <a:pt x="187790" y="297562"/>
                  </a:lnTo>
                  <a:lnTo>
                    <a:pt x="187527" y="299085"/>
                  </a:lnTo>
                  <a:lnTo>
                    <a:pt x="187876" y="300927"/>
                  </a:lnTo>
                  <a:lnTo>
                    <a:pt x="187925" y="302848"/>
                  </a:lnTo>
                  <a:lnTo>
                    <a:pt x="187674" y="304842"/>
                  </a:lnTo>
                  <a:lnTo>
                    <a:pt x="187822" y="306787"/>
                  </a:lnTo>
                  <a:lnTo>
                    <a:pt x="188372" y="308680"/>
                  </a:lnTo>
                  <a:lnTo>
                    <a:pt x="188331" y="310836"/>
                  </a:lnTo>
                  <a:lnTo>
                    <a:pt x="187379" y="315262"/>
                  </a:lnTo>
                  <a:lnTo>
                    <a:pt x="187150" y="317989"/>
                  </a:lnTo>
                  <a:lnTo>
                    <a:pt x="187747" y="329670"/>
                  </a:lnTo>
                  <a:lnTo>
                    <a:pt x="187384" y="331307"/>
                  </a:lnTo>
                  <a:lnTo>
                    <a:pt x="186779" y="333188"/>
                  </a:lnTo>
                  <a:lnTo>
                    <a:pt x="186066" y="333324"/>
                  </a:lnTo>
                  <a:lnTo>
                    <a:pt x="185249" y="332998"/>
                  </a:lnTo>
                  <a:lnTo>
                    <a:pt x="184658" y="334169"/>
                  </a:lnTo>
                  <a:lnTo>
                    <a:pt x="184288" y="339323"/>
                  </a:lnTo>
                  <a:lnTo>
                    <a:pt x="183162" y="350479"/>
                  </a:lnTo>
                  <a:lnTo>
                    <a:pt x="183365" y="353125"/>
                  </a:lnTo>
                  <a:lnTo>
                    <a:pt x="184266" y="357419"/>
                  </a:lnTo>
                  <a:lnTo>
                    <a:pt x="184596" y="360154"/>
                  </a:lnTo>
                  <a:lnTo>
                    <a:pt x="184846" y="362218"/>
                  </a:lnTo>
                  <a:lnTo>
                    <a:pt x="185047" y="366125"/>
                  </a:lnTo>
                  <a:lnTo>
                    <a:pt x="184523" y="367885"/>
                  </a:lnTo>
                  <a:lnTo>
                    <a:pt x="184039" y="368194"/>
                  </a:lnTo>
                  <a:lnTo>
                    <a:pt x="183427" y="369175"/>
                  </a:lnTo>
                  <a:lnTo>
                    <a:pt x="184149" y="373939"/>
                  </a:lnTo>
                  <a:lnTo>
                    <a:pt x="184725" y="376132"/>
                  </a:lnTo>
                  <a:lnTo>
                    <a:pt x="186378" y="380619"/>
                  </a:lnTo>
                  <a:lnTo>
                    <a:pt x="192712" y="386855"/>
                  </a:lnTo>
                  <a:lnTo>
                    <a:pt x="195341" y="390532"/>
                  </a:lnTo>
                  <a:lnTo>
                    <a:pt x="198317" y="395541"/>
                  </a:lnTo>
                  <a:lnTo>
                    <a:pt x="199938" y="400683"/>
                  </a:lnTo>
                  <a:lnTo>
                    <a:pt x="200082" y="404922"/>
                  </a:lnTo>
                  <a:lnTo>
                    <a:pt x="197705" y="411256"/>
                  </a:lnTo>
                  <a:lnTo>
                    <a:pt x="197442" y="416575"/>
                  </a:lnTo>
                  <a:lnTo>
                    <a:pt x="197930" y="420312"/>
                  </a:lnTo>
                  <a:lnTo>
                    <a:pt x="198788" y="423780"/>
                  </a:lnTo>
                  <a:lnTo>
                    <a:pt x="201090" y="428290"/>
                  </a:lnTo>
                  <a:lnTo>
                    <a:pt x="202784" y="429938"/>
                  </a:lnTo>
                  <a:lnTo>
                    <a:pt x="205071" y="429759"/>
                  </a:lnTo>
                  <a:lnTo>
                    <a:pt x="205462" y="431017"/>
                  </a:lnTo>
                  <a:lnTo>
                    <a:pt x="205697" y="432123"/>
                  </a:lnTo>
                  <a:lnTo>
                    <a:pt x="206061" y="441247"/>
                  </a:lnTo>
                  <a:lnTo>
                    <a:pt x="206015" y="444675"/>
                  </a:lnTo>
                  <a:lnTo>
                    <a:pt x="205343" y="447821"/>
                  </a:lnTo>
                  <a:lnTo>
                    <a:pt x="200949" y="462260"/>
                  </a:lnTo>
                  <a:lnTo>
                    <a:pt x="197195" y="471073"/>
                  </a:lnTo>
                  <a:lnTo>
                    <a:pt x="195836" y="475938"/>
                  </a:lnTo>
                  <a:lnTo>
                    <a:pt x="195352" y="481150"/>
                  </a:lnTo>
                  <a:lnTo>
                    <a:pt x="194150" y="483631"/>
                  </a:lnTo>
                  <a:lnTo>
                    <a:pt x="187647" y="491498"/>
                  </a:lnTo>
                  <a:lnTo>
                    <a:pt x="177555" y="498516"/>
                  </a:lnTo>
                  <a:lnTo>
                    <a:pt x="169402" y="502160"/>
                  </a:lnTo>
                  <a:lnTo>
                    <a:pt x="167549" y="503387"/>
                  </a:lnTo>
                  <a:lnTo>
                    <a:pt x="154440" y="507398"/>
                  </a:lnTo>
                  <a:lnTo>
                    <a:pt x="151902" y="507960"/>
                  </a:lnTo>
                  <a:lnTo>
                    <a:pt x="148603" y="507602"/>
                  </a:lnTo>
                  <a:lnTo>
                    <a:pt x="145926" y="508133"/>
                  </a:lnTo>
                  <a:lnTo>
                    <a:pt x="142936" y="507040"/>
                  </a:lnTo>
                  <a:lnTo>
                    <a:pt x="140267" y="505779"/>
                  </a:lnTo>
                  <a:lnTo>
                    <a:pt x="138775" y="502651"/>
                  </a:lnTo>
                  <a:lnTo>
                    <a:pt x="137002" y="502261"/>
                  </a:lnTo>
                  <a:lnTo>
                    <a:pt x="136518" y="503822"/>
                  </a:lnTo>
                  <a:lnTo>
                    <a:pt x="137382" y="507816"/>
                  </a:lnTo>
                  <a:lnTo>
                    <a:pt x="136962" y="512618"/>
                  </a:lnTo>
                  <a:lnTo>
                    <a:pt x="137486" y="515356"/>
                  </a:lnTo>
                  <a:lnTo>
                    <a:pt x="138534" y="515904"/>
                  </a:lnTo>
                  <a:lnTo>
                    <a:pt x="139541" y="517321"/>
                  </a:lnTo>
                  <a:lnTo>
                    <a:pt x="140428" y="519214"/>
                  </a:lnTo>
                  <a:lnTo>
                    <a:pt x="138896" y="519411"/>
                  </a:lnTo>
                  <a:lnTo>
                    <a:pt x="139491" y="520920"/>
                  </a:lnTo>
                  <a:lnTo>
                    <a:pt x="140146" y="521806"/>
                  </a:lnTo>
                  <a:lnTo>
                    <a:pt x="140073" y="524963"/>
                  </a:lnTo>
                  <a:lnTo>
                    <a:pt x="139479" y="532558"/>
                  </a:lnTo>
                  <a:lnTo>
                    <a:pt x="137987" y="534185"/>
                  </a:lnTo>
                  <a:lnTo>
                    <a:pt x="137585" y="534624"/>
                  </a:lnTo>
                  <a:lnTo>
                    <a:pt x="137134" y="536260"/>
                  </a:lnTo>
                  <a:lnTo>
                    <a:pt x="136184" y="543526"/>
                  </a:lnTo>
                  <a:lnTo>
                    <a:pt x="135878" y="548235"/>
                  </a:lnTo>
                  <a:lnTo>
                    <a:pt x="136285" y="551274"/>
                  </a:lnTo>
                  <a:lnTo>
                    <a:pt x="138080" y="557651"/>
                  </a:lnTo>
                  <a:lnTo>
                    <a:pt x="137403" y="561789"/>
                  </a:lnTo>
                  <a:lnTo>
                    <a:pt x="136268" y="564040"/>
                  </a:lnTo>
                  <a:lnTo>
                    <a:pt x="131357" y="568660"/>
                  </a:lnTo>
                  <a:lnTo>
                    <a:pt x="129394" y="570507"/>
                  </a:lnTo>
                  <a:lnTo>
                    <a:pt x="126301" y="571771"/>
                  </a:lnTo>
                  <a:lnTo>
                    <a:pt x="121317" y="571987"/>
                  </a:lnTo>
                  <a:lnTo>
                    <a:pt x="119474" y="571699"/>
                  </a:lnTo>
                  <a:lnTo>
                    <a:pt x="115206" y="567497"/>
                  </a:lnTo>
                  <a:lnTo>
                    <a:pt x="112034" y="564975"/>
                  </a:lnTo>
                  <a:lnTo>
                    <a:pt x="109133" y="562967"/>
                  </a:lnTo>
                  <a:lnTo>
                    <a:pt x="106312" y="561763"/>
                  </a:lnTo>
                  <a:lnTo>
                    <a:pt x="106715" y="561157"/>
                  </a:lnTo>
                  <a:lnTo>
                    <a:pt x="106904" y="560072"/>
                  </a:lnTo>
                  <a:lnTo>
                    <a:pt x="106111" y="559460"/>
                  </a:lnTo>
                  <a:lnTo>
                    <a:pt x="105533" y="559328"/>
                  </a:lnTo>
                  <a:lnTo>
                    <a:pt x="103674" y="561512"/>
                  </a:lnTo>
                  <a:lnTo>
                    <a:pt x="102894" y="563740"/>
                  </a:lnTo>
                  <a:lnTo>
                    <a:pt x="102670" y="565699"/>
                  </a:lnTo>
                  <a:lnTo>
                    <a:pt x="102632" y="570388"/>
                  </a:lnTo>
                  <a:lnTo>
                    <a:pt x="102962" y="574322"/>
                  </a:lnTo>
                  <a:lnTo>
                    <a:pt x="104298" y="584017"/>
                  </a:lnTo>
                  <a:lnTo>
                    <a:pt x="104435" y="589284"/>
                  </a:lnTo>
                  <a:lnTo>
                    <a:pt x="103800" y="595926"/>
                  </a:lnTo>
                  <a:lnTo>
                    <a:pt x="104686" y="599831"/>
                  </a:lnTo>
                  <a:lnTo>
                    <a:pt x="105763" y="601597"/>
                  </a:lnTo>
                  <a:lnTo>
                    <a:pt x="108182" y="603340"/>
                  </a:lnTo>
                  <a:lnTo>
                    <a:pt x="109121" y="604528"/>
                  </a:lnTo>
                  <a:lnTo>
                    <a:pt x="110154" y="604338"/>
                  </a:lnTo>
                  <a:lnTo>
                    <a:pt x="110471" y="604800"/>
                  </a:lnTo>
                  <a:lnTo>
                    <a:pt x="110319" y="605657"/>
                  </a:lnTo>
                  <a:lnTo>
                    <a:pt x="109711" y="607333"/>
                  </a:lnTo>
                  <a:lnTo>
                    <a:pt x="109749" y="609108"/>
                  </a:lnTo>
                  <a:lnTo>
                    <a:pt x="111584" y="609633"/>
                  </a:lnTo>
                  <a:lnTo>
                    <a:pt x="113483" y="609275"/>
                  </a:lnTo>
                  <a:lnTo>
                    <a:pt x="115478" y="608491"/>
                  </a:lnTo>
                  <a:lnTo>
                    <a:pt x="115949" y="607258"/>
                  </a:lnTo>
                  <a:lnTo>
                    <a:pt x="115962" y="604679"/>
                  </a:lnTo>
                  <a:lnTo>
                    <a:pt x="113625" y="604226"/>
                  </a:lnTo>
                  <a:lnTo>
                    <a:pt x="113922" y="603265"/>
                  </a:lnTo>
                  <a:lnTo>
                    <a:pt x="115693" y="602217"/>
                  </a:lnTo>
                  <a:lnTo>
                    <a:pt x="118013" y="600497"/>
                  </a:lnTo>
                  <a:lnTo>
                    <a:pt x="119199" y="600180"/>
                  </a:lnTo>
                  <a:lnTo>
                    <a:pt x="120004" y="601334"/>
                  </a:lnTo>
                  <a:lnTo>
                    <a:pt x="120549" y="602390"/>
                  </a:lnTo>
                  <a:lnTo>
                    <a:pt x="121218" y="605169"/>
                  </a:lnTo>
                  <a:lnTo>
                    <a:pt x="121632" y="608828"/>
                  </a:lnTo>
                  <a:lnTo>
                    <a:pt x="121650" y="613232"/>
                  </a:lnTo>
                  <a:lnTo>
                    <a:pt x="121371" y="617375"/>
                  </a:lnTo>
                  <a:lnTo>
                    <a:pt x="121040" y="618850"/>
                  </a:lnTo>
                  <a:lnTo>
                    <a:pt x="120455" y="620610"/>
                  </a:lnTo>
                  <a:lnTo>
                    <a:pt x="116284" y="622855"/>
                  </a:lnTo>
                  <a:lnTo>
                    <a:pt x="115115" y="622269"/>
                  </a:lnTo>
                  <a:lnTo>
                    <a:pt x="114027" y="619141"/>
                  </a:lnTo>
                  <a:lnTo>
                    <a:pt x="113686" y="615907"/>
                  </a:lnTo>
                  <a:lnTo>
                    <a:pt x="112755" y="613725"/>
                  </a:lnTo>
                  <a:lnTo>
                    <a:pt x="110762" y="611988"/>
                  </a:lnTo>
                  <a:lnTo>
                    <a:pt x="108780" y="612519"/>
                  </a:lnTo>
                  <a:lnTo>
                    <a:pt x="106812" y="615526"/>
                  </a:lnTo>
                  <a:lnTo>
                    <a:pt x="104877" y="616504"/>
                  </a:lnTo>
                  <a:lnTo>
                    <a:pt x="104192" y="619240"/>
                  </a:lnTo>
                  <a:lnTo>
                    <a:pt x="109039" y="623675"/>
                  </a:lnTo>
                  <a:lnTo>
                    <a:pt x="111326" y="624907"/>
                  </a:lnTo>
                  <a:lnTo>
                    <a:pt x="112072" y="624864"/>
                  </a:lnTo>
                  <a:lnTo>
                    <a:pt x="112818" y="625447"/>
                  </a:lnTo>
                  <a:lnTo>
                    <a:pt x="112129" y="627091"/>
                  </a:lnTo>
                  <a:lnTo>
                    <a:pt x="111440" y="628113"/>
                  </a:lnTo>
                  <a:lnTo>
                    <a:pt x="107991" y="630370"/>
                  </a:lnTo>
                  <a:lnTo>
                    <a:pt x="106471" y="631945"/>
                  </a:lnTo>
                  <a:lnTo>
                    <a:pt x="104696" y="635038"/>
                  </a:lnTo>
                  <a:lnTo>
                    <a:pt x="102208" y="641791"/>
                  </a:lnTo>
                  <a:lnTo>
                    <a:pt x="101445" y="643263"/>
                  </a:lnTo>
                  <a:lnTo>
                    <a:pt x="101064" y="644980"/>
                  </a:lnTo>
                  <a:lnTo>
                    <a:pt x="100807" y="649634"/>
                  </a:lnTo>
                  <a:lnTo>
                    <a:pt x="101613" y="657353"/>
                  </a:lnTo>
                  <a:lnTo>
                    <a:pt x="100762" y="660588"/>
                  </a:lnTo>
                  <a:lnTo>
                    <a:pt x="101284" y="664178"/>
                  </a:lnTo>
                  <a:lnTo>
                    <a:pt x="100988" y="666573"/>
                  </a:lnTo>
                  <a:lnTo>
                    <a:pt x="100117" y="670018"/>
                  </a:lnTo>
                  <a:lnTo>
                    <a:pt x="96628" y="675458"/>
                  </a:lnTo>
                  <a:lnTo>
                    <a:pt x="96009" y="679440"/>
                  </a:lnTo>
                  <a:lnTo>
                    <a:pt x="97219" y="681786"/>
                  </a:lnTo>
                  <a:lnTo>
                    <a:pt x="97138" y="683838"/>
                  </a:lnTo>
                  <a:lnTo>
                    <a:pt x="96736" y="685693"/>
                  </a:lnTo>
                  <a:lnTo>
                    <a:pt x="95286" y="685673"/>
                  </a:lnTo>
                  <a:lnTo>
                    <a:pt x="90016" y="684421"/>
                  </a:lnTo>
                  <a:lnTo>
                    <a:pt x="88095" y="686455"/>
                  </a:lnTo>
                  <a:lnTo>
                    <a:pt x="86317" y="688937"/>
                  </a:lnTo>
                  <a:lnTo>
                    <a:pt x="85832" y="690126"/>
                  </a:lnTo>
                  <a:lnTo>
                    <a:pt x="85203" y="690867"/>
                  </a:lnTo>
                  <a:lnTo>
                    <a:pt x="81578" y="692189"/>
                  </a:lnTo>
                  <a:lnTo>
                    <a:pt x="80860" y="693066"/>
                  </a:lnTo>
                  <a:lnTo>
                    <a:pt x="77006" y="702519"/>
                  </a:lnTo>
                  <a:lnTo>
                    <a:pt x="75356" y="708380"/>
                  </a:lnTo>
                  <a:lnTo>
                    <a:pt x="73362" y="714128"/>
                  </a:lnTo>
                  <a:lnTo>
                    <a:pt x="72839" y="716564"/>
                  </a:lnTo>
                  <a:lnTo>
                    <a:pt x="72725" y="719940"/>
                  </a:lnTo>
                  <a:lnTo>
                    <a:pt x="73003" y="722976"/>
                  </a:lnTo>
                  <a:lnTo>
                    <a:pt x="73280" y="725218"/>
                  </a:lnTo>
                  <a:lnTo>
                    <a:pt x="73974" y="728095"/>
                  </a:lnTo>
                  <a:lnTo>
                    <a:pt x="75434" y="731376"/>
                  </a:lnTo>
                  <a:lnTo>
                    <a:pt x="82865" y="744734"/>
                  </a:lnTo>
                  <a:lnTo>
                    <a:pt x="84407" y="745899"/>
                  </a:lnTo>
                  <a:lnTo>
                    <a:pt x="92351" y="747331"/>
                  </a:lnTo>
                  <a:lnTo>
                    <a:pt x="94116" y="749192"/>
                  </a:lnTo>
                  <a:lnTo>
                    <a:pt x="95147" y="752147"/>
                  </a:lnTo>
                  <a:lnTo>
                    <a:pt x="95525" y="754752"/>
                  </a:lnTo>
                  <a:lnTo>
                    <a:pt x="95070" y="761355"/>
                  </a:lnTo>
                  <a:lnTo>
                    <a:pt x="94596" y="763418"/>
                  </a:lnTo>
                  <a:lnTo>
                    <a:pt x="93718" y="765291"/>
                  </a:lnTo>
                  <a:lnTo>
                    <a:pt x="91838" y="767706"/>
                  </a:lnTo>
                  <a:lnTo>
                    <a:pt x="89588" y="768990"/>
                  </a:lnTo>
                  <a:lnTo>
                    <a:pt x="90232" y="769902"/>
                  </a:lnTo>
                  <a:lnTo>
                    <a:pt x="91146" y="769772"/>
                  </a:lnTo>
                  <a:lnTo>
                    <a:pt x="93135" y="768990"/>
                  </a:lnTo>
                  <a:lnTo>
                    <a:pt x="93995" y="769772"/>
                  </a:lnTo>
                  <a:lnTo>
                    <a:pt x="94648" y="772369"/>
                  </a:lnTo>
                  <a:lnTo>
                    <a:pt x="93404" y="773423"/>
                  </a:lnTo>
                  <a:lnTo>
                    <a:pt x="93023" y="774681"/>
                  </a:lnTo>
                  <a:lnTo>
                    <a:pt x="92124" y="776600"/>
                  </a:lnTo>
                  <a:lnTo>
                    <a:pt x="87539" y="784226"/>
                  </a:lnTo>
                  <a:lnTo>
                    <a:pt x="85066" y="786506"/>
                  </a:lnTo>
                  <a:lnTo>
                    <a:pt x="82793" y="789562"/>
                  </a:lnTo>
                  <a:lnTo>
                    <a:pt x="79742" y="792658"/>
                  </a:lnTo>
                  <a:lnTo>
                    <a:pt x="78550" y="794436"/>
                  </a:lnTo>
                  <a:lnTo>
                    <a:pt x="76937" y="798170"/>
                  </a:lnTo>
                  <a:lnTo>
                    <a:pt x="74463" y="802233"/>
                  </a:lnTo>
                  <a:lnTo>
                    <a:pt x="71799" y="810948"/>
                  </a:lnTo>
                  <a:lnTo>
                    <a:pt x="71692" y="812642"/>
                  </a:lnTo>
                  <a:lnTo>
                    <a:pt x="72078" y="813770"/>
                  </a:lnTo>
                  <a:lnTo>
                    <a:pt x="70597" y="829038"/>
                  </a:lnTo>
                  <a:lnTo>
                    <a:pt x="70079" y="830833"/>
                  </a:lnTo>
                  <a:lnTo>
                    <a:pt x="69007" y="832749"/>
                  </a:lnTo>
                  <a:lnTo>
                    <a:pt x="66184" y="835908"/>
                  </a:lnTo>
                  <a:lnTo>
                    <a:pt x="64824" y="836298"/>
                  </a:lnTo>
                  <a:lnTo>
                    <a:pt x="63027" y="834469"/>
                  </a:lnTo>
                  <a:lnTo>
                    <a:pt x="62013" y="832555"/>
                  </a:lnTo>
                  <a:lnTo>
                    <a:pt x="61021" y="829277"/>
                  </a:lnTo>
                  <a:lnTo>
                    <a:pt x="59823" y="825895"/>
                  </a:lnTo>
                  <a:lnTo>
                    <a:pt x="59761" y="827104"/>
                  </a:lnTo>
                  <a:lnTo>
                    <a:pt x="60177" y="829159"/>
                  </a:lnTo>
                  <a:lnTo>
                    <a:pt x="59895" y="831309"/>
                  </a:lnTo>
                  <a:lnTo>
                    <a:pt x="56832" y="832284"/>
                  </a:lnTo>
                  <a:lnTo>
                    <a:pt x="56020" y="833297"/>
                  </a:lnTo>
                  <a:lnTo>
                    <a:pt x="58785" y="832844"/>
                  </a:lnTo>
                  <a:lnTo>
                    <a:pt x="60671" y="833487"/>
                  </a:lnTo>
                  <a:lnTo>
                    <a:pt x="61468" y="834275"/>
                  </a:lnTo>
                  <a:lnTo>
                    <a:pt x="62185" y="835908"/>
                  </a:lnTo>
                  <a:lnTo>
                    <a:pt x="62817" y="837874"/>
                  </a:lnTo>
                  <a:lnTo>
                    <a:pt x="62286" y="838961"/>
                  </a:lnTo>
                  <a:lnTo>
                    <a:pt x="60776" y="839862"/>
                  </a:lnTo>
                  <a:lnTo>
                    <a:pt x="58820" y="841515"/>
                  </a:lnTo>
                  <a:lnTo>
                    <a:pt x="56509" y="844505"/>
                  </a:lnTo>
                  <a:lnTo>
                    <a:pt x="55226" y="847956"/>
                  </a:lnTo>
                  <a:lnTo>
                    <a:pt x="54672" y="850438"/>
                  </a:lnTo>
                  <a:lnTo>
                    <a:pt x="54048" y="855444"/>
                  </a:lnTo>
                  <a:lnTo>
                    <a:pt x="53883" y="858751"/>
                  </a:lnTo>
                  <a:lnTo>
                    <a:pt x="52906" y="861296"/>
                  </a:lnTo>
                  <a:lnTo>
                    <a:pt x="51401" y="863588"/>
                  </a:lnTo>
                  <a:lnTo>
                    <a:pt x="51484" y="864110"/>
                  </a:lnTo>
                  <a:lnTo>
                    <a:pt x="52506" y="862938"/>
                  </a:lnTo>
                  <a:lnTo>
                    <a:pt x="53321" y="862569"/>
                  </a:lnTo>
                  <a:lnTo>
                    <a:pt x="54022" y="865622"/>
                  </a:lnTo>
                  <a:lnTo>
                    <a:pt x="54970" y="871725"/>
                  </a:lnTo>
                  <a:lnTo>
                    <a:pt x="55411" y="875950"/>
                  </a:lnTo>
                  <a:lnTo>
                    <a:pt x="55341" y="877205"/>
                  </a:lnTo>
                  <a:lnTo>
                    <a:pt x="55061" y="878925"/>
                  </a:lnTo>
                  <a:lnTo>
                    <a:pt x="53114" y="879340"/>
                  </a:lnTo>
                  <a:lnTo>
                    <a:pt x="51377" y="879288"/>
                  </a:lnTo>
                  <a:lnTo>
                    <a:pt x="50099" y="880027"/>
                  </a:lnTo>
                  <a:lnTo>
                    <a:pt x="50786" y="880789"/>
                  </a:lnTo>
                  <a:lnTo>
                    <a:pt x="51956" y="880518"/>
                  </a:lnTo>
                  <a:lnTo>
                    <a:pt x="53576" y="882327"/>
                  </a:lnTo>
                  <a:lnTo>
                    <a:pt x="55375" y="881557"/>
                  </a:lnTo>
                  <a:lnTo>
                    <a:pt x="56194" y="882766"/>
                  </a:lnTo>
                  <a:lnTo>
                    <a:pt x="56785" y="883874"/>
                  </a:lnTo>
                  <a:lnTo>
                    <a:pt x="59539" y="892692"/>
                  </a:lnTo>
                  <a:lnTo>
                    <a:pt x="61944" y="898143"/>
                  </a:lnTo>
                  <a:lnTo>
                    <a:pt x="63160" y="901378"/>
                  </a:lnTo>
                  <a:lnTo>
                    <a:pt x="62555" y="902844"/>
                  </a:lnTo>
                  <a:lnTo>
                    <a:pt x="62340" y="900887"/>
                  </a:lnTo>
                  <a:lnTo>
                    <a:pt x="60771" y="900383"/>
                  </a:lnTo>
                  <a:lnTo>
                    <a:pt x="59242" y="899855"/>
                  </a:lnTo>
                  <a:lnTo>
                    <a:pt x="56691" y="898455"/>
                  </a:lnTo>
                  <a:lnTo>
                    <a:pt x="53258" y="896328"/>
                  </a:lnTo>
                  <a:lnTo>
                    <a:pt x="49819" y="896328"/>
                  </a:lnTo>
                  <a:lnTo>
                    <a:pt x="47087" y="894533"/>
                  </a:lnTo>
                  <a:lnTo>
                    <a:pt x="44069" y="892548"/>
                  </a:lnTo>
                  <a:lnTo>
                    <a:pt x="37700" y="892372"/>
                  </a:lnTo>
                  <a:lnTo>
                    <a:pt x="32090" y="892251"/>
                  </a:lnTo>
                  <a:lnTo>
                    <a:pt x="26342" y="892127"/>
                  </a:lnTo>
                  <a:lnTo>
                    <a:pt x="22664" y="892049"/>
                  </a:lnTo>
                  <a:lnTo>
                    <a:pt x="20201" y="891997"/>
                  </a:lnTo>
                  <a:lnTo>
                    <a:pt x="19562" y="891247"/>
                  </a:lnTo>
                  <a:lnTo>
                    <a:pt x="19777" y="888771"/>
                  </a:lnTo>
                  <a:lnTo>
                    <a:pt x="18863" y="886947"/>
                  </a:lnTo>
                  <a:lnTo>
                    <a:pt x="17541" y="884742"/>
                  </a:lnTo>
                  <a:lnTo>
                    <a:pt x="15931" y="883178"/>
                  </a:lnTo>
                  <a:lnTo>
                    <a:pt x="15133" y="881086"/>
                  </a:lnTo>
                  <a:lnTo>
                    <a:pt x="14241" y="878737"/>
                  </a:lnTo>
                  <a:lnTo>
                    <a:pt x="14744" y="876654"/>
                  </a:lnTo>
                  <a:lnTo>
                    <a:pt x="15514" y="871589"/>
                  </a:lnTo>
                  <a:lnTo>
                    <a:pt x="15531" y="869356"/>
                  </a:lnTo>
                  <a:lnTo>
                    <a:pt x="14832" y="867792"/>
                  </a:lnTo>
                  <a:lnTo>
                    <a:pt x="14618" y="865576"/>
                  </a:lnTo>
                  <a:lnTo>
                    <a:pt x="14832" y="864534"/>
                  </a:lnTo>
                  <a:lnTo>
                    <a:pt x="15464" y="863743"/>
                  </a:lnTo>
                  <a:lnTo>
                    <a:pt x="15842" y="860105"/>
                  </a:lnTo>
                  <a:lnTo>
                    <a:pt x="15546" y="856538"/>
                  </a:lnTo>
                  <a:lnTo>
                    <a:pt x="15063" y="853355"/>
                  </a:lnTo>
                  <a:lnTo>
                    <a:pt x="14425" y="851950"/>
                  </a:lnTo>
                  <a:lnTo>
                    <a:pt x="13602" y="851283"/>
                  </a:lnTo>
                  <a:lnTo>
                    <a:pt x="12997" y="851159"/>
                  </a:lnTo>
                  <a:lnTo>
                    <a:pt x="11649" y="852345"/>
                  </a:lnTo>
                  <a:lnTo>
                    <a:pt x="9416" y="852051"/>
                  </a:lnTo>
                  <a:lnTo>
                    <a:pt x="8657" y="852507"/>
                  </a:lnTo>
                  <a:lnTo>
                    <a:pt x="7564" y="853788"/>
                  </a:lnTo>
                  <a:lnTo>
                    <a:pt x="6019" y="855675"/>
                  </a:lnTo>
                  <a:lnTo>
                    <a:pt x="5159" y="855023"/>
                  </a:lnTo>
                  <a:lnTo>
                    <a:pt x="4896" y="853006"/>
                  </a:lnTo>
                  <a:lnTo>
                    <a:pt x="4322" y="851254"/>
                  </a:lnTo>
                  <a:lnTo>
                    <a:pt x="3956" y="849711"/>
                  </a:lnTo>
                  <a:lnTo>
                    <a:pt x="3681" y="847171"/>
                  </a:lnTo>
                  <a:lnTo>
                    <a:pt x="3224" y="843902"/>
                  </a:lnTo>
                  <a:lnTo>
                    <a:pt x="2311" y="840038"/>
                  </a:lnTo>
                  <a:lnTo>
                    <a:pt x="913" y="836910"/>
                  </a:lnTo>
                  <a:lnTo>
                    <a:pt x="835" y="834102"/>
                  </a:lnTo>
                  <a:lnTo>
                    <a:pt x="577" y="830576"/>
                  </a:lnTo>
                  <a:lnTo>
                    <a:pt x="1290" y="827136"/>
                  </a:lnTo>
                  <a:lnTo>
                    <a:pt x="874" y="824285"/>
                  </a:lnTo>
                  <a:lnTo>
                    <a:pt x="0" y="820883"/>
                  </a:lnTo>
                  <a:lnTo>
                    <a:pt x="268" y="817365"/>
                  </a:lnTo>
                  <a:lnTo>
                    <a:pt x="1128" y="815409"/>
                  </a:lnTo>
                  <a:lnTo>
                    <a:pt x="1397" y="812933"/>
                  </a:lnTo>
                  <a:lnTo>
                    <a:pt x="5374" y="812543"/>
                  </a:lnTo>
                  <a:lnTo>
                    <a:pt x="5208" y="809213"/>
                  </a:lnTo>
                  <a:lnTo>
                    <a:pt x="5870" y="806521"/>
                  </a:lnTo>
                  <a:lnTo>
                    <a:pt x="6612" y="804083"/>
                  </a:lnTo>
                  <a:lnTo>
                    <a:pt x="7245" y="802972"/>
                  </a:lnTo>
                  <a:lnTo>
                    <a:pt x="8663" y="802002"/>
                  </a:lnTo>
                  <a:lnTo>
                    <a:pt x="10332" y="800594"/>
                  </a:lnTo>
                  <a:lnTo>
                    <a:pt x="11273" y="798978"/>
                  </a:lnTo>
                  <a:lnTo>
                    <a:pt x="11722" y="797538"/>
                  </a:lnTo>
                  <a:lnTo>
                    <a:pt x="11998" y="795671"/>
                  </a:lnTo>
                  <a:lnTo>
                    <a:pt x="12069" y="793686"/>
                  </a:lnTo>
                  <a:lnTo>
                    <a:pt x="11795" y="789455"/>
                  </a:lnTo>
                  <a:lnTo>
                    <a:pt x="12106" y="788157"/>
                  </a:lnTo>
                  <a:lnTo>
                    <a:pt x="13139" y="786443"/>
                  </a:lnTo>
                  <a:lnTo>
                    <a:pt x="14887" y="784919"/>
                  </a:lnTo>
                  <a:lnTo>
                    <a:pt x="15639" y="780879"/>
                  </a:lnTo>
                  <a:lnTo>
                    <a:pt x="15208" y="777362"/>
                  </a:lnTo>
                  <a:lnTo>
                    <a:pt x="14239" y="774580"/>
                  </a:lnTo>
                  <a:lnTo>
                    <a:pt x="13005" y="773322"/>
                  </a:lnTo>
                  <a:lnTo>
                    <a:pt x="12898" y="770456"/>
                  </a:lnTo>
                  <a:lnTo>
                    <a:pt x="13455" y="767732"/>
                  </a:lnTo>
                  <a:lnTo>
                    <a:pt x="14181" y="764818"/>
                  </a:lnTo>
                  <a:lnTo>
                    <a:pt x="15048" y="761465"/>
                  </a:lnTo>
                  <a:lnTo>
                    <a:pt x="14994" y="759118"/>
                  </a:lnTo>
                  <a:lnTo>
                    <a:pt x="15762" y="757748"/>
                  </a:lnTo>
                  <a:lnTo>
                    <a:pt x="17949" y="754689"/>
                  </a:lnTo>
                  <a:lnTo>
                    <a:pt x="18702" y="751694"/>
                  </a:lnTo>
                  <a:lnTo>
                    <a:pt x="19472" y="750880"/>
                  </a:lnTo>
                  <a:lnTo>
                    <a:pt x="20368" y="750519"/>
                  </a:lnTo>
                  <a:lnTo>
                    <a:pt x="20422" y="748825"/>
                  </a:lnTo>
                  <a:lnTo>
                    <a:pt x="19767" y="747146"/>
                  </a:lnTo>
                  <a:lnTo>
                    <a:pt x="19661" y="745034"/>
                  </a:lnTo>
                  <a:lnTo>
                    <a:pt x="19738" y="742693"/>
                  </a:lnTo>
                  <a:lnTo>
                    <a:pt x="19938" y="739574"/>
                  </a:lnTo>
                  <a:lnTo>
                    <a:pt x="20959" y="738402"/>
                  </a:lnTo>
                  <a:lnTo>
                    <a:pt x="22467" y="735869"/>
                  </a:lnTo>
                  <a:lnTo>
                    <a:pt x="22870" y="734259"/>
                  </a:lnTo>
                  <a:lnTo>
                    <a:pt x="22924" y="732103"/>
                  </a:lnTo>
                  <a:lnTo>
                    <a:pt x="22485" y="727653"/>
                  </a:lnTo>
                  <a:lnTo>
                    <a:pt x="22109" y="724462"/>
                  </a:lnTo>
                  <a:lnTo>
                    <a:pt x="21920" y="723285"/>
                  </a:lnTo>
                  <a:lnTo>
                    <a:pt x="21231" y="721120"/>
                  </a:lnTo>
                  <a:lnTo>
                    <a:pt x="20725" y="719755"/>
                  </a:lnTo>
                  <a:lnTo>
                    <a:pt x="21534" y="718047"/>
                  </a:lnTo>
                  <a:lnTo>
                    <a:pt x="23055" y="716249"/>
                  </a:lnTo>
                  <a:lnTo>
                    <a:pt x="23700" y="713644"/>
                  </a:lnTo>
                  <a:lnTo>
                    <a:pt x="23109" y="711427"/>
                  </a:lnTo>
                  <a:lnTo>
                    <a:pt x="22249" y="710256"/>
                  </a:lnTo>
                  <a:lnTo>
                    <a:pt x="21980" y="706868"/>
                  </a:lnTo>
                  <a:lnTo>
                    <a:pt x="22303" y="702568"/>
                  </a:lnTo>
                  <a:lnTo>
                    <a:pt x="22947" y="701264"/>
                  </a:lnTo>
                  <a:lnTo>
                    <a:pt x="25205" y="700612"/>
                  </a:lnTo>
                  <a:lnTo>
                    <a:pt x="25420" y="698396"/>
                  </a:lnTo>
                  <a:lnTo>
                    <a:pt x="27140" y="695271"/>
                  </a:lnTo>
                  <a:lnTo>
                    <a:pt x="27086" y="692272"/>
                  </a:lnTo>
                  <a:lnTo>
                    <a:pt x="25992" y="690434"/>
                  </a:lnTo>
                  <a:lnTo>
                    <a:pt x="24922" y="687468"/>
                  </a:lnTo>
                  <a:lnTo>
                    <a:pt x="24130" y="684848"/>
                  </a:lnTo>
                  <a:lnTo>
                    <a:pt x="21497" y="683413"/>
                  </a:lnTo>
                  <a:lnTo>
                    <a:pt x="18702" y="682631"/>
                  </a:lnTo>
                  <a:lnTo>
                    <a:pt x="18326" y="680156"/>
                  </a:lnTo>
                  <a:lnTo>
                    <a:pt x="18433" y="678721"/>
                  </a:lnTo>
                  <a:lnTo>
                    <a:pt x="19733" y="679301"/>
                  </a:lnTo>
                  <a:lnTo>
                    <a:pt x="21857" y="678796"/>
                  </a:lnTo>
                  <a:lnTo>
                    <a:pt x="23455" y="678678"/>
                  </a:lnTo>
                  <a:lnTo>
                    <a:pt x="24567" y="678430"/>
                  </a:lnTo>
                  <a:lnTo>
                    <a:pt x="25850" y="678069"/>
                  </a:lnTo>
                  <a:lnTo>
                    <a:pt x="27032" y="679114"/>
                  </a:lnTo>
                  <a:lnTo>
                    <a:pt x="28215" y="678462"/>
                  </a:lnTo>
                  <a:lnTo>
                    <a:pt x="28698" y="674552"/>
                  </a:lnTo>
                  <a:lnTo>
                    <a:pt x="29450" y="672468"/>
                  </a:lnTo>
                  <a:lnTo>
                    <a:pt x="29558" y="670512"/>
                  </a:lnTo>
                  <a:lnTo>
                    <a:pt x="28806" y="668951"/>
                  </a:lnTo>
                  <a:lnTo>
                    <a:pt x="27427" y="668469"/>
                  </a:lnTo>
                  <a:lnTo>
                    <a:pt x="21403" y="667234"/>
                  </a:lnTo>
                  <a:lnTo>
                    <a:pt x="21220" y="665670"/>
                  </a:lnTo>
                  <a:lnTo>
                    <a:pt x="21272" y="663047"/>
                  </a:lnTo>
                  <a:lnTo>
                    <a:pt x="21500" y="660369"/>
                  </a:lnTo>
                  <a:lnTo>
                    <a:pt x="21497" y="659047"/>
                  </a:lnTo>
                  <a:lnTo>
                    <a:pt x="22047" y="657884"/>
                  </a:lnTo>
                  <a:lnTo>
                    <a:pt x="22669" y="655454"/>
                  </a:lnTo>
                  <a:lnTo>
                    <a:pt x="23109" y="653833"/>
                  </a:lnTo>
                  <a:lnTo>
                    <a:pt x="22671" y="651729"/>
                  </a:lnTo>
                  <a:lnTo>
                    <a:pt x="21711" y="648621"/>
                  </a:lnTo>
                  <a:lnTo>
                    <a:pt x="22410" y="647187"/>
                  </a:lnTo>
                  <a:lnTo>
                    <a:pt x="22467" y="645476"/>
                  </a:lnTo>
                  <a:lnTo>
                    <a:pt x="22249" y="643802"/>
                  </a:lnTo>
                  <a:lnTo>
                    <a:pt x="21252" y="641941"/>
                  </a:lnTo>
                  <a:lnTo>
                    <a:pt x="20368" y="639370"/>
                  </a:lnTo>
                  <a:lnTo>
                    <a:pt x="20368" y="636634"/>
                  </a:lnTo>
                  <a:lnTo>
                    <a:pt x="21401" y="635907"/>
                  </a:lnTo>
                  <a:lnTo>
                    <a:pt x="22088" y="635070"/>
                  </a:lnTo>
                  <a:lnTo>
                    <a:pt x="22249" y="633376"/>
                  </a:lnTo>
                  <a:lnTo>
                    <a:pt x="21873" y="631293"/>
                  </a:lnTo>
                  <a:lnTo>
                    <a:pt x="20446" y="630658"/>
                  </a:lnTo>
                  <a:lnTo>
                    <a:pt x="18543" y="629377"/>
                  </a:lnTo>
                  <a:lnTo>
                    <a:pt x="17962" y="628303"/>
                  </a:lnTo>
                  <a:lnTo>
                    <a:pt x="17425" y="626070"/>
                  </a:lnTo>
                  <a:lnTo>
                    <a:pt x="17825" y="619768"/>
                  </a:lnTo>
                  <a:lnTo>
                    <a:pt x="17625" y="615970"/>
                  </a:lnTo>
                  <a:lnTo>
                    <a:pt x="17458" y="613869"/>
                  </a:lnTo>
                  <a:lnTo>
                    <a:pt x="17925" y="612253"/>
                  </a:lnTo>
                  <a:lnTo>
                    <a:pt x="18558" y="610799"/>
                  </a:lnTo>
                  <a:lnTo>
                    <a:pt x="18258" y="607408"/>
                  </a:lnTo>
                  <a:lnTo>
                    <a:pt x="17691" y="605631"/>
                  </a:lnTo>
                  <a:lnTo>
                    <a:pt x="17891" y="604257"/>
                  </a:lnTo>
                  <a:lnTo>
                    <a:pt x="18425" y="602884"/>
                  </a:lnTo>
                  <a:lnTo>
                    <a:pt x="18891" y="601187"/>
                  </a:lnTo>
                  <a:lnTo>
                    <a:pt x="19291" y="600783"/>
                  </a:lnTo>
                  <a:lnTo>
                    <a:pt x="19891" y="601752"/>
                  </a:lnTo>
                  <a:lnTo>
                    <a:pt x="20906" y="601184"/>
                  </a:lnTo>
                  <a:lnTo>
                    <a:pt x="22123" y="599813"/>
                  </a:lnTo>
                  <a:lnTo>
                    <a:pt x="22257" y="598197"/>
                  </a:lnTo>
                  <a:lnTo>
                    <a:pt x="22013" y="595886"/>
                  </a:lnTo>
                  <a:lnTo>
                    <a:pt x="21105" y="590077"/>
                  </a:lnTo>
                  <a:lnTo>
                    <a:pt x="20291" y="586485"/>
                  </a:lnTo>
                  <a:lnTo>
                    <a:pt x="20458" y="585192"/>
                  </a:lnTo>
                  <a:lnTo>
                    <a:pt x="20780" y="583830"/>
                  </a:lnTo>
                  <a:lnTo>
                    <a:pt x="20524" y="578890"/>
                  </a:lnTo>
                  <a:lnTo>
                    <a:pt x="20604" y="575906"/>
                  </a:lnTo>
                  <a:lnTo>
                    <a:pt x="20664" y="567107"/>
                  </a:lnTo>
                  <a:lnTo>
                    <a:pt x="20757" y="564103"/>
                  </a:lnTo>
                  <a:lnTo>
                    <a:pt x="19924" y="561036"/>
                  </a:lnTo>
                  <a:lnTo>
                    <a:pt x="20037" y="558156"/>
                  </a:lnTo>
                  <a:lnTo>
                    <a:pt x="20626" y="556055"/>
                  </a:lnTo>
                  <a:lnTo>
                    <a:pt x="21178" y="553213"/>
                  </a:lnTo>
                  <a:lnTo>
                    <a:pt x="21591" y="550694"/>
                  </a:lnTo>
                  <a:lnTo>
                    <a:pt x="22023" y="549563"/>
                  </a:lnTo>
                  <a:lnTo>
                    <a:pt x="22756" y="548997"/>
                  </a:lnTo>
                  <a:lnTo>
                    <a:pt x="22923" y="547624"/>
                  </a:lnTo>
                  <a:lnTo>
                    <a:pt x="22590" y="546573"/>
                  </a:lnTo>
                  <a:lnTo>
                    <a:pt x="21640" y="544937"/>
                  </a:lnTo>
                  <a:lnTo>
                    <a:pt x="21424" y="542937"/>
                  </a:lnTo>
                  <a:lnTo>
                    <a:pt x="21623" y="541402"/>
                  </a:lnTo>
                  <a:lnTo>
                    <a:pt x="22090" y="540513"/>
                  </a:lnTo>
                  <a:lnTo>
                    <a:pt x="22812" y="540522"/>
                  </a:lnTo>
                  <a:lnTo>
                    <a:pt x="23356" y="538332"/>
                  </a:lnTo>
                  <a:lnTo>
                    <a:pt x="23510" y="535625"/>
                  </a:lnTo>
                  <a:lnTo>
                    <a:pt x="23623" y="534373"/>
                  </a:lnTo>
                  <a:lnTo>
                    <a:pt x="23206" y="532791"/>
                  </a:lnTo>
                  <a:lnTo>
                    <a:pt x="22905" y="529060"/>
                  </a:lnTo>
                  <a:lnTo>
                    <a:pt x="22623" y="526939"/>
                  </a:lnTo>
                  <a:lnTo>
                    <a:pt x="22956" y="526050"/>
                  </a:lnTo>
                  <a:lnTo>
                    <a:pt x="23423" y="525727"/>
                  </a:lnTo>
                  <a:lnTo>
                    <a:pt x="24243" y="526226"/>
                  </a:lnTo>
                  <a:lnTo>
                    <a:pt x="24822" y="525970"/>
                  </a:lnTo>
                  <a:lnTo>
                    <a:pt x="24923" y="524838"/>
                  </a:lnTo>
                  <a:lnTo>
                    <a:pt x="24989" y="523627"/>
                  </a:lnTo>
                  <a:lnTo>
                    <a:pt x="25209" y="522801"/>
                  </a:lnTo>
                  <a:lnTo>
                    <a:pt x="25725" y="520057"/>
                  </a:lnTo>
                  <a:lnTo>
                    <a:pt x="26278" y="516655"/>
                  </a:lnTo>
                  <a:lnTo>
                    <a:pt x="26408" y="514254"/>
                  </a:lnTo>
                  <a:lnTo>
                    <a:pt x="26210" y="507744"/>
                  </a:lnTo>
                  <a:lnTo>
                    <a:pt x="26503" y="506249"/>
                  </a:lnTo>
                  <a:lnTo>
                    <a:pt x="27093" y="504884"/>
                  </a:lnTo>
                  <a:lnTo>
                    <a:pt x="27915" y="503600"/>
                  </a:lnTo>
                  <a:lnTo>
                    <a:pt x="28993" y="502535"/>
                  </a:lnTo>
                  <a:lnTo>
                    <a:pt x="30335" y="501003"/>
                  </a:lnTo>
                  <a:lnTo>
                    <a:pt x="31987" y="500440"/>
                  </a:lnTo>
                  <a:lnTo>
                    <a:pt x="32653" y="498744"/>
                  </a:lnTo>
                  <a:lnTo>
                    <a:pt x="33120" y="496481"/>
                  </a:lnTo>
                  <a:lnTo>
                    <a:pt x="33254" y="494623"/>
                  </a:lnTo>
                  <a:lnTo>
                    <a:pt x="32620" y="493330"/>
                  </a:lnTo>
                  <a:lnTo>
                    <a:pt x="31787" y="491795"/>
                  </a:lnTo>
                  <a:lnTo>
                    <a:pt x="31391" y="487922"/>
                  </a:lnTo>
                  <a:lnTo>
                    <a:pt x="31176" y="484350"/>
                  </a:lnTo>
                  <a:lnTo>
                    <a:pt x="31054" y="479837"/>
                  </a:lnTo>
                  <a:lnTo>
                    <a:pt x="30225" y="475958"/>
                  </a:lnTo>
                  <a:lnTo>
                    <a:pt x="29355" y="471595"/>
                  </a:lnTo>
                  <a:lnTo>
                    <a:pt x="29121" y="467717"/>
                  </a:lnTo>
                  <a:lnTo>
                    <a:pt x="29412" y="465593"/>
                  </a:lnTo>
                  <a:lnTo>
                    <a:pt x="29754" y="462223"/>
                  </a:lnTo>
                  <a:lnTo>
                    <a:pt x="29387" y="460690"/>
                  </a:lnTo>
                  <a:lnTo>
                    <a:pt x="28955" y="457943"/>
                  </a:lnTo>
                  <a:lnTo>
                    <a:pt x="29405" y="455791"/>
                  </a:lnTo>
                  <a:lnTo>
                    <a:pt x="29954" y="452449"/>
                  </a:lnTo>
                  <a:lnTo>
                    <a:pt x="29888" y="450752"/>
                  </a:lnTo>
                  <a:lnTo>
                    <a:pt x="29455" y="446712"/>
                  </a:lnTo>
                  <a:lnTo>
                    <a:pt x="29055" y="444450"/>
                  </a:lnTo>
                  <a:lnTo>
                    <a:pt x="29455" y="442026"/>
                  </a:lnTo>
                  <a:lnTo>
                    <a:pt x="30088" y="439764"/>
                  </a:lnTo>
                  <a:lnTo>
                    <a:pt x="30588" y="438552"/>
                  </a:lnTo>
                  <a:lnTo>
                    <a:pt x="30504" y="436601"/>
                  </a:lnTo>
                  <a:lnTo>
                    <a:pt x="30720" y="434997"/>
                  </a:lnTo>
                  <a:lnTo>
                    <a:pt x="31666" y="433920"/>
                  </a:lnTo>
                  <a:lnTo>
                    <a:pt x="32553" y="431929"/>
                  </a:lnTo>
                  <a:lnTo>
                    <a:pt x="33186" y="431687"/>
                  </a:lnTo>
                  <a:lnTo>
                    <a:pt x="33953" y="431687"/>
                  </a:lnTo>
                  <a:lnTo>
                    <a:pt x="34453" y="431121"/>
                  </a:lnTo>
                  <a:lnTo>
                    <a:pt x="34653" y="429586"/>
                  </a:lnTo>
                  <a:lnTo>
                    <a:pt x="34786" y="427889"/>
                  </a:lnTo>
                  <a:lnTo>
                    <a:pt x="36005" y="425783"/>
                  </a:lnTo>
                  <a:lnTo>
                    <a:pt x="36718" y="423846"/>
                  </a:lnTo>
                  <a:lnTo>
                    <a:pt x="38018" y="423442"/>
                  </a:lnTo>
                  <a:lnTo>
                    <a:pt x="38651" y="421345"/>
                  </a:lnTo>
                  <a:lnTo>
                    <a:pt x="38665" y="418649"/>
                  </a:lnTo>
                  <a:lnTo>
                    <a:pt x="38518" y="415931"/>
                  </a:lnTo>
                  <a:lnTo>
                    <a:pt x="38951" y="412780"/>
                  </a:lnTo>
                  <a:lnTo>
                    <a:pt x="38469" y="407973"/>
                  </a:lnTo>
                  <a:lnTo>
                    <a:pt x="38518" y="405427"/>
                  </a:lnTo>
                  <a:lnTo>
                    <a:pt x="38018" y="403327"/>
                  </a:lnTo>
                  <a:lnTo>
                    <a:pt x="38118" y="401064"/>
                  </a:lnTo>
                  <a:lnTo>
                    <a:pt x="37851" y="399610"/>
                  </a:lnTo>
                  <a:lnTo>
                    <a:pt x="37097" y="399070"/>
                  </a:lnTo>
                  <a:lnTo>
                    <a:pt x="36818" y="397267"/>
                  </a:lnTo>
                  <a:lnTo>
                    <a:pt x="37185" y="396378"/>
                  </a:lnTo>
                  <a:lnTo>
                    <a:pt x="37898" y="395694"/>
                  </a:lnTo>
                  <a:lnTo>
                    <a:pt x="38793" y="394312"/>
                  </a:lnTo>
                  <a:lnTo>
                    <a:pt x="39463" y="387660"/>
                  </a:lnTo>
                  <a:lnTo>
                    <a:pt x="39780" y="385687"/>
                  </a:lnTo>
                  <a:lnTo>
                    <a:pt x="40089" y="383309"/>
                  </a:lnTo>
                  <a:lnTo>
                    <a:pt x="40051" y="382077"/>
                  </a:lnTo>
                  <a:lnTo>
                    <a:pt x="40480" y="380299"/>
                  </a:lnTo>
                  <a:lnTo>
                    <a:pt x="41016" y="377598"/>
                  </a:lnTo>
                  <a:lnTo>
                    <a:pt x="41863" y="374987"/>
                  </a:lnTo>
                  <a:lnTo>
                    <a:pt x="42348" y="373189"/>
                  </a:lnTo>
                  <a:lnTo>
                    <a:pt x="42817" y="370765"/>
                  </a:lnTo>
                  <a:lnTo>
                    <a:pt x="42950" y="369311"/>
                  </a:lnTo>
                  <a:lnTo>
                    <a:pt x="43550" y="368586"/>
                  </a:lnTo>
                  <a:lnTo>
                    <a:pt x="44238" y="368399"/>
                  </a:lnTo>
                  <a:lnTo>
                    <a:pt x="45049" y="367940"/>
                  </a:lnTo>
                  <a:lnTo>
                    <a:pt x="45383" y="367051"/>
                  </a:lnTo>
                  <a:lnTo>
                    <a:pt x="45322" y="365756"/>
                  </a:lnTo>
                  <a:lnTo>
                    <a:pt x="45272" y="362893"/>
                  </a:lnTo>
                  <a:lnTo>
                    <a:pt x="45028" y="358348"/>
                  </a:lnTo>
                  <a:lnTo>
                    <a:pt x="44872" y="352484"/>
                  </a:lnTo>
                  <a:lnTo>
                    <a:pt x="45015" y="348632"/>
                  </a:lnTo>
                  <a:lnTo>
                    <a:pt x="45549" y="344754"/>
                  </a:lnTo>
                  <a:lnTo>
                    <a:pt x="46049" y="342653"/>
                  </a:lnTo>
                  <a:lnTo>
                    <a:pt x="45916" y="341037"/>
                  </a:lnTo>
                  <a:lnTo>
                    <a:pt x="45782" y="339259"/>
                  </a:lnTo>
                  <a:lnTo>
                    <a:pt x="44849" y="338290"/>
                  </a:lnTo>
                  <a:lnTo>
                    <a:pt x="43961" y="339130"/>
                  </a:lnTo>
                  <a:lnTo>
                    <a:pt x="43343" y="338896"/>
                  </a:lnTo>
                  <a:lnTo>
                    <a:pt x="42550" y="336836"/>
                  </a:lnTo>
                  <a:lnTo>
                    <a:pt x="42317" y="334654"/>
                  </a:lnTo>
                  <a:lnTo>
                    <a:pt x="42450" y="331664"/>
                  </a:lnTo>
                  <a:lnTo>
                    <a:pt x="43071" y="329800"/>
                  </a:lnTo>
                  <a:lnTo>
                    <a:pt x="43316" y="327463"/>
                  </a:lnTo>
                  <a:lnTo>
                    <a:pt x="42950" y="326736"/>
                  </a:lnTo>
                  <a:lnTo>
                    <a:pt x="42169" y="325183"/>
                  </a:lnTo>
                  <a:lnTo>
                    <a:pt x="41428" y="319825"/>
                  </a:lnTo>
                  <a:lnTo>
                    <a:pt x="41517" y="315262"/>
                  </a:lnTo>
                  <a:lnTo>
                    <a:pt x="40784" y="314050"/>
                  </a:lnTo>
                  <a:lnTo>
                    <a:pt x="40442" y="310484"/>
                  </a:lnTo>
                  <a:lnTo>
                    <a:pt x="39684" y="309205"/>
                  </a:lnTo>
                  <a:lnTo>
                    <a:pt x="39384" y="306539"/>
                  </a:lnTo>
                  <a:lnTo>
                    <a:pt x="39151" y="303792"/>
                  </a:lnTo>
                  <a:lnTo>
                    <a:pt x="39251" y="302577"/>
                  </a:lnTo>
                  <a:lnTo>
                    <a:pt x="40039" y="302242"/>
                  </a:lnTo>
                  <a:lnTo>
                    <a:pt x="40484" y="300075"/>
                  </a:lnTo>
                  <a:lnTo>
                    <a:pt x="40151" y="298860"/>
                  </a:lnTo>
                  <a:lnTo>
                    <a:pt x="39551" y="297810"/>
                  </a:lnTo>
                  <a:lnTo>
                    <a:pt x="38784" y="297891"/>
                  </a:lnTo>
                  <a:lnTo>
                    <a:pt x="38098" y="296653"/>
                  </a:lnTo>
                  <a:lnTo>
                    <a:pt x="37178" y="291467"/>
                  </a:lnTo>
                  <a:lnTo>
                    <a:pt x="36452" y="288602"/>
                  </a:lnTo>
                  <a:lnTo>
                    <a:pt x="36681" y="284421"/>
                  </a:lnTo>
                  <a:lnTo>
                    <a:pt x="36824" y="281154"/>
                  </a:lnTo>
                  <a:lnTo>
                    <a:pt x="37137" y="278361"/>
                  </a:lnTo>
                  <a:lnTo>
                    <a:pt x="37252" y="276162"/>
                  </a:lnTo>
                  <a:lnTo>
                    <a:pt x="37819" y="275109"/>
                  </a:lnTo>
                  <a:lnTo>
                    <a:pt x="38351" y="275596"/>
                  </a:lnTo>
                  <a:lnTo>
                    <a:pt x="38851" y="275354"/>
                  </a:lnTo>
                  <a:lnTo>
                    <a:pt x="39312" y="273562"/>
                  </a:lnTo>
                  <a:lnTo>
                    <a:pt x="39817" y="272445"/>
                  </a:lnTo>
                  <a:lnTo>
                    <a:pt x="39784" y="271556"/>
                  </a:lnTo>
                  <a:lnTo>
                    <a:pt x="39484" y="270587"/>
                  </a:lnTo>
                  <a:lnTo>
                    <a:pt x="39341" y="268890"/>
                  </a:lnTo>
                  <a:lnTo>
                    <a:pt x="39694" y="266870"/>
                  </a:lnTo>
                  <a:lnTo>
                    <a:pt x="40301" y="262239"/>
                  </a:lnTo>
                  <a:lnTo>
                    <a:pt x="41221" y="257140"/>
                  </a:lnTo>
                  <a:lnTo>
                    <a:pt x="41617" y="255235"/>
                  </a:lnTo>
                  <a:lnTo>
                    <a:pt x="41517" y="253619"/>
                  </a:lnTo>
                  <a:lnTo>
                    <a:pt x="41717" y="252892"/>
                  </a:lnTo>
                  <a:lnTo>
                    <a:pt x="42341" y="253700"/>
                  </a:lnTo>
                  <a:lnTo>
                    <a:pt x="44116" y="252811"/>
                  </a:lnTo>
                  <a:lnTo>
                    <a:pt x="44716" y="250549"/>
                  </a:lnTo>
                  <a:lnTo>
                    <a:pt x="44949" y="248529"/>
                  </a:lnTo>
                  <a:lnTo>
                    <a:pt x="45482" y="247398"/>
                  </a:lnTo>
                  <a:lnTo>
                    <a:pt x="45249" y="245782"/>
                  </a:lnTo>
                  <a:lnTo>
                    <a:pt x="44516" y="245297"/>
                  </a:lnTo>
                  <a:lnTo>
                    <a:pt x="44072" y="244541"/>
                  </a:lnTo>
                  <a:lnTo>
                    <a:pt x="44249" y="242711"/>
                  </a:lnTo>
                  <a:lnTo>
                    <a:pt x="44509" y="238504"/>
                  </a:lnTo>
                  <a:lnTo>
                    <a:pt x="44466" y="235405"/>
                  </a:lnTo>
                  <a:lnTo>
                    <a:pt x="43796" y="228794"/>
                  </a:lnTo>
                  <a:lnTo>
                    <a:pt x="43257" y="222252"/>
                  </a:lnTo>
                  <a:lnTo>
                    <a:pt x="43638" y="220065"/>
                  </a:lnTo>
                  <a:lnTo>
                    <a:pt x="44799" y="217075"/>
                  </a:lnTo>
                  <a:lnTo>
                    <a:pt x="45682" y="215728"/>
                  </a:lnTo>
                  <a:lnTo>
                    <a:pt x="45841" y="214022"/>
                  </a:lnTo>
                  <a:lnTo>
                    <a:pt x="46714" y="206292"/>
                  </a:lnTo>
                  <a:lnTo>
                    <a:pt x="46815" y="202073"/>
                  </a:lnTo>
                  <a:lnTo>
                    <a:pt x="47388" y="199735"/>
                  </a:lnTo>
                  <a:lnTo>
                    <a:pt x="47765" y="195349"/>
                  </a:lnTo>
                  <a:lnTo>
                    <a:pt x="49347" y="191569"/>
                  </a:lnTo>
                  <a:lnTo>
                    <a:pt x="49813" y="189064"/>
                  </a:lnTo>
                  <a:lnTo>
                    <a:pt x="50447" y="188822"/>
                  </a:lnTo>
                  <a:lnTo>
                    <a:pt x="50780" y="188014"/>
                  </a:lnTo>
                  <a:lnTo>
                    <a:pt x="51619" y="185221"/>
                  </a:lnTo>
                  <a:lnTo>
                    <a:pt x="52710" y="182349"/>
                  </a:lnTo>
                  <a:lnTo>
                    <a:pt x="53646" y="180904"/>
                  </a:lnTo>
                  <a:lnTo>
                    <a:pt x="53879" y="178641"/>
                  </a:lnTo>
                  <a:lnTo>
                    <a:pt x="54327" y="175551"/>
                  </a:lnTo>
                  <a:lnTo>
                    <a:pt x="55257" y="170423"/>
                  </a:lnTo>
                  <a:lnTo>
                    <a:pt x="55779" y="166848"/>
                  </a:lnTo>
                  <a:lnTo>
                    <a:pt x="56478" y="165552"/>
                  </a:lnTo>
                  <a:lnTo>
                    <a:pt x="57294" y="160869"/>
                  </a:lnTo>
                  <a:lnTo>
                    <a:pt x="57644" y="158122"/>
                  </a:lnTo>
                  <a:lnTo>
                    <a:pt x="58577" y="156990"/>
                  </a:lnTo>
                  <a:lnTo>
                    <a:pt x="59310" y="156667"/>
                  </a:lnTo>
                  <a:lnTo>
                    <a:pt x="60010" y="157963"/>
                  </a:lnTo>
                  <a:lnTo>
                    <a:pt x="60743" y="157717"/>
                  </a:lnTo>
                  <a:lnTo>
                    <a:pt x="61410" y="156101"/>
                  </a:lnTo>
                  <a:lnTo>
                    <a:pt x="63018" y="155002"/>
                  </a:lnTo>
                  <a:lnTo>
                    <a:pt x="63742" y="154405"/>
                  </a:lnTo>
                  <a:lnTo>
                    <a:pt x="64075" y="152789"/>
                  </a:lnTo>
                  <a:lnTo>
                    <a:pt x="64075" y="149961"/>
                  </a:lnTo>
                  <a:lnTo>
                    <a:pt x="63409" y="147860"/>
                  </a:lnTo>
                  <a:lnTo>
                    <a:pt x="62047" y="143838"/>
                  </a:lnTo>
                  <a:lnTo>
                    <a:pt x="60876" y="139347"/>
                  </a:lnTo>
                  <a:lnTo>
                    <a:pt x="60749" y="137931"/>
                  </a:lnTo>
                  <a:lnTo>
                    <a:pt x="60742" y="136384"/>
                  </a:lnTo>
                  <a:lnTo>
                    <a:pt x="60941" y="134430"/>
                  </a:lnTo>
                  <a:lnTo>
                    <a:pt x="61501" y="132214"/>
                  </a:lnTo>
                  <a:lnTo>
                    <a:pt x="62907" y="128572"/>
                  </a:lnTo>
                  <a:lnTo>
                    <a:pt x="62758" y="125964"/>
                  </a:lnTo>
                  <a:lnTo>
                    <a:pt x="61733" y="116378"/>
                  </a:lnTo>
                  <a:lnTo>
                    <a:pt x="61354" y="113734"/>
                  </a:lnTo>
                  <a:lnTo>
                    <a:pt x="60643" y="108832"/>
                  </a:lnTo>
                  <a:lnTo>
                    <a:pt x="60743" y="106893"/>
                  </a:lnTo>
                  <a:lnTo>
                    <a:pt x="61368" y="101476"/>
                  </a:lnTo>
                  <a:lnTo>
                    <a:pt x="61910" y="99298"/>
                  </a:lnTo>
                  <a:lnTo>
                    <a:pt x="62709" y="98894"/>
                  </a:lnTo>
                  <a:lnTo>
                    <a:pt x="63142" y="98166"/>
                  </a:lnTo>
                  <a:lnTo>
                    <a:pt x="63276" y="97197"/>
                  </a:lnTo>
                  <a:lnTo>
                    <a:pt x="62742" y="95988"/>
                  </a:lnTo>
                  <a:lnTo>
                    <a:pt x="62509" y="94450"/>
                  </a:lnTo>
                  <a:lnTo>
                    <a:pt x="62276" y="92271"/>
                  </a:lnTo>
                  <a:lnTo>
                    <a:pt x="61535" y="91503"/>
                  </a:lnTo>
                  <a:lnTo>
                    <a:pt x="61109" y="89685"/>
                  </a:lnTo>
                  <a:lnTo>
                    <a:pt x="61109" y="87016"/>
                  </a:lnTo>
                  <a:lnTo>
                    <a:pt x="61776" y="83542"/>
                  </a:lnTo>
                  <a:lnTo>
                    <a:pt x="62509" y="82572"/>
                  </a:lnTo>
                  <a:lnTo>
                    <a:pt x="62809" y="81040"/>
                  </a:lnTo>
                  <a:lnTo>
                    <a:pt x="63594" y="79626"/>
                  </a:lnTo>
                  <a:lnTo>
                    <a:pt x="64308" y="78535"/>
                  </a:lnTo>
                  <a:lnTo>
                    <a:pt x="64908" y="76515"/>
                  </a:lnTo>
                  <a:lnTo>
                    <a:pt x="67381" y="74042"/>
                  </a:lnTo>
                  <a:lnTo>
                    <a:pt x="69345" y="72123"/>
                  </a:lnTo>
                  <a:lnTo>
                    <a:pt x="73177" y="68447"/>
                  </a:lnTo>
                  <a:lnTo>
                    <a:pt x="75805" y="65931"/>
                  </a:lnTo>
                  <a:lnTo>
                    <a:pt x="76056" y="64188"/>
                  </a:lnTo>
                  <a:lnTo>
                    <a:pt x="76256" y="63002"/>
                  </a:lnTo>
                  <a:lnTo>
                    <a:pt x="77475" y="54117"/>
                  </a:lnTo>
                  <a:lnTo>
                    <a:pt x="79052" y="42626"/>
                  </a:lnTo>
                  <a:lnTo>
                    <a:pt x="80039" y="35424"/>
                  </a:lnTo>
                  <a:lnTo>
                    <a:pt x="77771" y="30114"/>
                  </a:lnTo>
                  <a:lnTo>
                    <a:pt x="78173" y="28700"/>
                  </a:lnTo>
                  <a:lnTo>
                    <a:pt x="79470" y="25067"/>
                  </a:lnTo>
                  <a:lnTo>
                    <a:pt x="79737" y="22153"/>
                  </a:lnTo>
                  <a:lnTo>
                    <a:pt x="80254" y="20900"/>
                  </a:lnTo>
                  <a:lnTo>
                    <a:pt x="82580" y="17940"/>
                  </a:lnTo>
                  <a:lnTo>
                    <a:pt x="82980" y="15972"/>
                  </a:lnTo>
                  <a:lnTo>
                    <a:pt x="83185" y="13793"/>
                  </a:lnTo>
                  <a:lnTo>
                    <a:pt x="83659" y="12226"/>
                  </a:lnTo>
                  <a:lnTo>
                    <a:pt x="84545" y="11903"/>
                  </a:lnTo>
                  <a:lnTo>
                    <a:pt x="86154" y="10515"/>
                  </a:lnTo>
                  <a:lnTo>
                    <a:pt x="87883" y="9196"/>
                  </a:lnTo>
                  <a:lnTo>
                    <a:pt x="88403" y="7404"/>
                  </a:lnTo>
                  <a:lnTo>
                    <a:pt x="88895" y="4282"/>
                  </a:lnTo>
                  <a:lnTo>
                    <a:pt x="89315" y="825"/>
                  </a:lnTo>
                  <a:lnTo>
                    <a:pt x="89650" y="0"/>
                  </a:lnTo>
                  <a:lnTo>
                    <a:pt x="90204" y="92"/>
                  </a:lnTo>
                  <a:lnTo>
                    <a:pt x="91132" y="960"/>
                  </a:lnTo>
                  <a:lnTo>
                    <a:pt x="91619" y="2273"/>
                  </a:lnTo>
                  <a:lnTo>
                    <a:pt x="94037" y="6417"/>
                  </a:lnTo>
                  <a:lnTo>
                    <a:pt x="95123" y="8778"/>
                  </a:lnTo>
                  <a:lnTo>
                    <a:pt x="96158" y="9092"/>
                  </a:lnTo>
                  <a:lnTo>
                    <a:pt x="98198" y="8628"/>
                  </a:lnTo>
                  <a:lnTo>
                    <a:pt x="98611" y="8734"/>
                  </a:lnTo>
                  <a:lnTo>
                    <a:pt x="103816" y="8870"/>
                  </a:lnTo>
                  <a:lnTo>
                    <a:pt x="104610" y="9075"/>
                  </a:lnTo>
                  <a:lnTo>
                    <a:pt x="106433" y="10088"/>
                  </a:lnTo>
                  <a:lnTo>
                    <a:pt x="107462" y="10896"/>
                  </a:lnTo>
                  <a:lnTo>
                    <a:pt x="108175" y="11317"/>
                  </a:lnTo>
                  <a:lnTo>
                    <a:pt x="109328" y="12595"/>
                  </a:lnTo>
                  <a:lnTo>
                    <a:pt x="110326" y="16814"/>
                  </a:lnTo>
                  <a:lnTo>
                    <a:pt x="110885" y="20176"/>
                  </a:lnTo>
                  <a:lnTo>
                    <a:pt x="111278" y="23131"/>
                  </a:lnTo>
                  <a:lnTo>
                    <a:pt x="112150" y="28322"/>
                  </a:lnTo>
                  <a:lnTo>
                    <a:pt x="112743" y="30290"/>
                  </a:lnTo>
                  <a:lnTo>
                    <a:pt x="112955" y="29335"/>
                  </a:lnTo>
                  <a:lnTo>
                    <a:pt x="113461" y="23662"/>
                  </a:lnTo>
                  <a:lnTo>
                    <a:pt x="114159" y="20352"/>
                  </a:lnTo>
                  <a:lnTo>
                    <a:pt x="115101" y="16644"/>
                  </a:lnTo>
                  <a:lnTo>
                    <a:pt x="116998" y="7978"/>
                  </a:lnTo>
                  <a:lnTo>
                    <a:pt x="117662" y="6680"/>
                  </a:lnTo>
                  <a:lnTo>
                    <a:pt x="118401" y="6048"/>
                  </a:lnTo>
                  <a:lnTo>
                    <a:pt x="118918" y="5996"/>
                  </a:lnTo>
                  <a:lnTo>
                    <a:pt x="119442" y="6639"/>
                  </a:lnTo>
                  <a:lnTo>
                    <a:pt x="120157" y="6648"/>
                  </a:lnTo>
                  <a:lnTo>
                    <a:pt x="120664" y="5961"/>
                  </a:lnTo>
                  <a:lnTo>
                    <a:pt x="125638" y="5852"/>
                  </a:lnTo>
                  <a:lnTo>
                    <a:pt x="130914" y="5808"/>
                  </a:lnTo>
                  <a:lnTo>
                    <a:pt x="131148" y="7300"/>
                  </a:lnTo>
                  <a:lnTo>
                    <a:pt x="132008" y="10558"/>
                  </a:lnTo>
                  <a:lnTo>
                    <a:pt x="132974" y="12275"/>
                  </a:lnTo>
                  <a:close/>
                </a:path>
              </a:pathLst>
            </a:custGeom>
            <a:solidFill>
              <a:srgbClr val="A5CC9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g24"/>
            <p:cNvSpPr/>
            <p:nvPr/>
          </p:nvSpPr>
          <p:spPr>
            <a:xfrm>
              <a:off x="3887986" y="2432463"/>
              <a:ext cx="1017" cy="1929"/>
            </a:xfrm>
            <a:custGeom>
              <a:avLst/>
              <a:pathLst>
                <a:path w="1017" h="1929">
                  <a:moveTo>
                    <a:pt x="896" y="1441"/>
                  </a:moveTo>
                  <a:lnTo>
                    <a:pt x="433" y="1929"/>
                  </a:lnTo>
                  <a:lnTo>
                    <a:pt x="0" y="1709"/>
                  </a:lnTo>
                  <a:lnTo>
                    <a:pt x="0" y="487"/>
                  </a:lnTo>
                  <a:lnTo>
                    <a:pt x="313" y="0"/>
                  </a:lnTo>
                  <a:lnTo>
                    <a:pt x="674" y="24"/>
                  </a:lnTo>
                  <a:lnTo>
                    <a:pt x="1017" y="463"/>
                  </a:lnTo>
                  <a:close/>
                </a:path>
              </a:pathLst>
            </a:custGeom>
            <a:solidFill>
              <a:srgbClr val="5AA35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g25"/>
            <p:cNvSpPr/>
            <p:nvPr/>
          </p:nvSpPr>
          <p:spPr>
            <a:xfrm>
              <a:off x="3863132" y="2413961"/>
              <a:ext cx="38332" cy="71565"/>
            </a:xfrm>
            <a:custGeom>
              <a:avLst/>
              <a:pathLst>
                <a:path w="38332" h="71565">
                  <a:moveTo>
                    <a:pt x="37185" y="70453"/>
                  </a:moveTo>
                  <a:lnTo>
                    <a:pt x="35078" y="70277"/>
                  </a:lnTo>
                  <a:lnTo>
                    <a:pt x="33279" y="71565"/>
                  </a:lnTo>
                  <a:lnTo>
                    <a:pt x="32600" y="71307"/>
                  </a:lnTo>
                  <a:lnTo>
                    <a:pt x="32149" y="69029"/>
                  </a:lnTo>
                  <a:lnTo>
                    <a:pt x="31765" y="67177"/>
                  </a:lnTo>
                  <a:lnTo>
                    <a:pt x="30619" y="62432"/>
                  </a:lnTo>
                  <a:lnTo>
                    <a:pt x="30931" y="60488"/>
                  </a:lnTo>
                  <a:lnTo>
                    <a:pt x="30291" y="59365"/>
                  </a:lnTo>
                  <a:lnTo>
                    <a:pt x="28751" y="57347"/>
                  </a:lnTo>
                  <a:lnTo>
                    <a:pt x="28357" y="56512"/>
                  </a:lnTo>
                  <a:lnTo>
                    <a:pt x="28575" y="55366"/>
                  </a:lnTo>
                  <a:lnTo>
                    <a:pt x="28725" y="53272"/>
                  </a:lnTo>
                  <a:lnTo>
                    <a:pt x="28579" y="51573"/>
                  </a:lnTo>
                  <a:lnTo>
                    <a:pt x="28165" y="51061"/>
                  </a:lnTo>
                  <a:lnTo>
                    <a:pt x="27396" y="51028"/>
                  </a:lnTo>
                  <a:lnTo>
                    <a:pt x="26461" y="51449"/>
                  </a:lnTo>
                  <a:lnTo>
                    <a:pt x="24586" y="53084"/>
                  </a:lnTo>
                  <a:lnTo>
                    <a:pt x="23283" y="52038"/>
                  </a:lnTo>
                  <a:lnTo>
                    <a:pt x="22532" y="50983"/>
                  </a:lnTo>
                  <a:lnTo>
                    <a:pt x="22096" y="50100"/>
                  </a:lnTo>
                  <a:lnTo>
                    <a:pt x="21121" y="50834"/>
                  </a:lnTo>
                  <a:lnTo>
                    <a:pt x="20881" y="50478"/>
                  </a:lnTo>
                  <a:lnTo>
                    <a:pt x="20830" y="48294"/>
                  </a:lnTo>
                  <a:lnTo>
                    <a:pt x="20537" y="47119"/>
                  </a:lnTo>
                  <a:lnTo>
                    <a:pt x="19950" y="45746"/>
                  </a:lnTo>
                  <a:lnTo>
                    <a:pt x="19404" y="45086"/>
                  </a:lnTo>
                  <a:lnTo>
                    <a:pt x="17400" y="46445"/>
                  </a:lnTo>
                  <a:lnTo>
                    <a:pt x="16194" y="46907"/>
                  </a:lnTo>
                  <a:lnTo>
                    <a:pt x="15774" y="45637"/>
                  </a:lnTo>
                  <a:lnTo>
                    <a:pt x="13661" y="41468"/>
                  </a:lnTo>
                  <a:lnTo>
                    <a:pt x="11701" y="38272"/>
                  </a:lnTo>
                  <a:lnTo>
                    <a:pt x="10356" y="36953"/>
                  </a:lnTo>
                  <a:lnTo>
                    <a:pt x="9001" y="37090"/>
                  </a:lnTo>
                  <a:lnTo>
                    <a:pt x="6896" y="37729"/>
                  </a:lnTo>
                  <a:lnTo>
                    <a:pt x="6124" y="37462"/>
                  </a:lnTo>
                  <a:lnTo>
                    <a:pt x="4292" y="36070"/>
                  </a:lnTo>
                  <a:lnTo>
                    <a:pt x="2763" y="34412"/>
                  </a:lnTo>
                  <a:lnTo>
                    <a:pt x="2971" y="33724"/>
                  </a:lnTo>
                  <a:lnTo>
                    <a:pt x="3295" y="33226"/>
                  </a:lnTo>
                  <a:lnTo>
                    <a:pt x="2908" y="31075"/>
                  </a:lnTo>
                  <a:lnTo>
                    <a:pt x="2058" y="27609"/>
                  </a:lnTo>
                  <a:lnTo>
                    <a:pt x="2149" y="26524"/>
                  </a:lnTo>
                  <a:lnTo>
                    <a:pt x="1880" y="25025"/>
                  </a:lnTo>
                  <a:lnTo>
                    <a:pt x="1582" y="23893"/>
                  </a:lnTo>
                  <a:lnTo>
                    <a:pt x="2783" y="21183"/>
                  </a:lnTo>
                  <a:lnTo>
                    <a:pt x="3332" y="19006"/>
                  </a:lnTo>
                  <a:lnTo>
                    <a:pt x="3451" y="16885"/>
                  </a:lnTo>
                  <a:lnTo>
                    <a:pt x="3132" y="14680"/>
                  </a:lnTo>
                  <a:lnTo>
                    <a:pt x="2342" y="10695"/>
                  </a:lnTo>
                  <a:lnTo>
                    <a:pt x="1855" y="9537"/>
                  </a:lnTo>
                  <a:lnTo>
                    <a:pt x="950" y="8454"/>
                  </a:lnTo>
                  <a:lnTo>
                    <a:pt x="192" y="6686"/>
                  </a:lnTo>
                  <a:lnTo>
                    <a:pt x="0" y="5432"/>
                  </a:lnTo>
                  <a:lnTo>
                    <a:pt x="640" y="5184"/>
                  </a:lnTo>
                  <a:lnTo>
                    <a:pt x="2505" y="5150"/>
                  </a:lnTo>
                  <a:lnTo>
                    <a:pt x="4310" y="4723"/>
                  </a:lnTo>
                  <a:lnTo>
                    <a:pt x="5724" y="3900"/>
                  </a:lnTo>
                  <a:lnTo>
                    <a:pt x="7772" y="3204"/>
                  </a:lnTo>
                  <a:lnTo>
                    <a:pt x="8616" y="2588"/>
                  </a:lnTo>
                  <a:lnTo>
                    <a:pt x="9602" y="2294"/>
                  </a:lnTo>
                  <a:lnTo>
                    <a:pt x="12596" y="2953"/>
                  </a:lnTo>
                  <a:lnTo>
                    <a:pt x="13715" y="2445"/>
                  </a:lnTo>
                  <a:lnTo>
                    <a:pt x="17085" y="2351"/>
                  </a:lnTo>
                  <a:lnTo>
                    <a:pt x="17172" y="2091"/>
                  </a:lnTo>
                  <a:lnTo>
                    <a:pt x="16714" y="1252"/>
                  </a:lnTo>
                  <a:lnTo>
                    <a:pt x="16719" y="933"/>
                  </a:lnTo>
                  <a:lnTo>
                    <a:pt x="18724" y="398"/>
                  </a:lnTo>
                  <a:lnTo>
                    <a:pt x="19035" y="0"/>
                  </a:lnTo>
                  <a:lnTo>
                    <a:pt x="19298" y="1337"/>
                  </a:lnTo>
                  <a:lnTo>
                    <a:pt x="20051" y="2822"/>
                  </a:lnTo>
                  <a:lnTo>
                    <a:pt x="20875" y="3422"/>
                  </a:lnTo>
                  <a:lnTo>
                    <a:pt x="21316" y="4241"/>
                  </a:lnTo>
                  <a:lnTo>
                    <a:pt x="21337" y="4863"/>
                  </a:lnTo>
                  <a:lnTo>
                    <a:pt x="19880" y="5618"/>
                  </a:lnTo>
                  <a:lnTo>
                    <a:pt x="19781" y="5993"/>
                  </a:lnTo>
                  <a:lnTo>
                    <a:pt x="19878" y="6364"/>
                  </a:lnTo>
                  <a:lnTo>
                    <a:pt x="20311" y="6548"/>
                  </a:lnTo>
                  <a:lnTo>
                    <a:pt x="22351" y="8413"/>
                  </a:lnTo>
                  <a:lnTo>
                    <a:pt x="23515" y="8453"/>
                  </a:lnTo>
                  <a:lnTo>
                    <a:pt x="24126" y="9020"/>
                  </a:lnTo>
                  <a:lnTo>
                    <a:pt x="24432" y="10134"/>
                  </a:lnTo>
                  <a:lnTo>
                    <a:pt x="25405" y="11649"/>
                  </a:lnTo>
                  <a:lnTo>
                    <a:pt x="26178" y="13121"/>
                  </a:lnTo>
                  <a:lnTo>
                    <a:pt x="26226" y="13628"/>
                  </a:lnTo>
                  <a:lnTo>
                    <a:pt x="26079" y="14374"/>
                  </a:lnTo>
                  <a:lnTo>
                    <a:pt x="23910" y="17251"/>
                  </a:lnTo>
                  <a:lnTo>
                    <a:pt x="23636" y="18243"/>
                  </a:lnTo>
                  <a:lnTo>
                    <a:pt x="23603" y="19292"/>
                  </a:lnTo>
                  <a:lnTo>
                    <a:pt x="24556" y="22415"/>
                  </a:lnTo>
                  <a:lnTo>
                    <a:pt x="25959" y="25829"/>
                  </a:lnTo>
                  <a:lnTo>
                    <a:pt x="27985" y="28422"/>
                  </a:lnTo>
                  <a:lnTo>
                    <a:pt x="30775" y="31238"/>
                  </a:lnTo>
                  <a:lnTo>
                    <a:pt x="30810" y="32981"/>
                  </a:lnTo>
                  <a:lnTo>
                    <a:pt x="30368" y="35053"/>
                  </a:lnTo>
                  <a:lnTo>
                    <a:pt x="29988" y="36460"/>
                  </a:lnTo>
                  <a:lnTo>
                    <a:pt x="29815" y="37412"/>
                  </a:lnTo>
                  <a:lnTo>
                    <a:pt x="29476" y="37813"/>
                  </a:lnTo>
                  <a:lnTo>
                    <a:pt x="26698" y="37726"/>
                  </a:lnTo>
                  <a:lnTo>
                    <a:pt x="26282" y="38063"/>
                  </a:lnTo>
                  <a:lnTo>
                    <a:pt x="26098" y="38471"/>
                  </a:lnTo>
                  <a:lnTo>
                    <a:pt x="26084" y="38810"/>
                  </a:lnTo>
                  <a:lnTo>
                    <a:pt x="27084" y="39441"/>
                  </a:lnTo>
                  <a:lnTo>
                    <a:pt x="28642" y="41660"/>
                  </a:lnTo>
                  <a:lnTo>
                    <a:pt x="29538" y="43809"/>
                  </a:lnTo>
                  <a:lnTo>
                    <a:pt x="30473" y="44749"/>
                  </a:lnTo>
                  <a:lnTo>
                    <a:pt x="31521" y="46463"/>
                  </a:lnTo>
                  <a:lnTo>
                    <a:pt x="32361" y="48061"/>
                  </a:lnTo>
                  <a:lnTo>
                    <a:pt x="33668" y="50129"/>
                  </a:lnTo>
                  <a:lnTo>
                    <a:pt x="35126" y="49451"/>
                  </a:lnTo>
                  <a:lnTo>
                    <a:pt x="37073" y="51290"/>
                  </a:lnTo>
                  <a:lnTo>
                    <a:pt x="37154" y="52541"/>
                  </a:lnTo>
                  <a:lnTo>
                    <a:pt x="37032" y="53657"/>
                  </a:lnTo>
                  <a:lnTo>
                    <a:pt x="35808" y="54875"/>
                  </a:lnTo>
                  <a:lnTo>
                    <a:pt x="35655" y="55379"/>
                  </a:lnTo>
                  <a:lnTo>
                    <a:pt x="35657" y="55802"/>
                  </a:lnTo>
                  <a:lnTo>
                    <a:pt x="35817" y="56400"/>
                  </a:lnTo>
                  <a:lnTo>
                    <a:pt x="36535" y="57397"/>
                  </a:lnTo>
                  <a:lnTo>
                    <a:pt x="37380" y="58874"/>
                  </a:lnTo>
                  <a:lnTo>
                    <a:pt x="38332" y="61086"/>
                  </a:lnTo>
                  <a:lnTo>
                    <a:pt x="37908" y="61744"/>
                  </a:lnTo>
                  <a:lnTo>
                    <a:pt x="37021" y="61839"/>
                  </a:lnTo>
                  <a:lnTo>
                    <a:pt x="36328" y="61568"/>
                  </a:lnTo>
                  <a:lnTo>
                    <a:pt x="36084" y="62016"/>
                  </a:lnTo>
                  <a:lnTo>
                    <a:pt x="36098" y="62741"/>
                  </a:lnTo>
                  <a:lnTo>
                    <a:pt x="36999" y="64419"/>
                  </a:lnTo>
                  <a:lnTo>
                    <a:pt x="37175" y="65644"/>
                  </a:lnTo>
                  <a:lnTo>
                    <a:pt x="37137" y="67770"/>
                  </a:lnTo>
                  <a:close/>
                </a:path>
              </a:pathLst>
            </a:custGeom>
            <a:solidFill>
              <a:srgbClr val="5AA35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g26"/>
            <p:cNvSpPr/>
            <p:nvPr/>
          </p:nvSpPr>
          <p:spPr>
            <a:xfrm>
              <a:off x="3881650" y="2420030"/>
              <a:ext cx="851" cy="2061"/>
            </a:xfrm>
            <a:custGeom>
              <a:avLst/>
              <a:pathLst>
                <a:path w="851" h="2061">
                  <a:moveTo>
                    <a:pt x="123" y="1724"/>
                  </a:moveTo>
                  <a:lnTo>
                    <a:pt x="526" y="2061"/>
                  </a:lnTo>
                  <a:lnTo>
                    <a:pt x="789" y="1724"/>
                  </a:lnTo>
                  <a:lnTo>
                    <a:pt x="851" y="937"/>
                  </a:lnTo>
                  <a:lnTo>
                    <a:pt x="758" y="224"/>
                  </a:lnTo>
                  <a:lnTo>
                    <a:pt x="432" y="0"/>
                  </a:lnTo>
                  <a:lnTo>
                    <a:pt x="30" y="187"/>
                  </a:lnTo>
                  <a:lnTo>
                    <a:pt x="0" y="973"/>
                  </a:lnTo>
                  <a:close/>
                </a:path>
              </a:pathLst>
            </a:custGeom>
            <a:solidFill>
              <a:srgbClr val="5AA35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g27"/>
            <p:cNvSpPr/>
            <p:nvPr/>
          </p:nvSpPr>
          <p:spPr>
            <a:xfrm>
              <a:off x="1251900" y="4055363"/>
              <a:ext cx="3075" cy="3024"/>
            </a:xfrm>
            <a:custGeom>
              <a:avLst/>
              <a:pathLst>
                <a:path w="3075" h="3024">
                  <a:moveTo>
                    <a:pt x="1148" y="2770"/>
                  </a:moveTo>
                  <a:lnTo>
                    <a:pt x="624" y="3024"/>
                  </a:lnTo>
                  <a:lnTo>
                    <a:pt x="0" y="1615"/>
                  </a:lnTo>
                  <a:lnTo>
                    <a:pt x="1214" y="548"/>
                  </a:lnTo>
                  <a:lnTo>
                    <a:pt x="1600" y="0"/>
                  </a:lnTo>
                  <a:lnTo>
                    <a:pt x="3075" y="277"/>
                  </a:lnTo>
                  <a:lnTo>
                    <a:pt x="2194" y="732"/>
                  </a:lnTo>
                  <a:close/>
                </a:path>
              </a:pathLst>
            </a:custGeom>
            <a:solidFill>
              <a:srgbClr val="F6FAF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g28"/>
            <p:cNvSpPr/>
            <p:nvPr/>
          </p:nvSpPr>
          <p:spPr>
            <a:xfrm>
              <a:off x="1337510" y="6081992"/>
              <a:ext cx="26333" cy="8838"/>
            </a:xfrm>
            <a:custGeom>
              <a:avLst/>
              <a:pathLst>
                <a:path w="26333" h="8838">
                  <a:moveTo>
                    <a:pt x="21963" y="8157"/>
                  </a:moveTo>
                  <a:lnTo>
                    <a:pt x="18171" y="8838"/>
                  </a:lnTo>
                  <a:lnTo>
                    <a:pt x="9133" y="7508"/>
                  </a:lnTo>
                  <a:lnTo>
                    <a:pt x="6749" y="6412"/>
                  </a:lnTo>
                  <a:lnTo>
                    <a:pt x="5454" y="5286"/>
                  </a:lnTo>
                  <a:lnTo>
                    <a:pt x="2971" y="4285"/>
                  </a:lnTo>
                  <a:lnTo>
                    <a:pt x="2366" y="3719"/>
                  </a:lnTo>
                  <a:lnTo>
                    <a:pt x="2361" y="2501"/>
                  </a:lnTo>
                  <a:lnTo>
                    <a:pt x="1969" y="1760"/>
                  </a:lnTo>
                  <a:lnTo>
                    <a:pt x="1121" y="1082"/>
                  </a:lnTo>
                  <a:lnTo>
                    <a:pt x="739" y="418"/>
                  </a:lnTo>
                  <a:lnTo>
                    <a:pt x="0" y="0"/>
                  </a:lnTo>
                  <a:lnTo>
                    <a:pt x="12156" y="655"/>
                  </a:lnTo>
                  <a:lnTo>
                    <a:pt x="16883" y="1670"/>
                  </a:lnTo>
                  <a:lnTo>
                    <a:pt x="17746" y="2366"/>
                  </a:lnTo>
                  <a:lnTo>
                    <a:pt x="26333" y="5445"/>
                  </a:lnTo>
                  <a:lnTo>
                    <a:pt x="23981" y="5907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g29"/>
            <p:cNvSpPr/>
            <p:nvPr/>
          </p:nvSpPr>
          <p:spPr>
            <a:xfrm>
              <a:off x="1396097" y="6050570"/>
              <a:ext cx="14065" cy="9831"/>
            </a:xfrm>
            <a:custGeom>
              <a:avLst/>
              <a:pathLst>
                <a:path w="14065" h="9831">
                  <a:moveTo>
                    <a:pt x="12202" y="9623"/>
                  </a:moveTo>
                  <a:lnTo>
                    <a:pt x="11120" y="9831"/>
                  </a:lnTo>
                  <a:lnTo>
                    <a:pt x="10171" y="8250"/>
                  </a:lnTo>
                  <a:lnTo>
                    <a:pt x="5403" y="5009"/>
                  </a:lnTo>
                  <a:lnTo>
                    <a:pt x="2626" y="2842"/>
                  </a:lnTo>
                  <a:lnTo>
                    <a:pt x="760" y="1162"/>
                  </a:lnTo>
                  <a:lnTo>
                    <a:pt x="0" y="0"/>
                  </a:lnTo>
                  <a:lnTo>
                    <a:pt x="914" y="14"/>
                  </a:lnTo>
                  <a:lnTo>
                    <a:pt x="7823" y="3581"/>
                  </a:lnTo>
                  <a:lnTo>
                    <a:pt x="8870" y="4963"/>
                  </a:lnTo>
                  <a:lnTo>
                    <a:pt x="14065" y="7430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g30"/>
            <p:cNvSpPr/>
            <p:nvPr/>
          </p:nvSpPr>
          <p:spPr>
            <a:xfrm>
              <a:off x="1335618" y="6035859"/>
              <a:ext cx="42461" cy="9349"/>
            </a:xfrm>
            <a:custGeom>
              <a:avLst/>
              <a:pathLst>
                <a:path w="42461" h="9349">
                  <a:moveTo>
                    <a:pt x="42461" y="9101"/>
                  </a:moveTo>
                  <a:lnTo>
                    <a:pt x="41195" y="9349"/>
                  </a:lnTo>
                  <a:lnTo>
                    <a:pt x="8508" y="5938"/>
                  </a:lnTo>
                  <a:lnTo>
                    <a:pt x="2256" y="4827"/>
                  </a:lnTo>
                  <a:lnTo>
                    <a:pt x="744" y="4201"/>
                  </a:lnTo>
                  <a:lnTo>
                    <a:pt x="145" y="3624"/>
                  </a:lnTo>
                  <a:lnTo>
                    <a:pt x="0" y="3234"/>
                  </a:lnTo>
                  <a:lnTo>
                    <a:pt x="258" y="2089"/>
                  </a:lnTo>
                  <a:lnTo>
                    <a:pt x="1001" y="1258"/>
                  </a:lnTo>
                  <a:lnTo>
                    <a:pt x="9147" y="0"/>
                  </a:lnTo>
                  <a:lnTo>
                    <a:pt x="18216" y="940"/>
                  </a:lnTo>
                  <a:lnTo>
                    <a:pt x="29159" y="3405"/>
                  </a:lnTo>
                  <a:lnTo>
                    <a:pt x="36723" y="5379"/>
                  </a:lnTo>
                  <a:lnTo>
                    <a:pt x="40636" y="7110"/>
                  </a:lnTo>
                  <a:lnTo>
                    <a:pt x="42238" y="8437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g31"/>
            <p:cNvSpPr/>
            <p:nvPr/>
          </p:nvSpPr>
          <p:spPr>
            <a:xfrm>
              <a:off x="1435554" y="5991065"/>
              <a:ext cx="22189" cy="7993"/>
            </a:xfrm>
            <a:custGeom>
              <a:avLst/>
              <a:pathLst>
                <a:path w="22189" h="7993">
                  <a:moveTo>
                    <a:pt x="22189" y="7912"/>
                  </a:moveTo>
                  <a:lnTo>
                    <a:pt x="19951" y="7993"/>
                  </a:lnTo>
                  <a:lnTo>
                    <a:pt x="17090" y="7699"/>
                  </a:lnTo>
                  <a:lnTo>
                    <a:pt x="14889" y="6942"/>
                  </a:lnTo>
                  <a:lnTo>
                    <a:pt x="9865" y="5932"/>
                  </a:lnTo>
                  <a:lnTo>
                    <a:pt x="8608" y="3967"/>
                  </a:lnTo>
                  <a:lnTo>
                    <a:pt x="2752" y="2392"/>
                  </a:lnTo>
                  <a:lnTo>
                    <a:pt x="0" y="1893"/>
                  </a:lnTo>
                  <a:lnTo>
                    <a:pt x="937" y="0"/>
                  </a:lnTo>
                  <a:lnTo>
                    <a:pt x="7177" y="2516"/>
                  </a:lnTo>
                  <a:lnTo>
                    <a:pt x="14820" y="5023"/>
                  </a:lnTo>
                  <a:lnTo>
                    <a:pt x="21032" y="6564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g32"/>
            <p:cNvSpPr/>
            <p:nvPr/>
          </p:nvSpPr>
          <p:spPr>
            <a:xfrm>
              <a:off x="2519972" y="5990341"/>
              <a:ext cx="90788" cy="35669"/>
            </a:xfrm>
            <a:custGeom>
              <a:avLst/>
              <a:pathLst>
                <a:path w="90788" h="35669">
                  <a:moveTo>
                    <a:pt x="85763" y="17821"/>
                  </a:moveTo>
                  <a:lnTo>
                    <a:pt x="85278" y="24144"/>
                  </a:lnTo>
                  <a:lnTo>
                    <a:pt x="85308" y="27052"/>
                  </a:lnTo>
                  <a:lnTo>
                    <a:pt x="84648" y="29320"/>
                  </a:lnTo>
                  <a:lnTo>
                    <a:pt x="83418" y="30532"/>
                  </a:lnTo>
                  <a:lnTo>
                    <a:pt x="81002" y="32495"/>
                  </a:lnTo>
                  <a:lnTo>
                    <a:pt x="79252" y="33695"/>
                  </a:lnTo>
                  <a:lnTo>
                    <a:pt x="75418" y="35669"/>
                  </a:lnTo>
                  <a:lnTo>
                    <a:pt x="57862" y="33923"/>
                  </a:lnTo>
                  <a:lnTo>
                    <a:pt x="49975" y="32304"/>
                  </a:lnTo>
                  <a:lnTo>
                    <a:pt x="46686" y="30281"/>
                  </a:lnTo>
                  <a:lnTo>
                    <a:pt x="46129" y="29358"/>
                  </a:lnTo>
                  <a:lnTo>
                    <a:pt x="45136" y="26192"/>
                  </a:lnTo>
                  <a:lnTo>
                    <a:pt x="44204" y="25229"/>
                  </a:lnTo>
                  <a:lnTo>
                    <a:pt x="37246" y="25884"/>
                  </a:lnTo>
                  <a:lnTo>
                    <a:pt x="32979" y="26871"/>
                  </a:lnTo>
                  <a:lnTo>
                    <a:pt x="32231" y="27387"/>
                  </a:lnTo>
                  <a:lnTo>
                    <a:pt x="31092" y="29341"/>
                  </a:lnTo>
                  <a:lnTo>
                    <a:pt x="30503" y="29771"/>
                  </a:lnTo>
                  <a:lnTo>
                    <a:pt x="19113" y="25601"/>
                  </a:lnTo>
                  <a:lnTo>
                    <a:pt x="7158" y="20713"/>
                  </a:lnTo>
                  <a:lnTo>
                    <a:pt x="2190" y="18219"/>
                  </a:lnTo>
                  <a:lnTo>
                    <a:pt x="457" y="17065"/>
                  </a:lnTo>
                  <a:lnTo>
                    <a:pt x="0" y="16335"/>
                  </a:lnTo>
                  <a:lnTo>
                    <a:pt x="1097" y="15348"/>
                  </a:lnTo>
                  <a:lnTo>
                    <a:pt x="2226" y="14702"/>
                  </a:lnTo>
                  <a:lnTo>
                    <a:pt x="3515" y="14283"/>
                  </a:lnTo>
                  <a:lnTo>
                    <a:pt x="4804" y="14220"/>
                  </a:lnTo>
                  <a:lnTo>
                    <a:pt x="5792" y="14589"/>
                  </a:lnTo>
                  <a:lnTo>
                    <a:pt x="6748" y="15282"/>
                  </a:lnTo>
                  <a:lnTo>
                    <a:pt x="7355" y="17882"/>
                  </a:lnTo>
                  <a:lnTo>
                    <a:pt x="7990" y="18326"/>
                  </a:lnTo>
                  <a:lnTo>
                    <a:pt x="9640" y="19013"/>
                  </a:lnTo>
                  <a:lnTo>
                    <a:pt x="51824" y="18684"/>
                  </a:lnTo>
                  <a:lnTo>
                    <a:pt x="55321" y="18545"/>
                  </a:lnTo>
                  <a:lnTo>
                    <a:pt x="62616" y="17821"/>
                  </a:lnTo>
                  <a:lnTo>
                    <a:pt x="66521" y="16710"/>
                  </a:lnTo>
                  <a:lnTo>
                    <a:pt x="67969" y="15236"/>
                  </a:lnTo>
                  <a:lnTo>
                    <a:pt x="64426" y="14858"/>
                  </a:lnTo>
                  <a:lnTo>
                    <a:pt x="63052" y="13735"/>
                  </a:lnTo>
                  <a:lnTo>
                    <a:pt x="61872" y="11623"/>
                  </a:lnTo>
                  <a:lnTo>
                    <a:pt x="61597" y="9701"/>
                  </a:lnTo>
                  <a:lnTo>
                    <a:pt x="61995" y="8235"/>
                  </a:lnTo>
                  <a:lnTo>
                    <a:pt x="66649" y="7528"/>
                  </a:lnTo>
                  <a:lnTo>
                    <a:pt x="67333" y="7011"/>
                  </a:lnTo>
                  <a:lnTo>
                    <a:pt x="66114" y="6192"/>
                  </a:lnTo>
                  <a:lnTo>
                    <a:pt x="66152" y="4308"/>
                  </a:lnTo>
                  <a:lnTo>
                    <a:pt x="68932" y="3580"/>
                  </a:lnTo>
                  <a:lnTo>
                    <a:pt x="70013" y="2005"/>
                  </a:lnTo>
                  <a:lnTo>
                    <a:pt x="75467" y="0"/>
                  </a:lnTo>
                  <a:lnTo>
                    <a:pt x="84064" y="1061"/>
                  </a:lnTo>
                  <a:lnTo>
                    <a:pt x="86100" y="3967"/>
                  </a:lnTo>
                  <a:lnTo>
                    <a:pt x="85538" y="5820"/>
                  </a:lnTo>
                  <a:lnTo>
                    <a:pt x="85133" y="7684"/>
                  </a:lnTo>
                  <a:lnTo>
                    <a:pt x="85107" y="10636"/>
                  </a:lnTo>
                  <a:lnTo>
                    <a:pt x="88637" y="11051"/>
                  </a:lnTo>
                  <a:lnTo>
                    <a:pt x="89738" y="12110"/>
                  </a:lnTo>
                  <a:lnTo>
                    <a:pt x="90788" y="13450"/>
                  </a:lnTo>
                  <a:lnTo>
                    <a:pt x="89509" y="13493"/>
                  </a:lnTo>
                  <a:lnTo>
                    <a:pt x="88248" y="13799"/>
                  </a:lnTo>
                  <a:lnTo>
                    <a:pt x="87245" y="15201"/>
                  </a:lnTo>
                  <a:lnTo>
                    <a:pt x="86381" y="16970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g33"/>
            <p:cNvSpPr/>
            <p:nvPr/>
          </p:nvSpPr>
          <p:spPr>
            <a:xfrm>
              <a:off x="2943732" y="5987187"/>
              <a:ext cx="29076" cy="11126"/>
            </a:xfrm>
            <a:custGeom>
              <a:avLst/>
              <a:pathLst>
                <a:path w="29076" h="11126">
                  <a:moveTo>
                    <a:pt x="10742" y="4850"/>
                  </a:moveTo>
                  <a:lnTo>
                    <a:pt x="12372" y="5442"/>
                  </a:lnTo>
                  <a:lnTo>
                    <a:pt x="14130" y="4048"/>
                  </a:lnTo>
                  <a:lnTo>
                    <a:pt x="13879" y="2706"/>
                  </a:lnTo>
                  <a:lnTo>
                    <a:pt x="14872" y="386"/>
                  </a:lnTo>
                  <a:lnTo>
                    <a:pt x="16332" y="2920"/>
                  </a:lnTo>
                  <a:lnTo>
                    <a:pt x="25951" y="5583"/>
                  </a:lnTo>
                  <a:lnTo>
                    <a:pt x="29076" y="8134"/>
                  </a:lnTo>
                  <a:lnTo>
                    <a:pt x="27781" y="8734"/>
                  </a:lnTo>
                  <a:lnTo>
                    <a:pt x="26814" y="8619"/>
                  </a:lnTo>
                  <a:lnTo>
                    <a:pt x="24024" y="8919"/>
                  </a:lnTo>
                  <a:lnTo>
                    <a:pt x="19233" y="11126"/>
                  </a:lnTo>
                  <a:lnTo>
                    <a:pt x="14086" y="8988"/>
                  </a:lnTo>
                  <a:lnTo>
                    <a:pt x="4948" y="7488"/>
                  </a:lnTo>
                  <a:lnTo>
                    <a:pt x="2147" y="6360"/>
                  </a:lnTo>
                  <a:lnTo>
                    <a:pt x="0" y="2900"/>
                  </a:lnTo>
                  <a:lnTo>
                    <a:pt x="3898" y="0"/>
                  </a:lnTo>
                  <a:lnTo>
                    <a:pt x="4818" y="308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g34"/>
            <p:cNvSpPr/>
            <p:nvPr/>
          </p:nvSpPr>
          <p:spPr>
            <a:xfrm>
              <a:off x="2936627" y="5984102"/>
              <a:ext cx="7919" cy="4518"/>
            </a:xfrm>
            <a:custGeom>
              <a:avLst/>
              <a:pathLst>
                <a:path w="7919" h="4518">
                  <a:moveTo>
                    <a:pt x="2933" y="4247"/>
                  </a:moveTo>
                  <a:lnTo>
                    <a:pt x="833" y="4518"/>
                  </a:lnTo>
                  <a:lnTo>
                    <a:pt x="0" y="3794"/>
                  </a:lnTo>
                  <a:lnTo>
                    <a:pt x="1004" y="1843"/>
                  </a:lnTo>
                  <a:lnTo>
                    <a:pt x="2518" y="141"/>
                  </a:lnTo>
                  <a:lnTo>
                    <a:pt x="5280" y="0"/>
                  </a:lnTo>
                  <a:lnTo>
                    <a:pt x="7919" y="1122"/>
                  </a:lnTo>
                  <a:lnTo>
                    <a:pt x="7635" y="2184"/>
                  </a:lnTo>
                  <a:lnTo>
                    <a:pt x="7093" y="2279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g35"/>
            <p:cNvSpPr/>
            <p:nvPr/>
          </p:nvSpPr>
          <p:spPr>
            <a:xfrm>
              <a:off x="2507327" y="5984059"/>
              <a:ext cx="28082" cy="16341"/>
            </a:xfrm>
            <a:custGeom>
              <a:avLst/>
              <a:pathLst>
                <a:path w="28082" h="16341">
                  <a:moveTo>
                    <a:pt x="19927" y="16234"/>
                  </a:moveTo>
                  <a:lnTo>
                    <a:pt x="18787" y="16341"/>
                  </a:lnTo>
                  <a:lnTo>
                    <a:pt x="18149" y="16153"/>
                  </a:lnTo>
                  <a:lnTo>
                    <a:pt x="17572" y="15539"/>
                  </a:lnTo>
                  <a:lnTo>
                    <a:pt x="17041" y="13147"/>
                  </a:lnTo>
                  <a:lnTo>
                    <a:pt x="11023" y="11242"/>
                  </a:lnTo>
                  <a:lnTo>
                    <a:pt x="10315" y="10171"/>
                  </a:lnTo>
                  <a:lnTo>
                    <a:pt x="9933" y="7828"/>
                  </a:lnTo>
                  <a:lnTo>
                    <a:pt x="8914" y="6896"/>
                  </a:lnTo>
                  <a:lnTo>
                    <a:pt x="1091" y="2712"/>
                  </a:lnTo>
                  <a:lnTo>
                    <a:pt x="462" y="1803"/>
                  </a:lnTo>
                  <a:lnTo>
                    <a:pt x="0" y="516"/>
                  </a:lnTo>
                  <a:lnTo>
                    <a:pt x="1472" y="0"/>
                  </a:lnTo>
                  <a:lnTo>
                    <a:pt x="4515" y="943"/>
                  </a:lnTo>
                  <a:lnTo>
                    <a:pt x="10113" y="1188"/>
                  </a:lnTo>
                  <a:lnTo>
                    <a:pt x="11302" y="1590"/>
                  </a:lnTo>
                  <a:lnTo>
                    <a:pt x="12473" y="2351"/>
                  </a:lnTo>
                  <a:lnTo>
                    <a:pt x="18706" y="2469"/>
                  </a:lnTo>
                  <a:lnTo>
                    <a:pt x="21870" y="2836"/>
                  </a:lnTo>
                  <a:lnTo>
                    <a:pt x="23624" y="6184"/>
                  </a:lnTo>
                  <a:lnTo>
                    <a:pt x="27171" y="7162"/>
                  </a:lnTo>
                  <a:lnTo>
                    <a:pt x="27655" y="9115"/>
                  </a:lnTo>
                  <a:lnTo>
                    <a:pt x="28082" y="12584"/>
                  </a:lnTo>
                  <a:lnTo>
                    <a:pt x="23274" y="15132"/>
                  </a:lnTo>
                  <a:lnTo>
                    <a:pt x="22172" y="15530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g36"/>
            <p:cNvSpPr/>
            <p:nvPr/>
          </p:nvSpPr>
          <p:spPr>
            <a:xfrm>
              <a:off x="2498306" y="5974770"/>
              <a:ext cx="18040" cy="8484"/>
            </a:xfrm>
            <a:custGeom>
              <a:avLst/>
              <a:pathLst>
                <a:path w="18040" h="8484">
                  <a:moveTo>
                    <a:pt x="15685" y="7049"/>
                  </a:moveTo>
                  <a:lnTo>
                    <a:pt x="13583" y="8484"/>
                  </a:lnTo>
                  <a:lnTo>
                    <a:pt x="4721" y="7814"/>
                  </a:lnTo>
                  <a:lnTo>
                    <a:pt x="1716" y="7384"/>
                  </a:lnTo>
                  <a:lnTo>
                    <a:pt x="0" y="6599"/>
                  </a:lnTo>
                  <a:lnTo>
                    <a:pt x="1543" y="3520"/>
                  </a:lnTo>
                  <a:lnTo>
                    <a:pt x="2736" y="2487"/>
                  </a:lnTo>
                  <a:lnTo>
                    <a:pt x="3850" y="2095"/>
                  </a:lnTo>
                  <a:lnTo>
                    <a:pt x="6292" y="386"/>
                  </a:lnTo>
                  <a:lnTo>
                    <a:pt x="10173" y="0"/>
                  </a:lnTo>
                  <a:lnTo>
                    <a:pt x="13094" y="262"/>
                  </a:lnTo>
                  <a:lnTo>
                    <a:pt x="18040" y="1607"/>
                  </a:lnTo>
                  <a:lnTo>
                    <a:pt x="16769" y="2880"/>
                  </a:lnTo>
                  <a:lnTo>
                    <a:pt x="15958" y="3356"/>
                  </a:lnTo>
                  <a:lnTo>
                    <a:pt x="15161" y="5318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g37"/>
            <p:cNvSpPr/>
            <p:nvPr/>
          </p:nvSpPr>
          <p:spPr>
            <a:xfrm>
              <a:off x="2887665" y="5971105"/>
              <a:ext cx="32498" cy="7892"/>
            </a:xfrm>
            <a:custGeom>
              <a:avLst/>
              <a:pathLst>
                <a:path w="32498" h="7892">
                  <a:moveTo>
                    <a:pt x="32498" y="6806"/>
                  </a:moveTo>
                  <a:lnTo>
                    <a:pt x="31087" y="7892"/>
                  </a:lnTo>
                  <a:lnTo>
                    <a:pt x="1456" y="6028"/>
                  </a:lnTo>
                  <a:lnTo>
                    <a:pt x="0" y="5693"/>
                  </a:lnTo>
                  <a:lnTo>
                    <a:pt x="424" y="3508"/>
                  </a:lnTo>
                  <a:lnTo>
                    <a:pt x="4423" y="3122"/>
                  </a:lnTo>
                  <a:lnTo>
                    <a:pt x="6736" y="2692"/>
                  </a:lnTo>
                  <a:lnTo>
                    <a:pt x="9878" y="1739"/>
                  </a:lnTo>
                  <a:lnTo>
                    <a:pt x="12229" y="54"/>
                  </a:lnTo>
                  <a:lnTo>
                    <a:pt x="12992" y="0"/>
                  </a:lnTo>
                  <a:lnTo>
                    <a:pt x="26924" y="3927"/>
                  </a:lnTo>
                  <a:lnTo>
                    <a:pt x="31760" y="5569"/>
                  </a:lnTo>
                  <a:lnTo>
                    <a:pt x="32340" y="6362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g38"/>
            <p:cNvSpPr/>
            <p:nvPr/>
          </p:nvSpPr>
          <p:spPr>
            <a:xfrm>
              <a:off x="1331591" y="5960145"/>
              <a:ext cx="64410" cy="33254"/>
            </a:xfrm>
            <a:custGeom>
              <a:avLst/>
              <a:pathLst>
                <a:path w="64410" h="33254">
                  <a:moveTo>
                    <a:pt x="63723" y="32157"/>
                  </a:moveTo>
                  <a:lnTo>
                    <a:pt x="48499" y="33254"/>
                  </a:lnTo>
                  <a:lnTo>
                    <a:pt x="42349" y="32293"/>
                  </a:lnTo>
                  <a:lnTo>
                    <a:pt x="29445" y="29087"/>
                  </a:lnTo>
                  <a:lnTo>
                    <a:pt x="11753" y="23215"/>
                  </a:lnTo>
                  <a:lnTo>
                    <a:pt x="6937" y="21359"/>
                  </a:lnTo>
                  <a:lnTo>
                    <a:pt x="3786" y="19786"/>
                  </a:lnTo>
                  <a:lnTo>
                    <a:pt x="680" y="17778"/>
                  </a:lnTo>
                  <a:lnTo>
                    <a:pt x="0" y="15553"/>
                  </a:lnTo>
                  <a:lnTo>
                    <a:pt x="447" y="12367"/>
                  </a:lnTo>
                  <a:lnTo>
                    <a:pt x="1000" y="9799"/>
                  </a:lnTo>
                  <a:lnTo>
                    <a:pt x="1902" y="8160"/>
                  </a:lnTo>
                  <a:lnTo>
                    <a:pt x="5691" y="6195"/>
                  </a:lnTo>
                  <a:lnTo>
                    <a:pt x="7572" y="4037"/>
                  </a:lnTo>
                  <a:lnTo>
                    <a:pt x="11411" y="1794"/>
                  </a:lnTo>
                  <a:lnTo>
                    <a:pt x="12498" y="86"/>
                  </a:lnTo>
                  <a:lnTo>
                    <a:pt x="14106" y="0"/>
                  </a:lnTo>
                  <a:lnTo>
                    <a:pt x="17170" y="179"/>
                  </a:lnTo>
                  <a:lnTo>
                    <a:pt x="20231" y="669"/>
                  </a:lnTo>
                  <a:lnTo>
                    <a:pt x="23053" y="1211"/>
                  </a:lnTo>
                  <a:lnTo>
                    <a:pt x="25848" y="2196"/>
                  </a:lnTo>
                  <a:lnTo>
                    <a:pt x="32157" y="5373"/>
                  </a:lnTo>
                  <a:lnTo>
                    <a:pt x="36539" y="8507"/>
                  </a:lnTo>
                  <a:lnTo>
                    <a:pt x="42865" y="12189"/>
                  </a:lnTo>
                  <a:lnTo>
                    <a:pt x="49139" y="16321"/>
                  </a:lnTo>
                  <a:lnTo>
                    <a:pt x="52625" y="17882"/>
                  </a:lnTo>
                  <a:lnTo>
                    <a:pt x="56031" y="20190"/>
                  </a:lnTo>
                  <a:lnTo>
                    <a:pt x="59264" y="23313"/>
                  </a:lnTo>
                  <a:lnTo>
                    <a:pt x="59903" y="24409"/>
                  </a:lnTo>
                  <a:lnTo>
                    <a:pt x="61247" y="25762"/>
                  </a:lnTo>
                  <a:lnTo>
                    <a:pt x="62056" y="27130"/>
                  </a:lnTo>
                  <a:lnTo>
                    <a:pt x="62921" y="28230"/>
                  </a:lnTo>
                  <a:lnTo>
                    <a:pt x="63742" y="28821"/>
                  </a:lnTo>
                  <a:lnTo>
                    <a:pt x="64410" y="30022"/>
                  </a:lnTo>
                  <a:lnTo>
                    <a:pt x="64251" y="31361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g39"/>
            <p:cNvSpPr/>
            <p:nvPr/>
          </p:nvSpPr>
          <p:spPr>
            <a:xfrm>
              <a:off x="2458885" y="5948225"/>
              <a:ext cx="61612" cy="40402"/>
            </a:xfrm>
            <a:custGeom>
              <a:avLst/>
              <a:pathLst>
                <a:path w="61612" h="40402">
                  <a:moveTo>
                    <a:pt x="17664" y="40309"/>
                  </a:moveTo>
                  <a:lnTo>
                    <a:pt x="15002" y="40402"/>
                  </a:lnTo>
                  <a:lnTo>
                    <a:pt x="9747" y="40148"/>
                  </a:lnTo>
                  <a:lnTo>
                    <a:pt x="4503" y="39138"/>
                  </a:lnTo>
                  <a:lnTo>
                    <a:pt x="3141" y="38647"/>
                  </a:lnTo>
                  <a:lnTo>
                    <a:pt x="1180" y="37005"/>
                  </a:lnTo>
                  <a:lnTo>
                    <a:pt x="589" y="36134"/>
                  </a:lnTo>
                  <a:lnTo>
                    <a:pt x="70" y="35011"/>
                  </a:lnTo>
                  <a:lnTo>
                    <a:pt x="0" y="33349"/>
                  </a:lnTo>
                  <a:lnTo>
                    <a:pt x="1414" y="27480"/>
                  </a:lnTo>
                  <a:lnTo>
                    <a:pt x="4016" y="24028"/>
                  </a:lnTo>
                  <a:lnTo>
                    <a:pt x="6447" y="21982"/>
                  </a:lnTo>
                  <a:lnTo>
                    <a:pt x="14108" y="17310"/>
                  </a:lnTo>
                  <a:lnTo>
                    <a:pt x="15106" y="16782"/>
                  </a:lnTo>
                  <a:lnTo>
                    <a:pt x="22079" y="14586"/>
                  </a:lnTo>
                  <a:lnTo>
                    <a:pt x="24811" y="13398"/>
                  </a:lnTo>
                  <a:lnTo>
                    <a:pt x="29070" y="10945"/>
                  </a:lnTo>
                  <a:lnTo>
                    <a:pt x="52466" y="1382"/>
                  </a:lnTo>
                  <a:lnTo>
                    <a:pt x="57833" y="0"/>
                  </a:lnTo>
                  <a:lnTo>
                    <a:pt x="60245" y="1004"/>
                  </a:lnTo>
                  <a:lnTo>
                    <a:pt x="61612" y="2008"/>
                  </a:lnTo>
                  <a:lnTo>
                    <a:pt x="60893" y="3130"/>
                  </a:lnTo>
                  <a:lnTo>
                    <a:pt x="57735" y="5863"/>
                  </a:lnTo>
                  <a:lnTo>
                    <a:pt x="56270" y="7499"/>
                  </a:lnTo>
                  <a:lnTo>
                    <a:pt x="52436" y="10835"/>
                  </a:lnTo>
                  <a:lnTo>
                    <a:pt x="44197" y="16404"/>
                  </a:lnTo>
                  <a:lnTo>
                    <a:pt x="38336" y="20609"/>
                  </a:lnTo>
                  <a:lnTo>
                    <a:pt x="30866" y="26435"/>
                  </a:lnTo>
                  <a:lnTo>
                    <a:pt x="29116" y="28487"/>
                  </a:lnTo>
                  <a:lnTo>
                    <a:pt x="25557" y="33320"/>
                  </a:lnTo>
                  <a:lnTo>
                    <a:pt x="26191" y="35513"/>
                  </a:lnTo>
                  <a:lnTo>
                    <a:pt x="25005" y="38491"/>
                  </a:lnTo>
                  <a:lnTo>
                    <a:pt x="20318" y="39899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g40"/>
            <p:cNvSpPr/>
            <p:nvPr/>
          </p:nvSpPr>
          <p:spPr>
            <a:xfrm>
              <a:off x="5356956" y="5938670"/>
              <a:ext cx="19868" cy="9280"/>
            </a:xfrm>
            <a:custGeom>
              <a:avLst/>
              <a:pathLst>
                <a:path w="19868" h="9280">
                  <a:moveTo>
                    <a:pt x="19868" y="4403"/>
                  </a:moveTo>
                  <a:lnTo>
                    <a:pt x="18341" y="6608"/>
                  </a:lnTo>
                  <a:lnTo>
                    <a:pt x="16628" y="7583"/>
                  </a:lnTo>
                  <a:lnTo>
                    <a:pt x="11257" y="6798"/>
                  </a:lnTo>
                  <a:lnTo>
                    <a:pt x="7476" y="8625"/>
                  </a:lnTo>
                  <a:lnTo>
                    <a:pt x="3319" y="9280"/>
                  </a:lnTo>
                  <a:lnTo>
                    <a:pt x="1333" y="8339"/>
                  </a:lnTo>
                  <a:lnTo>
                    <a:pt x="464" y="6530"/>
                  </a:lnTo>
                  <a:lnTo>
                    <a:pt x="0" y="4103"/>
                  </a:lnTo>
                  <a:lnTo>
                    <a:pt x="4" y="3237"/>
                  </a:lnTo>
                  <a:lnTo>
                    <a:pt x="1202" y="2874"/>
                  </a:lnTo>
                  <a:lnTo>
                    <a:pt x="6758" y="4599"/>
                  </a:lnTo>
                  <a:lnTo>
                    <a:pt x="9108" y="6074"/>
                  </a:lnTo>
                  <a:lnTo>
                    <a:pt x="10373" y="6028"/>
                  </a:lnTo>
                  <a:lnTo>
                    <a:pt x="13715" y="4066"/>
                  </a:lnTo>
                  <a:lnTo>
                    <a:pt x="16471" y="1578"/>
                  </a:lnTo>
                  <a:lnTo>
                    <a:pt x="17182" y="415"/>
                  </a:lnTo>
                  <a:lnTo>
                    <a:pt x="18102" y="0"/>
                  </a:lnTo>
                  <a:lnTo>
                    <a:pt x="19272" y="883"/>
                  </a:lnTo>
                  <a:lnTo>
                    <a:pt x="19832" y="3526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g41"/>
            <p:cNvSpPr/>
            <p:nvPr/>
          </p:nvSpPr>
          <p:spPr>
            <a:xfrm>
              <a:off x="2671088" y="5932550"/>
              <a:ext cx="139262" cy="91154"/>
            </a:xfrm>
            <a:custGeom>
              <a:avLst/>
              <a:pathLst>
                <a:path w="139262" h="91154">
                  <a:moveTo>
                    <a:pt x="111499" y="30302"/>
                  </a:moveTo>
                  <a:lnTo>
                    <a:pt x="113097" y="30405"/>
                  </a:lnTo>
                  <a:lnTo>
                    <a:pt x="119498" y="30111"/>
                  </a:lnTo>
                  <a:lnTo>
                    <a:pt x="125899" y="30180"/>
                  </a:lnTo>
                  <a:lnTo>
                    <a:pt x="129787" y="30530"/>
                  </a:lnTo>
                  <a:lnTo>
                    <a:pt x="130942" y="31346"/>
                  </a:lnTo>
                  <a:lnTo>
                    <a:pt x="131953" y="32997"/>
                  </a:lnTo>
                  <a:lnTo>
                    <a:pt x="133095" y="35588"/>
                  </a:lnTo>
                  <a:lnTo>
                    <a:pt x="134155" y="38399"/>
                  </a:lnTo>
                  <a:lnTo>
                    <a:pt x="135331" y="40713"/>
                  </a:lnTo>
                  <a:lnTo>
                    <a:pt x="136021" y="44759"/>
                  </a:lnTo>
                  <a:lnTo>
                    <a:pt x="137141" y="46236"/>
                  </a:lnTo>
                  <a:lnTo>
                    <a:pt x="139009" y="49990"/>
                  </a:lnTo>
                  <a:lnTo>
                    <a:pt x="139262" y="53006"/>
                  </a:lnTo>
                  <a:lnTo>
                    <a:pt x="138709" y="59571"/>
                  </a:lnTo>
                  <a:lnTo>
                    <a:pt x="137784" y="62234"/>
                  </a:lnTo>
                  <a:lnTo>
                    <a:pt x="135330" y="64811"/>
                  </a:lnTo>
                  <a:lnTo>
                    <a:pt x="132545" y="64537"/>
                  </a:lnTo>
                  <a:lnTo>
                    <a:pt x="131272" y="64673"/>
                  </a:lnTo>
                  <a:lnTo>
                    <a:pt x="130012" y="65152"/>
                  </a:lnTo>
                  <a:lnTo>
                    <a:pt x="129542" y="65530"/>
                  </a:lnTo>
                  <a:lnTo>
                    <a:pt x="129347" y="66049"/>
                  </a:lnTo>
                  <a:lnTo>
                    <a:pt x="132616" y="68265"/>
                  </a:lnTo>
                  <a:lnTo>
                    <a:pt x="132995" y="69079"/>
                  </a:lnTo>
                  <a:lnTo>
                    <a:pt x="133057" y="70025"/>
                  </a:lnTo>
                  <a:lnTo>
                    <a:pt x="132624" y="70704"/>
                  </a:lnTo>
                  <a:lnTo>
                    <a:pt x="132153" y="71099"/>
                  </a:lnTo>
                  <a:lnTo>
                    <a:pt x="63179" y="84437"/>
                  </a:lnTo>
                  <a:lnTo>
                    <a:pt x="60462" y="85149"/>
                  </a:lnTo>
                  <a:lnTo>
                    <a:pt x="57790" y="86491"/>
                  </a:lnTo>
                  <a:lnTo>
                    <a:pt x="56917" y="87700"/>
                  </a:lnTo>
                  <a:lnTo>
                    <a:pt x="56043" y="88615"/>
                  </a:lnTo>
                  <a:lnTo>
                    <a:pt x="2548" y="91154"/>
                  </a:lnTo>
                  <a:lnTo>
                    <a:pt x="2065" y="90970"/>
                  </a:lnTo>
                  <a:lnTo>
                    <a:pt x="1587" y="90470"/>
                  </a:lnTo>
                  <a:lnTo>
                    <a:pt x="253" y="87911"/>
                  </a:lnTo>
                  <a:lnTo>
                    <a:pt x="0" y="83871"/>
                  </a:lnTo>
                  <a:lnTo>
                    <a:pt x="297" y="82269"/>
                  </a:lnTo>
                  <a:lnTo>
                    <a:pt x="2949" y="80705"/>
                  </a:lnTo>
                  <a:lnTo>
                    <a:pt x="3981" y="79848"/>
                  </a:lnTo>
                  <a:lnTo>
                    <a:pt x="8476" y="73826"/>
                  </a:lnTo>
                  <a:lnTo>
                    <a:pt x="10837" y="71027"/>
                  </a:lnTo>
                  <a:lnTo>
                    <a:pt x="11915" y="68658"/>
                  </a:lnTo>
                  <a:lnTo>
                    <a:pt x="12493" y="68825"/>
                  </a:lnTo>
                  <a:lnTo>
                    <a:pt x="14565" y="70199"/>
                  </a:lnTo>
                  <a:lnTo>
                    <a:pt x="16064" y="70614"/>
                  </a:lnTo>
                  <a:lnTo>
                    <a:pt x="19065" y="70052"/>
                  </a:lnTo>
                  <a:lnTo>
                    <a:pt x="21995" y="68369"/>
                  </a:lnTo>
                  <a:lnTo>
                    <a:pt x="23284" y="67411"/>
                  </a:lnTo>
                  <a:lnTo>
                    <a:pt x="24550" y="67743"/>
                  </a:lnTo>
                  <a:lnTo>
                    <a:pt x="24782" y="69169"/>
                  </a:lnTo>
                  <a:lnTo>
                    <a:pt x="25281" y="69616"/>
                  </a:lnTo>
                  <a:lnTo>
                    <a:pt x="32421" y="65143"/>
                  </a:lnTo>
                  <a:lnTo>
                    <a:pt x="38849" y="60116"/>
                  </a:lnTo>
                  <a:lnTo>
                    <a:pt x="45180" y="54414"/>
                  </a:lnTo>
                  <a:lnTo>
                    <a:pt x="48383" y="51015"/>
                  </a:lnTo>
                  <a:lnTo>
                    <a:pt x="49142" y="50063"/>
                  </a:lnTo>
                  <a:lnTo>
                    <a:pt x="49683" y="48591"/>
                  </a:lnTo>
                  <a:lnTo>
                    <a:pt x="49239" y="47165"/>
                  </a:lnTo>
                  <a:lnTo>
                    <a:pt x="48662" y="45887"/>
                  </a:lnTo>
                  <a:lnTo>
                    <a:pt x="48164" y="45388"/>
                  </a:lnTo>
                  <a:lnTo>
                    <a:pt x="47624" y="45151"/>
                  </a:lnTo>
                  <a:lnTo>
                    <a:pt x="44343" y="44248"/>
                  </a:lnTo>
                  <a:lnTo>
                    <a:pt x="45367" y="42773"/>
                  </a:lnTo>
                  <a:lnTo>
                    <a:pt x="46290" y="40984"/>
                  </a:lnTo>
                  <a:lnTo>
                    <a:pt x="46936" y="38979"/>
                  </a:lnTo>
                  <a:lnTo>
                    <a:pt x="47154" y="36537"/>
                  </a:lnTo>
                  <a:lnTo>
                    <a:pt x="47016" y="35300"/>
                  </a:lnTo>
                  <a:lnTo>
                    <a:pt x="47153" y="34414"/>
                  </a:lnTo>
                  <a:lnTo>
                    <a:pt x="48648" y="33614"/>
                  </a:lnTo>
                  <a:lnTo>
                    <a:pt x="49648" y="32414"/>
                  </a:lnTo>
                  <a:lnTo>
                    <a:pt x="50328" y="30968"/>
                  </a:lnTo>
                  <a:lnTo>
                    <a:pt x="49189" y="30524"/>
                  </a:lnTo>
                  <a:lnTo>
                    <a:pt x="48678" y="29407"/>
                  </a:lnTo>
                  <a:lnTo>
                    <a:pt x="49692" y="26911"/>
                  </a:lnTo>
                  <a:lnTo>
                    <a:pt x="50600" y="24230"/>
                  </a:lnTo>
                  <a:lnTo>
                    <a:pt x="51551" y="22796"/>
                  </a:lnTo>
                  <a:lnTo>
                    <a:pt x="54011" y="20003"/>
                  </a:lnTo>
                  <a:lnTo>
                    <a:pt x="61148" y="12918"/>
                  </a:lnTo>
                  <a:lnTo>
                    <a:pt x="63713" y="9118"/>
                  </a:lnTo>
                  <a:lnTo>
                    <a:pt x="64474" y="7747"/>
                  </a:lnTo>
                  <a:lnTo>
                    <a:pt x="81404" y="1621"/>
                  </a:lnTo>
                  <a:lnTo>
                    <a:pt x="84190" y="998"/>
                  </a:lnTo>
                  <a:lnTo>
                    <a:pt x="89474" y="155"/>
                  </a:lnTo>
                  <a:lnTo>
                    <a:pt x="91963" y="0"/>
                  </a:lnTo>
                  <a:lnTo>
                    <a:pt x="98883" y="580"/>
                  </a:lnTo>
                  <a:lnTo>
                    <a:pt x="102109" y="1229"/>
                  </a:lnTo>
                  <a:lnTo>
                    <a:pt x="107750" y="2842"/>
                  </a:lnTo>
                  <a:lnTo>
                    <a:pt x="116017" y="6002"/>
                  </a:lnTo>
                  <a:lnTo>
                    <a:pt x="119155" y="7384"/>
                  </a:lnTo>
                  <a:lnTo>
                    <a:pt x="122258" y="9089"/>
                  </a:lnTo>
                  <a:lnTo>
                    <a:pt x="125255" y="11288"/>
                  </a:lnTo>
                  <a:lnTo>
                    <a:pt x="128174" y="13983"/>
                  </a:lnTo>
                  <a:lnTo>
                    <a:pt x="128733" y="14811"/>
                  </a:lnTo>
                  <a:lnTo>
                    <a:pt x="129026" y="16283"/>
                  </a:lnTo>
                  <a:lnTo>
                    <a:pt x="129122" y="17723"/>
                  </a:lnTo>
                  <a:lnTo>
                    <a:pt x="128980" y="19128"/>
                  </a:lnTo>
                  <a:lnTo>
                    <a:pt x="128200" y="22003"/>
                  </a:lnTo>
                  <a:lnTo>
                    <a:pt x="127043" y="24002"/>
                  </a:lnTo>
                  <a:lnTo>
                    <a:pt x="113386" y="25889"/>
                  </a:lnTo>
                  <a:lnTo>
                    <a:pt x="111616" y="26646"/>
                  </a:lnTo>
                  <a:lnTo>
                    <a:pt x="110620" y="28206"/>
                  </a:lnTo>
                  <a:lnTo>
                    <a:pt x="109919" y="29725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g42"/>
            <p:cNvSpPr/>
            <p:nvPr/>
          </p:nvSpPr>
          <p:spPr>
            <a:xfrm>
              <a:off x="1509759" y="5917464"/>
              <a:ext cx="8939" cy="3312"/>
            </a:xfrm>
            <a:custGeom>
              <a:avLst/>
              <a:pathLst>
                <a:path w="8939" h="3312">
                  <a:moveTo>
                    <a:pt x="5413" y="1820"/>
                  </a:moveTo>
                  <a:lnTo>
                    <a:pt x="8939" y="3312"/>
                  </a:lnTo>
                  <a:lnTo>
                    <a:pt x="2726" y="2833"/>
                  </a:lnTo>
                  <a:lnTo>
                    <a:pt x="0" y="776"/>
                  </a:lnTo>
                  <a:lnTo>
                    <a:pt x="1751" y="0"/>
                  </a:lnTo>
                  <a:lnTo>
                    <a:pt x="3496" y="156"/>
                  </a:lnTo>
                  <a:lnTo>
                    <a:pt x="5036" y="1191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g43"/>
            <p:cNvSpPr/>
            <p:nvPr/>
          </p:nvSpPr>
          <p:spPr>
            <a:xfrm>
              <a:off x="1487222" y="5915848"/>
              <a:ext cx="14080" cy="4541"/>
            </a:xfrm>
            <a:custGeom>
              <a:avLst/>
              <a:pathLst>
                <a:path w="14080" h="4541">
                  <a:moveTo>
                    <a:pt x="13583" y="4406"/>
                  </a:moveTo>
                  <a:lnTo>
                    <a:pt x="12635" y="4541"/>
                  </a:lnTo>
                  <a:lnTo>
                    <a:pt x="2037" y="2253"/>
                  </a:lnTo>
                  <a:lnTo>
                    <a:pt x="0" y="1575"/>
                  </a:lnTo>
                  <a:lnTo>
                    <a:pt x="3578" y="190"/>
                  </a:lnTo>
                  <a:lnTo>
                    <a:pt x="5972" y="0"/>
                  </a:lnTo>
                  <a:lnTo>
                    <a:pt x="12339" y="3398"/>
                  </a:lnTo>
                  <a:lnTo>
                    <a:pt x="14080" y="3811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g44"/>
            <p:cNvSpPr/>
            <p:nvPr/>
          </p:nvSpPr>
          <p:spPr>
            <a:xfrm>
              <a:off x="5359446" y="5914125"/>
              <a:ext cx="38218" cy="20366"/>
            </a:xfrm>
            <a:custGeom>
              <a:avLst/>
              <a:pathLst>
                <a:path w="38218" h="20366">
                  <a:moveTo>
                    <a:pt x="10569" y="4726"/>
                  </a:moveTo>
                  <a:lnTo>
                    <a:pt x="15162" y="6873"/>
                  </a:lnTo>
                  <a:lnTo>
                    <a:pt x="27226" y="6631"/>
                  </a:lnTo>
                  <a:lnTo>
                    <a:pt x="37278" y="8656"/>
                  </a:lnTo>
                  <a:lnTo>
                    <a:pt x="38218" y="10726"/>
                  </a:lnTo>
                  <a:lnTo>
                    <a:pt x="35348" y="11784"/>
                  </a:lnTo>
                  <a:lnTo>
                    <a:pt x="30928" y="14526"/>
                  </a:lnTo>
                  <a:lnTo>
                    <a:pt x="28055" y="15351"/>
                  </a:lnTo>
                  <a:lnTo>
                    <a:pt x="25663" y="15389"/>
                  </a:lnTo>
                  <a:lnTo>
                    <a:pt x="20727" y="14255"/>
                  </a:lnTo>
                  <a:lnTo>
                    <a:pt x="14325" y="14387"/>
                  </a:lnTo>
                  <a:lnTo>
                    <a:pt x="12951" y="15983"/>
                  </a:lnTo>
                  <a:lnTo>
                    <a:pt x="9850" y="17573"/>
                  </a:lnTo>
                  <a:lnTo>
                    <a:pt x="6242" y="20366"/>
                  </a:lnTo>
                  <a:lnTo>
                    <a:pt x="5284" y="18093"/>
                  </a:lnTo>
                  <a:lnTo>
                    <a:pt x="3847" y="15917"/>
                  </a:lnTo>
                  <a:lnTo>
                    <a:pt x="243" y="11398"/>
                  </a:lnTo>
                  <a:lnTo>
                    <a:pt x="0" y="10722"/>
                  </a:lnTo>
                  <a:lnTo>
                    <a:pt x="1969" y="9819"/>
                  </a:lnTo>
                  <a:lnTo>
                    <a:pt x="2939" y="8333"/>
                  </a:lnTo>
                  <a:lnTo>
                    <a:pt x="4991" y="6354"/>
                  </a:lnTo>
                  <a:lnTo>
                    <a:pt x="4756" y="5136"/>
                  </a:lnTo>
                  <a:lnTo>
                    <a:pt x="3074" y="3757"/>
                  </a:lnTo>
                  <a:lnTo>
                    <a:pt x="2392" y="2666"/>
                  </a:lnTo>
                  <a:lnTo>
                    <a:pt x="3528" y="816"/>
                  </a:lnTo>
                  <a:lnTo>
                    <a:pt x="6088" y="0"/>
                  </a:lnTo>
                  <a:lnTo>
                    <a:pt x="9390" y="732"/>
                  </a:lnTo>
                  <a:lnTo>
                    <a:pt x="10847" y="3217"/>
                  </a:lnTo>
                  <a:lnTo>
                    <a:pt x="10580" y="4305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g45"/>
            <p:cNvSpPr/>
            <p:nvPr/>
          </p:nvSpPr>
          <p:spPr>
            <a:xfrm>
              <a:off x="1514145" y="5906397"/>
              <a:ext cx="10515" cy="3514"/>
            </a:xfrm>
            <a:custGeom>
              <a:avLst/>
              <a:pathLst>
                <a:path w="10515" h="3514">
                  <a:moveTo>
                    <a:pt x="8612" y="3150"/>
                  </a:moveTo>
                  <a:lnTo>
                    <a:pt x="3508" y="3514"/>
                  </a:lnTo>
                  <a:lnTo>
                    <a:pt x="703" y="2744"/>
                  </a:lnTo>
                  <a:lnTo>
                    <a:pt x="0" y="461"/>
                  </a:lnTo>
                  <a:lnTo>
                    <a:pt x="785" y="0"/>
                  </a:lnTo>
                  <a:lnTo>
                    <a:pt x="7293" y="1047"/>
                  </a:lnTo>
                  <a:lnTo>
                    <a:pt x="9671" y="1607"/>
                  </a:lnTo>
                  <a:lnTo>
                    <a:pt x="10515" y="2273"/>
                  </a:lnTo>
                  <a:lnTo>
                    <a:pt x="10093" y="2882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g46"/>
            <p:cNvSpPr/>
            <p:nvPr/>
          </p:nvSpPr>
          <p:spPr>
            <a:xfrm>
              <a:off x="1496034" y="5905653"/>
              <a:ext cx="18986" cy="7730"/>
            </a:xfrm>
            <a:custGeom>
              <a:avLst/>
              <a:pathLst>
                <a:path w="18986" h="7730">
                  <a:moveTo>
                    <a:pt x="18986" y="7254"/>
                  </a:moveTo>
                  <a:lnTo>
                    <a:pt x="18220" y="7730"/>
                  </a:lnTo>
                  <a:lnTo>
                    <a:pt x="12917" y="7491"/>
                  </a:lnTo>
                  <a:lnTo>
                    <a:pt x="11841" y="7066"/>
                  </a:lnTo>
                  <a:lnTo>
                    <a:pt x="11360" y="6631"/>
                  </a:lnTo>
                  <a:lnTo>
                    <a:pt x="3981" y="5930"/>
                  </a:lnTo>
                  <a:lnTo>
                    <a:pt x="642" y="3820"/>
                  </a:lnTo>
                  <a:lnTo>
                    <a:pt x="0" y="3151"/>
                  </a:lnTo>
                  <a:lnTo>
                    <a:pt x="1319" y="2170"/>
                  </a:lnTo>
                  <a:lnTo>
                    <a:pt x="3811" y="1509"/>
                  </a:lnTo>
                  <a:lnTo>
                    <a:pt x="4816" y="701"/>
                  </a:lnTo>
                  <a:lnTo>
                    <a:pt x="11186" y="0"/>
                  </a:lnTo>
                  <a:lnTo>
                    <a:pt x="12171" y="421"/>
                  </a:lnTo>
                  <a:lnTo>
                    <a:pt x="12747" y="1537"/>
                  </a:lnTo>
                  <a:lnTo>
                    <a:pt x="15633" y="3742"/>
                  </a:lnTo>
                  <a:lnTo>
                    <a:pt x="16413" y="5147"/>
                  </a:lnTo>
                  <a:lnTo>
                    <a:pt x="16722" y="6025"/>
                  </a:lnTo>
                  <a:lnTo>
                    <a:pt x="18283" y="6446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g47"/>
            <p:cNvSpPr/>
            <p:nvPr/>
          </p:nvSpPr>
          <p:spPr>
            <a:xfrm>
              <a:off x="1540797" y="5904533"/>
              <a:ext cx="11598" cy="4980"/>
            </a:xfrm>
            <a:custGeom>
              <a:avLst/>
              <a:pathLst>
                <a:path w="11598" h="4980">
                  <a:moveTo>
                    <a:pt x="6201" y="3670"/>
                  </a:moveTo>
                  <a:lnTo>
                    <a:pt x="1635" y="4980"/>
                  </a:lnTo>
                  <a:lnTo>
                    <a:pt x="447" y="4599"/>
                  </a:lnTo>
                  <a:lnTo>
                    <a:pt x="871" y="2735"/>
                  </a:lnTo>
                  <a:lnTo>
                    <a:pt x="172" y="1460"/>
                  </a:lnTo>
                  <a:lnTo>
                    <a:pt x="0" y="860"/>
                  </a:lnTo>
                  <a:lnTo>
                    <a:pt x="352" y="5"/>
                  </a:lnTo>
                  <a:lnTo>
                    <a:pt x="3036" y="0"/>
                  </a:lnTo>
                  <a:lnTo>
                    <a:pt x="10617" y="1359"/>
                  </a:lnTo>
                  <a:lnTo>
                    <a:pt x="11598" y="3292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g48"/>
            <p:cNvSpPr/>
            <p:nvPr/>
          </p:nvSpPr>
          <p:spPr>
            <a:xfrm>
              <a:off x="1512116" y="5900995"/>
              <a:ext cx="13992" cy="3780"/>
            </a:xfrm>
            <a:custGeom>
              <a:avLst/>
              <a:pathLst>
                <a:path w="13992" h="3780">
                  <a:moveTo>
                    <a:pt x="1653" y="0"/>
                  </a:moveTo>
                  <a:lnTo>
                    <a:pt x="6593" y="375"/>
                  </a:lnTo>
                  <a:lnTo>
                    <a:pt x="9827" y="92"/>
                  </a:lnTo>
                  <a:lnTo>
                    <a:pt x="13220" y="799"/>
                  </a:lnTo>
                  <a:lnTo>
                    <a:pt x="13992" y="1604"/>
                  </a:lnTo>
                  <a:lnTo>
                    <a:pt x="13381" y="2291"/>
                  </a:lnTo>
                  <a:lnTo>
                    <a:pt x="9742" y="2501"/>
                  </a:lnTo>
                  <a:lnTo>
                    <a:pt x="7974" y="3644"/>
                  </a:lnTo>
                  <a:lnTo>
                    <a:pt x="5911" y="3780"/>
                  </a:lnTo>
                  <a:lnTo>
                    <a:pt x="2808" y="2966"/>
                  </a:lnTo>
                  <a:lnTo>
                    <a:pt x="0" y="1174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g49"/>
            <p:cNvSpPr/>
            <p:nvPr/>
          </p:nvSpPr>
          <p:spPr>
            <a:xfrm>
              <a:off x="1494998" y="5900225"/>
              <a:ext cx="9612" cy="2885"/>
            </a:xfrm>
            <a:custGeom>
              <a:avLst/>
              <a:pathLst>
                <a:path w="9612" h="2885">
                  <a:moveTo>
                    <a:pt x="7812" y="2516"/>
                  </a:moveTo>
                  <a:lnTo>
                    <a:pt x="2661" y="2885"/>
                  </a:lnTo>
                  <a:lnTo>
                    <a:pt x="524" y="2074"/>
                  </a:lnTo>
                  <a:lnTo>
                    <a:pt x="0" y="1341"/>
                  </a:lnTo>
                  <a:lnTo>
                    <a:pt x="437" y="675"/>
                  </a:lnTo>
                  <a:lnTo>
                    <a:pt x="8484" y="0"/>
                  </a:lnTo>
                  <a:lnTo>
                    <a:pt x="9383" y="813"/>
                  </a:lnTo>
                  <a:lnTo>
                    <a:pt x="9612" y="1295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g50"/>
            <p:cNvSpPr/>
            <p:nvPr/>
          </p:nvSpPr>
          <p:spPr>
            <a:xfrm>
              <a:off x="1530006" y="5896286"/>
              <a:ext cx="5145" cy="3096"/>
            </a:xfrm>
            <a:custGeom>
              <a:avLst/>
              <a:pathLst>
                <a:path w="5145" h="3096">
                  <a:moveTo>
                    <a:pt x="5030" y="2712"/>
                  </a:moveTo>
                  <a:lnTo>
                    <a:pt x="5145" y="3096"/>
                  </a:lnTo>
                  <a:lnTo>
                    <a:pt x="3307" y="2819"/>
                  </a:lnTo>
                  <a:lnTo>
                    <a:pt x="569" y="1157"/>
                  </a:lnTo>
                  <a:lnTo>
                    <a:pt x="0" y="565"/>
                  </a:lnTo>
                  <a:lnTo>
                    <a:pt x="1235" y="0"/>
                  </a:lnTo>
                  <a:lnTo>
                    <a:pt x="2819" y="557"/>
                  </a:lnTo>
                  <a:lnTo>
                    <a:pt x="4289" y="1561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g51"/>
            <p:cNvSpPr/>
            <p:nvPr/>
          </p:nvSpPr>
          <p:spPr>
            <a:xfrm>
              <a:off x="1537876" y="5895504"/>
              <a:ext cx="6889" cy="5393"/>
            </a:xfrm>
            <a:custGeom>
              <a:avLst/>
              <a:pathLst>
                <a:path w="6889" h="5393">
                  <a:moveTo>
                    <a:pt x="6889" y="3000"/>
                  </a:moveTo>
                  <a:lnTo>
                    <a:pt x="5453" y="5393"/>
                  </a:lnTo>
                  <a:lnTo>
                    <a:pt x="1632" y="4117"/>
                  </a:lnTo>
                  <a:lnTo>
                    <a:pt x="0" y="2579"/>
                  </a:lnTo>
                  <a:lnTo>
                    <a:pt x="934" y="620"/>
                  </a:lnTo>
                  <a:lnTo>
                    <a:pt x="2681" y="0"/>
                  </a:lnTo>
                  <a:lnTo>
                    <a:pt x="4970" y="692"/>
                  </a:lnTo>
                  <a:lnTo>
                    <a:pt x="5818" y="937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g52"/>
            <p:cNvSpPr/>
            <p:nvPr/>
          </p:nvSpPr>
          <p:spPr>
            <a:xfrm>
              <a:off x="1537076" y="5881653"/>
              <a:ext cx="8905" cy="5854"/>
            </a:xfrm>
            <a:custGeom>
              <a:avLst/>
              <a:pathLst>
                <a:path w="8905" h="5854">
                  <a:moveTo>
                    <a:pt x="8905" y="5424"/>
                  </a:moveTo>
                  <a:lnTo>
                    <a:pt x="6415" y="5854"/>
                  </a:lnTo>
                  <a:lnTo>
                    <a:pt x="3290" y="3979"/>
                  </a:lnTo>
                  <a:lnTo>
                    <a:pt x="920" y="2478"/>
                  </a:lnTo>
                  <a:lnTo>
                    <a:pt x="160" y="1234"/>
                  </a:lnTo>
                  <a:lnTo>
                    <a:pt x="0" y="810"/>
                  </a:lnTo>
                  <a:lnTo>
                    <a:pt x="34" y="314"/>
                  </a:lnTo>
                  <a:lnTo>
                    <a:pt x="734" y="0"/>
                  </a:lnTo>
                  <a:lnTo>
                    <a:pt x="5750" y="1044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g53"/>
            <p:cNvSpPr/>
            <p:nvPr/>
          </p:nvSpPr>
          <p:spPr>
            <a:xfrm>
              <a:off x="5315260" y="5866717"/>
              <a:ext cx="4592" cy="4103"/>
            </a:xfrm>
            <a:custGeom>
              <a:avLst/>
              <a:pathLst>
                <a:path w="4592" h="4103">
                  <a:moveTo>
                    <a:pt x="4592" y="288"/>
                  </a:moveTo>
                  <a:lnTo>
                    <a:pt x="2401" y="4103"/>
                  </a:lnTo>
                  <a:lnTo>
                    <a:pt x="861" y="3976"/>
                  </a:lnTo>
                  <a:lnTo>
                    <a:pt x="0" y="3286"/>
                  </a:lnTo>
                  <a:lnTo>
                    <a:pt x="1569" y="1163"/>
                  </a:lnTo>
                  <a:lnTo>
                    <a:pt x="3061" y="262"/>
                  </a:lnTo>
                  <a:lnTo>
                    <a:pt x="3970" y="0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g54"/>
            <p:cNvSpPr/>
            <p:nvPr/>
          </p:nvSpPr>
          <p:spPr>
            <a:xfrm>
              <a:off x="1552555" y="5865164"/>
              <a:ext cx="11123" cy="6244"/>
            </a:xfrm>
            <a:custGeom>
              <a:avLst/>
              <a:pathLst>
                <a:path w="11123" h="6244">
                  <a:moveTo>
                    <a:pt x="11123" y="6100"/>
                  </a:moveTo>
                  <a:lnTo>
                    <a:pt x="9779" y="6244"/>
                  </a:lnTo>
                  <a:lnTo>
                    <a:pt x="7430" y="5551"/>
                  </a:lnTo>
                  <a:lnTo>
                    <a:pt x="1316" y="3165"/>
                  </a:lnTo>
                  <a:lnTo>
                    <a:pt x="0" y="2031"/>
                  </a:lnTo>
                  <a:lnTo>
                    <a:pt x="915" y="845"/>
                  </a:lnTo>
                  <a:lnTo>
                    <a:pt x="3111" y="0"/>
                  </a:lnTo>
                  <a:lnTo>
                    <a:pt x="4753" y="268"/>
                  </a:lnTo>
                  <a:lnTo>
                    <a:pt x="8938" y="2458"/>
                  </a:lnTo>
                  <a:lnTo>
                    <a:pt x="10181" y="4037"/>
                  </a:lnTo>
                  <a:lnTo>
                    <a:pt x="10951" y="5260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g55"/>
            <p:cNvSpPr/>
            <p:nvPr/>
          </p:nvSpPr>
          <p:spPr>
            <a:xfrm>
              <a:off x="5329227" y="5838657"/>
              <a:ext cx="5743" cy="6648"/>
            </a:xfrm>
            <a:custGeom>
              <a:avLst/>
              <a:pathLst>
                <a:path w="5743" h="6648">
                  <a:moveTo>
                    <a:pt x="2909" y="6648"/>
                  </a:moveTo>
                  <a:lnTo>
                    <a:pt x="1309" y="6648"/>
                  </a:lnTo>
                  <a:lnTo>
                    <a:pt x="319" y="5765"/>
                  </a:lnTo>
                  <a:lnTo>
                    <a:pt x="0" y="3725"/>
                  </a:lnTo>
                  <a:lnTo>
                    <a:pt x="54" y="3067"/>
                  </a:lnTo>
                  <a:lnTo>
                    <a:pt x="3231" y="626"/>
                  </a:lnTo>
                  <a:lnTo>
                    <a:pt x="5743" y="0"/>
                  </a:lnTo>
                  <a:lnTo>
                    <a:pt x="4400" y="3670"/>
                  </a:lnTo>
                  <a:lnTo>
                    <a:pt x="3923" y="4285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g56"/>
            <p:cNvSpPr/>
            <p:nvPr/>
          </p:nvSpPr>
          <p:spPr>
            <a:xfrm>
              <a:off x="1714568" y="5832124"/>
              <a:ext cx="6031" cy="3304"/>
            </a:xfrm>
            <a:custGeom>
              <a:avLst/>
              <a:pathLst>
                <a:path w="6031" h="3304">
                  <a:moveTo>
                    <a:pt x="5678" y="1633"/>
                  </a:moveTo>
                  <a:lnTo>
                    <a:pt x="3788" y="3304"/>
                  </a:lnTo>
                  <a:lnTo>
                    <a:pt x="0" y="2219"/>
                  </a:lnTo>
                  <a:lnTo>
                    <a:pt x="310" y="1033"/>
                  </a:lnTo>
                  <a:lnTo>
                    <a:pt x="3713" y="0"/>
                  </a:lnTo>
                  <a:lnTo>
                    <a:pt x="6031" y="689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g57"/>
            <p:cNvSpPr/>
            <p:nvPr/>
          </p:nvSpPr>
          <p:spPr>
            <a:xfrm>
              <a:off x="1723032" y="5830268"/>
              <a:ext cx="14696" cy="8301"/>
            </a:xfrm>
            <a:custGeom>
              <a:avLst/>
              <a:pathLst>
                <a:path w="14696" h="8301">
                  <a:moveTo>
                    <a:pt x="13356" y="7681"/>
                  </a:moveTo>
                  <a:lnTo>
                    <a:pt x="11988" y="8301"/>
                  </a:lnTo>
                  <a:lnTo>
                    <a:pt x="6882" y="6792"/>
                  </a:lnTo>
                  <a:lnTo>
                    <a:pt x="3921" y="6463"/>
                  </a:lnTo>
                  <a:lnTo>
                    <a:pt x="2561" y="5629"/>
                  </a:lnTo>
                  <a:lnTo>
                    <a:pt x="1676" y="4870"/>
                  </a:lnTo>
                  <a:lnTo>
                    <a:pt x="1381" y="4137"/>
                  </a:lnTo>
                  <a:lnTo>
                    <a:pt x="0" y="3012"/>
                  </a:lnTo>
                  <a:lnTo>
                    <a:pt x="2740" y="747"/>
                  </a:lnTo>
                  <a:lnTo>
                    <a:pt x="4874" y="0"/>
                  </a:lnTo>
                  <a:lnTo>
                    <a:pt x="6929" y="173"/>
                  </a:lnTo>
                  <a:lnTo>
                    <a:pt x="7349" y="1284"/>
                  </a:lnTo>
                  <a:lnTo>
                    <a:pt x="11318" y="2651"/>
                  </a:lnTo>
                  <a:lnTo>
                    <a:pt x="14399" y="2666"/>
                  </a:lnTo>
                  <a:lnTo>
                    <a:pt x="14696" y="3912"/>
                  </a:lnTo>
                  <a:lnTo>
                    <a:pt x="14568" y="5650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g58"/>
            <p:cNvSpPr/>
            <p:nvPr/>
          </p:nvSpPr>
          <p:spPr>
            <a:xfrm>
              <a:off x="1772137" y="5829925"/>
              <a:ext cx="12044" cy="9701"/>
            </a:xfrm>
            <a:custGeom>
              <a:avLst/>
              <a:pathLst>
                <a:path w="12044" h="9701">
                  <a:moveTo>
                    <a:pt x="9355" y="9173"/>
                  </a:moveTo>
                  <a:lnTo>
                    <a:pt x="7504" y="9701"/>
                  </a:lnTo>
                  <a:lnTo>
                    <a:pt x="3855" y="7753"/>
                  </a:lnTo>
                  <a:lnTo>
                    <a:pt x="2659" y="6807"/>
                  </a:lnTo>
                  <a:lnTo>
                    <a:pt x="1625" y="5237"/>
                  </a:lnTo>
                  <a:lnTo>
                    <a:pt x="767" y="4905"/>
                  </a:lnTo>
                  <a:lnTo>
                    <a:pt x="453" y="4550"/>
                  </a:lnTo>
                  <a:lnTo>
                    <a:pt x="0" y="450"/>
                  </a:lnTo>
                  <a:lnTo>
                    <a:pt x="1104" y="0"/>
                  </a:lnTo>
                  <a:lnTo>
                    <a:pt x="3418" y="580"/>
                  </a:lnTo>
                  <a:lnTo>
                    <a:pt x="7885" y="2750"/>
                  </a:lnTo>
                  <a:lnTo>
                    <a:pt x="11013" y="3338"/>
                  </a:lnTo>
                  <a:lnTo>
                    <a:pt x="12044" y="4963"/>
                  </a:lnTo>
                  <a:lnTo>
                    <a:pt x="10987" y="7866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g59"/>
            <p:cNvSpPr/>
            <p:nvPr/>
          </p:nvSpPr>
          <p:spPr>
            <a:xfrm>
              <a:off x="1902968" y="5816726"/>
              <a:ext cx="15152" cy="9669"/>
            </a:xfrm>
            <a:custGeom>
              <a:avLst/>
              <a:pathLst>
                <a:path w="15152" h="9669">
                  <a:moveTo>
                    <a:pt x="8039" y="8850"/>
                  </a:moveTo>
                  <a:lnTo>
                    <a:pt x="2046" y="9669"/>
                  </a:lnTo>
                  <a:lnTo>
                    <a:pt x="430" y="8729"/>
                  </a:lnTo>
                  <a:lnTo>
                    <a:pt x="0" y="7592"/>
                  </a:lnTo>
                  <a:lnTo>
                    <a:pt x="266" y="6420"/>
                  </a:lnTo>
                  <a:lnTo>
                    <a:pt x="12394" y="0"/>
                  </a:lnTo>
                  <a:lnTo>
                    <a:pt x="14570" y="888"/>
                  </a:lnTo>
                  <a:lnTo>
                    <a:pt x="15152" y="1327"/>
                  </a:lnTo>
                  <a:lnTo>
                    <a:pt x="11539" y="4495"/>
                  </a:lnTo>
                  <a:lnTo>
                    <a:pt x="9916" y="5615"/>
                  </a:lnTo>
                  <a:lnTo>
                    <a:pt x="9623" y="5999"/>
                  </a:lnTo>
                  <a:lnTo>
                    <a:pt x="10531" y="6434"/>
                  </a:lnTo>
                  <a:lnTo>
                    <a:pt x="10775" y="6795"/>
                  </a:lnTo>
                  <a:lnTo>
                    <a:pt x="10083" y="7687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g60"/>
            <p:cNvSpPr/>
            <p:nvPr/>
          </p:nvSpPr>
          <p:spPr>
            <a:xfrm>
              <a:off x="1872417" y="5814048"/>
              <a:ext cx="12525" cy="10258"/>
            </a:xfrm>
            <a:custGeom>
              <a:avLst/>
              <a:pathLst>
                <a:path w="12525" h="10258">
                  <a:moveTo>
                    <a:pt x="4341" y="9909"/>
                  </a:moveTo>
                  <a:lnTo>
                    <a:pt x="1788" y="10258"/>
                  </a:lnTo>
                  <a:lnTo>
                    <a:pt x="1025" y="10186"/>
                  </a:lnTo>
                  <a:lnTo>
                    <a:pt x="218" y="9525"/>
                  </a:lnTo>
                  <a:lnTo>
                    <a:pt x="0" y="9060"/>
                  </a:lnTo>
                  <a:lnTo>
                    <a:pt x="1321" y="7514"/>
                  </a:lnTo>
                  <a:lnTo>
                    <a:pt x="2576" y="6833"/>
                  </a:lnTo>
                  <a:lnTo>
                    <a:pt x="2968" y="6336"/>
                  </a:lnTo>
                  <a:lnTo>
                    <a:pt x="1249" y="1174"/>
                  </a:lnTo>
                  <a:lnTo>
                    <a:pt x="2877" y="1015"/>
                  </a:lnTo>
                  <a:lnTo>
                    <a:pt x="4738" y="0"/>
                  </a:lnTo>
                  <a:lnTo>
                    <a:pt x="8396" y="80"/>
                  </a:lnTo>
                  <a:lnTo>
                    <a:pt x="11527" y="1021"/>
                  </a:lnTo>
                  <a:lnTo>
                    <a:pt x="12130" y="1754"/>
                  </a:lnTo>
                  <a:lnTo>
                    <a:pt x="12525" y="3047"/>
                  </a:lnTo>
                  <a:lnTo>
                    <a:pt x="11155" y="5676"/>
                  </a:lnTo>
                  <a:lnTo>
                    <a:pt x="10316" y="6582"/>
                  </a:lnTo>
                  <a:lnTo>
                    <a:pt x="5564" y="8902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g61"/>
            <p:cNvSpPr/>
            <p:nvPr/>
          </p:nvSpPr>
          <p:spPr>
            <a:xfrm>
              <a:off x="1830480" y="5811035"/>
              <a:ext cx="37460" cy="21575"/>
            </a:xfrm>
            <a:custGeom>
              <a:avLst/>
              <a:pathLst>
                <a:path w="37460" h="21575">
                  <a:moveTo>
                    <a:pt x="34001" y="2455"/>
                  </a:moveTo>
                  <a:lnTo>
                    <a:pt x="36172" y="5404"/>
                  </a:lnTo>
                  <a:lnTo>
                    <a:pt x="36974" y="7358"/>
                  </a:lnTo>
                  <a:lnTo>
                    <a:pt x="37460" y="9343"/>
                  </a:lnTo>
                  <a:lnTo>
                    <a:pt x="28721" y="14304"/>
                  </a:lnTo>
                  <a:lnTo>
                    <a:pt x="28361" y="14788"/>
                  </a:lnTo>
                  <a:lnTo>
                    <a:pt x="27934" y="17345"/>
                  </a:lnTo>
                  <a:lnTo>
                    <a:pt x="28149" y="17916"/>
                  </a:lnTo>
                  <a:lnTo>
                    <a:pt x="28536" y="18318"/>
                  </a:lnTo>
                  <a:lnTo>
                    <a:pt x="28563" y="19307"/>
                  </a:lnTo>
                  <a:lnTo>
                    <a:pt x="27833" y="19630"/>
                  </a:lnTo>
                  <a:lnTo>
                    <a:pt x="12913" y="21575"/>
                  </a:lnTo>
                  <a:lnTo>
                    <a:pt x="5936" y="19789"/>
                  </a:lnTo>
                  <a:lnTo>
                    <a:pt x="4969" y="18589"/>
                  </a:lnTo>
                  <a:lnTo>
                    <a:pt x="4754" y="16765"/>
                  </a:lnTo>
                  <a:lnTo>
                    <a:pt x="5552" y="16373"/>
                  </a:lnTo>
                  <a:lnTo>
                    <a:pt x="7086" y="16124"/>
                  </a:lnTo>
                  <a:lnTo>
                    <a:pt x="6727" y="15291"/>
                  </a:lnTo>
                  <a:lnTo>
                    <a:pt x="5739" y="13836"/>
                  </a:lnTo>
                  <a:lnTo>
                    <a:pt x="5672" y="12589"/>
                  </a:lnTo>
                  <a:lnTo>
                    <a:pt x="7753" y="9476"/>
                  </a:lnTo>
                  <a:lnTo>
                    <a:pt x="8792" y="8645"/>
                  </a:lnTo>
                  <a:lnTo>
                    <a:pt x="4814" y="5722"/>
                  </a:lnTo>
                  <a:lnTo>
                    <a:pt x="4322" y="5058"/>
                  </a:lnTo>
                  <a:lnTo>
                    <a:pt x="3796" y="4865"/>
                  </a:lnTo>
                  <a:lnTo>
                    <a:pt x="1893" y="5211"/>
                  </a:lnTo>
                  <a:lnTo>
                    <a:pt x="0" y="5026"/>
                  </a:lnTo>
                  <a:lnTo>
                    <a:pt x="662" y="3843"/>
                  </a:lnTo>
                  <a:lnTo>
                    <a:pt x="1183" y="1942"/>
                  </a:lnTo>
                  <a:lnTo>
                    <a:pt x="2852" y="273"/>
                  </a:lnTo>
                  <a:lnTo>
                    <a:pt x="4066" y="0"/>
                  </a:lnTo>
                  <a:lnTo>
                    <a:pt x="5310" y="199"/>
                  </a:lnTo>
                  <a:lnTo>
                    <a:pt x="11096" y="256"/>
                  </a:lnTo>
                  <a:lnTo>
                    <a:pt x="16812" y="1148"/>
                  </a:lnTo>
                  <a:lnTo>
                    <a:pt x="22532" y="1768"/>
                  </a:lnTo>
                  <a:lnTo>
                    <a:pt x="31978" y="2334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g62"/>
            <p:cNvSpPr/>
            <p:nvPr/>
          </p:nvSpPr>
          <p:spPr>
            <a:xfrm>
              <a:off x="3065177" y="5809448"/>
              <a:ext cx="19791" cy="25809"/>
            </a:xfrm>
            <a:custGeom>
              <a:avLst/>
              <a:pathLst>
                <a:path w="19791" h="25809">
                  <a:moveTo>
                    <a:pt x="17402" y="7901"/>
                  </a:moveTo>
                  <a:lnTo>
                    <a:pt x="16831" y="14353"/>
                  </a:lnTo>
                  <a:lnTo>
                    <a:pt x="16990" y="15701"/>
                  </a:lnTo>
                  <a:lnTo>
                    <a:pt x="17488" y="17068"/>
                  </a:lnTo>
                  <a:lnTo>
                    <a:pt x="19645" y="20629"/>
                  </a:lnTo>
                  <a:lnTo>
                    <a:pt x="19791" y="23322"/>
                  </a:lnTo>
                  <a:lnTo>
                    <a:pt x="19727" y="24352"/>
                  </a:lnTo>
                  <a:lnTo>
                    <a:pt x="18845" y="25809"/>
                  </a:lnTo>
                  <a:lnTo>
                    <a:pt x="15823" y="25463"/>
                  </a:lnTo>
                  <a:lnTo>
                    <a:pt x="14840" y="24689"/>
                  </a:lnTo>
                  <a:lnTo>
                    <a:pt x="14499" y="24187"/>
                  </a:lnTo>
                  <a:lnTo>
                    <a:pt x="12901" y="17902"/>
                  </a:lnTo>
                  <a:lnTo>
                    <a:pt x="11993" y="16454"/>
                  </a:lnTo>
                  <a:lnTo>
                    <a:pt x="10588" y="15170"/>
                  </a:lnTo>
                  <a:lnTo>
                    <a:pt x="5185" y="13963"/>
                  </a:lnTo>
                  <a:lnTo>
                    <a:pt x="0" y="14399"/>
                  </a:lnTo>
                  <a:lnTo>
                    <a:pt x="1279" y="12925"/>
                  </a:lnTo>
                  <a:lnTo>
                    <a:pt x="9104" y="10936"/>
                  </a:lnTo>
                  <a:lnTo>
                    <a:pt x="11077" y="9473"/>
                  </a:lnTo>
                  <a:lnTo>
                    <a:pt x="12319" y="7707"/>
                  </a:lnTo>
                  <a:lnTo>
                    <a:pt x="12871" y="5058"/>
                  </a:lnTo>
                  <a:lnTo>
                    <a:pt x="14238" y="1697"/>
                  </a:lnTo>
                  <a:lnTo>
                    <a:pt x="16394" y="176"/>
                  </a:lnTo>
                  <a:lnTo>
                    <a:pt x="17733" y="0"/>
                  </a:lnTo>
                  <a:lnTo>
                    <a:pt x="18459" y="2735"/>
                  </a:lnTo>
                  <a:lnTo>
                    <a:pt x="18459" y="5278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g63"/>
            <p:cNvSpPr/>
            <p:nvPr/>
          </p:nvSpPr>
          <p:spPr>
            <a:xfrm>
              <a:off x="5399209" y="5800618"/>
              <a:ext cx="5860" cy="9009"/>
            </a:xfrm>
            <a:custGeom>
              <a:avLst/>
              <a:pathLst>
                <a:path w="5860" h="9009">
                  <a:moveTo>
                    <a:pt x="4437" y="8408"/>
                  </a:moveTo>
                  <a:lnTo>
                    <a:pt x="2799" y="9009"/>
                  </a:lnTo>
                  <a:lnTo>
                    <a:pt x="522" y="7124"/>
                  </a:lnTo>
                  <a:lnTo>
                    <a:pt x="0" y="6472"/>
                  </a:lnTo>
                  <a:lnTo>
                    <a:pt x="2192" y="2885"/>
                  </a:lnTo>
                  <a:lnTo>
                    <a:pt x="2022" y="1734"/>
                  </a:lnTo>
                  <a:lnTo>
                    <a:pt x="2344" y="759"/>
                  </a:lnTo>
                  <a:lnTo>
                    <a:pt x="3175" y="0"/>
                  </a:lnTo>
                  <a:lnTo>
                    <a:pt x="3701" y="112"/>
                  </a:lnTo>
                  <a:lnTo>
                    <a:pt x="4960" y="4086"/>
                  </a:lnTo>
                  <a:lnTo>
                    <a:pt x="5860" y="5731"/>
                  </a:lnTo>
                  <a:lnTo>
                    <a:pt x="4622" y="7318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g64"/>
            <p:cNvSpPr/>
            <p:nvPr/>
          </p:nvSpPr>
          <p:spPr>
            <a:xfrm>
              <a:off x="1780721" y="5799392"/>
              <a:ext cx="44222" cy="28876"/>
            </a:xfrm>
            <a:custGeom>
              <a:avLst/>
              <a:pathLst>
                <a:path w="44222" h="28876">
                  <a:moveTo>
                    <a:pt x="13395" y="216"/>
                  </a:moveTo>
                  <a:lnTo>
                    <a:pt x="16620" y="1061"/>
                  </a:lnTo>
                  <a:lnTo>
                    <a:pt x="17710" y="2302"/>
                  </a:lnTo>
                  <a:lnTo>
                    <a:pt x="19163" y="3231"/>
                  </a:lnTo>
                  <a:lnTo>
                    <a:pt x="20636" y="3745"/>
                  </a:lnTo>
                  <a:lnTo>
                    <a:pt x="21964" y="5150"/>
                  </a:lnTo>
                  <a:lnTo>
                    <a:pt x="22762" y="7609"/>
                  </a:lnTo>
                  <a:lnTo>
                    <a:pt x="23462" y="8379"/>
                  </a:lnTo>
                  <a:lnTo>
                    <a:pt x="25628" y="10015"/>
                  </a:lnTo>
                  <a:lnTo>
                    <a:pt x="26386" y="11450"/>
                  </a:lnTo>
                  <a:lnTo>
                    <a:pt x="26238" y="12163"/>
                  </a:lnTo>
                  <a:lnTo>
                    <a:pt x="22139" y="12760"/>
                  </a:lnTo>
                  <a:lnTo>
                    <a:pt x="20789" y="12523"/>
                  </a:lnTo>
                  <a:lnTo>
                    <a:pt x="19507" y="12985"/>
                  </a:lnTo>
                  <a:lnTo>
                    <a:pt x="19123" y="13879"/>
                  </a:lnTo>
                  <a:lnTo>
                    <a:pt x="19158" y="14811"/>
                  </a:lnTo>
                  <a:lnTo>
                    <a:pt x="19870" y="15455"/>
                  </a:lnTo>
                  <a:lnTo>
                    <a:pt x="21384" y="16052"/>
                  </a:lnTo>
                  <a:lnTo>
                    <a:pt x="22871" y="15992"/>
                  </a:lnTo>
                  <a:lnTo>
                    <a:pt x="25619" y="15265"/>
                  </a:lnTo>
                  <a:lnTo>
                    <a:pt x="26868" y="15420"/>
                  </a:lnTo>
                  <a:lnTo>
                    <a:pt x="28277" y="16165"/>
                  </a:lnTo>
                  <a:lnTo>
                    <a:pt x="29683" y="16277"/>
                  </a:lnTo>
                  <a:lnTo>
                    <a:pt x="33327" y="13908"/>
                  </a:lnTo>
                  <a:lnTo>
                    <a:pt x="34265" y="13484"/>
                  </a:lnTo>
                  <a:lnTo>
                    <a:pt x="35209" y="13617"/>
                  </a:lnTo>
                  <a:lnTo>
                    <a:pt x="40224" y="16401"/>
                  </a:lnTo>
                  <a:lnTo>
                    <a:pt x="41278" y="17772"/>
                  </a:lnTo>
                  <a:lnTo>
                    <a:pt x="40565" y="18554"/>
                  </a:lnTo>
                  <a:lnTo>
                    <a:pt x="39940" y="19659"/>
                  </a:lnTo>
                  <a:lnTo>
                    <a:pt x="40214" y="20453"/>
                  </a:lnTo>
                  <a:lnTo>
                    <a:pt x="42615" y="21544"/>
                  </a:lnTo>
                  <a:lnTo>
                    <a:pt x="43604" y="22992"/>
                  </a:lnTo>
                  <a:lnTo>
                    <a:pt x="44222" y="23561"/>
                  </a:lnTo>
                  <a:lnTo>
                    <a:pt x="44093" y="24776"/>
                  </a:lnTo>
                  <a:lnTo>
                    <a:pt x="43755" y="26279"/>
                  </a:lnTo>
                  <a:lnTo>
                    <a:pt x="43780" y="27976"/>
                  </a:lnTo>
                  <a:lnTo>
                    <a:pt x="42553" y="28876"/>
                  </a:lnTo>
                  <a:lnTo>
                    <a:pt x="42004" y="28873"/>
                  </a:lnTo>
                  <a:lnTo>
                    <a:pt x="39360" y="27973"/>
                  </a:lnTo>
                  <a:lnTo>
                    <a:pt x="31151" y="27462"/>
                  </a:lnTo>
                  <a:lnTo>
                    <a:pt x="28511" y="26698"/>
                  </a:lnTo>
                  <a:lnTo>
                    <a:pt x="24474" y="23373"/>
                  </a:lnTo>
                  <a:lnTo>
                    <a:pt x="22908" y="23160"/>
                  </a:lnTo>
                  <a:lnTo>
                    <a:pt x="21282" y="22354"/>
                  </a:lnTo>
                  <a:lnTo>
                    <a:pt x="18794" y="19965"/>
                  </a:lnTo>
                  <a:lnTo>
                    <a:pt x="14441" y="18084"/>
                  </a:lnTo>
                  <a:lnTo>
                    <a:pt x="11667" y="15755"/>
                  </a:lnTo>
                  <a:lnTo>
                    <a:pt x="11742" y="13810"/>
                  </a:lnTo>
                  <a:lnTo>
                    <a:pt x="11370" y="12448"/>
                  </a:lnTo>
                  <a:lnTo>
                    <a:pt x="10854" y="11857"/>
                  </a:lnTo>
                  <a:lnTo>
                    <a:pt x="10315" y="11554"/>
                  </a:lnTo>
                  <a:lnTo>
                    <a:pt x="8751" y="11072"/>
                  </a:lnTo>
                  <a:lnTo>
                    <a:pt x="7200" y="11181"/>
                  </a:lnTo>
                  <a:lnTo>
                    <a:pt x="6427" y="11756"/>
                  </a:lnTo>
                  <a:lnTo>
                    <a:pt x="5150" y="13204"/>
                  </a:lnTo>
                  <a:lnTo>
                    <a:pt x="3741" y="13452"/>
                  </a:lnTo>
                  <a:lnTo>
                    <a:pt x="2649" y="13164"/>
                  </a:lnTo>
                  <a:lnTo>
                    <a:pt x="2405" y="12841"/>
                  </a:lnTo>
                  <a:lnTo>
                    <a:pt x="2390" y="9060"/>
                  </a:lnTo>
                  <a:lnTo>
                    <a:pt x="1182" y="8527"/>
                  </a:lnTo>
                  <a:lnTo>
                    <a:pt x="179" y="7015"/>
                  </a:lnTo>
                  <a:lnTo>
                    <a:pt x="0" y="4963"/>
                  </a:lnTo>
                  <a:lnTo>
                    <a:pt x="422" y="3052"/>
                  </a:lnTo>
                  <a:lnTo>
                    <a:pt x="1967" y="741"/>
                  </a:lnTo>
                  <a:lnTo>
                    <a:pt x="3723" y="455"/>
                  </a:lnTo>
                  <a:lnTo>
                    <a:pt x="5498" y="860"/>
                  </a:lnTo>
                  <a:lnTo>
                    <a:pt x="7301" y="351"/>
                  </a:lnTo>
                  <a:lnTo>
                    <a:pt x="10141" y="0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g65"/>
            <p:cNvSpPr/>
            <p:nvPr/>
          </p:nvSpPr>
          <p:spPr>
            <a:xfrm>
              <a:off x="2430086" y="5794117"/>
              <a:ext cx="7363" cy="8146"/>
            </a:xfrm>
            <a:custGeom>
              <a:avLst/>
              <a:pathLst>
                <a:path w="7363" h="8146">
                  <a:moveTo>
                    <a:pt x="3268" y="7577"/>
                  </a:moveTo>
                  <a:lnTo>
                    <a:pt x="2094" y="8146"/>
                  </a:lnTo>
                  <a:lnTo>
                    <a:pt x="1320" y="7834"/>
                  </a:lnTo>
                  <a:lnTo>
                    <a:pt x="0" y="6354"/>
                  </a:lnTo>
                  <a:lnTo>
                    <a:pt x="148" y="5208"/>
                  </a:lnTo>
                  <a:lnTo>
                    <a:pt x="757" y="4400"/>
                  </a:lnTo>
                  <a:lnTo>
                    <a:pt x="1193" y="3540"/>
                  </a:lnTo>
                  <a:lnTo>
                    <a:pt x="3832" y="380"/>
                  </a:lnTo>
                  <a:lnTo>
                    <a:pt x="5757" y="0"/>
                  </a:lnTo>
                  <a:lnTo>
                    <a:pt x="7363" y="692"/>
                  </a:lnTo>
                  <a:lnTo>
                    <a:pt x="5659" y="3681"/>
                  </a:lnTo>
                  <a:lnTo>
                    <a:pt x="5182" y="5788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g66"/>
            <p:cNvSpPr/>
            <p:nvPr/>
          </p:nvSpPr>
          <p:spPr>
            <a:xfrm>
              <a:off x="2052463" y="5789407"/>
              <a:ext cx="7237" cy="8010"/>
            </a:xfrm>
            <a:custGeom>
              <a:avLst/>
              <a:pathLst>
                <a:path w="7237" h="8010">
                  <a:moveTo>
                    <a:pt x="7237" y="6657"/>
                  </a:moveTo>
                  <a:lnTo>
                    <a:pt x="5755" y="8010"/>
                  </a:lnTo>
                  <a:lnTo>
                    <a:pt x="3056" y="7669"/>
                  </a:lnTo>
                  <a:lnTo>
                    <a:pt x="961" y="5465"/>
                  </a:lnTo>
                  <a:lnTo>
                    <a:pt x="101" y="2522"/>
                  </a:lnTo>
                  <a:lnTo>
                    <a:pt x="0" y="1491"/>
                  </a:lnTo>
                  <a:lnTo>
                    <a:pt x="575" y="735"/>
                  </a:lnTo>
                  <a:lnTo>
                    <a:pt x="1942" y="0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g67"/>
            <p:cNvSpPr/>
            <p:nvPr/>
          </p:nvSpPr>
          <p:spPr>
            <a:xfrm>
              <a:off x="2406323" y="5785844"/>
              <a:ext cx="22820" cy="23370"/>
            </a:xfrm>
            <a:custGeom>
              <a:avLst/>
              <a:pathLst>
                <a:path w="22820" h="23370">
                  <a:moveTo>
                    <a:pt x="21229" y="8215"/>
                  </a:moveTo>
                  <a:lnTo>
                    <a:pt x="19468" y="12079"/>
                  </a:lnTo>
                  <a:lnTo>
                    <a:pt x="19181" y="12514"/>
                  </a:lnTo>
                  <a:lnTo>
                    <a:pt x="17412" y="13441"/>
                  </a:lnTo>
                  <a:lnTo>
                    <a:pt x="18049" y="14508"/>
                  </a:lnTo>
                  <a:lnTo>
                    <a:pt x="18535" y="14990"/>
                  </a:lnTo>
                  <a:lnTo>
                    <a:pt x="18838" y="16214"/>
                  </a:lnTo>
                  <a:lnTo>
                    <a:pt x="19856" y="17928"/>
                  </a:lnTo>
                  <a:lnTo>
                    <a:pt x="21087" y="19024"/>
                  </a:lnTo>
                  <a:lnTo>
                    <a:pt x="20039" y="22014"/>
                  </a:lnTo>
                  <a:lnTo>
                    <a:pt x="18545" y="23370"/>
                  </a:lnTo>
                  <a:lnTo>
                    <a:pt x="2383" y="15135"/>
                  </a:lnTo>
                  <a:lnTo>
                    <a:pt x="1135" y="13816"/>
                  </a:lnTo>
                  <a:lnTo>
                    <a:pt x="527" y="12832"/>
                  </a:lnTo>
                  <a:lnTo>
                    <a:pt x="72" y="11300"/>
                  </a:lnTo>
                  <a:lnTo>
                    <a:pt x="0" y="9753"/>
                  </a:lnTo>
                  <a:lnTo>
                    <a:pt x="414" y="8521"/>
                  </a:lnTo>
                  <a:lnTo>
                    <a:pt x="959" y="7831"/>
                  </a:lnTo>
                  <a:lnTo>
                    <a:pt x="2421" y="6971"/>
                  </a:lnTo>
                  <a:lnTo>
                    <a:pt x="3921" y="6911"/>
                  </a:lnTo>
                  <a:lnTo>
                    <a:pt x="7196" y="8524"/>
                  </a:lnTo>
                  <a:lnTo>
                    <a:pt x="7663" y="8293"/>
                  </a:lnTo>
                  <a:lnTo>
                    <a:pt x="8276" y="6830"/>
                  </a:lnTo>
                  <a:lnTo>
                    <a:pt x="9995" y="6795"/>
                  </a:lnTo>
                  <a:lnTo>
                    <a:pt x="10390" y="5583"/>
                  </a:lnTo>
                  <a:lnTo>
                    <a:pt x="8006" y="5136"/>
                  </a:lnTo>
                  <a:lnTo>
                    <a:pt x="6046" y="3907"/>
                  </a:lnTo>
                  <a:lnTo>
                    <a:pt x="4809" y="2677"/>
                  </a:lnTo>
                  <a:lnTo>
                    <a:pt x="4452" y="1740"/>
                  </a:lnTo>
                  <a:lnTo>
                    <a:pt x="8769" y="0"/>
                  </a:lnTo>
                  <a:lnTo>
                    <a:pt x="19773" y="2167"/>
                  </a:lnTo>
                  <a:lnTo>
                    <a:pt x="21459" y="2911"/>
                  </a:lnTo>
                  <a:lnTo>
                    <a:pt x="22188" y="3866"/>
                  </a:lnTo>
                  <a:lnTo>
                    <a:pt x="22820" y="5220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g68"/>
            <p:cNvSpPr/>
            <p:nvPr/>
          </p:nvSpPr>
          <p:spPr>
            <a:xfrm>
              <a:off x="2186749" y="5785823"/>
              <a:ext cx="4355" cy="2969"/>
            </a:xfrm>
            <a:custGeom>
              <a:avLst/>
              <a:pathLst>
                <a:path w="4355" h="2969">
                  <a:moveTo>
                    <a:pt x="3870" y="2955"/>
                  </a:moveTo>
                  <a:lnTo>
                    <a:pt x="1799" y="2969"/>
                  </a:lnTo>
                  <a:lnTo>
                    <a:pt x="427" y="1895"/>
                  </a:lnTo>
                  <a:lnTo>
                    <a:pt x="0" y="1191"/>
                  </a:lnTo>
                  <a:lnTo>
                    <a:pt x="806" y="98"/>
                  </a:lnTo>
                  <a:lnTo>
                    <a:pt x="1327" y="0"/>
                  </a:lnTo>
                  <a:lnTo>
                    <a:pt x="3822" y="1841"/>
                  </a:lnTo>
                  <a:lnTo>
                    <a:pt x="4355" y="2597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g69"/>
            <p:cNvSpPr/>
            <p:nvPr/>
          </p:nvSpPr>
          <p:spPr>
            <a:xfrm>
              <a:off x="2216524" y="5777775"/>
              <a:ext cx="11200" cy="19495"/>
            </a:xfrm>
            <a:custGeom>
              <a:avLst/>
              <a:pathLst>
                <a:path w="11200" h="19495">
                  <a:moveTo>
                    <a:pt x="6207" y="18759"/>
                  </a:moveTo>
                  <a:lnTo>
                    <a:pt x="3970" y="19495"/>
                  </a:lnTo>
                  <a:lnTo>
                    <a:pt x="1939" y="19152"/>
                  </a:lnTo>
                  <a:lnTo>
                    <a:pt x="2676" y="12425"/>
                  </a:lnTo>
                  <a:lnTo>
                    <a:pt x="3816" y="10700"/>
                  </a:lnTo>
                  <a:lnTo>
                    <a:pt x="3508" y="9470"/>
                  </a:lnTo>
                  <a:lnTo>
                    <a:pt x="1444" y="6094"/>
                  </a:lnTo>
                  <a:lnTo>
                    <a:pt x="0" y="2256"/>
                  </a:lnTo>
                  <a:lnTo>
                    <a:pt x="702" y="1373"/>
                  </a:lnTo>
                  <a:lnTo>
                    <a:pt x="4466" y="0"/>
                  </a:lnTo>
                  <a:lnTo>
                    <a:pt x="8806" y="265"/>
                  </a:lnTo>
                  <a:lnTo>
                    <a:pt x="10516" y="1869"/>
                  </a:lnTo>
                  <a:lnTo>
                    <a:pt x="11050" y="3950"/>
                  </a:lnTo>
                  <a:lnTo>
                    <a:pt x="10844" y="5448"/>
                  </a:lnTo>
                  <a:lnTo>
                    <a:pt x="9441" y="8163"/>
                  </a:lnTo>
                  <a:lnTo>
                    <a:pt x="10892" y="9060"/>
                  </a:lnTo>
                  <a:lnTo>
                    <a:pt x="11200" y="10910"/>
                  </a:lnTo>
                  <a:lnTo>
                    <a:pt x="10900" y="13167"/>
                  </a:lnTo>
                  <a:lnTo>
                    <a:pt x="9468" y="15856"/>
                  </a:lnTo>
                  <a:lnTo>
                    <a:pt x="8184" y="17409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g70"/>
            <p:cNvSpPr/>
            <p:nvPr/>
          </p:nvSpPr>
          <p:spPr>
            <a:xfrm>
              <a:off x="2172615" y="5775432"/>
              <a:ext cx="10321" cy="5961"/>
            </a:xfrm>
            <a:custGeom>
              <a:avLst/>
              <a:pathLst>
                <a:path w="10321" h="5961">
                  <a:moveTo>
                    <a:pt x="2996" y="5820"/>
                  </a:moveTo>
                  <a:lnTo>
                    <a:pt x="652" y="5961"/>
                  </a:lnTo>
                  <a:lnTo>
                    <a:pt x="0" y="5283"/>
                  </a:lnTo>
                  <a:lnTo>
                    <a:pt x="698" y="3880"/>
                  </a:lnTo>
                  <a:lnTo>
                    <a:pt x="6336" y="1451"/>
                  </a:lnTo>
                  <a:lnTo>
                    <a:pt x="8614" y="0"/>
                  </a:lnTo>
                  <a:lnTo>
                    <a:pt x="8952" y="227"/>
                  </a:lnTo>
                  <a:lnTo>
                    <a:pt x="9251" y="698"/>
                  </a:lnTo>
                  <a:lnTo>
                    <a:pt x="10225" y="3577"/>
                  </a:lnTo>
                  <a:lnTo>
                    <a:pt x="10321" y="4270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g71"/>
            <p:cNvSpPr/>
            <p:nvPr/>
          </p:nvSpPr>
          <p:spPr>
            <a:xfrm>
              <a:off x="3132436" y="5775152"/>
              <a:ext cx="5021" cy="7216"/>
            </a:xfrm>
            <a:custGeom>
              <a:avLst/>
              <a:pathLst>
                <a:path w="5021" h="7216">
                  <a:moveTo>
                    <a:pt x="5021" y="6515"/>
                  </a:moveTo>
                  <a:lnTo>
                    <a:pt x="4164" y="7216"/>
                  </a:lnTo>
                  <a:lnTo>
                    <a:pt x="2424" y="7196"/>
                  </a:lnTo>
                  <a:lnTo>
                    <a:pt x="774" y="5725"/>
                  </a:lnTo>
                  <a:lnTo>
                    <a:pt x="82" y="3653"/>
                  </a:lnTo>
                  <a:lnTo>
                    <a:pt x="0" y="2135"/>
                  </a:lnTo>
                  <a:lnTo>
                    <a:pt x="745" y="441"/>
                  </a:lnTo>
                  <a:lnTo>
                    <a:pt x="1958" y="0"/>
                  </a:lnTo>
                  <a:lnTo>
                    <a:pt x="2604" y="574"/>
                  </a:lnTo>
                  <a:lnTo>
                    <a:pt x="4192" y="4178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g72"/>
            <p:cNvSpPr/>
            <p:nvPr/>
          </p:nvSpPr>
          <p:spPr>
            <a:xfrm>
              <a:off x="4167440" y="5764236"/>
              <a:ext cx="5259" cy="6235"/>
            </a:xfrm>
            <a:custGeom>
              <a:avLst/>
              <a:pathLst>
                <a:path w="5259" h="6235">
                  <a:moveTo>
                    <a:pt x="643" y="6233"/>
                  </a:moveTo>
                  <a:lnTo>
                    <a:pt x="0" y="6235"/>
                  </a:lnTo>
                  <a:lnTo>
                    <a:pt x="332" y="5061"/>
                  </a:lnTo>
                  <a:lnTo>
                    <a:pt x="1918" y="2983"/>
                  </a:lnTo>
                  <a:lnTo>
                    <a:pt x="3146" y="412"/>
                  </a:lnTo>
                  <a:lnTo>
                    <a:pt x="3904" y="0"/>
                  </a:lnTo>
                  <a:lnTo>
                    <a:pt x="5259" y="2253"/>
                  </a:lnTo>
                  <a:lnTo>
                    <a:pt x="4976" y="4123"/>
                  </a:lnTo>
                  <a:lnTo>
                    <a:pt x="3176" y="5520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g73"/>
            <p:cNvSpPr/>
            <p:nvPr/>
          </p:nvSpPr>
          <p:spPr>
            <a:xfrm>
              <a:off x="3175740" y="5761622"/>
              <a:ext cx="5537" cy="5774"/>
            </a:xfrm>
            <a:custGeom>
              <a:avLst/>
              <a:pathLst>
                <a:path w="5537" h="5774">
                  <a:moveTo>
                    <a:pt x="5537" y="5101"/>
                  </a:moveTo>
                  <a:lnTo>
                    <a:pt x="4568" y="5774"/>
                  </a:lnTo>
                  <a:lnTo>
                    <a:pt x="2962" y="5526"/>
                  </a:lnTo>
                  <a:lnTo>
                    <a:pt x="912" y="4031"/>
                  </a:lnTo>
                  <a:lnTo>
                    <a:pt x="238" y="2902"/>
                  </a:lnTo>
                  <a:lnTo>
                    <a:pt x="0" y="1884"/>
                  </a:lnTo>
                  <a:lnTo>
                    <a:pt x="590" y="412"/>
                  </a:lnTo>
                  <a:lnTo>
                    <a:pt x="1069" y="0"/>
                  </a:lnTo>
                  <a:lnTo>
                    <a:pt x="2125" y="173"/>
                  </a:lnTo>
                  <a:lnTo>
                    <a:pt x="3981" y="2086"/>
                  </a:lnTo>
                  <a:lnTo>
                    <a:pt x="5222" y="4117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g74"/>
            <p:cNvSpPr/>
            <p:nvPr/>
          </p:nvSpPr>
          <p:spPr>
            <a:xfrm>
              <a:off x="4183085" y="5758467"/>
              <a:ext cx="2751" cy="4513"/>
            </a:xfrm>
            <a:custGeom>
              <a:avLst/>
              <a:pathLst>
                <a:path w="2751" h="4513">
                  <a:moveTo>
                    <a:pt x="2751" y="704"/>
                  </a:moveTo>
                  <a:lnTo>
                    <a:pt x="1211" y="4513"/>
                  </a:lnTo>
                  <a:lnTo>
                    <a:pt x="621" y="4438"/>
                  </a:lnTo>
                  <a:lnTo>
                    <a:pt x="0" y="2196"/>
                  </a:lnTo>
                  <a:lnTo>
                    <a:pt x="542" y="828"/>
                  </a:lnTo>
                  <a:lnTo>
                    <a:pt x="1261" y="0"/>
                  </a:lnTo>
                  <a:lnTo>
                    <a:pt x="2469" y="409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g75"/>
            <p:cNvSpPr/>
            <p:nvPr/>
          </p:nvSpPr>
          <p:spPr>
            <a:xfrm>
              <a:off x="2086808" y="5754621"/>
              <a:ext cx="82660" cy="24069"/>
            </a:xfrm>
            <a:custGeom>
              <a:avLst/>
              <a:pathLst>
                <a:path w="82660" h="24069">
                  <a:moveTo>
                    <a:pt x="51460" y="4394"/>
                  </a:moveTo>
                  <a:lnTo>
                    <a:pt x="50426" y="7525"/>
                  </a:lnTo>
                  <a:lnTo>
                    <a:pt x="50523" y="10616"/>
                  </a:lnTo>
                  <a:lnTo>
                    <a:pt x="53507" y="10425"/>
                  </a:lnTo>
                  <a:lnTo>
                    <a:pt x="54813" y="4582"/>
                  </a:lnTo>
                  <a:lnTo>
                    <a:pt x="57631" y="3512"/>
                  </a:lnTo>
                  <a:lnTo>
                    <a:pt x="58987" y="6989"/>
                  </a:lnTo>
                  <a:lnTo>
                    <a:pt x="57665" y="9791"/>
                  </a:lnTo>
                  <a:lnTo>
                    <a:pt x="58352" y="11389"/>
                  </a:lnTo>
                  <a:lnTo>
                    <a:pt x="59148" y="12544"/>
                  </a:lnTo>
                  <a:lnTo>
                    <a:pt x="60551" y="12567"/>
                  </a:lnTo>
                  <a:lnTo>
                    <a:pt x="61809" y="10876"/>
                  </a:lnTo>
                  <a:lnTo>
                    <a:pt x="62375" y="9669"/>
                  </a:lnTo>
                  <a:lnTo>
                    <a:pt x="62871" y="8322"/>
                  </a:lnTo>
                  <a:lnTo>
                    <a:pt x="63676" y="5327"/>
                  </a:lnTo>
                  <a:lnTo>
                    <a:pt x="66349" y="2577"/>
                  </a:lnTo>
                  <a:lnTo>
                    <a:pt x="72273" y="2144"/>
                  </a:lnTo>
                  <a:lnTo>
                    <a:pt x="75422" y="3892"/>
                  </a:lnTo>
                  <a:lnTo>
                    <a:pt x="73311" y="8313"/>
                  </a:lnTo>
                  <a:lnTo>
                    <a:pt x="68232" y="10870"/>
                  </a:lnTo>
                  <a:lnTo>
                    <a:pt x="65015" y="13536"/>
                  </a:lnTo>
                  <a:lnTo>
                    <a:pt x="66097" y="14278"/>
                  </a:lnTo>
                  <a:lnTo>
                    <a:pt x="67211" y="14647"/>
                  </a:lnTo>
                  <a:lnTo>
                    <a:pt x="68200" y="14529"/>
                  </a:lnTo>
                  <a:lnTo>
                    <a:pt x="71067" y="13115"/>
                  </a:lnTo>
                  <a:lnTo>
                    <a:pt x="78086" y="10584"/>
                  </a:lnTo>
                  <a:lnTo>
                    <a:pt x="80779" y="8654"/>
                  </a:lnTo>
                  <a:lnTo>
                    <a:pt x="81706" y="9003"/>
                  </a:lnTo>
                  <a:lnTo>
                    <a:pt x="81704" y="12151"/>
                  </a:lnTo>
                  <a:lnTo>
                    <a:pt x="82660" y="14330"/>
                  </a:lnTo>
                  <a:lnTo>
                    <a:pt x="82120" y="19094"/>
                  </a:lnTo>
                  <a:lnTo>
                    <a:pt x="79069" y="19951"/>
                  </a:lnTo>
                  <a:lnTo>
                    <a:pt x="75992" y="20390"/>
                  </a:lnTo>
                  <a:lnTo>
                    <a:pt x="76771" y="22485"/>
                  </a:lnTo>
                  <a:lnTo>
                    <a:pt x="76581" y="23359"/>
                  </a:lnTo>
                  <a:lnTo>
                    <a:pt x="76314" y="24037"/>
                  </a:lnTo>
                  <a:lnTo>
                    <a:pt x="68503" y="23163"/>
                  </a:lnTo>
                  <a:lnTo>
                    <a:pt x="67148" y="23469"/>
                  </a:lnTo>
                  <a:lnTo>
                    <a:pt x="65796" y="24069"/>
                  </a:lnTo>
                  <a:lnTo>
                    <a:pt x="64421" y="23936"/>
                  </a:lnTo>
                  <a:lnTo>
                    <a:pt x="61707" y="22372"/>
                  </a:lnTo>
                  <a:lnTo>
                    <a:pt x="60303" y="22398"/>
                  </a:lnTo>
                  <a:lnTo>
                    <a:pt x="57499" y="23163"/>
                  </a:lnTo>
                  <a:lnTo>
                    <a:pt x="54663" y="23440"/>
                  </a:lnTo>
                  <a:lnTo>
                    <a:pt x="50579" y="23411"/>
                  </a:lnTo>
                  <a:lnTo>
                    <a:pt x="47600" y="23163"/>
                  </a:lnTo>
                  <a:lnTo>
                    <a:pt x="44762" y="21452"/>
                  </a:lnTo>
                  <a:lnTo>
                    <a:pt x="41827" y="20964"/>
                  </a:lnTo>
                  <a:lnTo>
                    <a:pt x="38570" y="20927"/>
                  </a:lnTo>
                  <a:lnTo>
                    <a:pt x="35090" y="18996"/>
                  </a:lnTo>
                  <a:lnTo>
                    <a:pt x="32189" y="18205"/>
                  </a:lnTo>
                  <a:lnTo>
                    <a:pt x="28022" y="16211"/>
                  </a:lnTo>
                  <a:lnTo>
                    <a:pt x="26928" y="15461"/>
                  </a:lnTo>
                  <a:lnTo>
                    <a:pt x="25817" y="15037"/>
                  </a:lnTo>
                  <a:lnTo>
                    <a:pt x="23840" y="15199"/>
                  </a:lnTo>
                  <a:lnTo>
                    <a:pt x="8673" y="12171"/>
                  </a:lnTo>
                  <a:lnTo>
                    <a:pt x="6445" y="12232"/>
                  </a:lnTo>
                  <a:lnTo>
                    <a:pt x="5000" y="12604"/>
                  </a:lnTo>
                  <a:lnTo>
                    <a:pt x="3552" y="12446"/>
                  </a:lnTo>
                  <a:lnTo>
                    <a:pt x="595" y="10977"/>
                  </a:lnTo>
                  <a:lnTo>
                    <a:pt x="0" y="9375"/>
                  </a:lnTo>
                  <a:lnTo>
                    <a:pt x="308" y="7930"/>
                  </a:lnTo>
                  <a:lnTo>
                    <a:pt x="939" y="7254"/>
                  </a:lnTo>
                  <a:lnTo>
                    <a:pt x="2260" y="6550"/>
                  </a:lnTo>
                  <a:lnTo>
                    <a:pt x="23310" y="3012"/>
                  </a:lnTo>
                  <a:lnTo>
                    <a:pt x="25531" y="2043"/>
                  </a:lnTo>
                  <a:lnTo>
                    <a:pt x="27165" y="2161"/>
                  </a:lnTo>
                  <a:lnTo>
                    <a:pt x="28377" y="5191"/>
                  </a:lnTo>
                  <a:lnTo>
                    <a:pt x="30229" y="8342"/>
                  </a:lnTo>
                  <a:lnTo>
                    <a:pt x="30829" y="8290"/>
                  </a:lnTo>
                  <a:lnTo>
                    <a:pt x="31427" y="7955"/>
                  </a:lnTo>
                  <a:lnTo>
                    <a:pt x="33521" y="5353"/>
                  </a:lnTo>
                  <a:lnTo>
                    <a:pt x="37286" y="6158"/>
                  </a:lnTo>
                  <a:lnTo>
                    <a:pt x="39382" y="4986"/>
                  </a:lnTo>
                  <a:lnTo>
                    <a:pt x="40815" y="2675"/>
                  </a:lnTo>
                  <a:lnTo>
                    <a:pt x="45070" y="0"/>
                  </a:lnTo>
                  <a:lnTo>
                    <a:pt x="47765" y="525"/>
                  </a:lnTo>
                  <a:lnTo>
                    <a:pt x="50265" y="1662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g76"/>
            <p:cNvSpPr/>
            <p:nvPr/>
          </p:nvSpPr>
          <p:spPr>
            <a:xfrm>
              <a:off x="3292243" y="5733582"/>
              <a:ext cx="5470" cy="5462"/>
            </a:xfrm>
            <a:custGeom>
              <a:avLst/>
              <a:pathLst>
                <a:path w="5470" h="5462">
                  <a:moveTo>
                    <a:pt x="5470" y="4787"/>
                  </a:moveTo>
                  <a:lnTo>
                    <a:pt x="4183" y="5462"/>
                  </a:lnTo>
                  <a:lnTo>
                    <a:pt x="2466" y="5274"/>
                  </a:lnTo>
                  <a:lnTo>
                    <a:pt x="1151" y="4406"/>
                  </a:lnTo>
                  <a:lnTo>
                    <a:pt x="221" y="2695"/>
                  </a:lnTo>
                  <a:lnTo>
                    <a:pt x="0" y="2011"/>
                  </a:lnTo>
                  <a:lnTo>
                    <a:pt x="148" y="868"/>
                  </a:lnTo>
                  <a:lnTo>
                    <a:pt x="59" y="305"/>
                  </a:lnTo>
                  <a:lnTo>
                    <a:pt x="1716" y="0"/>
                  </a:lnTo>
                  <a:lnTo>
                    <a:pt x="2328" y="715"/>
                  </a:lnTo>
                  <a:lnTo>
                    <a:pt x="2589" y="1272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g77"/>
            <p:cNvSpPr/>
            <p:nvPr/>
          </p:nvSpPr>
          <p:spPr>
            <a:xfrm>
              <a:off x="2590959" y="5729513"/>
              <a:ext cx="5242" cy="4273"/>
            </a:xfrm>
            <a:custGeom>
              <a:avLst/>
              <a:pathLst>
                <a:path w="5242" h="4273">
                  <a:moveTo>
                    <a:pt x="4804" y="4103"/>
                  </a:moveTo>
                  <a:lnTo>
                    <a:pt x="3587" y="4273"/>
                  </a:lnTo>
                  <a:lnTo>
                    <a:pt x="1910" y="3754"/>
                  </a:lnTo>
                  <a:lnTo>
                    <a:pt x="489" y="2758"/>
                  </a:lnTo>
                  <a:lnTo>
                    <a:pt x="0" y="1575"/>
                  </a:lnTo>
                  <a:lnTo>
                    <a:pt x="699" y="600"/>
                  </a:lnTo>
                  <a:lnTo>
                    <a:pt x="1994" y="0"/>
                  </a:lnTo>
                  <a:lnTo>
                    <a:pt x="4062" y="178"/>
                  </a:lnTo>
                  <a:lnTo>
                    <a:pt x="5035" y="1431"/>
                  </a:lnTo>
                  <a:lnTo>
                    <a:pt x="5242" y="2524"/>
                  </a:lnTo>
                  <a:lnTo>
                    <a:pt x="5003" y="3748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g78"/>
            <p:cNvSpPr/>
            <p:nvPr/>
          </p:nvSpPr>
          <p:spPr>
            <a:xfrm>
              <a:off x="3290161" y="5722431"/>
              <a:ext cx="18066" cy="14569"/>
            </a:xfrm>
            <a:custGeom>
              <a:avLst/>
              <a:pathLst>
                <a:path w="18066" h="14569">
                  <a:moveTo>
                    <a:pt x="12697" y="2758"/>
                  </a:moveTo>
                  <a:lnTo>
                    <a:pt x="14030" y="3722"/>
                  </a:lnTo>
                  <a:lnTo>
                    <a:pt x="16076" y="3595"/>
                  </a:lnTo>
                  <a:lnTo>
                    <a:pt x="18066" y="4328"/>
                  </a:lnTo>
                  <a:lnTo>
                    <a:pt x="17739" y="5347"/>
                  </a:lnTo>
                  <a:lnTo>
                    <a:pt x="16598" y="6712"/>
                  </a:lnTo>
                  <a:lnTo>
                    <a:pt x="15617" y="9560"/>
                  </a:lnTo>
                  <a:lnTo>
                    <a:pt x="14694" y="10933"/>
                  </a:lnTo>
                  <a:lnTo>
                    <a:pt x="11796" y="13790"/>
                  </a:lnTo>
                  <a:lnTo>
                    <a:pt x="9642" y="14569"/>
                  </a:lnTo>
                  <a:lnTo>
                    <a:pt x="9134" y="12950"/>
                  </a:lnTo>
                  <a:lnTo>
                    <a:pt x="9174" y="11297"/>
                  </a:lnTo>
                  <a:lnTo>
                    <a:pt x="9377" y="10056"/>
                  </a:lnTo>
                  <a:lnTo>
                    <a:pt x="9434" y="9095"/>
                  </a:lnTo>
                  <a:lnTo>
                    <a:pt x="7452" y="7857"/>
                  </a:lnTo>
                  <a:lnTo>
                    <a:pt x="7308" y="6172"/>
                  </a:lnTo>
                  <a:lnTo>
                    <a:pt x="6918" y="5231"/>
                  </a:lnTo>
                  <a:lnTo>
                    <a:pt x="1044" y="1817"/>
                  </a:lnTo>
                  <a:lnTo>
                    <a:pt x="0" y="848"/>
                  </a:lnTo>
                  <a:lnTo>
                    <a:pt x="458" y="262"/>
                  </a:lnTo>
                  <a:lnTo>
                    <a:pt x="6515" y="0"/>
                  </a:lnTo>
                  <a:lnTo>
                    <a:pt x="10052" y="582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g79"/>
            <p:cNvSpPr/>
            <p:nvPr/>
          </p:nvSpPr>
          <p:spPr>
            <a:xfrm>
              <a:off x="2401264" y="5718842"/>
              <a:ext cx="36088" cy="17134"/>
            </a:xfrm>
            <a:custGeom>
              <a:avLst/>
              <a:pathLst>
                <a:path w="36088" h="17134">
                  <a:moveTo>
                    <a:pt x="34183" y="2429"/>
                  </a:moveTo>
                  <a:lnTo>
                    <a:pt x="36088" y="5038"/>
                  </a:lnTo>
                  <a:lnTo>
                    <a:pt x="34331" y="7133"/>
                  </a:lnTo>
                  <a:lnTo>
                    <a:pt x="28109" y="10968"/>
                  </a:lnTo>
                  <a:lnTo>
                    <a:pt x="24457" y="12425"/>
                  </a:lnTo>
                  <a:lnTo>
                    <a:pt x="20787" y="13573"/>
                  </a:lnTo>
                  <a:lnTo>
                    <a:pt x="4085" y="17123"/>
                  </a:lnTo>
                  <a:lnTo>
                    <a:pt x="2927" y="17134"/>
                  </a:lnTo>
                  <a:lnTo>
                    <a:pt x="1798" y="16661"/>
                  </a:lnTo>
                  <a:lnTo>
                    <a:pt x="1097" y="15882"/>
                  </a:lnTo>
                  <a:lnTo>
                    <a:pt x="0" y="12939"/>
                  </a:lnTo>
                  <a:lnTo>
                    <a:pt x="137" y="11479"/>
                  </a:lnTo>
                  <a:lnTo>
                    <a:pt x="1631" y="10082"/>
                  </a:lnTo>
                  <a:lnTo>
                    <a:pt x="3200" y="9184"/>
                  </a:lnTo>
                  <a:lnTo>
                    <a:pt x="5812" y="8362"/>
                  </a:lnTo>
                  <a:lnTo>
                    <a:pt x="15861" y="6489"/>
                  </a:lnTo>
                  <a:lnTo>
                    <a:pt x="16874" y="5875"/>
                  </a:lnTo>
                  <a:lnTo>
                    <a:pt x="17691" y="4510"/>
                  </a:lnTo>
                  <a:lnTo>
                    <a:pt x="17963" y="2885"/>
                  </a:lnTo>
                  <a:lnTo>
                    <a:pt x="18330" y="1653"/>
                  </a:lnTo>
                  <a:lnTo>
                    <a:pt x="18986" y="1102"/>
                  </a:lnTo>
                  <a:lnTo>
                    <a:pt x="19658" y="1110"/>
                  </a:lnTo>
                  <a:lnTo>
                    <a:pt x="20974" y="2305"/>
                  </a:lnTo>
                  <a:lnTo>
                    <a:pt x="23421" y="7063"/>
                  </a:lnTo>
                  <a:lnTo>
                    <a:pt x="24184" y="6406"/>
                  </a:lnTo>
                  <a:lnTo>
                    <a:pt x="24896" y="5133"/>
                  </a:lnTo>
                  <a:lnTo>
                    <a:pt x="25049" y="998"/>
                  </a:lnTo>
                  <a:lnTo>
                    <a:pt x="25721" y="678"/>
                  </a:lnTo>
                  <a:lnTo>
                    <a:pt x="27866" y="1823"/>
                  </a:lnTo>
                  <a:lnTo>
                    <a:pt x="29212" y="3027"/>
                  </a:lnTo>
                  <a:lnTo>
                    <a:pt x="29235" y="703"/>
                  </a:lnTo>
                  <a:lnTo>
                    <a:pt x="30141" y="0"/>
                  </a:lnTo>
                  <a:lnTo>
                    <a:pt x="31122" y="236"/>
                  </a:lnTo>
                  <a:lnTo>
                    <a:pt x="32077" y="744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g80"/>
            <p:cNvSpPr/>
            <p:nvPr/>
          </p:nvSpPr>
          <p:spPr>
            <a:xfrm>
              <a:off x="2590605" y="5717537"/>
              <a:ext cx="6417" cy="5961"/>
            </a:xfrm>
            <a:custGeom>
              <a:avLst/>
              <a:pathLst>
                <a:path w="6417" h="5961">
                  <a:moveTo>
                    <a:pt x="2862" y="5961"/>
                  </a:moveTo>
                  <a:lnTo>
                    <a:pt x="1821" y="5961"/>
                  </a:lnTo>
                  <a:lnTo>
                    <a:pt x="963" y="5344"/>
                  </a:lnTo>
                  <a:lnTo>
                    <a:pt x="213" y="3552"/>
                  </a:lnTo>
                  <a:lnTo>
                    <a:pt x="0" y="2669"/>
                  </a:lnTo>
                  <a:lnTo>
                    <a:pt x="411" y="701"/>
                  </a:lnTo>
                  <a:lnTo>
                    <a:pt x="1116" y="259"/>
                  </a:lnTo>
                  <a:lnTo>
                    <a:pt x="5141" y="0"/>
                  </a:lnTo>
                  <a:lnTo>
                    <a:pt x="6374" y="1047"/>
                  </a:lnTo>
                  <a:lnTo>
                    <a:pt x="6417" y="2793"/>
                  </a:lnTo>
                  <a:lnTo>
                    <a:pt x="5945" y="4074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g81"/>
            <p:cNvSpPr/>
            <p:nvPr/>
          </p:nvSpPr>
          <p:spPr>
            <a:xfrm>
              <a:off x="3255265" y="5714461"/>
              <a:ext cx="6628" cy="6111"/>
            </a:xfrm>
            <a:custGeom>
              <a:avLst/>
              <a:pathLst>
                <a:path w="6628" h="6111">
                  <a:moveTo>
                    <a:pt x="6628" y="4360"/>
                  </a:moveTo>
                  <a:lnTo>
                    <a:pt x="3435" y="6111"/>
                  </a:lnTo>
                  <a:lnTo>
                    <a:pt x="3133" y="5344"/>
                  </a:lnTo>
                  <a:lnTo>
                    <a:pt x="2094" y="4299"/>
                  </a:lnTo>
                  <a:lnTo>
                    <a:pt x="0" y="1416"/>
                  </a:lnTo>
                  <a:lnTo>
                    <a:pt x="2368" y="1211"/>
                  </a:lnTo>
                  <a:lnTo>
                    <a:pt x="4505" y="0"/>
                  </a:lnTo>
                  <a:lnTo>
                    <a:pt x="5683" y="496"/>
                  </a:lnTo>
                  <a:lnTo>
                    <a:pt x="5953" y="813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g82"/>
            <p:cNvSpPr/>
            <p:nvPr/>
          </p:nvSpPr>
          <p:spPr>
            <a:xfrm>
              <a:off x="3365226" y="5713780"/>
              <a:ext cx="8228" cy="7147"/>
            </a:xfrm>
            <a:custGeom>
              <a:avLst/>
              <a:pathLst>
                <a:path w="8228" h="7147">
                  <a:moveTo>
                    <a:pt x="5511" y="6374"/>
                  </a:moveTo>
                  <a:lnTo>
                    <a:pt x="1378" y="7147"/>
                  </a:lnTo>
                  <a:lnTo>
                    <a:pt x="464" y="6255"/>
                  </a:lnTo>
                  <a:lnTo>
                    <a:pt x="0" y="4518"/>
                  </a:lnTo>
                  <a:lnTo>
                    <a:pt x="570" y="3508"/>
                  </a:lnTo>
                  <a:lnTo>
                    <a:pt x="5941" y="0"/>
                  </a:lnTo>
                  <a:lnTo>
                    <a:pt x="7411" y="325"/>
                  </a:lnTo>
                  <a:lnTo>
                    <a:pt x="7871" y="620"/>
                  </a:lnTo>
                  <a:lnTo>
                    <a:pt x="8228" y="1985"/>
                  </a:lnTo>
                  <a:lnTo>
                    <a:pt x="7758" y="4062"/>
                  </a:lnTo>
                  <a:lnTo>
                    <a:pt x="7146" y="5090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g83"/>
            <p:cNvSpPr/>
            <p:nvPr/>
          </p:nvSpPr>
          <p:spPr>
            <a:xfrm>
              <a:off x="3291110" y="5710768"/>
              <a:ext cx="9921" cy="7557"/>
            </a:xfrm>
            <a:custGeom>
              <a:avLst/>
              <a:pathLst>
                <a:path w="9921" h="7557">
                  <a:moveTo>
                    <a:pt x="2639" y="7508"/>
                  </a:moveTo>
                  <a:lnTo>
                    <a:pt x="669" y="7557"/>
                  </a:lnTo>
                  <a:lnTo>
                    <a:pt x="80" y="6746"/>
                  </a:lnTo>
                  <a:lnTo>
                    <a:pt x="0" y="6166"/>
                  </a:lnTo>
                  <a:lnTo>
                    <a:pt x="2551" y="1901"/>
                  </a:lnTo>
                  <a:lnTo>
                    <a:pt x="3943" y="816"/>
                  </a:lnTo>
                  <a:lnTo>
                    <a:pt x="6665" y="0"/>
                  </a:lnTo>
                  <a:lnTo>
                    <a:pt x="8429" y="259"/>
                  </a:lnTo>
                  <a:lnTo>
                    <a:pt x="9546" y="1197"/>
                  </a:lnTo>
                  <a:lnTo>
                    <a:pt x="9901" y="2851"/>
                  </a:lnTo>
                  <a:lnTo>
                    <a:pt x="9921" y="5393"/>
                  </a:lnTo>
                  <a:lnTo>
                    <a:pt x="9247" y="6717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g84"/>
            <p:cNvSpPr/>
            <p:nvPr/>
          </p:nvSpPr>
          <p:spPr>
            <a:xfrm>
              <a:off x="2458742" y="5710338"/>
              <a:ext cx="5545" cy="5234"/>
            </a:xfrm>
            <a:custGeom>
              <a:avLst/>
              <a:pathLst>
                <a:path w="5545" h="5234">
                  <a:moveTo>
                    <a:pt x="1221" y="0"/>
                  </a:moveTo>
                  <a:lnTo>
                    <a:pt x="1797" y="894"/>
                  </a:lnTo>
                  <a:lnTo>
                    <a:pt x="4432" y="63"/>
                  </a:lnTo>
                  <a:lnTo>
                    <a:pt x="5367" y="966"/>
                  </a:lnTo>
                  <a:lnTo>
                    <a:pt x="5545" y="1546"/>
                  </a:lnTo>
                  <a:lnTo>
                    <a:pt x="4357" y="3733"/>
                  </a:lnTo>
                  <a:lnTo>
                    <a:pt x="2974" y="5133"/>
                  </a:lnTo>
                  <a:lnTo>
                    <a:pt x="1347" y="5234"/>
                  </a:lnTo>
                  <a:lnTo>
                    <a:pt x="161" y="1587"/>
                  </a:lnTo>
                  <a:lnTo>
                    <a:pt x="0" y="686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g85"/>
            <p:cNvSpPr/>
            <p:nvPr/>
          </p:nvSpPr>
          <p:spPr>
            <a:xfrm>
              <a:off x="4206783" y="5710312"/>
              <a:ext cx="5609" cy="10896"/>
            </a:xfrm>
            <a:custGeom>
              <a:avLst/>
              <a:pathLst>
                <a:path w="5609" h="10896">
                  <a:moveTo>
                    <a:pt x="4450" y="10884"/>
                  </a:moveTo>
                  <a:lnTo>
                    <a:pt x="3557" y="10896"/>
                  </a:lnTo>
                  <a:lnTo>
                    <a:pt x="2487" y="10570"/>
                  </a:lnTo>
                  <a:lnTo>
                    <a:pt x="1080" y="8417"/>
                  </a:lnTo>
                  <a:lnTo>
                    <a:pt x="271" y="6890"/>
                  </a:lnTo>
                  <a:lnTo>
                    <a:pt x="0" y="5297"/>
                  </a:lnTo>
                  <a:lnTo>
                    <a:pt x="115" y="2129"/>
                  </a:lnTo>
                  <a:lnTo>
                    <a:pt x="828" y="594"/>
                  </a:lnTo>
                  <a:lnTo>
                    <a:pt x="1943" y="0"/>
                  </a:lnTo>
                  <a:lnTo>
                    <a:pt x="2448" y="1416"/>
                  </a:lnTo>
                  <a:lnTo>
                    <a:pt x="2608" y="3055"/>
                  </a:lnTo>
                  <a:lnTo>
                    <a:pt x="2959" y="4175"/>
                  </a:lnTo>
                  <a:lnTo>
                    <a:pt x="4422" y="5690"/>
                  </a:lnTo>
                  <a:lnTo>
                    <a:pt x="5101" y="6994"/>
                  </a:lnTo>
                  <a:lnTo>
                    <a:pt x="5317" y="7690"/>
                  </a:lnTo>
                  <a:lnTo>
                    <a:pt x="5609" y="9170"/>
                  </a:lnTo>
                  <a:lnTo>
                    <a:pt x="5374" y="10189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g86"/>
            <p:cNvSpPr/>
            <p:nvPr/>
          </p:nvSpPr>
          <p:spPr>
            <a:xfrm>
              <a:off x="3383325" y="5709619"/>
              <a:ext cx="6676" cy="7736"/>
            </a:xfrm>
            <a:custGeom>
              <a:avLst/>
              <a:pathLst>
                <a:path w="6676" h="7736">
                  <a:moveTo>
                    <a:pt x="5559" y="7029"/>
                  </a:moveTo>
                  <a:lnTo>
                    <a:pt x="3601" y="7736"/>
                  </a:lnTo>
                  <a:lnTo>
                    <a:pt x="1340" y="6218"/>
                  </a:lnTo>
                  <a:lnTo>
                    <a:pt x="729" y="5205"/>
                  </a:lnTo>
                  <a:lnTo>
                    <a:pt x="78" y="2496"/>
                  </a:lnTo>
                  <a:lnTo>
                    <a:pt x="0" y="1460"/>
                  </a:lnTo>
                  <a:lnTo>
                    <a:pt x="511" y="767"/>
                  </a:lnTo>
                  <a:lnTo>
                    <a:pt x="2270" y="0"/>
                  </a:lnTo>
                  <a:lnTo>
                    <a:pt x="5183" y="311"/>
                  </a:lnTo>
                  <a:lnTo>
                    <a:pt x="6294" y="1578"/>
                  </a:lnTo>
                  <a:lnTo>
                    <a:pt x="6676" y="3777"/>
                  </a:lnTo>
                  <a:lnTo>
                    <a:pt x="6339" y="5664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g87"/>
            <p:cNvSpPr/>
            <p:nvPr/>
          </p:nvSpPr>
          <p:spPr>
            <a:xfrm>
              <a:off x="3650035" y="5704292"/>
              <a:ext cx="11220" cy="11447"/>
            </a:xfrm>
            <a:custGeom>
              <a:avLst/>
              <a:pathLst>
                <a:path w="11220" h="11447">
                  <a:moveTo>
                    <a:pt x="11006" y="9473"/>
                  </a:moveTo>
                  <a:lnTo>
                    <a:pt x="10223" y="10602"/>
                  </a:lnTo>
                  <a:lnTo>
                    <a:pt x="7978" y="10396"/>
                  </a:lnTo>
                  <a:lnTo>
                    <a:pt x="6289" y="11447"/>
                  </a:lnTo>
                  <a:lnTo>
                    <a:pt x="4917" y="11043"/>
                  </a:lnTo>
                  <a:lnTo>
                    <a:pt x="624" y="9231"/>
                  </a:lnTo>
                  <a:lnTo>
                    <a:pt x="123" y="6914"/>
                  </a:lnTo>
                  <a:lnTo>
                    <a:pt x="0" y="5935"/>
                  </a:lnTo>
                  <a:lnTo>
                    <a:pt x="346" y="4117"/>
                  </a:lnTo>
                  <a:lnTo>
                    <a:pt x="4228" y="352"/>
                  </a:lnTo>
                  <a:lnTo>
                    <a:pt x="5746" y="0"/>
                  </a:lnTo>
                  <a:lnTo>
                    <a:pt x="7930" y="522"/>
                  </a:lnTo>
                  <a:lnTo>
                    <a:pt x="8922" y="1592"/>
                  </a:lnTo>
                  <a:lnTo>
                    <a:pt x="9546" y="3708"/>
                  </a:lnTo>
                  <a:lnTo>
                    <a:pt x="11220" y="7961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g88"/>
            <p:cNvSpPr/>
            <p:nvPr/>
          </p:nvSpPr>
          <p:spPr>
            <a:xfrm>
              <a:off x="3345300" y="5703175"/>
              <a:ext cx="6231" cy="10596"/>
            </a:xfrm>
            <a:custGeom>
              <a:avLst/>
              <a:pathLst>
                <a:path w="6231" h="10596">
                  <a:moveTo>
                    <a:pt x="4261" y="6867"/>
                  </a:moveTo>
                  <a:lnTo>
                    <a:pt x="3192" y="10596"/>
                  </a:lnTo>
                  <a:lnTo>
                    <a:pt x="2519" y="10501"/>
                  </a:lnTo>
                  <a:lnTo>
                    <a:pt x="1888" y="8316"/>
                  </a:lnTo>
                  <a:lnTo>
                    <a:pt x="496" y="5956"/>
                  </a:lnTo>
                  <a:lnTo>
                    <a:pt x="35" y="4319"/>
                  </a:lnTo>
                  <a:lnTo>
                    <a:pt x="0" y="2106"/>
                  </a:lnTo>
                  <a:lnTo>
                    <a:pt x="940" y="799"/>
                  </a:lnTo>
                  <a:lnTo>
                    <a:pt x="4451" y="0"/>
                  </a:lnTo>
                  <a:lnTo>
                    <a:pt x="5637" y="530"/>
                  </a:lnTo>
                  <a:lnTo>
                    <a:pt x="6231" y="3336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g89"/>
            <p:cNvSpPr/>
            <p:nvPr/>
          </p:nvSpPr>
          <p:spPr>
            <a:xfrm>
              <a:off x="2585379" y="5698258"/>
              <a:ext cx="3612" cy="3592"/>
            </a:xfrm>
            <a:custGeom>
              <a:avLst/>
              <a:pathLst>
                <a:path w="3612" h="3592">
                  <a:moveTo>
                    <a:pt x="2996" y="3529"/>
                  </a:moveTo>
                  <a:lnTo>
                    <a:pt x="1166" y="3592"/>
                  </a:lnTo>
                  <a:lnTo>
                    <a:pt x="315" y="2761"/>
                  </a:lnTo>
                  <a:lnTo>
                    <a:pt x="0" y="2250"/>
                  </a:lnTo>
                  <a:lnTo>
                    <a:pt x="217" y="1090"/>
                  </a:lnTo>
                  <a:lnTo>
                    <a:pt x="940" y="0"/>
                  </a:lnTo>
                  <a:lnTo>
                    <a:pt x="3077" y="790"/>
                  </a:lnTo>
                  <a:lnTo>
                    <a:pt x="3612" y="2923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g90"/>
            <p:cNvSpPr/>
            <p:nvPr/>
          </p:nvSpPr>
          <p:spPr>
            <a:xfrm>
              <a:off x="2409778" y="5694461"/>
              <a:ext cx="16756" cy="13340"/>
            </a:xfrm>
            <a:custGeom>
              <a:avLst/>
              <a:pathLst>
                <a:path w="16756" h="13340">
                  <a:moveTo>
                    <a:pt x="10064" y="0"/>
                  </a:moveTo>
                  <a:lnTo>
                    <a:pt x="12221" y="727"/>
                  </a:lnTo>
                  <a:lnTo>
                    <a:pt x="15395" y="3933"/>
                  </a:lnTo>
                  <a:lnTo>
                    <a:pt x="16422" y="5586"/>
                  </a:lnTo>
                  <a:lnTo>
                    <a:pt x="16756" y="6553"/>
                  </a:lnTo>
                  <a:lnTo>
                    <a:pt x="16487" y="7205"/>
                  </a:lnTo>
                  <a:lnTo>
                    <a:pt x="15045" y="7984"/>
                  </a:lnTo>
                  <a:lnTo>
                    <a:pt x="13907" y="11935"/>
                  </a:lnTo>
                  <a:lnTo>
                    <a:pt x="11749" y="13340"/>
                  </a:lnTo>
                  <a:lnTo>
                    <a:pt x="6636" y="12457"/>
                  </a:lnTo>
                  <a:lnTo>
                    <a:pt x="1050" y="10881"/>
                  </a:lnTo>
                  <a:lnTo>
                    <a:pt x="590" y="10555"/>
                  </a:lnTo>
                  <a:lnTo>
                    <a:pt x="107" y="9170"/>
                  </a:lnTo>
                  <a:lnTo>
                    <a:pt x="0" y="7569"/>
                  </a:lnTo>
                  <a:lnTo>
                    <a:pt x="651" y="5563"/>
                  </a:lnTo>
                  <a:lnTo>
                    <a:pt x="1603" y="4544"/>
                  </a:lnTo>
                  <a:lnTo>
                    <a:pt x="5764" y="3321"/>
                  </a:lnTo>
                  <a:lnTo>
                    <a:pt x="6081" y="2629"/>
                  </a:lnTo>
                  <a:lnTo>
                    <a:pt x="6683" y="635"/>
                  </a:lnTo>
                  <a:lnTo>
                    <a:pt x="7726" y="216"/>
                  </a:lnTo>
                  <a:lnTo>
                    <a:pt x="8245" y="378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g91"/>
            <p:cNvSpPr/>
            <p:nvPr/>
          </p:nvSpPr>
          <p:spPr>
            <a:xfrm>
              <a:off x="3523391" y="5693786"/>
              <a:ext cx="12953" cy="10844"/>
            </a:xfrm>
            <a:custGeom>
              <a:avLst/>
              <a:pathLst>
                <a:path w="12953" h="10844">
                  <a:moveTo>
                    <a:pt x="8044" y="8942"/>
                  </a:moveTo>
                  <a:lnTo>
                    <a:pt x="7271" y="10844"/>
                  </a:lnTo>
                  <a:lnTo>
                    <a:pt x="3440" y="8186"/>
                  </a:lnTo>
                  <a:lnTo>
                    <a:pt x="1229" y="7389"/>
                  </a:lnTo>
                  <a:lnTo>
                    <a:pt x="624" y="6916"/>
                  </a:lnTo>
                  <a:lnTo>
                    <a:pt x="102" y="5312"/>
                  </a:lnTo>
                  <a:lnTo>
                    <a:pt x="0" y="4663"/>
                  </a:lnTo>
                  <a:lnTo>
                    <a:pt x="417" y="3635"/>
                  </a:lnTo>
                  <a:lnTo>
                    <a:pt x="1662" y="2017"/>
                  </a:lnTo>
                  <a:lnTo>
                    <a:pt x="4228" y="692"/>
                  </a:lnTo>
                  <a:lnTo>
                    <a:pt x="8339" y="0"/>
                  </a:lnTo>
                  <a:lnTo>
                    <a:pt x="12319" y="539"/>
                  </a:lnTo>
                  <a:lnTo>
                    <a:pt x="12953" y="1338"/>
                  </a:lnTo>
                  <a:lnTo>
                    <a:pt x="9174" y="4120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g92"/>
            <p:cNvSpPr/>
            <p:nvPr/>
          </p:nvSpPr>
          <p:spPr>
            <a:xfrm>
              <a:off x="2444580" y="5685160"/>
              <a:ext cx="11845" cy="9663"/>
            </a:xfrm>
            <a:custGeom>
              <a:avLst/>
              <a:pathLst>
                <a:path w="11845" h="9663">
                  <a:moveTo>
                    <a:pt x="11845" y="8431"/>
                  </a:moveTo>
                  <a:lnTo>
                    <a:pt x="9204" y="9663"/>
                  </a:lnTo>
                  <a:lnTo>
                    <a:pt x="7467" y="8685"/>
                  </a:lnTo>
                  <a:lnTo>
                    <a:pt x="2200" y="6853"/>
                  </a:lnTo>
                  <a:lnTo>
                    <a:pt x="0" y="3428"/>
                  </a:lnTo>
                  <a:lnTo>
                    <a:pt x="250" y="1647"/>
                  </a:lnTo>
                  <a:lnTo>
                    <a:pt x="1218" y="591"/>
                  </a:lnTo>
                  <a:lnTo>
                    <a:pt x="2817" y="0"/>
                  </a:lnTo>
                  <a:lnTo>
                    <a:pt x="6008" y="1145"/>
                  </a:lnTo>
                  <a:lnTo>
                    <a:pt x="7631" y="2325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g93"/>
            <p:cNvSpPr/>
            <p:nvPr/>
          </p:nvSpPr>
          <p:spPr>
            <a:xfrm>
              <a:off x="2571201" y="5677268"/>
              <a:ext cx="9554" cy="17241"/>
            </a:xfrm>
            <a:custGeom>
              <a:avLst/>
              <a:pathLst>
                <a:path w="9554" h="17241">
                  <a:moveTo>
                    <a:pt x="6947" y="17016"/>
                  </a:moveTo>
                  <a:lnTo>
                    <a:pt x="5880" y="17241"/>
                  </a:lnTo>
                  <a:lnTo>
                    <a:pt x="4823" y="14497"/>
                  </a:lnTo>
                  <a:lnTo>
                    <a:pt x="4285" y="10310"/>
                  </a:lnTo>
                  <a:lnTo>
                    <a:pt x="870" y="4201"/>
                  </a:lnTo>
                  <a:lnTo>
                    <a:pt x="0" y="1018"/>
                  </a:lnTo>
                  <a:lnTo>
                    <a:pt x="631" y="254"/>
                  </a:lnTo>
                  <a:lnTo>
                    <a:pt x="1530" y="0"/>
                  </a:lnTo>
                  <a:lnTo>
                    <a:pt x="4006" y="880"/>
                  </a:lnTo>
                  <a:lnTo>
                    <a:pt x="5481" y="2031"/>
                  </a:lnTo>
                  <a:lnTo>
                    <a:pt x="7182" y="4562"/>
                  </a:lnTo>
                  <a:lnTo>
                    <a:pt x="9161" y="6801"/>
                  </a:lnTo>
                  <a:lnTo>
                    <a:pt x="9554" y="8743"/>
                  </a:lnTo>
                  <a:lnTo>
                    <a:pt x="9268" y="10893"/>
                  </a:lnTo>
                  <a:lnTo>
                    <a:pt x="7999" y="11447"/>
                  </a:lnTo>
                  <a:lnTo>
                    <a:pt x="8041" y="13048"/>
                  </a:lnTo>
                  <a:lnTo>
                    <a:pt x="7282" y="16116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g94"/>
            <p:cNvSpPr/>
            <p:nvPr/>
          </p:nvSpPr>
          <p:spPr>
            <a:xfrm>
              <a:off x="2415021" y="5666718"/>
              <a:ext cx="87198" cy="114672"/>
            </a:xfrm>
            <a:custGeom>
              <a:avLst/>
              <a:pathLst>
                <a:path w="87198" h="114672">
                  <a:moveTo>
                    <a:pt x="64977" y="11822"/>
                  </a:moveTo>
                  <a:lnTo>
                    <a:pt x="64633" y="15423"/>
                  </a:lnTo>
                  <a:lnTo>
                    <a:pt x="66657" y="14133"/>
                  </a:lnTo>
                  <a:lnTo>
                    <a:pt x="67367" y="14407"/>
                  </a:lnTo>
                  <a:lnTo>
                    <a:pt x="69164" y="15718"/>
                  </a:lnTo>
                  <a:lnTo>
                    <a:pt x="72706" y="23468"/>
                  </a:lnTo>
                  <a:lnTo>
                    <a:pt x="73485" y="25924"/>
                  </a:lnTo>
                  <a:lnTo>
                    <a:pt x="74938" y="33098"/>
                  </a:lnTo>
                  <a:lnTo>
                    <a:pt x="76675" y="38454"/>
                  </a:lnTo>
                  <a:lnTo>
                    <a:pt x="81071" y="47844"/>
                  </a:lnTo>
                  <a:lnTo>
                    <a:pt x="83228" y="52966"/>
                  </a:lnTo>
                  <a:lnTo>
                    <a:pt x="84375" y="55964"/>
                  </a:lnTo>
                  <a:lnTo>
                    <a:pt x="84480" y="59952"/>
                  </a:lnTo>
                  <a:lnTo>
                    <a:pt x="85879" y="61080"/>
                  </a:lnTo>
                  <a:lnTo>
                    <a:pt x="86147" y="62725"/>
                  </a:lnTo>
                  <a:lnTo>
                    <a:pt x="86587" y="68202"/>
                  </a:lnTo>
                  <a:lnTo>
                    <a:pt x="86898" y="74596"/>
                  </a:lnTo>
                  <a:lnTo>
                    <a:pt x="87198" y="86762"/>
                  </a:lnTo>
                  <a:lnTo>
                    <a:pt x="87037" y="89628"/>
                  </a:lnTo>
                  <a:lnTo>
                    <a:pt x="85174" y="94150"/>
                  </a:lnTo>
                  <a:lnTo>
                    <a:pt x="84359" y="97405"/>
                  </a:lnTo>
                  <a:lnTo>
                    <a:pt x="83362" y="99540"/>
                  </a:lnTo>
                  <a:lnTo>
                    <a:pt x="82174" y="101081"/>
                  </a:lnTo>
                  <a:lnTo>
                    <a:pt x="75968" y="107487"/>
                  </a:lnTo>
                  <a:lnTo>
                    <a:pt x="75236" y="110667"/>
                  </a:lnTo>
                  <a:lnTo>
                    <a:pt x="64831" y="113385"/>
                  </a:lnTo>
                  <a:lnTo>
                    <a:pt x="58977" y="114517"/>
                  </a:lnTo>
                  <a:lnTo>
                    <a:pt x="56687" y="113290"/>
                  </a:lnTo>
                  <a:lnTo>
                    <a:pt x="54352" y="112999"/>
                  </a:lnTo>
                  <a:lnTo>
                    <a:pt x="51480" y="113408"/>
                  </a:lnTo>
                  <a:lnTo>
                    <a:pt x="43100" y="113775"/>
                  </a:lnTo>
                  <a:lnTo>
                    <a:pt x="36747" y="114672"/>
                  </a:lnTo>
                  <a:lnTo>
                    <a:pt x="35945" y="114335"/>
                  </a:lnTo>
                  <a:lnTo>
                    <a:pt x="35377" y="113123"/>
                  </a:lnTo>
                  <a:lnTo>
                    <a:pt x="34756" y="112303"/>
                  </a:lnTo>
                  <a:lnTo>
                    <a:pt x="33057" y="112491"/>
                  </a:lnTo>
                  <a:lnTo>
                    <a:pt x="31715" y="112038"/>
                  </a:lnTo>
                  <a:lnTo>
                    <a:pt x="30407" y="111036"/>
                  </a:lnTo>
                  <a:lnTo>
                    <a:pt x="28952" y="109187"/>
                  </a:lnTo>
                  <a:lnTo>
                    <a:pt x="28338" y="108107"/>
                  </a:lnTo>
                  <a:lnTo>
                    <a:pt x="27985" y="106933"/>
                  </a:lnTo>
                  <a:lnTo>
                    <a:pt x="30807" y="103871"/>
                  </a:lnTo>
                  <a:lnTo>
                    <a:pt x="32237" y="103173"/>
                  </a:lnTo>
                  <a:lnTo>
                    <a:pt x="33691" y="103011"/>
                  </a:lnTo>
                  <a:lnTo>
                    <a:pt x="36642" y="103638"/>
                  </a:lnTo>
                  <a:lnTo>
                    <a:pt x="39581" y="104673"/>
                  </a:lnTo>
                  <a:lnTo>
                    <a:pt x="46035" y="105490"/>
                  </a:lnTo>
                  <a:lnTo>
                    <a:pt x="54965" y="105710"/>
                  </a:lnTo>
                  <a:lnTo>
                    <a:pt x="57420" y="105412"/>
                  </a:lnTo>
                  <a:lnTo>
                    <a:pt x="60387" y="104414"/>
                  </a:lnTo>
                  <a:lnTo>
                    <a:pt x="63089" y="101612"/>
                  </a:lnTo>
                  <a:lnTo>
                    <a:pt x="61770" y="100527"/>
                  </a:lnTo>
                  <a:lnTo>
                    <a:pt x="60430" y="99840"/>
                  </a:lnTo>
                  <a:lnTo>
                    <a:pt x="59102" y="99710"/>
                  </a:lnTo>
                  <a:lnTo>
                    <a:pt x="57783" y="99895"/>
                  </a:lnTo>
                  <a:lnTo>
                    <a:pt x="54081" y="101652"/>
                  </a:lnTo>
                  <a:lnTo>
                    <a:pt x="51246" y="102685"/>
                  </a:lnTo>
                  <a:lnTo>
                    <a:pt x="48385" y="103288"/>
                  </a:lnTo>
                  <a:lnTo>
                    <a:pt x="45351" y="102264"/>
                  </a:lnTo>
                  <a:lnTo>
                    <a:pt x="42539" y="99399"/>
                  </a:lnTo>
                  <a:lnTo>
                    <a:pt x="42474" y="98452"/>
                  </a:lnTo>
                  <a:lnTo>
                    <a:pt x="52113" y="96273"/>
                  </a:lnTo>
                  <a:lnTo>
                    <a:pt x="52994" y="95904"/>
                  </a:lnTo>
                  <a:lnTo>
                    <a:pt x="54740" y="94510"/>
                  </a:lnTo>
                  <a:lnTo>
                    <a:pt x="55306" y="93281"/>
                  </a:lnTo>
                  <a:lnTo>
                    <a:pt x="55594" y="92121"/>
                  </a:lnTo>
                  <a:lnTo>
                    <a:pt x="49086" y="90049"/>
                  </a:lnTo>
                  <a:lnTo>
                    <a:pt x="47750" y="90092"/>
                  </a:lnTo>
                  <a:lnTo>
                    <a:pt x="46412" y="90468"/>
                  </a:lnTo>
                  <a:lnTo>
                    <a:pt x="43466" y="89619"/>
                  </a:lnTo>
                  <a:lnTo>
                    <a:pt x="40665" y="87189"/>
                  </a:lnTo>
                  <a:lnTo>
                    <a:pt x="38068" y="84281"/>
                  </a:lnTo>
                  <a:lnTo>
                    <a:pt x="37123" y="84015"/>
                  </a:lnTo>
                  <a:lnTo>
                    <a:pt x="36202" y="84904"/>
                  </a:lnTo>
                  <a:lnTo>
                    <a:pt x="29920" y="92568"/>
                  </a:lnTo>
                  <a:lnTo>
                    <a:pt x="29379" y="92626"/>
                  </a:lnTo>
                  <a:lnTo>
                    <a:pt x="27006" y="92063"/>
                  </a:lnTo>
                  <a:lnTo>
                    <a:pt x="24042" y="90543"/>
                  </a:lnTo>
                  <a:lnTo>
                    <a:pt x="21325" y="90006"/>
                  </a:lnTo>
                  <a:lnTo>
                    <a:pt x="19581" y="90418"/>
                  </a:lnTo>
                  <a:lnTo>
                    <a:pt x="18924" y="91048"/>
                  </a:lnTo>
                  <a:lnTo>
                    <a:pt x="20622" y="92796"/>
                  </a:lnTo>
                  <a:lnTo>
                    <a:pt x="22063" y="94320"/>
                  </a:lnTo>
                  <a:lnTo>
                    <a:pt x="22492" y="95543"/>
                  </a:lnTo>
                  <a:lnTo>
                    <a:pt x="18079" y="99384"/>
                  </a:lnTo>
                  <a:lnTo>
                    <a:pt x="16904" y="99901"/>
                  </a:lnTo>
                  <a:lnTo>
                    <a:pt x="14987" y="99575"/>
                  </a:lnTo>
                  <a:lnTo>
                    <a:pt x="14305" y="99087"/>
                  </a:lnTo>
                  <a:lnTo>
                    <a:pt x="12929" y="97029"/>
                  </a:lnTo>
                  <a:lnTo>
                    <a:pt x="11619" y="96524"/>
                  </a:lnTo>
                  <a:lnTo>
                    <a:pt x="8768" y="96949"/>
                  </a:lnTo>
                  <a:lnTo>
                    <a:pt x="7274" y="96761"/>
                  </a:lnTo>
                  <a:lnTo>
                    <a:pt x="5782" y="95867"/>
                  </a:lnTo>
                  <a:lnTo>
                    <a:pt x="4370" y="94542"/>
                  </a:lnTo>
                  <a:lnTo>
                    <a:pt x="3083" y="93818"/>
                  </a:lnTo>
                  <a:lnTo>
                    <a:pt x="1509" y="92340"/>
                  </a:lnTo>
                  <a:lnTo>
                    <a:pt x="361" y="91290"/>
                  </a:lnTo>
                  <a:lnTo>
                    <a:pt x="0" y="89798"/>
                  </a:lnTo>
                  <a:lnTo>
                    <a:pt x="115" y="88390"/>
                  </a:lnTo>
                  <a:lnTo>
                    <a:pt x="632" y="87565"/>
                  </a:lnTo>
                  <a:lnTo>
                    <a:pt x="704" y="86774"/>
                  </a:lnTo>
                  <a:lnTo>
                    <a:pt x="360" y="85418"/>
                  </a:lnTo>
                  <a:lnTo>
                    <a:pt x="576" y="84399"/>
                  </a:lnTo>
                  <a:lnTo>
                    <a:pt x="1098" y="83505"/>
                  </a:lnTo>
                  <a:lnTo>
                    <a:pt x="3449" y="81744"/>
                  </a:lnTo>
                  <a:lnTo>
                    <a:pt x="6332" y="81389"/>
                  </a:lnTo>
                  <a:lnTo>
                    <a:pt x="9095" y="83580"/>
                  </a:lnTo>
                  <a:lnTo>
                    <a:pt x="10910" y="84289"/>
                  </a:lnTo>
                  <a:lnTo>
                    <a:pt x="11749" y="84341"/>
                  </a:lnTo>
                  <a:lnTo>
                    <a:pt x="12076" y="84191"/>
                  </a:lnTo>
                  <a:lnTo>
                    <a:pt x="12301" y="83594"/>
                  </a:lnTo>
                  <a:lnTo>
                    <a:pt x="12219" y="82454"/>
                  </a:lnTo>
                  <a:lnTo>
                    <a:pt x="11729" y="80322"/>
                  </a:lnTo>
                  <a:lnTo>
                    <a:pt x="11667" y="78835"/>
                  </a:lnTo>
                  <a:lnTo>
                    <a:pt x="12281" y="77595"/>
                  </a:lnTo>
                  <a:lnTo>
                    <a:pt x="13098" y="77150"/>
                  </a:lnTo>
                  <a:lnTo>
                    <a:pt x="13974" y="76810"/>
                  </a:lnTo>
                  <a:lnTo>
                    <a:pt x="14569" y="76651"/>
                  </a:lnTo>
                  <a:lnTo>
                    <a:pt x="16352" y="77462"/>
                  </a:lnTo>
                  <a:lnTo>
                    <a:pt x="17617" y="78282"/>
                  </a:lnTo>
                  <a:lnTo>
                    <a:pt x="20211" y="80610"/>
                  </a:lnTo>
                  <a:lnTo>
                    <a:pt x="22392" y="82266"/>
                  </a:lnTo>
                  <a:lnTo>
                    <a:pt x="23200" y="82434"/>
                  </a:lnTo>
                  <a:lnTo>
                    <a:pt x="23832" y="81848"/>
                  </a:lnTo>
                  <a:lnTo>
                    <a:pt x="24405" y="80933"/>
                  </a:lnTo>
                  <a:lnTo>
                    <a:pt x="21821" y="78573"/>
                  </a:lnTo>
                  <a:lnTo>
                    <a:pt x="21518" y="77052"/>
                  </a:lnTo>
                  <a:lnTo>
                    <a:pt x="21671" y="75699"/>
                  </a:lnTo>
                  <a:lnTo>
                    <a:pt x="23262" y="74934"/>
                  </a:lnTo>
                  <a:lnTo>
                    <a:pt x="24195" y="74824"/>
                  </a:lnTo>
                  <a:lnTo>
                    <a:pt x="28798" y="76227"/>
                  </a:lnTo>
                  <a:lnTo>
                    <a:pt x="31219" y="76668"/>
                  </a:lnTo>
                  <a:lnTo>
                    <a:pt x="33650" y="76810"/>
                  </a:lnTo>
                  <a:lnTo>
                    <a:pt x="38646" y="75234"/>
                  </a:lnTo>
                  <a:lnTo>
                    <a:pt x="35984" y="73460"/>
                  </a:lnTo>
                  <a:lnTo>
                    <a:pt x="30190" y="71927"/>
                  </a:lnTo>
                  <a:lnTo>
                    <a:pt x="29105" y="70845"/>
                  </a:lnTo>
                  <a:lnTo>
                    <a:pt x="28302" y="69085"/>
                  </a:lnTo>
                  <a:lnTo>
                    <a:pt x="32567" y="67489"/>
                  </a:lnTo>
                  <a:lnTo>
                    <a:pt x="36882" y="67544"/>
                  </a:lnTo>
                  <a:lnTo>
                    <a:pt x="44656" y="69622"/>
                  </a:lnTo>
                  <a:lnTo>
                    <a:pt x="47264" y="68629"/>
                  </a:lnTo>
                  <a:lnTo>
                    <a:pt x="49665" y="65654"/>
                  </a:lnTo>
                  <a:lnTo>
                    <a:pt x="51048" y="64883"/>
                  </a:lnTo>
                  <a:lnTo>
                    <a:pt x="56568" y="65114"/>
                  </a:lnTo>
                  <a:lnTo>
                    <a:pt x="60960" y="63749"/>
                  </a:lnTo>
                  <a:lnTo>
                    <a:pt x="61664" y="63891"/>
                  </a:lnTo>
                  <a:lnTo>
                    <a:pt x="62338" y="64292"/>
                  </a:lnTo>
                  <a:lnTo>
                    <a:pt x="66618" y="69287"/>
                  </a:lnTo>
                  <a:lnTo>
                    <a:pt x="67187" y="69047"/>
                  </a:lnTo>
                  <a:lnTo>
                    <a:pt x="67609" y="68069"/>
                  </a:lnTo>
                  <a:lnTo>
                    <a:pt x="67759" y="66329"/>
                  </a:lnTo>
                  <a:lnTo>
                    <a:pt x="67763" y="64549"/>
                  </a:lnTo>
                  <a:lnTo>
                    <a:pt x="67666" y="62783"/>
                  </a:lnTo>
                  <a:lnTo>
                    <a:pt x="67114" y="61669"/>
                  </a:lnTo>
                  <a:lnTo>
                    <a:pt x="66414" y="61799"/>
                  </a:lnTo>
                  <a:lnTo>
                    <a:pt x="65685" y="62292"/>
                  </a:lnTo>
                  <a:lnTo>
                    <a:pt x="64454" y="61865"/>
                  </a:lnTo>
                  <a:lnTo>
                    <a:pt x="63208" y="60918"/>
                  </a:lnTo>
                  <a:lnTo>
                    <a:pt x="61960" y="60491"/>
                  </a:lnTo>
                  <a:lnTo>
                    <a:pt x="57548" y="59952"/>
                  </a:lnTo>
                  <a:lnTo>
                    <a:pt x="54425" y="59005"/>
                  </a:lnTo>
                  <a:lnTo>
                    <a:pt x="52810" y="58304"/>
                  </a:lnTo>
                  <a:lnTo>
                    <a:pt x="51308" y="56853"/>
                  </a:lnTo>
                  <a:lnTo>
                    <a:pt x="51096" y="55274"/>
                  </a:lnTo>
                  <a:lnTo>
                    <a:pt x="52668" y="51656"/>
                  </a:lnTo>
                  <a:lnTo>
                    <a:pt x="58749" y="47725"/>
                  </a:lnTo>
                  <a:lnTo>
                    <a:pt x="61601" y="46458"/>
                  </a:lnTo>
                  <a:lnTo>
                    <a:pt x="64498" y="46147"/>
                  </a:lnTo>
                  <a:lnTo>
                    <a:pt x="65901" y="46427"/>
                  </a:lnTo>
                  <a:lnTo>
                    <a:pt x="69231" y="48040"/>
                  </a:lnTo>
                  <a:lnTo>
                    <a:pt x="69745" y="47968"/>
                  </a:lnTo>
                  <a:lnTo>
                    <a:pt x="70251" y="47546"/>
                  </a:lnTo>
                  <a:lnTo>
                    <a:pt x="67026" y="44802"/>
                  </a:lnTo>
                  <a:lnTo>
                    <a:pt x="64163" y="42704"/>
                  </a:lnTo>
                  <a:lnTo>
                    <a:pt x="62747" y="41117"/>
                  </a:lnTo>
                  <a:lnTo>
                    <a:pt x="61607" y="40503"/>
                  </a:lnTo>
                  <a:lnTo>
                    <a:pt x="56831" y="39905"/>
                  </a:lnTo>
                  <a:lnTo>
                    <a:pt x="54312" y="41469"/>
                  </a:lnTo>
                  <a:lnTo>
                    <a:pt x="53123" y="41735"/>
                  </a:lnTo>
                  <a:lnTo>
                    <a:pt x="51944" y="41590"/>
                  </a:lnTo>
                  <a:lnTo>
                    <a:pt x="44929" y="37787"/>
                  </a:lnTo>
                  <a:lnTo>
                    <a:pt x="44534" y="37372"/>
                  </a:lnTo>
                  <a:lnTo>
                    <a:pt x="43541" y="35938"/>
                  </a:lnTo>
                  <a:lnTo>
                    <a:pt x="43009" y="34878"/>
                  </a:lnTo>
                  <a:lnTo>
                    <a:pt x="42697" y="33095"/>
                  </a:lnTo>
                  <a:lnTo>
                    <a:pt x="42838" y="31268"/>
                  </a:lnTo>
                  <a:lnTo>
                    <a:pt x="43029" y="30082"/>
                  </a:lnTo>
                  <a:lnTo>
                    <a:pt x="44071" y="25425"/>
                  </a:lnTo>
                  <a:lnTo>
                    <a:pt x="44660" y="21720"/>
                  </a:lnTo>
                  <a:lnTo>
                    <a:pt x="44358" y="18727"/>
                  </a:lnTo>
                  <a:lnTo>
                    <a:pt x="43253" y="17074"/>
                  </a:lnTo>
                  <a:lnTo>
                    <a:pt x="41673" y="15948"/>
                  </a:lnTo>
                  <a:lnTo>
                    <a:pt x="40242" y="14131"/>
                  </a:lnTo>
                  <a:lnTo>
                    <a:pt x="39832" y="12895"/>
                  </a:lnTo>
                  <a:lnTo>
                    <a:pt x="39578" y="11453"/>
                  </a:lnTo>
                  <a:lnTo>
                    <a:pt x="39545" y="9620"/>
                  </a:lnTo>
                  <a:lnTo>
                    <a:pt x="39901" y="8010"/>
                  </a:lnTo>
                  <a:lnTo>
                    <a:pt x="40520" y="6264"/>
                  </a:lnTo>
                  <a:lnTo>
                    <a:pt x="41345" y="5373"/>
                  </a:lnTo>
                  <a:lnTo>
                    <a:pt x="42822" y="4492"/>
                  </a:lnTo>
                  <a:lnTo>
                    <a:pt x="48641" y="2499"/>
                  </a:lnTo>
                  <a:lnTo>
                    <a:pt x="60518" y="0"/>
                  </a:lnTo>
                  <a:lnTo>
                    <a:pt x="61798" y="1278"/>
                  </a:lnTo>
                  <a:lnTo>
                    <a:pt x="63719" y="3959"/>
                  </a:lnTo>
                  <a:lnTo>
                    <a:pt x="64314" y="5035"/>
                  </a:lnTo>
                  <a:lnTo>
                    <a:pt x="64957" y="10359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g95"/>
            <p:cNvSpPr/>
            <p:nvPr/>
          </p:nvSpPr>
          <p:spPr>
            <a:xfrm>
              <a:off x="2228930" y="5664447"/>
              <a:ext cx="1673" cy="2637"/>
            </a:xfrm>
            <a:custGeom>
              <a:avLst/>
              <a:pathLst>
                <a:path w="1673" h="2637">
                  <a:moveTo>
                    <a:pt x="1412" y="2531"/>
                  </a:moveTo>
                  <a:lnTo>
                    <a:pt x="1278" y="2548"/>
                  </a:lnTo>
                  <a:lnTo>
                    <a:pt x="1040" y="2542"/>
                  </a:lnTo>
                  <a:lnTo>
                    <a:pt x="867" y="2556"/>
                  </a:lnTo>
                  <a:lnTo>
                    <a:pt x="692" y="2602"/>
                  </a:lnTo>
                  <a:lnTo>
                    <a:pt x="346" y="2637"/>
                  </a:lnTo>
                  <a:lnTo>
                    <a:pt x="288" y="2507"/>
                  </a:lnTo>
                  <a:lnTo>
                    <a:pt x="166" y="2251"/>
                  </a:lnTo>
                  <a:lnTo>
                    <a:pt x="60" y="1997"/>
                  </a:lnTo>
                  <a:lnTo>
                    <a:pt x="0" y="1737"/>
                  </a:lnTo>
                  <a:lnTo>
                    <a:pt x="48" y="1402"/>
                  </a:lnTo>
                  <a:lnTo>
                    <a:pt x="180" y="1252"/>
                  </a:lnTo>
                  <a:lnTo>
                    <a:pt x="186" y="1039"/>
                  </a:lnTo>
                  <a:lnTo>
                    <a:pt x="186" y="761"/>
                  </a:lnTo>
                  <a:lnTo>
                    <a:pt x="251" y="522"/>
                  </a:lnTo>
                  <a:lnTo>
                    <a:pt x="288" y="274"/>
                  </a:lnTo>
                  <a:lnTo>
                    <a:pt x="430" y="0"/>
                  </a:lnTo>
                  <a:lnTo>
                    <a:pt x="633" y="5"/>
                  </a:lnTo>
                  <a:lnTo>
                    <a:pt x="760" y="26"/>
                  </a:lnTo>
                  <a:lnTo>
                    <a:pt x="1101" y="86"/>
                  </a:lnTo>
                  <a:lnTo>
                    <a:pt x="1262" y="184"/>
                  </a:lnTo>
                  <a:lnTo>
                    <a:pt x="1421" y="481"/>
                  </a:lnTo>
                  <a:lnTo>
                    <a:pt x="1546" y="779"/>
                  </a:lnTo>
                  <a:lnTo>
                    <a:pt x="1546" y="912"/>
                  </a:lnTo>
                  <a:lnTo>
                    <a:pt x="1573" y="1085"/>
                  </a:lnTo>
                  <a:lnTo>
                    <a:pt x="1594" y="1292"/>
                  </a:lnTo>
                  <a:lnTo>
                    <a:pt x="1619" y="1541"/>
                  </a:lnTo>
                  <a:lnTo>
                    <a:pt x="1673" y="1748"/>
                  </a:lnTo>
                  <a:lnTo>
                    <a:pt x="1631" y="2100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g96"/>
            <p:cNvSpPr/>
            <p:nvPr/>
          </p:nvSpPr>
          <p:spPr>
            <a:xfrm>
              <a:off x="2590124" y="5663518"/>
              <a:ext cx="4375" cy="3379"/>
            </a:xfrm>
            <a:custGeom>
              <a:avLst/>
              <a:pathLst>
                <a:path w="4375" h="3379">
                  <a:moveTo>
                    <a:pt x="4375" y="2568"/>
                  </a:moveTo>
                  <a:lnTo>
                    <a:pt x="3919" y="3379"/>
                  </a:lnTo>
                  <a:lnTo>
                    <a:pt x="2374" y="2888"/>
                  </a:lnTo>
                  <a:lnTo>
                    <a:pt x="1473" y="2311"/>
                  </a:lnTo>
                  <a:lnTo>
                    <a:pt x="0" y="859"/>
                  </a:lnTo>
                  <a:lnTo>
                    <a:pt x="825" y="0"/>
                  </a:lnTo>
                  <a:lnTo>
                    <a:pt x="2454" y="207"/>
                  </a:lnTo>
                  <a:lnTo>
                    <a:pt x="3779" y="1223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g97"/>
            <p:cNvSpPr/>
            <p:nvPr/>
          </p:nvSpPr>
          <p:spPr>
            <a:xfrm>
              <a:off x="2508125" y="5631308"/>
              <a:ext cx="7237" cy="5751"/>
            </a:xfrm>
            <a:custGeom>
              <a:avLst/>
              <a:pathLst>
                <a:path w="7237" h="5751">
                  <a:moveTo>
                    <a:pt x="4805" y="5188"/>
                  </a:moveTo>
                  <a:lnTo>
                    <a:pt x="2421" y="5751"/>
                  </a:lnTo>
                  <a:lnTo>
                    <a:pt x="608" y="5107"/>
                  </a:lnTo>
                  <a:lnTo>
                    <a:pt x="652" y="2868"/>
                  </a:lnTo>
                  <a:lnTo>
                    <a:pt x="153" y="2625"/>
                  </a:lnTo>
                  <a:lnTo>
                    <a:pt x="0" y="2086"/>
                  </a:lnTo>
                  <a:lnTo>
                    <a:pt x="2273" y="409"/>
                  </a:lnTo>
                  <a:lnTo>
                    <a:pt x="3967" y="0"/>
                  </a:lnTo>
                  <a:lnTo>
                    <a:pt x="6051" y="239"/>
                  </a:lnTo>
                  <a:lnTo>
                    <a:pt x="6926" y="1001"/>
                  </a:lnTo>
                  <a:lnTo>
                    <a:pt x="7237" y="1760"/>
                  </a:lnTo>
                  <a:lnTo>
                    <a:pt x="5649" y="3584"/>
                  </a:lnTo>
                  <a:lnTo>
                    <a:pt x="5405" y="4331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g98"/>
            <p:cNvSpPr/>
            <p:nvPr/>
          </p:nvSpPr>
          <p:spPr>
            <a:xfrm>
              <a:off x="5340217" y="5621520"/>
              <a:ext cx="3408" cy="9144"/>
            </a:xfrm>
            <a:custGeom>
              <a:avLst/>
              <a:pathLst>
                <a:path w="3408" h="9144">
                  <a:moveTo>
                    <a:pt x="2372" y="8305"/>
                  </a:moveTo>
                  <a:lnTo>
                    <a:pt x="1308" y="9144"/>
                  </a:lnTo>
                  <a:lnTo>
                    <a:pt x="647" y="8885"/>
                  </a:lnTo>
                  <a:lnTo>
                    <a:pt x="0" y="7113"/>
                  </a:lnTo>
                  <a:lnTo>
                    <a:pt x="698" y="4386"/>
                  </a:lnTo>
                  <a:lnTo>
                    <a:pt x="441" y="871"/>
                  </a:lnTo>
                  <a:lnTo>
                    <a:pt x="548" y="0"/>
                  </a:lnTo>
                  <a:lnTo>
                    <a:pt x="2267" y="1971"/>
                  </a:lnTo>
                  <a:lnTo>
                    <a:pt x="2573" y="3082"/>
                  </a:lnTo>
                  <a:lnTo>
                    <a:pt x="3269" y="4703"/>
                  </a:lnTo>
                  <a:lnTo>
                    <a:pt x="3408" y="5558"/>
                  </a:lnTo>
                  <a:lnTo>
                    <a:pt x="2699" y="7225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g99"/>
            <p:cNvSpPr/>
            <p:nvPr/>
          </p:nvSpPr>
          <p:spPr>
            <a:xfrm>
              <a:off x="2509953" y="5606082"/>
              <a:ext cx="4098" cy="4876"/>
            </a:xfrm>
            <a:custGeom>
              <a:avLst/>
              <a:pathLst>
                <a:path w="4098" h="4876">
                  <a:moveTo>
                    <a:pt x="2813" y="4657"/>
                  </a:moveTo>
                  <a:lnTo>
                    <a:pt x="2242" y="4876"/>
                  </a:lnTo>
                  <a:lnTo>
                    <a:pt x="883" y="4738"/>
                  </a:lnTo>
                  <a:lnTo>
                    <a:pt x="0" y="4097"/>
                  </a:lnTo>
                  <a:lnTo>
                    <a:pt x="1142" y="1971"/>
                  </a:lnTo>
                  <a:lnTo>
                    <a:pt x="1004" y="571"/>
                  </a:lnTo>
                  <a:lnTo>
                    <a:pt x="2038" y="0"/>
                  </a:lnTo>
                  <a:lnTo>
                    <a:pt x="3187" y="490"/>
                  </a:lnTo>
                  <a:lnTo>
                    <a:pt x="3954" y="2314"/>
                  </a:lnTo>
                  <a:lnTo>
                    <a:pt x="4098" y="3073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g100"/>
            <p:cNvSpPr/>
            <p:nvPr/>
          </p:nvSpPr>
          <p:spPr>
            <a:xfrm>
              <a:off x="4373472" y="5605681"/>
              <a:ext cx="7595" cy="7574"/>
            </a:xfrm>
            <a:custGeom>
              <a:avLst/>
              <a:pathLst>
                <a:path w="7595" h="7574">
                  <a:moveTo>
                    <a:pt x="6190" y="6795"/>
                  </a:moveTo>
                  <a:lnTo>
                    <a:pt x="4090" y="7574"/>
                  </a:lnTo>
                  <a:lnTo>
                    <a:pt x="3751" y="7150"/>
                  </a:lnTo>
                  <a:lnTo>
                    <a:pt x="3691" y="6723"/>
                  </a:lnTo>
                  <a:lnTo>
                    <a:pt x="540" y="3869"/>
                  </a:lnTo>
                  <a:lnTo>
                    <a:pt x="0" y="1555"/>
                  </a:lnTo>
                  <a:lnTo>
                    <a:pt x="315" y="0"/>
                  </a:lnTo>
                  <a:lnTo>
                    <a:pt x="2905" y="152"/>
                  </a:lnTo>
                  <a:lnTo>
                    <a:pt x="5993" y="1514"/>
                  </a:lnTo>
                  <a:lnTo>
                    <a:pt x="7595" y="5046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g101"/>
            <p:cNvSpPr/>
            <p:nvPr/>
          </p:nvSpPr>
          <p:spPr>
            <a:xfrm>
              <a:off x="3922295" y="5605020"/>
              <a:ext cx="5991" cy="3142"/>
            </a:xfrm>
            <a:custGeom>
              <a:avLst/>
              <a:pathLst>
                <a:path w="5991" h="3142">
                  <a:moveTo>
                    <a:pt x="3071" y="2458"/>
                  </a:moveTo>
                  <a:lnTo>
                    <a:pt x="1023" y="3142"/>
                  </a:lnTo>
                  <a:lnTo>
                    <a:pt x="128" y="2862"/>
                  </a:lnTo>
                  <a:lnTo>
                    <a:pt x="25" y="2152"/>
                  </a:lnTo>
                  <a:lnTo>
                    <a:pt x="0" y="1451"/>
                  </a:lnTo>
                  <a:lnTo>
                    <a:pt x="83" y="686"/>
                  </a:lnTo>
                  <a:lnTo>
                    <a:pt x="777" y="83"/>
                  </a:lnTo>
                  <a:lnTo>
                    <a:pt x="4190" y="0"/>
                  </a:lnTo>
                  <a:lnTo>
                    <a:pt x="5571" y="551"/>
                  </a:lnTo>
                  <a:lnTo>
                    <a:pt x="5953" y="891"/>
                  </a:lnTo>
                  <a:lnTo>
                    <a:pt x="5991" y="1968"/>
                  </a:lnTo>
                  <a:lnTo>
                    <a:pt x="5859" y="2285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g102"/>
            <p:cNvSpPr/>
            <p:nvPr/>
          </p:nvSpPr>
          <p:spPr>
            <a:xfrm>
              <a:off x="5321335" y="5604651"/>
              <a:ext cx="2587" cy="5716"/>
            </a:xfrm>
            <a:custGeom>
              <a:avLst/>
              <a:pathLst>
                <a:path w="2587" h="5716">
                  <a:moveTo>
                    <a:pt x="2587" y="3921"/>
                  </a:moveTo>
                  <a:lnTo>
                    <a:pt x="2363" y="5716"/>
                  </a:lnTo>
                  <a:lnTo>
                    <a:pt x="1766" y="5303"/>
                  </a:lnTo>
                  <a:lnTo>
                    <a:pt x="904" y="3860"/>
                  </a:lnTo>
                  <a:lnTo>
                    <a:pt x="0" y="357"/>
                  </a:lnTo>
                  <a:lnTo>
                    <a:pt x="810" y="0"/>
                  </a:lnTo>
                  <a:lnTo>
                    <a:pt x="1806" y="600"/>
                  </a:lnTo>
                  <a:lnTo>
                    <a:pt x="2211" y="2337"/>
                  </a:lnTo>
                  <a:lnTo>
                    <a:pt x="2553" y="3249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g103"/>
            <p:cNvSpPr/>
            <p:nvPr/>
          </p:nvSpPr>
          <p:spPr>
            <a:xfrm>
              <a:off x="4384657" y="5604247"/>
              <a:ext cx="5115" cy="3462"/>
            </a:xfrm>
            <a:custGeom>
              <a:avLst/>
              <a:pathLst>
                <a:path w="5115" h="3462">
                  <a:moveTo>
                    <a:pt x="3772" y="2738"/>
                  </a:moveTo>
                  <a:lnTo>
                    <a:pt x="2369" y="3462"/>
                  </a:lnTo>
                  <a:lnTo>
                    <a:pt x="1277" y="3332"/>
                  </a:lnTo>
                  <a:lnTo>
                    <a:pt x="0" y="1716"/>
                  </a:lnTo>
                  <a:lnTo>
                    <a:pt x="554" y="646"/>
                  </a:lnTo>
                  <a:lnTo>
                    <a:pt x="1841" y="0"/>
                  </a:lnTo>
                  <a:lnTo>
                    <a:pt x="3514" y="357"/>
                  </a:lnTo>
                  <a:lnTo>
                    <a:pt x="3954" y="914"/>
                  </a:lnTo>
                  <a:lnTo>
                    <a:pt x="5115" y="1281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g104"/>
            <p:cNvSpPr/>
            <p:nvPr/>
          </p:nvSpPr>
          <p:spPr>
            <a:xfrm>
              <a:off x="2491126" y="5602755"/>
              <a:ext cx="17755" cy="33363"/>
            </a:xfrm>
            <a:custGeom>
              <a:avLst/>
              <a:pathLst>
                <a:path w="17755" h="33363">
                  <a:moveTo>
                    <a:pt x="14010" y="25119"/>
                  </a:moveTo>
                  <a:lnTo>
                    <a:pt x="12741" y="27018"/>
                  </a:lnTo>
                  <a:lnTo>
                    <a:pt x="11735" y="27595"/>
                  </a:lnTo>
                  <a:lnTo>
                    <a:pt x="10817" y="27047"/>
                  </a:lnTo>
                  <a:lnTo>
                    <a:pt x="9907" y="26833"/>
                  </a:lnTo>
                  <a:lnTo>
                    <a:pt x="9222" y="27511"/>
                  </a:lnTo>
                  <a:lnTo>
                    <a:pt x="8514" y="30492"/>
                  </a:lnTo>
                  <a:lnTo>
                    <a:pt x="7693" y="31996"/>
                  </a:lnTo>
                  <a:lnTo>
                    <a:pt x="6795" y="32755"/>
                  </a:lnTo>
                  <a:lnTo>
                    <a:pt x="6284" y="32452"/>
                  </a:lnTo>
                  <a:lnTo>
                    <a:pt x="5776" y="32460"/>
                  </a:lnTo>
                  <a:lnTo>
                    <a:pt x="4927" y="33136"/>
                  </a:lnTo>
                  <a:lnTo>
                    <a:pt x="3896" y="33363"/>
                  </a:lnTo>
                  <a:lnTo>
                    <a:pt x="2884" y="33092"/>
                  </a:lnTo>
                  <a:lnTo>
                    <a:pt x="1897" y="31194"/>
                  </a:lnTo>
                  <a:lnTo>
                    <a:pt x="493" y="28911"/>
                  </a:lnTo>
                  <a:lnTo>
                    <a:pt x="215" y="28178"/>
                  </a:lnTo>
                  <a:lnTo>
                    <a:pt x="0" y="26325"/>
                  </a:lnTo>
                  <a:lnTo>
                    <a:pt x="65" y="24476"/>
                  </a:lnTo>
                  <a:lnTo>
                    <a:pt x="677" y="23013"/>
                  </a:lnTo>
                  <a:lnTo>
                    <a:pt x="3876" y="18003"/>
                  </a:lnTo>
                  <a:lnTo>
                    <a:pt x="4929" y="15747"/>
                  </a:lnTo>
                  <a:lnTo>
                    <a:pt x="5870" y="13181"/>
                  </a:lnTo>
                  <a:lnTo>
                    <a:pt x="6866" y="10881"/>
                  </a:lnTo>
                  <a:lnTo>
                    <a:pt x="8789" y="6766"/>
                  </a:lnTo>
                  <a:lnTo>
                    <a:pt x="9775" y="5251"/>
                  </a:lnTo>
                  <a:lnTo>
                    <a:pt x="14629" y="961"/>
                  </a:lnTo>
                  <a:lnTo>
                    <a:pt x="15935" y="0"/>
                  </a:lnTo>
                  <a:lnTo>
                    <a:pt x="17389" y="257"/>
                  </a:lnTo>
                  <a:lnTo>
                    <a:pt x="17755" y="2501"/>
                  </a:lnTo>
                  <a:lnTo>
                    <a:pt x="17028" y="3601"/>
                  </a:lnTo>
                  <a:lnTo>
                    <a:pt x="14693" y="6507"/>
                  </a:lnTo>
                  <a:lnTo>
                    <a:pt x="14245" y="10573"/>
                  </a:lnTo>
                  <a:lnTo>
                    <a:pt x="14254" y="12053"/>
                  </a:lnTo>
                  <a:lnTo>
                    <a:pt x="14491" y="12425"/>
                  </a:lnTo>
                  <a:lnTo>
                    <a:pt x="15379" y="12945"/>
                  </a:lnTo>
                  <a:lnTo>
                    <a:pt x="15968" y="13522"/>
                  </a:lnTo>
                  <a:lnTo>
                    <a:pt x="16780" y="14734"/>
                  </a:lnTo>
                  <a:lnTo>
                    <a:pt x="17673" y="15455"/>
                  </a:lnTo>
                  <a:lnTo>
                    <a:pt x="15721" y="17576"/>
                  </a:lnTo>
                  <a:lnTo>
                    <a:pt x="14401" y="18647"/>
                  </a:lnTo>
                  <a:lnTo>
                    <a:pt x="13502" y="19965"/>
                  </a:lnTo>
                  <a:lnTo>
                    <a:pt x="11735" y="21270"/>
                  </a:lnTo>
                  <a:lnTo>
                    <a:pt x="11004" y="22092"/>
                  </a:lnTo>
                  <a:lnTo>
                    <a:pt x="12109" y="22401"/>
                  </a:lnTo>
                  <a:lnTo>
                    <a:pt x="13784" y="23451"/>
                  </a:lnTo>
                  <a:lnTo>
                    <a:pt x="14241" y="24406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g105"/>
            <p:cNvSpPr/>
            <p:nvPr/>
          </p:nvSpPr>
          <p:spPr>
            <a:xfrm>
              <a:off x="4370477" y="5599630"/>
              <a:ext cx="3165" cy="3690"/>
            </a:xfrm>
            <a:custGeom>
              <a:avLst/>
              <a:pathLst>
                <a:path w="3165" h="3690">
                  <a:moveTo>
                    <a:pt x="3165" y="2758"/>
                  </a:moveTo>
                  <a:lnTo>
                    <a:pt x="1873" y="3690"/>
                  </a:lnTo>
                  <a:lnTo>
                    <a:pt x="821" y="3503"/>
                  </a:lnTo>
                  <a:lnTo>
                    <a:pt x="132" y="2533"/>
                  </a:lnTo>
                  <a:lnTo>
                    <a:pt x="0" y="1927"/>
                  </a:lnTo>
                  <a:lnTo>
                    <a:pt x="637" y="0"/>
                  </a:lnTo>
                  <a:lnTo>
                    <a:pt x="1169" y="89"/>
                  </a:lnTo>
                  <a:lnTo>
                    <a:pt x="1525" y="1108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g106"/>
            <p:cNvSpPr/>
            <p:nvPr/>
          </p:nvSpPr>
          <p:spPr>
            <a:xfrm>
              <a:off x="4535343" y="5595217"/>
              <a:ext cx="4305" cy="3321"/>
            </a:xfrm>
            <a:custGeom>
              <a:avLst/>
              <a:pathLst>
                <a:path w="4305" h="3321">
                  <a:moveTo>
                    <a:pt x="3041" y="2972"/>
                  </a:moveTo>
                  <a:lnTo>
                    <a:pt x="1892" y="3321"/>
                  </a:lnTo>
                  <a:lnTo>
                    <a:pt x="714" y="2484"/>
                  </a:lnTo>
                  <a:lnTo>
                    <a:pt x="105" y="906"/>
                  </a:lnTo>
                  <a:lnTo>
                    <a:pt x="0" y="395"/>
                  </a:lnTo>
                  <a:lnTo>
                    <a:pt x="1854" y="0"/>
                  </a:lnTo>
                  <a:lnTo>
                    <a:pt x="4305" y="1515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g107"/>
            <p:cNvSpPr/>
            <p:nvPr/>
          </p:nvSpPr>
          <p:spPr>
            <a:xfrm>
              <a:off x="5311678" y="5591732"/>
              <a:ext cx="3828" cy="8091"/>
            </a:xfrm>
            <a:custGeom>
              <a:avLst/>
              <a:pathLst>
                <a:path w="3828" h="8091">
                  <a:moveTo>
                    <a:pt x="3828" y="6680"/>
                  </a:moveTo>
                  <a:lnTo>
                    <a:pt x="3167" y="8091"/>
                  </a:lnTo>
                  <a:lnTo>
                    <a:pt x="2609" y="7943"/>
                  </a:lnTo>
                  <a:lnTo>
                    <a:pt x="66" y="4385"/>
                  </a:lnTo>
                  <a:lnTo>
                    <a:pt x="353" y="2842"/>
                  </a:lnTo>
                  <a:lnTo>
                    <a:pt x="0" y="1549"/>
                  </a:lnTo>
                  <a:lnTo>
                    <a:pt x="58" y="395"/>
                  </a:lnTo>
                  <a:lnTo>
                    <a:pt x="161" y="0"/>
                  </a:lnTo>
                  <a:lnTo>
                    <a:pt x="3242" y="5358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g108"/>
            <p:cNvSpPr/>
            <p:nvPr/>
          </p:nvSpPr>
          <p:spPr>
            <a:xfrm>
              <a:off x="4553377" y="5587628"/>
              <a:ext cx="2611" cy="3460"/>
            </a:xfrm>
            <a:custGeom>
              <a:avLst/>
              <a:pathLst>
                <a:path w="2611" h="3460">
                  <a:moveTo>
                    <a:pt x="2297" y="3079"/>
                  </a:moveTo>
                  <a:lnTo>
                    <a:pt x="693" y="3460"/>
                  </a:lnTo>
                  <a:lnTo>
                    <a:pt x="70" y="2669"/>
                  </a:lnTo>
                  <a:lnTo>
                    <a:pt x="0" y="2236"/>
                  </a:lnTo>
                  <a:lnTo>
                    <a:pt x="1196" y="551"/>
                  </a:lnTo>
                  <a:lnTo>
                    <a:pt x="2611" y="0"/>
                  </a:lnTo>
                  <a:lnTo>
                    <a:pt x="2501" y="1996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g109"/>
            <p:cNvSpPr/>
            <p:nvPr/>
          </p:nvSpPr>
          <p:spPr>
            <a:xfrm>
              <a:off x="2518798" y="5586281"/>
              <a:ext cx="3562" cy="7266"/>
            </a:xfrm>
            <a:custGeom>
              <a:avLst/>
              <a:pathLst>
                <a:path w="3562" h="7266">
                  <a:moveTo>
                    <a:pt x="3317" y="3956"/>
                  </a:moveTo>
                  <a:lnTo>
                    <a:pt x="595" y="7266"/>
                  </a:lnTo>
                  <a:lnTo>
                    <a:pt x="213" y="7052"/>
                  </a:lnTo>
                  <a:lnTo>
                    <a:pt x="0" y="6709"/>
                  </a:lnTo>
                  <a:lnTo>
                    <a:pt x="6" y="6146"/>
                  </a:lnTo>
                  <a:lnTo>
                    <a:pt x="926" y="4928"/>
                  </a:lnTo>
                  <a:lnTo>
                    <a:pt x="1078" y="1301"/>
                  </a:lnTo>
                  <a:lnTo>
                    <a:pt x="2878" y="0"/>
                  </a:lnTo>
                  <a:lnTo>
                    <a:pt x="3562" y="461"/>
                  </a:lnTo>
                  <a:lnTo>
                    <a:pt x="2981" y="1982"/>
                  </a:lnTo>
                  <a:lnTo>
                    <a:pt x="3350" y="3304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g110"/>
            <p:cNvSpPr/>
            <p:nvPr/>
          </p:nvSpPr>
          <p:spPr>
            <a:xfrm>
              <a:off x="4507441" y="5585366"/>
              <a:ext cx="8675" cy="5589"/>
            </a:xfrm>
            <a:custGeom>
              <a:avLst/>
              <a:pathLst>
                <a:path w="8675" h="5589">
                  <a:moveTo>
                    <a:pt x="3725" y="0"/>
                  </a:moveTo>
                  <a:lnTo>
                    <a:pt x="5122" y="738"/>
                  </a:lnTo>
                  <a:lnTo>
                    <a:pt x="7612" y="666"/>
                  </a:lnTo>
                  <a:lnTo>
                    <a:pt x="8513" y="1800"/>
                  </a:lnTo>
                  <a:lnTo>
                    <a:pt x="8675" y="3061"/>
                  </a:lnTo>
                  <a:lnTo>
                    <a:pt x="8635" y="3786"/>
                  </a:lnTo>
                  <a:lnTo>
                    <a:pt x="7640" y="4873"/>
                  </a:lnTo>
                  <a:lnTo>
                    <a:pt x="1066" y="5589"/>
                  </a:lnTo>
                  <a:lnTo>
                    <a:pt x="0" y="4432"/>
                  </a:lnTo>
                  <a:lnTo>
                    <a:pt x="1118" y="1310"/>
                  </a:lnTo>
                  <a:lnTo>
                    <a:pt x="2349" y="297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g111"/>
            <p:cNvSpPr/>
            <p:nvPr/>
          </p:nvSpPr>
          <p:spPr>
            <a:xfrm>
              <a:off x="4457974" y="5575506"/>
              <a:ext cx="5136" cy="3531"/>
            </a:xfrm>
            <a:custGeom>
              <a:avLst/>
              <a:pathLst>
                <a:path w="5136" h="3531">
                  <a:moveTo>
                    <a:pt x="4304" y="3136"/>
                  </a:moveTo>
                  <a:lnTo>
                    <a:pt x="2710" y="3531"/>
                  </a:lnTo>
                  <a:lnTo>
                    <a:pt x="1034" y="3105"/>
                  </a:lnTo>
                  <a:lnTo>
                    <a:pt x="178" y="1711"/>
                  </a:lnTo>
                  <a:lnTo>
                    <a:pt x="0" y="1116"/>
                  </a:lnTo>
                  <a:lnTo>
                    <a:pt x="649" y="135"/>
                  </a:lnTo>
                  <a:lnTo>
                    <a:pt x="3025" y="0"/>
                  </a:lnTo>
                  <a:lnTo>
                    <a:pt x="4699" y="842"/>
                  </a:lnTo>
                  <a:lnTo>
                    <a:pt x="5074" y="1722"/>
                  </a:lnTo>
                  <a:lnTo>
                    <a:pt x="5136" y="2146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g112"/>
            <p:cNvSpPr/>
            <p:nvPr/>
          </p:nvSpPr>
          <p:spPr>
            <a:xfrm>
              <a:off x="2527159" y="5570337"/>
              <a:ext cx="6636" cy="10448"/>
            </a:xfrm>
            <a:custGeom>
              <a:avLst/>
              <a:pathLst>
                <a:path w="6636" h="10448">
                  <a:moveTo>
                    <a:pt x="4097" y="9314"/>
                  </a:moveTo>
                  <a:lnTo>
                    <a:pt x="1432" y="10448"/>
                  </a:lnTo>
                  <a:lnTo>
                    <a:pt x="74" y="10024"/>
                  </a:lnTo>
                  <a:lnTo>
                    <a:pt x="0" y="8838"/>
                  </a:lnTo>
                  <a:lnTo>
                    <a:pt x="340" y="7283"/>
                  </a:lnTo>
                  <a:lnTo>
                    <a:pt x="1606" y="6426"/>
                  </a:lnTo>
                  <a:lnTo>
                    <a:pt x="1395" y="4103"/>
                  </a:lnTo>
                  <a:lnTo>
                    <a:pt x="2214" y="3119"/>
                  </a:lnTo>
                  <a:lnTo>
                    <a:pt x="2597" y="1292"/>
                  </a:lnTo>
                  <a:lnTo>
                    <a:pt x="4239" y="0"/>
                  </a:lnTo>
                  <a:lnTo>
                    <a:pt x="6636" y="605"/>
                  </a:lnTo>
                  <a:lnTo>
                    <a:pt x="6257" y="2923"/>
                  </a:lnTo>
                  <a:lnTo>
                    <a:pt x="6236" y="3713"/>
                  </a:lnTo>
                  <a:lnTo>
                    <a:pt x="4846" y="4345"/>
                  </a:lnTo>
                  <a:lnTo>
                    <a:pt x="4479" y="4709"/>
                  </a:lnTo>
                  <a:lnTo>
                    <a:pt x="4151" y="6241"/>
                  </a:lnTo>
                  <a:lnTo>
                    <a:pt x="4213" y="8466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g113"/>
            <p:cNvSpPr/>
            <p:nvPr/>
          </p:nvSpPr>
          <p:spPr>
            <a:xfrm>
              <a:off x="4555742" y="5565931"/>
              <a:ext cx="12049" cy="9548"/>
            </a:xfrm>
            <a:custGeom>
              <a:avLst/>
              <a:pathLst>
                <a:path w="12049" h="9548">
                  <a:moveTo>
                    <a:pt x="8666" y="8847"/>
                  </a:moveTo>
                  <a:lnTo>
                    <a:pt x="3370" y="9548"/>
                  </a:lnTo>
                  <a:lnTo>
                    <a:pt x="2949" y="8783"/>
                  </a:lnTo>
                  <a:lnTo>
                    <a:pt x="978" y="8711"/>
                  </a:lnTo>
                  <a:lnTo>
                    <a:pt x="271" y="8071"/>
                  </a:lnTo>
                  <a:lnTo>
                    <a:pt x="0" y="6654"/>
                  </a:lnTo>
                  <a:lnTo>
                    <a:pt x="655" y="4212"/>
                  </a:lnTo>
                  <a:lnTo>
                    <a:pt x="1694" y="2585"/>
                  </a:lnTo>
                  <a:lnTo>
                    <a:pt x="3349" y="911"/>
                  </a:lnTo>
                  <a:lnTo>
                    <a:pt x="4102" y="539"/>
                  </a:lnTo>
                  <a:lnTo>
                    <a:pt x="7471" y="0"/>
                  </a:lnTo>
                  <a:lnTo>
                    <a:pt x="9852" y="721"/>
                  </a:lnTo>
                  <a:lnTo>
                    <a:pt x="11581" y="2781"/>
                  </a:lnTo>
                  <a:lnTo>
                    <a:pt x="12049" y="4417"/>
                  </a:lnTo>
                  <a:lnTo>
                    <a:pt x="11798" y="5508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g114"/>
            <p:cNvSpPr/>
            <p:nvPr/>
          </p:nvSpPr>
          <p:spPr>
            <a:xfrm>
              <a:off x="4586079" y="5558590"/>
              <a:ext cx="7771" cy="10013"/>
            </a:xfrm>
            <a:custGeom>
              <a:avLst/>
              <a:pathLst>
                <a:path w="7771" h="10013">
                  <a:moveTo>
                    <a:pt x="7771" y="9326"/>
                  </a:moveTo>
                  <a:lnTo>
                    <a:pt x="7039" y="10013"/>
                  </a:lnTo>
                  <a:lnTo>
                    <a:pt x="5074" y="9603"/>
                  </a:lnTo>
                  <a:lnTo>
                    <a:pt x="4617" y="9023"/>
                  </a:lnTo>
                  <a:lnTo>
                    <a:pt x="4444" y="6166"/>
                  </a:lnTo>
                  <a:lnTo>
                    <a:pt x="4304" y="5387"/>
                  </a:lnTo>
                  <a:lnTo>
                    <a:pt x="3593" y="4599"/>
                  </a:lnTo>
                  <a:lnTo>
                    <a:pt x="355" y="3139"/>
                  </a:lnTo>
                  <a:lnTo>
                    <a:pt x="0" y="1128"/>
                  </a:lnTo>
                  <a:lnTo>
                    <a:pt x="445" y="196"/>
                  </a:lnTo>
                  <a:lnTo>
                    <a:pt x="1624" y="0"/>
                  </a:lnTo>
                  <a:lnTo>
                    <a:pt x="4597" y="1800"/>
                  </a:lnTo>
                  <a:lnTo>
                    <a:pt x="5255" y="3174"/>
                  </a:lnTo>
                  <a:lnTo>
                    <a:pt x="5145" y="5260"/>
                  </a:lnTo>
                  <a:lnTo>
                    <a:pt x="5198" y="5935"/>
                  </a:lnTo>
                  <a:lnTo>
                    <a:pt x="6111" y="7318"/>
                  </a:lnTo>
                  <a:lnTo>
                    <a:pt x="7548" y="8769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g115"/>
            <p:cNvSpPr/>
            <p:nvPr/>
          </p:nvSpPr>
          <p:spPr>
            <a:xfrm>
              <a:off x="2559127" y="5546773"/>
              <a:ext cx="4644" cy="5223"/>
            </a:xfrm>
            <a:custGeom>
              <a:avLst/>
              <a:pathLst>
                <a:path w="4644" h="5223">
                  <a:moveTo>
                    <a:pt x="2951" y="3881"/>
                  </a:moveTo>
                  <a:lnTo>
                    <a:pt x="1022" y="5223"/>
                  </a:lnTo>
                  <a:lnTo>
                    <a:pt x="0" y="5205"/>
                  </a:lnTo>
                  <a:lnTo>
                    <a:pt x="1207" y="1965"/>
                  </a:lnTo>
                  <a:lnTo>
                    <a:pt x="2333" y="1841"/>
                  </a:lnTo>
                  <a:lnTo>
                    <a:pt x="4131" y="0"/>
                  </a:lnTo>
                  <a:lnTo>
                    <a:pt x="4644" y="265"/>
                  </a:lnTo>
                  <a:lnTo>
                    <a:pt x="3673" y="1803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g116"/>
            <p:cNvSpPr/>
            <p:nvPr/>
          </p:nvSpPr>
          <p:spPr>
            <a:xfrm>
              <a:off x="2633597" y="5535049"/>
              <a:ext cx="6741" cy="7023"/>
            </a:xfrm>
            <a:custGeom>
              <a:avLst/>
              <a:pathLst>
                <a:path w="6741" h="7023">
                  <a:moveTo>
                    <a:pt x="2527" y="6908"/>
                  </a:moveTo>
                  <a:lnTo>
                    <a:pt x="1482" y="7023"/>
                  </a:lnTo>
                  <a:lnTo>
                    <a:pt x="176" y="6123"/>
                  </a:lnTo>
                  <a:lnTo>
                    <a:pt x="0" y="4593"/>
                  </a:lnTo>
                  <a:lnTo>
                    <a:pt x="24" y="3748"/>
                  </a:lnTo>
                  <a:lnTo>
                    <a:pt x="1002" y="3125"/>
                  </a:lnTo>
                  <a:lnTo>
                    <a:pt x="1625" y="3024"/>
                  </a:lnTo>
                  <a:lnTo>
                    <a:pt x="5183" y="571"/>
                  </a:lnTo>
                  <a:lnTo>
                    <a:pt x="6741" y="0"/>
                  </a:lnTo>
                  <a:lnTo>
                    <a:pt x="6047" y="1439"/>
                  </a:lnTo>
                  <a:lnTo>
                    <a:pt x="6125" y="2784"/>
                  </a:lnTo>
                  <a:lnTo>
                    <a:pt x="5568" y="3988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g117"/>
            <p:cNvSpPr/>
            <p:nvPr/>
          </p:nvSpPr>
          <p:spPr>
            <a:xfrm>
              <a:off x="2550429" y="5532908"/>
              <a:ext cx="17495" cy="16953"/>
            </a:xfrm>
            <a:custGeom>
              <a:avLst/>
              <a:pathLst>
                <a:path w="17495" h="16953">
                  <a:moveTo>
                    <a:pt x="13302" y="6175"/>
                  </a:moveTo>
                  <a:lnTo>
                    <a:pt x="12127" y="9242"/>
                  </a:lnTo>
                  <a:lnTo>
                    <a:pt x="13912" y="9214"/>
                  </a:lnTo>
                  <a:lnTo>
                    <a:pt x="15112" y="8108"/>
                  </a:lnTo>
                  <a:lnTo>
                    <a:pt x="16377" y="7646"/>
                  </a:lnTo>
                  <a:lnTo>
                    <a:pt x="17495" y="9199"/>
                  </a:lnTo>
                  <a:lnTo>
                    <a:pt x="15191" y="10353"/>
                  </a:lnTo>
                  <a:lnTo>
                    <a:pt x="13034" y="12402"/>
                  </a:lnTo>
                  <a:lnTo>
                    <a:pt x="12146" y="13499"/>
                  </a:lnTo>
                  <a:lnTo>
                    <a:pt x="11177" y="13986"/>
                  </a:lnTo>
                  <a:lnTo>
                    <a:pt x="9923" y="13793"/>
                  </a:lnTo>
                  <a:lnTo>
                    <a:pt x="8697" y="13995"/>
                  </a:lnTo>
                  <a:lnTo>
                    <a:pt x="7619" y="16029"/>
                  </a:lnTo>
                  <a:lnTo>
                    <a:pt x="6490" y="16953"/>
                  </a:lnTo>
                  <a:lnTo>
                    <a:pt x="6119" y="16188"/>
                  </a:lnTo>
                  <a:lnTo>
                    <a:pt x="5699" y="15689"/>
                  </a:lnTo>
                  <a:lnTo>
                    <a:pt x="3229" y="15011"/>
                  </a:lnTo>
                  <a:lnTo>
                    <a:pt x="2107" y="13952"/>
                  </a:lnTo>
                  <a:lnTo>
                    <a:pt x="1076" y="13268"/>
                  </a:lnTo>
                  <a:lnTo>
                    <a:pt x="0" y="12913"/>
                  </a:lnTo>
                  <a:lnTo>
                    <a:pt x="558" y="11075"/>
                  </a:lnTo>
                  <a:lnTo>
                    <a:pt x="1230" y="9496"/>
                  </a:lnTo>
                  <a:lnTo>
                    <a:pt x="4935" y="7364"/>
                  </a:lnTo>
                  <a:lnTo>
                    <a:pt x="4571" y="6694"/>
                  </a:lnTo>
                  <a:lnTo>
                    <a:pt x="4337" y="5811"/>
                  </a:lnTo>
                  <a:lnTo>
                    <a:pt x="7283" y="4752"/>
                  </a:lnTo>
                  <a:lnTo>
                    <a:pt x="7358" y="3647"/>
                  </a:lnTo>
                  <a:lnTo>
                    <a:pt x="7177" y="2429"/>
                  </a:lnTo>
                  <a:lnTo>
                    <a:pt x="8122" y="1584"/>
                  </a:lnTo>
                  <a:lnTo>
                    <a:pt x="8992" y="366"/>
                  </a:lnTo>
                  <a:lnTo>
                    <a:pt x="9584" y="0"/>
                  </a:lnTo>
                  <a:lnTo>
                    <a:pt x="11437" y="167"/>
                  </a:lnTo>
                  <a:lnTo>
                    <a:pt x="12704" y="1864"/>
                  </a:lnTo>
                  <a:lnTo>
                    <a:pt x="12203" y="3549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g118"/>
            <p:cNvSpPr/>
            <p:nvPr/>
          </p:nvSpPr>
          <p:spPr>
            <a:xfrm>
              <a:off x="2568591" y="5525575"/>
              <a:ext cx="8814" cy="14829"/>
            </a:xfrm>
            <a:custGeom>
              <a:avLst/>
              <a:pathLst>
                <a:path w="8814" h="14829">
                  <a:moveTo>
                    <a:pt x="5557" y="12174"/>
                  </a:moveTo>
                  <a:lnTo>
                    <a:pt x="4702" y="13363"/>
                  </a:lnTo>
                  <a:lnTo>
                    <a:pt x="3980" y="13571"/>
                  </a:lnTo>
                  <a:lnTo>
                    <a:pt x="3335" y="13051"/>
                  </a:lnTo>
                  <a:lnTo>
                    <a:pt x="2463" y="14829"/>
                  </a:lnTo>
                  <a:lnTo>
                    <a:pt x="667" y="14289"/>
                  </a:lnTo>
                  <a:lnTo>
                    <a:pt x="0" y="13787"/>
                  </a:lnTo>
                  <a:lnTo>
                    <a:pt x="426" y="13571"/>
                  </a:lnTo>
                  <a:lnTo>
                    <a:pt x="742" y="12768"/>
                  </a:lnTo>
                  <a:lnTo>
                    <a:pt x="1691" y="11204"/>
                  </a:lnTo>
                  <a:lnTo>
                    <a:pt x="3385" y="7121"/>
                  </a:lnTo>
                  <a:lnTo>
                    <a:pt x="3681" y="5857"/>
                  </a:lnTo>
                  <a:lnTo>
                    <a:pt x="2333" y="3759"/>
                  </a:lnTo>
                  <a:lnTo>
                    <a:pt x="2084" y="3070"/>
                  </a:lnTo>
                  <a:lnTo>
                    <a:pt x="2389" y="1866"/>
                  </a:lnTo>
                  <a:lnTo>
                    <a:pt x="2886" y="983"/>
                  </a:lnTo>
                  <a:lnTo>
                    <a:pt x="4026" y="0"/>
                  </a:lnTo>
                  <a:lnTo>
                    <a:pt x="5521" y="31"/>
                  </a:lnTo>
                  <a:lnTo>
                    <a:pt x="6266" y="813"/>
                  </a:lnTo>
                  <a:lnTo>
                    <a:pt x="6252" y="2294"/>
                  </a:lnTo>
                  <a:lnTo>
                    <a:pt x="8814" y="3713"/>
                  </a:lnTo>
                  <a:lnTo>
                    <a:pt x="8384" y="6564"/>
                  </a:lnTo>
                  <a:lnTo>
                    <a:pt x="7403" y="8379"/>
                  </a:lnTo>
                  <a:lnTo>
                    <a:pt x="7264" y="10532"/>
                  </a:lnTo>
                  <a:lnTo>
                    <a:pt x="5826" y="11493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g119"/>
            <p:cNvSpPr/>
            <p:nvPr/>
          </p:nvSpPr>
          <p:spPr>
            <a:xfrm>
              <a:off x="2577584" y="5524222"/>
              <a:ext cx="2993" cy="3361"/>
            </a:xfrm>
            <a:custGeom>
              <a:avLst/>
              <a:pathLst>
                <a:path w="2993" h="3361">
                  <a:moveTo>
                    <a:pt x="1114" y="3266"/>
                  </a:moveTo>
                  <a:lnTo>
                    <a:pt x="0" y="3361"/>
                  </a:lnTo>
                  <a:lnTo>
                    <a:pt x="282" y="1794"/>
                  </a:lnTo>
                  <a:lnTo>
                    <a:pt x="1311" y="698"/>
                  </a:lnTo>
                  <a:lnTo>
                    <a:pt x="2993" y="0"/>
                  </a:lnTo>
                  <a:lnTo>
                    <a:pt x="1921" y="1783"/>
                  </a:lnTo>
                  <a:lnTo>
                    <a:pt x="1618" y="2597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g120"/>
            <p:cNvSpPr/>
            <p:nvPr/>
          </p:nvSpPr>
          <p:spPr>
            <a:xfrm>
              <a:off x="2621529" y="5519412"/>
              <a:ext cx="14817" cy="17914"/>
            </a:xfrm>
            <a:custGeom>
              <a:avLst/>
              <a:pathLst>
                <a:path w="14817" h="17914">
                  <a:moveTo>
                    <a:pt x="7215" y="7389"/>
                  </a:moveTo>
                  <a:lnTo>
                    <a:pt x="7672" y="7794"/>
                  </a:lnTo>
                  <a:lnTo>
                    <a:pt x="8097" y="7615"/>
                  </a:lnTo>
                  <a:lnTo>
                    <a:pt x="8493" y="7211"/>
                  </a:lnTo>
                  <a:lnTo>
                    <a:pt x="8872" y="6244"/>
                  </a:lnTo>
                  <a:lnTo>
                    <a:pt x="10300" y="4824"/>
                  </a:lnTo>
                  <a:lnTo>
                    <a:pt x="11679" y="4663"/>
                  </a:lnTo>
                  <a:lnTo>
                    <a:pt x="11224" y="6111"/>
                  </a:lnTo>
                  <a:lnTo>
                    <a:pt x="14486" y="8665"/>
                  </a:lnTo>
                  <a:lnTo>
                    <a:pt x="14201" y="10708"/>
                  </a:lnTo>
                  <a:lnTo>
                    <a:pt x="14817" y="12339"/>
                  </a:lnTo>
                  <a:lnTo>
                    <a:pt x="13533" y="12823"/>
                  </a:lnTo>
                  <a:lnTo>
                    <a:pt x="12481" y="14540"/>
                  </a:lnTo>
                  <a:lnTo>
                    <a:pt x="13402" y="15201"/>
                  </a:lnTo>
                  <a:lnTo>
                    <a:pt x="13934" y="16641"/>
                  </a:lnTo>
                  <a:lnTo>
                    <a:pt x="12798" y="16993"/>
                  </a:lnTo>
                  <a:lnTo>
                    <a:pt x="10448" y="16150"/>
                  </a:lnTo>
                  <a:lnTo>
                    <a:pt x="9199" y="16352"/>
                  </a:lnTo>
                  <a:lnTo>
                    <a:pt x="9351" y="14985"/>
                  </a:lnTo>
                  <a:lnTo>
                    <a:pt x="8954" y="14462"/>
                  </a:lnTo>
                  <a:lnTo>
                    <a:pt x="7497" y="14722"/>
                  </a:lnTo>
                  <a:lnTo>
                    <a:pt x="6905" y="17645"/>
                  </a:lnTo>
                  <a:lnTo>
                    <a:pt x="6438" y="17914"/>
                  </a:lnTo>
                  <a:lnTo>
                    <a:pt x="5921" y="17440"/>
                  </a:lnTo>
                  <a:lnTo>
                    <a:pt x="6305" y="15585"/>
                  </a:lnTo>
                  <a:lnTo>
                    <a:pt x="5691" y="15265"/>
                  </a:lnTo>
                  <a:lnTo>
                    <a:pt x="5076" y="15299"/>
                  </a:lnTo>
                  <a:lnTo>
                    <a:pt x="3273" y="16687"/>
                  </a:lnTo>
                  <a:lnTo>
                    <a:pt x="2730" y="16722"/>
                  </a:lnTo>
                  <a:lnTo>
                    <a:pt x="1628" y="15091"/>
                  </a:lnTo>
                  <a:lnTo>
                    <a:pt x="5095" y="12947"/>
                  </a:lnTo>
                  <a:lnTo>
                    <a:pt x="3660" y="11888"/>
                  </a:lnTo>
                  <a:lnTo>
                    <a:pt x="3362" y="10547"/>
                  </a:lnTo>
                  <a:lnTo>
                    <a:pt x="3546" y="8674"/>
                  </a:lnTo>
                  <a:lnTo>
                    <a:pt x="2286" y="8954"/>
                  </a:lnTo>
                  <a:lnTo>
                    <a:pt x="1049" y="9658"/>
                  </a:lnTo>
                  <a:lnTo>
                    <a:pt x="493" y="9779"/>
                  </a:lnTo>
                  <a:lnTo>
                    <a:pt x="0" y="9150"/>
                  </a:lnTo>
                  <a:lnTo>
                    <a:pt x="160" y="7799"/>
                  </a:lnTo>
                  <a:lnTo>
                    <a:pt x="1172" y="5629"/>
                  </a:lnTo>
                  <a:lnTo>
                    <a:pt x="1989" y="3321"/>
                  </a:lnTo>
                  <a:lnTo>
                    <a:pt x="3563" y="2181"/>
                  </a:lnTo>
                  <a:lnTo>
                    <a:pt x="4481" y="1289"/>
                  </a:lnTo>
                  <a:lnTo>
                    <a:pt x="5696" y="911"/>
                  </a:lnTo>
                  <a:lnTo>
                    <a:pt x="6244" y="66"/>
                  </a:lnTo>
                  <a:lnTo>
                    <a:pt x="7394" y="0"/>
                  </a:lnTo>
                  <a:lnTo>
                    <a:pt x="8026" y="1904"/>
                  </a:lnTo>
                  <a:lnTo>
                    <a:pt x="8012" y="3044"/>
                  </a:lnTo>
                  <a:lnTo>
                    <a:pt x="7447" y="4296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g121"/>
            <p:cNvSpPr/>
            <p:nvPr/>
          </p:nvSpPr>
          <p:spPr>
            <a:xfrm>
              <a:off x="2630728" y="5519045"/>
              <a:ext cx="7059" cy="2574"/>
            </a:xfrm>
            <a:custGeom>
              <a:avLst/>
              <a:pathLst>
                <a:path w="7059" h="2574">
                  <a:moveTo>
                    <a:pt x="3766" y="467"/>
                  </a:moveTo>
                  <a:lnTo>
                    <a:pt x="3937" y="986"/>
                  </a:lnTo>
                  <a:lnTo>
                    <a:pt x="6366" y="718"/>
                  </a:lnTo>
                  <a:lnTo>
                    <a:pt x="7059" y="1471"/>
                  </a:lnTo>
                  <a:lnTo>
                    <a:pt x="5669" y="2487"/>
                  </a:lnTo>
                  <a:lnTo>
                    <a:pt x="5307" y="2274"/>
                  </a:lnTo>
                  <a:lnTo>
                    <a:pt x="4137" y="2574"/>
                  </a:lnTo>
                  <a:lnTo>
                    <a:pt x="815" y="1838"/>
                  </a:lnTo>
                  <a:lnTo>
                    <a:pt x="0" y="629"/>
                  </a:lnTo>
                  <a:lnTo>
                    <a:pt x="2972" y="0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g122"/>
            <p:cNvSpPr/>
            <p:nvPr/>
          </p:nvSpPr>
          <p:spPr>
            <a:xfrm>
              <a:off x="2590646" y="5515424"/>
              <a:ext cx="4994" cy="6893"/>
            </a:xfrm>
            <a:custGeom>
              <a:avLst/>
              <a:pathLst>
                <a:path w="4994" h="6893">
                  <a:moveTo>
                    <a:pt x="3888" y="5843"/>
                  </a:moveTo>
                  <a:lnTo>
                    <a:pt x="2370" y="6893"/>
                  </a:lnTo>
                  <a:lnTo>
                    <a:pt x="1459" y="6564"/>
                  </a:lnTo>
                  <a:lnTo>
                    <a:pt x="0" y="5324"/>
                  </a:lnTo>
                  <a:lnTo>
                    <a:pt x="1975" y="4957"/>
                  </a:lnTo>
                  <a:lnTo>
                    <a:pt x="2138" y="1413"/>
                  </a:lnTo>
                  <a:lnTo>
                    <a:pt x="3136" y="0"/>
                  </a:lnTo>
                  <a:lnTo>
                    <a:pt x="4994" y="799"/>
                  </a:lnTo>
                  <a:lnTo>
                    <a:pt x="3854" y="2663"/>
                  </a:lnTo>
                  <a:lnTo>
                    <a:pt x="3452" y="4109"/>
                  </a:lnTo>
                  <a:lnTo>
                    <a:pt x="3865" y="5355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g123"/>
            <p:cNvSpPr/>
            <p:nvPr/>
          </p:nvSpPr>
          <p:spPr>
            <a:xfrm>
              <a:off x="2648376" y="5507696"/>
              <a:ext cx="6288" cy="5101"/>
            </a:xfrm>
            <a:custGeom>
              <a:avLst/>
              <a:pathLst>
                <a:path w="6288" h="5101">
                  <a:moveTo>
                    <a:pt x="4419" y="3791"/>
                  </a:moveTo>
                  <a:lnTo>
                    <a:pt x="3393" y="5101"/>
                  </a:lnTo>
                  <a:lnTo>
                    <a:pt x="692" y="3130"/>
                  </a:lnTo>
                  <a:lnTo>
                    <a:pt x="0" y="1818"/>
                  </a:lnTo>
                  <a:lnTo>
                    <a:pt x="308" y="874"/>
                  </a:lnTo>
                  <a:lnTo>
                    <a:pt x="4598" y="0"/>
                  </a:lnTo>
                  <a:lnTo>
                    <a:pt x="5769" y="435"/>
                  </a:lnTo>
                  <a:lnTo>
                    <a:pt x="6288" y="2504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g124"/>
            <p:cNvSpPr/>
            <p:nvPr/>
          </p:nvSpPr>
          <p:spPr>
            <a:xfrm>
              <a:off x="1140028" y="5502346"/>
              <a:ext cx="4382769" cy="649071"/>
            </a:xfrm>
            <a:custGeom>
              <a:avLst/>
              <a:pathLst>
                <a:path w="4382769" h="649071">
                  <a:moveTo>
                    <a:pt x="0" y="624232"/>
                  </a:moveTo>
                  <a:lnTo>
                    <a:pt x="19627" y="623816"/>
                  </a:lnTo>
                  <a:lnTo>
                    <a:pt x="23532" y="624255"/>
                  </a:lnTo>
                  <a:lnTo>
                    <a:pt x="27660" y="625522"/>
                  </a:lnTo>
                  <a:lnTo>
                    <a:pt x="36737" y="625643"/>
                  </a:lnTo>
                  <a:lnTo>
                    <a:pt x="45226" y="626206"/>
                  </a:lnTo>
                  <a:lnTo>
                    <a:pt x="47440" y="627888"/>
                  </a:lnTo>
                  <a:lnTo>
                    <a:pt x="50276" y="628924"/>
                  </a:lnTo>
                  <a:lnTo>
                    <a:pt x="56292" y="628021"/>
                  </a:lnTo>
                  <a:lnTo>
                    <a:pt x="61098" y="627596"/>
                  </a:lnTo>
                  <a:lnTo>
                    <a:pt x="65040" y="627516"/>
                  </a:lnTo>
                  <a:lnTo>
                    <a:pt x="101109" y="629870"/>
                  </a:lnTo>
                  <a:lnTo>
                    <a:pt x="138108" y="634043"/>
                  </a:lnTo>
                  <a:lnTo>
                    <a:pt x="145654" y="635373"/>
                  </a:lnTo>
                  <a:lnTo>
                    <a:pt x="152435" y="638478"/>
                  </a:lnTo>
                  <a:lnTo>
                    <a:pt x="159517" y="638051"/>
                  </a:lnTo>
                  <a:lnTo>
                    <a:pt x="201531" y="640464"/>
                  </a:lnTo>
                  <a:lnTo>
                    <a:pt x="207994" y="640472"/>
                  </a:lnTo>
                  <a:lnTo>
                    <a:pt x="233739" y="642997"/>
                  </a:lnTo>
                  <a:lnTo>
                    <a:pt x="278752" y="648878"/>
                  </a:lnTo>
                  <a:lnTo>
                    <a:pt x="282617" y="649071"/>
                  </a:lnTo>
                  <a:lnTo>
                    <a:pt x="286897" y="648890"/>
                  </a:lnTo>
                  <a:lnTo>
                    <a:pt x="284659" y="645739"/>
                  </a:lnTo>
                  <a:lnTo>
                    <a:pt x="280448" y="642867"/>
                  </a:lnTo>
                  <a:lnTo>
                    <a:pt x="274774" y="640804"/>
                  </a:lnTo>
                  <a:lnTo>
                    <a:pt x="278482" y="640181"/>
                  </a:lnTo>
                  <a:lnTo>
                    <a:pt x="286525" y="640120"/>
                  </a:lnTo>
                  <a:lnTo>
                    <a:pt x="284925" y="638654"/>
                  </a:lnTo>
                  <a:lnTo>
                    <a:pt x="280472" y="637812"/>
                  </a:lnTo>
                  <a:lnTo>
                    <a:pt x="264420" y="636833"/>
                  </a:lnTo>
                  <a:lnTo>
                    <a:pt x="200254" y="629467"/>
                  </a:lnTo>
                  <a:lnTo>
                    <a:pt x="198828" y="629005"/>
                  </a:lnTo>
                  <a:lnTo>
                    <a:pt x="197932" y="628404"/>
                  </a:lnTo>
                  <a:lnTo>
                    <a:pt x="196250" y="627744"/>
                  </a:lnTo>
                  <a:lnTo>
                    <a:pt x="193604" y="627005"/>
                  </a:lnTo>
                  <a:lnTo>
                    <a:pt x="183821" y="626589"/>
                  </a:lnTo>
                  <a:lnTo>
                    <a:pt x="181158" y="625954"/>
                  </a:lnTo>
                  <a:lnTo>
                    <a:pt x="179877" y="625109"/>
                  </a:lnTo>
                  <a:lnTo>
                    <a:pt x="180555" y="624763"/>
                  </a:lnTo>
                  <a:lnTo>
                    <a:pt x="181282" y="624913"/>
                  </a:lnTo>
                  <a:lnTo>
                    <a:pt x="196224" y="624264"/>
                  </a:lnTo>
                  <a:lnTo>
                    <a:pt x="197857" y="623424"/>
                  </a:lnTo>
                  <a:lnTo>
                    <a:pt x="197949" y="622870"/>
                  </a:lnTo>
                  <a:lnTo>
                    <a:pt x="197172" y="622428"/>
                  </a:lnTo>
                  <a:lnTo>
                    <a:pt x="194603" y="621941"/>
                  </a:lnTo>
                  <a:lnTo>
                    <a:pt x="188556" y="619488"/>
                  </a:lnTo>
                  <a:lnTo>
                    <a:pt x="186646" y="618411"/>
                  </a:lnTo>
                  <a:lnTo>
                    <a:pt x="187648" y="616700"/>
                  </a:lnTo>
                  <a:lnTo>
                    <a:pt x="188870" y="615959"/>
                  </a:lnTo>
                  <a:lnTo>
                    <a:pt x="193485" y="615425"/>
                  </a:lnTo>
                  <a:lnTo>
                    <a:pt x="194857" y="614305"/>
                  </a:lnTo>
                  <a:lnTo>
                    <a:pt x="193985" y="612250"/>
                  </a:lnTo>
                  <a:lnTo>
                    <a:pt x="183406" y="608107"/>
                  </a:lnTo>
                  <a:lnTo>
                    <a:pt x="176271" y="606653"/>
                  </a:lnTo>
                  <a:lnTo>
                    <a:pt x="171574" y="607645"/>
                  </a:lnTo>
                  <a:lnTo>
                    <a:pt x="162705" y="607697"/>
                  </a:lnTo>
                  <a:lnTo>
                    <a:pt x="151695" y="608254"/>
                  </a:lnTo>
                  <a:lnTo>
                    <a:pt x="148669" y="607662"/>
                  </a:lnTo>
                  <a:lnTo>
                    <a:pt x="145603" y="606026"/>
                  </a:lnTo>
                  <a:lnTo>
                    <a:pt x="142013" y="603112"/>
                  </a:lnTo>
                  <a:lnTo>
                    <a:pt x="140186" y="602359"/>
                  </a:lnTo>
                  <a:lnTo>
                    <a:pt x="136679" y="599935"/>
                  </a:lnTo>
                  <a:lnTo>
                    <a:pt x="132015" y="597586"/>
                  </a:lnTo>
                  <a:lnTo>
                    <a:pt x="107395" y="591872"/>
                  </a:lnTo>
                  <a:lnTo>
                    <a:pt x="103110" y="590314"/>
                  </a:lnTo>
                  <a:lnTo>
                    <a:pt x="72319" y="581342"/>
                  </a:lnTo>
                  <a:lnTo>
                    <a:pt x="71026" y="579796"/>
                  </a:lnTo>
                  <a:lnTo>
                    <a:pt x="70247" y="578191"/>
                  </a:lnTo>
                  <a:lnTo>
                    <a:pt x="84443" y="581807"/>
                  </a:lnTo>
                  <a:lnTo>
                    <a:pt x="87120" y="581836"/>
                  </a:lnTo>
                  <a:lnTo>
                    <a:pt x="90271" y="580872"/>
                  </a:lnTo>
                  <a:lnTo>
                    <a:pt x="92719" y="581135"/>
                  </a:lnTo>
                  <a:lnTo>
                    <a:pt x="95982" y="580229"/>
                  </a:lnTo>
                  <a:lnTo>
                    <a:pt x="99675" y="579787"/>
                  </a:lnTo>
                  <a:lnTo>
                    <a:pt x="109303" y="582609"/>
                  </a:lnTo>
                  <a:lnTo>
                    <a:pt x="128687" y="587131"/>
                  </a:lnTo>
                  <a:lnTo>
                    <a:pt x="133863" y="588735"/>
                  </a:lnTo>
                  <a:lnTo>
                    <a:pt x="136617" y="589846"/>
                  </a:lnTo>
                  <a:lnTo>
                    <a:pt x="138888" y="590250"/>
                  </a:lnTo>
                  <a:lnTo>
                    <a:pt x="141156" y="591055"/>
                  </a:lnTo>
                  <a:lnTo>
                    <a:pt x="143918" y="590597"/>
                  </a:lnTo>
                  <a:lnTo>
                    <a:pt x="145579" y="590989"/>
                  </a:lnTo>
                  <a:lnTo>
                    <a:pt x="149606" y="590718"/>
                  </a:lnTo>
                  <a:lnTo>
                    <a:pt x="167977" y="590227"/>
                  </a:lnTo>
                  <a:lnTo>
                    <a:pt x="175262" y="590663"/>
                  </a:lnTo>
                  <a:lnTo>
                    <a:pt x="183836" y="592865"/>
                  </a:lnTo>
                  <a:lnTo>
                    <a:pt x="187142" y="596483"/>
                  </a:lnTo>
                  <a:lnTo>
                    <a:pt x="189565" y="598114"/>
                  </a:lnTo>
                  <a:lnTo>
                    <a:pt x="194283" y="596844"/>
                  </a:lnTo>
                  <a:lnTo>
                    <a:pt x="198244" y="595318"/>
                  </a:lnTo>
                  <a:lnTo>
                    <a:pt x="205828" y="594019"/>
                  </a:lnTo>
                  <a:lnTo>
                    <a:pt x="208254" y="594550"/>
                  </a:lnTo>
                  <a:lnTo>
                    <a:pt x="212372" y="596429"/>
                  </a:lnTo>
                  <a:lnTo>
                    <a:pt x="216965" y="599629"/>
                  </a:lnTo>
                  <a:lnTo>
                    <a:pt x="236496" y="598760"/>
                  </a:lnTo>
                  <a:lnTo>
                    <a:pt x="244676" y="598913"/>
                  </a:lnTo>
                  <a:lnTo>
                    <a:pt x="250515" y="600344"/>
                  </a:lnTo>
                  <a:lnTo>
                    <a:pt x="271783" y="595560"/>
                  </a:lnTo>
                  <a:lnTo>
                    <a:pt x="275084" y="594530"/>
                  </a:lnTo>
                  <a:lnTo>
                    <a:pt x="279967" y="591220"/>
                  </a:lnTo>
                  <a:lnTo>
                    <a:pt x="275969" y="590158"/>
                  </a:lnTo>
                  <a:lnTo>
                    <a:pt x="273124" y="589832"/>
                  </a:lnTo>
                  <a:lnTo>
                    <a:pt x="272024" y="588121"/>
                  </a:lnTo>
                  <a:lnTo>
                    <a:pt x="273945" y="587446"/>
                  </a:lnTo>
                  <a:lnTo>
                    <a:pt x="280083" y="586516"/>
                  </a:lnTo>
                  <a:lnTo>
                    <a:pt x="292041" y="585088"/>
                  </a:lnTo>
                  <a:lnTo>
                    <a:pt x="299081" y="583726"/>
                  </a:lnTo>
                  <a:lnTo>
                    <a:pt x="302849" y="580110"/>
                  </a:lnTo>
                  <a:lnTo>
                    <a:pt x="319033" y="574524"/>
                  </a:lnTo>
                  <a:lnTo>
                    <a:pt x="324196" y="572068"/>
                  </a:lnTo>
                  <a:lnTo>
                    <a:pt x="328934" y="568031"/>
                  </a:lnTo>
                  <a:lnTo>
                    <a:pt x="318298" y="559962"/>
                  </a:lnTo>
                  <a:lnTo>
                    <a:pt x="308123" y="552994"/>
                  </a:lnTo>
                  <a:lnTo>
                    <a:pt x="311365" y="550832"/>
                  </a:lnTo>
                  <a:lnTo>
                    <a:pt x="314570" y="549147"/>
                  </a:lnTo>
                  <a:lnTo>
                    <a:pt x="316119" y="547814"/>
                  </a:lnTo>
                  <a:lnTo>
                    <a:pt x="317395" y="545886"/>
                  </a:lnTo>
                  <a:lnTo>
                    <a:pt x="314039" y="543612"/>
                  </a:lnTo>
                  <a:lnTo>
                    <a:pt x="310954" y="541927"/>
                  </a:lnTo>
                  <a:lnTo>
                    <a:pt x="305803" y="540277"/>
                  </a:lnTo>
                  <a:lnTo>
                    <a:pt x="286489" y="536335"/>
                  </a:lnTo>
                  <a:lnTo>
                    <a:pt x="279909" y="534627"/>
                  </a:lnTo>
                  <a:lnTo>
                    <a:pt x="282559" y="532021"/>
                  </a:lnTo>
                  <a:lnTo>
                    <a:pt x="286055" y="529992"/>
                  </a:lnTo>
                  <a:lnTo>
                    <a:pt x="293454" y="529138"/>
                  </a:lnTo>
                  <a:lnTo>
                    <a:pt x="340818" y="526053"/>
                  </a:lnTo>
                  <a:lnTo>
                    <a:pt x="388494" y="522264"/>
                  </a:lnTo>
                  <a:lnTo>
                    <a:pt x="389705" y="520343"/>
                  </a:lnTo>
                  <a:lnTo>
                    <a:pt x="383373" y="518106"/>
                  </a:lnTo>
                  <a:lnTo>
                    <a:pt x="377996" y="517558"/>
                  </a:lnTo>
                  <a:lnTo>
                    <a:pt x="376010" y="516883"/>
                  </a:lnTo>
                  <a:lnTo>
                    <a:pt x="375275" y="515457"/>
                  </a:lnTo>
                  <a:lnTo>
                    <a:pt x="375194" y="513501"/>
                  </a:lnTo>
                  <a:lnTo>
                    <a:pt x="374581" y="513172"/>
                  </a:lnTo>
                  <a:lnTo>
                    <a:pt x="372580" y="512970"/>
                  </a:lnTo>
                  <a:lnTo>
                    <a:pt x="363998" y="510731"/>
                  </a:lnTo>
                  <a:lnTo>
                    <a:pt x="362183" y="509845"/>
                  </a:lnTo>
                  <a:lnTo>
                    <a:pt x="359326" y="507747"/>
                  </a:lnTo>
                  <a:lnTo>
                    <a:pt x="358603" y="506099"/>
                  </a:lnTo>
                  <a:lnTo>
                    <a:pt x="360309" y="501883"/>
                  </a:lnTo>
                  <a:lnTo>
                    <a:pt x="362926" y="500080"/>
                  </a:lnTo>
                  <a:lnTo>
                    <a:pt x="367500" y="499124"/>
                  </a:lnTo>
                  <a:lnTo>
                    <a:pt x="370763" y="498778"/>
                  </a:lnTo>
                  <a:lnTo>
                    <a:pt x="380654" y="498842"/>
                  </a:lnTo>
                  <a:lnTo>
                    <a:pt x="384530" y="498322"/>
                  </a:lnTo>
                  <a:lnTo>
                    <a:pt x="386125" y="497745"/>
                  </a:lnTo>
                  <a:lnTo>
                    <a:pt x="385849" y="495728"/>
                  </a:lnTo>
                  <a:lnTo>
                    <a:pt x="384747" y="494799"/>
                  </a:lnTo>
                  <a:lnTo>
                    <a:pt x="384707" y="493564"/>
                  </a:lnTo>
                  <a:lnTo>
                    <a:pt x="386378" y="492886"/>
                  </a:lnTo>
                  <a:lnTo>
                    <a:pt x="388415" y="492920"/>
                  </a:lnTo>
                  <a:lnTo>
                    <a:pt x="388979" y="491414"/>
                  </a:lnTo>
                  <a:lnTo>
                    <a:pt x="387839" y="489025"/>
                  </a:lnTo>
                  <a:lnTo>
                    <a:pt x="384902" y="487712"/>
                  </a:lnTo>
                  <a:lnTo>
                    <a:pt x="377176" y="485510"/>
                  </a:lnTo>
                  <a:lnTo>
                    <a:pt x="359636" y="482220"/>
                  </a:lnTo>
                  <a:lnTo>
                    <a:pt x="352838" y="479681"/>
                  </a:lnTo>
                  <a:lnTo>
                    <a:pt x="348941" y="477722"/>
                  </a:lnTo>
                  <a:lnTo>
                    <a:pt x="345676" y="475485"/>
                  </a:lnTo>
                  <a:lnTo>
                    <a:pt x="342417" y="474389"/>
                  </a:lnTo>
                  <a:lnTo>
                    <a:pt x="340128" y="473237"/>
                  </a:lnTo>
                  <a:lnTo>
                    <a:pt x="340591" y="471794"/>
                  </a:lnTo>
                  <a:lnTo>
                    <a:pt x="339563" y="469524"/>
                  </a:lnTo>
                  <a:lnTo>
                    <a:pt x="338274" y="469134"/>
                  </a:lnTo>
                  <a:lnTo>
                    <a:pt x="332694" y="470083"/>
                  </a:lnTo>
                  <a:lnTo>
                    <a:pt x="322746" y="469564"/>
                  </a:lnTo>
                  <a:lnTo>
                    <a:pt x="310557" y="467475"/>
                  </a:lnTo>
                  <a:lnTo>
                    <a:pt x="302122" y="465059"/>
                  </a:lnTo>
                  <a:lnTo>
                    <a:pt x="291097" y="458552"/>
                  </a:lnTo>
                  <a:lnTo>
                    <a:pt x="286773" y="455323"/>
                  </a:lnTo>
                  <a:lnTo>
                    <a:pt x="289959" y="453058"/>
                  </a:lnTo>
                  <a:lnTo>
                    <a:pt x="293470" y="451630"/>
                  </a:lnTo>
                  <a:lnTo>
                    <a:pt x="308136" y="448314"/>
                  </a:lnTo>
                  <a:lnTo>
                    <a:pt x="310315" y="447154"/>
                  </a:lnTo>
                  <a:lnTo>
                    <a:pt x="313296" y="444205"/>
                  </a:lnTo>
                  <a:lnTo>
                    <a:pt x="308396" y="442961"/>
                  </a:lnTo>
                  <a:lnTo>
                    <a:pt x="304234" y="443074"/>
                  </a:lnTo>
                  <a:lnTo>
                    <a:pt x="300518" y="442222"/>
                  </a:lnTo>
                  <a:lnTo>
                    <a:pt x="285555" y="442049"/>
                  </a:lnTo>
                  <a:lnTo>
                    <a:pt x="277054" y="442453"/>
                  </a:lnTo>
                  <a:lnTo>
                    <a:pt x="269970" y="438734"/>
                  </a:lnTo>
                  <a:lnTo>
                    <a:pt x="264634" y="435095"/>
                  </a:lnTo>
                  <a:lnTo>
                    <a:pt x="263159" y="433234"/>
                  </a:lnTo>
                  <a:lnTo>
                    <a:pt x="262020" y="429999"/>
                  </a:lnTo>
                  <a:lnTo>
                    <a:pt x="263835" y="425168"/>
                  </a:lnTo>
                  <a:lnTo>
                    <a:pt x="265315" y="421705"/>
                  </a:lnTo>
                  <a:lnTo>
                    <a:pt x="265114" y="417469"/>
                  </a:lnTo>
                  <a:lnTo>
                    <a:pt x="265515" y="411643"/>
                  </a:lnTo>
                  <a:lnTo>
                    <a:pt x="268081" y="409695"/>
                  </a:lnTo>
                  <a:lnTo>
                    <a:pt x="270043" y="409340"/>
                  </a:lnTo>
                  <a:lnTo>
                    <a:pt x="274634" y="413833"/>
                  </a:lnTo>
                  <a:lnTo>
                    <a:pt x="278608" y="414154"/>
                  </a:lnTo>
                  <a:lnTo>
                    <a:pt x="284356" y="413294"/>
                  </a:lnTo>
                  <a:lnTo>
                    <a:pt x="288005" y="410982"/>
                  </a:lnTo>
                  <a:lnTo>
                    <a:pt x="289918" y="410122"/>
                  </a:lnTo>
                  <a:lnTo>
                    <a:pt x="293473" y="409897"/>
                  </a:lnTo>
                  <a:lnTo>
                    <a:pt x="300307" y="410939"/>
                  </a:lnTo>
                  <a:lnTo>
                    <a:pt x="303440" y="410532"/>
                  </a:lnTo>
                  <a:lnTo>
                    <a:pt x="306935" y="410751"/>
                  </a:lnTo>
                  <a:lnTo>
                    <a:pt x="317964" y="413706"/>
                  </a:lnTo>
                  <a:lnTo>
                    <a:pt x="320370" y="415103"/>
                  </a:lnTo>
                  <a:lnTo>
                    <a:pt x="321667" y="416165"/>
                  </a:lnTo>
                  <a:lnTo>
                    <a:pt x="322070" y="417729"/>
                  </a:lnTo>
                  <a:lnTo>
                    <a:pt x="323441" y="419293"/>
                  </a:lnTo>
                  <a:lnTo>
                    <a:pt x="328116" y="420075"/>
                  </a:lnTo>
                  <a:lnTo>
                    <a:pt x="341261" y="419192"/>
                  </a:lnTo>
                  <a:lnTo>
                    <a:pt x="344666" y="419584"/>
                  </a:lnTo>
                  <a:lnTo>
                    <a:pt x="353960" y="423947"/>
                  </a:lnTo>
                  <a:lnTo>
                    <a:pt x="361892" y="428614"/>
                  </a:lnTo>
                  <a:lnTo>
                    <a:pt x="364588" y="429782"/>
                  </a:lnTo>
                  <a:lnTo>
                    <a:pt x="369056" y="430564"/>
                  </a:lnTo>
                  <a:lnTo>
                    <a:pt x="370631" y="429877"/>
                  </a:lnTo>
                  <a:lnTo>
                    <a:pt x="372026" y="428123"/>
                  </a:lnTo>
                  <a:lnTo>
                    <a:pt x="376268" y="425991"/>
                  </a:lnTo>
                  <a:lnTo>
                    <a:pt x="385847" y="423287"/>
                  </a:lnTo>
                  <a:lnTo>
                    <a:pt x="388093" y="420661"/>
                  </a:lnTo>
                  <a:lnTo>
                    <a:pt x="386824" y="419192"/>
                  </a:lnTo>
                  <a:lnTo>
                    <a:pt x="383174" y="417677"/>
                  </a:lnTo>
                  <a:lnTo>
                    <a:pt x="380918" y="417143"/>
                  </a:lnTo>
                  <a:lnTo>
                    <a:pt x="379709" y="415383"/>
                  </a:lnTo>
                  <a:lnTo>
                    <a:pt x="379765" y="412979"/>
                  </a:lnTo>
                  <a:lnTo>
                    <a:pt x="380515" y="410694"/>
                  </a:lnTo>
                  <a:lnTo>
                    <a:pt x="383014" y="410105"/>
                  </a:lnTo>
                  <a:lnTo>
                    <a:pt x="387598" y="413245"/>
                  </a:lnTo>
                  <a:lnTo>
                    <a:pt x="393278" y="416153"/>
                  </a:lnTo>
                  <a:lnTo>
                    <a:pt x="395275" y="416612"/>
                  </a:lnTo>
                  <a:lnTo>
                    <a:pt x="396787" y="416477"/>
                  </a:lnTo>
                  <a:lnTo>
                    <a:pt x="399652" y="415446"/>
                  </a:lnTo>
                  <a:lnTo>
                    <a:pt x="403060" y="414679"/>
                  </a:lnTo>
                  <a:lnTo>
                    <a:pt x="409604" y="420961"/>
                  </a:lnTo>
                  <a:lnTo>
                    <a:pt x="413467" y="421382"/>
                  </a:lnTo>
                  <a:lnTo>
                    <a:pt x="418300" y="421422"/>
                  </a:lnTo>
                  <a:lnTo>
                    <a:pt x="419232" y="420453"/>
                  </a:lnTo>
                  <a:lnTo>
                    <a:pt x="418634" y="418771"/>
                  </a:lnTo>
                  <a:lnTo>
                    <a:pt x="417852" y="416999"/>
                  </a:lnTo>
                  <a:lnTo>
                    <a:pt x="416872" y="416751"/>
                  </a:lnTo>
                  <a:lnTo>
                    <a:pt x="416705" y="415074"/>
                  </a:lnTo>
                  <a:lnTo>
                    <a:pt x="418818" y="413539"/>
                  </a:lnTo>
                  <a:lnTo>
                    <a:pt x="420267" y="412887"/>
                  </a:lnTo>
                  <a:lnTo>
                    <a:pt x="419688" y="411779"/>
                  </a:lnTo>
                  <a:lnTo>
                    <a:pt x="417373" y="410053"/>
                  </a:lnTo>
                  <a:lnTo>
                    <a:pt x="416019" y="409782"/>
                  </a:lnTo>
                  <a:lnTo>
                    <a:pt x="414767" y="409032"/>
                  </a:lnTo>
                  <a:lnTo>
                    <a:pt x="415170" y="407857"/>
                  </a:lnTo>
                  <a:lnTo>
                    <a:pt x="416725" y="407358"/>
                  </a:lnTo>
                  <a:lnTo>
                    <a:pt x="418883" y="405632"/>
                  </a:lnTo>
                  <a:lnTo>
                    <a:pt x="418195" y="403586"/>
                  </a:lnTo>
                  <a:lnTo>
                    <a:pt x="418317" y="400992"/>
                  </a:lnTo>
                  <a:lnTo>
                    <a:pt x="417406" y="399584"/>
                  </a:lnTo>
                  <a:lnTo>
                    <a:pt x="412336" y="396883"/>
                  </a:lnTo>
                  <a:lnTo>
                    <a:pt x="404899" y="392433"/>
                  </a:lnTo>
                  <a:lnTo>
                    <a:pt x="398029" y="390405"/>
                  </a:lnTo>
                  <a:lnTo>
                    <a:pt x="382665" y="392027"/>
                  </a:lnTo>
                  <a:lnTo>
                    <a:pt x="377244" y="390985"/>
                  </a:lnTo>
                  <a:lnTo>
                    <a:pt x="373664" y="389830"/>
                  </a:lnTo>
                  <a:lnTo>
                    <a:pt x="369830" y="388246"/>
                  </a:lnTo>
                  <a:lnTo>
                    <a:pt x="374330" y="386648"/>
                  </a:lnTo>
                  <a:lnTo>
                    <a:pt x="379085" y="385482"/>
                  </a:lnTo>
                  <a:lnTo>
                    <a:pt x="380480" y="384492"/>
                  </a:lnTo>
                  <a:lnTo>
                    <a:pt x="382291" y="382414"/>
                  </a:lnTo>
                  <a:lnTo>
                    <a:pt x="384397" y="380937"/>
                  </a:lnTo>
                  <a:lnTo>
                    <a:pt x="386087" y="380539"/>
                  </a:lnTo>
                  <a:lnTo>
                    <a:pt x="391694" y="381318"/>
                  </a:lnTo>
                  <a:lnTo>
                    <a:pt x="404404" y="386850"/>
                  </a:lnTo>
                  <a:lnTo>
                    <a:pt x="407084" y="387432"/>
                  </a:lnTo>
                  <a:lnTo>
                    <a:pt x="415757" y="389989"/>
                  </a:lnTo>
                  <a:lnTo>
                    <a:pt x="418181" y="390122"/>
                  </a:lnTo>
                  <a:lnTo>
                    <a:pt x="421164" y="389542"/>
                  </a:lnTo>
                  <a:lnTo>
                    <a:pt x="418724" y="387075"/>
                  </a:lnTo>
                  <a:lnTo>
                    <a:pt x="416066" y="385329"/>
                  </a:lnTo>
                  <a:lnTo>
                    <a:pt x="409697" y="380397"/>
                  </a:lnTo>
                  <a:lnTo>
                    <a:pt x="410422" y="378051"/>
                  </a:lnTo>
                  <a:lnTo>
                    <a:pt x="414514" y="374164"/>
                  </a:lnTo>
                  <a:lnTo>
                    <a:pt x="425266" y="373873"/>
                  </a:lnTo>
                  <a:lnTo>
                    <a:pt x="429949" y="372491"/>
                  </a:lnTo>
                  <a:lnTo>
                    <a:pt x="436051" y="369516"/>
                  </a:lnTo>
                  <a:lnTo>
                    <a:pt x="443928" y="364555"/>
                  </a:lnTo>
                  <a:lnTo>
                    <a:pt x="450656" y="363961"/>
                  </a:lnTo>
                  <a:lnTo>
                    <a:pt x="459094" y="362408"/>
                  </a:lnTo>
                  <a:lnTo>
                    <a:pt x="461966" y="363557"/>
                  </a:lnTo>
                  <a:lnTo>
                    <a:pt x="469137" y="368304"/>
                  </a:lnTo>
                  <a:lnTo>
                    <a:pt x="473660" y="369946"/>
                  </a:lnTo>
                  <a:lnTo>
                    <a:pt x="475191" y="370087"/>
                  </a:lnTo>
                  <a:lnTo>
                    <a:pt x="476833" y="369943"/>
                  </a:lnTo>
                  <a:lnTo>
                    <a:pt x="472579" y="364033"/>
                  </a:lnTo>
                  <a:lnTo>
                    <a:pt x="475316" y="363268"/>
                  </a:lnTo>
                  <a:lnTo>
                    <a:pt x="478844" y="362607"/>
                  </a:lnTo>
                  <a:lnTo>
                    <a:pt x="481748" y="361118"/>
                  </a:lnTo>
                  <a:lnTo>
                    <a:pt x="483908" y="359895"/>
                  </a:lnTo>
                  <a:lnTo>
                    <a:pt x="491252" y="354190"/>
                  </a:lnTo>
                  <a:lnTo>
                    <a:pt x="497861" y="352634"/>
                  </a:lnTo>
                  <a:lnTo>
                    <a:pt x="516516" y="350136"/>
                  </a:lnTo>
                  <a:lnTo>
                    <a:pt x="522951" y="352412"/>
                  </a:lnTo>
                  <a:lnTo>
                    <a:pt x="528317" y="352681"/>
                  </a:lnTo>
                  <a:lnTo>
                    <a:pt x="529540" y="352023"/>
                  </a:lnTo>
                  <a:lnTo>
                    <a:pt x="530607" y="348961"/>
                  </a:lnTo>
                  <a:lnTo>
                    <a:pt x="533460" y="343057"/>
                  </a:lnTo>
                  <a:lnTo>
                    <a:pt x="535870" y="340968"/>
                  </a:lnTo>
                  <a:lnTo>
                    <a:pt x="544012" y="338755"/>
                  </a:lnTo>
                  <a:lnTo>
                    <a:pt x="550369" y="338864"/>
                  </a:lnTo>
                  <a:lnTo>
                    <a:pt x="554943" y="341288"/>
                  </a:lnTo>
                  <a:lnTo>
                    <a:pt x="559184" y="342869"/>
                  </a:lnTo>
                  <a:lnTo>
                    <a:pt x="563093" y="343605"/>
                  </a:lnTo>
                  <a:lnTo>
                    <a:pt x="567011" y="343525"/>
                  </a:lnTo>
                  <a:lnTo>
                    <a:pt x="572900" y="342174"/>
                  </a:lnTo>
                  <a:lnTo>
                    <a:pt x="580705" y="341678"/>
                  </a:lnTo>
                  <a:lnTo>
                    <a:pt x="584384" y="340979"/>
                  </a:lnTo>
                  <a:lnTo>
                    <a:pt x="588562" y="342315"/>
                  </a:lnTo>
                  <a:lnTo>
                    <a:pt x="598910" y="342760"/>
                  </a:lnTo>
                  <a:lnTo>
                    <a:pt x="606976" y="344670"/>
                  </a:lnTo>
                  <a:lnTo>
                    <a:pt x="611910" y="344693"/>
                  </a:lnTo>
                  <a:lnTo>
                    <a:pt x="618643" y="342846"/>
                  </a:lnTo>
                  <a:lnTo>
                    <a:pt x="622271" y="342589"/>
                  </a:lnTo>
                  <a:lnTo>
                    <a:pt x="635400" y="339606"/>
                  </a:lnTo>
                  <a:lnTo>
                    <a:pt x="645676" y="338974"/>
                  </a:lnTo>
                  <a:lnTo>
                    <a:pt x="653429" y="340295"/>
                  </a:lnTo>
                  <a:lnTo>
                    <a:pt x="665989" y="339470"/>
                  </a:lnTo>
                  <a:lnTo>
                    <a:pt x="678676" y="340094"/>
                  </a:lnTo>
                  <a:lnTo>
                    <a:pt x="683831" y="341196"/>
                  </a:lnTo>
                  <a:lnTo>
                    <a:pt x="712416" y="340515"/>
                  </a:lnTo>
                  <a:lnTo>
                    <a:pt x="735169" y="337695"/>
                  </a:lnTo>
                  <a:lnTo>
                    <a:pt x="738274" y="336720"/>
                  </a:lnTo>
                  <a:lnTo>
                    <a:pt x="743146" y="333655"/>
                  </a:lnTo>
                  <a:lnTo>
                    <a:pt x="745821" y="330830"/>
                  </a:lnTo>
                  <a:lnTo>
                    <a:pt x="747615" y="329959"/>
                  </a:lnTo>
                  <a:lnTo>
                    <a:pt x="751438" y="329627"/>
                  </a:lnTo>
                  <a:lnTo>
                    <a:pt x="757969" y="330259"/>
                  </a:lnTo>
                  <a:lnTo>
                    <a:pt x="766961" y="332337"/>
                  </a:lnTo>
                  <a:lnTo>
                    <a:pt x="774704" y="331563"/>
                  </a:lnTo>
                  <a:lnTo>
                    <a:pt x="789455" y="332755"/>
                  </a:lnTo>
                  <a:lnTo>
                    <a:pt x="790887" y="331800"/>
                  </a:lnTo>
                  <a:lnTo>
                    <a:pt x="792278" y="326479"/>
                  </a:lnTo>
                  <a:lnTo>
                    <a:pt x="794715" y="318015"/>
                  </a:lnTo>
                  <a:lnTo>
                    <a:pt x="796754" y="315484"/>
                  </a:lnTo>
                  <a:lnTo>
                    <a:pt x="800139" y="316137"/>
                  </a:lnTo>
                  <a:lnTo>
                    <a:pt x="810346" y="320979"/>
                  </a:lnTo>
                  <a:lnTo>
                    <a:pt x="810578" y="323033"/>
                  </a:lnTo>
                  <a:lnTo>
                    <a:pt x="809539" y="324496"/>
                  </a:lnTo>
                  <a:lnTo>
                    <a:pt x="807846" y="325082"/>
                  </a:lnTo>
                  <a:lnTo>
                    <a:pt x="807363" y="329189"/>
                  </a:lnTo>
                  <a:lnTo>
                    <a:pt x="808733" y="330360"/>
                  </a:lnTo>
                  <a:lnTo>
                    <a:pt x="811007" y="330002"/>
                  </a:lnTo>
                  <a:lnTo>
                    <a:pt x="812485" y="331774"/>
                  </a:lnTo>
                  <a:lnTo>
                    <a:pt x="809263" y="334865"/>
                  </a:lnTo>
                  <a:lnTo>
                    <a:pt x="806999" y="336619"/>
                  </a:lnTo>
                  <a:lnTo>
                    <a:pt x="805532" y="337395"/>
                  </a:lnTo>
                  <a:lnTo>
                    <a:pt x="804541" y="343262"/>
                  </a:lnTo>
                  <a:lnTo>
                    <a:pt x="803171" y="345215"/>
                  </a:lnTo>
                  <a:lnTo>
                    <a:pt x="803010" y="347365"/>
                  </a:lnTo>
                  <a:lnTo>
                    <a:pt x="805186" y="347365"/>
                  </a:lnTo>
                  <a:lnTo>
                    <a:pt x="807371" y="346488"/>
                  </a:lnTo>
                  <a:lnTo>
                    <a:pt x="809311" y="346237"/>
                  </a:lnTo>
                  <a:lnTo>
                    <a:pt x="815428" y="344702"/>
                  </a:lnTo>
                  <a:lnTo>
                    <a:pt x="826658" y="342945"/>
                  </a:lnTo>
                  <a:lnTo>
                    <a:pt x="830336" y="342027"/>
                  </a:lnTo>
                  <a:lnTo>
                    <a:pt x="832432" y="341761"/>
                  </a:lnTo>
                  <a:lnTo>
                    <a:pt x="833795" y="340541"/>
                  </a:lnTo>
                  <a:lnTo>
                    <a:pt x="831914" y="337661"/>
                  </a:lnTo>
                  <a:lnTo>
                    <a:pt x="831305" y="335246"/>
                  </a:lnTo>
                  <a:lnTo>
                    <a:pt x="832436" y="333249"/>
                  </a:lnTo>
                  <a:lnTo>
                    <a:pt x="832115" y="329777"/>
                  </a:lnTo>
                  <a:lnTo>
                    <a:pt x="831090" y="326323"/>
                  </a:lnTo>
                  <a:lnTo>
                    <a:pt x="833240" y="323715"/>
                  </a:lnTo>
                  <a:lnTo>
                    <a:pt x="835228" y="324286"/>
                  </a:lnTo>
                  <a:lnTo>
                    <a:pt x="838721" y="323911"/>
                  </a:lnTo>
                  <a:lnTo>
                    <a:pt x="840676" y="325163"/>
                  </a:lnTo>
                  <a:lnTo>
                    <a:pt x="843715" y="326300"/>
                  </a:lnTo>
                  <a:lnTo>
                    <a:pt x="846597" y="326889"/>
                  </a:lnTo>
                  <a:lnTo>
                    <a:pt x="849362" y="329189"/>
                  </a:lnTo>
                  <a:lnTo>
                    <a:pt x="850304" y="334201"/>
                  </a:lnTo>
                  <a:lnTo>
                    <a:pt x="849443" y="339352"/>
                  </a:lnTo>
                  <a:lnTo>
                    <a:pt x="846622" y="343066"/>
                  </a:lnTo>
                  <a:lnTo>
                    <a:pt x="841312" y="346462"/>
                  </a:lnTo>
                  <a:lnTo>
                    <a:pt x="835273" y="351844"/>
                  </a:lnTo>
                  <a:lnTo>
                    <a:pt x="836545" y="354401"/>
                  </a:lnTo>
                  <a:lnTo>
                    <a:pt x="839647" y="353541"/>
                  </a:lnTo>
                  <a:lnTo>
                    <a:pt x="853226" y="353786"/>
                  </a:lnTo>
                  <a:lnTo>
                    <a:pt x="861975" y="353370"/>
                  </a:lnTo>
                  <a:lnTo>
                    <a:pt x="867458" y="354008"/>
                  </a:lnTo>
                  <a:lnTo>
                    <a:pt x="874377" y="355364"/>
                  </a:lnTo>
                  <a:lnTo>
                    <a:pt x="879859" y="357405"/>
                  </a:lnTo>
                  <a:lnTo>
                    <a:pt x="886415" y="357785"/>
                  </a:lnTo>
                  <a:lnTo>
                    <a:pt x="890493" y="357044"/>
                  </a:lnTo>
                  <a:lnTo>
                    <a:pt x="894311" y="358065"/>
                  </a:lnTo>
                  <a:lnTo>
                    <a:pt x="909173" y="353743"/>
                  </a:lnTo>
                  <a:lnTo>
                    <a:pt x="915237" y="351304"/>
                  </a:lnTo>
                  <a:lnTo>
                    <a:pt x="918698" y="352519"/>
                  </a:lnTo>
                  <a:lnTo>
                    <a:pt x="924282" y="351469"/>
                  </a:lnTo>
                  <a:lnTo>
                    <a:pt x="927430" y="352409"/>
                  </a:lnTo>
                  <a:lnTo>
                    <a:pt x="933237" y="350895"/>
                  </a:lnTo>
                  <a:lnTo>
                    <a:pt x="936940" y="350716"/>
                  </a:lnTo>
                  <a:lnTo>
                    <a:pt x="941202" y="351359"/>
                  </a:lnTo>
                  <a:lnTo>
                    <a:pt x="954160" y="351665"/>
                  </a:lnTo>
                  <a:lnTo>
                    <a:pt x="955138" y="354455"/>
                  </a:lnTo>
                  <a:lnTo>
                    <a:pt x="959088" y="358712"/>
                  </a:lnTo>
                  <a:lnTo>
                    <a:pt x="962310" y="360368"/>
                  </a:lnTo>
                  <a:lnTo>
                    <a:pt x="966368" y="359667"/>
                  </a:lnTo>
                  <a:lnTo>
                    <a:pt x="969329" y="358345"/>
                  </a:lnTo>
                  <a:lnTo>
                    <a:pt x="973967" y="358847"/>
                  </a:lnTo>
                  <a:lnTo>
                    <a:pt x="980688" y="357032"/>
                  </a:lnTo>
                  <a:lnTo>
                    <a:pt x="987405" y="357578"/>
                  </a:lnTo>
                  <a:lnTo>
                    <a:pt x="990182" y="357272"/>
                  </a:lnTo>
                  <a:lnTo>
                    <a:pt x="991482" y="356091"/>
                  </a:lnTo>
                  <a:lnTo>
                    <a:pt x="992552" y="353509"/>
                  </a:lnTo>
                  <a:lnTo>
                    <a:pt x="990488" y="352063"/>
                  </a:lnTo>
                  <a:lnTo>
                    <a:pt x="984627" y="350222"/>
                  </a:lnTo>
                  <a:lnTo>
                    <a:pt x="979219" y="346390"/>
                  </a:lnTo>
                  <a:lnTo>
                    <a:pt x="976822" y="345588"/>
                  </a:lnTo>
                  <a:lnTo>
                    <a:pt x="972977" y="346067"/>
                  </a:lnTo>
                  <a:lnTo>
                    <a:pt x="971162" y="345371"/>
                  </a:lnTo>
                  <a:lnTo>
                    <a:pt x="969208" y="344130"/>
                  </a:lnTo>
                  <a:lnTo>
                    <a:pt x="971748" y="342670"/>
                  </a:lnTo>
                  <a:lnTo>
                    <a:pt x="974822" y="337918"/>
                  </a:lnTo>
                  <a:lnTo>
                    <a:pt x="973531" y="333572"/>
                  </a:lnTo>
                  <a:lnTo>
                    <a:pt x="972074" y="332660"/>
                  </a:lnTo>
                  <a:lnTo>
                    <a:pt x="968507" y="332799"/>
                  </a:lnTo>
                  <a:lnTo>
                    <a:pt x="964229" y="334342"/>
                  </a:lnTo>
                  <a:lnTo>
                    <a:pt x="962507" y="333275"/>
                  </a:lnTo>
                  <a:lnTo>
                    <a:pt x="959722" y="332706"/>
                  </a:lnTo>
                  <a:lnTo>
                    <a:pt x="958612" y="328698"/>
                  </a:lnTo>
                  <a:lnTo>
                    <a:pt x="955639" y="321201"/>
                  </a:lnTo>
                  <a:lnTo>
                    <a:pt x="954070" y="319054"/>
                  </a:lnTo>
                  <a:lnTo>
                    <a:pt x="949321" y="317103"/>
                  </a:lnTo>
                  <a:lnTo>
                    <a:pt x="945230" y="316160"/>
                  </a:lnTo>
                  <a:lnTo>
                    <a:pt x="941261" y="314919"/>
                  </a:lnTo>
                  <a:lnTo>
                    <a:pt x="940088" y="311959"/>
                  </a:lnTo>
                  <a:lnTo>
                    <a:pt x="940858" y="307884"/>
                  </a:lnTo>
                  <a:lnTo>
                    <a:pt x="945598" y="307018"/>
                  </a:lnTo>
                  <a:lnTo>
                    <a:pt x="950156" y="307437"/>
                  </a:lnTo>
                  <a:lnTo>
                    <a:pt x="952694" y="308172"/>
                  </a:lnTo>
                  <a:lnTo>
                    <a:pt x="955631" y="308507"/>
                  </a:lnTo>
                  <a:lnTo>
                    <a:pt x="959002" y="309347"/>
                  </a:lnTo>
                  <a:lnTo>
                    <a:pt x="961202" y="310518"/>
                  </a:lnTo>
                  <a:lnTo>
                    <a:pt x="962967" y="311179"/>
                  </a:lnTo>
                  <a:lnTo>
                    <a:pt x="966229" y="311197"/>
                  </a:lnTo>
                  <a:lnTo>
                    <a:pt x="977644" y="310083"/>
                  </a:lnTo>
                  <a:lnTo>
                    <a:pt x="979167" y="309315"/>
                  </a:lnTo>
                  <a:lnTo>
                    <a:pt x="980570" y="307866"/>
                  </a:lnTo>
                  <a:lnTo>
                    <a:pt x="982979" y="307543"/>
                  </a:lnTo>
                  <a:lnTo>
                    <a:pt x="985190" y="307739"/>
                  </a:lnTo>
                  <a:lnTo>
                    <a:pt x="988430" y="306862"/>
                  </a:lnTo>
                  <a:lnTo>
                    <a:pt x="984722" y="305676"/>
                  </a:lnTo>
                  <a:lnTo>
                    <a:pt x="980730" y="303434"/>
                  </a:lnTo>
                  <a:lnTo>
                    <a:pt x="974723" y="300699"/>
                  </a:lnTo>
                  <a:lnTo>
                    <a:pt x="969658" y="299238"/>
                  </a:lnTo>
                  <a:lnTo>
                    <a:pt x="960480" y="298197"/>
                  </a:lnTo>
                  <a:lnTo>
                    <a:pt x="955797" y="298543"/>
                  </a:lnTo>
                  <a:lnTo>
                    <a:pt x="952845" y="298000"/>
                  </a:lnTo>
                  <a:lnTo>
                    <a:pt x="942375" y="298286"/>
                  </a:lnTo>
                  <a:lnTo>
                    <a:pt x="939527" y="297230"/>
                  </a:lnTo>
                  <a:lnTo>
                    <a:pt x="937487" y="294258"/>
                  </a:lnTo>
                  <a:lnTo>
                    <a:pt x="934665" y="287188"/>
                  </a:lnTo>
                  <a:lnTo>
                    <a:pt x="933845" y="283451"/>
                  </a:lnTo>
                  <a:lnTo>
                    <a:pt x="935775" y="282069"/>
                  </a:lnTo>
                  <a:lnTo>
                    <a:pt x="937073" y="280565"/>
                  </a:lnTo>
                  <a:lnTo>
                    <a:pt x="940172" y="280418"/>
                  </a:lnTo>
                  <a:lnTo>
                    <a:pt x="944694" y="280993"/>
                  </a:lnTo>
                  <a:lnTo>
                    <a:pt x="946180" y="281717"/>
                  </a:lnTo>
                  <a:lnTo>
                    <a:pt x="947287" y="283927"/>
                  </a:lnTo>
                  <a:lnTo>
                    <a:pt x="946179" y="286187"/>
                  </a:lnTo>
                  <a:lnTo>
                    <a:pt x="944728" y="287361"/>
                  </a:lnTo>
                  <a:lnTo>
                    <a:pt x="945614" y="288432"/>
                  </a:lnTo>
                  <a:lnTo>
                    <a:pt x="950250" y="288749"/>
                  </a:lnTo>
                  <a:lnTo>
                    <a:pt x="952534" y="289421"/>
                  </a:lnTo>
                  <a:lnTo>
                    <a:pt x="954487" y="289687"/>
                  </a:lnTo>
                  <a:lnTo>
                    <a:pt x="958745" y="288668"/>
                  </a:lnTo>
                  <a:lnTo>
                    <a:pt x="964977" y="288247"/>
                  </a:lnTo>
                  <a:lnTo>
                    <a:pt x="968108" y="289263"/>
                  </a:lnTo>
                  <a:lnTo>
                    <a:pt x="971823" y="290024"/>
                  </a:lnTo>
                  <a:lnTo>
                    <a:pt x="977283" y="288801"/>
                  </a:lnTo>
                  <a:lnTo>
                    <a:pt x="996809" y="289462"/>
                  </a:lnTo>
                  <a:lnTo>
                    <a:pt x="999200" y="289785"/>
                  </a:lnTo>
                  <a:lnTo>
                    <a:pt x="1001563" y="291811"/>
                  </a:lnTo>
                  <a:lnTo>
                    <a:pt x="1003604" y="293072"/>
                  </a:lnTo>
                  <a:lnTo>
                    <a:pt x="1005731" y="292535"/>
                  </a:lnTo>
                  <a:lnTo>
                    <a:pt x="1012077" y="294904"/>
                  </a:lnTo>
                  <a:lnTo>
                    <a:pt x="1015489" y="296739"/>
                  </a:lnTo>
                  <a:lnTo>
                    <a:pt x="1018921" y="297703"/>
                  </a:lnTo>
                  <a:lnTo>
                    <a:pt x="1021871" y="297943"/>
                  </a:lnTo>
                  <a:lnTo>
                    <a:pt x="1025181" y="297487"/>
                  </a:lnTo>
                  <a:lnTo>
                    <a:pt x="1029463" y="295937"/>
                  </a:lnTo>
                  <a:lnTo>
                    <a:pt x="1033029" y="295308"/>
                  </a:lnTo>
                  <a:lnTo>
                    <a:pt x="1035552" y="295865"/>
                  </a:lnTo>
                  <a:lnTo>
                    <a:pt x="1040952" y="296177"/>
                  </a:lnTo>
                  <a:lnTo>
                    <a:pt x="1045099" y="298052"/>
                  </a:lnTo>
                  <a:lnTo>
                    <a:pt x="1048287" y="297276"/>
                  </a:lnTo>
                  <a:lnTo>
                    <a:pt x="1051683" y="295158"/>
                  </a:lnTo>
                  <a:lnTo>
                    <a:pt x="1062379" y="293669"/>
                  </a:lnTo>
                  <a:lnTo>
                    <a:pt x="1069537" y="294076"/>
                  </a:lnTo>
                  <a:lnTo>
                    <a:pt x="1082606" y="297877"/>
                  </a:lnTo>
                  <a:lnTo>
                    <a:pt x="1085625" y="298234"/>
                  </a:lnTo>
                  <a:lnTo>
                    <a:pt x="1091597" y="295992"/>
                  </a:lnTo>
                  <a:lnTo>
                    <a:pt x="1093512" y="292310"/>
                  </a:lnTo>
                  <a:lnTo>
                    <a:pt x="1093248" y="288152"/>
                  </a:lnTo>
                  <a:lnTo>
                    <a:pt x="1094991" y="287165"/>
                  </a:lnTo>
                  <a:lnTo>
                    <a:pt x="1096420" y="287627"/>
                  </a:lnTo>
                  <a:lnTo>
                    <a:pt x="1099071" y="284744"/>
                  </a:lnTo>
                  <a:lnTo>
                    <a:pt x="1102670" y="284989"/>
                  </a:lnTo>
                  <a:lnTo>
                    <a:pt x="1104877" y="285540"/>
                  </a:lnTo>
                  <a:lnTo>
                    <a:pt x="1106240" y="283656"/>
                  </a:lnTo>
                  <a:lnTo>
                    <a:pt x="1107486" y="279737"/>
                  </a:lnTo>
                  <a:lnTo>
                    <a:pt x="1111717" y="279437"/>
                  </a:lnTo>
                  <a:lnTo>
                    <a:pt x="1114802" y="280009"/>
                  </a:lnTo>
                  <a:lnTo>
                    <a:pt x="1118858" y="282525"/>
                  </a:lnTo>
                  <a:lnTo>
                    <a:pt x="1118852" y="284625"/>
                  </a:lnTo>
                  <a:lnTo>
                    <a:pt x="1117180" y="286865"/>
                  </a:lnTo>
                  <a:lnTo>
                    <a:pt x="1114389" y="292371"/>
                  </a:lnTo>
                  <a:lnTo>
                    <a:pt x="1116112" y="295571"/>
                  </a:lnTo>
                  <a:lnTo>
                    <a:pt x="1118725" y="295291"/>
                  </a:lnTo>
                  <a:lnTo>
                    <a:pt x="1121999" y="295923"/>
                  </a:lnTo>
                  <a:lnTo>
                    <a:pt x="1125995" y="294552"/>
                  </a:lnTo>
                  <a:lnTo>
                    <a:pt x="1128523" y="294477"/>
                  </a:lnTo>
                  <a:lnTo>
                    <a:pt x="1132948" y="299262"/>
                  </a:lnTo>
                  <a:lnTo>
                    <a:pt x="1135957" y="299550"/>
                  </a:lnTo>
                  <a:lnTo>
                    <a:pt x="1138259" y="299256"/>
                  </a:lnTo>
                  <a:lnTo>
                    <a:pt x="1145832" y="294965"/>
                  </a:lnTo>
                  <a:lnTo>
                    <a:pt x="1148018" y="294480"/>
                  </a:lnTo>
                  <a:lnTo>
                    <a:pt x="1150690" y="296457"/>
                  </a:lnTo>
                  <a:lnTo>
                    <a:pt x="1154609" y="301016"/>
                  </a:lnTo>
                  <a:lnTo>
                    <a:pt x="1158014" y="303639"/>
                  </a:lnTo>
                  <a:lnTo>
                    <a:pt x="1163010" y="305255"/>
                  </a:lnTo>
                  <a:lnTo>
                    <a:pt x="1167362" y="305728"/>
                  </a:lnTo>
                  <a:lnTo>
                    <a:pt x="1172455" y="307866"/>
                  </a:lnTo>
                  <a:lnTo>
                    <a:pt x="1175275" y="309664"/>
                  </a:lnTo>
                  <a:lnTo>
                    <a:pt x="1181649" y="309702"/>
                  </a:lnTo>
                  <a:lnTo>
                    <a:pt x="1184411" y="310443"/>
                  </a:lnTo>
                  <a:lnTo>
                    <a:pt x="1192110" y="314123"/>
                  </a:lnTo>
                  <a:lnTo>
                    <a:pt x="1199147" y="312316"/>
                  </a:lnTo>
                  <a:lnTo>
                    <a:pt x="1202771" y="310619"/>
                  </a:lnTo>
                  <a:lnTo>
                    <a:pt x="1204545" y="307491"/>
                  </a:lnTo>
                  <a:lnTo>
                    <a:pt x="1203658" y="302802"/>
                  </a:lnTo>
                  <a:lnTo>
                    <a:pt x="1203336" y="298110"/>
                  </a:lnTo>
                  <a:lnTo>
                    <a:pt x="1204384" y="296156"/>
                  </a:lnTo>
                  <a:lnTo>
                    <a:pt x="1206237" y="295764"/>
                  </a:lnTo>
                  <a:lnTo>
                    <a:pt x="1214621" y="301042"/>
                  </a:lnTo>
                  <a:lnTo>
                    <a:pt x="1214092" y="297908"/>
                  </a:lnTo>
                  <a:lnTo>
                    <a:pt x="1213374" y="295452"/>
                  </a:lnTo>
                  <a:lnTo>
                    <a:pt x="1211235" y="291268"/>
                  </a:lnTo>
                  <a:lnTo>
                    <a:pt x="1211558" y="288143"/>
                  </a:lnTo>
                  <a:lnTo>
                    <a:pt x="1213331" y="287165"/>
                  </a:lnTo>
                  <a:lnTo>
                    <a:pt x="1216871" y="288807"/>
                  </a:lnTo>
                  <a:lnTo>
                    <a:pt x="1221061" y="289635"/>
                  </a:lnTo>
                  <a:lnTo>
                    <a:pt x="1224550" y="291450"/>
                  </a:lnTo>
                  <a:lnTo>
                    <a:pt x="1231350" y="298035"/>
                  </a:lnTo>
                  <a:lnTo>
                    <a:pt x="1233513" y="303778"/>
                  </a:lnTo>
                  <a:lnTo>
                    <a:pt x="1238125" y="305226"/>
                  </a:lnTo>
                  <a:lnTo>
                    <a:pt x="1241339" y="304969"/>
                  </a:lnTo>
                  <a:lnTo>
                    <a:pt x="1244977" y="304023"/>
                  </a:lnTo>
                  <a:lnTo>
                    <a:pt x="1249871" y="303223"/>
                  </a:lnTo>
                  <a:lnTo>
                    <a:pt x="1253631" y="303454"/>
                  </a:lnTo>
                  <a:lnTo>
                    <a:pt x="1257105" y="302410"/>
                  </a:lnTo>
                  <a:lnTo>
                    <a:pt x="1258153" y="305538"/>
                  </a:lnTo>
                  <a:lnTo>
                    <a:pt x="1254880" y="310034"/>
                  </a:lnTo>
                  <a:lnTo>
                    <a:pt x="1253638" y="312966"/>
                  </a:lnTo>
                  <a:lnTo>
                    <a:pt x="1254686" y="313747"/>
                  </a:lnTo>
                  <a:lnTo>
                    <a:pt x="1256654" y="313049"/>
                  </a:lnTo>
                  <a:lnTo>
                    <a:pt x="1258269" y="312131"/>
                  </a:lnTo>
                  <a:lnTo>
                    <a:pt x="1263921" y="312602"/>
                  </a:lnTo>
                  <a:lnTo>
                    <a:pt x="1268491" y="310565"/>
                  </a:lnTo>
                  <a:lnTo>
                    <a:pt x="1272405" y="309820"/>
                  </a:lnTo>
                  <a:lnTo>
                    <a:pt x="1276085" y="307679"/>
                  </a:lnTo>
                  <a:lnTo>
                    <a:pt x="1279126" y="307866"/>
                  </a:lnTo>
                  <a:lnTo>
                    <a:pt x="1281418" y="308248"/>
                  </a:lnTo>
                  <a:lnTo>
                    <a:pt x="1284604" y="309938"/>
                  </a:lnTo>
                  <a:lnTo>
                    <a:pt x="1287636" y="309012"/>
                  </a:lnTo>
                  <a:lnTo>
                    <a:pt x="1289439" y="309356"/>
                  </a:lnTo>
                  <a:lnTo>
                    <a:pt x="1291892" y="309483"/>
                  </a:lnTo>
                  <a:lnTo>
                    <a:pt x="1304894" y="302040"/>
                  </a:lnTo>
                  <a:lnTo>
                    <a:pt x="1307841" y="302170"/>
                  </a:lnTo>
                  <a:lnTo>
                    <a:pt x="1311578" y="301758"/>
                  </a:lnTo>
                  <a:lnTo>
                    <a:pt x="1316289" y="300009"/>
                  </a:lnTo>
                  <a:lnTo>
                    <a:pt x="1319904" y="299236"/>
                  </a:lnTo>
                  <a:lnTo>
                    <a:pt x="1322888" y="299279"/>
                  </a:lnTo>
                  <a:lnTo>
                    <a:pt x="1328196" y="296569"/>
                  </a:lnTo>
                  <a:lnTo>
                    <a:pt x="1336661" y="296901"/>
                  </a:lnTo>
                  <a:lnTo>
                    <a:pt x="1340976" y="295496"/>
                  </a:lnTo>
                  <a:lnTo>
                    <a:pt x="1349341" y="293816"/>
                  </a:lnTo>
                  <a:lnTo>
                    <a:pt x="1354962" y="291920"/>
                  </a:lnTo>
                  <a:lnTo>
                    <a:pt x="1364963" y="286899"/>
                  </a:lnTo>
                  <a:lnTo>
                    <a:pt x="1369025" y="283916"/>
                  </a:lnTo>
                  <a:lnTo>
                    <a:pt x="1373416" y="277313"/>
                  </a:lnTo>
                  <a:lnTo>
                    <a:pt x="1376185" y="270708"/>
                  </a:lnTo>
                  <a:lnTo>
                    <a:pt x="1379254" y="261927"/>
                  </a:lnTo>
                  <a:lnTo>
                    <a:pt x="1377744" y="256219"/>
                  </a:lnTo>
                  <a:lnTo>
                    <a:pt x="1376129" y="253706"/>
                  </a:lnTo>
                  <a:lnTo>
                    <a:pt x="1374769" y="250950"/>
                  </a:lnTo>
                  <a:lnTo>
                    <a:pt x="1371544" y="245271"/>
                  </a:lnTo>
                  <a:lnTo>
                    <a:pt x="1370696" y="238115"/>
                  </a:lnTo>
                  <a:lnTo>
                    <a:pt x="1371005" y="231414"/>
                  </a:lnTo>
                  <a:lnTo>
                    <a:pt x="1369862" y="225115"/>
                  </a:lnTo>
                  <a:lnTo>
                    <a:pt x="1368719" y="220431"/>
                  </a:lnTo>
                  <a:lnTo>
                    <a:pt x="1366327" y="212617"/>
                  </a:lnTo>
                  <a:lnTo>
                    <a:pt x="1363436" y="207541"/>
                  </a:lnTo>
                  <a:lnTo>
                    <a:pt x="1360052" y="200740"/>
                  </a:lnTo>
                  <a:lnTo>
                    <a:pt x="1360048" y="194518"/>
                  </a:lnTo>
                  <a:lnTo>
                    <a:pt x="1359242" y="189633"/>
                  </a:lnTo>
                  <a:lnTo>
                    <a:pt x="1357197" y="186161"/>
                  </a:lnTo>
                  <a:lnTo>
                    <a:pt x="1356339" y="183380"/>
                  </a:lnTo>
                  <a:lnTo>
                    <a:pt x="1357898" y="182802"/>
                  </a:lnTo>
                  <a:lnTo>
                    <a:pt x="1359343" y="181954"/>
                  </a:lnTo>
                  <a:lnTo>
                    <a:pt x="1363251" y="180878"/>
                  </a:lnTo>
                  <a:lnTo>
                    <a:pt x="1372624" y="182791"/>
                  </a:lnTo>
                  <a:lnTo>
                    <a:pt x="1373446" y="179992"/>
                  </a:lnTo>
                  <a:lnTo>
                    <a:pt x="1375809" y="177937"/>
                  </a:lnTo>
                  <a:lnTo>
                    <a:pt x="1377461" y="175366"/>
                  </a:lnTo>
                  <a:lnTo>
                    <a:pt x="1376896" y="171456"/>
                  </a:lnTo>
                  <a:lnTo>
                    <a:pt x="1374868" y="169852"/>
                  </a:lnTo>
                  <a:lnTo>
                    <a:pt x="1372395" y="166507"/>
                  </a:lnTo>
                  <a:lnTo>
                    <a:pt x="1373510" y="163832"/>
                  </a:lnTo>
                  <a:lnTo>
                    <a:pt x="1375525" y="163832"/>
                  </a:lnTo>
                  <a:lnTo>
                    <a:pt x="1376493" y="160900"/>
                  </a:lnTo>
                  <a:lnTo>
                    <a:pt x="1375730" y="158044"/>
                  </a:lnTo>
                  <a:lnTo>
                    <a:pt x="1376655" y="154448"/>
                  </a:lnTo>
                  <a:lnTo>
                    <a:pt x="1378452" y="149854"/>
                  </a:lnTo>
                  <a:lnTo>
                    <a:pt x="1379673" y="148163"/>
                  </a:lnTo>
                  <a:lnTo>
                    <a:pt x="1377428" y="145396"/>
                  </a:lnTo>
                  <a:lnTo>
                    <a:pt x="1375328" y="141786"/>
                  </a:lnTo>
                  <a:lnTo>
                    <a:pt x="1375854" y="138993"/>
                  </a:lnTo>
                  <a:lnTo>
                    <a:pt x="1376895" y="136078"/>
                  </a:lnTo>
                  <a:lnTo>
                    <a:pt x="1378186" y="131975"/>
                  </a:lnTo>
                  <a:lnTo>
                    <a:pt x="1379959" y="129043"/>
                  </a:lnTo>
                  <a:lnTo>
                    <a:pt x="1381088" y="128065"/>
                  </a:lnTo>
                  <a:lnTo>
                    <a:pt x="1380750" y="127087"/>
                  </a:lnTo>
                  <a:lnTo>
                    <a:pt x="1378091" y="126036"/>
                  </a:lnTo>
                  <a:lnTo>
                    <a:pt x="1375640" y="125843"/>
                  </a:lnTo>
                  <a:lnTo>
                    <a:pt x="1371220" y="127672"/>
                  </a:lnTo>
                  <a:lnTo>
                    <a:pt x="1370518" y="127309"/>
                  </a:lnTo>
                  <a:lnTo>
                    <a:pt x="1370272" y="126371"/>
                  </a:lnTo>
                  <a:lnTo>
                    <a:pt x="1370015" y="124368"/>
                  </a:lnTo>
                  <a:lnTo>
                    <a:pt x="1370447" y="119465"/>
                  </a:lnTo>
                  <a:lnTo>
                    <a:pt x="1371142" y="114843"/>
                  </a:lnTo>
                  <a:lnTo>
                    <a:pt x="1371786" y="114190"/>
                  </a:lnTo>
                  <a:lnTo>
                    <a:pt x="1373510" y="113602"/>
                  </a:lnTo>
                  <a:lnTo>
                    <a:pt x="1375203" y="110084"/>
                  </a:lnTo>
                  <a:lnTo>
                    <a:pt x="1376734" y="109888"/>
                  </a:lnTo>
                  <a:lnTo>
                    <a:pt x="1377702" y="111059"/>
                  </a:lnTo>
                  <a:lnTo>
                    <a:pt x="1378025" y="115752"/>
                  </a:lnTo>
                  <a:lnTo>
                    <a:pt x="1378542" y="116828"/>
                  </a:lnTo>
                  <a:lnTo>
                    <a:pt x="1378347" y="119073"/>
                  </a:lnTo>
                  <a:lnTo>
                    <a:pt x="1379153" y="119855"/>
                  </a:lnTo>
                  <a:lnTo>
                    <a:pt x="1380112" y="118380"/>
                  </a:lnTo>
                  <a:lnTo>
                    <a:pt x="1381907" y="117673"/>
                  </a:lnTo>
                  <a:lnTo>
                    <a:pt x="1382620" y="119269"/>
                  </a:lnTo>
                  <a:lnTo>
                    <a:pt x="1383264" y="120051"/>
                  </a:lnTo>
                  <a:lnTo>
                    <a:pt x="1383587" y="118683"/>
                  </a:lnTo>
                  <a:lnTo>
                    <a:pt x="1383358" y="114886"/>
                  </a:lnTo>
                  <a:lnTo>
                    <a:pt x="1383064" y="113356"/>
                  </a:lnTo>
                  <a:lnTo>
                    <a:pt x="1382842" y="110898"/>
                  </a:lnTo>
                  <a:lnTo>
                    <a:pt x="1383223" y="109741"/>
                  </a:lnTo>
                  <a:lnTo>
                    <a:pt x="1383679" y="107822"/>
                  </a:lnTo>
                  <a:lnTo>
                    <a:pt x="1382922" y="103848"/>
                  </a:lnTo>
                  <a:lnTo>
                    <a:pt x="1383204" y="102345"/>
                  </a:lnTo>
                  <a:lnTo>
                    <a:pt x="1384822" y="99953"/>
                  </a:lnTo>
                  <a:lnTo>
                    <a:pt x="1385606" y="99454"/>
                  </a:lnTo>
                  <a:lnTo>
                    <a:pt x="1387125" y="99468"/>
                  </a:lnTo>
                  <a:lnTo>
                    <a:pt x="1389905" y="101038"/>
                  </a:lnTo>
                  <a:lnTo>
                    <a:pt x="1391201" y="101162"/>
                  </a:lnTo>
                  <a:lnTo>
                    <a:pt x="1392189" y="100426"/>
                  </a:lnTo>
                  <a:lnTo>
                    <a:pt x="1392779" y="98899"/>
                  </a:lnTo>
                  <a:lnTo>
                    <a:pt x="1393260" y="93861"/>
                  </a:lnTo>
                  <a:lnTo>
                    <a:pt x="1392074" y="92083"/>
                  </a:lnTo>
                  <a:lnTo>
                    <a:pt x="1392090" y="90470"/>
                  </a:lnTo>
                  <a:lnTo>
                    <a:pt x="1392785" y="89481"/>
                  </a:lnTo>
                  <a:lnTo>
                    <a:pt x="1394006" y="85957"/>
                  </a:lnTo>
                  <a:lnTo>
                    <a:pt x="1395861" y="85781"/>
                  </a:lnTo>
                  <a:lnTo>
                    <a:pt x="1397674" y="86093"/>
                  </a:lnTo>
                  <a:lnTo>
                    <a:pt x="1399433" y="85412"/>
                  </a:lnTo>
                  <a:lnTo>
                    <a:pt x="1398823" y="83983"/>
                  </a:lnTo>
                  <a:lnTo>
                    <a:pt x="1398269" y="81790"/>
                  </a:lnTo>
                  <a:lnTo>
                    <a:pt x="1400248" y="80717"/>
                  </a:lnTo>
                  <a:lnTo>
                    <a:pt x="1401544" y="80374"/>
                  </a:lnTo>
                  <a:lnTo>
                    <a:pt x="1404921" y="81747"/>
                  </a:lnTo>
                  <a:lnTo>
                    <a:pt x="1406239" y="82523"/>
                  </a:lnTo>
                  <a:lnTo>
                    <a:pt x="1407448" y="80766"/>
                  </a:lnTo>
                  <a:lnTo>
                    <a:pt x="1407045" y="79006"/>
                  </a:lnTo>
                  <a:lnTo>
                    <a:pt x="1405755" y="78028"/>
                  </a:lnTo>
                  <a:lnTo>
                    <a:pt x="1405514" y="76466"/>
                  </a:lnTo>
                  <a:lnTo>
                    <a:pt x="1405836" y="74510"/>
                  </a:lnTo>
                  <a:lnTo>
                    <a:pt x="1407932" y="75488"/>
                  </a:lnTo>
                  <a:lnTo>
                    <a:pt x="1408411" y="75116"/>
                  </a:lnTo>
                  <a:lnTo>
                    <a:pt x="1408963" y="73347"/>
                  </a:lnTo>
                  <a:lnTo>
                    <a:pt x="1408637" y="72502"/>
                  </a:lnTo>
                  <a:lnTo>
                    <a:pt x="1408367" y="71341"/>
                  </a:lnTo>
                  <a:lnTo>
                    <a:pt x="1411115" y="71114"/>
                  </a:lnTo>
                  <a:lnTo>
                    <a:pt x="1411523" y="70655"/>
                  </a:lnTo>
                  <a:lnTo>
                    <a:pt x="1412105" y="69269"/>
                  </a:lnTo>
                  <a:lnTo>
                    <a:pt x="1412913" y="68773"/>
                  </a:lnTo>
                  <a:lnTo>
                    <a:pt x="1415396" y="68839"/>
                  </a:lnTo>
                  <a:lnTo>
                    <a:pt x="1415933" y="68118"/>
                  </a:lnTo>
                  <a:lnTo>
                    <a:pt x="1416179" y="66606"/>
                  </a:lnTo>
                  <a:lnTo>
                    <a:pt x="1414837" y="66222"/>
                  </a:lnTo>
                  <a:lnTo>
                    <a:pt x="1413091" y="64739"/>
                  </a:lnTo>
                  <a:lnTo>
                    <a:pt x="1412850" y="60633"/>
                  </a:lnTo>
                  <a:lnTo>
                    <a:pt x="1413253" y="57701"/>
                  </a:lnTo>
                  <a:lnTo>
                    <a:pt x="1414784" y="55162"/>
                  </a:lnTo>
                  <a:lnTo>
                    <a:pt x="1416638" y="53401"/>
                  </a:lnTo>
                  <a:lnTo>
                    <a:pt x="1420028" y="54922"/>
                  </a:lnTo>
                  <a:lnTo>
                    <a:pt x="1422684" y="54573"/>
                  </a:lnTo>
                  <a:lnTo>
                    <a:pt x="1423733" y="56137"/>
                  </a:lnTo>
                  <a:lnTo>
                    <a:pt x="1425183" y="56529"/>
                  </a:lnTo>
                  <a:lnTo>
                    <a:pt x="1425506" y="54769"/>
                  </a:lnTo>
                  <a:lnTo>
                    <a:pt x="1424859" y="53237"/>
                  </a:lnTo>
                  <a:lnTo>
                    <a:pt x="1424443" y="50712"/>
                  </a:lnTo>
                  <a:lnTo>
                    <a:pt x="1428650" y="47734"/>
                  </a:lnTo>
                  <a:lnTo>
                    <a:pt x="1429992" y="48201"/>
                  </a:lnTo>
                  <a:lnTo>
                    <a:pt x="1431661" y="47489"/>
                  </a:lnTo>
                  <a:lnTo>
                    <a:pt x="1431068" y="45192"/>
                  </a:lnTo>
                  <a:lnTo>
                    <a:pt x="1431955" y="42260"/>
                  </a:lnTo>
                  <a:lnTo>
                    <a:pt x="1433164" y="41870"/>
                  </a:lnTo>
                  <a:lnTo>
                    <a:pt x="1433970" y="44410"/>
                  </a:lnTo>
                  <a:lnTo>
                    <a:pt x="1435125" y="44932"/>
                  </a:lnTo>
                  <a:lnTo>
                    <a:pt x="1436389" y="44338"/>
                  </a:lnTo>
                  <a:lnTo>
                    <a:pt x="1439522" y="41342"/>
                  </a:lnTo>
                  <a:lnTo>
                    <a:pt x="1441060" y="40883"/>
                  </a:lnTo>
                  <a:lnTo>
                    <a:pt x="1442578" y="40731"/>
                  </a:lnTo>
                  <a:lnTo>
                    <a:pt x="1444178" y="38985"/>
                  </a:lnTo>
                  <a:lnTo>
                    <a:pt x="1444550" y="36916"/>
                  </a:lnTo>
                  <a:lnTo>
                    <a:pt x="1445452" y="35484"/>
                  </a:lnTo>
                  <a:lnTo>
                    <a:pt x="1448162" y="33574"/>
                  </a:lnTo>
                  <a:lnTo>
                    <a:pt x="1449277" y="32163"/>
                  </a:lnTo>
                  <a:lnTo>
                    <a:pt x="1451660" y="27286"/>
                  </a:lnTo>
                  <a:lnTo>
                    <a:pt x="1451228" y="26051"/>
                  </a:lnTo>
                  <a:lnTo>
                    <a:pt x="1451933" y="25033"/>
                  </a:lnTo>
                  <a:lnTo>
                    <a:pt x="1459086" y="20615"/>
                  </a:lnTo>
                  <a:lnTo>
                    <a:pt x="1462589" y="20190"/>
                  </a:lnTo>
                  <a:lnTo>
                    <a:pt x="1468435" y="17564"/>
                  </a:lnTo>
                  <a:lnTo>
                    <a:pt x="1472001" y="14408"/>
                  </a:lnTo>
                  <a:lnTo>
                    <a:pt x="1474208" y="13121"/>
                  </a:lnTo>
                  <a:lnTo>
                    <a:pt x="1476211" y="9620"/>
                  </a:lnTo>
                  <a:lnTo>
                    <a:pt x="1478631" y="9104"/>
                  </a:lnTo>
                  <a:lnTo>
                    <a:pt x="1484212" y="6648"/>
                  </a:lnTo>
                  <a:lnTo>
                    <a:pt x="1488447" y="2732"/>
                  </a:lnTo>
                  <a:lnTo>
                    <a:pt x="1494278" y="0"/>
                  </a:lnTo>
                  <a:lnTo>
                    <a:pt x="1496976" y="251"/>
                  </a:lnTo>
                  <a:lnTo>
                    <a:pt x="1498092" y="1070"/>
                  </a:lnTo>
                  <a:lnTo>
                    <a:pt x="1498775" y="4331"/>
                  </a:lnTo>
                  <a:lnTo>
                    <a:pt x="1499912" y="8253"/>
                  </a:lnTo>
                  <a:lnTo>
                    <a:pt x="1501686" y="10206"/>
                  </a:lnTo>
                  <a:lnTo>
                    <a:pt x="1501041" y="11966"/>
                  </a:lnTo>
                  <a:lnTo>
                    <a:pt x="1499348" y="11770"/>
                  </a:lnTo>
                  <a:lnTo>
                    <a:pt x="1497574" y="12160"/>
                  </a:lnTo>
                  <a:lnTo>
                    <a:pt x="1497171" y="10206"/>
                  </a:lnTo>
                  <a:lnTo>
                    <a:pt x="1497836" y="8783"/>
                  </a:lnTo>
                  <a:lnTo>
                    <a:pt x="1497171" y="7471"/>
                  </a:lnTo>
                  <a:lnTo>
                    <a:pt x="1495567" y="7811"/>
                  </a:lnTo>
                  <a:lnTo>
                    <a:pt x="1493413" y="8489"/>
                  </a:lnTo>
                  <a:lnTo>
                    <a:pt x="1491940" y="9465"/>
                  </a:lnTo>
                  <a:lnTo>
                    <a:pt x="1490046" y="11533"/>
                  </a:lnTo>
                  <a:lnTo>
                    <a:pt x="1488586" y="12722"/>
                  </a:lnTo>
                  <a:lnTo>
                    <a:pt x="1483634" y="15871"/>
                  </a:lnTo>
                  <a:lnTo>
                    <a:pt x="1480357" y="20364"/>
                  </a:lnTo>
                  <a:lnTo>
                    <a:pt x="1478030" y="25151"/>
                  </a:lnTo>
                  <a:lnTo>
                    <a:pt x="1476615" y="28383"/>
                  </a:lnTo>
                  <a:lnTo>
                    <a:pt x="1474587" y="28622"/>
                  </a:lnTo>
                  <a:lnTo>
                    <a:pt x="1474076" y="29791"/>
                  </a:lnTo>
                  <a:lnTo>
                    <a:pt x="1474930" y="30720"/>
                  </a:lnTo>
                  <a:lnTo>
                    <a:pt x="1475591" y="31115"/>
                  </a:lnTo>
                  <a:lnTo>
                    <a:pt x="1477098" y="31511"/>
                  </a:lnTo>
                  <a:lnTo>
                    <a:pt x="1476856" y="32878"/>
                  </a:lnTo>
                  <a:lnTo>
                    <a:pt x="1475809" y="33268"/>
                  </a:lnTo>
                  <a:lnTo>
                    <a:pt x="1475926" y="34353"/>
                  </a:lnTo>
                  <a:lnTo>
                    <a:pt x="1477018" y="36007"/>
                  </a:lnTo>
                  <a:lnTo>
                    <a:pt x="1477259" y="38353"/>
                  </a:lnTo>
                  <a:lnTo>
                    <a:pt x="1475970" y="38742"/>
                  </a:lnTo>
                  <a:lnTo>
                    <a:pt x="1474035" y="36200"/>
                  </a:lnTo>
                  <a:lnTo>
                    <a:pt x="1471857" y="35969"/>
                  </a:lnTo>
                  <a:lnTo>
                    <a:pt x="1470147" y="34786"/>
                  </a:lnTo>
                  <a:lnTo>
                    <a:pt x="1469037" y="33075"/>
                  </a:lnTo>
                  <a:lnTo>
                    <a:pt x="1467989" y="33464"/>
                  </a:lnTo>
                  <a:lnTo>
                    <a:pt x="1467192" y="35868"/>
                  </a:lnTo>
                  <a:lnTo>
                    <a:pt x="1467667" y="38546"/>
                  </a:lnTo>
                  <a:lnTo>
                    <a:pt x="1466779" y="40110"/>
                  </a:lnTo>
                  <a:lnTo>
                    <a:pt x="1465702" y="39377"/>
                  </a:lnTo>
                  <a:lnTo>
                    <a:pt x="1465329" y="36200"/>
                  </a:lnTo>
                  <a:lnTo>
                    <a:pt x="1464291" y="35675"/>
                  </a:lnTo>
                  <a:lnTo>
                    <a:pt x="1462915" y="35608"/>
                  </a:lnTo>
                  <a:lnTo>
                    <a:pt x="1459510" y="39022"/>
                  </a:lnTo>
                  <a:lnTo>
                    <a:pt x="1458315" y="39132"/>
                  </a:lnTo>
                  <a:lnTo>
                    <a:pt x="1457668" y="40869"/>
                  </a:lnTo>
                  <a:lnTo>
                    <a:pt x="1455690" y="42854"/>
                  </a:lnTo>
                  <a:lnTo>
                    <a:pt x="1454422" y="44410"/>
                  </a:lnTo>
                  <a:lnTo>
                    <a:pt x="1451309" y="49659"/>
                  </a:lnTo>
                  <a:lnTo>
                    <a:pt x="1449548" y="51858"/>
                  </a:lnTo>
                  <a:lnTo>
                    <a:pt x="1446234" y="53116"/>
                  </a:lnTo>
                  <a:lnTo>
                    <a:pt x="1444922" y="52934"/>
                  </a:lnTo>
                  <a:lnTo>
                    <a:pt x="1444147" y="52403"/>
                  </a:lnTo>
                  <a:lnTo>
                    <a:pt x="1442926" y="52051"/>
                  </a:lnTo>
                  <a:lnTo>
                    <a:pt x="1441709" y="52033"/>
                  </a:lnTo>
                  <a:lnTo>
                    <a:pt x="1441306" y="53401"/>
                  </a:lnTo>
                  <a:lnTo>
                    <a:pt x="1443241" y="57897"/>
                  </a:lnTo>
                  <a:lnTo>
                    <a:pt x="1442193" y="59461"/>
                  </a:lnTo>
                  <a:lnTo>
                    <a:pt x="1439850" y="59366"/>
                  </a:lnTo>
                  <a:lnTo>
                    <a:pt x="1438726" y="58093"/>
                  </a:lnTo>
                  <a:lnTo>
                    <a:pt x="1437792" y="59282"/>
                  </a:lnTo>
                  <a:lnTo>
                    <a:pt x="1437059" y="60486"/>
                  </a:lnTo>
                  <a:lnTo>
                    <a:pt x="1436320" y="62214"/>
                  </a:lnTo>
                  <a:lnTo>
                    <a:pt x="1437437" y="65911"/>
                  </a:lnTo>
                  <a:lnTo>
                    <a:pt x="1439268" y="67584"/>
                  </a:lnTo>
                  <a:lnTo>
                    <a:pt x="1440580" y="67864"/>
                  </a:lnTo>
                  <a:lnTo>
                    <a:pt x="1441064" y="69232"/>
                  </a:lnTo>
                  <a:lnTo>
                    <a:pt x="1438195" y="69821"/>
                  </a:lnTo>
                  <a:lnTo>
                    <a:pt x="1436255" y="73061"/>
                  </a:lnTo>
                  <a:lnTo>
                    <a:pt x="1435380" y="75312"/>
                  </a:lnTo>
                  <a:lnTo>
                    <a:pt x="1434373" y="77246"/>
                  </a:lnTo>
                  <a:lnTo>
                    <a:pt x="1434517" y="79490"/>
                  </a:lnTo>
                  <a:lnTo>
                    <a:pt x="1436029" y="82887"/>
                  </a:lnTo>
                  <a:lnTo>
                    <a:pt x="1438029" y="85296"/>
                  </a:lnTo>
                  <a:lnTo>
                    <a:pt x="1440052" y="85493"/>
                  </a:lnTo>
                  <a:lnTo>
                    <a:pt x="1442663" y="84760"/>
                  </a:lnTo>
                  <a:lnTo>
                    <a:pt x="1443274" y="84073"/>
                  </a:lnTo>
                  <a:lnTo>
                    <a:pt x="1445901" y="83698"/>
                  </a:lnTo>
                  <a:lnTo>
                    <a:pt x="1447035" y="81369"/>
                  </a:lnTo>
                  <a:lnTo>
                    <a:pt x="1447863" y="81207"/>
                  </a:lnTo>
                  <a:lnTo>
                    <a:pt x="1448601" y="81626"/>
                  </a:lnTo>
                  <a:lnTo>
                    <a:pt x="1449799" y="81724"/>
                  </a:lnTo>
                  <a:lnTo>
                    <a:pt x="1450423" y="80195"/>
                  </a:lnTo>
                  <a:lnTo>
                    <a:pt x="1451341" y="79623"/>
                  </a:lnTo>
                  <a:lnTo>
                    <a:pt x="1452557" y="80013"/>
                  </a:lnTo>
                  <a:lnTo>
                    <a:pt x="1454930" y="79984"/>
                  </a:lnTo>
                  <a:lnTo>
                    <a:pt x="1455575" y="81352"/>
                  </a:lnTo>
                  <a:lnTo>
                    <a:pt x="1454849" y="82916"/>
                  </a:lnTo>
                  <a:lnTo>
                    <a:pt x="1453398" y="85066"/>
                  </a:lnTo>
                  <a:lnTo>
                    <a:pt x="1452027" y="83891"/>
                  </a:lnTo>
                  <a:lnTo>
                    <a:pt x="1450818" y="84087"/>
                  </a:lnTo>
                  <a:lnTo>
                    <a:pt x="1450165" y="85227"/>
                  </a:lnTo>
                  <a:lnTo>
                    <a:pt x="1451463" y="87605"/>
                  </a:lnTo>
                  <a:lnTo>
                    <a:pt x="1450980" y="89755"/>
                  </a:lnTo>
                  <a:lnTo>
                    <a:pt x="1449932" y="91905"/>
                  </a:lnTo>
                  <a:lnTo>
                    <a:pt x="1448641" y="90537"/>
                  </a:lnTo>
                  <a:lnTo>
                    <a:pt x="1448453" y="88217"/>
                  </a:lnTo>
                  <a:lnTo>
                    <a:pt x="1446707" y="86823"/>
                  </a:lnTo>
                  <a:lnTo>
                    <a:pt x="1445014" y="86237"/>
                  </a:lnTo>
                  <a:lnTo>
                    <a:pt x="1443866" y="88629"/>
                  </a:lnTo>
                  <a:lnTo>
                    <a:pt x="1442044" y="89333"/>
                  </a:lnTo>
                  <a:lnTo>
                    <a:pt x="1441790" y="92101"/>
                  </a:lnTo>
                  <a:lnTo>
                    <a:pt x="1441064" y="94643"/>
                  </a:lnTo>
                  <a:lnTo>
                    <a:pt x="1440016" y="93861"/>
                  </a:lnTo>
                  <a:lnTo>
                    <a:pt x="1439609" y="90710"/>
                  </a:lnTo>
                  <a:lnTo>
                    <a:pt x="1436671" y="88136"/>
                  </a:lnTo>
                  <a:lnTo>
                    <a:pt x="1435150" y="87784"/>
                  </a:lnTo>
                  <a:lnTo>
                    <a:pt x="1432069" y="88442"/>
                  </a:lnTo>
                  <a:lnTo>
                    <a:pt x="1430988" y="88387"/>
                  </a:lnTo>
                  <a:lnTo>
                    <a:pt x="1429779" y="88973"/>
                  </a:lnTo>
                  <a:lnTo>
                    <a:pt x="1428891" y="91125"/>
                  </a:lnTo>
                  <a:lnTo>
                    <a:pt x="1430165" y="92707"/>
                  </a:lnTo>
                  <a:lnTo>
                    <a:pt x="1430591" y="94836"/>
                  </a:lnTo>
                  <a:lnTo>
                    <a:pt x="1430560" y="96429"/>
                  </a:lnTo>
                  <a:lnTo>
                    <a:pt x="1430321" y="97064"/>
                  </a:lnTo>
                  <a:lnTo>
                    <a:pt x="1430107" y="98391"/>
                  </a:lnTo>
                  <a:lnTo>
                    <a:pt x="1431471" y="100310"/>
                  </a:lnTo>
                  <a:lnTo>
                    <a:pt x="1431552" y="102853"/>
                  </a:lnTo>
                  <a:lnTo>
                    <a:pt x="1430426" y="102827"/>
                  </a:lnTo>
                  <a:lnTo>
                    <a:pt x="1429501" y="102056"/>
                  </a:lnTo>
                  <a:lnTo>
                    <a:pt x="1425943" y="95341"/>
                  </a:lnTo>
                  <a:lnTo>
                    <a:pt x="1423715" y="92378"/>
                  </a:lnTo>
                  <a:lnTo>
                    <a:pt x="1422765" y="89755"/>
                  </a:lnTo>
                  <a:lnTo>
                    <a:pt x="1420437" y="89163"/>
                  </a:lnTo>
                  <a:lnTo>
                    <a:pt x="1418754" y="89103"/>
                  </a:lnTo>
                  <a:lnTo>
                    <a:pt x="1416732" y="90168"/>
                  </a:lnTo>
                  <a:lnTo>
                    <a:pt x="1417524" y="91411"/>
                  </a:lnTo>
                  <a:lnTo>
                    <a:pt x="1417928" y="93275"/>
                  </a:lnTo>
                  <a:lnTo>
                    <a:pt x="1416694" y="94046"/>
                  </a:lnTo>
                  <a:lnTo>
                    <a:pt x="1415174" y="96911"/>
                  </a:lnTo>
                  <a:lnTo>
                    <a:pt x="1414151" y="99358"/>
                  </a:lnTo>
                  <a:lnTo>
                    <a:pt x="1413533" y="99886"/>
                  </a:lnTo>
                  <a:lnTo>
                    <a:pt x="1412769" y="101289"/>
                  </a:lnTo>
                  <a:lnTo>
                    <a:pt x="1416047" y="104446"/>
                  </a:lnTo>
                  <a:lnTo>
                    <a:pt x="1416531" y="105695"/>
                  </a:lnTo>
                  <a:lnTo>
                    <a:pt x="1416705" y="107755"/>
                  </a:lnTo>
                  <a:lnTo>
                    <a:pt x="1415671" y="108910"/>
                  </a:lnTo>
                  <a:lnTo>
                    <a:pt x="1413197" y="109360"/>
                  </a:lnTo>
                  <a:lnTo>
                    <a:pt x="1408829" y="107175"/>
                  </a:lnTo>
                  <a:lnTo>
                    <a:pt x="1406965" y="107129"/>
                  </a:lnTo>
                  <a:lnTo>
                    <a:pt x="1406319" y="105588"/>
                  </a:lnTo>
                  <a:lnTo>
                    <a:pt x="1405352" y="105785"/>
                  </a:lnTo>
                  <a:lnTo>
                    <a:pt x="1404753" y="108382"/>
                  </a:lnTo>
                  <a:lnTo>
                    <a:pt x="1404047" y="110681"/>
                  </a:lnTo>
                  <a:lnTo>
                    <a:pt x="1403014" y="112234"/>
                  </a:lnTo>
                  <a:lnTo>
                    <a:pt x="1403307" y="114606"/>
                  </a:lnTo>
                  <a:lnTo>
                    <a:pt x="1404143" y="115166"/>
                  </a:lnTo>
                  <a:lnTo>
                    <a:pt x="1403495" y="116121"/>
                  </a:lnTo>
                  <a:lnTo>
                    <a:pt x="1402128" y="116923"/>
                  </a:lnTo>
                  <a:lnTo>
                    <a:pt x="1401201" y="117835"/>
                  </a:lnTo>
                  <a:lnTo>
                    <a:pt x="1403257" y="118683"/>
                  </a:lnTo>
                  <a:lnTo>
                    <a:pt x="1403644" y="119463"/>
                  </a:lnTo>
                  <a:lnTo>
                    <a:pt x="1403731" y="120591"/>
                  </a:lnTo>
                  <a:lnTo>
                    <a:pt x="1400559" y="121419"/>
                  </a:lnTo>
                  <a:lnTo>
                    <a:pt x="1398500" y="121615"/>
                  </a:lnTo>
                  <a:lnTo>
                    <a:pt x="1397262" y="120698"/>
                  </a:lnTo>
                  <a:lnTo>
                    <a:pt x="1396129" y="121148"/>
                  </a:lnTo>
                  <a:lnTo>
                    <a:pt x="1395397" y="122657"/>
                  </a:lnTo>
                  <a:lnTo>
                    <a:pt x="1395150" y="124648"/>
                  </a:lnTo>
                  <a:lnTo>
                    <a:pt x="1395388" y="127118"/>
                  </a:lnTo>
                  <a:lnTo>
                    <a:pt x="1395791" y="128881"/>
                  </a:lnTo>
                  <a:lnTo>
                    <a:pt x="1396084" y="129539"/>
                  </a:lnTo>
                  <a:lnTo>
                    <a:pt x="1396434" y="130999"/>
                  </a:lnTo>
                  <a:lnTo>
                    <a:pt x="1394533" y="134805"/>
                  </a:lnTo>
                  <a:lnTo>
                    <a:pt x="1394348" y="135631"/>
                  </a:lnTo>
                  <a:lnTo>
                    <a:pt x="1394216" y="137385"/>
                  </a:lnTo>
                  <a:lnTo>
                    <a:pt x="1395096" y="138990"/>
                  </a:lnTo>
                  <a:lnTo>
                    <a:pt x="1395808" y="141338"/>
                  </a:lnTo>
                  <a:lnTo>
                    <a:pt x="1394812" y="142487"/>
                  </a:lnTo>
                  <a:lnTo>
                    <a:pt x="1393735" y="144917"/>
                  </a:lnTo>
                  <a:lnTo>
                    <a:pt x="1394872" y="145393"/>
                  </a:lnTo>
                  <a:lnTo>
                    <a:pt x="1396807" y="145503"/>
                  </a:lnTo>
                  <a:lnTo>
                    <a:pt x="1398872" y="145197"/>
                  </a:lnTo>
                  <a:lnTo>
                    <a:pt x="1402031" y="143055"/>
                  </a:lnTo>
                  <a:lnTo>
                    <a:pt x="1402934" y="142724"/>
                  </a:lnTo>
                  <a:lnTo>
                    <a:pt x="1403315" y="143514"/>
                  </a:lnTo>
                  <a:lnTo>
                    <a:pt x="1403607" y="144824"/>
                  </a:lnTo>
                  <a:lnTo>
                    <a:pt x="1402797" y="146034"/>
                  </a:lnTo>
                  <a:lnTo>
                    <a:pt x="1397079" y="149554"/>
                  </a:lnTo>
                  <a:lnTo>
                    <a:pt x="1396020" y="151008"/>
                  </a:lnTo>
                  <a:lnTo>
                    <a:pt x="1397490" y="151819"/>
                  </a:lnTo>
                  <a:lnTo>
                    <a:pt x="1400435" y="151998"/>
                  </a:lnTo>
                  <a:lnTo>
                    <a:pt x="1401572" y="153109"/>
                  </a:lnTo>
                  <a:lnTo>
                    <a:pt x="1400864" y="154336"/>
                  </a:lnTo>
                  <a:lnTo>
                    <a:pt x="1399822" y="155516"/>
                  </a:lnTo>
                  <a:lnTo>
                    <a:pt x="1398585" y="158292"/>
                  </a:lnTo>
                  <a:lnTo>
                    <a:pt x="1399599" y="159319"/>
                  </a:lnTo>
                  <a:lnTo>
                    <a:pt x="1402769" y="160955"/>
                  </a:lnTo>
                  <a:lnTo>
                    <a:pt x="1408489" y="163105"/>
                  </a:lnTo>
                  <a:lnTo>
                    <a:pt x="1412760" y="163847"/>
                  </a:lnTo>
                  <a:lnTo>
                    <a:pt x="1411805" y="161356"/>
                  </a:lnTo>
                  <a:lnTo>
                    <a:pt x="1411654" y="158272"/>
                  </a:lnTo>
                  <a:lnTo>
                    <a:pt x="1414637" y="155764"/>
                  </a:lnTo>
                  <a:lnTo>
                    <a:pt x="1416197" y="154939"/>
                  </a:lnTo>
                  <a:lnTo>
                    <a:pt x="1423264" y="153435"/>
                  </a:lnTo>
                  <a:lnTo>
                    <a:pt x="1425214" y="153490"/>
                  </a:lnTo>
                  <a:lnTo>
                    <a:pt x="1426716" y="154137"/>
                  </a:lnTo>
                  <a:lnTo>
                    <a:pt x="1426151" y="155429"/>
                  </a:lnTo>
                  <a:lnTo>
                    <a:pt x="1424505" y="154965"/>
                  </a:lnTo>
                  <a:lnTo>
                    <a:pt x="1421668" y="155816"/>
                  </a:lnTo>
                  <a:lnTo>
                    <a:pt x="1417283" y="158557"/>
                  </a:lnTo>
                  <a:lnTo>
                    <a:pt x="1416477" y="159729"/>
                  </a:lnTo>
                  <a:lnTo>
                    <a:pt x="1416799" y="161879"/>
                  </a:lnTo>
                  <a:lnTo>
                    <a:pt x="1420508" y="163639"/>
                  </a:lnTo>
                  <a:lnTo>
                    <a:pt x="1421717" y="165007"/>
                  </a:lnTo>
                  <a:lnTo>
                    <a:pt x="1420075" y="169165"/>
                  </a:lnTo>
                  <a:lnTo>
                    <a:pt x="1420347" y="171846"/>
                  </a:lnTo>
                  <a:lnTo>
                    <a:pt x="1422229" y="174775"/>
                  </a:lnTo>
                  <a:lnTo>
                    <a:pt x="1424753" y="178085"/>
                  </a:lnTo>
                  <a:lnTo>
                    <a:pt x="1425976" y="180327"/>
                  </a:lnTo>
                  <a:lnTo>
                    <a:pt x="1427857" y="181596"/>
                  </a:lnTo>
                  <a:lnTo>
                    <a:pt x="1430939" y="184710"/>
                  </a:lnTo>
                  <a:lnTo>
                    <a:pt x="1432600" y="187875"/>
                  </a:lnTo>
                  <a:lnTo>
                    <a:pt x="1433129" y="195052"/>
                  </a:lnTo>
                  <a:lnTo>
                    <a:pt x="1435623" y="200982"/>
                  </a:lnTo>
                  <a:lnTo>
                    <a:pt x="1438565" y="203706"/>
                  </a:lnTo>
                  <a:lnTo>
                    <a:pt x="1438888" y="206052"/>
                  </a:lnTo>
                  <a:lnTo>
                    <a:pt x="1437920" y="208398"/>
                  </a:lnTo>
                  <a:lnTo>
                    <a:pt x="1435435" y="207048"/>
                  </a:lnTo>
                  <a:lnTo>
                    <a:pt x="1434051" y="208398"/>
                  </a:lnTo>
                  <a:lnTo>
                    <a:pt x="1433487" y="210937"/>
                  </a:lnTo>
                  <a:lnTo>
                    <a:pt x="1435260" y="212698"/>
                  </a:lnTo>
                  <a:lnTo>
                    <a:pt x="1438081" y="214848"/>
                  </a:lnTo>
                  <a:lnTo>
                    <a:pt x="1444127" y="214652"/>
                  </a:lnTo>
                  <a:lnTo>
                    <a:pt x="1444289" y="216997"/>
                  </a:lnTo>
                  <a:lnTo>
                    <a:pt x="1442901" y="218380"/>
                  </a:lnTo>
                  <a:lnTo>
                    <a:pt x="1441790" y="220125"/>
                  </a:lnTo>
                  <a:lnTo>
                    <a:pt x="1440419" y="221101"/>
                  </a:lnTo>
                  <a:lnTo>
                    <a:pt x="1438162" y="221686"/>
                  </a:lnTo>
                  <a:lnTo>
                    <a:pt x="1437598" y="223836"/>
                  </a:lnTo>
                  <a:lnTo>
                    <a:pt x="1438565" y="226768"/>
                  </a:lnTo>
                  <a:lnTo>
                    <a:pt x="1441721" y="225472"/>
                  </a:lnTo>
                  <a:lnTo>
                    <a:pt x="1444021" y="225308"/>
                  </a:lnTo>
                  <a:lnTo>
                    <a:pt x="1446465" y="225793"/>
                  </a:lnTo>
                  <a:lnTo>
                    <a:pt x="1447211" y="229772"/>
                  </a:lnTo>
                  <a:lnTo>
                    <a:pt x="1450068" y="234637"/>
                  </a:lnTo>
                  <a:lnTo>
                    <a:pt x="1450738" y="236934"/>
                  </a:lnTo>
                  <a:lnTo>
                    <a:pt x="1450240" y="239142"/>
                  </a:lnTo>
                  <a:lnTo>
                    <a:pt x="1448469" y="239809"/>
                  </a:lnTo>
                  <a:lnTo>
                    <a:pt x="1447386" y="241543"/>
                  </a:lnTo>
                  <a:lnTo>
                    <a:pt x="1445777" y="243072"/>
                  </a:lnTo>
                  <a:lnTo>
                    <a:pt x="1443990" y="243863"/>
                  </a:lnTo>
                  <a:lnTo>
                    <a:pt x="1440655" y="247908"/>
                  </a:lnTo>
                  <a:lnTo>
                    <a:pt x="1439193" y="248347"/>
                  </a:lnTo>
                  <a:lnTo>
                    <a:pt x="1438593" y="249143"/>
                  </a:lnTo>
                  <a:lnTo>
                    <a:pt x="1441437" y="249579"/>
                  </a:lnTo>
                  <a:lnTo>
                    <a:pt x="1443419" y="249660"/>
                  </a:lnTo>
                  <a:lnTo>
                    <a:pt x="1447675" y="246373"/>
                  </a:lnTo>
                  <a:lnTo>
                    <a:pt x="1449286" y="247098"/>
                  </a:lnTo>
                  <a:lnTo>
                    <a:pt x="1450335" y="249247"/>
                  </a:lnTo>
                  <a:lnTo>
                    <a:pt x="1450899" y="251787"/>
                  </a:lnTo>
                  <a:lnTo>
                    <a:pt x="1449851" y="253937"/>
                  </a:lnTo>
                  <a:lnTo>
                    <a:pt x="1442423" y="255203"/>
                  </a:lnTo>
                  <a:lnTo>
                    <a:pt x="1438835" y="256407"/>
                  </a:lnTo>
                  <a:lnTo>
                    <a:pt x="1434963" y="259774"/>
                  </a:lnTo>
                  <a:lnTo>
                    <a:pt x="1439382" y="261353"/>
                  </a:lnTo>
                  <a:lnTo>
                    <a:pt x="1442624" y="260813"/>
                  </a:lnTo>
                  <a:lnTo>
                    <a:pt x="1444274" y="261402"/>
                  </a:lnTo>
                  <a:lnTo>
                    <a:pt x="1446497" y="262585"/>
                  </a:lnTo>
                  <a:lnTo>
                    <a:pt x="1448968" y="261959"/>
                  </a:lnTo>
                  <a:lnTo>
                    <a:pt x="1450866" y="260738"/>
                  </a:lnTo>
                  <a:lnTo>
                    <a:pt x="1452311" y="260778"/>
                  </a:lnTo>
                  <a:lnTo>
                    <a:pt x="1453697" y="261402"/>
                  </a:lnTo>
                  <a:lnTo>
                    <a:pt x="1453882" y="263514"/>
                  </a:lnTo>
                  <a:lnTo>
                    <a:pt x="1454043" y="267228"/>
                  </a:lnTo>
                  <a:lnTo>
                    <a:pt x="1454366" y="269967"/>
                  </a:lnTo>
                  <a:lnTo>
                    <a:pt x="1453565" y="271842"/>
                  </a:lnTo>
                  <a:lnTo>
                    <a:pt x="1449699" y="273158"/>
                  </a:lnTo>
                  <a:lnTo>
                    <a:pt x="1446868" y="273092"/>
                  </a:lnTo>
                  <a:lnTo>
                    <a:pt x="1446791" y="277007"/>
                  </a:lnTo>
                  <a:lnTo>
                    <a:pt x="1451019" y="279931"/>
                  </a:lnTo>
                  <a:lnTo>
                    <a:pt x="1453640" y="278369"/>
                  </a:lnTo>
                  <a:lnTo>
                    <a:pt x="1455978" y="279151"/>
                  </a:lnTo>
                  <a:lnTo>
                    <a:pt x="1455978" y="283844"/>
                  </a:lnTo>
                  <a:lnTo>
                    <a:pt x="1457777" y="289020"/>
                  </a:lnTo>
                  <a:lnTo>
                    <a:pt x="1459364" y="289315"/>
                  </a:lnTo>
                  <a:lnTo>
                    <a:pt x="1460653" y="286969"/>
                  </a:lnTo>
                  <a:lnTo>
                    <a:pt x="1462346" y="286969"/>
                  </a:lnTo>
                  <a:lnTo>
                    <a:pt x="1462991" y="289707"/>
                  </a:lnTo>
                  <a:lnTo>
                    <a:pt x="1462265" y="294396"/>
                  </a:lnTo>
                  <a:lnTo>
                    <a:pt x="1460976" y="296939"/>
                  </a:lnTo>
                  <a:lnTo>
                    <a:pt x="1457544" y="295903"/>
                  </a:lnTo>
                  <a:lnTo>
                    <a:pt x="1455632" y="295051"/>
                  </a:lnTo>
                  <a:lnTo>
                    <a:pt x="1454097" y="296812"/>
                  </a:lnTo>
                  <a:lnTo>
                    <a:pt x="1451547" y="298272"/>
                  </a:lnTo>
                  <a:lnTo>
                    <a:pt x="1449286" y="298503"/>
                  </a:lnTo>
                  <a:lnTo>
                    <a:pt x="1447327" y="296200"/>
                  </a:lnTo>
                  <a:lnTo>
                    <a:pt x="1445057" y="294460"/>
                  </a:lnTo>
                  <a:lnTo>
                    <a:pt x="1441425" y="293554"/>
                  </a:lnTo>
                  <a:lnTo>
                    <a:pt x="1437990" y="293167"/>
                  </a:lnTo>
                  <a:lnTo>
                    <a:pt x="1439130" y="295178"/>
                  </a:lnTo>
                  <a:lnTo>
                    <a:pt x="1440679" y="296335"/>
                  </a:lnTo>
                  <a:lnTo>
                    <a:pt x="1441287" y="299899"/>
                  </a:lnTo>
                  <a:lnTo>
                    <a:pt x="1442515" y="303584"/>
                  </a:lnTo>
                  <a:lnTo>
                    <a:pt x="1445336" y="302606"/>
                  </a:lnTo>
                  <a:lnTo>
                    <a:pt x="1449306" y="304721"/>
                  </a:lnTo>
                  <a:lnTo>
                    <a:pt x="1451754" y="306888"/>
                  </a:lnTo>
                  <a:lnTo>
                    <a:pt x="1452834" y="309837"/>
                  </a:lnTo>
                  <a:lnTo>
                    <a:pt x="1451463" y="314529"/>
                  </a:lnTo>
                  <a:lnTo>
                    <a:pt x="1449202" y="316269"/>
                  </a:lnTo>
                  <a:lnTo>
                    <a:pt x="1447799" y="317072"/>
                  </a:lnTo>
                  <a:lnTo>
                    <a:pt x="1445354" y="315280"/>
                  </a:lnTo>
                  <a:lnTo>
                    <a:pt x="1443631" y="315280"/>
                  </a:lnTo>
                  <a:lnTo>
                    <a:pt x="1441848" y="316102"/>
                  </a:lnTo>
                  <a:lnTo>
                    <a:pt x="1441240" y="318240"/>
                  </a:lnTo>
                  <a:lnTo>
                    <a:pt x="1440062" y="319299"/>
                  </a:lnTo>
                  <a:lnTo>
                    <a:pt x="1446385" y="319415"/>
                  </a:lnTo>
                  <a:lnTo>
                    <a:pt x="1448320" y="320000"/>
                  </a:lnTo>
                  <a:lnTo>
                    <a:pt x="1449770" y="321957"/>
                  </a:lnTo>
                  <a:lnTo>
                    <a:pt x="1447513" y="324496"/>
                  </a:lnTo>
                  <a:lnTo>
                    <a:pt x="1443321" y="324107"/>
                  </a:lnTo>
                  <a:lnTo>
                    <a:pt x="1441524" y="325094"/>
                  </a:lnTo>
                  <a:lnTo>
                    <a:pt x="1440007" y="326912"/>
                  </a:lnTo>
                  <a:lnTo>
                    <a:pt x="1446234" y="328063"/>
                  </a:lnTo>
                  <a:lnTo>
                    <a:pt x="1448808" y="327422"/>
                  </a:lnTo>
                  <a:lnTo>
                    <a:pt x="1452914" y="325475"/>
                  </a:lnTo>
                  <a:lnTo>
                    <a:pt x="1453882" y="327428"/>
                  </a:lnTo>
                  <a:lnTo>
                    <a:pt x="1452246" y="329373"/>
                  </a:lnTo>
                  <a:lnTo>
                    <a:pt x="1450146" y="332487"/>
                  </a:lnTo>
                  <a:lnTo>
                    <a:pt x="1445767" y="333477"/>
                  </a:lnTo>
                  <a:lnTo>
                    <a:pt x="1442478" y="333529"/>
                  </a:lnTo>
                  <a:lnTo>
                    <a:pt x="1438157" y="332412"/>
                  </a:lnTo>
                  <a:lnTo>
                    <a:pt x="1437008" y="331734"/>
                  </a:lnTo>
                  <a:lnTo>
                    <a:pt x="1435223" y="331393"/>
                  </a:lnTo>
                  <a:lnTo>
                    <a:pt x="1435340" y="333292"/>
                  </a:lnTo>
                  <a:lnTo>
                    <a:pt x="1436473" y="334605"/>
                  </a:lnTo>
                  <a:lnTo>
                    <a:pt x="1439377" y="339424"/>
                  </a:lnTo>
                  <a:lnTo>
                    <a:pt x="1439855" y="341306"/>
                  </a:lnTo>
                  <a:lnTo>
                    <a:pt x="1438968" y="343848"/>
                  </a:lnTo>
                  <a:lnTo>
                    <a:pt x="1436411" y="345726"/>
                  </a:lnTo>
                  <a:lnTo>
                    <a:pt x="1433551" y="346488"/>
                  </a:lnTo>
                  <a:lnTo>
                    <a:pt x="1431183" y="344823"/>
                  </a:lnTo>
                  <a:lnTo>
                    <a:pt x="1429456" y="340134"/>
                  </a:lnTo>
                  <a:lnTo>
                    <a:pt x="1427279" y="338766"/>
                  </a:lnTo>
                  <a:lnTo>
                    <a:pt x="1425022" y="338374"/>
                  </a:lnTo>
                  <a:lnTo>
                    <a:pt x="1423733" y="338570"/>
                  </a:lnTo>
                  <a:lnTo>
                    <a:pt x="1423857" y="340945"/>
                  </a:lnTo>
                  <a:lnTo>
                    <a:pt x="1424377" y="343455"/>
                  </a:lnTo>
                  <a:lnTo>
                    <a:pt x="1423490" y="345215"/>
                  </a:lnTo>
                  <a:lnTo>
                    <a:pt x="1421552" y="344306"/>
                  </a:lnTo>
                  <a:lnTo>
                    <a:pt x="1419093" y="345115"/>
                  </a:lnTo>
                  <a:lnTo>
                    <a:pt x="1416752" y="346494"/>
                  </a:lnTo>
                  <a:lnTo>
                    <a:pt x="1414634" y="348035"/>
                  </a:lnTo>
                  <a:lnTo>
                    <a:pt x="1418945" y="348797"/>
                  </a:lnTo>
                  <a:lnTo>
                    <a:pt x="1421797" y="348929"/>
                  </a:lnTo>
                  <a:lnTo>
                    <a:pt x="1423793" y="351293"/>
                  </a:lnTo>
                  <a:lnTo>
                    <a:pt x="1423088" y="352447"/>
                  </a:lnTo>
                  <a:lnTo>
                    <a:pt x="1419183" y="352969"/>
                  </a:lnTo>
                  <a:lnTo>
                    <a:pt x="1415453" y="353994"/>
                  </a:lnTo>
                  <a:lnTo>
                    <a:pt x="1410309" y="356556"/>
                  </a:lnTo>
                  <a:lnTo>
                    <a:pt x="1414052" y="357635"/>
                  </a:lnTo>
                  <a:lnTo>
                    <a:pt x="1417635" y="357592"/>
                  </a:lnTo>
                  <a:lnTo>
                    <a:pt x="1420116" y="357840"/>
                  </a:lnTo>
                  <a:lnTo>
                    <a:pt x="1422201" y="358310"/>
                  </a:lnTo>
                  <a:lnTo>
                    <a:pt x="1422765" y="359678"/>
                  </a:lnTo>
                  <a:lnTo>
                    <a:pt x="1421475" y="361243"/>
                  </a:lnTo>
                  <a:lnTo>
                    <a:pt x="1413075" y="365028"/>
                  </a:lnTo>
                  <a:lnTo>
                    <a:pt x="1404231" y="369715"/>
                  </a:lnTo>
                  <a:lnTo>
                    <a:pt x="1400988" y="371172"/>
                  </a:lnTo>
                  <a:lnTo>
                    <a:pt x="1397608" y="371988"/>
                  </a:lnTo>
                  <a:lnTo>
                    <a:pt x="1389760" y="376023"/>
                  </a:lnTo>
                  <a:lnTo>
                    <a:pt x="1384828" y="377846"/>
                  </a:lnTo>
                  <a:lnTo>
                    <a:pt x="1370839" y="380694"/>
                  </a:lnTo>
                  <a:lnTo>
                    <a:pt x="1349071" y="387816"/>
                  </a:lnTo>
                  <a:lnTo>
                    <a:pt x="1341625" y="392875"/>
                  </a:lnTo>
                  <a:lnTo>
                    <a:pt x="1339429" y="396791"/>
                  </a:lnTo>
                  <a:lnTo>
                    <a:pt x="1338032" y="397371"/>
                  </a:lnTo>
                  <a:lnTo>
                    <a:pt x="1333881" y="398669"/>
                  </a:lnTo>
                  <a:lnTo>
                    <a:pt x="1329685" y="399298"/>
                  </a:lnTo>
                  <a:lnTo>
                    <a:pt x="1318672" y="399694"/>
                  </a:lnTo>
                  <a:lnTo>
                    <a:pt x="1307416" y="397812"/>
                  </a:lnTo>
                  <a:lnTo>
                    <a:pt x="1298282" y="397411"/>
                  </a:lnTo>
                  <a:lnTo>
                    <a:pt x="1293309" y="398040"/>
                  </a:lnTo>
                  <a:lnTo>
                    <a:pt x="1276386" y="394632"/>
                  </a:lnTo>
                  <a:lnTo>
                    <a:pt x="1274252" y="394788"/>
                  </a:lnTo>
                  <a:lnTo>
                    <a:pt x="1271622" y="395423"/>
                  </a:lnTo>
                  <a:lnTo>
                    <a:pt x="1269525" y="395423"/>
                  </a:lnTo>
                  <a:lnTo>
                    <a:pt x="1267923" y="394947"/>
                  </a:lnTo>
                  <a:lnTo>
                    <a:pt x="1264494" y="394748"/>
                  </a:lnTo>
                  <a:lnTo>
                    <a:pt x="1252966" y="396061"/>
                  </a:lnTo>
                  <a:lnTo>
                    <a:pt x="1251784" y="398184"/>
                  </a:lnTo>
                  <a:lnTo>
                    <a:pt x="1253235" y="402092"/>
                  </a:lnTo>
                  <a:lnTo>
                    <a:pt x="1257432" y="406807"/>
                  </a:lnTo>
                  <a:lnTo>
                    <a:pt x="1264440" y="415123"/>
                  </a:lnTo>
                  <a:lnTo>
                    <a:pt x="1268234" y="416883"/>
                  </a:lnTo>
                  <a:lnTo>
                    <a:pt x="1270539" y="418774"/>
                  </a:lnTo>
                  <a:lnTo>
                    <a:pt x="1274941" y="421013"/>
                  </a:lnTo>
                  <a:lnTo>
                    <a:pt x="1284768" y="421125"/>
                  </a:lnTo>
                  <a:lnTo>
                    <a:pt x="1298203" y="422825"/>
                  </a:lnTo>
                  <a:lnTo>
                    <a:pt x="1305836" y="424441"/>
                  </a:lnTo>
                  <a:lnTo>
                    <a:pt x="1305553" y="427503"/>
                  </a:lnTo>
                  <a:lnTo>
                    <a:pt x="1300965" y="433424"/>
                  </a:lnTo>
                  <a:lnTo>
                    <a:pt x="1298120" y="435686"/>
                  </a:lnTo>
                  <a:lnTo>
                    <a:pt x="1291331" y="439781"/>
                  </a:lnTo>
                  <a:lnTo>
                    <a:pt x="1281947" y="441804"/>
                  </a:lnTo>
                  <a:lnTo>
                    <a:pt x="1274801" y="441212"/>
                  </a:lnTo>
                  <a:lnTo>
                    <a:pt x="1262134" y="437853"/>
                  </a:lnTo>
                  <a:lnTo>
                    <a:pt x="1246238" y="434786"/>
                  </a:lnTo>
                  <a:lnTo>
                    <a:pt x="1222633" y="431898"/>
                  </a:lnTo>
                  <a:lnTo>
                    <a:pt x="1217452" y="430538"/>
                  </a:lnTo>
                  <a:lnTo>
                    <a:pt x="1211389" y="429220"/>
                  </a:lnTo>
                  <a:lnTo>
                    <a:pt x="1207892" y="430570"/>
                  </a:lnTo>
                  <a:lnTo>
                    <a:pt x="1205277" y="431874"/>
                  </a:lnTo>
                  <a:lnTo>
                    <a:pt x="1199453" y="432001"/>
                  </a:lnTo>
                  <a:lnTo>
                    <a:pt x="1201159" y="433170"/>
                  </a:lnTo>
                  <a:lnTo>
                    <a:pt x="1224697" y="441108"/>
                  </a:lnTo>
                  <a:lnTo>
                    <a:pt x="1244825" y="446920"/>
                  </a:lnTo>
                  <a:lnTo>
                    <a:pt x="1247181" y="448412"/>
                  </a:lnTo>
                  <a:lnTo>
                    <a:pt x="1250011" y="449393"/>
                  </a:lnTo>
                  <a:lnTo>
                    <a:pt x="1249769" y="453107"/>
                  </a:lnTo>
                  <a:lnTo>
                    <a:pt x="1248640" y="456039"/>
                  </a:lnTo>
                  <a:lnTo>
                    <a:pt x="1244690" y="458578"/>
                  </a:lnTo>
                  <a:lnTo>
                    <a:pt x="1234423" y="458772"/>
                  </a:lnTo>
                  <a:lnTo>
                    <a:pt x="1221566" y="460800"/>
                  </a:lnTo>
                  <a:lnTo>
                    <a:pt x="1215159" y="460861"/>
                  </a:lnTo>
                  <a:lnTo>
                    <a:pt x="1208772" y="458838"/>
                  </a:lnTo>
                  <a:lnTo>
                    <a:pt x="1195208" y="453069"/>
                  </a:lnTo>
                  <a:lnTo>
                    <a:pt x="1186931" y="448735"/>
                  </a:lnTo>
                  <a:lnTo>
                    <a:pt x="1181154" y="443838"/>
                  </a:lnTo>
                  <a:lnTo>
                    <a:pt x="1177137" y="439937"/>
                  </a:lnTo>
                  <a:lnTo>
                    <a:pt x="1172665" y="436064"/>
                  </a:lnTo>
                  <a:lnTo>
                    <a:pt x="1172993" y="438508"/>
                  </a:lnTo>
                  <a:lnTo>
                    <a:pt x="1173778" y="440924"/>
                  </a:lnTo>
                  <a:lnTo>
                    <a:pt x="1175965" y="443879"/>
                  </a:lnTo>
                  <a:lnTo>
                    <a:pt x="1179162" y="447099"/>
                  </a:lnTo>
                  <a:lnTo>
                    <a:pt x="1179393" y="448415"/>
                  </a:lnTo>
                  <a:lnTo>
                    <a:pt x="1177833" y="448594"/>
                  </a:lnTo>
                  <a:lnTo>
                    <a:pt x="1175524" y="447047"/>
                  </a:lnTo>
                  <a:lnTo>
                    <a:pt x="1173556" y="448490"/>
                  </a:lnTo>
                  <a:lnTo>
                    <a:pt x="1172864" y="450175"/>
                  </a:lnTo>
                  <a:lnTo>
                    <a:pt x="1173669" y="452426"/>
                  </a:lnTo>
                  <a:lnTo>
                    <a:pt x="1174906" y="454605"/>
                  </a:lnTo>
                  <a:lnTo>
                    <a:pt x="1178990" y="459426"/>
                  </a:lnTo>
                  <a:lnTo>
                    <a:pt x="1182516" y="460682"/>
                  </a:lnTo>
                  <a:lnTo>
                    <a:pt x="1187166" y="463625"/>
                  </a:lnTo>
                  <a:lnTo>
                    <a:pt x="1198479" y="469047"/>
                  </a:lnTo>
                  <a:lnTo>
                    <a:pt x="1200404" y="470911"/>
                  </a:lnTo>
                  <a:lnTo>
                    <a:pt x="1203826" y="474899"/>
                  </a:lnTo>
                  <a:lnTo>
                    <a:pt x="1204545" y="477929"/>
                  </a:lnTo>
                  <a:lnTo>
                    <a:pt x="1207850" y="480928"/>
                  </a:lnTo>
                  <a:lnTo>
                    <a:pt x="1210131" y="481381"/>
                  </a:lnTo>
                  <a:lnTo>
                    <a:pt x="1212203" y="481251"/>
                  </a:lnTo>
                  <a:lnTo>
                    <a:pt x="1212886" y="478691"/>
                  </a:lnTo>
                  <a:lnTo>
                    <a:pt x="1212767" y="475583"/>
                  </a:lnTo>
                  <a:lnTo>
                    <a:pt x="1213654" y="474801"/>
                  </a:lnTo>
                  <a:lnTo>
                    <a:pt x="1216879" y="474019"/>
                  </a:lnTo>
                  <a:lnTo>
                    <a:pt x="1225355" y="475093"/>
                  </a:lnTo>
                  <a:lnTo>
                    <a:pt x="1261387" y="475722"/>
                  </a:lnTo>
                  <a:lnTo>
                    <a:pt x="1264817" y="477540"/>
                  </a:lnTo>
                  <a:lnTo>
                    <a:pt x="1266188" y="479843"/>
                  </a:lnTo>
                  <a:lnTo>
                    <a:pt x="1267085" y="484627"/>
                  </a:lnTo>
                  <a:lnTo>
                    <a:pt x="1263278" y="490355"/>
                  </a:lnTo>
                  <a:lnTo>
                    <a:pt x="1260671" y="492796"/>
                  </a:lnTo>
                  <a:lnTo>
                    <a:pt x="1256452" y="494326"/>
                  </a:lnTo>
                  <a:lnTo>
                    <a:pt x="1252574" y="495474"/>
                  </a:lnTo>
                  <a:lnTo>
                    <a:pt x="1246729" y="495930"/>
                  </a:lnTo>
                  <a:lnTo>
                    <a:pt x="1234659" y="495512"/>
                  </a:lnTo>
                  <a:lnTo>
                    <a:pt x="1222860" y="495555"/>
                  </a:lnTo>
                  <a:lnTo>
                    <a:pt x="1232040" y="498296"/>
                  </a:lnTo>
                  <a:lnTo>
                    <a:pt x="1240949" y="500576"/>
                  </a:lnTo>
                  <a:lnTo>
                    <a:pt x="1253327" y="500166"/>
                  </a:lnTo>
                  <a:lnTo>
                    <a:pt x="1258242" y="499526"/>
                  </a:lnTo>
                  <a:lnTo>
                    <a:pt x="1262506" y="498452"/>
                  </a:lnTo>
                  <a:lnTo>
                    <a:pt x="1264306" y="500377"/>
                  </a:lnTo>
                  <a:lnTo>
                    <a:pt x="1267645" y="504365"/>
                  </a:lnTo>
                  <a:lnTo>
                    <a:pt x="1269634" y="505640"/>
                  </a:lnTo>
                  <a:lnTo>
                    <a:pt x="1271016" y="506956"/>
                  </a:lnTo>
                  <a:lnTo>
                    <a:pt x="1272893" y="511334"/>
                  </a:lnTo>
                  <a:lnTo>
                    <a:pt x="1273630" y="513893"/>
                  </a:lnTo>
                  <a:lnTo>
                    <a:pt x="1275457" y="516891"/>
                  </a:lnTo>
                  <a:lnTo>
                    <a:pt x="1276774" y="519364"/>
                  </a:lnTo>
                  <a:lnTo>
                    <a:pt x="1278736" y="521061"/>
                  </a:lnTo>
                  <a:lnTo>
                    <a:pt x="1282014" y="521843"/>
                  </a:lnTo>
                  <a:lnTo>
                    <a:pt x="1285615" y="520409"/>
                  </a:lnTo>
                  <a:lnTo>
                    <a:pt x="1292602" y="519757"/>
                  </a:lnTo>
                  <a:lnTo>
                    <a:pt x="1299359" y="522054"/>
                  </a:lnTo>
                  <a:lnTo>
                    <a:pt x="1303672" y="522752"/>
                  </a:lnTo>
                  <a:lnTo>
                    <a:pt x="1309476" y="520856"/>
                  </a:lnTo>
                  <a:lnTo>
                    <a:pt x="1314103" y="518219"/>
                  </a:lnTo>
                  <a:lnTo>
                    <a:pt x="1323774" y="515806"/>
                  </a:lnTo>
                  <a:lnTo>
                    <a:pt x="1325595" y="514759"/>
                  </a:lnTo>
                  <a:lnTo>
                    <a:pt x="1328190" y="513939"/>
                  </a:lnTo>
                  <a:lnTo>
                    <a:pt x="1332210" y="514153"/>
                  </a:lnTo>
                  <a:lnTo>
                    <a:pt x="1333767" y="514753"/>
                  </a:lnTo>
                  <a:lnTo>
                    <a:pt x="1335810" y="517379"/>
                  </a:lnTo>
                  <a:lnTo>
                    <a:pt x="1337679" y="520960"/>
                  </a:lnTo>
                  <a:lnTo>
                    <a:pt x="1340441" y="522766"/>
                  </a:lnTo>
                  <a:lnTo>
                    <a:pt x="1343368" y="524059"/>
                  </a:lnTo>
                  <a:lnTo>
                    <a:pt x="1345054" y="524186"/>
                  </a:lnTo>
                  <a:lnTo>
                    <a:pt x="1350567" y="525341"/>
                  </a:lnTo>
                  <a:lnTo>
                    <a:pt x="1357779" y="524250"/>
                  </a:lnTo>
                  <a:lnTo>
                    <a:pt x="1360988" y="525318"/>
                  </a:lnTo>
                  <a:lnTo>
                    <a:pt x="1361499" y="527378"/>
                  </a:lnTo>
                  <a:lnTo>
                    <a:pt x="1363215" y="529049"/>
                  </a:lnTo>
                  <a:lnTo>
                    <a:pt x="1365389" y="529577"/>
                  </a:lnTo>
                  <a:lnTo>
                    <a:pt x="1394537" y="538805"/>
                  </a:lnTo>
                  <a:lnTo>
                    <a:pt x="1404574" y="540612"/>
                  </a:lnTo>
                  <a:lnTo>
                    <a:pt x="1420081" y="541543"/>
                  </a:lnTo>
                  <a:lnTo>
                    <a:pt x="1432116" y="541647"/>
                  </a:lnTo>
                  <a:lnTo>
                    <a:pt x="1433780" y="542236"/>
                  </a:lnTo>
                  <a:lnTo>
                    <a:pt x="1436075" y="543994"/>
                  </a:lnTo>
                  <a:lnTo>
                    <a:pt x="1431487" y="545240"/>
                  </a:lnTo>
                  <a:lnTo>
                    <a:pt x="1426563" y="545407"/>
                  </a:lnTo>
                  <a:lnTo>
                    <a:pt x="1419152" y="544911"/>
                  </a:lnTo>
                  <a:lnTo>
                    <a:pt x="1416536" y="545174"/>
                  </a:lnTo>
                  <a:lnTo>
                    <a:pt x="1410881" y="544692"/>
                  </a:lnTo>
                  <a:lnTo>
                    <a:pt x="1407919" y="545044"/>
                  </a:lnTo>
                  <a:lnTo>
                    <a:pt x="1405233" y="544472"/>
                  </a:lnTo>
                  <a:lnTo>
                    <a:pt x="1401266" y="545777"/>
                  </a:lnTo>
                  <a:lnTo>
                    <a:pt x="1393976" y="546746"/>
                  </a:lnTo>
                  <a:lnTo>
                    <a:pt x="1395599" y="548097"/>
                  </a:lnTo>
                  <a:lnTo>
                    <a:pt x="1398314" y="548411"/>
                  </a:lnTo>
                  <a:lnTo>
                    <a:pt x="1403838" y="548916"/>
                  </a:lnTo>
                  <a:lnTo>
                    <a:pt x="1411398" y="548683"/>
                  </a:lnTo>
                  <a:lnTo>
                    <a:pt x="1412045" y="550884"/>
                  </a:lnTo>
                  <a:lnTo>
                    <a:pt x="1405110" y="551421"/>
                  </a:lnTo>
                  <a:lnTo>
                    <a:pt x="1390363" y="551857"/>
                  </a:lnTo>
                  <a:lnTo>
                    <a:pt x="1388826" y="552200"/>
                  </a:lnTo>
                  <a:lnTo>
                    <a:pt x="1387711" y="553369"/>
                  </a:lnTo>
                  <a:lnTo>
                    <a:pt x="1389914" y="553888"/>
                  </a:lnTo>
                  <a:lnTo>
                    <a:pt x="1391245" y="554546"/>
                  </a:lnTo>
                  <a:lnTo>
                    <a:pt x="1391942" y="556090"/>
                  </a:lnTo>
                  <a:lnTo>
                    <a:pt x="1390400" y="560159"/>
                  </a:lnTo>
                  <a:lnTo>
                    <a:pt x="1392828" y="562995"/>
                  </a:lnTo>
                  <a:lnTo>
                    <a:pt x="1394559" y="563443"/>
                  </a:lnTo>
                  <a:lnTo>
                    <a:pt x="1396357" y="563030"/>
                  </a:lnTo>
                  <a:lnTo>
                    <a:pt x="1399456" y="564150"/>
                  </a:lnTo>
                  <a:lnTo>
                    <a:pt x="1402509" y="565694"/>
                  </a:lnTo>
                  <a:lnTo>
                    <a:pt x="1408883" y="565809"/>
                  </a:lnTo>
                  <a:lnTo>
                    <a:pt x="1416485" y="563737"/>
                  </a:lnTo>
                  <a:lnTo>
                    <a:pt x="1420220" y="563812"/>
                  </a:lnTo>
                  <a:lnTo>
                    <a:pt x="1430226" y="562519"/>
                  </a:lnTo>
                  <a:lnTo>
                    <a:pt x="1439289" y="562756"/>
                  </a:lnTo>
                  <a:lnTo>
                    <a:pt x="1451995" y="560263"/>
                  </a:lnTo>
                  <a:lnTo>
                    <a:pt x="1454091" y="560318"/>
                  </a:lnTo>
                  <a:lnTo>
                    <a:pt x="1456033" y="560652"/>
                  </a:lnTo>
                  <a:lnTo>
                    <a:pt x="1452506" y="562894"/>
                  </a:lnTo>
                  <a:lnTo>
                    <a:pt x="1436939" y="568533"/>
                  </a:lnTo>
                  <a:lnTo>
                    <a:pt x="1431351" y="569618"/>
                  </a:lnTo>
                  <a:lnTo>
                    <a:pt x="1429125" y="570328"/>
                  </a:lnTo>
                  <a:lnTo>
                    <a:pt x="1430402" y="573086"/>
                  </a:lnTo>
                  <a:lnTo>
                    <a:pt x="1432417" y="575967"/>
                  </a:lnTo>
                  <a:lnTo>
                    <a:pt x="1436523" y="579045"/>
                  </a:lnTo>
                  <a:lnTo>
                    <a:pt x="1439102" y="583605"/>
                  </a:lnTo>
                  <a:lnTo>
                    <a:pt x="1441638" y="584589"/>
                  </a:lnTo>
                  <a:lnTo>
                    <a:pt x="1446465" y="582496"/>
                  </a:lnTo>
                  <a:lnTo>
                    <a:pt x="1447616" y="584052"/>
                  </a:lnTo>
                  <a:lnTo>
                    <a:pt x="1447836" y="587189"/>
                  </a:lnTo>
                  <a:lnTo>
                    <a:pt x="1446582" y="589737"/>
                  </a:lnTo>
                  <a:lnTo>
                    <a:pt x="1444960" y="591162"/>
                  </a:lnTo>
                  <a:lnTo>
                    <a:pt x="1443812" y="592550"/>
                  </a:lnTo>
                  <a:lnTo>
                    <a:pt x="1443089" y="594377"/>
                  </a:lnTo>
                  <a:lnTo>
                    <a:pt x="1445095" y="595984"/>
                  </a:lnTo>
                  <a:lnTo>
                    <a:pt x="1450483" y="596928"/>
                  </a:lnTo>
                  <a:lnTo>
                    <a:pt x="1457627" y="597317"/>
                  </a:lnTo>
                  <a:lnTo>
                    <a:pt x="1464247" y="597366"/>
                  </a:lnTo>
                  <a:lnTo>
                    <a:pt x="1468364" y="597840"/>
                  </a:lnTo>
                  <a:lnTo>
                    <a:pt x="1483306" y="587861"/>
                  </a:lnTo>
                  <a:lnTo>
                    <a:pt x="1489304" y="583071"/>
                  </a:lnTo>
                  <a:lnTo>
                    <a:pt x="1492237" y="581051"/>
                  </a:lnTo>
                  <a:lnTo>
                    <a:pt x="1494717" y="579573"/>
                  </a:lnTo>
                  <a:lnTo>
                    <a:pt x="1507340" y="573462"/>
                  </a:lnTo>
                  <a:lnTo>
                    <a:pt x="1510299" y="571595"/>
                  </a:lnTo>
                  <a:lnTo>
                    <a:pt x="1513643" y="568882"/>
                  </a:lnTo>
                  <a:lnTo>
                    <a:pt x="1519810" y="568481"/>
                  </a:lnTo>
                  <a:lnTo>
                    <a:pt x="1528262" y="564089"/>
                  </a:lnTo>
                  <a:lnTo>
                    <a:pt x="1535758" y="560673"/>
                  </a:lnTo>
                  <a:lnTo>
                    <a:pt x="1538762" y="560018"/>
                  </a:lnTo>
                  <a:lnTo>
                    <a:pt x="1540980" y="559752"/>
                  </a:lnTo>
                  <a:lnTo>
                    <a:pt x="1543643" y="559016"/>
                  </a:lnTo>
                  <a:lnTo>
                    <a:pt x="1550227" y="559284"/>
                  </a:lnTo>
                  <a:lnTo>
                    <a:pt x="1554906" y="558730"/>
                  </a:lnTo>
                  <a:lnTo>
                    <a:pt x="1563245" y="556563"/>
                  </a:lnTo>
                  <a:lnTo>
                    <a:pt x="1569595" y="555195"/>
                  </a:lnTo>
                  <a:lnTo>
                    <a:pt x="1576379" y="554021"/>
                  </a:lnTo>
                  <a:lnTo>
                    <a:pt x="1583981" y="553790"/>
                  </a:lnTo>
                  <a:lnTo>
                    <a:pt x="1604315" y="551563"/>
                  </a:lnTo>
                  <a:lnTo>
                    <a:pt x="1610091" y="552535"/>
                  </a:lnTo>
                  <a:lnTo>
                    <a:pt x="1616508" y="554864"/>
                  </a:lnTo>
                  <a:lnTo>
                    <a:pt x="1620657" y="554841"/>
                  </a:lnTo>
                  <a:lnTo>
                    <a:pt x="1626180" y="554131"/>
                  </a:lnTo>
                  <a:lnTo>
                    <a:pt x="1629941" y="553178"/>
                  </a:lnTo>
                  <a:lnTo>
                    <a:pt x="1631634" y="555914"/>
                  </a:lnTo>
                  <a:lnTo>
                    <a:pt x="1632521" y="559435"/>
                  </a:lnTo>
                  <a:lnTo>
                    <a:pt x="1630667" y="562756"/>
                  </a:lnTo>
                  <a:lnTo>
                    <a:pt x="1627622" y="564787"/>
                  </a:lnTo>
                  <a:lnTo>
                    <a:pt x="1626788" y="568178"/>
                  </a:lnTo>
                  <a:lnTo>
                    <a:pt x="1630950" y="569863"/>
                  </a:lnTo>
                  <a:lnTo>
                    <a:pt x="1635663" y="569370"/>
                  </a:lnTo>
                  <a:lnTo>
                    <a:pt x="1644740" y="567687"/>
                  </a:lnTo>
                  <a:lnTo>
                    <a:pt x="1651917" y="565558"/>
                  </a:lnTo>
                  <a:lnTo>
                    <a:pt x="1653904" y="564135"/>
                  </a:lnTo>
                  <a:lnTo>
                    <a:pt x="1656678" y="564539"/>
                  </a:lnTo>
                  <a:lnTo>
                    <a:pt x="1661490" y="562727"/>
                  </a:lnTo>
                  <a:lnTo>
                    <a:pt x="1667450" y="555253"/>
                  </a:lnTo>
                  <a:lnTo>
                    <a:pt x="1674955" y="547701"/>
                  </a:lnTo>
                  <a:lnTo>
                    <a:pt x="1681271" y="542862"/>
                  </a:lnTo>
                  <a:lnTo>
                    <a:pt x="1685350" y="537244"/>
                  </a:lnTo>
                  <a:lnTo>
                    <a:pt x="1688735" y="533995"/>
                  </a:lnTo>
                  <a:lnTo>
                    <a:pt x="1692488" y="531545"/>
                  </a:lnTo>
                  <a:lnTo>
                    <a:pt x="1695064" y="530289"/>
                  </a:lnTo>
                  <a:lnTo>
                    <a:pt x="1700837" y="530076"/>
                  </a:lnTo>
                  <a:lnTo>
                    <a:pt x="1709106" y="526143"/>
                  </a:lnTo>
                  <a:lnTo>
                    <a:pt x="1721179" y="521719"/>
                  </a:lnTo>
                  <a:lnTo>
                    <a:pt x="1730451" y="523846"/>
                  </a:lnTo>
                  <a:lnTo>
                    <a:pt x="1740221" y="527083"/>
                  </a:lnTo>
                  <a:lnTo>
                    <a:pt x="1745057" y="524449"/>
                  </a:lnTo>
                  <a:lnTo>
                    <a:pt x="1748871" y="524002"/>
                  </a:lnTo>
                  <a:lnTo>
                    <a:pt x="1752107" y="522847"/>
                  </a:lnTo>
                  <a:lnTo>
                    <a:pt x="1755375" y="521973"/>
                  </a:lnTo>
                  <a:lnTo>
                    <a:pt x="1757690" y="519662"/>
                  </a:lnTo>
                  <a:lnTo>
                    <a:pt x="1760801" y="517682"/>
                  </a:lnTo>
                  <a:lnTo>
                    <a:pt x="1763160" y="514874"/>
                  </a:lnTo>
                  <a:lnTo>
                    <a:pt x="1775068" y="513478"/>
                  </a:lnTo>
                  <a:lnTo>
                    <a:pt x="1787514" y="511616"/>
                  </a:lnTo>
                  <a:lnTo>
                    <a:pt x="1789188" y="510973"/>
                  </a:lnTo>
                  <a:lnTo>
                    <a:pt x="1790822" y="511357"/>
                  </a:lnTo>
                  <a:lnTo>
                    <a:pt x="1795101" y="510832"/>
                  </a:lnTo>
                  <a:lnTo>
                    <a:pt x="1800591" y="509262"/>
                  </a:lnTo>
                  <a:lnTo>
                    <a:pt x="1808165" y="508786"/>
                  </a:lnTo>
                  <a:lnTo>
                    <a:pt x="1812091" y="508947"/>
                  </a:lnTo>
                  <a:lnTo>
                    <a:pt x="1815706" y="504751"/>
                  </a:lnTo>
                  <a:lnTo>
                    <a:pt x="1822898" y="503912"/>
                  </a:lnTo>
                  <a:lnTo>
                    <a:pt x="1830551" y="502247"/>
                  </a:lnTo>
                  <a:lnTo>
                    <a:pt x="1833791" y="501020"/>
                  </a:lnTo>
                  <a:lnTo>
                    <a:pt x="1836258" y="500732"/>
                  </a:lnTo>
                  <a:lnTo>
                    <a:pt x="1898276" y="497477"/>
                  </a:lnTo>
                  <a:lnTo>
                    <a:pt x="1900963" y="495913"/>
                  </a:lnTo>
                  <a:lnTo>
                    <a:pt x="1906391" y="494608"/>
                  </a:lnTo>
                  <a:lnTo>
                    <a:pt x="1908434" y="491480"/>
                  </a:lnTo>
                  <a:lnTo>
                    <a:pt x="1900129" y="490176"/>
                  </a:lnTo>
                  <a:lnTo>
                    <a:pt x="1897550" y="488875"/>
                  </a:lnTo>
                  <a:lnTo>
                    <a:pt x="1894698" y="488494"/>
                  </a:lnTo>
                  <a:lnTo>
                    <a:pt x="1893034" y="488987"/>
                  </a:lnTo>
                  <a:lnTo>
                    <a:pt x="1885865" y="488629"/>
                  </a:lnTo>
                  <a:lnTo>
                    <a:pt x="1828699" y="483799"/>
                  </a:lnTo>
                  <a:lnTo>
                    <a:pt x="1827483" y="483395"/>
                  </a:lnTo>
                  <a:lnTo>
                    <a:pt x="1825507" y="480437"/>
                  </a:lnTo>
                  <a:lnTo>
                    <a:pt x="1825913" y="475090"/>
                  </a:lnTo>
                  <a:lnTo>
                    <a:pt x="1824231" y="470917"/>
                  </a:lnTo>
                  <a:lnTo>
                    <a:pt x="1820218" y="469766"/>
                  </a:lnTo>
                  <a:lnTo>
                    <a:pt x="1816075" y="469878"/>
                  </a:lnTo>
                  <a:lnTo>
                    <a:pt x="1810864" y="470389"/>
                  </a:lnTo>
                  <a:lnTo>
                    <a:pt x="1797104" y="472663"/>
                  </a:lnTo>
                  <a:lnTo>
                    <a:pt x="1791590" y="472859"/>
                  </a:lnTo>
                  <a:lnTo>
                    <a:pt x="1776927" y="469356"/>
                  </a:lnTo>
                  <a:lnTo>
                    <a:pt x="1767207" y="465434"/>
                  </a:lnTo>
                  <a:lnTo>
                    <a:pt x="1760857" y="464119"/>
                  </a:lnTo>
                  <a:lnTo>
                    <a:pt x="1756298" y="461476"/>
                  </a:lnTo>
                  <a:lnTo>
                    <a:pt x="1752044" y="459426"/>
                  </a:lnTo>
                  <a:lnTo>
                    <a:pt x="1751721" y="454737"/>
                  </a:lnTo>
                  <a:lnTo>
                    <a:pt x="1752754" y="450389"/>
                  </a:lnTo>
                  <a:lnTo>
                    <a:pt x="1760939" y="437767"/>
                  </a:lnTo>
                  <a:lnTo>
                    <a:pt x="1766078" y="431736"/>
                  </a:lnTo>
                  <a:lnTo>
                    <a:pt x="1769481" y="431248"/>
                  </a:lnTo>
                  <a:lnTo>
                    <a:pt x="1772612" y="428527"/>
                  </a:lnTo>
                  <a:lnTo>
                    <a:pt x="1775796" y="422421"/>
                  </a:lnTo>
                  <a:lnTo>
                    <a:pt x="1778409" y="419570"/>
                  </a:lnTo>
                  <a:lnTo>
                    <a:pt x="1784315" y="416197"/>
                  </a:lnTo>
                  <a:lnTo>
                    <a:pt x="1786928" y="415323"/>
                  </a:lnTo>
                  <a:lnTo>
                    <a:pt x="1796223" y="411161"/>
                  </a:lnTo>
                  <a:lnTo>
                    <a:pt x="1798768" y="411026"/>
                  </a:lnTo>
                  <a:lnTo>
                    <a:pt x="1802935" y="411724"/>
                  </a:lnTo>
                  <a:lnTo>
                    <a:pt x="1807658" y="407978"/>
                  </a:lnTo>
                  <a:lnTo>
                    <a:pt x="1822119" y="399976"/>
                  </a:lnTo>
                  <a:lnTo>
                    <a:pt x="1825376" y="396964"/>
                  </a:lnTo>
                  <a:lnTo>
                    <a:pt x="1829403" y="395120"/>
                  </a:lnTo>
                  <a:lnTo>
                    <a:pt x="1841077" y="388394"/>
                  </a:lnTo>
                  <a:lnTo>
                    <a:pt x="1851488" y="385069"/>
                  </a:lnTo>
                  <a:lnTo>
                    <a:pt x="1856684" y="384140"/>
                  </a:lnTo>
                  <a:lnTo>
                    <a:pt x="1863004" y="382100"/>
                  </a:lnTo>
                  <a:lnTo>
                    <a:pt x="1870005" y="379067"/>
                  </a:lnTo>
                  <a:lnTo>
                    <a:pt x="1876107" y="376187"/>
                  </a:lnTo>
                  <a:lnTo>
                    <a:pt x="1897919" y="370566"/>
                  </a:lnTo>
                  <a:lnTo>
                    <a:pt x="1910988" y="369109"/>
                  </a:lnTo>
                  <a:lnTo>
                    <a:pt x="1919906" y="367435"/>
                  </a:lnTo>
                  <a:lnTo>
                    <a:pt x="1926212" y="368413"/>
                  </a:lnTo>
                  <a:lnTo>
                    <a:pt x="1932480" y="368087"/>
                  </a:lnTo>
                  <a:lnTo>
                    <a:pt x="1937900" y="366647"/>
                  </a:lnTo>
                  <a:lnTo>
                    <a:pt x="1940407" y="365453"/>
                  </a:lnTo>
                  <a:lnTo>
                    <a:pt x="1944012" y="362440"/>
                  </a:lnTo>
                  <a:lnTo>
                    <a:pt x="1956132" y="363857"/>
                  </a:lnTo>
                  <a:lnTo>
                    <a:pt x="1963958" y="361796"/>
                  </a:lnTo>
                  <a:lnTo>
                    <a:pt x="1967197" y="361571"/>
                  </a:lnTo>
                  <a:lnTo>
                    <a:pt x="1970616" y="360648"/>
                  </a:lnTo>
                  <a:lnTo>
                    <a:pt x="1969269" y="359618"/>
                  </a:lnTo>
                  <a:lnTo>
                    <a:pt x="1968028" y="359424"/>
                  </a:lnTo>
                  <a:lnTo>
                    <a:pt x="1966805" y="358019"/>
                  </a:lnTo>
                  <a:lnTo>
                    <a:pt x="1965197" y="355055"/>
                  </a:lnTo>
                  <a:lnTo>
                    <a:pt x="1966805" y="351310"/>
                  </a:lnTo>
                  <a:lnTo>
                    <a:pt x="1968028" y="349437"/>
                  </a:lnTo>
                  <a:lnTo>
                    <a:pt x="1971632" y="347149"/>
                  </a:lnTo>
                  <a:lnTo>
                    <a:pt x="1973496" y="343853"/>
                  </a:lnTo>
                  <a:lnTo>
                    <a:pt x="1975270" y="339014"/>
                  </a:lnTo>
                  <a:lnTo>
                    <a:pt x="1981204" y="329555"/>
                  </a:lnTo>
                  <a:lnTo>
                    <a:pt x="1982871" y="328219"/>
                  </a:lnTo>
                  <a:lnTo>
                    <a:pt x="1986646" y="327803"/>
                  </a:lnTo>
                  <a:lnTo>
                    <a:pt x="1989841" y="328034"/>
                  </a:lnTo>
                  <a:lnTo>
                    <a:pt x="1993468" y="327925"/>
                  </a:lnTo>
                  <a:lnTo>
                    <a:pt x="2002694" y="330389"/>
                  </a:lnTo>
                  <a:lnTo>
                    <a:pt x="2004415" y="329451"/>
                  </a:lnTo>
                  <a:lnTo>
                    <a:pt x="2007359" y="326652"/>
                  </a:lnTo>
                  <a:lnTo>
                    <a:pt x="2009803" y="323178"/>
                  </a:lnTo>
                  <a:lnTo>
                    <a:pt x="2015046" y="318024"/>
                  </a:lnTo>
                  <a:lnTo>
                    <a:pt x="2016084" y="316506"/>
                  </a:lnTo>
                  <a:lnTo>
                    <a:pt x="2015625" y="313972"/>
                  </a:lnTo>
                  <a:lnTo>
                    <a:pt x="2007726" y="315069"/>
                  </a:lnTo>
                  <a:lnTo>
                    <a:pt x="2001764" y="316746"/>
                  </a:lnTo>
                  <a:lnTo>
                    <a:pt x="1996020" y="315863"/>
                  </a:lnTo>
                  <a:lnTo>
                    <a:pt x="1995267" y="314423"/>
                  </a:lnTo>
                  <a:lnTo>
                    <a:pt x="1996498" y="313338"/>
                  </a:lnTo>
                  <a:lnTo>
                    <a:pt x="1998664" y="312914"/>
                  </a:lnTo>
                  <a:lnTo>
                    <a:pt x="1999487" y="311191"/>
                  </a:lnTo>
                  <a:lnTo>
                    <a:pt x="1997515" y="309756"/>
                  </a:lnTo>
                  <a:lnTo>
                    <a:pt x="1993977" y="308937"/>
                  </a:lnTo>
                  <a:lnTo>
                    <a:pt x="1992379" y="307835"/>
                  </a:lnTo>
                  <a:lnTo>
                    <a:pt x="1992523" y="305232"/>
                  </a:lnTo>
                  <a:lnTo>
                    <a:pt x="1993399" y="301382"/>
                  </a:lnTo>
                  <a:lnTo>
                    <a:pt x="1995301" y="300283"/>
                  </a:lnTo>
                  <a:lnTo>
                    <a:pt x="1996886" y="298687"/>
                  </a:lnTo>
                  <a:lnTo>
                    <a:pt x="2001105" y="293300"/>
                  </a:lnTo>
                  <a:lnTo>
                    <a:pt x="2003626" y="291664"/>
                  </a:lnTo>
                  <a:lnTo>
                    <a:pt x="2010804" y="290206"/>
                  </a:lnTo>
                  <a:lnTo>
                    <a:pt x="2019165" y="292440"/>
                  </a:lnTo>
                  <a:lnTo>
                    <a:pt x="2021070" y="291831"/>
                  </a:lnTo>
                  <a:lnTo>
                    <a:pt x="2023076" y="288821"/>
                  </a:lnTo>
                  <a:lnTo>
                    <a:pt x="2021026" y="284172"/>
                  </a:lnTo>
                  <a:lnTo>
                    <a:pt x="2019442" y="282438"/>
                  </a:lnTo>
                  <a:lnTo>
                    <a:pt x="2019448" y="280915"/>
                  </a:lnTo>
                  <a:lnTo>
                    <a:pt x="2023821" y="281601"/>
                  </a:lnTo>
                  <a:lnTo>
                    <a:pt x="2027917" y="282660"/>
                  </a:lnTo>
                  <a:lnTo>
                    <a:pt x="2032722" y="282453"/>
                  </a:lnTo>
                  <a:lnTo>
                    <a:pt x="2038348" y="277838"/>
                  </a:lnTo>
                  <a:lnTo>
                    <a:pt x="2046297" y="273974"/>
                  </a:lnTo>
                  <a:lnTo>
                    <a:pt x="2050165" y="272376"/>
                  </a:lnTo>
                  <a:lnTo>
                    <a:pt x="2053582" y="271456"/>
                  </a:lnTo>
                  <a:lnTo>
                    <a:pt x="2055416" y="267577"/>
                  </a:lnTo>
                  <a:lnTo>
                    <a:pt x="2058159" y="260187"/>
                  </a:lnTo>
                  <a:lnTo>
                    <a:pt x="2060149" y="256358"/>
                  </a:lnTo>
                  <a:lnTo>
                    <a:pt x="2060113" y="254006"/>
                  </a:lnTo>
                  <a:lnTo>
                    <a:pt x="2059526" y="252101"/>
                  </a:lnTo>
                  <a:lnTo>
                    <a:pt x="2057453" y="252661"/>
                  </a:lnTo>
                  <a:lnTo>
                    <a:pt x="2055580" y="252918"/>
                  </a:lnTo>
                  <a:lnTo>
                    <a:pt x="2051146" y="250962"/>
                  </a:lnTo>
                  <a:lnTo>
                    <a:pt x="2045645" y="247839"/>
                  </a:lnTo>
                  <a:lnTo>
                    <a:pt x="2043984" y="244336"/>
                  </a:lnTo>
                  <a:lnTo>
                    <a:pt x="2043170" y="241223"/>
                  </a:lnTo>
                  <a:lnTo>
                    <a:pt x="2044919" y="239523"/>
                  </a:lnTo>
                  <a:lnTo>
                    <a:pt x="2046553" y="238478"/>
                  </a:lnTo>
                  <a:lnTo>
                    <a:pt x="2048352" y="238236"/>
                  </a:lnTo>
                  <a:lnTo>
                    <a:pt x="2051558" y="239494"/>
                  </a:lnTo>
                  <a:lnTo>
                    <a:pt x="2055640" y="242700"/>
                  </a:lnTo>
                  <a:lnTo>
                    <a:pt x="2057687" y="243924"/>
                  </a:lnTo>
                  <a:lnTo>
                    <a:pt x="2060006" y="246255"/>
                  </a:lnTo>
                  <a:lnTo>
                    <a:pt x="2061766" y="246056"/>
                  </a:lnTo>
                  <a:lnTo>
                    <a:pt x="2063789" y="242787"/>
                  </a:lnTo>
                  <a:lnTo>
                    <a:pt x="2065488" y="238438"/>
                  </a:lnTo>
                  <a:lnTo>
                    <a:pt x="2066870" y="237102"/>
                  </a:lnTo>
                  <a:lnTo>
                    <a:pt x="2069016" y="235645"/>
                  </a:lnTo>
                  <a:lnTo>
                    <a:pt x="2071418" y="233567"/>
                  </a:lnTo>
                  <a:lnTo>
                    <a:pt x="2070335" y="231506"/>
                  </a:lnTo>
                  <a:lnTo>
                    <a:pt x="2067792" y="230416"/>
                  </a:lnTo>
                  <a:lnTo>
                    <a:pt x="2067439" y="229186"/>
                  </a:lnTo>
                  <a:lnTo>
                    <a:pt x="2068528" y="227807"/>
                  </a:lnTo>
                  <a:lnTo>
                    <a:pt x="2070623" y="227530"/>
                  </a:lnTo>
                  <a:lnTo>
                    <a:pt x="2073191" y="230514"/>
                  </a:lnTo>
                  <a:lnTo>
                    <a:pt x="2076708" y="232522"/>
                  </a:lnTo>
                  <a:lnTo>
                    <a:pt x="2079110" y="233180"/>
                  </a:lnTo>
                  <a:lnTo>
                    <a:pt x="2081202" y="234848"/>
                  </a:lnTo>
                  <a:lnTo>
                    <a:pt x="2084428" y="240383"/>
                  </a:lnTo>
                  <a:lnTo>
                    <a:pt x="2088321" y="249585"/>
                  </a:lnTo>
                  <a:lnTo>
                    <a:pt x="2090135" y="249646"/>
                  </a:lnTo>
                  <a:lnTo>
                    <a:pt x="2093562" y="248826"/>
                  </a:lnTo>
                  <a:lnTo>
                    <a:pt x="2097226" y="248480"/>
                  </a:lnTo>
                  <a:lnTo>
                    <a:pt x="2099689" y="245854"/>
                  </a:lnTo>
                  <a:lnTo>
                    <a:pt x="2100234" y="239289"/>
                  </a:lnTo>
                  <a:lnTo>
                    <a:pt x="2101195" y="236317"/>
                  </a:lnTo>
                  <a:lnTo>
                    <a:pt x="2100856" y="233296"/>
                  </a:lnTo>
                  <a:lnTo>
                    <a:pt x="2099163" y="230214"/>
                  </a:lnTo>
                  <a:lnTo>
                    <a:pt x="2097742" y="227943"/>
                  </a:lnTo>
                  <a:lnTo>
                    <a:pt x="2097968" y="226295"/>
                  </a:lnTo>
                  <a:lnTo>
                    <a:pt x="2099214" y="225060"/>
                  </a:lnTo>
                  <a:lnTo>
                    <a:pt x="2100834" y="224653"/>
                  </a:lnTo>
                  <a:lnTo>
                    <a:pt x="2103657" y="223409"/>
                  </a:lnTo>
                  <a:lnTo>
                    <a:pt x="2108002" y="224835"/>
                  </a:lnTo>
                  <a:lnTo>
                    <a:pt x="2110360" y="225112"/>
                  </a:lnTo>
                  <a:lnTo>
                    <a:pt x="2113902" y="224295"/>
                  </a:lnTo>
                  <a:lnTo>
                    <a:pt x="2117586" y="222489"/>
                  </a:lnTo>
                  <a:lnTo>
                    <a:pt x="2121351" y="221216"/>
                  </a:lnTo>
                  <a:lnTo>
                    <a:pt x="2124295" y="222180"/>
                  </a:lnTo>
                  <a:lnTo>
                    <a:pt x="2125597" y="225472"/>
                  </a:lnTo>
                  <a:lnTo>
                    <a:pt x="2124125" y="228768"/>
                  </a:lnTo>
                  <a:lnTo>
                    <a:pt x="2121747" y="231238"/>
                  </a:lnTo>
                  <a:lnTo>
                    <a:pt x="2119596" y="234260"/>
                  </a:lnTo>
                  <a:lnTo>
                    <a:pt x="2119030" y="237555"/>
                  </a:lnTo>
                  <a:lnTo>
                    <a:pt x="2119143" y="239338"/>
                  </a:lnTo>
                  <a:lnTo>
                    <a:pt x="2121183" y="239800"/>
                  </a:lnTo>
                  <a:lnTo>
                    <a:pt x="2139463" y="239390"/>
                  </a:lnTo>
                  <a:lnTo>
                    <a:pt x="2141863" y="239708"/>
                  </a:lnTo>
                  <a:lnTo>
                    <a:pt x="2145012" y="239719"/>
                  </a:lnTo>
                  <a:lnTo>
                    <a:pt x="2148445" y="240775"/>
                  </a:lnTo>
                  <a:lnTo>
                    <a:pt x="2154216" y="240357"/>
                  </a:lnTo>
                  <a:lnTo>
                    <a:pt x="2159427" y="239191"/>
                  </a:lnTo>
                  <a:lnTo>
                    <a:pt x="2161886" y="239185"/>
                  </a:lnTo>
                  <a:lnTo>
                    <a:pt x="2166139" y="240259"/>
                  </a:lnTo>
                  <a:lnTo>
                    <a:pt x="2169146" y="242512"/>
                  </a:lnTo>
                  <a:lnTo>
                    <a:pt x="2175409" y="241889"/>
                  </a:lnTo>
                  <a:lnTo>
                    <a:pt x="2177193" y="241136"/>
                  </a:lnTo>
                  <a:lnTo>
                    <a:pt x="2178874" y="238103"/>
                  </a:lnTo>
                  <a:lnTo>
                    <a:pt x="2180685" y="237555"/>
                  </a:lnTo>
                  <a:lnTo>
                    <a:pt x="2182780" y="240025"/>
                  </a:lnTo>
                  <a:lnTo>
                    <a:pt x="2183460" y="245655"/>
                  </a:lnTo>
                  <a:lnTo>
                    <a:pt x="2184437" y="248330"/>
                  </a:lnTo>
                  <a:lnTo>
                    <a:pt x="2187078" y="250765"/>
                  </a:lnTo>
                  <a:lnTo>
                    <a:pt x="2189713" y="248673"/>
                  </a:lnTo>
                  <a:lnTo>
                    <a:pt x="2191449" y="246221"/>
                  </a:lnTo>
                  <a:lnTo>
                    <a:pt x="2193698" y="243629"/>
                  </a:lnTo>
                  <a:lnTo>
                    <a:pt x="2195577" y="241465"/>
                  </a:lnTo>
                  <a:lnTo>
                    <a:pt x="2200260" y="237809"/>
                  </a:lnTo>
                  <a:lnTo>
                    <a:pt x="2203874" y="235685"/>
                  </a:lnTo>
                  <a:lnTo>
                    <a:pt x="2212616" y="232078"/>
                  </a:lnTo>
                  <a:lnTo>
                    <a:pt x="2216960" y="229813"/>
                  </a:lnTo>
                  <a:lnTo>
                    <a:pt x="2225500" y="226754"/>
                  </a:lnTo>
                  <a:lnTo>
                    <a:pt x="2236438" y="225109"/>
                  </a:lnTo>
                  <a:lnTo>
                    <a:pt x="2256012" y="219531"/>
                  </a:lnTo>
                  <a:lnTo>
                    <a:pt x="2262482" y="218960"/>
                  </a:lnTo>
                  <a:lnTo>
                    <a:pt x="2273012" y="217485"/>
                  </a:lnTo>
                  <a:lnTo>
                    <a:pt x="2278411" y="215973"/>
                  </a:lnTo>
                  <a:lnTo>
                    <a:pt x="2283898" y="214767"/>
                  </a:lnTo>
                  <a:lnTo>
                    <a:pt x="2287256" y="210687"/>
                  </a:lnTo>
                  <a:lnTo>
                    <a:pt x="2294934" y="213797"/>
                  </a:lnTo>
                  <a:lnTo>
                    <a:pt x="2297570" y="214158"/>
                  </a:lnTo>
                  <a:lnTo>
                    <a:pt x="2301158" y="211705"/>
                  </a:lnTo>
                  <a:lnTo>
                    <a:pt x="2305109" y="205585"/>
                  </a:lnTo>
                  <a:lnTo>
                    <a:pt x="2310859" y="208107"/>
                  </a:lnTo>
                  <a:lnTo>
                    <a:pt x="2314175" y="212063"/>
                  </a:lnTo>
                  <a:lnTo>
                    <a:pt x="2318223" y="215165"/>
                  </a:lnTo>
                  <a:lnTo>
                    <a:pt x="2327378" y="220478"/>
                  </a:lnTo>
                  <a:lnTo>
                    <a:pt x="2330238" y="221690"/>
                  </a:lnTo>
                  <a:lnTo>
                    <a:pt x="2336304" y="222809"/>
                  </a:lnTo>
                  <a:lnTo>
                    <a:pt x="2337916" y="221920"/>
                  </a:lnTo>
                  <a:lnTo>
                    <a:pt x="2340773" y="218374"/>
                  </a:lnTo>
                  <a:lnTo>
                    <a:pt x="2343708" y="213255"/>
                  </a:lnTo>
                  <a:lnTo>
                    <a:pt x="2345570" y="211093"/>
                  </a:lnTo>
                  <a:lnTo>
                    <a:pt x="2348255" y="209278"/>
                  </a:lnTo>
                  <a:lnTo>
                    <a:pt x="2351271" y="206462"/>
                  </a:lnTo>
                  <a:lnTo>
                    <a:pt x="2350481" y="204953"/>
                  </a:lnTo>
                  <a:lnTo>
                    <a:pt x="2348761" y="204402"/>
                  </a:lnTo>
                  <a:lnTo>
                    <a:pt x="2347197" y="203625"/>
                  </a:lnTo>
                  <a:lnTo>
                    <a:pt x="2347577" y="202096"/>
                  </a:lnTo>
                  <a:lnTo>
                    <a:pt x="2352932" y="201741"/>
                  </a:lnTo>
                  <a:lnTo>
                    <a:pt x="2355763" y="206941"/>
                  </a:lnTo>
                  <a:lnTo>
                    <a:pt x="2358623" y="208652"/>
                  </a:lnTo>
                  <a:lnTo>
                    <a:pt x="2362158" y="210297"/>
                  </a:lnTo>
                  <a:lnTo>
                    <a:pt x="2370313" y="209010"/>
                  </a:lnTo>
                  <a:lnTo>
                    <a:pt x="2377285" y="208866"/>
                  </a:lnTo>
                  <a:lnTo>
                    <a:pt x="2383366" y="209931"/>
                  </a:lnTo>
                  <a:lnTo>
                    <a:pt x="2386340" y="209731"/>
                  </a:lnTo>
                  <a:lnTo>
                    <a:pt x="2389000" y="205873"/>
                  </a:lnTo>
                  <a:lnTo>
                    <a:pt x="2393337" y="204445"/>
                  </a:lnTo>
                  <a:lnTo>
                    <a:pt x="2395821" y="206179"/>
                  </a:lnTo>
                  <a:lnTo>
                    <a:pt x="2397336" y="211896"/>
                  </a:lnTo>
                  <a:lnTo>
                    <a:pt x="2402912" y="213480"/>
                  </a:lnTo>
                  <a:lnTo>
                    <a:pt x="2414586" y="216123"/>
                  </a:lnTo>
                  <a:lnTo>
                    <a:pt x="2415896" y="215471"/>
                  </a:lnTo>
                  <a:lnTo>
                    <a:pt x="2417350" y="212435"/>
                  </a:lnTo>
                  <a:lnTo>
                    <a:pt x="2418340" y="208724"/>
                  </a:lnTo>
                  <a:lnTo>
                    <a:pt x="2420713" y="208118"/>
                  </a:lnTo>
                  <a:lnTo>
                    <a:pt x="2423759" y="206107"/>
                  </a:lnTo>
                  <a:lnTo>
                    <a:pt x="2425369" y="206425"/>
                  </a:lnTo>
                  <a:lnTo>
                    <a:pt x="2427648" y="208820"/>
                  </a:lnTo>
                  <a:lnTo>
                    <a:pt x="2426868" y="214692"/>
                  </a:lnTo>
                  <a:lnTo>
                    <a:pt x="2425579" y="220074"/>
                  </a:lnTo>
                  <a:lnTo>
                    <a:pt x="2427119" y="224414"/>
                  </a:lnTo>
                  <a:lnTo>
                    <a:pt x="2428486" y="226820"/>
                  </a:lnTo>
                  <a:lnTo>
                    <a:pt x="2430243" y="227253"/>
                  </a:lnTo>
                  <a:lnTo>
                    <a:pt x="2433199" y="227360"/>
                  </a:lnTo>
                  <a:lnTo>
                    <a:pt x="2436763" y="227051"/>
                  </a:lnTo>
                  <a:lnTo>
                    <a:pt x="2439004" y="227270"/>
                  </a:lnTo>
                  <a:lnTo>
                    <a:pt x="2450492" y="225080"/>
                  </a:lnTo>
                  <a:lnTo>
                    <a:pt x="2451897" y="220267"/>
                  </a:lnTo>
                  <a:lnTo>
                    <a:pt x="2453740" y="214787"/>
                  </a:lnTo>
                  <a:lnTo>
                    <a:pt x="2458221" y="207795"/>
                  </a:lnTo>
                  <a:lnTo>
                    <a:pt x="2459975" y="208335"/>
                  </a:lnTo>
                  <a:lnTo>
                    <a:pt x="2461357" y="209033"/>
                  </a:lnTo>
                  <a:lnTo>
                    <a:pt x="2464447" y="212487"/>
                  </a:lnTo>
                  <a:lnTo>
                    <a:pt x="2466277" y="214195"/>
                  </a:lnTo>
                  <a:lnTo>
                    <a:pt x="2466649" y="216743"/>
                  </a:lnTo>
                  <a:lnTo>
                    <a:pt x="2464665" y="219147"/>
                  </a:lnTo>
                  <a:lnTo>
                    <a:pt x="2465203" y="220711"/>
                  </a:lnTo>
                  <a:lnTo>
                    <a:pt x="2467245" y="222016"/>
                  </a:lnTo>
                  <a:lnTo>
                    <a:pt x="2473748" y="224102"/>
                  </a:lnTo>
                  <a:lnTo>
                    <a:pt x="2475831" y="223686"/>
                  </a:lnTo>
                  <a:lnTo>
                    <a:pt x="2478962" y="221528"/>
                  </a:lnTo>
                  <a:lnTo>
                    <a:pt x="2482106" y="217147"/>
                  </a:lnTo>
                  <a:lnTo>
                    <a:pt x="2483798" y="212112"/>
                  </a:lnTo>
                  <a:lnTo>
                    <a:pt x="2486485" y="212372"/>
                  </a:lnTo>
                  <a:lnTo>
                    <a:pt x="2489064" y="213413"/>
                  </a:lnTo>
                  <a:lnTo>
                    <a:pt x="2490892" y="216022"/>
                  </a:lnTo>
                  <a:lnTo>
                    <a:pt x="2490892" y="220971"/>
                  </a:lnTo>
                  <a:lnTo>
                    <a:pt x="2493362" y="224399"/>
                  </a:lnTo>
                  <a:lnTo>
                    <a:pt x="2495414" y="226517"/>
                  </a:lnTo>
                  <a:lnTo>
                    <a:pt x="2500662" y="228849"/>
                  </a:lnTo>
                  <a:lnTo>
                    <a:pt x="2506302" y="229429"/>
                  </a:lnTo>
                  <a:lnTo>
                    <a:pt x="2510250" y="230811"/>
                  </a:lnTo>
                  <a:lnTo>
                    <a:pt x="2516645" y="230283"/>
                  </a:lnTo>
                  <a:lnTo>
                    <a:pt x="2519759" y="228739"/>
                  </a:lnTo>
                  <a:lnTo>
                    <a:pt x="2521753" y="228338"/>
                  </a:lnTo>
                  <a:lnTo>
                    <a:pt x="2525273" y="227074"/>
                  </a:lnTo>
                  <a:lnTo>
                    <a:pt x="2528951" y="224189"/>
                  </a:lnTo>
                  <a:lnTo>
                    <a:pt x="2531256" y="222982"/>
                  </a:lnTo>
                  <a:lnTo>
                    <a:pt x="2539649" y="220310"/>
                  </a:lnTo>
                  <a:lnTo>
                    <a:pt x="2546049" y="217387"/>
                  </a:lnTo>
                  <a:lnTo>
                    <a:pt x="2552780" y="212161"/>
                  </a:lnTo>
                  <a:lnTo>
                    <a:pt x="2559355" y="209022"/>
                  </a:lnTo>
                  <a:lnTo>
                    <a:pt x="2569480" y="207434"/>
                  </a:lnTo>
                  <a:lnTo>
                    <a:pt x="2572268" y="206797"/>
                  </a:lnTo>
                  <a:lnTo>
                    <a:pt x="2576118" y="206828"/>
                  </a:lnTo>
                  <a:lnTo>
                    <a:pt x="2585633" y="203106"/>
                  </a:lnTo>
                  <a:lnTo>
                    <a:pt x="2589253" y="200924"/>
                  </a:lnTo>
                  <a:lnTo>
                    <a:pt x="2591261" y="200174"/>
                  </a:lnTo>
                  <a:lnTo>
                    <a:pt x="2593558" y="197479"/>
                  </a:lnTo>
                  <a:lnTo>
                    <a:pt x="2594798" y="192288"/>
                  </a:lnTo>
                  <a:lnTo>
                    <a:pt x="2595746" y="189053"/>
                  </a:lnTo>
                  <a:lnTo>
                    <a:pt x="2595583" y="185884"/>
                  </a:lnTo>
                  <a:lnTo>
                    <a:pt x="2594695" y="181798"/>
                  </a:lnTo>
                  <a:lnTo>
                    <a:pt x="2592683" y="178139"/>
                  </a:lnTo>
                  <a:lnTo>
                    <a:pt x="2590606" y="172801"/>
                  </a:lnTo>
                  <a:lnTo>
                    <a:pt x="2591508" y="166735"/>
                  </a:lnTo>
                  <a:lnTo>
                    <a:pt x="2593148" y="164199"/>
                  </a:lnTo>
                  <a:lnTo>
                    <a:pt x="2597357" y="161423"/>
                  </a:lnTo>
                  <a:lnTo>
                    <a:pt x="2601551" y="160877"/>
                  </a:lnTo>
                  <a:lnTo>
                    <a:pt x="2606278" y="161241"/>
                  </a:lnTo>
                  <a:lnTo>
                    <a:pt x="2610414" y="161815"/>
                  </a:lnTo>
                  <a:lnTo>
                    <a:pt x="2610736" y="164421"/>
                  </a:lnTo>
                  <a:lnTo>
                    <a:pt x="2608968" y="167220"/>
                  </a:lnTo>
                  <a:lnTo>
                    <a:pt x="2606660" y="169996"/>
                  </a:lnTo>
                  <a:lnTo>
                    <a:pt x="2605285" y="171199"/>
                  </a:lnTo>
                  <a:lnTo>
                    <a:pt x="2605792" y="173543"/>
                  </a:lnTo>
                  <a:lnTo>
                    <a:pt x="2608777" y="173874"/>
                  </a:lnTo>
                  <a:lnTo>
                    <a:pt x="2615326" y="173401"/>
                  </a:lnTo>
                  <a:lnTo>
                    <a:pt x="2617198" y="175562"/>
                  </a:lnTo>
                  <a:lnTo>
                    <a:pt x="2621851" y="184996"/>
                  </a:lnTo>
                  <a:lnTo>
                    <a:pt x="2622990" y="189440"/>
                  </a:lnTo>
                  <a:lnTo>
                    <a:pt x="2624602" y="190741"/>
                  </a:lnTo>
                  <a:lnTo>
                    <a:pt x="2627169" y="190112"/>
                  </a:lnTo>
                  <a:lnTo>
                    <a:pt x="2632654" y="190164"/>
                  </a:lnTo>
                  <a:lnTo>
                    <a:pt x="2636473" y="189500"/>
                  </a:lnTo>
                  <a:lnTo>
                    <a:pt x="2639579" y="189457"/>
                  </a:lnTo>
                  <a:lnTo>
                    <a:pt x="2641197" y="189881"/>
                  </a:lnTo>
                  <a:lnTo>
                    <a:pt x="2642867" y="192048"/>
                  </a:lnTo>
                  <a:lnTo>
                    <a:pt x="2646024" y="194556"/>
                  </a:lnTo>
                  <a:lnTo>
                    <a:pt x="2649189" y="192706"/>
                  </a:lnTo>
                  <a:lnTo>
                    <a:pt x="2651447" y="191834"/>
                  </a:lnTo>
                  <a:lnTo>
                    <a:pt x="2654218" y="192051"/>
                  </a:lnTo>
                  <a:lnTo>
                    <a:pt x="2658571" y="194963"/>
                  </a:lnTo>
                  <a:lnTo>
                    <a:pt x="2662899" y="201816"/>
                  </a:lnTo>
                  <a:lnTo>
                    <a:pt x="2667604" y="205236"/>
                  </a:lnTo>
                  <a:lnTo>
                    <a:pt x="2667923" y="203048"/>
                  </a:lnTo>
                  <a:lnTo>
                    <a:pt x="2667284" y="200336"/>
                  </a:lnTo>
                  <a:lnTo>
                    <a:pt x="2669228" y="197917"/>
                  </a:lnTo>
                  <a:lnTo>
                    <a:pt x="2671575" y="193831"/>
                  </a:lnTo>
                  <a:lnTo>
                    <a:pt x="2674935" y="188574"/>
                  </a:lnTo>
                  <a:lnTo>
                    <a:pt x="2677592" y="183184"/>
                  </a:lnTo>
                  <a:lnTo>
                    <a:pt x="2678290" y="175730"/>
                  </a:lnTo>
                  <a:lnTo>
                    <a:pt x="2679527" y="169632"/>
                  </a:lnTo>
                  <a:lnTo>
                    <a:pt x="2681695" y="166701"/>
                  </a:lnTo>
                  <a:lnTo>
                    <a:pt x="2683814" y="164842"/>
                  </a:lnTo>
                  <a:lnTo>
                    <a:pt x="2687084" y="162892"/>
                  </a:lnTo>
                  <a:lnTo>
                    <a:pt x="2691145" y="162441"/>
                  </a:lnTo>
                  <a:lnTo>
                    <a:pt x="2694991" y="158052"/>
                  </a:lnTo>
                  <a:lnTo>
                    <a:pt x="2697717" y="156275"/>
                  </a:lnTo>
                  <a:lnTo>
                    <a:pt x="2703423" y="153842"/>
                  </a:lnTo>
                  <a:lnTo>
                    <a:pt x="2710543" y="151456"/>
                  </a:lnTo>
                  <a:lnTo>
                    <a:pt x="2715549" y="144700"/>
                  </a:lnTo>
                  <a:lnTo>
                    <a:pt x="2717272" y="143875"/>
                  </a:lnTo>
                  <a:lnTo>
                    <a:pt x="2719831" y="142825"/>
                  </a:lnTo>
                  <a:lnTo>
                    <a:pt x="2724501" y="142406"/>
                  </a:lnTo>
                  <a:lnTo>
                    <a:pt x="2732099" y="140245"/>
                  </a:lnTo>
                  <a:lnTo>
                    <a:pt x="2734479" y="139916"/>
                  </a:lnTo>
                  <a:lnTo>
                    <a:pt x="2738464" y="138231"/>
                  </a:lnTo>
                  <a:lnTo>
                    <a:pt x="2741995" y="134240"/>
                  </a:lnTo>
                  <a:lnTo>
                    <a:pt x="2744523" y="133115"/>
                  </a:lnTo>
                  <a:lnTo>
                    <a:pt x="2749061" y="133270"/>
                  </a:lnTo>
                  <a:lnTo>
                    <a:pt x="2752941" y="131005"/>
                  </a:lnTo>
                  <a:lnTo>
                    <a:pt x="2756185" y="130924"/>
                  </a:lnTo>
                  <a:lnTo>
                    <a:pt x="2759173" y="129758"/>
                  </a:lnTo>
                  <a:lnTo>
                    <a:pt x="2759630" y="127271"/>
                  </a:lnTo>
                  <a:lnTo>
                    <a:pt x="2758206" y="125592"/>
                  </a:lnTo>
                  <a:lnTo>
                    <a:pt x="2758177" y="123387"/>
                  </a:lnTo>
                  <a:lnTo>
                    <a:pt x="2759844" y="120481"/>
                  </a:lnTo>
                  <a:lnTo>
                    <a:pt x="2761131" y="119434"/>
                  </a:lnTo>
                  <a:lnTo>
                    <a:pt x="2765082" y="119630"/>
                  </a:lnTo>
                  <a:lnTo>
                    <a:pt x="2768379" y="122065"/>
                  </a:lnTo>
                  <a:lnTo>
                    <a:pt x="2770782" y="122204"/>
                  </a:lnTo>
                  <a:lnTo>
                    <a:pt x="2771408" y="123601"/>
                  </a:lnTo>
                  <a:lnTo>
                    <a:pt x="2769316" y="125346"/>
                  </a:lnTo>
                  <a:lnTo>
                    <a:pt x="2767925" y="128431"/>
                  </a:lnTo>
                  <a:lnTo>
                    <a:pt x="2770326" y="131158"/>
                  </a:lnTo>
                  <a:lnTo>
                    <a:pt x="2772467" y="133019"/>
                  </a:lnTo>
                  <a:lnTo>
                    <a:pt x="2775071" y="132673"/>
                  </a:lnTo>
                  <a:lnTo>
                    <a:pt x="2778180" y="131014"/>
                  </a:lnTo>
                  <a:lnTo>
                    <a:pt x="2781243" y="132174"/>
                  </a:lnTo>
                  <a:lnTo>
                    <a:pt x="2782605" y="134713"/>
                  </a:lnTo>
                  <a:lnTo>
                    <a:pt x="2782605" y="138620"/>
                  </a:lnTo>
                  <a:lnTo>
                    <a:pt x="2783248" y="140707"/>
                  </a:lnTo>
                  <a:lnTo>
                    <a:pt x="2785399" y="138883"/>
                  </a:lnTo>
                  <a:lnTo>
                    <a:pt x="2786582" y="134973"/>
                  </a:lnTo>
                  <a:lnTo>
                    <a:pt x="2786240" y="129984"/>
                  </a:lnTo>
                  <a:lnTo>
                    <a:pt x="2786367" y="126893"/>
                  </a:lnTo>
                  <a:lnTo>
                    <a:pt x="2791516" y="121924"/>
                  </a:lnTo>
                  <a:lnTo>
                    <a:pt x="2793545" y="118213"/>
                  </a:lnTo>
                  <a:lnTo>
                    <a:pt x="2789934" y="117411"/>
                  </a:lnTo>
                  <a:lnTo>
                    <a:pt x="2787382" y="117919"/>
                  </a:lnTo>
                  <a:lnTo>
                    <a:pt x="2785977" y="116571"/>
                  </a:lnTo>
                  <a:lnTo>
                    <a:pt x="2784354" y="112794"/>
                  </a:lnTo>
                  <a:lnTo>
                    <a:pt x="2788803" y="109686"/>
                  </a:lnTo>
                  <a:lnTo>
                    <a:pt x="2793883" y="109784"/>
                  </a:lnTo>
                  <a:lnTo>
                    <a:pt x="2796827" y="112424"/>
                  </a:lnTo>
                  <a:lnTo>
                    <a:pt x="2803134" y="116686"/>
                  </a:lnTo>
                  <a:lnTo>
                    <a:pt x="2806629" y="116597"/>
                  </a:lnTo>
                  <a:lnTo>
                    <a:pt x="2809798" y="117252"/>
                  </a:lnTo>
                  <a:lnTo>
                    <a:pt x="2810444" y="115948"/>
                  </a:lnTo>
                  <a:lnTo>
                    <a:pt x="2809261" y="109695"/>
                  </a:lnTo>
                  <a:lnTo>
                    <a:pt x="2809407" y="106191"/>
                  </a:lnTo>
                  <a:lnTo>
                    <a:pt x="2806789" y="104221"/>
                  </a:lnTo>
                  <a:lnTo>
                    <a:pt x="2806036" y="99791"/>
                  </a:lnTo>
                  <a:lnTo>
                    <a:pt x="2807110" y="95099"/>
                  </a:lnTo>
                  <a:lnTo>
                    <a:pt x="2810228" y="92493"/>
                  </a:lnTo>
                  <a:lnTo>
                    <a:pt x="2814477" y="91281"/>
                  </a:lnTo>
                  <a:lnTo>
                    <a:pt x="2823625" y="84093"/>
                  </a:lnTo>
                  <a:lnTo>
                    <a:pt x="2826026" y="82552"/>
                  </a:lnTo>
                  <a:lnTo>
                    <a:pt x="2832042" y="81049"/>
                  </a:lnTo>
                  <a:lnTo>
                    <a:pt x="2839075" y="80351"/>
                  </a:lnTo>
                  <a:lnTo>
                    <a:pt x="2847807" y="77785"/>
                  </a:lnTo>
                  <a:lnTo>
                    <a:pt x="2863359" y="79488"/>
                  </a:lnTo>
                  <a:lnTo>
                    <a:pt x="2867534" y="80607"/>
                  </a:lnTo>
                  <a:lnTo>
                    <a:pt x="2870143" y="82039"/>
                  </a:lnTo>
                  <a:lnTo>
                    <a:pt x="2872652" y="84324"/>
                  </a:lnTo>
                  <a:lnTo>
                    <a:pt x="2875865" y="88147"/>
                  </a:lnTo>
                  <a:lnTo>
                    <a:pt x="2880588" y="92975"/>
                  </a:lnTo>
                  <a:lnTo>
                    <a:pt x="2886655" y="94473"/>
                  </a:lnTo>
                  <a:lnTo>
                    <a:pt x="2888373" y="95990"/>
                  </a:lnTo>
                  <a:lnTo>
                    <a:pt x="2890629" y="100082"/>
                  </a:lnTo>
                  <a:lnTo>
                    <a:pt x="2888205" y="102775"/>
                  </a:lnTo>
                  <a:lnTo>
                    <a:pt x="2886220" y="103020"/>
                  </a:lnTo>
                  <a:lnTo>
                    <a:pt x="2882398" y="101442"/>
                  </a:lnTo>
                  <a:lnTo>
                    <a:pt x="2879771" y="99791"/>
                  </a:lnTo>
                  <a:lnTo>
                    <a:pt x="2877960" y="100461"/>
                  </a:lnTo>
                  <a:lnTo>
                    <a:pt x="2879739" y="103268"/>
                  </a:lnTo>
                  <a:lnTo>
                    <a:pt x="2881705" y="105003"/>
                  </a:lnTo>
                  <a:lnTo>
                    <a:pt x="2882028" y="107348"/>
                  </a:lnTo>
                  <a:lnTo>
                    <a:pt x="2880952" y="110736"/>
                  </a:lnTo>
                  <a:lnTo>
                    <a:pt x="2873778" y="117399"/>
                  </a:lnTo>
                  <a:lnTo>
                    <a:pt x="2878069" y="119327"/>
                  </a:lnTo>
                  <a:lnTo>
                    <a:pt x="2880641" y="117789"/>
                  </a:lnTo>
                  <a:lnTo>
                    <a:pt x="2883032" y="114935"/>
                  </a:lnTo>
                  <a:lnTo>
                    <a:pt x="2885445" y="113677"/>
                  </a:lnTo>
                  <a:lnTo>
                    <a:pt x="2887048" y="113172"/>
                  </a:lnTo>
                  <a:lnTo>
                    <a:pt x="2892770" y="113065"/>
                  </a:lnTo>
                  <a:lnTo>
                    <a:pt x="2896016" y="111925"/>
                  </a:lnTo>
                  <a:lnTo>
                    <a:pt x="2898462" y="112730"/>
                  </a:lnTo>
                  <a:lnTo>
                    <a:pt x="2900882" y="114566"/>
                  </a:lnTo>
                  <a:lnTo>
                    <a:pt x="2904426" y="116329"/>
                  </a:lnTo>
                  <a:lnTo>
                    <a:pt x="2909543" y="118294"/>
                  </a:lnTo>
                  <a:lnTo>
                    <a:pt x="2915800" y="125840"/>
                  </a:lnTo>
                  <a:lnTo>
                    <a:pt x="2920668" y="125061"/>
                  </a:lnTo>
                  <a:lnTo>
                    <a:pt x="2923317" y="123422"/>
                  </a:lnTo>
                  <a:lnTo>
                    <a:pt x="2930805" y="122891"/>
                  </a:lnTo>
                  <a:lnTo>
                    <a:pt x="2937265" y="126270"/>
                  </a:lnTo>
                  <a:lnTo>
                    <a:pt x="2940885" y="127473"/>
                  </a:lnTo>
                  <a:lnTo>
                    <a:pt x="2951425" y="128515"/>
                  </a:lnTo>
                  <a:lnTo>
                    <a:pt x="2957689" y="130644"/>
                  </a:lnTo>
                  <a:lnTo>
                    <a:pt x="2961708" y="128111"/>
                  </a:lnTo>
                  <a:lnTo>
                    <a:pt x="2964388" y="127078"/>
                  </a:lnTo>
                  <a:lnTo>
                    <a:pt x="2970012" y="126529"/>
                  </a:lnTo>
                  <a:lnTo>
                    <a:pt x="2972842" y="127055"/>
                  </a:lnTo>
                  <a:lnTo>
                    <a:pt x="2980671" y="129842"/>
                  </a:lnTo>
                  <a:lnTo>
                    <a:pt x="2994490" y="132679"/>
                  </a:lnTo>
                  <a:lnTo>
                    <a:pt x="3004006" y="134130"/>
                  </a:lnTo>
                  <a:lnTo>
                    <a:pt x="3012372" y="134202"/>
                  </a:lnTo>
                  <a:lnTo>
                    <a:pt x="3016365" y="135449"/>
                  </a:lnTo>
                  <a:lnTo>
                    <a:pt x="3023629" y="136748"/>
                  </a:lnTo>
                  <a:lnTo>
                    <a:pt x="3026425" y="137795"/>
                  </a:lnTo>
                  <a:lnTo>
                    <a:pt x="3033391" y="136984"/>
                  </a:lnTo>
                  <a:lnTo>
                    <a:pt x="3036653" y="135882"/>
                  </a:lnTo>
                  <a:lnTo>
                    <a:pt x="3039690" y="133464"/>
                  </a:lnTo>
                  <a:lnTo>
                    <a:pt x="3041431" y="134061"/>
                  </a:lnTo>
                  <a:lnTo>
                    <a:pt x="3042610" y="137056"/>
                  </a:lnTo>
                  <a:lnTo>
                    <a:pt x="3041965" y="142271"/>
                  </a:lnTo>
                  <a:lnTo>
                    <a:pt x="3043201" y="145811"/>
                  </a:lnTo>
                  <a:lnTo>
                    <a:pt x="3044227" y="149318"/>
                  </a:lnTo>
                  <a:lnTo>
                    <a:pt x="3045675" y="152272"/>
                  </a:lnTo>
                  <a:lnTo>
                    <a:pt x="3046586" y="154777"/>
                  </a:lnTo>
                  <a:lnTo>
                    <a:pt x="3045925" y="156878"/>
                  </a:lnTo>
                  <a:lnTo>
                    <a:pt x="3043901" y="158745"/>
                  </a:lnTo>
                  <a:lnTo>
                    <a:pt x="3041126" y="162834"/>
                  </a:lnTo>
                  <a:lnTo>
                    <a:pt x="3041281" y="166371"/>
                  </a:lnTo>
                  <a:lnTo>
                    <a:pt x="3042484" y="168605"/>
                  </a:lnTo>
                  <a:lnTo>
                    <a:pt x="3041084" y="171317"/>
                  </a:lnTo>
                  <a:lnTo>
                    <a:pt x="3042107" y="175150"/>
                  </a:lnTo>
                  <a:lnTo>
                    <a:pt x="3042287" y="177452"/>
                  </a:lnTo>
                  <a:lnTo>
                    <a:pt x="3041312" y="179288"/>
                  </a:lnTo>
                  <a:lnTo>
                    <a:pt x="3039148" y="180402"/>
                  </a:lnTo>
                  <a:lnTo>
                    <a:pt x="3035407" y="180578"/>
                  </a:lnTo>
                  <a:lnTo>
                    <a:pt x="3033473" y="181622"/>
                  </a:lnTo>
                  <a:lnTo>
                    <a:pt x="3033151" y="184488"/>
                  </a:lnTo>
                  <a:lnTo>
                    <a:pt x="3034118" y="186571"/>
                  </a:lnTo>
                  <a:lnTo>
                    <a:pt x="3036268" y="187685"/>
                  </a:lnTo>
                  <a:lnTo>
                    <a:pt x="3036913" y="189959"/>
                  </a:lnTo>
                  <a:lnTo>
                    <a:pt x="3036590" y="193350"/>
                  </a:lnTo>
                  <a:lnTo>
                    <a:pt x="3035623" y="196215"/>
                  </a:lnTo>
                  <a:lnTo>
                    <a:pt x="3033647" y="197551"/>
                  </a:lnTo>
                  <a:lnTo>
                    <a:pt x="3031493" y="197834"/>
                  </a:lnTo>
                  <a:lnTo>
                    <a:pt x="3027489" y="197266"/>
                  </a:lnTo>
                  <a:lnTo>
                    <a:pt x="3024599" y="195349"/>
                  </a:lnTo>
                  <a:lnTo>
                    <a:pt x="3022759" y="197037"/>
                  </a:lnTo>
                  <a:lnTo>
                    <a:pt x="3021417" y="198760"/>
                  </a:lnTo>
                  <a:lnTo>
                    <a:pt x="3017254" y="202754"/>
                  </a:lnTo>
                  <a:lnTo>
                    <a:pt x="3015318" y="205391"/>
                  </a:lnTo>
                  <a:lnTo>
                    <a:pt x="3013507" y="208228"/>
                  </a:lnTo>
                  <a:lnTo>
                    <a:pt x="3018272" y="209789"/>
                  </a:lnTo>
                  <a:lnTo>
                    <a:pt x="3021707" y="212652"/>
                  </a:lnTo>
                  <a:lnTo>
                    <a:pt x="3029246" y="212346"/>
                  </a:lnTo>
                  <a:lnTo>
                    <a:pt x="3031659" y="211088"/>
                  </a:lnTo>
                  <a:lnTo>
                    <a:pt x="3034870" y="209766"/>
                  </a:lnTo>
                  <a:lnTo>
                    <a:pt x="3036590" y="210026"/>
                  </a:lnTo>
                  <a:lnTo>
                    <a:pt x="3037665" y="212894"/>
                  </a:lnTo>
                  <a:lnTo>
                    <a:pt x="3037013" y="217450"/>
                  </a:lnTo>
                  <a:lnTo>
                    <a:pt x="3036912" y="220977"/>
                  </a:lnTo>
                  <a:lnTo>
                    <a:pt x="3033065" y="230745"/>
                  </a:lnTo>
                  <a:lnTo>
                    <a:pt x="3031788" y="232387"/>
                  </a:lnTo>
                  <a:lnTo>
                    <a:pt x="3030030" y="235067"/>
                  </a:lnTo>
                  <a:lnTo>
                    <a:pt x="3027883" y="237139"/>
                  </a:lnTo>
                  <a:lnTo>
                    <a:pt x="3026213" y="238172"/>
                  </a:lnTo>
                  <a:lnTo>
                    <a:pt x="3022884" y="241260"/>
                  </a:lnTo>
                  <a:lnTo>
                    <a:pt x="3020885" y="246838"/>
                  </a:lnTo>
                  <a:lnTo>
                    <a:pt x="3018694" y="251475"/>
                  </a:lnTo>
                  <a:lnTo>
                    <a:pt x="3015509" y="259341"/>
                  </a:lnTo>
                  <a:lnTo>
                    <a:pt x="3013666" y="267843"/>
                  </a:lnTo>
                  <a:lnTo>
                    <a:pt x="3012860" y="272890"/>
                  </a:lnTo>
                  <a:lnTo>
                    <a:pt x="3011623" y="278199"/>
                  </a:lnTo>
                  <a:lnTo>
                    <a:pt x="3008926" y="287286"/>
                  </a:lnTo>
                  <a:lnTo>
                    <a:pt x="3007152" y="288798"/>
                  </a:lnTo>
                  <a:lnTo>
                    <a:pt x="3004119" y="292512"/>
                  </a:lnTo>
                  <a:lnTo>
                    <a:pt x="3004990" y="294985"/>
                  </a:lnTo>
                  <a:lnTo>
                    <a:pt x="3007374" y="295213"/>
                  </a:lnTo>
                  <a:lnTo>
                    <a:pt x="3010279" y="295790"/>
                  </a:lnTo>
                  <a:lnTo>
                    <a:pt x="3014166" y="297677"/>
                  </a:lnTo>
                  <a:lnTo>
                    <a:pt x="3019365" y="293773"/>
                  </a:lnTo>
                  <a:lnTo>
                    <a:pt x="3022080" y="291335"/>
                  </a:lnTo>
                  <a:lnTo>
                    <a:pt x="3022618" y="286386"/>
                  </a:lnTo>
                  <a:lnTo>
                    <a:pt x="3022080" y="281434"/>
                  </a:lnTo>
                  <a:lnTo>
                    <a:pt x="3023730" y="278482"/>
                  </a:lnTo>
                  <a:lnTo>
                    <a:pt x="3027545" y="274474"/>
                  </a:lnTo>
                  <a:lnTo>
                    <a:pt x="3036529" y="271626"/>
                  </a:lnTo>
                  <a:lnTo>
                    <a:pt x="3038387" y="271334"/>
                  </a:lnTo>
                  <a:lnTo>
                    <a:pt x="3041376" y="270321"/>
                  </a:lnTo>
                  <a:lnTo>
                    <a:pt x="3043997" y="266749"/>
                  </a:lnTo>
                  <a:lnTo>
                    <a:pt x="3046341" y="263182"/>
                  </a:lnTo>
                  <a:lnTo>
                    <a:pt x="3050390" y="260891"/>
                  </a:lnTo>
                  <a:lnTo>
                    <a:pt x="3053784" y="257215"/>
                  </a:lnTo>
                  <a:lnTo>
                    <a:pt x="3054313" y="254589"/>
                  </a:lnTo>
                  <a:lnTo>
                    <a:pt x="3055720" y="254003"/>
                  </a:lnTo>
                  <a:lnTo>
                    <a:pt x="3059951" y="251475"/>
                  </a:lnTo>
                  <a:lnTo>
                    <a:pt x="3061036" y="249550"/>
                  </a:lnTo>
                  <a:lnTo>
                    <a:pt x="3062363" y="248142"/>
                  </a:lnTo>
                  <a:lnTo>
                    <a:pt x="3063246" y="244890"/>
                  </a:lnTo>
                  <a:lnTo>
                    <a:pt x="3063607" y="238842"/>
                  </a:lnTo>
                  <a:lnTo>
                    <a:pt x="3064655" y="234274"/>
                  </a:lnTo>
                  <a:lnTo>
                    <a:pt x="3066715" y="228205"/>
                  </a:lnTo>
                  <a:lnTo>
                    <a:pt x="3068391" y="223834"/>
                  </a:lnTo>
                  <a:lnTo>
                    <a:pt x="3070018" y="221037"/>
                  </a:lnTo>
                  <a:lnTo>
                    <a:pt x="3074378" y="219563"/>
                  </a:lnTo>
                  <a:lnTo>
                    <a:pt x="3076271" y="217846"/>
                  </a:lnTo>
                  <a:lnTo>
                    <a:pt x="3078762" y="214106"/>
                  </a:lnTo>
                  <a:lnTo>
                    <a:pt x="3080444" y="211849"/>
                  </a:lnTo>
                  <a:lnTo>
                    <a:pt x="3080249" y="207224"/>
                  </a:lnTo>
                  <a:lnTo>
                    <a:pt x="3081196" y="202990"/>
                  </a:lnTo>
                  <a:lnTo>
                    <a:pt x="3083869" y="200442"/>
                  </a:lnTo>
                  <a:lnTo>
                    <a:pt x="3087323" y="195693"/>
                  </a:lnTo>
                  <a:lnTo>
                    <a:pt x="3091604" y="195009"/>
                  </a:lnTo>
                  <a:lnTo>
                    <a:pt x="3094847" y="192568"/>
                  </a:lnTo>
                  <a:lnTo>
                    <a:pt x="3098315" y="194259"/>
                  </a:lnTo>
                  <a:lnTo>
                    <a:pt x="3102512" y="196599"/>
                  </a:lnTo>
                  <a:lnTo>
                    <a:pt x="3109541" y="195886"/>
                  </a:lnTo>
                  <a:lnTo>
                    <a:pt x="3112904" y="196997"/>
                  </a:lnTo>
                  <a:lnTo>
                    <a:pt x="3115485" y="195693"/>
                  </a:lnTo>
                  <a:lnTo>
                    <a:pt x="3117741" y="192045"/>
                  </a:lnTo>
                  <a:lnTo>
                    <a:pt x="3118600" y="187616"/>
                  </a:lnTo>
                  <a:lnTo>
                    <a:pt x="3121288" y="185010"/>
                  </a:lnTo>
                  <a:lnTo>
                    <a:pt x="3124311" y="185094"/>
                  </a:lnTo>
                  <a:lnTo>
                    <a:pt x="3129312" y="180644"/>
                  </a:lnTo>
                  <a:lnTo>
                    <a:pt x="3134453" y="176694"/>
                  </a:lnTo>
                  <a:lnTo>
                    <a:pt x="3138706" y="175762"/>
                  </a:lnTo>
                  <a:lnTo>
                    <a:pt x="3142076" y="172645"/>
                  </a:lnTo>
                  <a:lnTo>
                    <a:pt x="3144485" y="167413"/>
                  </a:lnTo>
                  <a:lnTo>
                    <a:pt x="3147086" y="163402"/>
                  </a:lnTo>
                  <a:lnTo>
                    <a:pt x="3150260" y="159550"/>
                  </a:lnTo>
                  <a:lnTo>
                    <a:pt x="3151168" y="152694"/>
                  </a:lnTo>
                  <a:lnTo>
                    <a:pt x="3153152" y="149268"/>
                  </a:lnTo>
                  <a:lnTo>
                    <a:pt x="3156916" y="146241"/>
                  </a:lnTo>
                  <a:lnTo>
                    <a:pt x="3159995" y="144585"/>
                  </a:lnTo>
                  <a:lnTo>
                    <a:pt x="3173100" y="139489"/>
                  </a:lnTo>
                  <a:lnTo>
                    <a:pt x="3183146" y="136072"/>
                  </a:lnTo>
                  <a:lnTo>
                    <a:pt x="3193257" y="131899"/>
                  </a:lnTo>
                  <a:lnTo>
                    <a:pt x="3196379" y="131949"/>
                  </a:lnTo>
                  <a:lnTo>
                    <a:pt x="3200447" y="129626"/>
                  </a:lnTo>
                  <a:lnTo>
                    <a:pt x="3207160" y="129551"/>
                  </a:lnTo>
                  <a:lnTo>
                    <a:pt x="3208945" y="129329"/>
                  </a:lnTo>
                  <a:lnTo>
                    <a:pt x="3211253" y="124547"/>
                  </a:lnTo>
                  <a:lnTo>
                    <a:pt x="3216250" y="120138"/>
                  </a:lnTo>
                  <a:lnTo>
                    <a:pt x="3219383" y="118724"/>
                  </a:lnTo>
                  <a:lnTo>
                    <a:pt x="3223337" y="114892"/>
                  </a:lnTo>
                  <a:lnTo>
                    <a:pt x="3226544" y="114531"/>
                  </a:lnTo>
                  <a:lnTo>
                    <a:pt x="3231035" y="115220"/>
                  </a:lnTo>
                  <a:lnTo>
                    <a:pt x="3234839" y="116265"/>
                  </a:lnTo>
                  <a:lnTo>
                    <a:pt x="3238273" y="116277"/>
                  </a:lnTo>
                  <a:lnTo>
                    <a:pt x="3243241" y="113134"/>
                  </a:lnTo>
                  <a:lnTo>
                    <a:pt x="3250941" y="112606"/>
                  </a:lnTo>
                  <a:lnTo>
                    <a:pt x="3253334" y="111082"/>
                  </a:lnTo>
                  <a:lnTo>
                    <a:pt x="3255020" y="109741"/>
                  </a:lnTo>
                  <a:lnTo>
                    <a:pt x="3265932" y="105260"/>
                  </a:lnTo>
                  <a:lnTo>
                    <a:pt x="3270002" y="106116"/>
                  </a:lnTo>
                  <a:lnTo>
                    <a:pt x="3275794" y="105363"/>
                  </a:lnTo>
                  <a:lnTo>
                    <a:pt x="3279293" y="105583"/>
                  </a:lnTo>
                  <a:lnTo>
                    <a:pt x="3282647" y="106136"/>
                  </a:lnTo>
                  <a:lnTo>
                    <a:pt x="3286872" y="106281"/>
                  </a:lnTo>
                  <a:lnTo>
                    <a:pt x="3294118" y="104702"/>
                  </a:lnTo>
                  <a:lnTo>
                    <a:pt x="3297217" y="103658"/>
                  </a:lnTo>
                  <a:lnTo>
                    <a:pt x="3302999" y="99774"/>
                  </a:lnTo>
                  <a:lnTo>
                    <a:pt x="3309390" y="98865"/>
                  </a:lnTo>
                  <a:lnTo>
                    <a:pt x="3312204" y="97843"/>
                  </a:lnTo>
                  <a:lnTo>
                    <a:pt x="3315817" y="96969"/>
                  </a:lnTo>
                  <a:lnTo>
                    <a:pt x="3318728" y="98467"/>
                  </a:lnTo>
                  <a:lnTo>
                    <a:pt x="3320843" y="99817"/>
                  </a:lnTo>
                  <a:lnTo>
                    <a:pt x="3322136" y="100117"/>
                  </a:lnTo>
                  <a:lnTo>
                    <a:pt x="3323825" y="100411"/>
                  </a:lnTo>
                  <a:lnTo>
                    <a:pt x="3328022" y="98836"/>
                  </a:lnTo>
                  <a:lnTo>
                    <a:pt x="3331472" y="99260"/>
                  </a:lnTo>
                  <a:lnTo>
                    <a:pt x="3335904" y="100960"/>
                  </a:lnTo>
                  <a:lnTo>
                    <a:pt x="3338860" y="102339"/>
                  </a:lnTo>
                  <a:lnTo>
                    <a:pt x="3340378" y="102316"/>
                  </a:lnTo>
                  <a:lnTo>
                    <a:pt x="3343116" y="101084"/>
                  </a:lnTo>
                  <a:lnTo>
                    <a:pt x="3346448" y="98022"/>
                  </a:lnTo>
                  <a:lnTo>
                    <a:pt x="3349531" y="96775"/>
                  </a:lnTo>
                  <a:lnTo>
                    <a:pt x="3352507" y="97546"/>
                  </a:lnTo>
                  <a:lnTo>
                    <a:pt x="3354505" y="98839"/>
                  </a:lnTo>
                  <a:lnTo>
                    <a:pt x="3358077" y="100605"/>
                  </a:lnTo>
                  <a:lnTo>
                    <a:pt x="3363566" y="100316"/>
                  </a:lnTo>
                  <a:lnTo>
                    <a:pt x="3368835" y="99678"/>
                  </a:lnTo>
                  <a:lnTo>
                    <a:pt x="3373285" y="98230"/>
                  </a:lnTo>
                  <a:lnTo>
                    <a:pt x="3377084" y="96718"/>
                  </a:lnTo>
                  <a:lnTo>
                    <a:pt x="3380592" y="99058"/>
                  </a:lnTo>
                  <a:lnTo>
                    <a:pt x="3384630" y="99906"/>
                  </a:lnTo>
                  <a:lnTo>
                    <a:pt x="3391185" y="95774"/>
                  </a:lnTo>
                  <a:lnTo>
                    <a:pt x="3393672" y="96692"/>
                  </a:lnTo>
                  <a:lnTo>
                    <a:pt x="3395395" y="97762"/>
                  </a:lnTo>
                  <a:lnTo>
                    <a:pt x="3396821" y="98305"/>
                  </a:lnTo>
                  <a:lnTo>
                    <a:pt x="3398512" y="101782"/>
                  </a:lnTo>
                  <a:lnTo>
                    <a:pt x="3404743" y="101115"/>
                  </a:lnTo>
                  <a:lnTo>
                    <a:pt x="3410278" y="98172"/>
                  </a:lnTo>
                  <a:lnTo>
                    <a:pt x="3415000" y="95965"/>
                  </a:lnTo>
                  <a:lnTo>
                    <a:pt x="3419624" y="94525"/>
                  </a:lnTo>
                  <a:lnTo>
                    <a:pt x="3423255" y="92539"/>
                  </a:lnTo>
                  <a:lnTo>
                    <a:pt x="3428594" y="84930"/>
                  </a:lnTo>
                  <a:lnTo>
                    <a:pt x="3428517" y="82578"/>
                  </a:lnTo>
                  <a:lnTo>
                    <a:pt x="3429254" y="81164"/>
                  </a:lnTo>
                  <a:lnTo>
                    <a:pt x="3430388" y="80518"/>
                  </a:lnTo>
                  <a:lnTo>
                    <a:pt x="3438916" y="80607"/>
                  </a:lnTo>
                  <a:lnTo>
                    <a:pt x="3441573" y="79970"/>
                  </a:lnTo>
                  <a:lnTo>
                    <a:pt x="3445011" y="77976"/>
                  </a:lnTo>
                  <a:lnTo>
                    <a:pt x="3451011" y="79505"/>
                  </a:lnTo>
                  <a:lnTo>
                    <a:pt x="3456766" y="81929"/>
                  </a:lnTo>
                  <a:lnTo>
                    <a:pt x="3458286" y="81658"/>
                  </a:lnTo>
                  <a:lnTo>
                    <a:pt x="3460573" y="81608"/>
                  </a:lnTo>
                  <a:lnTo>
                    <a:pt x="3464691" y="83118"/>
                  </a:lnTo>
                  <a:lnTo>
                    <a:pt x="3469297" y="86003"/>
                  </a:lnTo>
                  <a:lnTo>
                    <a:pt x="3473360" y="86809"/>
                  </a:lnTo>
                  <a:lnTo>
                    <a:pt x="3490258" y="94095"/>
                  </a:lnTo>
                  <a:lnTo>
                    <a:pt x="3499813" y="95861"/>
                  </a:lnTo>
                  <a:lnTo>
                    <a:pt x="3504622" y="98282"/>
                  </a:lnTo>
                  <a:lnTo>
                    <a:pt x="3505862" y="99110"/>
                  </a:lnTo>
                  <a:lnTo>
                    <a:pt x="3507297" y="101583"/>
                  </a:lnTo>
                  <a:lnTo>
                    <a:pt x="3509816" y="101820"/>
                  </a:lnTo>
                  <a:lnTo>
                    <a:pt x="3511842" y="100844"/>
                  </a:lnTo>
                  <a:lnTo>
                    <a:pt x="3514501" y="104590"/>
                  </a:lnTo>
                  <a:lnTo>
                    <a:pt x="3521008" y="107429"/>
                  </a:lnTo>
                  <a:lnTo>
                    <a:pt x="3527744" y="108812"/>
                  </a:lnTo>
                  <a:lnTo>
                    <a:pt x="3532143" y="106595"/>
                  </a:lnTo>
                  <a:lnTo>
                    <a:pt x="3539617" y="100313"/>
                  </a:lnTo>
                  <a:lnTo>
                    <a:pt x="3541875" y="97445"/>
                  </a:lnTo>
                  <a:lnTo>
                    <a:pt x="3541445" y="91189"/>
                  </a:lnTo>
                  <a:lnTo>
                    <a:pt x="3545342" y="84226"/>
                  </a:lnTo>
                  <a:lnTo>
                    <a:pt x="3552001" y="80806"/>
                  </a:lnTo>
                  <a:lnTo>
                    <a:pt x="3560254" y="79008"/>
                  </a:lnTo>
                  <a:lnTo>
                    <a:pt x="3565343" y="77468"/>
                  </a:lnTo>
                  <a:lnTo>
                    <a:pt x="3572065" y="76048"/>
                  </a:lnTo>
                  <a:lnTo>
                    <a:pt x="3575338" y="77491"/>
                  </a:lnTo>
                  <a:lnTo>
                    <a:pt x="3576973" y="78602"/>
                  </a:lnTo>
                  <a:lnTo>
                    <a:pt x="3579503" y="79880"/>
                  </a:lnTo>
                  <a:lnTo>
                    <a:pt x="3582486" y="83747"/>
                  </a:lnTo>
                  <a:lnTo>
                    <a:pt x="3587146" y="92603"/>
                  </a:lnTo>
                  <a:lnTo>
                    <a:pt x="3590579" y="95789"/>
                  </a:lnTo>
                  <a:lnTo>
                    <a:pt x="3593638" y="96054"/>
                  </a:lnTo>
                  <a:lnTo>
                    <a:pt x="3596232" y="96528"/>
                  </a:lnTo>
                  <a:lnTo>
                    <a:pt x="3599010" y="98533"/>
                  </a:lnTo>
                  <a:lnTo>
                    <a:pt x="3602971" y="104749"/>
                  </a:lnTo>
                  <a:lnTo>
                    <a:pt x="3600613" y="110269"/>
                  </a:lnTo>
                  <a:lnTo>
                    <a:pt x="3598563" y="112335"/>
                  </a:lnTo>
                  <a:lnTo>
                    <a:pt x="3589994" y="114715"/>
                  </a:lnTo>
                  <a:lnTo>
                    <a:pt x="3586206" y="116600"/>
                  </a:lnTo>
                  <a:lnTo>
                    <a:pt x="3582933" y="117772"/>
                  </a:lnTo>
                  <a:lnTo>
                    <a:pt x="3581974" y="122374"/>
                  </a:lnTo>
                  <a:lnTo>
                    <a:pt x="3583364" y="124547"/>
                  </a:lnTo>
                  <a:lnTo>
                    <a:pt x="3586928" y="123497"/>
                  </a:lnTo>
                  <a:lnTo>
                    <a:pt x="3591058" y="122971"/>
                  </a:lnTo>
                  <a:lnTo>
                    <a:pt x="3594323" y="122045"/>
                  </a:lnTo>
                  <a:lnTo>
                    <a:pt x="3597322" y="120605"/>
                  </a:lnTo>
                  <a:lnTo>
                    <a:pt x="3599910" y="118545"/>
                  </a:lnTo>
                  <a:lnTo>
                    <a:pt x="3606016" y="117477"/>
                  </a:lnTo>
                  <a:lnTo>
                    <a:pt x="3610031" y="115729"/>
                  </a:lnTo>
                  <a:lnTo>
                    <a:pt x="3613619" y="114698"/>
                  </a:lnTo>
                  <a:lnTo>
                    <a:pt x="3616110" y="112903"/>
                  </a:lnTo>
                  <a:lnTo>
                    <a:pt x="3618671" y="113149"/>
                  </a:lnTo>
                  <a:lnTo>
                    <a:pt x="3621210" y="114889"/>
                  </a:lnTo>
                  <a:lnTo>
                    <a:pt x="3623232" y="114739"/>
                  </a:lnTo>
                  <a:lnTo>
                    <a:pt x="3628678" y="115307"/>
                  </a:lnTo>
                  <a:lnTo>
                    <a:pt x="3631204" y="114032"/>
                  </a:lnTo>
                  <a:lnTo>
                    <a:pt x="3633479" y="113945"/>
                  </a:lnTo>
                  <a:lnTo>
                    <a:pt x="3635760" y="114909"/>
                  </a:lnTo>
                  <a:lnTo>
                    <a:pt x="3638114" y="116265"/>
                  </a:lnTo>
                  <a:lnTo>
                    <a:pt x="3640489" y="116583"/>
                  </a:lnTo>
                  <a:lnTo>
                    <a:pt x="3643545" y="115789"/>
                  </a:lnTo>
                  <a:lnTo>
                    <a:pt x="3647855" y="113602"/>
                  </a:lnTo>
                  <a:lnTo>
                    <a:pt x="3653336" y="111259"/>
                  </a:lnTo>
                  <a:lnTo>
                    <a:pt x="3658446" y="110511"/>
                  </a:lnTo>
                  <a:lnTo>
                    <a:pt x="3659689" y="110523"/>
                  </a:lnTo>
                  <a:lnTo>
                    <a:pt x="3660731" y="111031"/>
                  </a:lnTo>
                  <a:lnTo>
                    <a:pt x="3655599" y="113752"/>
                  </a:lnTo>
                  <a:lnTo>
                    <a:pt x="3647397" y="117396"/>
                  </a:lnTo>
                  <a:lnTo>
                    <a:pt x="3643022" y="120957"/>
                  </a:lnTo>
                  <a:lnTo>
                    <a:pt x="3645597" y="122464"/>
                  </a:lnTo>
                  <a:lnTo>
                    <a:pt x="3661043" y="118484"/>
                  </a:lnTo>
                  <a:lnTo>
                    <a:pt x="3668091" y="115521"/>
                  </a:lnTo>
                  <a:lnTo>
                    <a:pt x="3674293" y="114190"/>
                  </a:lnTo>
                  <a:lnTo>
                    <a:pt x="3675824" y="113195"/>
                  </a:lnTo>
                  <a:lnTo>
                    <a:pt x="3680941" y="108607"/>
                  </a:lnTo>
                  <a:lnTo>
                    <a:pt x="3682766" y="107357"/>
                  </a:lnTo>
                  <a:lnTo>
                    <a:pt x="3688253" y="105744"/>
                  </a:lnTo>
                  <a:lnTo>
                    <a:pt x="3695427" y="103978"/>
                  </a:lnTo>
                  <a:lnTo>
                    <a:pt x="3700849" y="101961"/>
                  </a:lnTo>
                  <a:lnTo>
                    <a:pt x="3704539" y="99930"/>
                  </a:lnTo>
                  <a:lnTo>
                    <a:pt x="3707303" y="99713"/>
                  </a:lnTo>
                  <a:lnTo>
                    <a:pt x="3709428" y="101234"/>
                  </a:lnTo>
                  <a:lnTo>
                    <a:pt x="3712199" y="102887"/>
                  </a:lnTo>
                  <a:lnTo>
                    <a:pt x="3714925" y="102483"/>
                  </a:lnTo>
                  <a:lnTo>
                    <a:pt x="3718259" y="100905"/>
                  </a:lnTo>
                  <a:lnTo>
                    <a:pt x="3720589" y="97202"/>
                  </a:lnTo>
                  <a:lnTo>
                    <a:pt x="3721949" y="94502"/>
                  </a:lnTo>
                  <a:lnTo>
                    <a:pt x="3724449" y="93584"/>
                  </a:lnTo>
                  <a:lnTo>
                    <a:pt x="3727649" y="92730"/>
                  </a:lnTo>
                  <a:lnTo>
                    <a:pt x="3730227" y="93647"/>
                  </a:lnTo>
                  <a:lnTo>
                    <a:pt x="3734451" y="95624"/>
                  </a:lnTo>
                  <a:lnTo>
                    <a:pt x="3737388" y="96663"/>
                  </a:lnTo>
                  <a:lnTo>
                    <a:pt x="3739934" y="104399"/>
                  </a:lnTo>
                  <a:lnTo>
                    <a:pt x="3745928" y="111204"/>
                  </a:lnTo>
                  <a:lnTo>
                    <a:pt x="3748070" y="113019"/>
                  </a:lnTo>
                  <a:lnTo>
                    <a:pt x="3753272" y="112335"/>
                  </a:lnTo>
                  <a:lnTo>
                    <a:pt x="3758909" y="115030"/>
                  </a:lnTo>
                  <a:lnTo>
                    <a:pt x="3761313" y="114675"/>
                  </a:lnTo>
                  <a:lnTo>
                    <a:pt x="3763611" y="113885"/>
                  </a:lnTo>
                  <a:lnTo>
                    <a:pt x="3765634" y="114413"/>
                  </a:lnTo>
                  <a:lnTo>
                    <a:pt x="3768736" y="112739"/>
                  </a:lnTo>
                  <a:lnTo>
                    <a:pt x="3771942" y="104209"/>
                  </a:lnTo>
                  <a:lnTo>
                    <a:pt x="3774882" y="95806"/>
                  </a:lnTo>
                  <a:lnTo>
                    <a:pt x="3777741" y="92150"/>
                  </a:lnTo>
                  <a:lnTo>
                    <a:pt x="3779504" y="90574"/>
                  </a:lnTo>
                  <a:lnTo>
                    <a:pt x="3781699" y="89893"/>
                  </a:lnTo>
                  <a:lnTo>
                    <a:pt x="3785086" y="88124"/>
                  </a:lnTo>
                  <a:lnTo>
                    <a:pt x="3789635" y="87616"/>
                  </a:lnTo>
                  <a:lnTo>
                    <a:pt x="3793051" y="88329"/>
                  </a:lnTo>
                  <a:lnTo>
                    <a:pt x="3800349" y="88929"/>
                  </a:lnTo>
                  <a:lnTo>
                    <a:pt x="3806314" y="86849"/>
                  </a:lnTo>
                  <a:lnTo>
                    <a:pt x="3813066" y="87221"/>
                  </a:lnTo>
                  <a:lnTo>
                    <a:pt x="3816404" y="84763"/>
                  </a:lnTo>
                  <a:lnTo>
                    <a:pt x="3820015" y="84367"/>
                  </a:lnTo>
                  <a:lnTo>
                    <a:pt x="3824868" y="86500"/>
                  </a:lnTo>
                  <a:lnTo>
                    <a:pt x="3826267" y="87997"/>
                  </a:lnTo>
                  <a:lnTo>
                    <a:pt x="3828965" y="90147"/>
                  </a:lnTo>
                  <a:lnTo>
                    <a:pt x="3829610" y="92234"/>
                  </a:lnTo>
                  <a:lnTo>
                    <a:pt x="3830312" y="96048"/>
                  </a:lnTo>
                  <a:lnTo>
                    <a:pt x="3831637" y="96141"/>
                  </a:lnTo>
                  <a:lnTo>
                    <a:pt x="3836165" y="92401"/>
                  </a:lnTo>
                  <a:lnTo>
                    <a:pt x="3838624" y="91717"/>
                  </a:lnTo>
                  <a:lnTo>
                    <a:pt x="3843261" y="85718"/>
                  </a:lnTo>
                  <a:lnTo>
                    <a:pt x="3845733" y="87282"/>
                  </a:lnTo>
                  <a:lnTo>
                    <a:pt x="3851273" y="89844"/>
                  </a:lnTo>
                  <a:lnTo>
                    <a:pt x="3853523" y="90595"/>
                  </a:lnTo>
                  <a:lnTo>
                    <a:pt x="3857903" y="94932"/>
                  </a:lnTo>
                  <a:lnTo>
                    <a:pt x="3860173" y="94008"/>
                  </a:lnTo>
                  <a:lnTo>
                    <a:pt x="3861995" y="91997"/>
                  </a:lnTo>
                  <a:lnTo>
                    <a:pt x="3867444" y="92199"/>
                  </a:lnTo>
                  <a:lnTo>
                    <a:pt x="3872533" y="93971"/>
                  </a:lnTo>
                  <a:lnTo>
                    <a:pt x="3874629" y="95463"/>
                  </a:lnTo>
                  <a:lnTo>
                    <a:pt x="3877239" y="98034"/>
                  </a:lnTo>
                  <a:lnTo>
                    <a:pt x="3878836" y="98640"/>
                  </a:lnTo>
                  <a:lnTo>
                    <a:pt x="3880121" y="97930"/>
                  </a:lnTo>
                  <a:lnTo>
                    <a:pt x="3890665" y="98923"/>
                  </a:lnTo>
                  <a:lnTo>
                    <a:pt x="3895194" y="100801"/>
                  </a:lnTo>
                  <a:lnTo>
                    <a:pt x="3898690" y="103092"/>
                  </a:lnTo>
                  <a:lnTo>
                    <a:pt x="3910895" y="104180"/>
                  </a:lnTo>
                  <a:lnTo>
                    <a:pt x="3915580" y="106541"/>
                  </a:lnTo>
                  <a:lnTo>
                    <a:pt x="3918398" y="105424"/>
                  </a:lnTo>
                  <a:lnTo>
                    <a:pt x="3923951" y="105799"/>
                  </a:lnTo>
                  <a:lnTo>
                    <a:pt x="3926220" y="107776"/>
                  </a:lnTo>
                  <a:lnTo>
                    <a:pt x="3928263" y="109983"/>
                  </a:lnTo>
                  <a:lnTo>
                    <a:pt x="3932661" y="111888"/>
                  </a:lnTo>
                  <a:lnTo>
                    <a:pt x="3935109" y="111513"/>
                  </a:lnTo>
                  <a:lnTo>
                    <a:pt x="3938528" y="109992"/>
                  </a:lnTo>
                  <a:lnTo>
                    <a:pt x="3941932" y="107868"/>
                  </a:lnTo>
                  <a:lnTo>
                    <a:pt x="3945371" y="107868"/>
                  </a:lnTo>
                  <a:lnTo>
                    <a:pt x="3946983" y="109695"/>
                  </a:lnTo>
                  <a:lnTo>
                    <a:pt x="3947574" y="114190"/>
                  </a:lnTo>
                  <a:lnTo>
                    <a:pt x="3950091" y="114101"/>
                  </a:lnTo>
                  <a:lnTo>
                    <a:pt x="3952896" y="112041"/>
                  </a:lnTo>
                  <a:lnTo>
                    <a:pt x="3955367" y="112560"/>
                  </a:lnTo>
                  <a:lnTo>
                    <a:pt x="3956227" y="115688"/>
                  </a:lnTo>
                  <a:lnTo>
                    <a:pt x="3954937" y="119858"/>
                  </a:lnTo>
                  <a:lnTo>
                    <a:pt x="3951821" y="125655"/>
                  </a:lnTo>
                  <a:lnTo>
                    <a:pt x="3950530" y="130543"/>
                  </a:lnTo>
                  <a:lnTo>
                    <a:pt x="3947950" y="134973"/>
                  </a:lnTo>
                  <a:lnTo>
                    <a:pt x="3948381" y="137056"/>
                  </a:lnTo>
                  <a:lnTo>
                    <a:pt x="3950961" y="138098"/>
                  </a:lnTo>
                  <a:lnTo>
                    <a:pt x="3953584" y="134979"/>
                  </a:lnTo>
                  <a:lnTo>
                    <a:pt x="3959371" y="132811"/>
                  </a:lnTo>
                  <a:lnTo>
                    <a:pt x="3962403" y="130007"/>
                  </a:lnTo>
                  <a:lnTo>
                    <a:pt x="3967625" y="128971"/>
                  </a:lnTo>
                  <a:lnTo>
                    <a:pt x="3972729" y="129955"/>
                  </a:lnTo>
                  <a:lnTo>
                    <a:pt x="3976399" y="133697"/>
                  </a:lnTo>
                  <a:lnTo>
                    <a:pt x="3983120" y="140014"/>
                  </a:lnTo>
                  <a:lnTo>
                    <a:pt x="3983420" y="142271"/>
                  </a:lnTo>
                  <a:lnTo>
                    <a:pt x="3983958" y="144614"/>
                  </a:lnTo>
                  <a:lnTo>
                    <a:pt x="3983734" y="146709"/>
                  </a:lnTo>
                  <a:lnTo>
                    <a:pt x="3982752" y="149144"/>
                  </a:lnTo>
                  <a:lnTo>
                    <a:pt x="3986360" y="151952"/>
                  </a:lnTo>
                  <a:lnTo>
                    <a:pt x="3989530" y="152414"/>
                  </a:lnTo>
                  <a:lnTo>
                    <a:pt x="3992147" y="152143"/>
                  </a:lnTo>
                  <a:lnTo>
                    <a:pt x="4002966" y="154858"/>
                  </a:lnTo>
                  <a:lnTo>
                    <a:pt x="4008137" y="153799"/>
                  </a:lnTo>
                  <a:lnTo>
                    <a:pt x="4012794" y="153805"/>
                  </a:lnTo>
                  <a:lnTo>
                    <a:pt x="4018330" y="153403"/>
                  </a:lnTo>
                  <a:lnTo>
                    <a:pt x="4022578" y="153467"/>
                  </a:lnTo>
                  <a:lnTo>
                    <a:pt x="4025950" y="153935"/>
                  </a:lnTo>
                  <a:lnTo>
                    <a:pt x="4029970" y="152965"/>
                  </a:lnTo>
                  <a:lnTo>
                    <a:pt x="4033187" y="151652"/>
                  </a:lnTo>
                  <a:lnTo>
                    <a:pt x="4034799" y="152434"/>
                  </a:lnTo>
                  <a:lnTo>
                    <a:pt x="4035443" y="159469"/>
                  </a:lnTo>
                  <a:lnTo>
                    <a:pt x="4035660" y="163639"/>
                  </a:lnTo>
                  <a:lnTo>
                    <a:pt x="4037487" y="165203"/>
                  </a:lnTo>
                  <a:lnTo>
                    <a:pt x="4039422" y="163639"/>
                  </a:lnTo>
                  <a:lnTo>
                    <a:pt x="4040818" y="161555"/>
                  </a:lnTo>
                  <a:lnTo>
                    <a:pt x="4049387" y="162499"/>
                  </a:lnTo>
                  <a:lnTo>
                    <a:pt x="4052803" y="162617"/>
                  </a:lnTo>
                  <a:lnTo>
                    <a:pt x="4056077" y="163743"/>
                  </a:lnTo>
                  <a:lnTo>
                    <a:pt x="4059339" y="166377"/>
                  </a:lnTo>
                  <a:lnTo>
                    <a:pt x="4062485" y="165229"/>
                  </a:lnTo>
                  <a:lnTo>
                    <a:pt x="4064383" y="163645"/>
                  </a:lnTo>
                  <a:lnTo>
                    <a:pt x="4066937" y="162597"/>
                  </a:lnTo>
                  <a:lnTo>
                    <a:pt x="4067689" y="159989"/>
                  </a:lnTo>
                  <a:lnTo>
                    <a:pt x="4067998" y="155637"/>
                  </a:lnTo>
                  <a:lnTo>
                    <a:pt x="4067905" y="151389"/>
                  </a:lnTo>
                  <a:lnTo>
                    <a:pt x="4069408" y="150607"/>
                  </a:lnTo>
                  <a:lnTo>
                    <a:pt x="4070913" y="151389"/>
                  </a:lnTo>
                  <a:lnTo>
                    <a:pt x="4072963" y="153406"/>
                  </a:lnTo>
                  <a:lnTo>
                    <a:pt x="4077553" y="159801"/>
                  </a:lnTo>
                  <a:lnTo>
                    <a:pt x="4081083" y="163939"/>
                  </a:lnTo>
                  <a:lnTo>
                    <a:pt x="4082564" y="165919"/>
                  </a:lnTo>
                  <a:lnTo>
                    <a:pt x="4084714" y="167494"/>
                  </a:lnTo>
                  <a:lnTo>
                    <a:pt x="4089057" y="171329"/>
                  </a:lnTo>
                  <a:lnTo>
                    <a:pt x="4095036" y="172908"/>
                  </a:lnTo>
                  <a:lnTo>
                    <a:pt x="4100859" y="176015"/>
                  </a:lnTo>
                  <a:lnTo>
                    <a:pt x="4107656" y="175816"/>
                  </a:lnTo>
                  <a:lnTo>
                    <a:pt x="4112957" y="179729"/>
                  </a:lnTo>
                  <a:lnTo>
                    <a:pt x="4116545" y="176656"/>
                  </a:lnTo>
                  <a:lnTo>
                    <a:pt x="4118455" y="175949"/>
                  </a:lnTo>
                  <a:lnTo>
                    <a:pt x="4121201" y="176780"/>
                  </a:lnTo>
                  <a:lnTo>
                    <a:pt x="4124550" y="179455"/>
                  </a:lnTo>
                  <a:lnTo>
                    <a:pt x="4127165" y="180067"/>
                  </a:lnTo>
                  <a:lnTo>
                    <a:pt x="4136173" y="184447"/>
                  </a:lnTo>
                  <a:lnTo>
                    <a:pt x="4141019" y="186029"/>
                  </a:lnTo>
                  <a:lnTo>
                    <a:pt x="4142811" y="189240"/>
                  </a:lnTo>
                  <a:lnTo>
                    <a:pt x="4145185" y="192305"/>
                  </a:lnTo>
                  <a:lnTo>
                    <a:pt x="4145185" y="195433"/>
                  </a:lnTo>
                  <a:lnTo>
                    <a:pt x="4146207" y="199415"/>
                  </a:lnTo>
                  <a:lnTo>
                    <a:pt x="4151596" y="202537"/>
                  </a:lnTo>
                  <a:lnTo>
                    <a:pt x="4153728" y="205536"/>
                  </a:lnTo>
                  <a:lnTo>
                    <a:pt x="4156290" y="209529"/>
                  </a:lnTo>
                  <a:lnTo>
                    <a:pt x="4161013" y="224587"/>
                  </a:lnTo>
                  <a:lnTo>
                    <a:pt x="4163458" y="227227"/>
                  </a:lnTo>
                  <a:lnTo>
                    <a:pt x="4167004" y="226967"/>
                  </a:lnTo>
                  <a:lnTo>
                    <a:pt x="4170335" y="230875"/>
                  </a:lnTo>
                  <a:lnTo>
                    <a:pt x="4171411" y="230352"/>
                  </a:lnTo>
                  <a:lnTo>
                    <a:pt x="4171519" y="228791"/>
                  </a:lnTo>
                  <a:lnTo>
                    <a:pt x="4168510" y="218625"/>
                  </a:lnTo>
                  <a:lnTo>
                    <a:pt x="4168294" y="213154"/>
                  </a:lnTo>
                  <a:lnTo>
                    <a:pt x="4170659" y="210026"/>
                  </a:lnTo>
                  <a:lnTo>
                    <a:pt x="4176251" y="209157"/>
                  </a:lnTo>
                  <a:lnTo>
                    <a:pt x="4180536" y="214972"/>
                  </a:lnTo>
                  <a:lnTo>
                    <a:pt x="4184464" y="218504"/>
                  </a:lnTo>
                  <a:lnTo>
                    <a:pt x="4187118" y="219136"/>
                  </a:lnTo>
                  <a:lnTo>
                    <a:pt x="4192382" y="218966"/>
                  </a:lnTo>
                  <a:lnTo>
                    <a:pt x="4197315" y="215240"/>
                  </a:lnTo>
                  <a:lnTo>
                    <a:pt x="4201127" y="216602"/>
                  </a:lnTo>
                  <a:lnTo>
                    <a:pt x="4207140" y="217023"/>
                  </a:lnTo>
                  <a:lnTo>
                    <a:pt x="4214995" y="219225"/>
                  </a:lnTo>
                  <a:lnTo>
                    <a:pt x="4218385" y="218856"/>
                  </a:lnTo>
                  <a:lnTo>
                    <a:pt x="4224416" y="219785"/>
                  </a:lnTo>
                  <a:lnTo>
                    <a:pt x="4231751" y="222948"/>
                  </a:lnTo>
                  <a:lnTo>
                    <a:pt x="4235902" y="224099"/>
                  </a:lnTo>
                  <a:lnTo>
                    <a:pt x="4236763" y="225403"/>
                  </a:lnTo>
                  <a:lnTo>
                    <a:pt x="4238698" y="227487"/>
                  </a:lnTo>
                  <a:lnTo>
                    <a:pt x="4239665" y="230092"/>
                  </a:lnTo>
                  <a:lnTo>
                    <a:pt x="4240739" y="232439"/>
                  </a:lnTo>
                  <a:lnTo>
                    <a:pt x="4243254" y="235119"/>
                  </a:lnTo>
                  <a:lnTo>
                    <a:pt x="4245815" y="235538"/>
                  </a:lnTo>
                  <a:lnTo>
                    <a:pt x="4250873" y="237826"/>
                  </a:lnTo>
                  <a:lnTo>
                    <a:pt x="4261427" y="244815"/>
                  </a:lnTo>
                  <a:lnTo>
                    <a:pt x="4265243" y="246864"/>
                  </a:lnTo>
                  <a:lnTo>
                    <a:pt x="4267502" y="248336"/>
                  </a:lnTo>
                  <a:lnTo>
                    <a:pt x="4268577" y="246512"/>
                  </a:lnTo>
                  <a:lnTo>
                    <a:pt x="4268898" y="242824"/>
                  </a:lnTo>
                  <a:lnTo>
                    <a:pt x="4270835" y="242080"/>
                  </a:lnTo>
                  <a:lnTo>
                    <a:pt x="4272877" y="247554"/>
                  </a:lnTo>
                  <a:lnTo>
                    <a:pt x="4275027" y="251723"/>
                  </a:lnTo>
                  <a:lnTo>
                    <a:pt x="4275994" y="255371"/>
                  </a:lnTo>
                  <a:lnTo>
                    <a:pt x="4273755" y="258326"/>
                  </a:lnTo>
                  <a:lnTo>
                    <a:pt x="4270512" y="257717"/>
                  </a:lnTo>
                  <a:lnTo>
                    <a:pt x="4268255" y="257717"/>
                  </a:lnTo>
                  <a:lnTo>
                    <a:pt x="4265891" y="262669"/>
                  </a:lnTo>
                  <a:lnTo>
                    <a:pt x="4264958" y="271158"/>
                  </a:lnTo>
                  <a:lnTo>
                    <a:pt x="4267074" y="271008"/>
                  </a:lnTo>
                  <a:lnTo>
                    <a:pt x="4268685" y="270226"/>
                  </a:lnTo>
                  <a:lnTo>
                    <a:pt x="4269008" y="273354"/>
                  </a:lnTo>
                  <a:lnTo>
                    <a:pt x="4268040" y="275960"/>
                  </a:lnTo>
                  <a:lnTo>
                    <a:pt x="4266106" y="277002"/>
                  </a:lnTo>
                  <a:lnTo>
                    <a:pt x="4262781" y="275028"/>
                  </a:lnTo>
                  <a:lnTo>
                    <a:pt x="4258703" y="273640"/>
                  </a:lnTo>
                  <a:lnTo>
                    <a:pt x="4254219" y="273106"/>
                  </a:lnTo>
                  <a:lnTo>
                    <a:pt x="4249910" y="270616"/>
                  </a:lnTo>
                  <a:lnTo>
                    <a:pt x="4248172" y="270457"/>
                  </a:lnTo>
                  <a:lnTo>
                    <a:pt x="4246371" y="270584"/>
                  </a:lnTo>
                  <a:lnTo>
                    <a:pt x="4248726" y="273221"/>
                  </a:lnTo>
                  <a:lnTo>
                    <a:pt x="4251144" y="275579"/>
                  </a:lnTo>
                  <a:lnTo>
                    <a:pt x="4256622" y="277613"/>
                  </a:lnTo>
                  <a:lnTo>
                    <a:pt x="4263436" y="280791"/>
                  </a:lnTo>
                  <a:lnTo>
                    <a:pt x="4263633" y="282735"/>
                  </a:lnTo>
                  <a:lnTo>
                    <a:pt x="4262016" y="285168"/>
                  </a:lnTo>
                  <a:lnTo>
                    <a:pt x="4259979" y="290293"/>
                  </a:lnTo>
                  <a:lnTo>
                    <a:pt x="4253744" y="294725"/>
                  </a:lnTo>
                  <a:lnTo>
                    <a:pt x="4250119" y="291499"/>
                  </a:lnTo>
                  <a:lnTo>
                    <a:pt x="4245797" y="290752"/>
                  </a:lnTo>
                  <a:lnTo>
                    <a:pt x="4243642" y="292639"/>
                  </a:lnTo>
                  <a:lnTo>
                    <a:pt x="4239359" y="292422"/>
                  </a:lnTo>
                  <a:lnTo>
                    <a:pt x="4230860" y="293155"/>
                  </a:lnTo>
                  <a:lnTo>
                    <a:pt x="4227534" y="289136"/>
                  </a:lnTo>
                  <a:lnTo>
                    <a:pt x="4222294" y="286914"/>
                  </a:lnTo>
                  <a:lnTo>
                    <a:pt x="4222467" y="288729"/>
                  </a:lnTo>
                  <a:lnTo>
                    <a:pt x="4226939" y="295432"/>
                  </a:lnTo>
                  <a:lnTo>
                    <a:pt x="4231712" y="296953"/>
                  </a:lnTo>
                  <a:lnTo>
                    <a:pt x="4236468" y="298756"/>
                  </a:lnTo>
                  <a:lnTo>
                    <a:pt x="4237604" y="300453"/>
                  </a:lnTo>
                  <a:lnTo>
                    <a:pt x="4235473" y="302020"/>
                  </a:lnTo>
                  <a:lnTo>
                    <a:pt x="4232576" y="301807"/>
                  </a:lnTo>
                  <a:lnTo>
                    <a:pt x="4228915" y="304888"/>
                  </a:lnTo>
                  <a:lnTo>
                    <a:pt x="4222001" y="304375"/>
                  </a:lnTo>
                  <a:lnTo>
                    <a:pt x="4218718" y="304577"/>
                  </a:lnTo>
                  <a:lnTo>
                    <a:pt x="4216788" y="305844"/>
                  </a:lnTo>
                  <a:lnTo>
                    <a:pt x="4215071" y="306317"/>
                  </a:lnTo>
                  <a:lnTo>
                    <a:pt x="4216417" y="307443"/>
                  </a:lnTo>
                  <a:lnTo>
                    <a:pt x="4218068" y="310527"/>
                  </a:lnTo>
                  <a:lnTo>
                    <a:pt x="4215719" y="313118"/>
                  </a:lnTo>
                  <a:lnTo>
                    <a:pt x="4213530" y="314414"/>
                  </a:lnTo>
                  <a:lnTo>
                    <a:pt x="4211278" y="313805"/>
                  </a:lnTo>
                  <a:lnTo>
                    <a:pt x="4208817" y="314789"/>
                  </a:lnTo>
                  <a:lnTo>
                    <a:pt x="4207634" y="311924"/>
                  </a:lnTo>
                  <a:lnTo>
                    <a:pt x="4207568" y="305682"/>
                  </a:lnTo>
                  <a:lnTo>
                    <a:pt x="4206166" y="300110"/>
                  </a:lnTo>
                  <a:lnTo>
                    <a:pt x="4204648" y="299870"/>
                  </a:lnTo>
                  <a:lnTo>
                    <a:pt x="4202309" y="300528"/>
                  </a:lnTo>
                  <a:lnTo>
                    <a:pt x="4201537" y="305315"/>
                  </a:lnTo>
                  <a:lnTo>
                    <a:pt x="4203220" y="313557"/>
                  </a:lnTo>
                  <a:lnTo>
                    <a:pt x="4204343" y="316163"/>
                  </a:lnTo>
                  <a:lnTo>
                    <a:pt x="4203442" y="318440"/>
                  </a:lnTo>
                  <a:lnTo>
                    <a:pt x="4201854" y="319195"/>
                  </a:lnTo>
                  <a:lnTo>
                    <a:pt x="4205042" y="326139"/>
                  </a:lnTo>
                  <a:lnTo>
                    <a:pt x="4207794" y="330946"/>
                  </a:lnTo>
                  <a:lnTo>
                    <a:pt x="4209461" y="332513"/>
                  </a:lnTo>
                  <a:lnTo>
                    <a:pt x="4209568" y="334859"/>
                  </a:lnTo>
                  <a:lnTo>
                    <a:pt x="4208279" y="335898"/>
                  </a:lnTo>
                  <a:lnTo>
                    <a:pt x="4204603" y="334980"/>
                  </a:lnTo>
                  <a:lnTo>
                    <a:pt x="4202797" y="335442"/>
                  </a:lnTo>
                  <a:lnTo>
                    <a:pt x="4200798" y="335147"/>
                  </a:lnTo>
                  <a:lnTo>
                    <a:pt x="4197407" y="334114"/>
                  </a:lnTo>
                  <a:lnTo>
                    <a:pt x="4194522" y="333814"/>
                  </a:lnTo>
                  <a:lnTo>
                    <a:pt x="4191619" y="335119"/>
                  </a:lnTo>
                  <a:lnTo>
                    <a:pt x="4189174" y="335012"/>
                  </a:lnTo>
                  <a:lnTo>
                    <a:pt x="4186997" y="330686"/>
                  </a:lnTo>
                  <a:lnTo>
                    <a:pt x="4185063" y="329644"/>
                  </a:lnTo>
                  <a:lnTo>
                    <a:pt x="4183450" y="330949"/>
                  </a:lnTo>
                  <a:lnTo>
                    <a:pt x="4182254" y="336140"/>
                  </a:lnTo>
                  <a:lnTo>
                    <a:pt x="4179741" y="337739"/>
                  </a:lnTo>
                  <a:lnTo>
                    <a:pt x="4177192" y="340105"/>
                  </a:lnTo>
                  <a:lnTo>
                    <a:pt x="4175389" y="342676"/>
                  </a:lnTo>
                  <a:lnTo>
                    <a:pt x="4174530" y="352839"/>
                  </a:lnTo>
                  <a:lnTo>
                    <a:pt x="4173024" y="354923"/>
                  </a:lnTo>
                  <a:lnTo>
                    <a:pt x="4170776" y="354833"/>
                  </a:lnTo>
                  <a:lnTo>
                    <a:pt x="4169097" y="355633"/>
                  </a:lnTo>
                  <a:lnTo>
                    <a:pt x="4166934" y="354813"/>
                  </a:lnTo>
                  <a:lnTo>
                    <a:pt x="4164122" y="354337"/>
                  </a:lnTo>
                  <a:lnTo>
                    <a:pt x="4154752" y="357791"/>
                  </a:lnTo>
                  <a:lnTo>
                    <a:pt x="4156240" y="359600"/>
                  </a:lnTo>
                  <a:lnTo>
                    <a:pt x="4158610" y="359312"/>
                  </a:lnTo>
                  <a:lnTo>
                    <a:pt x="4166851" y="359846"/>
                  </a:lnTo>
                  <a:lnTo>
                    <a:pt x="4170338" y="361698"/>
                  </a:lnTo>
                  <a:lnTo>
                    <a:pt x="4170940" y="366272"/>
                  </a:lnTo>
                  <a:lnTo>
                    <a:pt x="4172316" y="368188"/>
                  </a:lnTo>
                  <a:lnTo>
                    <a:pt x="4175066" y="370300"/>
                  </a:lnTo>
                  <a:lnTo>
                    <a:pt x="4177216" y="371342"/>
                  </a:lnTo>
                  <a:lnTo>
                    <a:pt x="4177968" y="372906"/>
                  </a:lnTo>
                  <a:lnTo>
                    <a:pt x="4177107" y="376031"/>
                  </a:lnTo>
                  <a:lnTo>
                    <a:pt x="4175927" y="378900"/>
                  </a:lnTo>
                  <a:lnTo>
                    <a:pt x="4173347" y="382028"/>
                  </a:lnTo>
                  <a:lnTo>
                    <a:pt x="4174099" y="383589"/>
                  </a:lnTo>
                  <a:lnTo>
                    <a:pt x="4176893" y="384111"/>
                  </a:lnTo>
                  <a:lnTo>
                    <a:pt x="4178076" y="391149"/>
                  </a:lnTo>
                  <a:lnTo>
                    <a:pt x="4176248" y="394274"/>
                  </a:lnTo>
                  <a:lnTo>
                    <a:pt x="4177109" y="396880"/>
                  </a:lnTo>
                  <a:lnTo>
                    <a:pt x="4177323" y="399486"/>
                  </a:lnTo>
                  <a:lnTo>
                    <a:pt x="4175455" y="401939"/>
                  </a:lnTo>
                  <a:lnTo>
                    <a:pt x="4173992" y="403136"/>
                  </a:lnTo>
                  <a:lnTo>
                    <a:pt x="4173514" y="405690"/>
                  </a:lnTo>
                  <a:lnTo>
                    <a:pt x="4176303" y="407199"/>
                  </a:lnTo>
                  <a:lnTo>
                    <a:pt x="4178388" y="407696"/>
                  </a:lnTo>
                  <a:lnTo>
                    <a:pt x="4181273" y="407955"/>
                  </a:lnTo>
                  <a:lnTo>
                    <a:pt x="4183259" y="410737"/>
                  </a:lnTo>
                  <a:lnTo>
                    <a:pt x="4185802" y="414959"/>
                  </a:lnTo>
                  <a:lnTo>
                    <a:pt x="4187619" y="418459"/>
                  </a:lnTo>
                  <a:lnTo>
                    <a:pt x="4187759" y="424207"/>
                  </a:lnTo>
                  <a:lnTo>
                    <a:pt x="4189552" y="427682"/>
                  </a:lnTo>
                  <a:lnTo>
                    <a:pt x="4192952" y="429889"/>
                  </a:lnTo>
                  <a:lnTo>
                    <a:pt x="4192845" y="432206"/>
                  </a:lnTo>
                  <a:lnTo>
                    <a:pt x="4195229" y="432916"/>
                  </a:lnTo>
                  <a:lnTo>
                    <a:pt x="4197531" y="433106"/>
                  </a:lnTo>
                  <a:lnTo>
                    <a:pt x="4198391" y="435190"/>
                  </a:lnTo>
                  <a:lnTo>
                    <a:pt x="4197638" y="437796"/>
                  </a:lnTo>
                  <a:lnTo>
                    <a:pt x="4193715" y="440886"/>
                  </a:lnTo>
                  <a:lnTo>
                    <a:pt x="4192128" y="443163"/>
                  </a:lnTo>
                  <a:lnTo>
                    <a:pt x="4196025" y="443529"/>
                  </a:lnTo>
                  <a:lnTo>
                    <a:pt x="4200056" y="445876"/>
                  </a:lnTo>
                  <a:lnTo>
                    <a:pt x="4205205" y="443229"/>
                  </a:lnTo>
                  <a:lnTo>
                    <a:pt x="4207928" y="440350"/>
                  </a:lnTo>
                  <a:lnTo>
                    <a:pt x="4209677" y="437796"/>
                  </a:lnTo>
                  <a:lnTo>
                    <a:pt x="4210974" y="438428"/>
                  </a:lnTo>
                  <a:lnTo>
                    <a:pt x="4211098" y="441094"/>
                  </a:lnTo>
                  <a:lnTo>
                    <a:pt x="4212668" y="445581"/>
                  </a:lnTo>
                  <a:lnTo>
                    <a:pt x="4219318" y="449895"/>
                  </a:lnTo>
                  <a:lnTo>
                    <a:pt x="4222995" y="451246"/>
                  </a:lnTo>
                  <a:lnTo>
                    <a:pt x="4226539" y="451961"/>
                  </a:lnTo>
                  <a:lnTo>
                    <a:pt x="4229670" y="451869"/>
                  </a:lnTo>
                  <a:lnTo>
                    <a:pt x="4230550" y="454460"/>
                  </a:lnTo>
                  <a:lnTo>
                    <a:pt x="4229560" y="456821"/>
                  </a:lnTo>
                  <a:lnTo>
                    <a:pt x="4227135" y="456639"/>
                  </a:lnTo>
                  <a:lnTo>
                    <a:pt x="4223169" y="457083"/>
                  </a:lnTo>
                  <a:lnTo>
                    <a:pt x="4220267" y="455101"/>
                  </a:lnTo>
                  <a:lnTo>
                    <a:pt x="4218199" y="453425"/>
                  </a:lnTo>
                  <a:lnTo>
                    <a:pt x="4200137" y="454374"/>
                  </a:lnTo>
                  <a:lnTo>
                    <a:pt x="4196064" y="455167"/>
                  </a:lnTo>
                  <a:lnTo>
                    <a:pt x="4191204" y="457738"/>
                  </a:lnTo>
                  <a:lnTo>
                    <a:pt x="4186345" y="458965"/>
                  </a:lnTo>
                  <a:lnTo>
                    <a:pt x="4178936" y="461513"/>
                  </a:lnTo>
                  <a:lnTo>
                    <a:pt x="4175820" y="463077"/>
                  </a:lnTo>
                  <a:lnTo>
                    <a:pt x="4167716" y="457063"/>
                  </a:lnTo>
                  <a:lnTo>
                    <a:pt x="4165070" y="452651"/>
                  </a:lnTo>
                  <a:lnTo>
                    <a:pt x="4163995" y="452391"/>
                  </a:lnTo>
                  <a:lnTo>
                    <a:pt x="4162060" y="453433"/>
                  </a:lnTo>
                  <a:lnTo>
                    <a:pt x="4161955" y="456561"/>
                  </a:lnTo>
                  <a:lnTo>
                    <a:pt x="4165752" y="463362"/>
                  </a:lnTo>
                  <a:lnTo>
                    <a:pt x="4167435" y="465160"/>
                  </a:lnTo>
                  <a:lnTo>
                    <a:pt x="4167435" y="466984"/>
                  </a:lnTo>
                  <a:lnTo>
                    <a:pt x="4166372" y="467899"/>
                  </a:lnTo>
                  <a:lnTo>
                    <a:pt x="4164825" y="467870"/>
                  </a:lnTo>
                  <a:lnTo>
                    <a:pt x="4162495" y="466543"/>
                  </a:lnTo>
                  <a:lnTo>
                    <a:pt x="4158161" y="465469"/>
                  </a:lnTo>
                  <a:lnTo>
                    <a:pt x="4154298" y="467567"/>
                  </a:lnTo>
                  <a:lnTo>
                    <a:pt x="4149535" y="472051"/>
                  </a:lnTo>
                  <a:lnTo>
                    <a:pt x="4150567" y="475032"/>
                  </a:lnTo>
                  <a:lnTo>
                    <a:pt x="4151820" y="476703"/>
                  </a:lnTo>
                  <a:lnTo>
                    <a:pt x="4151526" y="478711"/>
                  </a:lnTo>
                  <a:lnTo>
                    <a:pt x="4146201" y="482480"/>
                  </a:lnTo>
                  <a:lnTo>
                    <a:pt x="4144480" y="482682"/>
                  </a:lnTo>
                  <a:lnTo>
                    <a:pt x="4143358" y="483404"/>
                  </a:lnTo>
                  <a:lnTo>
                    <a:pt x="4144671" y="484789"/>
                  </a:lnTo>
                  <a:lnTo>
                    <a:pt x="4147586" y="484878"/>
                  </a:lnTo>
                  <a:lnTo>
                    <a:pt x="4147872" y="486532"/>
                  </a:lnTo>
                  <a:lnTo>
                    <a:pt x="4146880" y="487865"/>
                  </a:lnTo>
                  <a:lnTo>
                    <a:pt x="4142091" y="489437"/>
                  </a:lnTo>
                  <a:lnTo>
                    <a:pt x="4142391" y="491480"/>
                  </a:lnTo>
                  <a:lnTo>
                    <a:pt x="4145010" y="492470"/>
                  </a:lnTo>
                  <a:lnTo>
                    <a:pt x="4148372" y="492086"/>
                  </a:lnTo>
                  <a:lnTo>
                    <a:pt x="4150453" y="493567"/>
                  </a:lnTo>
                  <a:lnTo>
                    <a:pt x="4150462" y="495959"/>
                  </a:lnTo>
                  <a:lnTo>
                    <a:pt x="4148304" y="497257"/>
                  </a:lnTo>
                  <a:lnTo>
                    <a:pt x="4145838" y="498250"/>
                  </a:lnTo>
                  <a:lnTo>
                    <a:pt x="4128631" y="504316"/>
                  </a:lnTo>
                  <a:lnTo>
                    <a:pt x="4126107" y="505958"/>
                  </a:lnTo>
                  <a:lnTo>
                    <a:pt x="4126269" y="508159"/>
                  </a:lnTo>
                  <a:lnTo>
                    <a:pt x="4132259" y="508725"/>
                  </a:lnTo>
                  <a:lnTo>
                    <a:pt x="4150260" y="508206"/>
                  </a:lnTo>
                  <a:lnTo>
                    <a:pt x="4151419" y="508942"/>
                  </a:lnTo>
                  <a:lnTo>
                    <a:pt x="4151005" y="510647"/>
                  </a:lnTo>
                  <a:lnTo>
                    <a:pt x="4150005" y="512886"/>
                  </a:lnTo>
                  <a:lnTo>
                    <a:pt x="4150981" y="514456"/>
                  </a:lnTo>
                  <a:lnTo>
                    <a:pt x="4153685" y="515564"/>
                  </a:lnTo>
                  <a:lnTo>
                    <a:pt x="4153771" y="517215"/>
                  </a:lnTo>
                  <a:lnTo>
                    <a:pt x="4152427" y="517901"/>
                  </a:lnTo>
                  <a:lnTo>
                    <a:pt x="4149777" y="518675"/>
                  </a:lnTo>
                  <a:lnTo>
                    <a:pt x="4146823" y="518894"/>
                  </a:lnTo>
                  <a:lnTo>
                    <a:pt x="4147013" y="520669"/>
                  </a:lnTo>
                  <a:lnTo>
                    <a:pt x="4151052" y="522276"/>
                  </a:lnTo>
                  <a:lnTo>
                    <a:pt x="4152388" y="522461"/>
                  </a:lnTo>
                  <a:lnTo>
                    <a:pt x="4152524" y="528532"/>
                  </a:lnTo>
                  <a:lnTo>
                    <a:pt x="4152387" y="531095"/>
                  </a:lnTo>
                  <a:lnTo>
                    <a:pt x="4150234" y="532338"/>
                  </a:lnTo>
                  <a:lnTo>
                    <a:pt x="4149485" y="533178"/>
                  </a:lnTo>
                  <a:lnTo>
                    <a:pt x="4149378" y="535262"/>
                  </a:lnTo>
                  <a:lnTo>
                    <a:pt x="4154716" y="536727"/>
                  </a:lnTo>
                  <a:lnTo>
                    <a:pt x="4162934" y="543214"/>
                  </a:lnTo>
                  <a:lnTo>
                    <a:pt x="4164738" y="543235"/>
                  </a:lnTo>
                  <a:lnTo>
                    <a:pt x="4167979" y="544492"/>
                  </a:lnTo>
                  <a:lnTo>
                    <a:pt x="4173210" y="547799"/>
                  </a:lnTo>
                  <a:lnTo>
                    <a:pt x="4175054" y="549782"/>
                  </a:lnTo>
                  <a:lnTo>
                    <a:pt x="4178035" y="550792"/>
                  </a:lnTo>
                  <a:lnTo>
                    <a:pt x="4178439" y="552402"/>
                  </a:lnTo>
                  <a:lnTo>
                    <a:pt x="4180266" y="553828"/>
                  </a:lnTo>
                  <a:lnTo>
                    <a:pt x="4187555" y="558309"/>
                  </a:lnTo>
                  <a:lnTo>
                    <a:pt x="4188502" y="560280"/>
                  </a:lnTo>
                  <a:lnTo>
                    <a:pt x="4173225" y="564037"/>
                  </a:lnTo>
                  <a:lnTo>
                    <a:pt x="4157869" y="566796"/>
                  </a:lnTo>
                  <a:lnTo>
                    <a:pt x="4159291" y="569223"/>
                  </a:lnTo>
                  <a:lnTo>
                    <a:pt x="4175872" y="568975"/>
                  </a:lnTo>
                  <a:lnTo>
                    <a:pt x="4180358" y="570553"/>
                  </a:lnTo>
                  <a:lnTo>
                    <a:pt x="4182343" y="570080"/>
                  </a:lnTo>
                  <a:lnTo>
                    <a:pt x="4183487" y="568435"/>
                  </a:lnTo>
                  <a:lnTo>
                    <a:pt x="4192418" y="566470"/>
                  </a:lnTo>
                  <a:lnTo>
                    <a:pt x="4201507" y="565218"/>
                  </a:lnTo>
                  <a:lnTo>
                    <a:pt x="4204345" y="566121"/>
                  </a:lnTo>
                  <a:lnTo>
                    <a:pt x="4216552" y="573352"/>
                  </a:lnTo>
                  <a:lnTo>
                    <a:pt x="4222210" y="576085"/>
                  </a:lnTo>
                  <a:lnTo>
                    <a:pt x="4225821" y="577115"/>
                  </a:lnTo>
                  <a:lnTo>
                    <a:pt x="4228435" y="577340"/>
                  </a:lnTo>
                  <a:lnTo>
                    <a:pt x="4230380" y="578422"/>
                  </a:lnTo>
                  <a:lnTo>
                    <a:pt x="4232269" y="580731"/>
                  </a:lnTo>
                  <a:lnTo>
                    <a:pt x="4231798" y="582886"/>
                  </a:lnTo>
                  <a:lnTo>
                    <a:pt x="4232588" y="583876"/>
                  </a:lnTo>
                  <a:lnTo>
                    <a:pt x="4233892" y="584260"/>
                  </a:lnTo>
                  <a:lnTo>
                    <a:pt x="4236299" y="585697"/>
                  </a:lnTo>
                  <a:lnTo>
                    <a:pt x="4239048" y="585203"/>
                  </a:lnTo>
                  <a:lnTo>
                    <a:pt x="4242269" y="583547"/>
                  </a:lnTo>
                  <a:lnTo>
                    <a:pt x="4244513" y="583916"/>
                  </a:lnTo>
                  <a:lnTo>
                    <a:pt x="4248551" y="586225"/>
                  </a:lnTo>
                  <a:lnTo>
                    <a:pt x="4247020" y="588040"/>
                  </a:lnTo>
                  <a:lnTo>
                    <a:pt x="4246127" y="588877"/>
                  </a:lnTo>
                  <a:lnTo>
                    <a:pt x="4245050" y="590522"/>
                  </a:lnTo>
                  <a:lnTo>
                    <a:pt x="4244078" y="591087"/>
                  </a:lnTo>
                  <a:lnTo>
                    <a:pt x="4240821" y="591480"/>
                  </a:lnTo>
                  <a:lnTo>
                    <a:pt x="4239022" y="591474"/>
                  </a:lnTo>
                  <a:lnTo>
                    <a:pt x="4237182" y="591133"/>
                  </a:lnTo>
                  <a:lnTo>
                    <a:pt x="4236977" y="592337"/>
                  </a:lnTo>
                  <a:lnTo>
                    <a:pt x="4239234" y="593638"/>
                  </a:lnTo>
                  <a:lnTo>
                    <a:pt x="4242491" y="594992"/>
                  </a:lnTo>
                  <a:lnTo>
                    <a:pt x="4263549" y="596085"/>
                  </a:lnTo>
                  <a:lnTo>
                    <a:pt x="4269571" y="598443"/>
                  </a:lnTo>
                  <a:lnTo>
                    <a:pt x="4275487" y="597170"/>
                  </a:lnTo>
                  <a:lnTo>
                    <a:pt x="4278147" y="597545"/>
                  </a:lnTo>
                  <a:lnTo>
                    <a:pt x="4280401" y="598330"/>
                  </a:lnTo>
                  <a:lnTo>
                    <a:pt x="4281237" y="600708"/>
                  </a:lnTo>
                  <a:lnTo>
                    <a:pt x="4284257" y="601473"/>
                  </a:lnTo>
                  <a:lnTo>
                    <a:pt x="4288889" y="603325"/>
                  </a:lnTo>
                  <a:lnTo>
                    <a:pt x="4295384" y="604252"/>
                  </a:lnTo>
                  <a:lnTo>
                    <a:pt x="4300549" y="604185"/>
                  </a:lnTo>
                  <a:lnTo>
                    <a:pt x="4306927" y="606716"/>
                  </a:lnTo>
                  <a:lnTo>
                    <a:pt x="4310152" y="606779"/>
                  </a:lnTo>
                  <a:lnTo>
                    <a:pt x="4312108" y="608234"/>
                  </a:lnTo>
                  <a:lnTo>
                    <a:pt x="4326595" y="609088"/>
                  </a:lnTo>
                  <a:lnTo>
                    <a:pt x="4328744" y="610222"/>
                  </a:lnTo>
                  <a:lnTo>
                    <a:pt x="4330395" y="612072"/>
                  </a:lnTo>
                  <a:lnTo>
                    <a:pt x="4333843" y="612886"/>
                  </a:lnTo>
                  <a:lnTo>
                    <a:pt x="4337566" y="613050"/>
                  </a:lnTo>
                  <a:lnTo>
                    <a:pt x="4357916" y="616057"/>
                  </a:lnTo>
                  <a:lnTo>
                    <a:pt x="4365564" y="617681"/>
                  </a:lnTo>
                  <a:lnTo>
                    <a:pt x="4367320" y="617586"/>
                  </a:lnTo>
                  <a:lnTo>
                    <a:pt x="4369067" y="617854"/>
                  </a:lnTo>
                  <a:lnTo>
                    <a:pt x="4374532" y="619205"/>
                  </a:lnTo>
                  <a:lnTo>
                    <a:pt x="4380121" y="619935"/>
                  </a:lnTo>
                  <a:lnTo>
                    <a:pt x="4382769" y="621773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g125"/>
            <p:cNvSpPr/>
            <p:nvPr/>
          </p:nvSpPr>
          <p:spPr>
            <a:xfrm>
              <a:off x="2645084" y="5499452"/>
              <a:ext cx="17429" cy="9130"/>
            </a:xfrm>
            <a:custGeom>
              <a:avLst/>
              <a:pathLst>
                <a:path w="17429" h="9130">
                  <a:moveTo>
                    <a:pt x="11910" y="1336"/>
                  </a:moveTo>
                  <a:lnTo>
                    <a:pt x="12663" y="2106"/>
                  </a:lnTo>
                  <a:lnTo>
                    <a:pt x="15719" y="2077"/>
                  </a:lnTo>
                  <a:lnTo>
                    <a:pt x="16441" y="2259"/>
                  </a:lnTo>
                  <a:lnTo>
                    <a:pt x="17048" y="3575"/>
                  </a:lnTo>
                  <a:lnTo>
                    <a:pt x="17429" y="5791"/>
                  </a:lnTo>
                  <a:lnTo>
                    <a:pt x="16434" y="6642"/>
                  </a:lnTo>
                  <a:lnTo>
                    <a:pt x="11110" y="6132"/>
                  </a:lnTo>
                  <a:lnTo>
                    <a:pt x="9202" y="4974"/>
                  </a:lnTo>
                  <a:lnTo>
                    <a:pt x="8224" y="5026"/>
                  </a:lnTo>
                  <a:lnTo>
                    <a:pt x="6047" y="6299"/>
                  </a:lnTo>
                  <a:lnTo>
                    <a:pt x="5146" y="7514"/>
                  </a:lnTo>
                  <a:lnTo>
                    <a:pt x="1545" y="9130"/>
                  </a:lnTo>
                  <a:lnTo>
                    <a:pt x="517" y="8561"/>
                  </a:lnTo>
                  <a:lnTo>
                    <a:pt x="76" y="6775"/>
                  </a:lnTo>
                  <a:lnTo>
                    <a:pt x="0" y="6085"/>
                  </a:lnTo>
                  <a:lnTo>
                    <a:pt x="365" y="5612"/>
                  </a:lnTo>
                  <a:lnTo>
                    <a:pt x="545" y="5130"/>
                  </a:lnTo>
                  <a:lnTo>
                    <a:pt x="479" y="4585"/>
                  </a:lnTo>
                  <a:lnTo>
                    <a:pt x="1465" y="3125"/>
                  </a:lnTo>
                  <a:lnTo>
                    <a:pt x="5644" y="851"/>
                  </a:lnTo>
                  <a:lnTo>
                    <a:pt x="11159" y="0"/>
                  </a:lnTo>
                  <a:lnTo>
                    <a:pt x="11902" y="842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g126"/>
            <p:cNvSpPr/>
            <p:nvPr/>
          </p:nvSpPr>
          <p:spPr>
            <a:xfrm>
              <a:off x="2643758" y="5495135"/>
              <a:ext cx="6863" cy="5641"/>
            </a:xfrm>
            <a:custGeom>
              <a:avLst/>
              <a:pathLst>
                <a:path w="6863" h="5641">
                  <a:moveTo>
                    <a:pt x="6754" y="2845"/>
                  </a:moveTo>
                  <a:lnTo>
                    <a:pt x="4328" y="5641"/>
                  </a:lnTo>
                  <a:lnTo>
                    <a:pt x="3169" y="5514"/>
                  </a:lnTo>
                  <a:lnTo>
                    <a:pt x="832" y="3430"/>
                  </a:lnTo>
                  <a:lnTo>
                    <a:pt x="166" y="2345"/>
                  </a:lnTo>
                  <a:lnTo>
                    <a:pt x="0" y="1858"/>
                  </a:lnTo>
                  <a:lnTo>
                    <a:pt x="1530" y="0"/>
                  </a:lnTo>
                  <a:lnTo>
                    <a:pt x="5774" y="680"/>
                  </a:lnTo>
                  <a:lnTo>
                    <a:pt x="6732" y="900"/>
                  </a:lnTo>
                  <a:lnTo>
                    <a:pt x="6772" y="1073"/>
                  </a:lnTo>
                  <a:lnTo>
                    <a:pt x="6863" y="2141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g127"/>
            <p:cNvSpPr/>
            <p:nvPr/>
          </p:nvSpPr>
          <p:spPr>
            <a:xfrm>
              <a:off x="2593470" y="5492564"/>
              <a:ext cx="2870" cy="3627"/>
            </a:xfrm>
            <a:custGeom>
              <a:avLst/>
              <a:pathLst>
                <a:path w="2870" h="3627">
                  <a:moveTo>
                    <a:pt x="2870" y="2132"/>
                  </a:moveTo>
                  <a:lnTo>
                    <a:pt x="2263" y="2432"/>
                  </a:lnTo>
                  <a:lnTo>
                    <a:pt x="1471" y="2181"/>
                  </a:lnTo>
                  <a:lnTo>
                    <a:pt x="1495" y="2700"/>
                  </a:lnTo>
                  <a:lnTo>
                    <a:pt x="2154" y="3361"/>
                  </a:lnTo>
                  <a:lnTo>
                    <a:pt x="1447" y="3627"/>
                  </a:lnTo>
                  <a:lnTo>
                    <a:pt x="579" y="2969"/>
                  </a:lnTo>
                  <a:lnTo>
                    <a:pt x="0" y="1578"/>
                  </a:lnTo>
                  <a:lnTo>
                    <a:pt x="421" y="305"/>
                  </a:lnTo>
                  <a:lnTo>
                    <a:pt x="1255" y="0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g128"/>
            <p:cNvSpPr/>
            <p:nvPr/>
          </p:nvSpPr>
          <p:spPr>
            <a:xfrm>
              <a:off x="2570133" y="5491940"/>
              <a:ext cx="4117" cy="5901"/>
            </a:xfrm>
            <a:custGeom>
              <a:avLst/>
              <a:pathLst>
                <a:path w="4117" h="5901">
                  <a:moveTo>
                    <a:pt x="489" y="5768"/>
                  </a:moveTo>
                  <a:lnTo>
                    <a:pt x="0" y="5901"/>
                  </a:lnTo>
                  <a:lnTo>
                    <a:pt x="199" y="4663"/>
                  </a:lnTo>
                  <a:lnTo>
                    <a:pt x="1562" y="1468"/>
                  </a:lnTo>
                  <a:lnTo>
                    <a:pt x="4117" y="0"/>
                  </a:lnTo>
                  <a:lnTo>
                    <a:pt x="3793" y="1290"/>
                  </a:lnTo>
                  <a:lnTo>
                    <a:pt x="2971" y="2880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g129"/>
            <p:cNvSpPr/>
            <p:nvPr/>
          </p:nvSpPr>
          <p:spPr>
            <a:xfrm>
              <a:off x="2588449" y="5480152"/>
              <a:ext cx="15877" cy="7984"/>
            </a:xfrm>
            <a:custGeom>
              <a:avLst/>
              <a:pathLst>
                <a:path w="15877" h="7984">
                  <a:moveTo>
                    <a:pt x="6427" y="2507"/>
                  </a:moveTo>
                  <a:lnTo>
                    <a:pt x="7020" y="2879"/>
                  </a:lnTo>
                  <a:lnTo>
                    <a:pt x="12339" y="2172"/>
                  </a:lnTo>
                  <a:lnTo>
                    <a:pt x="14011" y="4233"/>
                  </a:lnTo>
                  <a:lnTo>
                    <a:pt x="15877" y="4129"/>
                  </a:lnTo>
                  <a:lnTo>
                    <a:pt x="11351" y="7984"/>
                  </a:lnTo>
                  <a:lnTo>
                    <a:pt x="10125" y="6865"/>
                  </a:lnTo>
                  <a:lnTo>
                    <a:pt x="9732" y="6028"/>
                  </a:lnTo>
                  <a:lnTo>
                    <a:pt x="9437" y="4175"/>
                  </a:lnTo>
                  <a:lnTo>
                    <a:pt x="6492" y="4674"/>
                  </a:lnTo>
                  <a:lnTo>
                    <a:pt x="5550" y="4299"/>
                  </a:lnTo>
                  <a:lnTo>
                    <a:pt x="4344" y="5529"/>
                  </a:lnTo>
                  <a:lnTo>
                    <a:pt x="1917" y="6025"/>
                  </a:lnTo>
                  <a:lnTo>
                    <a:pt x="1085" y="6019"/>
                  </a:lnTo>
                  <a:lnTo>
                    <a:pt x="31" y="4697"/>
                  </a:lnTo>
                  <a:lnTo>
                    <a:pt x="0" y="3364"/>
                  </a:lnTo>
                  <a:lnTo>
                    <a:pt x="2165" y="3442"/>
                  </a:lnTo>
                  <a:lnTo>
                    <a:pt x="3834" y="1728"/>
                  </a:lnTo>
                  <a:lnTo>
                    <a:pt x="4303" y="0"/>
                  </a:lnTo>
                  <a:lnTo>
                    <a:pt x="5125" y="467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g130"/>
            <p:cNvSpPr/>
            <p:nvPr/>
          </p:nvSpPr>
          <p:spPr>
            <a:xfrm>
              <a:off x="2606629" y="5476516"/>
              <a:ext cx="3745" cy="2934"/>
            </a:xfrm>
            <a:custGeom>
              <a:avLst/>
              <a:pathLst>
                <a:path w="3745" h="2934">
                  <a:moveTo>
                    <a:pt x="3310" y="2724"/>
                  </a:moveTo>
                  <a:lnTo>
                    <a:pt x="1650" y="2934"/>
                  </a:lnTo>
                  <a:lnTo>
                    <a:pt x="502" y="1266"/>
                  </a:lnTo>
                  <a:lnTo>
                    <a:pt x="0" y="63"/>
                  </a:lnTo>
                  <a:lnTo>
                    <a:pt x="2220" y="0"/>
                  </a:lnTo>
                  <a:lnTo>
                    <a:pt x="3227" y="447"/>
                  </a:lnTo>
                  <a:lnTo>
                    <a:pt x="3745" y="1794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g131"/>
            <p:cNvSpPr/>
            <p:nvPr/>
          </p:nvSpPr>
          <p:spPr>
            <a:xfrm>
              <a:off x="2612214" y="5473175"/>
              <a:ext cx="4442" cy="3211"/>
            </a:xfrm>
            <a:custGeom>
              <a:avLst/>
              <a:pathLst>
                <a:path w="4442" h="3211">
                  <a:moveTo>
                    <a:pt x="4442" y="1875"/>
                  </a:moveTo>
                  <a:lnTo>
                    <a:pt x="1743" y="3211"/>
                  </a:lnTo>
                  <a:lnTo>
                    <a:pt x="339" y="1852"/>
                  </a:lnTo>
                  <a:lnTo>
                    <a:pt x="0" y="1301"/>
                  </a:lnTo>
                  <a:lnTo>
                    <a:pt x="1689" y="0"/>
                  </a:lnTo>
                  <a:lnTo>
                    <a:pt x="2581" y="300"/>
                  </a:lnTo>
                  <a:lnTo>
                    <a:pt x="2929" y="733"/>
                  </a:lnTo>
                  <a:lnTo>
                    <a:pt x="3945" y="851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g132"/>
            <p:cNvSpPr/>
            <p:nvPr/>
          </p:nvSpPr>
          <p:spPr>
            <a:xfrm>
              <a:off x="2614636" y="5463508"/>
              <a:ext cx="16662" cy="9923"/>
            </a:xfrm>
            <a:custGeom>
              <a:avLst/>
              <a:pathLst>
                <a:path w="16662" h="9923">
                  <a:moveTo>
                    <a:pt x="12495" y="0"/>
                  </a:moveTo>
                  <a:lnTo>
                    <a:pt x="14068" y="828"/>
                  </a:lnTo>
                  <a:lnTo>
                    <a:pt x="15425" y="274"/>
                  </a:lnTo>
                  <a:lnTo>
                    <a:pt x="16174" y="891"/>
                  </a:lnTo>
                  <a:lnTo>
                    <a:pt x="16662" y="2550"/>
                  </a:lnTo>
                  <a:lnTo>
                    <a:pt x="16625" y="3206"/>
                  </a:lnTo>
                  <a:lnTo>
                    <a:pt x="14588" y="2954"/>
                  </a:lnTo>
                  <a:lnTo>
                    <a:pt x="12686" y="4894"/>
                  </a:lnTo>
                  <a:lnTo>
                    <a:pt x="10434" y="4478"/>
                  </a:lnTo>
                  <a:lnTo>
                    <a:pt x="10133" y="6082"/>
                  </a:lnTo>
                  <a:lnTo>
                    <a:pt x="10610" y="6911"/>
                  </a:lnTo>
                  <a:lnTo>
                    <a:pt x="10002" y="7626"/>
                  </a:lnTo>
                  <a:lnTo>
                    <a:pt x="8071" y="6132"/>
                  </a:lnTo>
                  <a:lnTo>
                    <a:pt x="6545" y="6657"/>
                  </a:lnTo>
                  <a:lnTo>
                    <a:pt x="6049" y="9271"/>
                  </a:lnTo>
                  <a:lnTo>
                    <a:pt x="5383" y="9811"/>
                  </a:lnTo>
                  <a:lnTo>
                    <a:pt x="4992" y="9923"/>
                  </a:lnTo>
                  <a:lnTo>
                    <a:pt x="4383" y="9257"/>
                  </a:lnTo>
                  <a:lnTo>
                    <a:pt x="3144" y="9040"/>
                  </a:lnTo>
                  <a:lnTo>
                    <a:pt x="3027" y="8691"/>
                  </a:lnTo>
                  <a:lnTo>
                    <a:pt x="2250" y="7664"/>
                  </a:lnTo>
                  <a:lnTo>
                    <a:pt x="0" y="8801"/>
                  </a:lnTo>
                  <a:lnTo>
                    <a:pt x="590" y="7456"/>
                  </a:lnTo>
                  <a:lnTo>
                    <a:pt x="3585" y="3924"/>
                  </a:lnTo>
                  <a:lnTo>
                    <a:pt x="3901" y="2845"/>
                  </a:lnTo>
                  <a:lnTo>
                    <a:pt x="7364" y="779"/>
                  </a:lnTo>
                  <a:lnTo>
                    <a:pt x="9000" y="1223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g133"/>
            <p:cNvSpPr/>
            <p:nvPr/>
          </p:nvSpPr>
          <p:spPr>
            <a:xfrm>
              <a:off x="2673274" y="5440558"/>
              <a:ext cx="2046" cy="5119"/>
            </a:xfrm>
            <a:custGeom>
              <a:avLst/>
              <a:pathLst>
                <a:path w="2046" h="5119">
                  <a:moveTo>
                    <a:pt x="1481" y="4842"/>
                  </a:moveTo>
                  <a:lnTo>
                    <a:pt x="936" y="5119"/>
                  </a:lnTo>
                  <a:lnTo>
                    <a:pt x="101" y="3973"/>
                  </a:lnTo>
                  <a:lnTo>
                    <a:pt x="0" y="3289"/>
                  </a:lnTo>
                  <a:lnTo>
                    <a:pt x="856" y="1965"/>
                  </a:lnTo>
                  <a:lnTo>
                    <a:pt x="1734" y="201"/>
                  </a:lnTo>
                  <a:lnTo>
                    <a:pt x="2046" y="0"/>
                  </a:lnTo>
                  <a:lnTo>
                    <a:pt x="1839" y="3549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g134"/>
            <p:cNvSpPr/>
            <p:nvPr/>
          </p:nvSpPr>
          <p:spPr>
            <a:xfrm>
              <a:off x="2658064" y="5438709"/>
              <a:ext cx="9374" cy="5196"/>
            </a:xfrm>
            <a:custGeom>
              <a:avLst/>
              <a:pathLst>
                <a:path w="9374" h="5196">
                  <a:moveTo>
                    <a:pt x="3349" y="4366"/>
                  </a:moveTo>
                  <a:lnTo>
                    <a:pt x="1745" y="5196"/>
                  </a:lnTo>
                  <a:lnTo>
                    <a:pt x="1137" y="4106"/>
                  </a:lnTo>
                  <a:lnTo>
                    <a:pt x="866" y="2178"/>
                  </a:lnTo>
                  <a:lnTo>
                    <a:pt x="0" y="989"/>
                  </a:lnTo>
                  <a:lnTo>
                    <a:pt x="648" y="0"/>
                  </a:lnTo>
                  <a:lnTo>
                    <a:pt x="9374" y="1310"/>
                  </a:lnTo>
                  <a:lnTo>
                    <a:pt x="8900" y="1982"/>
                  </a:lnTo>
                  <a:lnTo>
                    <a:pt x="4663" y="2836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g135"/>
            <p:cNvSpPr/>
            <p:nvPr/>
          </p:nvSpPr>
          <p:spPr>
            <a:xfrm>
              <a:off x="2773647" y="5422405"/>
              <a:ext cx="9548" cy="6267"/>
            </a:xfrm>
            <a:custGeom>
              <a:avLst/>
              <a:pathLst>
                <a:path w="9548" h="6267">
                  <a:moveTo>
                    <a:pt x="2906" y="0"/>
                  </a:moveTo>
                  <a:lnTo>
                    <a:pt x="5564" y="756"/>
                  </a:lnTo>
                  <a:lnTo>
                    <a:pt x="6946" y="1826"/>
                  </a:lnTo>
                  <a:lnTo>
                    <a:pt x="7298" y="3041"/>
                  </a:lnTo>
                  <a:lnTo>
                    <a:pt x="8874" y="3511"/>
                  </a:lnTo>
                  <a:lnTo>
                    <a:pt x="9083" y="3759"/>
                  </a:lnTo>
                  <a:lnTo>
                    <a:pt x="9383" y="4461"/>
                  </a:lnTo>
                  <a:lnTo>
                    <a:pt x="9548" y="5254"/>
                  </a:lnTo>
                  <a:lnTo>
                    <a:pt x="9537" y="6267"/>
                  </a:lnTo>
                  <a:lnTo>
                    <a:pt x="6803" y="3806"/>
                  </a:lnTo>
                  <a:lnTo>
                    <a:pt x="3011" y="3679"/>
                  </a:lnTo>
                  <a:lnTo>
                    <a:pt x="2148" y="1924"/>
                  </a:lnTo>
                  <a:lnTo>
                    <a:pt x="231" y="2926"/>
                  </a:lnTo>
                  <a:lnTo>
                    <a:pt x="18" y="2262"/>
                  </a:lnTo>
                  <a:lnTo>
                    <a:pt x="0" y="1402"/>
                  </a:lnTo>
                  <a:lnTo>
                    <a:pt x="261" y="167"/>
                  </a:lnTo>
                  <a:lnTo>
                    <a:pt x="1488" y="666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g136"/>
            <p:cNvSpPr/>
            <p:nvPr/>
          </p:nvSpPr>
          <p:spPr>
            <a:xfrm>
              <a:off x="4839730" y="4001185"/>
              <a:ext cx="277" cy="354"/>
            </a:xfrm>
            <a:custGeom>
              <a:avLst/>
              <a:pathLst>
                <a:path w="277" h="354">
                  <a:moveTo>
                    <a:pt x="268" y="51"/>
                  </a:moveTo>
                  <a:lnTo>
                    <a:pt x="277" y="354"/>
                  </a:lnTo>
                  <a:lnTo>
                    <a:pt x="8" y="3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F2E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g137"/>
            <p:cNvSpPr/>
            <p:nvPr/>
          </p:nvSpPr>
          <p:spPr>
            <a:xfrm>
              <a:off x="4176473" y="5078392"/>
              <a:ext cx="2981" cy="5554"/>
            </a:xfrm>
            <a:custGeom>
              <a:avLst/>
              <a:pathLst>
                <a:path w="2981" h="5554">
                  <a:moveTo>
                    <a:pt x="1612" y="5321"/>
                  </a:moveTo>
                  <a:lnTo>
                    <a:pt x="859" y="5554"/>
                  </a:lnTo>
                  <a:lnTo>
                    <a:pt x="627" y="4593"/>
                  </a:lnTo>
                  <a:lnTo>
                    <a:pt x="655" y="3321"/>
                  </a:lnTo>
                  <a:lnTo>
                    <a:pt x="236" y="2311"/>
                  </a:lnTo>
                  <a:lnTo>
                    <a:pt x="0" y="1188"/>
                  </a:lnTo>
                  <a:lnTo>
                    <a:pt x="208" y="121"/>
                  </a:lnTo>
                  <a:lnTo>
                    <a:pt x="1417" y="0"/>
                  </a:lnTo>
                  <a:lnTo>
                    <a:pt x="2664" y="343"/>
                  </a:lnTo>
                  <a:lnTo>
                    <a:pt x="2981" y="2138"/>
                  </a:lnTo>
                  <a:lnTo>
                    <a:pt x="2085" y="4593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g138"/>
            <p:cNvSpPr/>
            <p:nvPr/>
          </p:nvSpPr>
          <p:spPr>
            <a:xfrm>
              <a:off x="4171835" y="5071821"/>
              <a:ext cx="21765" cy="31127"/>
            </a:xfrm>
            <a:custGeom>
              <a:avLst/>
              <a:pathLst>
                <a:path w="21765" h="31127">
                  <a:moveTo>
                    <a:pt x="5061" y="13389"/>
                  </a:moveTo>
                  <a:lnTo>
                    <a:pt x="6040" y="13562"/>
                  </a:lnTo>
                  <a:lnTo>
                    <a:pt x="6638" y="13291"/>
                  </a:lnTo>
                  <a:lnTo>
                    <a:pt x="9328" y="9392"/>
                  </a:lnTo>
                  <a:lnTo>
                    <a:pt x="10033" y="9294"/>
                  </a:lnTo>
                  <a:lnTo>
                    <a:pt x="9966" y="12278"/>
                  </a:lnTo>
                  <a:lnTo>
                    <a:pt x="10657" y="13620"/>
                  </a:lnTo>
                  <a:lnTo>
                    <a:pt x="9783" y="13963"/>
                  </a:lnTo>
                  <a:lnTo>
                    <a:pt x="8125" y="13816"/>
                  </a:lnTo>
                  <a:lnTo>
                    <a:pt x="7745" y="15521"/>
                  </a:lnTo>
                  <a:lnTo>
                    <a:pt x="9418" y="17706"/>
                  </a:lnTo>
                  <a:lnTo>
                    <a:pt x="10251" y="18006"/>
                  </a:lnTo>
                  <a:lnTo>
                    <a:pt x="10932" y="17980"/>
                  </a:lnTo>
                  <a:lnTo>
                    <a:pt x="12201" y="17484"/>
                  </a:lnTo>
                  <a:lnTo>
                    <a:pt x="13221" y="16699"/>
                  </a:lnTo>
                  <a:lnTo>
                    <a:pt x="14800" y="14875"/>
                  </a:lnTo>
                  <a:lnTo>
                    <a:pt x="15743" y="14171"/>
                  </a:lnTo>
                  <a:lnTo>
                    <a:pt x="17535" y="14139"/>
                  </a:lnTo>
                  <a:lnTo>
                    <a:pt x="18468" y="12411"/>
                  </a:lnTo>
                  <a:lnTo>
                    <a:pt x="18898" y="11883"/>
                  </a:lnTo>
                  <a:lnTo>
                    <a:pt x="19947" y="11958"/>
                  </a:lnTo>
                  <a:lnTo>
                    <a:pt x="20898" y="12630"/>
                  </a:lnTo>
                  <a:lnTo>
                    <a:pt x="21465" y="14197"/>
                  </a:lnTo>
                  <a:lnTo>
                    <a:pt x="21765" y="16104"/>
                  </a:lnTo>
                  <a:lnTo>
                    <a:pt x="21538" y="17997"/>
                  </a:lnTo>
                  <a:lnTo>
                    <a:pt x="20907" y="19833"/>
                  </a:lnTo>
                  <a:lnTo>
                    <a:pt x="19747" y="20955"/>
                  </a:lnTo>
                  <a:lnTo>
                    <a:pt x="20010" y="22294"/>
                  </a:lnTo>
                  <a:lnTo>
                    <a:pt x="19701" y="22975"/>
                  </a:lnTo>
                  <a:lnTo>
                    <a:pt x="19119" y="23013"/>
                  </a:lnTo>
                  <a:lnTo>
                    <a:pt x="18623" y="22704"/>
                  </a:lnTo>
                  <a:lnTo>
                    <a:pt x="17894" y="21131"/>
                  </a:lnTo>
                  <a:lnTo>
                    <a:pt x="17016" y="20286"/>
                  </a:lnTo>
                  <a:lnTo>
                    <a:pt x="14912" y="20343"/>
                  </a:lnTo>
                  <a:lnTo>
                    <a:pt x="13967" y="20450"/>
                  </a:lnTo>
                  <a:lnTo>
                    <a:pt x="13803" y="21653"/>
                  </a:lnTo>
                  <a:lnTo>
                    <a:pt x="13303" y="22577"/>
                  </a:lnTo>
                  <a:lnTo>
                    <a:pt x="12782" y="23085"/>
                  </a:lnTo>
                  <a:lnTo>
                    <a:pt x="12070" y="22863"/>
                  </a:lnTo>
                  <a:lnTo>
                    <a:pt x="11939" y="23376"/>
                  </a:lnTo>
                  <a:lnTo>
                    <a:pt x="12318" y="24634"/>
                  </a:lnTo>
                  <a:lnTo>
                    <a:pt x="13240" y="26227"/>
                  </a:lnTo>
                  <a:lnTo>
                    <a:pt x="14830" y="27338"/>
                  </a:lnTo>
                  <a:lnTo>
                    <a:pt x="15762" y="27566"/>
                  </a:lnTo>
                  <a:lnTo>
                    <a:pt x="15891" y="25451"/>
                  </a:lnTo>
                  <a:lnTo>
                    <a:pt x="17016" y="25203"/>
                  </a:lnTo>
                  <a:lnTo>
                    <a:pt x="18015" y="25832"/>
                  </a:lnTo>
                  <a:lnTo>
                    <a:pt x="18739" y="27393"/>
                  </a:lnTo>
                  <a:lnTo>
                    <a:pt x="18149" y="27904"/>
                  </a:lnTo>
                  <a:lnTo>
                    <a:pt x="17630" y="28732"/>
                  </a:lnTo>
                  <a:lnTo>
                    <a:pt x="17523" y="29803"/>
                  </a:lnTo>
                  <a:lnTo>
                    <a:pt x="16511" y="30965"/>
                  </a:lnTo>
                  <a:lnTo>
                    <a:pt x="15911" y="31090"/>
                  </a:lnTo>
                  <a:lnTo>
                    <a:pt x="14008" y="30521"/>
                  </a:lnTo>
                  <a:lnTo>
                    <a:pt x="12876" y="29208"/>
                  </a:lnTo>
                  <a:lnTo>
                    <a:pt x="12606" y="28282"/>
                  </a:lnTo>
                  <a:lnTo>
                    <a:pt x="11908" y="27933"/>
                  </a:lnTo>
                  <a:lnTo>
                    <a:pt x="11120" y="29127"/>
                  </a:lnTo>
                  <a:lnTo>
                    <a:pt x="10278" y="29387"/>
                  </a:lnTo>
                  <a:lnTo>
                    <a:pt x="8629" y="28394"/>
                  </a:lnTo>
                  <a:lnTo>
                    <a:pt x="7107" y="26793"/>
                  </a:lnTo>
                  <a:lnTo>
                    <a:pt x="6155" y="26190"/>
                  </a:lnTo>
                  <a:lnTo>
                    <a:pt x="4674" y="25803"/>
                  </a:lnTo>
                  <a:lnTo>
                    <a:pt x="3856" y="29445"/>
                  </a:lnTo>
                  <a:lnTo>
                    <a:pt x="2723" y="30983"/>
                  </a:lnTo>
                  <a:lnTo>
                    <a:pt x="1256" y="31127"/>
                  </a:lnTo>
                  <a:lnTo>
                    <a:pt x="551" y="30824"/>
                  </a:lnTo>
                  <a:lnTo>
                    <a:pt x="161" y="29396"/>
                  </a:lnTo>
                  <a:lnTo>
                    <a:pt x="264" y="27869"/>
                  </a:lnTo>
                  <a:lnTo>
                    <a:pt x="499" y="26409"/>
                  </a:lnTo>
                  <a:lnTo>
                    <a:pt x="960" y="24914"/>
                  </a:lnTo>
                  <a:lnTo>
                    <a:pt x="1249" y="23281"/>
                  </a:lnTo>
                  <a:lnTo>
                    <a:pt x="1125" y="21740"/>
                  </a:lnTo>
                  <a:lnTo>
                    <a:pt x="596" y="20609"/>
                  </a:lnTo>
                  <a:lnTo>
                    <a:pt x="875" y="18583"/>
                  </a:lnTo>
                  <a:lnTo>
                    <a:pt x="357" y="16996"/>
                  </a:lnTo>
                  <a:lnTo>
                    <a:pt x="536" y="15827"/>
                  </a:lnTo>
                  <a:lnTo>
                    <a:pt x="1387" y="15025"/>
                  </a:lnTo>
                  <a:lnTo>
                    <a:pt x="1027" y="14327"/>
                  </a:lnTo>
                  <a:lnTo>
                    <a:pt x="574" y="14142"/>
                  </a:lnTo>
                  <a:lnTo>
                    <a:pt x="251" y="13216"/>
                  </a:lnTo>
                  <a:lnTo>
                    <a:pt x="0" y="12099"/>
                  </a:lnTo>
                  <a:lnTo>
                    <a:pt x="329" y="9995"/>
                  </a:lnTo>
                  <a:lnTo>
                    <a:pt x="821" y="7970"/>
                  </a:lnTo>
                  <a:lnTo>
                    <a:pt x="761" y="5681"/>
                  </a:lnTo>
                  <a:lnTo>
                    <a:pt x="1593" y="3520"/>
                  </a:lnTo>
                  <a:lnTo>
                    <a:pt x="2305" y="1105"/>
                  </a:lnTo>
                  <a:lnTo>
                    <a:pt x="2838" y="141"/>
                  </a:lnTo>
                  <a:lnTo>
                    <a:pt x="3506" y="0"/>
                  </a:lnTo>
                  <a:lnTo>
                    <a:pt x="3799" y="675"/>
                  </a:lnTo>
                  <a:lnTo>
                    <a:pt x="3942" y="1994"/>
                  </a:lnTo>
                  <a:lnTo>
                    <a:pt x="3681" y="2848"/>
                  </a:lnTo>
                  <a:lnTo>
                    <a:pt x="4304" y="3237"/>
                  </a:lnTo>
                  <a:lnTo>
                    <a:pt x="4467" y="6045"/>
                  </a:lnTo>
                  <a:lnTo>
                    <a:pt x="4077" y="7193"/>
                  </a:lnTo>
                  <a:lnTo>
                    <a:pt x="4020" y="8307"/>
                  </a:lnTo>
                  <a:lnTo>
                    <a:pt x="3207" y="10671"/>
                  </a:lnTo>
                  <a:lnTo>
                    <a:pt x="3444" y="12572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g139"/>
            <p:cNvSpPr/>
            <p:nvPr/>
          </p:nvSpPr>
          <p:spPr>
            <a:xfrm>
              <a:off x="3963309" y="5002984"/>
              <a:ext cx="2136" cy="3601"/>
            </a:xfrm>
            <a:custGeom>
              <a:avLst/>
              <a:pathLst>
                <a:path w="2136" h="3601">
                  <a:moveTo>
                    <a:pt x="2136" y="3341"/>
                  </a:moveTo>
                  <a:lnTo>
                    <a:pt x="1248" y="3601"/>
                  </a:lnTo>
                  <a:lnTo>
                    <a:pt x="454" y="2992"/>
                  </a:lnTo>
                  <a:lnTo>
                    <a:pt x="0" y="1382"/>
                  </a:lnTo>
                  <a:lnTo>
                    <a:pt x="1006" y="0"/>
                  </a:lnTo>
                  <a:lnTo>
                    <a:pt x="1522" y="946"/>
                  </a:lnTo>
                  <a:lnTo>
                    <a:pt x="1903" y="2005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g140"/>
            <p:cNvSpPr/>
            <p:nvPr/>
          </p:nvSpPr>
          <p:spPr>
            <a:xfrm>
              <a:off x="2579495" y="3126744"/>
              <a:ext cx="2450" cy="5075"/>
            </a:xfrm>
            <a:custGeom>
              <a:avLst/>
              <a:pathLst>
                <a:path w="2450" h="5075">
                  <a:moveTo>
                    <a:pt x="2084" y="3898"/>
                  </a:moveTo>
                  <a:lnTo>
                    <a:pt x="1693" y="5075"/>
                  </a:lnTo>
                  <a:lnTo>
                    <a:pt x="334" y="4598"/>
                  </a:lnTo>
                  <a:lnTo>
                    <a:pt x="61" y="3126"/>
                  </a:lnTo>
                  <a:lnTo>
                    <a:pt x="0" y="2092"/>
                  </a:lnTo>
                  <a:lnTo>
                    <a:pt x="850" y="0"/>
                  </a:lnTo>
                  <a:lnTo>
                    <a:pt x="1810" y="900"/>
                  </a:lnTo>
                  <a:lnTo>
                    <a:pt x="2180" y="1887"/>
                  </a:lnTo>
                  <a:lnTo>
                    <a:pt x="2450" y="2083"/>
                  </a:lnTo>
                  <a:lnTo>
                    <a:pt x="2445" y="2928"/>
                  </a:lnTo>
                  <a:lnTo>
                    <a:pt x="2341" y="3546"/>
                  </a:lnTo>
                  <a:close/>
                </a:path>
              </a:pathLst>
            </a:custGeom>
            <a:solidFill>
              <a:srgbClr val="FFEBE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g141"/>
            <p:cNvSpPr/>
            <p:nvPr/>
          </p:nvSpPr>
          <p:spPr>
            <a:xfrm>
              <a:off x="2579719" y="3110636"/>
              <a:ext cx="1482" cy="4886"/>
            </a:xfrm>
            <a:custGeom>
              <a:avLst/>
              <a:pathLst>
                <a:path w="1482" h="4886">
                  <a:moveTo>
                    <a:pt x="1482" y="4110"/>
                  </a:moveTo>
                  <a:lnTo>
                    <a:pt x="1300" y="4886"/>
                  </a:lnTo>
                  <a:lnTo>
                    <a:pt x="304" y="3484"/>
                  </a:lnTo>
                  <a:lnTo>
                    <a:pt x="0" y="845"/>
                  </a:lnTo>
                  <a:lnTo>
                    <a:pt x="31" y="288"/>
                  </a:lnTo>
                  <a:lnTo>
                    <a:pt x="198" y="0"/>
                  </a:lnTo>
                  <a:lnTo>
                    <a:pt x="595" y="507"/>
                  </a:lnTo>
                  <a:lnTo>
                    <a:pt x="1121" y="696"/>
                  </a:lnTo>
                  <a:lnTo>
                    <a:pt x="1451" y="1558"/>
                  </a:lnTo>
                  <a:close/>
                </a:path>
              </a:pathLst>
            </a:custGeom>
            <a:solidFill>
              <a:srgbClr val="FFEBE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g142"/>
            <p:cNvSpPr/>
            <p:nvPr/>
          </p:nvSpPr>
          <p:spPr>
            <a:xfrm>
              <a:off x="5269494" y="5243676"/>
              <a:ext cx="1498" cy="8180"/>
            </a:xfrm>
            <a:custGeom>
              <a:avLst/>
              <a:pathLst>
                <a:path w="1498" h="8180">
                  <a:moveTo>
                    <a:pt x="522" y="7014"/>
                  </a:moveTo>
                  <a:lnTo>
                    <a:pt x="113" y="8180"/>
                  </a:lnTo>
                  <a:lnTo>
                    <a:pt x="0" y="6844"/>
                  </a:lnTo>
                  <a:lnTo>
                    <a:pt x="743" y="995"/>
                  </a:lnTo>
                  <a:lnTo>
                    <a:pt x="1498" y="0"/>
                  </a:lnTo>
                  <a:lnTo>
                    <a:pt x="1336" y="3032"/>
                  </a:lnTo>
                  <a:close/>
                </a:path>
              </a:pathLst>
            </a:custGeom>
            <a:solidFill>
              <a:srgbClr val="E8F2E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g143"/>
            <p:cNvSpPr/>
            <p:nvPr/>
          </p:nvSpPr>
          <p:spPr>
            <a:xfrm>
              <a:off x="5126523" y="4912920"/>
              <a:ext cx="3063" cy="6556"/>
            </a:xfrm>
            <a:custGeom>
              <a:avLst/>
              <a:pathLst>
                <a:path w="3063" h="6556">
                  <a:moveTo>
                    <a:pt x="3063" y="3488"/>
                  </a:moveTo>
                  <a:lnTo>
                    <a:pt x="2488" y="6556"/>
                  </a:lnTo>
                  <a:lnTo>
                    <a:pt x="1544" y="6033"/>
                  </a:lnTo>
                  <a:lnTo>
                    <a:pt x="598" y="6538"/>
                  </a:lnTo>
                  <a:lnTo>
                    <a:pt x="3" y="4498"/>
                  </a:lnTo>
                  <a:lnTo>
                    <a:pt x="0" y="3959"/>
                  </a:lnTo>
                  <a:lnTo>
                    <a:pt x="711" y="4472"/>
                  </a:lnTo>
                  <a:lnTo>
                    <a:pt x="974" y="3809"/>
                  </a:lnTo>
                  <a:lnTo>
                    <a:pt x="1142" y="2963"/>
                  </a:lnTo>
                  <a:lnTo>
                    <a:pt x="1401" y="2732"/>
                  </a:lnTo>
                  <a:lnTo>
                    <a:pt x="1575" y="1523"/>
                  </a:lnTo>
                  <a:lnTo>
                    <a:pt x="2183" y="0"/>
                  </a:lnTo>
                  <a:lnTo>
                    <a:pt x="2532" y="40"/>
                  </a:lnTo>
                  <a:lnTo>
                    <a:pt x="2898" y="1991"/>
                  </a:lnTo>
                  <a:close/>
                </a:path>
              </a:pathLst>
            </a:custGeom>
            <a:solidFill>
              <a:srgbClr val="E8F2E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g144"/>
            <p:cNvSpPr/>
            <p:nvPr/>
          </p:nvSpPr>
          <p:spPr>
            <a:xfrm>
              <a:off x="5128855" y="4907051"/>
              <a:ext cx="1687" cy="4744"/>
            </a:xfrm>
            <a:custGeom>
              <a:avLst/>
              <a:pathLst>
                <a:path w="1687" h="4744">
                  <a:moveTo>
                    <a:pt x="1687" y="4741"/>
                  </a:moveTo>
                  <a:lnTo>
                    <a:pt x="923" y="4744"/>
                  </a:lnTo>
                  <a:lnTo>
                    <a:pt x="642" y="4495"/>
                  </a:lnTo>
                  <a:lnTo>
                    <a:pt x="505" y="3044"/>
                  </a:lnTo>
                  <a:lnTo>
                    <a:pt x="0" y="2406"/>
                  </a:lnTo>
                  <a:lnTo>
                    <a:pt x="280" y="1921"/>
                  </a:lnTo>
                  <a:lnTo>
                    <a:pt x="380" y="1015"/>
                  </a:lnTo>
                  <a:lnTo>
                    <a:pt x="687" y="0"/>
                  </a:lnTo>
                  <a:lnTo>
                    <a:pt x="1233" y="1122"/>
                  </a:lnTo>
                  <a:close/>
                </a:path>
              </a:pathLst>
            </a:custGeom>
            <a:solidFill>
              <a:srgbClr val="E8F2E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g145"/>
            <p:cNvSpPr/>
            <p:nvPr/>
          </p:nvSpPr>
          <p:spPr>
            <a:xfrm>
              <a:off x="5137711" y="4892657"/>
              <a:ext cx="1788" cy="3725"/>
            </a:xfrm>
            <a:custGeom>
              <a:avLst/>
              <a:pathLst>
                <a:path w="1788" h="3725">
                  <a:moveTo>
                    <a:pt x="993" y="3465"/>
                  </a:moveTo>
                  <a:lnTo>
                    <a:pt x="309" y="3725"/>
                  </a:lnTo>
                  <a:lnTo>
                    <a:pt x="84" y="3595"/>
                  </a:lnTo>
                  <a:lnTo>
                    <a:pt x="98" y="2074"/>
                  </a:lnTo>
                  <a:lnTo>
                    <a:pt x="0" y="1396"/>
                  </a:lnTo>
                  <a:lnTo>
                    <a:pt x="606" y="0"/>
                  </a:lnTo>
                  <a:lnTo>
                    <a:pt x="1462" y="672"/>
                  </a:lnTo>
                  <a:lnTo>
                    <a:pt x="1788" y="1731"/>
                  </a:lnTo>
                  <a:lnTo>
                    <a:pt x="948" y="2582"/>
                  </a:lnTo>
                  <a:close/>
                </a:path>
              </a:pathLst>
            </a:custGeom>
            <a:solidFill>
              <a:srgbClr val="E8F2E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g146"/>
            <p:cNvSpPr/>
            <p:nvPr/>
          </p:nvSpPr>
          <p:spPr>
            <a:xfrm>
              <a:off x="5096559" y="4835897"/>
              <a:ext cx="45049" cy="87083"/>
            </a:xfrm>
            <a:custGeom>
              <a:avLst/>
              <a:pathLst>
                <a:path w="45049" h="87083">
                  <a:moveTo>
                    <a:pt x="4836" y="3381"/>
                  </a:moveTo>
                  <a:lnTo>
                    <a:pt x="6247" y="3497"/>
                  </a:lnTo>
                  <a:lnTo>
                    <a:pt x="7046" y="2744"/>
                  </a:lnTo>
                  <a:lnTo>
                    <a:pt x="7762" y="2885"/>
                  </a:lnTo>
                  <a:lnTo>
                    <a:pt x="8571" y="4553"/>
                  </a:lnTo>
                  <a:lnTo>
                    <a:pt x="9546" y="5494"/>
                  </a:lnTo>
                  <a:lnTo>
                    <a:pt x="10225" y="5321"/>
                  </a:lnTo>
                  <a:lnTo>
                    <a:pt x="10814" y="5664"/>
                  </a:lnTo>
                  <a:lnTo>
                    <a:pt x="11338" y="6850"/>
                  </a:lnTo>
                  <a:lnTo>
                    <a:pt x="12673" y="7883"/>
                  </a:lnTo>
                  <a:lnTo>
                    <a:pt x="13255" y="8561"/>
                  </a:lnTo>
                  <a:lnTo>
                    <a:pt x="13762" y="9600"/>
                  </a:lnTo>
                  <a:lnTo>
                    <a:pt x="14324" y="10411"/>
                  </a:lnTo>
                  <a:lnTo>
                    <a:pt x="17854" y="13172"/>
                  </a:lnTo>
                  <a:lnTo>
                    <a:pt x="20369" y="14514"/>
                  </a:lnTo>
                  <a:lnTo>
                    <a:pt x="23500" y="13891"/>
                  </a:lnTo>
                  <a:lnTo>
                    <a:pt x="24429" y="13118"/>
                  </a:lnTo>
                  <a:lnTo>
                    <a:pt x="25316" y="11989"/>
                  </a:lnTo>
                  <a:lnTo>
                    <a:pt x="26079" y="13043"/>
                  </a:lnTo>
                  <a:lnTo>
                    <a:pt x="26836" y="14650"/>
                  </a:lnTo>
                  <a:lnTo>
                    <a:pt x="26689" y="12916"/>
                  </a:lnTo>
                  <a:lnTo>
                    <a:pt x="26940" y="11406"/>
                  </a:lnTo>
                  <a:lnTo>
                    <a:pt x="27705" y="10209"/>
                  </a:lnTo>
                  <a:lnTo>
                    <a:pt x="28563" y="9459"/>
                  </a:lnTo>
                  <a:lnTo>
                    <a:pt x="29976" y="9513"/>
                  </a:lnTo>
                  <a:lnTo>
                    <a:pt x="31354" y="9193"/>
                  </a:lnTo>
                  <a:lnTo>
                    <a:pt x="31965" y="8495"/>
                  </a:lnTo>
                  <a:lnTo>
                    <a:pt x="32593" y="8397"/>
                  </a:lnTo>
                  <a:lnTo>
                    <a:pt x="33412" y="9257"/>
                  </a:lnTo>
                  <a:lnTo>
                    <a:pt x="34230" y="9733"/>
                  </a:lnTo>
                  <a:lnTo>
                    <a:pt x="34790" y="8625"/>
                  </a:lnTo>
                  <a:lnTo>
                    <a:pt x="35747" y="6007"/>
                  </a:lnTo>
                  <a:lnTo>
                    <a:pt x="36264" y="5095"/>
                  </a:lnTo>
                  <a:lnTo>
                    <a:pt x="38652" y="5892"/>
                  </a:lnTo>
                  <a:lnTo>
                    <a:pt x="39326" y="5918"/>
                  </a:lnTo>
                  <a:lnTo>
                    <a:pt x="40493" y="3171"/>
                  </a:lnTo>
                  <a:lnTo>
                    <a:pt x="41274" y="3211"/>
                  </a:lnTo>
                  <a:lnTo>
                    <a:pt x="43497" y="5396"/>
                  </a:lnTo>
                  <a:lnTo>
                    <a:pt x="44444" y="8120"/>
                  </a:lnTo>
                  <a:lnTo>
                    <a:pt x="44353" y="13092"/>
                  </a:lnTo>
                  <a:lnTo>
                    <a:pt x="44428" y="14843"/>
                  </a:lnTo>
                  <a:lnTo>
                    <a:pt x="44606" y="16572"/>
                  </a:lnTo>
                  <a:lnTo>
                    <a:pt x="44679" y="20017"/>
                  </a:lnTo>
                  <a:lnTo>
                    <a:pt x="44407" y="23425"/>
                  </a:lnTo>
                  <a:lnTo>
                    <a:pt x="44371" y="26083"/>
                  </a:lnTo>
                  <a:lnTo>
                    <a:pt x="44489" y="28778"/>
                  </a:lnTo>
                  <a:lnTo>
                    <a:pt x="44379" y="33788"/>
                  </a:lnTo>
                  <a:lnTo>
                    <a:pt x="44722" y="37097"/>
                  </a:lnTo>
                  <a:lnTo>
                    <a:pt x="44550" y="39357"/>
                  </a:lnTo>
                  <a:lnTo>
                    <a:pt x="44548" y="40413"/>
                  </a:lnTo>
                  <a:lnTo>
                    <a:pt x="44872" y="41411"/>
                  </a:lnTo>
                  <a:lnTo>
                    <a:pt x="45028" y="42517"/>
                  </a:lnTo>
                  <a:lnTo>
                    <a:pt x="44909" y="43936"/>
                  </a:lnTo>
                  <a:lnTo>
                    <a:pt x="45049" y="45596"/>
                  </a:lnTo>
                  <a:lnTo>
                    <a:pt x="44911" y="46963"/>
                  </a:lnTo>
                  <a:lnTo>
                    <a:pt x="44412" y="46767"/>
                  </a:lnTo>
                  <a:lnTo>
                    <a:pt x="44250" y="45717"/>
                  </a:lnTo>
                  <a:lnTo>
                    <a:pt x="44342" y="44358"/>
                  </a:lnTo>
                  <a:lnTo>
                    <a:pt x="44252" y="43264"/>
                  </a:lnTo>
                  <a:lnTo>
                    <a:pt x="43991" y="42265"/>
                  </a:lnTo>
                  <a:lnTo>
                    <a:pt x="43106" y="41146"/>
                  </a:lnTo>
                  <a:lnTo>
                    <a:pt x="43365" y="40474"/>
                  </a:lnTo>
                  <a:lnTo>
                    <a:pt x="43819" y="39879"/>
                  </a:lnTo>
                  <a:lnTo>
                    <a:pt x="43478" y="38347"/>
                  </a:lnTo>
                  <a:lnTo>
                    <a:pt x="42912" y="39596"/>
                  </a:lnTo>
                  <a:lnTo>
                    <a:pt x="42595" y="41296"/>
                  </a:lnTo>
                  <a:lnTo>
                    <a:pt x="42778" y="41841"/>
                  </a:lnTo>
                  <a:lnTo>
                    <a:pt x="42429" y="42297"/>
                  </a:lnTo>
                  <a:lnTo>
                    <a:pt x="41686" y="44265"/>
                  </a:lnTo>
                  <a:lnTo>
                    <a:pt x="41151" y="46900"/>
                  </a:lnTo>
                  <a:lnTo>
                    <a:pt x="40934" y="49431"/>
                  </a:lnTo>
                  <a:lnTo>
                    <a:pt x="40989" y="52114"/>
                  </a:lnTo>
                  <a:lnTo>
                    <a:pt x="40552" y="54180"/>
                  </a:lnTo>
                  <a:lnTo>
                    <a:pt x="39953" y="56148"/>
                  </a:lnTo>
                  <a:lnTo>
                    <a:pt x="39803" y="58691"/>
                  </a:lnTo>
                  <a:lnTo>
                    <a:pt x="39839" y="63357"/>
                  </a:lnTo>
                  <a:lnTo>
                    <a:pt x="40359" y="67613"/>
                  </a:lnTo>
                  <a:lnTo>
                    <a:pt x="40641" y="73422"/>
                  </a:lnTo>
                  <a:lnTo>
                    <a:pt x="40209" y="74155"/>
                  </a:lnTo>
                  <a:lnTo>
                    <a:pt x="38907" y="74547"/>
                  </a:lnTo>
                  <a:lnTo>
                    <a:pt x="38264" y="75283"/>
                  </a:lnTo>
                  <a:lnTo>
                    <a:pt x="37205" y="72403"/>
                  </a:lnTo>
                  <a:lnTo>
                    <a:pt x="36584" y="69391"/>
                  </a:lnTo>
                  <a:lnTo>
                    <a:pt x="37063" y="68187"/>
                  </a:lnTo>
                  <a:lnTo>
                    <a:pt x="38119" y="68883"/>
                  </a:lnTo>
                  <a:lnTo>
                    <a:pt x="38441" y="68199"/>
                  </a:lnTo>
                  <a:lnTo>
                    <a:pt x="38527" y="67426"/>
                  </a:lnTo>
                  <a:lnTo>
                    <a:pt x="38437" y="66658"/>
                  </a:lnTo>
                  <a:lnTo>
                    <a:pt x="37138" y="64999"/>
                  </a:lnTo>
                  <a:lnTo>
                    <a:pt x="35680" y="64222"/>
                  </a:lnTo>
                  <a:lnTo>
                    <a:pt x="35217" y="65178"/>
                  </a:lnTo>
                  <a:lnTo>
                    <a:pt x="35378" y="68029"/>
                  </a:lnTo>
                  <a:lnTo>
                    <a:pt x="35228" y="68678"/>
                  </a:lnTo>
                  <a:lnTo>
                    <a:pt x="34200" y="69769"/>
                  </a:lnTo>
                  <a:lnTo>
                    <a:pt x="33659" y="65645"/>
                  </a:lnTo>
                  <a:lnTo>
                    <a:pt x="32318" y="62604"/>
                  </a:lnTo>
                  <a:lnTo>
                    <a:pt x="32367" y="64069"/>
                  </a:lnTo>
                  <a:lnTo>
                    <a:pt x="32924" y="66612"/>
                  </a:lnTo>
                  <a:lnTo>
                    <a:pt x="32863" y="67731"/>
                  </a:lnTo>
                  <a:lnTo>
                    <a:pt x="32648" y="69180"/>
                  </a:lnTo>
                  <a:lnTo>
                    <a:pt x="32109" y="69720"/>
                  </a:lnTo>
                  <a:lnTo>
                    <a:pt x="31853" y="70883"/>
                  </a:lnTo>
                  <a:lnTo>
                    <a:pt x="31853" y="72519"/>
                  </a:lnTo>
                  <a:lnTo>
                    <a:pt x="31673" y="75162"/>
                  </a:lnTo>
                  <a:lnTo>
                    <a:pt x="30794" y="76342"/>
                  </a:lnTo>
                  <a:lnTo>
                    <a:pt x="28650" y="73402"/>
                  </a:lnTo>
                  <a:lnTo>
                    <a:pt x="28502" y="74391"/>
                  </a:lnTo>
                  <a:lnTo>
                    <a:pt x="28535" y="75246"/>
                  </a:lnTo>
                  <a:lnTo>
                    <a:pt x="29630" y="76934"/>
                  </a:lnTo>
                  <a:lnTo>
                    <a:pt x="29125" y="78209"/>
                  </a:lnTo>
                  <a:lnTo>
                    <a:pt x="28744" y="79704"/>
                  </a:lnTo>
                  <a:lnTo>
                    <a:pt x="28135" y="83628"/>
                  </a:lnTo>
                  <a:lnTo>
                    <a:pt x="27151" y="86881"/>
                  </a:lnTo>
                  <a:lnTo>
                    <a:pt x="26667" y="87083"/>
                  </a:lnTo>
                  <a:lnTo>
                    <a:pt x="25021" y="86569"/>
                  </a:lnTo>
                  <a:lnTo>
                    <a:pt x="23185" y="83819"/>
                  </a:lnTo>
                  <a:lnTo>
                    <a:pt x="21535" y="84133"/>
                  </a:lnTo>
                  <a:lnTo>
                    <a:pt x="18775" y="83934"/>
                  </a:lnTo>
                  <a:lnTo>
                    <a:pt x="17026" y="84950"/>
                  </a:lnTo>
                  <a:lnTo>
                    <a:pt x="16659" y="81926"/>
                  </a:lnTo>
                  <a:lnTo>
                    <a:pt x="16277" y="80850"/>
                  </a:lnTo>
                  <a:lnTo>
                    <a:pt x="16432" y="79894"/>
                  </a:lnTo>
                  <a:lnTo>
                    <a:pt x="17825" y="79254"/>
                  </a:lnTo>
                  <a:lnTo>
                    <a:pt x="19259" y="79280"/>
                  </a:lnTo>
                  <a:lnTo>
                    <a:pt x="19035" y="78125"/>
                  </a:lnTo>
                  <a:lnTo>
                    <a:pt x="18650" y="77698"/>
                  </a:lnTo>
                  <a:lnTo>
                    <a:pt x="18024" y="77978"/>
                  </a:lnTo>
                  <a:lnTo>
                    <a:pt x="16199" y="76971"/>
                  </a:lnTo>
                  <a:lnTo>
                    <a:pt x="14955" y="77421"/>
                  </a:lnTo>
                  <a:lnTo>
                    <a:pt x="14096" y="75993"/>
                  </a:lnTo>
                  <a:lnTo>
                    <a:pt x="12619" y="71027"/>
                  </a:lnTo>
                  <a:lnTo>
                    <a:pt x="11746" y="68730"/>
                  </a:lnTo>
                  <a:lnTo>
                    <a:pt x="11227" y="67835"/>
                  </a:lnTo>
                  <a:lnTo>
                    <a:pt x="10620" y="67345"/>
                  </a:lnTo>
                  <a:lnTo>
                    <a:pt x="10255" y="66615"/>
                  </a:lnTo>
                  <a:lnTo>
                    <a:pt x="7581" y="55317"/>
                  </a:lnTo>
                  <a:lnTo>
                    <a:pt x="7202" y="52694"/>
                  </a:lnTo>
                  <a:lnTo>
                    <a:pt x="6736" y="46054"/>
                  </a:lnTo>
                  <a:lnTo>
                    <a:pt x="8858" y="49234"/>
                  </a:lnTo>
                  <a:lnTo>
                    <a:pt x="9612" y="51246"/>
                  </a:lnTo>
                  <a:lnTo>
                    <a:pt x="10019" y="53797"/>
                  </a:lnTo>
                  <a:lnTo>
                    <a:pt x="10738" y="50703"/>
                  </a:lnTo>
                  <a:lnTo>
                    <a:pt x="10608" y="49708"/>
                  </a:lnTo>
                  <a:lnTo>
                    <a:pt x="8704" y="45956"/>
                  </a:lnTo>
                  <a:lnTo>
                    <a:pt x="8452" y="44868"/>
                  </a:lnTo>
                  <a:lnTo>
                    <a:pt x="8347" y="43578"/>
                  </a:lnTo>
                  <a:lnTo>
                    <a:pt x="7901" y="44877"/>
                  </a:lnTo>
                  <a:lnTo>
                    <a:pt x="7175" y="45053"/>
                  </a:lnTo>
                  <a:lnTo>
                    <a:pt x="7469" y="42404"/>
                  </a:lnTo>
                  <a:lnTo>
                    <a:pt x="7215" y="39813"/>
                  </a:lnTo>
                  <a:lnTo>
                    <a:pt x="4987" y="34114"/>
                  </a:lnTo>
                  <a:lnTo>
                    <a:pt x="3283" y="28715"/>
                  </a:lnTo>
                  <a:lnTo>
                    <a:pt x="1606" y="22060"/>
                  </a:lnTo>
                  <a:lnTo>
                    <a:pt x="1462" y="21209"/>
                  </a:lnTo>
                  <a:lnTo>
                    <a:pt x="1441" y="19775"/>
                  </a:lnTo>
                  <a:lnTo>
                    <a:pt x="629" y="15319"/>
                  </a:lnTo>
                  <a:lnTo>
                    <a:pt x="198" y="12015"/>
                  </a:lnTo>
                  <a:lnTo>
                    <a:pt x="0" y="9118"/>
                  </a:lnTo>
                  <a:lnTo>
                    <a:pt x="774" y="3269"/>
                  </a:lnTo>
                  <a:lnTo>
                    <a:pt x="882" y="0"/>
                  </a:lnTo>
                  <a:lnTo>
                    <a:pt x="2101" y="1460"/>
                  </a:lnTo>
                  <a:close/>
                </a:path>
              </a:pathLst>
            </a:custGeom>
            <a:solidFill>
              <a:srgbClr val="E8F2E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g147"/>
            <p:cNvSpPr/>
            <p:nvPr/>
          </p:nvSpPr>
          <p:spPr>
            <a:xfrm>
              <a:off x="5138863" y="4830899"/>
              <a:ext cx="1458" cy="2643"/>
            </a:xfrm>
            <a:custGeom>
              <a:avLst/>
              <a:pathLst>
                <a:path w="1458" h="2643">
                  <a:moveTo>
                    <a:pt x="1458" y="354"/>
                  </a:moveTo>
                  <a:lnTo>
                    <a:pt x="859" y="2643"/>
                  </a:lnTo>
                  <a:lnTo>
                    <a:pt x="117" y="1206"/>
                  </a:lnTo>
                  <a:lnTo>
                    <a:pt x="0" y="542"/>
                  </a:lnTo>
                  <a:lnTo>
                    <a:pt x="924" y="0"/>
                  </a:lnTo>
                  <a:lnTo>
                    <a:pt x="1231" y="57"/>
                  </a:lnTo>
                  <a:close/>
                </a:path>
              </a:pathLst>
            </a:custGeom>
            <a:solidFill>
              <a:srgbClr val="E8F2E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g148"/>
            <p:cNvSpPr/>
            <p:nvPr/>
          </p:nvSpPr>
          <p:spPr>
            <a:xfrm>
              <a:off x="5097340" y="4828882"/>
              <a:ext cx="982" cy="4568"/>
            </a:xfrm>
            <a:custGeom>
              <a:avLst/>
              <a:pathLst>
                <a:path w="982" h="4568">
                  <a:moveTo>
                    <a:pt x="904" y="2123"/>
                  </a:moveTo>
                  <a:lnTo>
                    <a:pt x="461" y="4568"/>
                  </a:lnTo>
                  <a:lnTo>
                    <a:pt x="0" y="1488"/>
                  </a:lnTo>
                  <a:lnTo>
                    <a:pt x="499" y="1044"/>
                  </a:lnTo>
                  <a:lnTo>
                    <a:pt x="892" y="0"/>
                  </a:lnTo>
                  <a:lnTo>
                    <a:pt x="982" y="161"/>
                  </a:lnTo>
                  <a:close/>
                </a:path>
              </a:pathLst>
            </a:custGeom>
            <a:solidFill>
              <a:srgbClr val="E8F2E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g149"/>
            <p:cNvSpPr/>
            <p:nvPr/>
          </p:nvSpPr>
          <p:spPr>
            <a:xfrm>
              <a:off x="5137561" y="4825101"/>
              <a:ext cx="5651" cy="5624"/>
            </a:xfrm>
            <a:custGeom>
              <a:avLst/>
              <a:pathLst>
                <a:path w="5651" h="5624">
                  <a:moveTo>
                    <a:pt x="3849" y="0"/>
                  </a:moveTo>
                  <a:lnTo>
                    <a:pt x="4999" y="1780"/>
                  </a:lnTo>
                  <a:lnTo>
                    <a:pt x="5651" y="3708"/>
                  </a:lnTo>
                  <a:lnTo>
                    <a:pt x="4796" y="5306"/>
                  </a:lnTo>
                  <a:lnTo>
                    <a:pt x="4171" y="5624"/>
                  </a:lnTo>
                  <a:lnTo>
                    <a:pt x="3765" y="3771"/>
                  </a:lnTo>
                  <a:lnTo>
                    <a:pt x="2481" y="4449"/>
                  </a:lnTo>
                  <a:lnTo>
                    <a:pt x="1122" y="4276"/>
                  </a:lnTo>
                  <a:lnTo>
                    <a:pt x="117" y="2874"/>
                  </a:lnTo>
                  <a:lnTo>
                    <a:pt x="0" y="2175"/>
                  </a:lnTo>
                  <a:lnTo>
                    <a:pt x="589" y="1474"/>
                  </a:lnTo>
                  <a:lnTo>
                    <a:pt x="2287" y="1506"/>
                  </a:lnTo>
                  <a:close/>
                </a:path>
              </a:pathLst>
            </a:custGeom>
            <a:solidFill>
              <a:srgbClr val="E8F2E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g150"/>
            <p:cNvSpPr/>
            <p:nvPr/>
          </p:nvSpPr>
          <p:spPr>
            <a:xfrm>
              <a:off x="5134597" y="4807935"/>
              <a:ext cx="6776" cy="15842"/>
            </a:xfrm>
            <a:custGeom>
              <a:avLst/>
              <a:pathLst>
                <a:path w="6776" h="15842">
                  <a:moveTo>
                    <a:pt x="2842" y="934"/>
                  </a:moveTo>
                  <a:lnTo>
                    <a:pt x="5005" y="6279"/>
                  </a:lnTo>
                  <a:lnTo>
                    <a:pt x="6128" y="7113"/>
                  </a:lnTo>
                  <a:lnTo>
                    <a:pt x="6461" y="7675"/>
                  </a:lnTo>
                  <a:lnTo>
                    <a:pt x="6369" y="10030"/>
                  </a:lnTo>
                  <a:lnTo>
                    <a:pt x="5893" y="11037"/>
                  </a:lnTo>
                  <a:lnTo>
                    <a:pt x="6776" y="12365"/>
                  </a:lnTo>
                  <a:lnTo>
                    <a:pt x="6658" y="13224"/>
                  </a:lnTo>
                  <a:lnTo>
                    <a:pt x="6486" y="13193"/>
                  </a:lnTo>
                  <a:lnTo>
                    <a:pt x="5401" y="15002"/>
                  </a:lnTo>
                  <a:lnTo>
                    <a:pt x="4125" y="15842"/>
                  </a:lnTo>
                  <a:lnTo>
                    <a:pt x="3734" y="15213"/>
                  </a:lnTo>
                  <a:lnTo>
                    <a:pt x="3408" y="14385"/>
                  </a:lnTo>
                  <a:lnTo>
                    <a:pt x="3139" y="13178"/>
                  </a:lnTo>
                  <a:lnTo>
                    <a:pt x="1503" y="8527"/>
                  </a:lnTo>
                  <a:lnTo>
                    <a:pt x="1691" y="7251"/>
                  </a:lnTo>
                  <a:lnTo>
                    <a:pt x="1329" y="5303"/>
                  </a:lnTo>
                  <a:lnTo>
                    <a:pt x="549" y="5451"/>
                  </a:lnTo>
                  <a:lnTo>
                    <a:pt x="0" y="4265"/>
                  </a:lnTo>
                  <a:lnTo>
                    <a:pt x="877" y="3119"/>
                  </a:lnTo>
                  <a:lnTo>
                    <a:pt x="2020" y="0"/>
                  </a:lnTo>
                  <a:close/>
                </a:path>
              </a:pathLst>
            </a:custGeom>
            <a:solidFill>
              <a:srgbClr val="E8F2E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g151"/>
            <p:cNvSpPr/>
            <p:nvPr/>
          </p:nvSpPr>
          <p:spPr>
            <a:xfrm>
              <a:off x="5086718" y="4803626"/>
              <a:ext cx="3685" cy="15957"/>
            </a:xfrm>
            <a:custGeom>
              <a:avLst/>
              <a:pathLst>
                <a:path w="3685" h="15957">
                  <a:moveTo>
                    <a:pt x="1088" y="15836"/>
                  </a:moveTo>
                  <a:lnTo>
                    <a:pt x="733" y="15957"/>
                  </a:lnTo>
                  <a:lnTo>
                    <a:pt x="453" y="14295"/>
                  </a:lnTo>
                  <a:lnTo>
                    <a:pt x="597" y="11920"/>
                  </a:lnTo>
                  <a:lnTo>
                    <a:pt x="0" y="9571"/>
                  </a:lnTo>
                  <a:lnTo>
                    <a:pt x="324" y="7211"/>
                  </a:lnTo>
                  <a:lnTo>
                    <a:pt x="283" y="4663"/>
                  </a:lnTo>
                  <a:lnTo>
                    <a:pt x="497" y="3540"/>
                  </a:lnTo>
                  <a:lnTo>
                    <a:pt x="1228" y="2302"/>
                  </a:lnTo>
                  <a:lnTo>
                    <a:pt x="1343" y="103"/>
                  </a:lnTo>
                  <a:lnTo>
                    <a:pt x="1976" y="0"/>
                  </a:lnTo>
                  <a:lnTo>
                    <a:pt x="3080" y="1711"/>
                  </a:lnTo>
                  <a:lnTo>
                    <a:pt x="3440" y="6059"/>
                  </a:lnTo>
                  <a:lnTo>
                    <a:pt x="3259" y="8682"/>
                  </a:lnTo>
                  <a:lnTo>
                    <a:pt x="3685" y="11040"/>
                  </a:lnTo>
                  <a:lnTo>
                    <a:pt x="3331" y="13057"/>
                  </a:lnTo>
                  <a:lnTo>
                    <a:pt x="2394" y="14716"/>
                  </a:lnTo>
                  <a:close/>
                </a:path>
              </a:pathLst>
            </a:custGeom>
            <a:solidFill>
              <a:srgbClr val="E8F2E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g152"/>
            <p:cNvSpPr/>
            <p:nvPr/>
          </p:nvSpPr>
          <p:spPr>
            <a:xfrm>
              <a:off x="5102437" y="4770485"/>
              <a:ext cx="2762" cy="2908"/>
            </a:xfrm>
            <a:custGeom>
              <a:avLst/>
              <a:pathLst>
                <a:path w="2762" h="2908">
                  <a:moveTo>
                    <a:pt x="2267" y="952"/>
                  </a:moveTo>
                  <a:lnTo>
                    <a:pt x="2690" y="2351"/>
                  </a:lnTo>
                  <a:lnTo>
                    <a:pt x="2762" y="2908"/>
                  </a:lnTo>
                  <a:lnTo>
                    <a:pt x="1736" y="1806"/>
                  </a:lnTo>
                  <a:lnTo>
                    <a:pt x="0" y="2040"/>
                  </a:lnTo>
                  <a:lnTo>
                    <a:pt x="1088" y="0"/>
                  </a:lnTo>
                  <a:lnTo>
                    <a:pt x="1943" y="401"/>
                  </a:lnTo>
                  <a:close/>
                </a:path>
              </a:pathLst>
            </a:custGeom>
            <a:solidFill>
              <a:srgbClr val="E8F2E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g153"/>
            <p:cNvSpPr/>
            <p:nvPr/>
          </p:nvSpPr>
          <p:spPr>
            <a:xfrm>
              <a:off x="5104288" y="4766217"/>
              <a:ext cx="2513" cy="3156"/>
            </a:xfrm>
            <a:custGeom>
              <a:avLst/>
              <a:pathLst>
                <a:path w="2513" h="3156">
                  <a:moveTo>
                    <a:pt x="2513" y="1203"/>
                  </a:moveTo>
                  <a:lnTo>
                    <a:pt x="677" y="3156"/>
                  </a:lnTo>
                  <a:lnTo>
                    <a:pt x="0" y="2259"/>
                  </a:lnTo>
                  <a:lnTo>
                    <a:pt x="67" y="793"/>
                  </a:lnTo>
                  <a:lnTo>
                    <a:pt x="183" y="141"/>
                  </a:lnTo>
                  <a:lnTo>
                    <a:pt x="1782" y="0"/>
                  </a:lnTo>
                  <a:close/>
                </a:path>
              </a:pathLst>
            </a:custGeom>
            <a:solidFill>
              <a:srgbClr val="E8F2E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g154"/>
            <p:cNvSpPr/>
            <p:nvPr/>
          </p:nvSpPr>
          <p:spPr>
            <a:xfrm>
              <a:off x="4997776" y="4685794"/>
              <a:ext cx="19289" cy="14252"/>
            </a:xfrm>
            <a:custGeom>
              <a:avLst/>
              <a:pathLst>
                <a:path w="19289" h="14252">
                  <a:moveTo>
                    <a:pt x="12867" y="4319"/>
                  </a:moveTo>
                  <a:lnTo>
                    <a:pt x="15786" y="5012"/>
                  </a:lnTo>
                  <a:lnTo>
                    <a:pt x="16919" y="3947"/>
                  </a:lnTo>
                  <a:lnTo>
                    <a:pt x="18353" y="4807"/>
                  </a:lnTo>
                  <a:lnTo>
                    <a:pt x="19289" y="7678"/>
                  </a:lnTo>
                  <a:lnTo>
                    <a:pt x="18596" y="9104"/>
                  </a:lnTo>
                  <a:lnTo>
                    <a:pt x="17930" y="9311"/>
                  </a:lnTo>
                  <a:lnTo>
                    <a:pt x="15781" y="8134"/>
                  </a:lnTo>
                  <a:lnTo>
                    <a:pt x="13774" y="9026"/>
                  </a:lnTo>
                  <a:lnTo>
                    <a:pt x="13181" y="10212"/>
                  </a:lnTo>
                  <a:lnTo>
                    <a:pt x="12791" y="12844"/>
                  </a:lnTo>
                  <a:lnTo>
                    <a:pt x="11063" y="14252"/>
                  </a:lnTo>
                  <a:lnTo>
                    <a:pt x="10256" y="12659"/>
                  </a:lnTo>
                  <a:lnTo>
                    <a:pt x="8152" y="11522"/>
                  </a:lnTo>
                  <a:lnTo>
                    <a:pt x="7399" y="13196"/>
                  </a:lnTo>
                  <a:lnTo>
                    <a:pt x="5913" y="12748"/>
                  </a:lnTo>
                  <a:lnTo>
                    <a:pt x="4534" y="13421"/>
                  </a:lnTo>
                  <a:lnTo>
                    <a:pt x="2613" y="13020"/>
                  </a:lnTo>
                  <a:lnTo>
                    <a:pt x="592" y="10131"/>
                  </a:lnTo>
                  <a:lnTo>
                    <a:pt x="0" y="8795"/>
                  </a:lnTo>
                  <a:lnTo>
                    <a:pt x="468" y="6388"/>
                  </a:lnTo>
                  <a:lnTo>
                    <a:pt x="1194" y="4619"/>
                  </a:lnTo>
                  <a:lnTo>
                    <a:pt x="6717" y="2109"/>
                  </a:lnTo>
                  <a:lnTo>
                    <a:pt x="9669" y="0"/>
                  </a:lnTo>
                  <a:lnTo>
                    <a:pt x="12063" y="372"/>
                  </a:lnTo>
                  <a:lnTo>
                    <a:pt x="12727" y="819"/>
                  </a:lnTo>
                  <a:lnTo>
                    <a:pt x="13342" y="1890"/>
                  </a:lnTo>
                  <a:lnTo>
                    <a:pt x="12888" y="3834"/>
                  </a:lnTo>
                  <a:close/>
                </a:path>
              </a:pathLst>
            </a:custGeom>
            <a:solidFill>
              <a:srgbClr val="E8F2E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g155"/>
            <p:cNvSpPr/>
            <p:nvPr/>
          </p:nvSpPr>
          <p:spPr>
            <a:xfrm>
              <a:off x="5203194" y="4443873"/>
              <a:ext cx="1742" cy="9052"/>
            </a:xfrm>
            <a:custGeom>
              <a:avLst/>
              <a:pathLst>
                <a:path w="1742" h="9052">
                  <a:moveTo>
                    <a:pt x="1742" y="917"/>
                  </a:moveTo>
                  <a:lnTo>
                    <a:pt x="694" y="9052"/>
                  </a:lnTo>
                  <a:lnTo>
                    <a:pt x="374" y="8896"/>
                  </a:lnTo>
                  <a:lnTo>
                    <a:pt x="0" y="7672"/>
                  </a:lnTo>
                  <a:lnTo>
                    <a:pt x="61" y="2963"/>
                  </a:lnTo>
                  <a:lnTo>
                    <a:pt x="483" y="0"/>
                  </a:lnTo>
                  <a:lnTo>
                    <a:pt x="1536" y="505"/>
                  </a:lnTo>
                  <a:close/>
                </a:path>
              </a:pathLst>
            </a:custGeom>
            <a:solidFill>
              <a:srgbClr val="E8F2E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g156"/>
            <p:cNvSpPr/>
            <p:nvPr/>
          </p:nvSpPr>
          <p:spPr>
            <a:xfrm>
              <a:off x="5202819" y="4432777"/>
              <a:ext cx="1240" cy="8896"/>
            </a:xfrm>
            <a:custGeom>
              <a:avLst/>
              <a:pathLst>
                <a:path w="1240" h="8896">
                  <a:moveTo>
                    <a:pt x="943" y="8454"/>
                  </a:moveTo>
                  <a:lnTo>
                    <a:pt x="680" y="8896"/>
                  </a:lnTo>
                  <a:lnTo>
                    <a:pt x="140" y="6071"/>
                  </a:lnTo>
                  <a:lnTo>
                    <a:pt x="0" y="3220"/>
                  </a:lnTo>
                  <a:lnTo>
                    <a:pt x="180" y="577"/>
                  </a:lnTo>
                  <a:lnTo>
                    <a:pt x="819" y="0"/>
                  </a:lnTo>
                  <a:lnTo>
                    <a:pt x="1240" y="242"/>
                  </a:lnTo>
                  <a:lnTo>
                    <a:pt x="747" y="5070"/>
                  </a:lnTo>
                  <a:close/>
                </a:path>
              </a:pathLst>
            </a:custGeom>
            <a:solidFill>
              <a:srgbClr val="E8F2E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g157"/>
            <p:cNvSpPr/>
            <p:nvPr/>
          </p:nvSpPr>
          <p:spPr>
            <a:xfrm>
              <a:off x="4709763" y="4388168"/>
              <a:ext cx="3349" cy="16970"/>
            </a:xfrm>
            <a:custGeom>
              <a:avLst/>
              <a:pathLst>
                <a:path w="3349" h="16970">
                  <a:moveTo>
                    <a:pt x="3349" y="15747"/>
                  </a:moveTo>
                  <a:lnTo>
                    <a:pt x="3025" y="16970"/>
                  </a:lnTo>
                  <a:lnTo>
                    <a:pt x="683" y="7768"/>
                  </a:lnTo>
                  <a:lnTo>
                    <a:pt x="0" y="1465"/>
                  </a:lnTo>
                  <a:lnTo>
                    <a:pt x="473" y="334"/>
                  </a:lnTo>
                  <a:lnTo>
                    <a:pt x="904" y="0"/>
                  </a:lnTo>
                  <a:lnTo>
                    <a:pt x="2292" y="8711"/>
                  </a:lnTo>
                  <a:lnTo>
                    <a:pt x="2721" y="10708"/>
                  </a:lnTo>
                  <a:lnTo>
                    <a:pt x="2725" y="12757"/>
                  </a:lnTo>
                  <a:lnTo>
                    <a:pt x="2926" y="13403"/>
                  </a:lnTo>
                  <a:close/>
                </a:path>
              </a:pathLst>
            </a:custGeom>
            <a:solidFill>
              <a:srgbClr val="E8F2E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g158"/>
            <p:cNvSpPr/>
            <p:nvPr/>
          </p:nvSpPr>
          <p:spPr>
            <a:xfrm>
              <a:off x="5198086" y="4364786"/>
              <a:ext cx="4662" cy="31009"/>
            </a:xfrm>
            <a:custGeom>
              <a:avLst/>
              <a:pathLst>
                <a:path w="4662" h="31009">
                  <a:moveTo>
                    <a:pt x="1228" y="30195"/>
                  </a:moveTo>
                  <a:lnTo>
                    <a:pt x="917" y="31009"/>
                  </a:lnTo>
                  <a:lnTo>
                    <a:pt x="368" y="29549"/>
                  </a:lnTo>
                  <a:lnTo>
                    <a:pt x="0" y="24302"/>
                  </a:lnTo>
                  <a:lnTo>
                    <a:pt x="272" y="21261"/>
                  </a:lnTo>
                  <a:lnTo>
                    <a:pt x="912" y="18479"/>
                  </a:lnTo>
                  <a:lnTo>
                    <a:pt x="1024" y="16941"/>
                  </a:lnTo>
                  <a:lnTo>
                    <a:pt x="748" y="13718"/>
                  </a:lnTo>
                  <a:lnTo>
                    <a:pt x="2590" y="10094"/>
                  </a:lnTo>
                  <a:lnTo>
                    <a:pt x="3057" y="8180"/>
                  </a:lnTo>
                  <a:lnTo>
                    <a:pt x="3233" y="5722"/>
                  </a:lnTo>
                  <a:lnTo>
                    <a:pt x="2555" y="3064"/>
                  </a:lnTo>
                  <a:lnTo>
                    <a:pt x="2036" y="2539"/>
                  </a:lnTo>
                  <a:lnTo>
                    <a:pt x="2489" y="1061"/>
                  </a:lnTo>
                  <a:lnTo>
                    <a:pt x="3003" y="314"/>
                  </a:lnTo>
                  <a:lnTo>
                    <a:pt x="3415" y="0"/>
                  </a:lnTo>
                  <a:lnTo>
                    <a:pt x="3722" y="277"/>
                  </a:lnTo>
                  <a:lnTo>
                    <a:pt x="3915" y="5505"/>
                  </a:lnTo>
                  <a:lnTo>
                    <a:pt x="4662" y="7352"/>
                  </a:lnTo>
                  <a:lnTo>
                    <a:pt x="4552" y="9874"/>
                  </a:lnTo>
                  <a:lnTo>
                    <a:pt x="2007" y="23163"/>
                  </a:lnTo>
                  <a:lnTo>
                    <a:pt x="1305" y="28178"/>
                  </a:lnTo>
                  <a:close/>
                </a:path>
              </a:pathLst>
            </a:custGeom>
            <a:solidFill>
              <a:srgbClr val="E8F2E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g159"/>
            <p:cNvSpPr/>
            <p:nvPr/>
          </p:nvSpPr>
          <p:spPr>
            <a:xfrm>
              <a:off x="5174401" y="4327307"/>
              <a:ext cx="3199" cy="9314"/>
            </a:xfrm>
            <a:custGeom>
              <a:avLst/>
              <a:pathLst>
                <a:path w="3199" h="9314">
                  <a:moveTo>
                    <a:pt x="1380" y="894"/>
                  </a:moveTo>
                  <a:lnTo>
                    <a:pt x="1797" y="1644"/>
                  </a:lnTo>
                  <a:lnTo>
                    <a:pt x="2178" y="1552"/>
                  </a:lnTo>
                  <a:lnTo>
                    <a:pt x="2520" y="2043"/>
                  </a:lnTo>
                  <a:lnTo>
                    <a:pt x="2382" y="3970"/>
                  </a:lnTo>
                  <a:lnTo>
                    <a:pt x="2937" y="6143"/>
                  </a:lnTo>
                  <a:lnTo>
                    <a:pt x="3199" y="7675"/>
                  </a:lnTo>
                  <a:lnTo>
                    <a:pt x="2781" y="8916"/>
                  </a:lnTo>
                  <a:lnTo>
                    <a:pt x="2498" y="9314"/>
                  </a:lnTo>
                  <a:lnTo>
                    <a:pt x="1838" y="8278"/>
                  </a:lnTo>
                  <a:lnTo>
                    <a:pt x="0" y="2057"/>
                  </a:lnTo>
                  <a:lnTo>
                    <a:pt x="325" y="0"/>
                  </a:lnTo>
                  <a:close/>
                </a:path>
              </a:pathLst>
            </a:custGeom>
            <a:solidFill>
              <a:srgbClr val="E8F2E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g160"/>
            <p:cNvSpPr/>
            <p:nvPr/>
          </p:nvSpPr>
          <p:spPr>
            <a:xfrm>
              <a:off x="5167444" y="4290376"/>
              <a:ext cx="1053" cy="3367"/>
            </a:xfrm>
            <a:custGeom>
              <a:avLst/>
              <a:pathLst>
                <a:path w="1053" h="3367">
                  <a:moveTo>
                    <a:pt x="661" y="3304"/>
                  </a:moveTo>
                  <a:lnTo>
                    <a:pt x="317" y="3367"/>
                  </a:lnTo>
                  <a:lnTo>
                    <a:pt x="0" y="2865"/>
                  </a:lnTo>
                  <a:lnTo>
                    <a:pt x="271" y="1688"/>
                  </a:lnTo>
                  <a:lnTo>
                    <a:pt x="317" y="0"/>
                  </a:lnTo>
                  <a:lnTo>
                    <a:pt x="720" y="519"/>
                  </a:lnTo>
                  <a:lnTo>
                    <a:pt x="1053" y="2842"/>
                  </a:lnTo>
                  <a:close/>
                </a:path>
              </a:pathLst>
            </a:custGeom>
            <a:solidFill>
              <a:srgbClr val="E8F2E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g161"/>
            <p:cNvSpPr/>
            <p:nvPr/>
          </p:nvSpPr>
          <p:spPr>
            <a:xfrm>
              <a:off x="5160218" y="4285589"/>
              <a:ext cx="716" cy="5156"/>
            </a:xfrm>
            <a:custGeom>
              <a:avLst/>
              <a:pathLst>
                <a:path w="716" h="5156">
                  <a:moveTo>
                    <a:pt x="716" y="4264"/>
                  </a:moveTo>
                  <a:lnTo>
                    <a:pt x="294" y="5156"/>
                  </a:lnTo>
                  <a:lnTo>
                    <a:pt x="0" y="3003"/>
                  </a:lnTo>
                  <a:lnTo>
                    <a:pt x="71" y="747"/>
                  </a:lnTo>
                  <a:lnTo>
                    <a:pt x="521" y="0"/>
                  </a:lnTo>
                  <a:lnTo>
                    <a:pt x="711" y="2972"/>
                  </a:lnTo>
                  <a:close/>
                </a:path>
              </a:pathLst>
            </a:custGeom>
            <a:solidFill>
              <a:srgbClr val="E8F2E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g162"/>
            <p:cNvSpPr/>
            <p:nvPr/>
          </p:nvSpPr>
          <p:spPr>
            <a:xfrm>
              <a:off x="4739017" y="4244789"/>
              <a:ext cx="1816" cy="5852"/>
            </a:xfrm>
            <a:custGeom>
              <a:avLst/>
              <a:pathLst>
                <a:path w="1816" h="5852">
                  <a:moveTo>
                    <a:pt x="1676" y="3540"/>
                  </a:moveTo>
                  <a:lnTo>
                    <a:pt x="968" y="5852"/>
                  </a:lnTo>
                  <a:lnTo>
                    <a:pt x="115" y="5396"/>
                  </a:lnTo>
                  <a:lnTo>
                    <a:pt x="0" y="4230"/>
                  </a:lnTo>
                  <a:lnTo>
                    <a:pt x="557" y="2314"/>
                  </a:lnTo>
                  <a:lnTo>
                    <a:pt x="1535" y="0"/>
                  </a:lnTo>
                  <a:lnTo>
                    <a:pt x="1816" y="1428"/>
                  </a:lnTo>
                  <a:close/>
                </a:path>
              </a:pathLst>
            </a:custGeom>
            <a:solidFill>
              <a:srgbClr val="E8F2E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g163"/>
            <p:cNvSpPr/>
            <p:nvPr/>
          </p:nvSpPr>
          <p:spPr>
            <a:xfrm>
              <a:off x="5148876" y="4229587"/>
              <a:ext cx="1297" cy="4403"/>
            </a:xfrm>
            <a:custGeom>
              <a:avLst/>
              <a:pathLst>
                <a:path w="1297" h="4403">
                  <a:moveTo>
                    <a:pt x="1278" y="4077"/>
                  </a:moveTo>
                  <a:lnTo>
                    <a:pt x="987" y="4403"/>
                  </a:lnTo>
                  <a:lnTo>
                    <a:pt x="591" y="4380"/>
                  </a:lnTo>
                  <a:lnTo>
                    <a:pt x="0" y="3846"/>
                  </a:lnTo>
                  <a:lnTo>
                    <a:pt x="513" y="0"/>
                  </a:lnTo>
                  <a:lnTo>
                    <a:pt x="798" y="2008"/>
                  </a:lnTo>
                  <a:lnTo>
                    <a:pt x="1297" y="3664"/>
                  </a:lnTo>
                  <a:close/>
                </a:path>
              </a:pathLst>
            </a:custGeom>
            <a:solidFill>
              <a:srgbClr val="E8F2E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g164"/>
            <p:cNvSpPr/>
            <p:nvPr/>
          </p:nvSpPr>
          <p:spPr>
            <a:xfrm>
              <a:off x="5148243" y="4226361"/>
              <a:ext cx="986" cy="3249"/>
            </a:xfrm>
            <a:custGeom>
              <a:avLst/>
              <a:pathLst>
                <a:path w="986" h="3249">
                  <a:moveTo>
                    <a:pt x="592" y="3119"/>
                  </a:moveTo>
                  <a:lnTo>
                    <a:pt x="323" y="3249"/>
                  </a:lnTo>
                  <a:lnTo>
                    <a:pt x="0" y="2931"/>
                  </a:lnTo>
                  <a:lnTo>
                    <a:pt x="238" y="1702"/>
                  </a:lnTo>
                  <a:lnTo>
                    <a:pt x="545" y="727"/>
                  </a:lnTo>
                  <a:lnTo>
                    <a:pt x="986" y="0"/>
                  </a:lnTo>
                  <a:lnTo>
                    <a:pt x="845" y="2669"/>
                  </a:lnTo>
                  <a:close/>
                </a:path>
              </a:pathLst>
            </a:custGeom>
            <a:solidFill>
              <a:srgbClr val="E8F2E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g165"/>
            <p:cNvSpPr/>
            <p:nvPr/>
          </p:nvSpPr>
          <p:spPr>
            <a:xfrm>
              <a:off x="5114264" y="4172627"/>
              <a:ext cx="2963" cy="7649"/>
            </a:xfrm>
            <a:custGeom>
              <a:avLst/>
              <a:pathLst>
                <a:path w="2963" h="7649">
                  <a:moveTo>
                    <a:pt x="2187" y="158"/>
                  </a:moveTo>
                  <a:lnTo>
                    <a:pt x="2437" y="2960"/>
                  </a:lnTo>
                  <a:lnTo>
                    <a:pt x="2963" y="5147"/>
                  </a:lnTo>
                  <a:lnTo>
                    <a:pt x="2781" y="6582"/>
                  </a:lnTo>
                  <a:lnTo>
                    <a:pt x="2437" y="7649"/>
                  </a:lnTo>
                  <a:lnTo>
                    <a:pt x="1667" y="6645"/>
                  </a:lnTo>
                  <a:lnTo>
                    <a:pt x="1126" y="4048"/>
                  </a:lnTo>
                  <a:lnTo>
                    <a:pt x="211" y="1965"/>
                  </a:lnTo>
                  <a:lnTo>
                    <a:pt x="0" y="764"/>
                  </a:lnTo>
                  <a:lnTo>
                    <a:pt x="1071" y="865"/>
                  </a:lnTo>
                  <a:lnTo>
                    <a:pt x="1608" y="458"/>
                  </a:lnTo>
                  <a:lnTo>
                    <a:pt x="1831" y="0"/>
                  </a:lnTo>
                  <a:close/>
                </a:path>
              </a:pathLst>
            </a:custGeom>
            <a:solidFill>
              <a:srgbClr val="E8F2E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g166"/>
            <p:cNvSpPr/>
            <p:nvPr/>
          </p:nvSpPr>
          <p:spPr>
            <a:xfrm>
              <a:off x="5032724" y="4136121"/>
              <a:ext cx="1982" cy="4172"/>
            </a:xfrm>
            <a:custGeom>
              <a:avLst/>
              <a:pathLst>
                <a:path w="1982" h="4172">
                  <a:moveTo>
                    <a:pt x="621" y="3667"/>
                  </a:moveTo>
                  <a:lnTo>
                    <a:pt x="164" y="4172"/>
                  </a:lnTo>
                  <a:lnTo>
                    <a:pt x="0" y="2960"/>
                  </a:lnTo>
                  <a:lnTo>
                    <a:pt x="621" y="1734"/>
                  </a:lnTo>
                  <a:lnTo>
                    <a:pt x="1030" y="0"/>
                  </a:lnTo>
                  <a:lnTo>
                    <a:pt x="1850" y="1523"/>
                  </a:lnTo>
                  <a:lnTo>
                    <a:pt x="1982" y="3073"/>
                  </a:lnTo>
                  <a:close/>
                </a:path>
              </a:pathLst>
            </a:custGeom>
            <a:solidFill>
              <a:srgbClr val="E8F2E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g167"/>
            <p:cNvSpPr/>
            <p:nvPr/>
          </p:nvSpPr>
          <p:spPr>
            <a:xfrm>
              <a:off x="5029549" y="4118533"/>
              <a:ext cx="6704" cy="10238"/>
            </a:xfrm>
            <a:custGeom>
              <a:avLst/>
              <a:pathLst>
                <a:path w="6704" h="10238">
                  <a:moveTo>
                    <a:pt x="4389" y="5254"/>
                  </a:moveTo>
                  <a:lnTo>
                    <a:pt x="3447" y="7854"/>
                  </a:lnTo>
                  <a:lnTo>
                    <a:pt x="2971" y="7488"/>
                  </a:lnTo>
                  <a:lnTo>
                    <a:pt x="2518" y="8905"/>
                  </a:lnTo>
                  <a:lnTo>
                    <a:pt x="1649" y="9580"/>
                  </a:lnTo>
                  <a:lnTo>
                    <a:pt x="1113" y="9557"/>
                  </a:lnTo>
                  <a:lnTo>
                    <a:pt x="145" y="10238"/>
                  </a:lnTo>
                  <a:lnTo>
                    <a:pt x="0" y="9415"/>
                  </a:lnTo>
                  <a:lnTo>
                    <a:pt x="183" y="6815"/>
                  </a:lnTo>
                  <a:lnTo>
                    <a:pt x="987" y="3909"/>
                  </a:lnTo>
                  <a:lnTo>
                    <a:pt x="1770" y="2129"/>
                  </a:lnTo>
                  <a:lnTo>
                    <a:pt x="3792" y="1278"/>
                  </a:lnTo>
                  <a:lnTo>
                    <a:pt x="5365" y="0"/>
                  </a:lnTo>
                  <a:lnTo>
                    <a:pt x="5567" y="236"/>
                  </a:lnTo>
                  <a:lnTo>
                    <a:pt x="6704" y="3537"/>
                  </a:lnTo>
                  <a:lnTo>
                    <a:pt x="5021" y="3967"/>
                  </a:lnTo>
                  <a:close/>
                </a:path>
              </a:pathLst>
            </a:custGeom>
            <a:solidFill>
              <a:srgbClr val="E8F2E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g168"/>
            <p:cNvSpPr/>
            <p:nvPr/>
          </p:nvSpPr>
          <p:spPr>
            <a:xfrm>
              <a:off x="5002676" y="4094882"/>
              <a:ext cx="1840" cy="6784"/>
            </a:xfrm>
            <a:custGeom>
              <a:avLst/>
              <a:pathLst>
                <a:path w="1840" h="6784">
                  <a:moveTo>
                    <a:pt x="1840" y="5416"/>
                  </a:moveTo>
                  <a:lnTo>
                    <a:pt x="1318" y="6784"/>
                  </a:lnTo>
                  <a:lnTo>
                    <a:pt x="655" y="5347"/>
                  </a:lnTo>
                  <a:lnTo>
                    <a:pt x="516" y="3875"/>
                  </a:lnTo>
                  <a:lnTo>
                    <a:pt x="0" y="3454"/>
                  </a:lnTo>
                  <a:lnTo>
                    <a:pt x="252" y="2094"/>
                  </a:lnTo>
                  <a:lnTo>
                    <a:pt x="524" y="1702"/>
                  </a:lnTo>
                  <a:lnTo>
                    <a:pt x="815" y="0"/>
                  </a:lnTo>
                  <a:lnTo>
                    <a:pt x="1485" y="2011"/>
                  </a:lnTo>
                  <a:lnTo>
                    <a:pt x="1565" y="4233"/>
                  </a:lnTo>
                  <a:close/>
                </a:path>
              </a:pathLst>
            </a:custGeom>
            <a:solidFill>
              <a:srgbClr val="E8F2E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g169"/>
            <p:cNvSpPr/>
            <p:nvPr/>
          </p:nvSpPr>
          <p:spPr>
            <a:xfrm>
              <a:off x="4997314" y="4093076"/>
              <a:ext cx="1335" cy="2917"/>
            </a:xfrm>
            <a:custGeom>
              <a:avLst/>
              <a:pathLst>
                <a:path w="1335" h="2917">
                  <a:moveTo>
                    <a:pt x="1075" y="2793"/>
                  </a:moveTo>
                  <a:lnTo>
                    <a:pt x="346" y="2917"/>
                  </a:lnTo>
                  <a:lnTo>
                    <a:pt x="140" y="2767"/>
                  </a:lnTo>
                  <a:lnTo>
                    <a:pt x="0" y="1460"/>
                  </a:lnTo>
                  <a:lnTo>
                    <a:pt x="241" y="279"/>
                  </a:lnTo>
                  <a:lnTo>
                    <a:pt x="1015" y="0"/>
                  </a:lnTo>
                  <a:lnTo>
                    <a:pt x="1335" y="308"/>
                  </a:lnTo>
                  <a:close/>
                </a:path>
              </a:pathLst>
            </a:custGeom>
            <a:solidFill>
              <a:srgbClr val="E8F2E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g170"/>
            <p:cNvSpPr/>
            <p:nvPr/>
          </p:nvSpPr>
          <p:spPr>
            <a:xfrm>
              <a:off x="5001493" y="4092155"/>
              <a:ext cx="543" cy="3687"/>
            </a:xfrm>
            <a:custGeom>
              <a:avLst/>
              <a:pathLst>
                <a:path w="543" h="3687">
                  <a:moveTo>
                    <a:pt x="208" y="3468"/>
                  </a:moveTo>
                  <a:lnTo>
                    <a:pt x="14" y="3687"/>
                  </a:lnTo>
                  <a:lnTo>
                    <a:pt x="0" y="1226"/>
                  </a:lnTo>
                  <a:lnTo>
                    <a:pt x="381" y="0"/>
                  </a:lnTo>
                  <a:lnTo>
                    <a:pt x="543" y="2550"/>
                  </a:lnTo>
                  <a:close/>
                </a:path>
              </a:pathLst>
            </a:custGeom>
            <a:solidFill>
              <a:srgbClr val="E8F2E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g171"/>
            <p:cNvSpPr/>
            <p:nvPr/>
          </p:nvSpPr>
          <p:spPr>
            <a:xfrm>
              <a:off x="4850825" y="4085209"/>
              <a:ext cx="1490" cy="4807"/>
            </a:xfrm>
            <a:custGeom>
              <a:avLst/>
              <a:pathLst>
                <a:path w="1490" h="4807">
                  <a:moveTo>
                    <a:pt x="1394" y="3973"/>
                  </a:moveTo>
                  <a:lnTo>
                    <a:pt x="935" y="4807"/>
                  </a:lnTo>
                  <a:lnTo>
                    <a:pt x="504" y="4550"/>
                  </a:lnTo>
                  <a:lnTo>
                    <a:pt x="498" y="3396"/>
                  </a:lnTo>
                  <a:lnTo>
                    <a:pt x="0" y="2152"/>
                  </a:lnTo>
                  <a:lnTo>
                    <a:pt x="259" y="738"/>
                  </a:lnTo>
                  <a:lnTo>
                    <a:pt x="445" y="0"/>
                  </a:lnTo>
                  <a:lnTo>
                    <a:pt x="829" y="83"/>
                  </a:lnTo>
                  <a:lnTo>
                    <a:pt x="996" y="1281"/>
                  </a:lnTo>
                  <a:lnTo>
                    <a:pt x="1490" y="2631"/>
                  </a:lnTo>
                  <a:close/>
                </a:path>
              </a:pathLst>
            </a:custGeom>
            <a:solidFill>
              <a:srgbClr val="E8F2E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g172"/>
            <p:cNvSpPr/>
            <p:nvPr/>
          </p:nvSpPr>
          <p:spPr>
            <a:xfrm>
              <a:off x="4858240" y="4061233"/>
              <a:ext cx="1311" cy="5485"/>
            </a:xfrm>
            <a:custGeom>
              <a:avLst/>
              <a:pathLst>
                <a:path w="1311" h="5485">
                  <a:moveTo>
                    <a:pt x="1311" y="3647"/>
                  </a:moveTo>
                  <a:lnTo>
                    <a:pt x="530" y="5485"/>
                  </a:lnTo>
                  <a:lnTo>
                    <a:pt x="0" y="4008"/>
                  </a:lnTo>
                  <a:lnTo>
                    <a:pt x="319" y="1061"/>
                  </a:lnTo>
                  <a:lnTo>
                    <a:pt x="837" y="0"/>
                  </a:lnTo>
                  <a:lnTo>
                    <a:pt x="1303" y="554"/>
                  </a:lnTo>
                  <a:lnTo>
                    <a:pt x="1247" y="2853"/>
                  </a:lnTo>
                  <a:close/>
                </a:path>
              </a:pathLst>
            </a:custGeom>
            <a:solidFill>
              <a:srgbClr val="E8F2E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g173"/>
            <p:cNvSpPr/>
            <p:nvPr/>
          </p:nvSpPr>
          <p:spPr>
            <a:xfrm>
              <a:off x="4995276" y="4038179"/>
              <a:ext cx="7499" cy="18237"/>
            </a:xfrm>
            <a:custGeom>
              <a:avLst/>
              <a:pathLst>
                <a:path w="7499" h="18237">
                  <a:moveTo>
                    <a:pt x="4621" y="3783"/>
                  </a:moveTo>
                  <a:lnTo>
                    <a:pt x="5149" y="5009"/>
                  </a:lnTo>
                  <a:lnTo>
                    <a:pt x="5716" y="4922"/>
                  </a:lnTo>
                  <a:lnTo>
                    <a:pt x="6213" y="2219"/>
                  </a:lnTo>
                  <a:lnTo>
                    <a:pt x="6523" y="2594"/>
                  </a:lnTo>
                  <a:lnTo>
                    <a:pt x="6768" y="3272"/>
                  </a:lnTo>
                  <a:lnTo>
                    <a:pt x="6948" y="4464"/>
                  </a:lnTo>
                  <a:lnTo>
                    <a:pt x="6185" y="6521"/>
                  </a:lnTo>
                  <a:lnTo>
                    <a:pt x="5843" y="6838"/>
                  </a:lnTo>
                  <a:lnTo>
                    <a:pt x="5517" y="7975"/>
                  </a:lnTo>
                  <a:lnTo>
                    <a:pt x="4995" y="11724"/>
                  </a:lnTo>
                  <a:lnTo>
                    <a:pt x="5051" y="12982"/>
                  </a:lnTo>
                  <a:lnTo>
                    <a:pt x="5503" y="14240"/>
                  </a:lnTo>
                  <a:lnTo>
                    <a:pt x="6703" y="15406"/>
                  </a:lnTo>
                  <a:lnTo>
                    <a:pt x="7293" y="14866"/>
                  </a:lnTo>
                  <a:lnTo>
                    <a:pt x="7499" y="15022"/>
                  </a:lnTo>
                  <a:lnTo>
                    <a:pt x="7262" y="16846"/>
                  </a:lnTo>
                  <a:lnTo>
                    <a:pt x="6811" y="18237"/>
                  </a:lnTo>
                  <a:lnTo>
                    <a:pt x="5212" y="17657"/>
                  </a:lnTo>
                  <a:lnTo>
                    <a:pt x="3829" y="17865"/>
                  </a:lnTo>
                  <a:lnTo>
                    <a:pt x="1524" y="16508"/>
                  </a:lnTo>
                  <a:lnTo>
                    <a:pt x="339" y="16341"/>
                  </a:lnTo>
                  <a:lnTo>
                    <a:pt x="0" y="15836"/>
                  </a:lnTo>
                  <a:lnTo>
                    <a:pt x="691" y="14762"/>
                  </a:lnTo>
                  <a:lnTo>
                    <a:pt x="1124" y="13314"/>
                  </a:lnTo>
                  <a:lnTo>
                    <a:pt x="922" y="9906"/>
                  </a:lnTo>
                  <a:lnTo>
                    <a:pt x="1087" y="5583"/>
                  </a:lnTo>
                  <a:lnTo>
                    <a:pt x="2417" y="3482"/>
                  </a:lnTo>
                  <a:lnTo>
                    <a:pt x="3014" y="1336"/>
                  </a:lnTo>
                  <a:lnTo>
                    <a:pt x="3902" y="0"/>
                  </a:lnTo>
                  <a:lnTo>
                    <a:pt x="4466" y="170"/>
                  </a:lnTo>
                  <a:lnTo>
                    <a:pt x="4393" y="1486"/>
                  </a:lnTo>
                  <a:close/>
                </a:path>
              </a:pathLst>
            </a:custGeom>
            <a:solidFill>
              <a:srgbClr val="E8F2E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g174"/>
            <p:cNvSpPr/>
            <p:nvPr/>
          </p:nvSpPr>
          <p:spPr>
            <a:xfrm>
              <a:off x="4992678" y="4037850"/>
              <a:ext cx="1866" cy="5058"/>
            </a:xfrm>
            <a:custGeom>
              <a:avLst/>
              <a:pathLst>
                <a:path w="1866" h="5058">
                  <a:moveTo>
                    <a:pt x="1403" y="4720"/>
                  </a:moveTo>
                  <a:lnTo>
                    <a:pt x="1113" y="5058"/>
                  </a:lnTo>
                  <a:lnTo>
                    <a:pt x="4" y="4487"/>
                  </a:lnTo>
                  <a:lnTo>
                    <a:pt x="0" y="3422"/>
                  </a:lnTo>
                  <a:lnTo>
                    <a:pt x="147" y="2611"/>
                  </a:lnTo>
                  <a:lnTo>
                    <a:pt x="454" y="2126"/>
                  </a:lnTo>
                  <a:lnTo>
                    <a:pt x="1135" y="0"/>
                  </a:lnTo>
                  <a:lnTo>
                    <a:pt x="1647" y="1237"/>
                  </a:lnTo>
                  <a:lnTo>
                    <a:pt x="1866" y="3734"/>
                  </a:lnTo>
                  <a:close/>
                </a:path>
              </a:pathLst>
            </a:custGeom>
            <a:solidFill>
              <a:srgbClr val="E8F2E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g175"/>
            <p:cNvSpPr/>
            <p:nvPr/>
          </p:nvSpPr>
          <p:spPr>
            <a:xfrm>
              <a:off x="4993384" y="3972877"/>
              <a:ext cx="3644" cy="6230"/>
            </a:xfrm>
            <a:custGeom>
              <a:avLst/>
              <a:pathLst>
                <a:path w="3644" h="6230">
                  <a:moveTo>
                    <a:pt x="1930" y="4031"/>
                  </a:moveTo>
                  <a:lnTo>
                    <a:pt x="0" y="6230"/>
                  </a:lnTo>
                  <a:lnTo>
                    <a:pt x="1061" y="3266"/>
                  </a:lnTo>
                  <a:lnTo>
                    <a:pt x="3277" y="626"/>
                  </a:lnTo>
                  <a:lnTo>
                    <a:pt x="3644" y="0"/>
                  </a:lnTo>
                  <a:lnTo>
                    <a:pt x="3537" y="1281"/>
                  </a:lnTo>
                  <a:lnTo>
                    <a:pt x="2426" y="3465"/>
                  </a:lnTo>
                  <a:close/>
                </a:path>
              </a:pathLst>
            </a:custGeom>
            <a:solidFill>
              <a:srgbClr val="E8F2E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g176"/>
            <p:cNvSpPr/>
            <p:nvPr/>
          </p:nvSpPr>
          <p:spPr>
            <a:xfrm>
              <a:off x="4918591" y="3969062"/>
              <a:ext cx="6861" cy="14739"/>
            </a:xfrm>
            <a:custGeom>
              <a:avLst/>
              <a:pathLst>
                <a:path w="6861" h="14739">
                  <a:moveTo>
                    <a:pt x="5070" y="10119"/>
                  </a:moveTo>
                  <a:lnTo>
                    <a:pt x="6075" y="10824"/>
                  </a:lnTo>
                  <a:lnTo>
                    <a:pt x="6539" y="11828"/>
                  </a:lnTo>
                  <a:lnTo>
                    <a:pt x="6818" y="12895"/>
                  </a:lnTo>
                  <a:lnTo>
                    <a:pt x="6861" y="14177"/>
                  </a:lnTo>
                  <a:lnTo>
                    <a:pt x="5597" y="14739"/>
                  </a:lnTo>
                  <a:lnTo>
                    <a:pt x="3342" y="12852"/>
                  </a:lnTo>
                  <a:lnTo>
                    <a:pt x="1072" y="14410"/>
                  </a:lnTo>
                  <a:lnTo>
                    <a:pt x="405" y="14439"/>
                  </a:lnTo>
                  <a:lnTo>
                    <a:pt x="0" y="13311"/>
                  </a:lnTo>
                  <a:lnTo>
                    <a:pt x="351" y="10163"/>
                  </a:lnTo>
                  <a:lnTo>
                    <a:pt x="1167" y="10645"/>
                  </a:lnTo>
                  <a:lnTo>
                    <a:pt x="1880" y="9496"/>
                  </a:lnTo>
                  <a:lnTo>
                    <a:pt x="1753" y="6039"/>
                  </a:lnTo>
                  <a:lnTo>
                    <a:pt x="1335" y="4158"/>
                  </a:lnTo>
                  <a:lnTo>
                    <a:pt x="2533" y="701"/>
                  </a:lnTo>
                  <a:lnTo>
                    <a:pt x="3067" y="0"/>
                  </a:lnTo>
                  <a:lnTo>
                    <a:pt x="3607" y="5"/>
                  </a:lnTo>
                  <a:lnTo>
                    <a:pt x="4064" y="2461"/>
                  </a:lnTo>
                  <a:lnTo>
                    <a:pt x="4172" y="5113"/>
                  </a:lnTo>
                  <a:lnTo>
                    <a:pt x="4747" y="7546"/>
                  </a:lnTo>
                  <a:close/>
                </a:path>
              </a:pathLst>
            </a:custGeom>
            <a:solidFill>
              <a:srgbClr val="E8F2E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g177"/>
            <p:cNvSpPr/>
            <p:nvPr/>
          </p:nvSpPr>
          <p:spPr>
            <a:xfrm>
              <a:off x="4922556" y="3964442"/>
              <a:ext cx="14259" cy="22043"/>
            </a:xfrm>
            <a:custGeom>
              <a:avLst/>
              <a:pathLst>
                <a:path w="14259" h="22043">
                  <a:moveTo>
                    <a:pt x="3050" y="5779"/>
                  </a:moveTo>
                  <a:lnTo>
                    <a:pt x="4676" y="6025"/>
                  </a:lnTo>
                  <a:lnTo>
                    <a:pt x="6632" y="3806"/>
                  </a:lnTo>
                  <a:lnTo>
                    <a:pt x="7541" y="4709"/>
                  </a:lnTo>
                  <a:lnTo>
                    <a:pt x="7976" y="4547"/>
                  </a:lnTo>
                  <a:lnTo>
                    <a:pt x="9409" y="2441"/>
                  </a:lnTo>
                  <a:lnTo>
                    <a:pt x="10342" y="1835"/>
                  </a:lnTo>
                  <a:lnTo>
                    <a:pt x="10964" y="277"/>
                  </a:lnTo>
                  <a:lnTo>
                    <a:pt x="11601" y="1962"/>
                  </a:lnTo>
                  <a:lnTo>
                    <a:pt x="13020" y="3921"/>
                  </a:lnTo>
                  <a:lnTo>
                    <a:pt x="13464" y="5970"/>
                  </a:lnTo>
                  <a:lnTo>
                    <a:pt x="14060" y="6937"/>
                  </a:lnTo>
                  <a:lnTo>
                    <a:pt x="14259" y="7577"/>
                  </a:lnTo>
                  <a:lnTo>
                    <a:pt x="13397" y="9724"/>
                  </a:lnTo>
                  <a:lnTo>
                    <a:pt x="13284" y="12038"/>
                  </a:lnTo>
                  <a:lnTo>
                    <a:pt x="12360" y="11880"/>
                  </a:lnTo>
                  <a:lnTo>
                    <a:pt x="11255" y="15674"/>
                  </a:lnTo>
                  <a:lnTo>
                    <a:pt x="7098" y="22043"/>
                  </a:lnTo>
                  <a:lnTo>
                    <a:pt x="3368" y="16604"/>
                  </a:lnTo>
                  <a:lnTo>
                    <a:pt x="1747" y="12924"/>
                  </a:lnTo>
                  <a:lnTo>
                    <a:pt x="660" y="7840"/>
                  </a:lnTo>
                  <a:lnTo>
                    <a:pt x="441" y="3679"/>
                  </a:lnTo>
                  <a:lnTo>
                    <a:pt x="0" y="1018"/>
                  </a:lnTo>
                  <a:lnTo>
                    <a:pt x="195" y="346"/>
                  </a:lnTo>
                  <a:lnTo>
                    <a:pt x="418" y="0"/>
                  </a:lnTo>
                  <a:lnTo>
                    <a:pt x="707" y="77"/>
                  </a:lnTo>
                  <a:lnTo>
                    <a:pt x="1835" y="2926"/>
                  </a:lnTo>
                  <a:lnTo>
                    <a:pt x="2330" y="3708"/>
                  </a:lnTo>
                  <a:close/>
                </a:path>
              </a:pathLst>
            </a:custGeom>
            <a:solidFill>
              <a:srgbClr val="E8F2E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g178"/>
            <p:cNvSpPr/>
            <p:nvPr/>
          </p:nvSpPr>
          <p:spPr>
            <a:xfrm>
              <a:off x="4997545" y="3959479"/>
              <a:ext cx="3151" cy="12598"/>
            </a:xfrm>
            <a:custGeom>
              <a:avLst/>
              <a:pathLst>
                <a:path w="3151" h="12598">
                  <a:moveTo>
                    <a:pt x="936" y="10826"/>
                  </a:moveTo>
                  <a:lnTo>
                    <a:pt x="59" y="12598"/>
                  </a:lnTo>
                  <a:lnTo>
                    <a:pt x="0" y="11268"/>
                  </a:lnTo>
                  <a:lnTo>
                    <a:pt x="464" y="10206"/>
                  </a:lnTo>
                  <a:lnTo>
                    <a:pt x="1552" y="5883"/>
                  </a:lnTo>
                  <a:lnTo>
                    <a:pt x="2026" y="4879"/>
                  </a:lnTo>
                  <a:lnTo>
                    <a:pt x="2301" y="4311"/>
                  </a:lnTo>
                  <a:lnTo>
                    <a:pt x="2506" y="2726"/>
                  </a:lnTo>
                  <a:lnTo>
                    <a:pt x="2559" y="357"/>
                  </a:lnTo>
                  <a:lnTo>
                    <a:pt x="3151" y="0"/>
                  </a:lnTo>
                  <a:lnTo>
                    <a:pt x="2677" y="5381"/>
                  </a:lnTo>
                  <a:close/>
                </a:path>
              </a:pathLst>
            </a:custGeom>
            <a:solidFill>
              <a:srgbClr val="E8F2E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g179"/>
            <p:cNvSpPr/>
            <p:nvPr/>
          </p:nvSpPr>
          <p:spPr>
            <a:xfrm>
              <a:off x="4948335" y="3958189"/>
              <a:ext cx="1771" cy="10327"/>
            </a:xfrm>
            <a:custGeom>
              <a:avLst/>
              <a:pathLst>
                <a:path w="1771" h="10327">
                  <a:moveTo>
                    <a:pt x="1335" y="9868"/>
                  </a:moveTo>
                  <a:lnTo>
                    <a:pt x="1094" y="10327"/>
                  </a:lnTo>
                  <a:lnTo>
                    <a:pt x="121" y="5756"/>
                  </a:lnTo>
                  <a:lnTo>
                    <a:pt x="396" y="4348"/>
                  </a:lnTo>
                  <a:lnTo>
                    <a:pt x="0" y="2022"/>
                  </a:lnTo>
                  <a:lnTo>
                    <a:pt x="658" y="1760"/>
                  </a:lnTo>
                  <a:lnTo>
                    <a:pt x="1158" y="0"/>
                  </a:lnTo>
                  <a:lnTo>
                    <a:pt x="1334" y="851"/>
                  </a:lnTo>
                  <a:lnTo>
                    <a:pt x="1378" y="4065"/>
                  </a:lnTo>
                  <a:lnTo>
                    <a:pt x="1771" y="5918"/>
                  </a:lnTo>
                  <a:close/>
                </a:path>
              </a:pathLst>
            </a:custGeom>
            <a:solidFill>
              <a:srgbClr val="E8F2E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g180"/>
            <p:cNvSpPr/>
            <p:nvPr/>
          </p:nvSpPr>
          <p:spPr>
            <a:xfrm>
              <a:off x="4713133" y="3950461"/>
              <a:ext cx="492754" cy="840321"/>
            </a:xfrm>
            <a:custGeom>
              <a:avLst/>
              <a:pathLst>
                <a:path w="492754" h="840321">
                  <a:moveTo>
                    <a:pt x="365544" y="36852"/>
                  </a:moveTo>
                  <a:lnTo>
                    <a:pt x="365228" y="40439"/>
                  </a:lnTo>
                  <a:lnTo>
                    <a:pt x="364640" y="43209"/>
                  </a:lnTo>
                  <a:lnTo>
                    <a:pt x="364571" y="44874"/>
                  </a:lnTo>
                  <a:lnTo>
                    <a:pt x="364708" y="47165"/>
                  </a:lnTo>
                  <a:lnTo>
                    <a:pt x="365687" y="48871"/>
                  </a:lnTo>
                  <a:lnTo>
                    <a:pt x="366461" y="49947"/>
                  </a:lnTo>
                  <a:lnTo>
                    <a:pt x="366894" y="52937"/>
                  </a:lnTo>
                  <a:lnTo>
                    <a:pt x="368258" y="57106"/>
                  </a:lnTo>
                  <a:lnTo>
                    <a:pt x="368209" y="59949"/>
                  </a:lnTo>
                  <a:lnTo>
                    <a:pt x="368942" y="63484"/>
                  </a:lnTo>
                  <a:lnTo>
                    <a:pt x="369604" y="70539"/>
                  </a:lnTo>
                  <a:lnTo>
                    <a:pt x="369817" y="76723"/>
                  </a:lnTo>
                  <a:lnTo>
                    <a:pt x="370513" y="80855"/>
                  </a:lnTo>
                  <a:lnTo>
                    <a:pt x="370048" y="89642"/>
                  </a:lnTo>
                  <a:lnTo>
                    <a:pt x="370546" y="93241"/>
                  </a:lnTo>
                  <a:lnTo>
                    <a:pt x="371205" y="96221"/>
                  </a:lnTo>
                  <a:lnTo>
                    <a:pt x="371983" y="102157"/>
                  </a:lnTo>
                  <a:lnTo>
                    <a:pt x="372582" y="107602"/>
                  </a:lnTo>
                  <a:lnTo>
                    <a:pt x="373386" y="109146"/>
                  </a:lnTo>
                  <a:lnTo>
                    <a:pt x="375086" y="110973"/>
                  </a:lnTo>
                  <a:lnTo>
                    <a:pt x="376842" y="108953"/>
                  </a:lnTo>
                  <a:lnTo>
                    <a:pt x="378109" y="106217"/>
                  </a:lnTo>
                  <a:lnTo>
                    <a:pt x="379472" y="105551"/>
                  </a:lnTo>
                  <a:lnTo>
                    <a:pt x="381317" y="104145"/>
                  </a:lnTo>
                  <a:lnTo>
                    <a:pt x="382698" y="107776"/>
                  </a:lnTo>
                  <a:lnTo>
                    <a:pt x="383449" y="111847"/>
                  </a:lnTo>
                  <a:lnTo>
                    <a:pt x="386711" y="117220"/>
                  </a:lnTo>
                  <a:lnTo>
                    <a:pt x="388524" y="120669"/>
                  </a:lnTo>
                  <a:lnTo>
                    <a:pt x="389932" y="122617"/>
                  </a:lnTo>
                  <a:lnTo>
                    <a:pt x="391245" y="125165"/>
                  </a:lnTo>
                  <a:lnTo>
                    <a:pt x="391114" y="127713"/>
                  </a:lnTo>
                  <a:lnTo>
                    <a:pt x="390806" y="129724"/>
                  </a:lnTo>
                  <a:lnTo>
                    <a:pt x="391104" y="132869"/>
                  </a:lnTo>
                  <a:lnTo>
                    <a:pt x="391310" y="136514"/>
                  </a:lnTo>
                  <a:lnTo>
                    <a:pt x="391048" y="140929"/>
                  </a:lnTo>
                  <a:lnTo>
                    <a:pt x="391998" y="147574"/>
                  </a:lnTo>
                  <a:lnTo>
                    <a:pt x="392313" y="152878"/>
                  </a:lnTo>
                  <a:lnTo>
                    <a:pt x="393320" y="158061"/>
                  </a:lnTo>
                  <a:lnTo>
                    <a:pt x="393245" y="163394"/>
                  </a:lnTo>
                  <a:lnTo>
                    <a:pt x="393057" y="165405"/>
                  </a:lnTo>
                  <a:lnTo>
                    <a:pt x="392931" y="168394"/>
                  </a:lnTo>
                  <a:lnTo>
                    <a:pt x="393716" y="172117"/>
                  </a:lnTo>
                  <a:lnTo>
                    <a:pt x="394440" y="174864"/>
                  </a:lnTo>
                  <a:lnTo>
                    <a:pt x="395517" y="177848"/>
                  </a:lnTo>
                  <a:lnTo>
                    <a:pt x="396937" y="182381"/>
                  </a:lnTo>
                  <a:lnTo>
                    <a:pt x="397950" y="183293"/>
                  </a:lnTo>
                  <a:lnTo>
                    <a:pt x="398855" y="183357"/>
                  </a:lnTo>
                  <a:lnTo>
                    <a:pt x="398731" y="188017"/>
                  </a:lnTo>
                  <a:lnTo>
                    <a:pt x="400533" y="197202"/>
                  </a:lnTo>
                  <a:lnTo>
                    <a:pt x="401460" y="204713"/>
                  </a:lnTo>
                  <a:lnTo>
                    <a:pt x="400828" y="214822"/>
                  </a:lnTo>
                  <a:lnTo>
                    <a:pt x="400204" y="220685"/>
                  </a:lnTo>
                  <a:lnTo>
                    <a:pt x="400318" y="223554"/>
                  </a:lnTo>
                  <a:lnTo>
                    <a:pt x="402644" y="230557"/>
                  </a:lnTo>
                  <a:lnTo>
                    <a:pt x="403986" y="231853"/>
                  </a:lnTo>
                  <a:lnTo>
                    <a:pt x="403725" y="235191"/>
                  </a:lnTo>
                  <a:lnTo>
                    <a:pt x="403544" y="240348"/>
                  </a:lnTo>
                  <a:lnTo>
                    <a:pt x="404598" y="244362"/>
                  </a:lnTo>
                  <a:lnTo>
                    <a:pt x="405790" y="247366"/>
                  </a:lnTo>
                  <a:lnTo>
                    <a:pt x="407083" y="249161"/>
                  </a:lnTo>
                  <a:lnTo>
                    <a:pt x="408359" y="250578"/>
                  </a:lnTo>
                  <a:lnTo>
                    <a:pt x="410029" y="252006"/>
                  </a:lnTo>
                  <a:lnTo>
                    <a:pt x="412145" y="252606"/>
                  </a:lnTo>
                  <a:lnTo>
                    <a:pt x="413244" y="254869"/>
                  </a:lnTo>
                  <a:lnTo>
                    <a:pt x="413804" y="256658"/>
                  </a:lnTo>
                  <a:lnTo>
                    <a:pt x="415502" y="257278"/>
                  </a:lnTo>
                  <a:lnTo>
                    <a:pt x="416275" y="256946"/>
                  </a:lnTo>
                  <a:lnTo>
                    <a:pt x="417214" y="256213"/>
                  </a:lnTo>
                  <a:lnTo>
                    <a:pt x="417852" y="257431"/>
                  </a:lnTo>
                  <a:lnTo>
                    <a:pt x="418326" y="259050"/>
                  </a:lnTo>
                  <a:lnTo>
                    <a:pt x="419255" y="263442"/>
                  </a:lnTo>
                  <a:lnTo>
                    <a:pt x="421161" y="267796"/>
                  </a:lnTo>
                  <a:lnTo>
                    <a:pt x="422511" y="268524"/>
                  </a:lnTo>
                  <a:lnTo>
                    <a:pt x="423272" y="270725"/>
                  </a:lnTo>
                  <a:lnTo>
                    <a:pt x="424355" y="271325"/>
                  </a:lnTo>
                  <a:lnTo>
                    <a:pt x="425288" y="271594"/>
                  </a:lnTo>
                  <a:lnTo>
                    <a:pt x="426611" y="273285"/>
                  </a:lnTo>
                  <a:lnTo>
                    <a:pt x="428772" y="277175"/>
                  </a:lnTo>
                  <a:lnTo>
                    <a:pt x="430720" y="277807"/>
                  </a:lnTo>
                  <a:lnTo>
                    <a:pt x="431619" y="278880"/>
                  </a:lnTo>
                  <a:lnTo>
                    <a:pt x="433555" y="283145"/>
                  </a:lnTo>
                  <a:lnTo>
                    <a:pt x="434306" y="285416"/>
                  </a:lnTo>
                  <a:lnTo>
                    <a:pt x="435083" y="288798"/>
                  </a:lnTo>
                  <a:lnTo>
                    <a:pt x="434112" y="289118"/>
                  </a:lnTo>
                  <a:lnTo>
                    <a:pt x="433197" y="288411"/>
                  </a:lnTo>
                  <a:lnTo>
                    <a:pt x="432633" y="291733"/>
                  </a:lnTo>
                  <a:lnTo>
                    <a:pt x="433921" y="296327"/>
                  </a:lnTo>
                  <a:lnTo>
                    <a:pt x="435420" y="299564"/>
                  </a:lnTo>
                  <a:lnTo>
                    <a:pt x="437225" y="302990"/>
                  </a:lnTo>
                  <a:lnTo>
                    <a:pt x="438984" y="307835"/>
                  </a:lnTo>
                  <a:lnTo>
                    <a:pt x="439429" y="311531"/>
                  </a:lnTo>
                  <a:lnTo>
                    <a:pt x="439903" y="312989"/>
                  </a:lnTo>
                  <a:lnTo>
                    <a:pt x="440501" y="318206"/>
                  </a:lnTo>
                  <a:lnTo>
                    <a:pt x="442022" y="321239"/>
                  </a:lnTo>
                  <a:lnTo>
                    <a:pt x="442094" y="326756"/>
                  </a:lnTo>
                  <a:lnTo>
                    <a:pt x="442874" y="334386"/>
                  </a:lnTo>
                  <a:lnTo>
                    <a:pt x="443747" y="341300"/>
                  </a:lnTo>
                  <a:lnTo>
                    <a:pt x="444352" y="343389"/>
                  </a:lnTo>
                  <a:lnTo>
                    <a:pt x="445066" y="346704"/>
                  </a:lnTo>
                  <a:lnTo>
                    <a:pt x="445891" y="346283"/>
                  </a:lnTo>
                  <a:lnTo>
                    <a:pt x="446511" y="345207"/>
                  </a:lnTo>
                  <a:lnTo>
                    <a:pt x="447703" y="348502"/>
                  </a:lnTo>
                  <a:lnTo>
                    <a:pt x="448363" y="349959"/>
                  </a:lnTo>
                  <a:lnTo>
                    <a:pt x="448742" y="349100"/>
                  </a:lnTo>
                  <a:lnTo>
                    <a:pt x="447966" y="342792"/>
                  </a:lnTo>
                  <a:lnTo>
                    <a:pt x="448446" y="339132"/>
                  </a:lnTo>
                  <a:lnTo>
                    <a:pt x="448926" y="338662"/>
                  </a:lnTo>
                  <a:lnTo>
                    <a:pt x="449603" y="338547"/>
                  </a:lnTo>
                  <a:lnTo>
                    <a:pt x="450417" y="341531"/>
                  </a:lnTo>
                  <a:lnTo>
                    <a:pt x="451537" y="344708"/>
                  </a:lnTo>
                  <a:lnTo>
                    <a:pt x="453611" y="347544"/>
                  </a:lnTo>
                  <a:lnTo>
                    <a:pt x="455272" y="350208"/>
                  </a:lnTo>
                  <a:lnTo>
                    <a:pt x="455738" y="350110"/>
                  </a:lnTo>
                  <a:lnTo>
                    <a:pt x="455553" y="348052"/>
                  </a:lnTo>
                  <a:lnTo>
                    <a:pt x="455604" y="345034"/>
                  </a:lnTo>
                  <a:lnTo>
                    <a:pt x="456265" y="344540"/>
                  </a:lnTo>
                  <a:lnTo>
                    <a:pt x="456870" y="346044"/>
                  </a:lnTo>
                  <a:lnTo>
                    <a:pt x="457984" y="350713"/>
                  </a:lnTo>
                  <a:lnTo>
                    <a:pt x="458215" y="360368"/>
                  </a:lnTo>
                  <a:lnTo>
                    <a:pt x="458217" y="368454"/>
                  </a:lnTo>
                  <a:lnTo>
                    <a:pt x="458950" y="376770"/>
                  </a:lnTo>
                  <a:lnTo>
                    <a:pt x="460022" y="378954"/>
                  </a:lnTo>
                  <a:lnTo>
                    <a:pt x="460725" y="381018"/>
                  </a:lnTo>
                  <a:lnTo>
                    <a:pt x="461931" y="383805"/>
                  </a:lnTo>
                  <a:lnTo>
                    <a:pt x="462736" y="386405"/>
                  </a:lnTo>
                  <a:lnTo>
                    <a:pt x="463742" y="387614"/>
                  </a:lnTo>
                  <a:lnTo>
                    <a:pt x="466965" y="393152"/>
                  </a:lnTo>
                  <a:lnTo>
                    <a:pt x="467874" y="393778"/>
                  </a:lnTo>
                  <a:lnTo>
                    <a:pt x="469282" y="393919"/>
                  </a:lnTo>
                  <a:lnTo>
                    <a:pt x="470997" y="396418"/>
                  </a:lnTo>
                  <a:lnTo>
                    <a:pt x="471864" y="398724"/>
                  </a:lnTo>
                  <a:lnTo>
                    <a:pt x="473724" y="407395"/>
                  </a:lnTo>
                  <a:lnTo>
                    <a:pt x="474632" y="410443"/>
                  </a:lnTo>
                  <a:lnTo>
                    <a:pt x="476486" y="413450"/>
                  </a:lnTo>
                  <a:lnTo>
                    <a:pt x="477353" y="414431"/>
                  </a:lnTo>
                  <a:lnTo>
                    <a:pt x="478611" y="416497"/>
                  </a:lnTo>
                  <a:lnTo>
                    <a:pt x="479059" y="419498"/>
                  </a:lnTo>
                  <a:lnTo>
                    <a:pt x="479168" y="421270"/>
                  </a:lnTo>
                  <a:lnTo>
                    <a:pt x="479914" y="424464"/>
                  </a:lnTo>
                  <a:lnTo>
                    <a:pt x="481023" y="428302"/>
                  </a:lnTo>
                  <a:lnTo>
                    <a:pt x="482667" y="430434"/>
                  </a:lnTo>
                  <a:lnTo>
                    <a:pt x="484182" y="435103"/>
                  </a:lnTo>
                  <a:lnTo>
                    <a:pt x="484267" y="442681"/>
                  </a:lnTo>
                  <a:lnTo>
                    <a:pt x="485053" y="446453"/>
                  </a:lnTo>
                  <a:lnTo>
                    <a:pt x="485580" y="448051"/>
                  </a:lnTo>
                  <a:lnTo>
                    <a:pt x="486766" y="449598"/>
                  </a:lnTo>
                  <a:lnTo>
                    <a:pt x="487246" y="450824"/>
                  </a:lnTo>
                  <a:lnTo>
                    <a:pt x="486262" y="460861"/>
                  </a:lnTo>
                  <a:lnTo>
                    <a:pt x="487212" y="480922"/>
                  </a:lnTo>
                  <a:lnTo>
                    <a:pt x="486660" y="487178"/>
                  </a:lnTo>
                  <a:lnTo>
                    <a:pt x="487649" y="493391"/>
                  </a:lnTo>
                  <a:lnTo>
                    <a:pt x="489937" y="504143"/>
                  </a:lnTo>
                  <a:lnTo>
                    <a:pt x="490457" y="507957"/>
                  </a:lnTo>
                  <a:lnTo>
                    <a:pt x="490780" y="512410"/>
                  </a:lnTo>
                  <a:lnTo>
                    <a:pt x="492252" y="518089"/>
                  </a:lnTo>
                  <a:lnTo>
                    <a:pt x="492172" y="526743"/>
                  </a:lnTo>
                  <a:lnTo>
                    <a:pt x="492754" y="530869"/>
                  </a:lnTo>
                  <a:lnTo>
                    <a:pt x="492604" y="536231"/>
                  </a:lnTo>
                  <a:lnTo>
                    <a:pt x="490869" y="542014"/>
                  </a:lnTo>
                  <a:lnTo>
                    <a:pt x="489478" y="549113"/>
                  </a:lnTo>
                  <a:lnTo>
                    <a:pt x="489465" y="555204"/>
                  </a:lnTo>
                  <a:lnTo>
                    <a:pt x="488556" y="566903"/>
                  </a:lnTo>
                  <a:lnTo>
                    <a:pt x="487964" y="570039"/>
                  </a:lnTo>
                  <a:lnTo>
                    <a:pt x="487530" y="574922"/>
                  </a:lnTo>
                  <a:lnTo>
                    <a:pt x="485609" y="586727"/>
                  </a:lnTo>
                  <a:lnTo>
                    <a:pt x="485526" y="591358"/>
                  </a:lnTo>
                  <a:lnTo>
                    <a:pt x="485819" y="596884"/>
                  </a:lnTo>
                  <a:lnTo>
                    <a:pt x="485499" y="602188"/>
                  </a:lnTo>
                  <a:lnTo>
                    <a:pt x="485020" y="605798"/>
                  </a:lnTo>
                  <a:lnTo>
                    <a:pt x="484553" y="612478"/>
                  </a:lnTo>
                  <a:lnTo>
                    <a:pt x="482626" y="622864"/>
                  </a:lnTo>
                  <a:lnTo>
                    <a:pt x="479865" y="630528"/>
                  </a:lnTo>
                  <a:lnTo>
                    <a:pt x="479695" y="636360"/>
                  </a:lnTo>
                  <a:lnTo>
                    <a:pt x="479345" y="638934"/>
                  </a:lnTo>
                  <a:lnTo>
                    <a:pt x="478782" y="642152"/>
                  </a:lnTo>
                  <a:lnTo>
                    <a:pt x="477086" y="645652"/>
                  </a:lnTo>
                  <a:lnTo>
                    <a:pt x="476065" y="647164"/>
                  </a:lnTo>
                  <a:lnTo>
                    <a:pt x="475678" y="649216"/>
                  </a:lnTo>
                  <a:lnTo>
                    <a:pt x="474713" y="649216"/>
                  </a:lnTo>
                  <a:lnTo>
                    <a:pt x="474689" y="649859"/>
                  </a:lnTo>
                  <a:lnTo>
                    <a:pt x="475341" y="650503"/>
                  </a:lnTo>
                  <a:lnTo>
                    <a:pt x="475051" y="651559"/>
                  </a:lnTo>
                  <a:lnTo>
                    <a:pt x="472492" y="653417"/>
                  </a:lnTo>
                  <a:lnTo>
                    <a:pt x="470769" y="655804"/>
                  </a:lnTo>
                  <a:lnTo>
                    <a:pt x="469007" y="661641"/>
                  </a:lnTo>
                  <a:lnTo>
                    <a:pt x="468268" y="664692"/>
                  </a:lnTo>
                  <a:lnTo>
                    <a:pt x="467322" y="667620"/>
                  </a:lnTo>
                  <a:lnTo>
                    <a:pt x="466758" y="668994"/>
                  </a:lnTo>
                  <a:lnTo>
                    <a:pt x="466509" y="670469"/>
                  </a:lnTo>
                  <a:lnTo>
                    <a:pt x="466127" y="674139"/>
                  </a:lnTo>
                  <a:lnTo>
                    <a:pt x="465219" y="674800"/>
                  </a:lnTo>
                  <a:lnTo>
                    <a:pt x="464422" y="675893"/>
                  </a:lnTo>
                  <a:lnTo>
                    <a:pt x="464795" y="679391"/>
                  </a:lnTo>
                  <a:lnTo>
                    <a:pt x="464376" y="683396"/>
                  </a:lnTo>
                  <a:lnTo>
                    <a:pt x="464278" y="686109"/>
                  </a:lnTo>
                  <a:lnTo>
                    <a:pt x="463843" y="687834"/>
                  </a:lnTo>
                  <a:lnTo>
                    <a:pt x="463319" y="687214"/>
                  </a:lnTo>
                  <a:lnTo>
                    <a:pt x="462908" y="687491"/>
                  </a:lnTo>
                  <a:lnTo>
                    <a:pt x="462383" y="688432"/>
                  </a:lnTo>
                  <a:lnTo>
                    <a:pt x="463192" y="688726"/>
                  </a:lnTo>
                  <a:lnTo>
                    <a:pt x="463684" y="689153"/>
                  </a:lnTo>
                  <a:lnTo>
                    <a:pt x="461958" y="693078"/>
                  </a:lnTo>
                  <a:lnTo>
                    <a:pt x="460378" y="697054"/>
                  </a:lnTo>
                  <a:lnTo>
                    <a:pt x="459978" y="699700"/>
                  </a:lnTo>
                  <a:lnTo>
                    <a:pt x="459293" y="703024"/>
                  </a:lnTo>
                  <a:lnTo>
                    <a:pt x="458691" y="710415"/>
                  </a:lnTo>
                  <a:lnTo>
                    <a:pt x="458193" y="714639"/>
                  </a:lnTo>
                  <a:lnTo>
                    <a:pt x="458536" y="717643"/>
                  </a:lnTo>
                  <a:lnTo>
                    <a:pt x="458480" y="718206"/>
                  </a:lnTo>
                  <a:lnTo>
                    <a:pt x="458115" y="718428"/>
                  </a:lnTo>
                  <a:lnTo>
                    <a:pt x="457889" y="718035"/>
                  </a:lnTo>
                  <a:lnTo>
                    <a:pt x="457173" y="719063"/>
                  </a:lnTo>
                  <a:lnTo>
                    <a:pt x="456974" y="720090"/>
                  </a:lnTo>
                  <a:lnTo>
                    <a:pt x="457275" y="721363"/>
                  </a:lnTo>
                  <a:lnTo>
                    <a:pt x="457476" y="721801"/>
                  </a:lnTo>
                  <a:lnTo>
                    <a:pt x="457384" y="722410"/>
                  </a:lnTo>
                  <a:lnTo>
                    <a:pt x="457088" y="723077"/>
                  </a:lnTo>
                  <a:lnTo>
                    <a:pt x="456407" y="723074"/>
                  </a:lnTo>
                  <a:lnTo>
                    <a:pt x="455591" y="724156"/>
                  </a:lnTo>
                  <a:lnTo>
                    <a:pt x="453234" y="735087"/>
                  </a:lnTo>
                  <a:lnTo>
                    <a:pt x="452236" y="737987"/>
                  </a:lnTo>
                  <a:lnTo>
                    <a:pt x="451055" y="742457"/>
                  </a:lnTo>
                  <a:lnTo>
                    <a:pt x="450606" y="746505"/>
                  </a:lnTo>
                  <a:lnTo>
                    <a:pt x="450246" y="750932"/>
                  </a:lnTo>
                  <a:lnTo>
                    <a:pt x="449836" y="758386"/>
                  </a:lnTo>
                  <a:lnTo>
                    <a:pt x="449440" y="763637"/>
                  </a:lnTo>
                  <a:lnTo>
                    <a:pt x="448530" y="768731"/>
                  </a:lnTo>
                  <a:lnTo>
                    <a:pt x="448190" y="772358"/>
                  </a:lnTo>
                  <a:lnTo>
                    <a:pt x="448072" y="779295"/>
                  </a:lnTo>
                  <a:lnTo>
                    <a:pt x="448508" y="784558"/>
                  </a:lnTo>
                  <a:lnTo>
                    <a:pt x="448222" y="787355"/>
                  </a:lnTo>
                  <a:lnTo>
                    <a:pt x="448215" y="790038"/>
                  </a:lnTo>
                  <a:lnTo>
                    <a:pt x="447855" y="792540"/>
                  </a:lnTo>
                  <a:lnTo>
                    <a:pt x="446352" y="793111"/>
                  </a:lnTo>
                  <a:lnTo>
                    <a:pt x="445128" y="795155"/>
                  </a:lnTo>
                  <a:lnTo>
                    <a:pt x="443378" y="798493"/>
                  </a:lnTo>
                  <a:lnTo>
                    <a:pt x="442348" y="799711"/>
                  </a:lnTo>
                  <a:lnTo>
                    <a:pt x="440125" y="800626"/>
                  </a:lnTo>
                  <a:lnTo>
                    <a:pt x="435804" y="800222"/>
                  </a:lnTo>
                  <a:lnTo>
                    <a:pt x="427499" y="801468"/>
                  </a:lnTo>
                  <a:lnTo>
                    <a:pt x="425893" y="802219"/>
                  </a:lnTo>
                  <a:lnTo>
                    <a:pt x="422798" y="804527"/>
                  </a:lnTo>
                  <a:lnTo>
                    <a:pt x="419809" y="808117"/>
                  </a:lnTo>
                  <a:lnTo>
                    <a:pt x="416934" y="812947"/>
                  </a:lnTo>
                  <a:lnTo>
                    <a:pt x="410368" y="826077"/>
                  </a:lnTo>
                  <a:lnTo>
                    <a:pt x="405236" y="827506"/>
                  </a:lnTo>
                  <a:lnTo>
                    <a:pt x="404268" y="827506"/>
                  </a:lnTo>
                  <a:lnTo>
                    <a:pt x="403492" y="827151"/>
                  </a:lnTo>
                  <a:lnTo>
                    <a:pt x="402576" y="827967"/>
                  </a:lnTo>
                  <a:lnTo>
                    <a:pt x="402561" y="829600"/>
                  </a:lnTo>
                  <a:lnTo>
                    <a:pt x="403406" y="831300"/>
                  </a:lnTo>
                  <a:lnTo>
                    <a:pt x="404028" y="832896"/>
                  </a:lnTo>
                  <a:lnTo>
                    <a:pt x="405129" y="830691"/>
                  </a:lnTo>
                  <a:lnTo>
                    <a:pt x="405612" y="831303"/>
                  </a:lnTo>
                  <a:lnTo>
                    <a:pt x="405796" y="835369"/>
                  </a:lnTo>
                  <a:lnTo>
                    <a:pt x="405822" y="837943"/>
                  </a:lnTo>
                  <a:lnTo>
                    <a:pt x="405491" y="839340"/>
                  </a:lnTo>
                  <a:lnTo>
                    <a:pt x="404801" y="840321"/>
                  </a:lnTo>
                  <a:lnTo>
                    <a:pt x="404070" y="839680"/>
                  </a:lnTo>
                  <a:lnTo>
                    <a:pt x="403972" y="838286"/>
                  </a:lnTo>
                  <a:lnTo>
                    <a:pt x="403025" y="834971"/>
                  </a:lnTo>
                  <a:lnTo>
                    <a:pt x="401856" y="832053"/>
                  </a:lnTo>
                  <a:lnTo>
                    <a:pt x="400778" y="831118"/>
                  </a:lnTo>
                  <a:lnTo>
                    <a:pt x="400147" y="832094"/>
                  </a:lnTo>
                  <a:lnTo>
                    <a:pt x="399138" y="833118"/>
                  </a:lnTo>
                  <a:lnTo>
                    <a:pt x="398287" y="829401"/>
                  </a:lnTo>
                  <a:lnTo>
                    <a:pt x="397377" y="826181"/>
                  </a:lnTo>
                  <a:lnTo>
                    <a:pt x="396171" y="825846"/>
                  </a:lnTo>
                  <a:lnTo>
                    <a:pt x="395128" y="825881"/>
                  </a:lnTo>
                  <a:lnTo>
                    <a:pt x="394263" y="824487"/>
                  </a:lnTo>
                  <a:lnTo>
                    <a:pt x="392580" y="822291"/>
                  </a:lnTo>
                  <a:lnTo>
                    <a:pt x="392909" y="820577"/>
                  </a:lnTo>
                  <a:lnTo>
                    <a:pt x="393379" y="818774"/>
                  </a:lnTo>
                  <a:lnTo>
                    <a:pt x="394346" y="818110"/>
                  </a:lnTo>
                  <a:lnTo>
                    <a:pt x="394056" y="815674"/>
                  </a:lnTo>
                  <a:lnTo>
                    <a:pt x="393537" y="813675"/>
                  </a:lnTo>
                  <a:lnTo>
                    <a:pt x="392204" y="813141"/>
                  </a:lnTo>
                  <a:lnTo>
                    <a:pt x="391307" y="813493"/>
                  </a:lnTo>
                  <a:lnTo>
                    <a:pt x="390772" y="815077"/>
                  </a:lnTo>
                  <a:lnTo>
                    <a:pt x="390069" y="817807"/>
                  </a:lnTo>
                  <a:lnTo>
                    <a:pt x="387246" y="821270"/>
                  </a:lnTo>
                  <a:lnTo>
                    <a:pt x="385877" y="819365"/>
                  </a:lnTo>
                  <a:lnTo>
                    <a:pt x="384299" y="816529"/>
                  </a:lnTo>
                  <a:lnTo>
                    <a:pt x="385061" y="816736"/>
                  </a:lnTo>
                  <a:lnTo>
                    <a:pt x="386659" y="816638"/>
                  </a:lnTo>
                  <a:lnTo>
                    <a:pt x="387984" y="814107"/>
                  </a:lnTo>
                  <a:lnTo>
                    <a:pt x="388555" y="812526"/>
                  </a:lnTo>
                  <a:lnTo>
                    <a:pt x="389200" y="809170"/>
                  </a:lnTo>
                  <a:lnTo>
                    <a:pt x="388343" y="806795"/>
                  </a:lnTo>
                  <a:lnTo>
                    <a:pt x="387554" y="805061"/>
                  </a:lnTo>
                  <a:lnTo>
                    <a:pt x="386414" y="803511"/>
                  </a:lnTo>
                  <a:lnTo>
                    <a:pt x="382114" y="808752"/>
                  </a:lnTo>
                  <a:lnTo>
                    <a:pt x="381222" y="809502"/>
                  </a:lnTo>
                  <a:lnTo>
                    <a:pt x="380371" y="810518"/>
                  </a:lnTo>
                  <a:lnTo>
                    <a:pt x="381862" y="811389"/>
                  </a:lnTo>
                  <a:lnTo>
                    <a:pt x="382735" y="811129"/>
                  </a:lnTo>
                  <a:lnTo>
                    <a:pt x="383659" y="812676"/>
                  </a:lnTo>
                  <a:lnTo>
                    <a:pt x="382177" y="814866"/>
                  </a:lnTo>
                  <a:lnTo>
                    <a:pt x="381009" y="815446"/>
                  </a:lnTo>
                  <a:lnTo>
                    <a:pt x="379557" y="816762"/>
                  </a:lnTo>
                  <a:lnTo>
                    <a:pt x="376789" y="820133"/>
                  </a:lnTo>
                  <a:lnTo>
                    <a:pt x="373257" y="827122"/>
                  </a:lnTo>
                  <a:lnTo>
                    <a:pt x="371733" y="829133"/>
                  </a:lnTo>
                  <a:lnTo>
                    <a:pt x="369933" y="830729"/>
                  </a:lnTo>
                  <a:lnTo>
                    <a:pt x="367489" y="828865"/>
                  </a:lnTo>
                  <a:lnTo>
                    <a:pt x="366124" y="828432"/>
                  </a:lnTo>
                  <a:lnTo>
                    <a:pt x="364371" y="825558"/>
                  </a:lnTo>
                  <a:lnTo>
                    <a:pt x="361417" y="823636"/>
                  </a:lnTo>
                  <a:lnTo>
                    <a:pt x="358637" y="819818"/>
                  </a:lnTo>
                  <a:lnTo>
                    <a:pt x="356732" y="817888"/>
                  </a:lnTo>
                  <a:lnTo>
                    <a:pt x="355376" y="817469"/>
                  </a:lnTo>
                  <a:lnTo>
                    <a:pt x="353464" y="818274"/>
                  </a:lnTo>
                  <a:lnTo>
                    <a:pt x="350259" y="814858"/>
                  </a:lnTo>
                  <a:lnTo>
                    <a:pt x="347825" y="814491"/>
                  </a:lnTo>
                  <a:lnTo>
                    <a:pt x="346228" y="817931"/>
                  </a:lnTo>
                  <a:lnTo>
                    <a:pt x="344983" y="817694"/>
                  </a:lnTo>
                  <a:lnTo>
                    <a:pt x="344160" y="817212"/>
                  </a:lnTo>
                  <a:lnTo>
                    <a:pt x="341596" y="811554"/>
                  </a:lnTo>
                  <a:lnTo>
                    <a:pt x="339123" y="808746"/>
                  </a:lnTo>
                  <a:lnTo>
                    <a:pt x="334447" y="807312"/>
                  </a:lnTo>
                  <a:lnTo>
                    <a:pt x="331561" y="803419"/>
                  </a:lnTo>
                  <a:lnTo>
                    <a:pt x="329387" y="795899"/>
                  </a:lnTo>
                  <a:lnTo>
                    <a:pt x="325277" y="787326"/>
                  </a:lnTo>
                  <a:lnTo>
                    <a:pt x="324173" y="784186"/>
                  </a:lnTo>
                  <a:lnTo>
                    <a:pt x="323662" y="781110"/>
                  </a:lnTo>
                  <a:lnTo>
                    <a:pt x="323615" y="778683"/>
                  </a:lnTo>
                  <a:lnTo>
                    <a:pt x="324169" y="774046"/>
                  </a:lnTo>
                  <a:lnTo>
                    <a:pt x="324933" y="769478"/>
                  </a:lnTo>
                  <a:lnTo>
                    <a:pt x="325064" y="766939"/>
                  </a:lnTo>
                  <a:lnTo>
                    <a:pt x="323500" y="758348"/>
                  </a:lnTo>
                  <a:lnTo>
                    <a:pt x="321303" y="750231"/>
                  </a:lnTo>
                  <a:lnTo>
                    <a:pt x="320294" y="747680"/>
                  </a:lnTo>
                  <a:lnTo>
                    <a:pt x="317600" y="742272"/>
                  </a:lnTo>
                  <a:lnTo>
                    <a:pt x="315075" y="738192"/>
                  </a:lnTo>
                  <a:lnTo>
                    <a:pt x="314433" y="736074"/>
                  </a:lnTo>
                  <a:lnTo>
                    <a:pt x="314237" y="734986"/>
                  </a:lnTo>
                  <a:lnTo>
                    <a:pt x="315430" y="735508"/>
                  </a:lnTo>
                  <a:lnTo>
                    <a:pt x="315986" y="733849"/>
                  </a:lnTo>
                  <a:lnTo>
                    <a:pt x="316785" y="733280"/>
                  </a:lnTo>
                  <a:lnTo>
                    <a:pt x="317425" y="735485"/>
                  </a:lnTo>
                  <a:lnTo>
                    <a:pt x="318143" y="735889"/>
                  </a:lnTo>
                  <a:lnTo>
                    <a:pt x="318175" y="732184"/>
                  </a:lnTo>
                  <a:lnTo>
                    <a:pt x="318577" y="730432"/>
                  </a:lnTo>
                  <a:lnTo>
                    <a:pt x="318302" y="729627"/>
                  </a:lnTo>
                  <a:lnTo>
                    <a:pt x="318058" y="728917"/>
                  </a:lnTo>
                  <a:lnTo>
                    <a:pt x="316964" y="728086"/>
                  </a:lnTo>
                  <a:lnTo>
                    <a:pt x="315758" y="729336"/>
                  </a:lnTo>
                  <a:lnTo>
                    <a:pt x="314831" y="730923"/>
                  </a:lnTo>
                  <a:lnTo>
                    <a:pt x="313582" y="732270"/>
                  </a:lnTo>
                  <a:lnTo>
                    <a:pt x="313096" y="733687"/>
                  </a:lnTo>
                  <a:lnTo>
                    <a:pt x="311824" y="733733"/>
                  </a:lnTo>
                  <a:lnTo>
                    <a:pt x="311321" y="734100"/>
                  </a:lnTo>
                  <a:lnTo>
                    <a:pt x="308788" y="736807"/>
                  </a:lnTo>
                  <a:lnTo>
                    <a:pt x="307172" y="736876"/>
                  </a:lnTo>
                  <a:lnTo>
                    <a:pt x="304675" y="735929"/>
                  </a:lnTo>
                  <a:lnTo>
                    <a:pt x="305501" y="732201"/>
                  </a:lnTo>
                  <a:lnTo>
                    <a:pt x="306485" y="729991"/>
                  </a:lnTo>
                  <a:lnTo>
                    <a:pt x="307301" y="727451"/>
                  </a:lnTo>
                  <a:lnTo>
                    <a:pt x="308657" y="718546"/>
                  </a:lnTo>
                  <a:lnTo>
                    <a:pt x="308399" y="710839"/>
                  </a:lnTo>
                  <a:lnTo>
                    <a:pt x="307744" y="707667"/>
                  </a:lnTo>
                  <a:lnTo>
                    <a:pt x="305650" y="701287"/>
                  </a:lnTo>
                  <a:lnTo>
                    <a:pt x="304698" y="697354"/>
                  </a:lnTo>
                  <a:lnTo>
                    <a:pt x="303516" y="693294"/>
                  </a:lnTo>
                  <a:lnTo>
                    <a:pt x="302931" y="695657"/>
                  </a:lnTo>
                  <a:lnTo>
                    <a:pt x="302578" y="698148"/>
                  </a:lnTo>
                  <a:lnTo>
                    <a:pt x="301444" y="701752"/>
                  </a:lnTo>
                  <a:lnTo>
                    <a:pt x="300894" y="709771"/>
                  </a:lnTo>
                  <a:lnTo>
                    <a:pt x="298671" y="722050"/>
                  </a:lnTo>
                  <a:lnTo>
                    <a:pt x="297144" y="722200"/>
                  </a:lnTo>
                  <a:lnTo>
                    <a:pt x="295842" y="721706"/>
                  </a:lnTo>
                  <a:lnTo>
                    <a:pt x="293560" y="723106"/>
                  </a:lnTo>
                  <a:lnTo>
                    <a:pt x="292001" y="724811"/>
                  </a:lnTo>
                  <a:lnTo>
                    <a:pt x="290605" y="724814"/>
                  </a:lnTo>
                  <a:lnTo>
                    <a:pt x="289834" y="725356"/>
                  </a:lnTo>
                  <a:lnTo>
                    <a:pt x="288822" y="724909"/>
                  </a:lnTo>
                  <a:lnTo>
                    <a:pt x="290415" y="715337"/>
                  </a:lnTo>
                  <a:lnTo>
                    <a:pt x="291806" y="715600"/>
                  </a:lnTo>
                  <a:lnTo>
                    <a:pt x="293313" y="715211"/>
                  </a:lnTo>
                  <a:lnTo>
                    <a:pt x="293999" y="715372"/>
                  </a:lnTo>
                  <a:lnTo>
                    <a:pt x="295006" y="715262"/>
                  </a:lnTo>
                  <a:lnTo>
                    <a:pt x="295777" y="710865"/>
                  </a:lnTo>
                  <a:lnTo>
                    <a:pt x="296249" y="705939"/>
                  </a:lnTo>
                  <a:lnTo>
                    <a:pt x="295951" y="702762"/>
                  </a:lnTo>
                  <a:lnTo>
                    <a:pt x="295835" y="699472"/>
                  </a:lnTo>
                  <a:lnTo>
                    <a:pt x="296135" y="695727"/>
                  </a:lnTo>
                  <a:lnTo>
                    <a:pt x="296259" y="693037"/>
                  </a:lnTo>
                  <a:lnTo>
                    <a:pt x="298167" y="684112"/>
                  </a:lnTo>
                  <a:lnTo>
                    <a:pt x="299757" y="679503"/>
                  </a:lnTo>
                  <a:lnTo>
                    <a:pt x="301597" y="675839"/>
                  </a:lnTo>
                  <a:lnTo>
                    <a:pt x="301380" y="672359"/>
                  </a:lnTo>
                  <a:lnTo>
                    <a:pt x="300795" y="668007"/>
                  </a:lnTo>
                  <a:lnTo>
                    <a:pt x="300628" y="664660"/>
                  </a:lnTo>
                  <a:lnTo>
                    <a:pt x="301506" y="663606"/>
                  </a:lnTo>
                  <a:lnTo>
                    <a:pt x="302338" y="661511"/>
                  </a:lnTo>
                  <a:lnTo>
                    <a:pt x="301370" y="651951"/>
                  </a:lnTo>
                  <a:lnTo>
                    <a:pt x="300760" y="649086"/>
                  </a:lnTo>
                  <a:lnTo>
                    <a:pt x="299786" y="646261"/>
                  </a:lnTo>
                  <a:lnTo>
                    <a:pt x="299769" y="649920"/>
                  </a:lnTo>
                  <a:lnTo>
                    <a:pt x="299880" y="653504"/>
                  </a:lnTo>
                  <a:lnTo>
                    <a:pt x="298530" y="658078"/>
                  </a:lnTo>
                  <a:lnTo>
                    <a:pt x="296776" y="661361"/>
                  </a:lnTo>
                  <a:lnTo>
                    <a:pt x="295631" y="664446"/>
                  </a:lnTo>
                  <a:lnTo>
                    <a:pt x="294558" y="671438"/>
                  </a:lnTo>
                  <a:lnTo>
                    <a:pt x="293133" y="677328"/>
                  </a:lnTo>
                  <a:lnTo>
                    <a:pt x="291828" y="679501"/>
                  </a:lnTo>
                  <a:lnTo>
                    <a:pt x="290661" y="679988"/>
                  </a:lnTo>
                  <a:lnTo>
                    <a:pt x="289467" y="680894"/>
                  </a:lnTo>
                  <a:lnTo>
                    <a:pt x="287602" y="683243"/>
                  </a:lnTo>
                  <a:lnTo>
                    <a:pt x="285799" y="685220"/>
                  </a:lnTo>
                  <a:lnTo>
                    <a:pt x="284463" y="687808"/>
                  </a:lnTo>
                  <a:lnTo>
                    <a:pt x="283302" y="689162"/>
                  </a:lnTo>
                  <a:lnTo>
                    <a:pt x="279529" y="700944"/>
                  </a:lnTo>
                  <a:lnTo>
                    <a:pt x="277806" y="704880"/>
                  </a:lnTo>
                  <a:lnTo>
                    <a:pt x="277451" y="706470"/>
                  </a:lnTo>
                  <a:lnTo>
                    <a:pt x="276725" y="707806"/>
                  </a:lnTo>
                  <a:lnTo>
                    <a:pt x="276867" y="709664"/>
                  </a:lnTo>
                  <a:lnTo>
                    <a:pt x="277451" y="710934"/>
                  </a:lnTo>
                  <a:lnTo>
                    <a:pt x="278036" y="716163"/>
                  </a:lnTo>
                  <a:lnTo>
                    <a:pt x="277685" y="717288"/>
                  </a:lnTo>
                  <a:lnTo>
                    <a:pt x="277068" y="716699"/>
                  </a:lnTo>
                  <a:lnTo>
                    <a:pt x="275523" y="713785"/>
                  </a:lnTo>
                  <a:lnTo>
                    <a:pt x="274550" y="714847"/>
                  </a:lnTo>
                  <a:lnTo>
                    <a:pt x="273758" y="716042"/>
                  </a:lnTo>
                  <a:lnTo>
                    <a:pt x="271727" y="710680"/>
                  </a:lnTo>
                  <a:lnTo>
                    <a:pt x="270884" y="709419"/>
                  </a:lnTo>
                  <a:lnTo>
                    <a:pt x="269818" y="707266"/>
                  </a:lnTo>
                  <a:lnTo>
                    <a:pt x="268678" y="705408"/>
                  </a:lnTo>
                  <a:lnTo>
                    <a:pt x="268192" y="705197"/>
                  </a:lnTo>
                  <a:lnTo>
                    <a:pt x="267366" y="705584"/>
                  </a:lnTo>
                  <a:lnTo>
                    <a:pt x="267446" y="704130"/>
                  </a:lnTo>
                  <a:lnTo>
                    <a:pt x="268011" y="702949"/>
                  </a:lnTo>
                  <a:lnTo>
                    <a:pt x="268509" y="702675"/>
                  </a:lnTo>
                  <a:lnTo>
                    <a:pt x="269431" y="704398"/>
                  </a:lnTo>
                  <a:lnTo>
                    <a:pt x="270482" y="705936"/>
                  </a:lnTo>
                  <a:lnTo>
                    <a:pt x="271074" y="706063"/>
                  </a:lnTo>
                  <a:lnTo>
                    <a:pt x="271351" y="705445"/>
                  </a:lnTo>
                  <a:lnTo>
                    <a:pt x="270351" y="699374"/>
                  </a:lnTo>
                  <a:lnTo>
                    <a:pt x="269669" y="694053"/>
                  </a:lnTo>
                  <a:lnTo>
                    <a:pt x="269356" y="692480"/>
                  </a:lnTo>
                  <a:lnTo>
                    <a:pt x="268535" y="687087"/>
                  </a:lnTo>
                  <a:lnTo>
                    <a:pt x="268127" y="685520"/>
                  </a:lnTo>
                  <a:lnTo>
                    <a:pt x="266379" y="681708"/>
                  </a:lnTo>
                  <a:lnTo>
                    <a:pt x="264511" y="677235"/>
                  </a:lnTo>
                  <a:lnTo>
                    <a:pt x="263998" y="671865"/>
                  </a:lnTo>
                  <a:lnTo>
                    <a:pt x="263319" y="668428"/>
                  </a:lnTo>
                  <a:lnTo>
                    <a:pt x="262442" y="666267"/>
                  </a:lnTo>
                  <a:lnTo>
                    <a:pt x="261085" y="664345"/>
                  </a:lnTo>
                  <a:lnTo>
                    <a:pt x="257351" y="663604"/>
                  </a:lnTo>
                  <a:lnTo>
                    <a:pt x="255794" y="658109"/>
                  </a:lnTo>
                  <a:lnTo>
                    <a:pt x="254903" y="651299"/>
                  </a:lnTo>
                  <a:lnTo>
                    <a:pt x="255610" y="650849"/>
                  </a:lnTo>
                  <a:lnTo>
                    <a:pt x="256448" y="650765"/>
                  </a:lnTo>
                  <a:lnTo>
                    <a:pt x="256716" y="648641"/>
                  </a:lnTo>
                  <a:lnTo>
                    <a:pt x="256533" y="645386"/>
                  </a:lnTo>
                  <a:lnTo>
                    <a:pt x="252828" y="641344"/>
                  </a:lnTo>
                  <a:lnTo>
                    <a:pt x="251080" y="637122"/>
                  </a:lnTo>
                  <a:lnTo>
                    <a:pt x="249600" y="635301"/>
                  </a:lnTo>
                  <a:lnTo>
                    <a:pt x="248212" y="634582"/>
                  </a:lnTo>
                  <a:lnTo>
                    <a:pt x="246374" y="634747"/>
                  </a:lnTo>
                  <a:lnTo>
                    <a:pt x="244077" y="634609"/>
                  </a:lnTo>
                  <a:lnTo>
                    <a:pt x="238536" y="627885"/>
                  </a:lnTo>
                  <a:lnTo>
                    <a:pt x="237210" y="627680"/>
                  </a:lnTo>
                  <a:lnTo>
                    <a:pt x="233249" y="629769"/>
                  </a:lnTo>
                  <a:lnTo>
                    <a:pt x="231921" y="629388"/>
                  </a:lnTo>
                  <a:lnTo>
                    <a:pt x="225907" y="620203"/>
                  </a:lnTo>
                  <a:lnTo>
                    <a:pt x="221909" y="615837"/>
                  </a:lnTo>
                  <a:lnTo>
                    <a:pt x="220590" y="615024"/>
                  </a:lnTo>
                  <a:lnTo>
                    <a:pt x="218868" y="614276"/>
                  </a:lnTo>
                  <a:lnTo>
                    <a:pt x="217475" y="615344"/>
                  </a:lnTo>
                  <a:lnTo>
                    <a:pt x="216485" y="616348"/>
                  </a:lnTo>
                  <a:lnTo>
                    <a:pt x="214473" y="617476"/>
                  </a:lnTo>
                  <a:lnTo>
                    <a:pt x="206512" y="616741"/>
                  </a:lnTo>
                  <a:lnTo>
                    <a:pt x="199676" y="618163"/>
                  </a:lnTo>
                  <a:lnTo>
                    <a:pt x="195031" y="619130"/>
                  </a:lnTo>
                  <a:lnTo>
                    <a:pt x="192087" y="620391"/>
                  </a:lnTo>
                  <a:lnTo>
                    <a:pt x="187211" y="625859"/>
                  </a:lnTo>
                  <a:lnTo>
                    <a:pt x="181381" y="631143"/>
                  </a:lnTo>
                  <a:lnTo>
                    <a:pt x="176632" y="633648"/>
                  </a:lnTo>
                  <a:lnTo>
                    <a:pt x="172266" y="636980"/>
                  </a:lnTo>
                  <a:lnTo>
                    <a:pt x="169393" y="637950"/>
                  </a:lnTo>
                  <a:lnTo>
                    <a:pt x="165679" y="638366"/>
                  </a:lnTo>
                  <a:lnTo>
                    <a:pt x="157845" y="636767"/>
                  </a:lnTo>
                  <a:lnTo>
                    <a:pt x="155172" y="637953"/>
                  </a:lnTo>
                  <a:lnTo>
                    <a:pt x="150910" y="644125"/>
                  </a:lnTo>
                  <a:lnTo>
                    <a:pt x="149645" y="645623"/>
                  </a:lnTo>
                  <a:lnTo>
                    <a:pt x="147243" y="647334"/>
                  </a:lnTo>
                  <a:lnTo>
                    <a:pt x="141055" y="655261"/>
                  </a:lnTo>
                  <a:lnTo>
                    <a:pt x="138201" y="656958"/>
                  </a:lnTo>
                  <a:lnTo>
                    <a:pt x="136356" y="657497"/>
                  </a:lnTo>
                  <a:lnTo>
                    <a:pt x="134778" y="659177"/>
                  </a:lnTo>
                  <a:lnTo>
                    <a:pt x="133344" y="662550"/>
                  </a:lnTo>
                  <a:lnTo>
                    <a:pt x="131407" y="671914"/>
                  </a:lnTo>
                  <a:lnTo>
                    <a:pt x="130203" y="676349"/>
                  </a:lnTo>
                  <a:lnTo>
                    <a:pt x="127546" y="683439"/>
                  </a:lnTo>
                  <a:lnTo>
                    <a:pt x="125797" y="685800"/>
                  </a:lnTo>
                  <a:lnTo>
                    <a:pt x="124073" y="685480"/>
                  </a:lnTo>
                  <a:lnTo>
                    <a:pt x="122150" y="687930"/>
                  </a:lnTo>
                  <a:lnTo>
                    <a:pt x="120443" y="685338"/>
                  </a:lnTo>
                  <a:lnTo>
                    <a:pt x="119079" y="684842"/>
                  </a:lnTo>
                  <a:lnTo>
                    <a:pt x="116909" y="685050"/>
                  </a:lnTo>
                  <a:lnTo>
                    <a:pt x="109273" y="688033"/>
                  </a:lnTo>
                  <a:lnTo>
                    <a:pt x="108178" y="684565"/>
                  </a:lnTo>
                  <a:lnTo>
                    <a:pt x="106779" y="684043"/>
                  </a:lnTo>
                  <a:lnTo>
                    <a:pt x="104138" y="684213"/>
                  </a:lnTo>
                  <a:lnTo>
                    <a:pt x="100182" y="683157"/>
                  </a:lnTo>
                  <a:lnTo>
                    <a:pt x="92985" y="684473"/>
                  </a:lnTo>
                  <a:lnTo>
                    <a:pt x="89524" y="685904"/>
                  </a:lnTo>
                  <a:lnTo>
                    <a:pt x="88157" y="687185"/>
                  </a:lnTo>
                  <a:lnTo>
                    <a:pt x="85610" y="686368"/>
                  </a:lnTo>
                  <a:lnTo>
                    <a:pt x="81280" y="687528"/>
                  </a:lnTo>
                  <a:lnTo>
                    <a:pt x="79757" y="689502"/>
                  </a:lnTo>
                  <a:lnTo>
                    <a:pt x="78612" y="691265"/>
                  </a:lnTo>
                  <a:lnTo>
                    <a:pt x="76362" y="699158"/>
                  </a:lnTo>
                  <a:lnTo>
                    <a:pt x="73889" y="701763"/>
                  </a:lnTo>
                  <a:lnTo>
                    <a:pt x="71862" y="701850"/>
                  </a:lnTo>
                  <a:lnTo>
                    <a:pt x="69595" y="702456"/>
                  </a:lnTo>
                  <a:lnTo>
                    <a:pt x="65023" y="710057"/>
                  </a:lnTo>
                  <a:lnTo>
                    <a:pt x="60336" y="717429"/>
                  </a:lnTo>
                  <a:lnTo>
                    <a:pt x="58762" y="718217"/>
                  </a:lnTo>
                  <a:lnTo>
                    <a:pt x="57015" y="719450"/>
                  </a:lnTo>
                  <a:lnTo>
                    <a:pt x="54728" y="720038"/>
                  </a:lnTo>
                  <a:lnTo>
                    <a:pt x="53589" y="720713"/>
                  </a:lnTo>
                  <a:lnTo>
                    <a:pt x="48251" y="718820"/>
                  </a:lnTo>
                  <a:lnTo>
                    <a:pt x="44856" y="718610"/>
                  </a:lnTo>
                  <a:lnTo>
                    <a:pt x="40613" y="717467"/>
                  </a:lnTo>
                  <a:lnTo>
                    <a:pt x="36955" y="713860"/>
                  </a:lnTo>
                  <a:lnTo>
                    <a:pt x="34147" y="711768"/>
                  </a:lnTo>
                  <a:lnTo>
                    <a:pt x="30973" y="703821"/>
                  </a:lnTo>
                  <a:lnTo>
                    <a:pt x="29008" y="700857"/>
                  </a:lnTo>
                  <a:lnTo>
                    <a:pt x="25506" y="697256"/>
                  </a:lnTo>
                  <a:lnTo>
                    <a:pt x="24497" y="697392"/>
                  </a:lnTo>
                  <a:lnTo>
                    <a:pt x="23681" y="698376"/>
                  </a:lnTo>
                  <a:lnTo>
                    <a:pt x="22229" y="695836"/>
                  </a:lnTo>
                  <a:lnTo>
                    <a:pt x="22191" y="692564"/>
                  </a:lnTo>
                  <a:lnTo>
                    <a:pt x="21798" y="689788"/>
                  </a:lnTo>
                  <a:lnTo>
                    <a:pt x="21826" y="682490"/>
                  </a:lnTo>
                  <a:lnTo>
                    <a:pt x="22047" y="673954"/>
                  </a:lnTo>
                  <a:lnTo>
                    <a:pt x="23328" y="675873"/>
                  </a:lnTo>
                  <a:lnTo>
                    <a:pt x="24336" y="677740"/>
                  </a:lnTo>
                  <a:lnTo>
                    <a:pt x="26495" y="677636"/>
                  </a:lnTo>
                  <a:lnTo>
                    <a:pt x="28403" y="674428"/>
                  </a:lnTo>
                  <a:lnTo>
                    <a:pt x="29489" y="669727"/>
                  </a:lnTo>
                  <a:lnTo>
                    <a:pt x="30446" y="664426"/>
                  </a:lnTo>
                  <a:lnTo>
                    <a:pt x="30298" y="658790"/>
                  </a:lnTo>
                  <a:lnTo>
                    <a:pt x="29661" y="648887"/>
                  </a:lnTo>
                  <a:lnTo>
                    <a:pt x="30096" y="646806"/>
                  </a:lnTo>
                  <a:lnTo>
                    <a:pt x="30750" y="645961"/>
                  </a:lnTo>
                  <a:lnTo>
                    <a:pt x="30963" y="641029"/>
                  </a:lnTo>
                  <a:lnTo>
                    <a:pt x="31117" y="625865"/>
                  </a:lnTo>
                  <a:lnTo>
                    <a:pt x="30634" y="620151"/>
                  </a:lnTo>
                  <a:lnTo>
                    <a:pt x="27662" y="608568"/>
                  </a:lnTo>
                  <a:lnTo>
                    <a:pt x="25709" y="598500"/>
                  </a:lnTo>
                  <a:lnTo>
                    <a:pt x="24277" y="593956"/>
                  </a:lnTo>
                  <a:lnTo>
                    <a:pt x="23072" y="586640"/>
                  </a:lnTo>
                  <a:lnTo>
                    <a:pt x="22055" y="576468"/>
                  </a:lnTo>
                  <a:lnTo>
                    <a:pt x="21742" y="571329"/>
                  </a:lnTo>
                  <a:lnTo>
                    <a:pt x="21416" y="561853"/>
                  </a:lnTo>
                  <a:lnTo>
                    <a:pt x="21773" y="556480"/>
                  </a:lnTo>
                  <a:lnTo>
                    <a:pt x="21622" y="553343"/>
                  </a:lnTo>
                  <a:lnTo>
                    <a:pt x="20377" y="544755"/>
                  </a:lnTo>
                  <a:lnTo>
                    <a:pt x="17594" y="536742"/>
                  </a:lnTo>
                  <a:lnTo>
                    <a:pt x="17133" y="533784"/>
                  </a:lnTo>
                  <a:lnTo>
                    <a:pt x="17147" y="530667"/>
                  </a:lnTo>
                  <a:lnTo>
                    <a:pt x="16484" y="527023"/>
                  </a:lnTo>
                  <a:lnTo>
                    <a:pt x="14243" y="519696"/>
                  </a:lnTo>
                  <a:lnTo>
                    <a:pt x="11947" y="513365"/>
                  </a:lnTo>
                  <a:lnTo>
                    <a:pt x="11562" y="510286"/>
                  </a:lnTo>
                  <a:lnTo>
                    <a:pt x="11135" y="497514"/>
                  </a:lnTo>
                  <a:lnTo>
                    <a:pt x="10278" y="491694"/>
                  </a:lnTo>
                  <a:lnTo>
                    <a:pt x="6393" y="476934"/>
                  </a:lnTo>
                  <a:lnTo>
                    <a:pt x="1806" y="464217"/>
                  </a:lnTo>
                  <a:lnTo>
                    <a:pt x="564" y="459017"/>
                  </a:lnTo>
                  <a:lnTo>
                    <a:pt x="0" y="457268"/>
                  </a:lnTo>
                  <a:lnTo>
                    <a:pt x="316" y="457031"/>
                  </a:lnTo>
                  <a:lnTo>
                    <a:pt x="833" y="457712"/>
                  </a:lnTo>
                  <a:lnTo>
                    <a:pt x="1405" y="458982"/>
                  </a:lnTo>
                  <a:lnTo>
                    <a:pt x="1687" y="459089"/>
                  </a:lnTo>
                  <a:lnTo>
                    <a:pt x="1956" y="458039"/>
                  </a:lnTo>
                  <a:lnTo>
                    <a:pt x="1926" y="455609"/>
                  </a:lnTo>
                  <a:lnTo>
                    <a:pt x="2087" y="454261"/>
                  </a:lnTo>
                  <a:lnTo>
                    <a:pt x="2488" y="455003"/>
                  </a:lnTo>
                  <a:lnTo>
                    <a:pt x="2957" y="457736"/>
                  </a:lnTo>
                  <a:lnTo>
                    <a:pt x="4409" y="464788"/>
                  </a:lnTo>
                  <a:lnTo>
                    <a:pt x="4836" y="468375"/>
                  </a:lnTo>
                  <a:lnTo>
                    <a:pt x="6689" y="469469"/>
                  </a:lnTo>
                  <a:lnTo>
                    <a:pt x="7258" y="468528"/>
                  </a:lnTo>
                  <a:lnTo>
                    <a:pt x="7941" y="466675"/>
                  </a:lnTo>
                  <a:lnTo>
                    <a:pt x="8141" y="461698"/>
                  </a:lnTo>
                  <a:lnTo>
                    <a:pt x="7202" y="459447"/>
                  </a:lnTo>
                  <a:lnTo>
                    <a:pt x="6357" y="458492"/>
                  </a:lnTo>
                  <a:lnTo>
                    <a:pt x="4927" y="454798"/>
                  </a:lnTo>
                  <a:lnTo>
                    <a:pt x="4004" y="448879"/>
                  </a:lnTo>
                  <a:lnTo>
                    <a:pt x="2565" y="443411"/>
                  </a:lnTo>
                  <a:lnTo>
                    <a:pt x="2590" y="441458"/>
                  </a:lnTo>
                  <a:lnTo>
                    <a:pt x="3249" y="440038"/>
                  </a:lnTo>
                  <a:lnTo>
                    <a:pt x="4322" y="440808"/>
                  </a:lnTo>
                  <a:lnTo>
                    <a:pt x="5318" y="443954"/>
                  </a:lnTo>
                  <a:lnTo>
                    <a:pt x="6438" y="446883"/>
                  </a:lnTo>
                  <a:lnTo>
                    <a:pt x="6252" y="452008"/>
                  </a:lnTo>
                  <a:lnTo>
                    <a:pt x="6079" y="453410"/>
                  </a:lnTo>
                  <a:lnTo>
                    <a:pt x="6178" y="454593"/>
                  </a:lnTo>
                  <a:lnTo>
                    <a:pt x="6568" y="455719"/>
                  </a:lnTo>
                  <a:lnTo>
                    <a:pt x="7081" y="456604"/>
                  </a:lnTo>
                  <a:lnTo>
                    <a:pt x="7642" y="455306"/>
                  </a:lnTo>
                  <a:lnTo>
                    <a:pt x="8154" y="452311"/>
                  </a:lnTo>
                  <a:lnTo>
                    <a:pt x="8471" y="452700"/>
                  </a:lnTo>
                  <a:lnTo>
                    <a:pt x="9233" y="459528"/>
                  </a:lnTo>
                  <a:lnTo>
                    <a:pt x="9837" y="461383"/>
                  </a:lnTo>
                  <a:lnTo>
                    <a:pt x="11036" y="463516"/>
                  </a:lnTo>
                  <a:lnTo>
                    <a:pt x="12080" y="461856"/>
                  </a:lnTo>
                  <a:lnTo>
                    <a:pt x="12564" y="460437"/>
                  </a:lnTo>
                  <a:lnTo>
                    <a:pt x="12413" y="455618"/>
                  </a:lnTo>
                  <a:lnTo>
                    <a:pt x="12720" y="450960"/>
                  </a:lnTo>
                  <a:lnTo>
                    <a:pt x="12546" y="447497"/>
                  </a:lnTo>
                  <a:lnTo>
                    <a:pt x="9847" y="438433"/>
                  </a:lnTo>
                  <a:lnTo>
                    <a:pt x="7405" y="427231"/>
                  </a:lnTo>
                  <a:lnTo>
                    <a:pt x="5923" y="421656"/>
                  </a:lnTo>
                  <a:lnTo>
                    <a:pt x="4685" y="413262"/>
                  </a:lnTo>
                  <a:lnTo>
                    <a:pt x="3884" y="410356"/>
                  </a:lnTo>
                  <a:lnTo>
                    <a:pt x="2838" y="405658"/>
                  </a:lnTo>
                  <a:lnTo>
                    <a:pt x="2781" y="400291"/>
                  </a:lnTo>
                  <a:lnTo>
                    <a:pt x="2882" y="396695"/>
                  </a:lnTo>
                  <a:lnTo>
                    <a:pt x="3718" y="388933"/>
                  </a:lnTo>
                  <a:lnTo>
                    <a:pt x="4486" y="384890"/>
                  </a:lnTo>
                  <a:lnTo>
                    <a:pt x="6974" y="375593"/>
                  </a:lnTo>
                  <a:lnTo>
                    <a:pt x="7095" y="371585"/>
                  </a:lnTo>
                  <a:lnTo>
                    <a:pt x="7069" y="368569"/>
                  </a:lnTo>
                  <a:lnTo>
                    <a:pt x="7436" y="363935"/>
                  </a:lnTo>
                  <a:lnTo>
                    <a:pt x="7438" y="360711"/>
                  </a:lnTo>
                  <a:lnTo>
                    <a:pt x="7106" y="357707"/>
                  </a:lnTo>
                  <a:lnTo>
                    <a:pt x="6069" y="352533"/>
                  </a:lnTo>
                  <a:lnTo>
                    <a:pt x="7437" y="343501"/>
                  </a:lnTo>
                  <a:lnTo>
                    <a:pt x="9428" y="331890"/>
                  </a:lnTo>
                  <a:lnTo>
                    <a:pt x="10213" y="330184"/>
                  </a:lnTo>
                  <a:lnTo>
                    <a:pt x="11445" y="328623"/>
                  </a:lnTo>
                  <a:lnTo>
                    <a:pt x="11673" y="331021"/>
                  </a:lnTo>
                  <a:lnTo>
                    <a:pt x="11066" y="339046"/>
                  </a:lnTo>
                  <a:lnTo>
                    <a:pt x="11932" y="343242"/>
                  </a:lnTo>
                  <a:lnTo>
                    <a:pt x="11661" y="347963"/>
                  </a:lnTo>
                  <a:lnTo>
                    <a:pt x="12435" y="347157"/>
                  </a:lnTo>
                  <a:lnTo>
                    <a:pt x="13634" y="346257"/>
                  </a:lnTo>
                  <a:lnTo>
                    <a:pt x="14538" y="343778"/>
                  </a:lnTo>
                  <a:lnTo>
                    <a:pt x="15017" y="341401"/>
                  </a:lnTo>
                  <a:lnTo>
                    <a:pt x="17282" y="331979"/>
                  </a:lnTo>
                  <a:lnTo>
                    <a:pt x="18579" y="328470"/>
                  </a:lnTo>
                  <a:lnTo>
                    <a:pt x="20405" y="325885"/>
                  </a:lnTo>
                  <a:lnTo>
                    <a:pt x="24093" y="322771"/>
                  </a:lnTo>
                  <a:lnTo>
                    <a:pt x="27681" y="318667"/>
                  </a:lnTo>
                  <a:lnTo>
                    <a:pt x="29387" y="314720"/>
                  </a:lnTo>
                  <a:lnTo>
                    <a:pt x="31524" y="311298"/>
                  </a:lnTo>
                  <a:lnTo>
                    <a:pt x="33012" y="307587"/>
                  </a:lnTo>
                  <a:lnTo>
                    <a:pt x="34443" y="305036"/>
                  </a:lnTo>
                  <a:lnTo>
                    <a:pt x="41693" y="295669"/>
                  </a:lnTo>
                  <a:lnTo>
                    <a:pt x="42922" y="293909"/>
                  </a:lnTo>
                  <a:lnTo>
                    <a:pt x="44502" y="293710"/>
                  </a:lnTo>
                  <a:lnTo>
                    <a:pt x="46439" y="294021"/>
                  </a:lnTo>
                  <a:lnTo>
                    <a:pt x="48191" y="293528"/>
                  </a:lnTo>
                  <a:lnTo>
                    <a:pt x="50065" y="295660"/>
                  </a:lnTo>
                  <a:lnTo>
                    <a:pt x="51448" y="295900"/>
                  </a:lnTo>
                  <a:lnTo>
                    <a:pt x="54831" y="293583"/>
                  </a:lnTo>
                  <a:lnTo>
                    <a:pt x="56640" y="291508"/>
                  </a:lnTo>
                  <a:lnTo>
                    <a:pt x="59748" y="286972"/>
                  </a:lnTo>
                  <a:lnTo>
                    <a:pt x="61112" y="285676"/>
                  </a:lnTo>
                  <a:lnTo>
                    <a:pt x="64269" y="284242"/>
                  </a:lnTo>
                  <a:lnTo>
                    <a:pt x="67842" y="282328"/>
                  </a:lnTo>
                  <a:lnTo>
                    <a:pt x="72145" y="274451"/>
                  </a:lnTo>
                  <a:lnTo>
                    <a:pt x="75244" y="274953"/>
                  </a:lnTo>
                  <a:lnTo>
                    <a:pt x="78012" y="275720"/>
                  </a:lnTo>
                  <a:lnTo>
                    <a:pt x="80228" y="273360"/>
                  </a:lnTo>
                  <a:lnTo>
                    <a:pt x="85450" y="271914"/>
                  </a:lnTo>
                  <a:lnTo>
                    <a:pt x="88344" y="269920"/>
                  </a:lnTo>
                  <a:lnTo>
                    <a:pt x="93764" y="264691"/>
                  </a:lnTo>
                  <a:lnTo>
                    <a:pt x="95220" y="262899"/>
                  </a:lnTo>
                  <a:lnTo>
                    <a:pt x="97436" y="259162"/>
                  </a:lnTo>
                  <a:lnTo>
                    <a:pt x="99361" y="254494"/>
                  </a:lnTo>
                  <a:lnTo>
                    <a:pt x="101261" y="248186"/>
                  </a:lnTo>
                  <a:lnTo>
                    <a:pt x="102429" y="242533"/>
                  </a:lnTo>
                  <a:lnTo>
                    <a:pt x="102931" y="239621"/>
                  </a:lnTo>
                  <a:lnTo>
                    <a:pt x="104044" y="234992"/>
                  </a:lnTo>
                  <a:lnTo>
                    <a:pt x="104811" y="231328"/>
                  </a:lnTo>
                  <a:lnTo>
                    <a:pt x="105407" y="229588"/>
                  </a:lnTo>
                  <a:lnTo>
                    <a:pt x="107509" y="227123"/>
                  </a:lnTo>
                  <a:lnTo>
                    <a:pt x="110627" y="220192"/>
                  </a:lnTo>
                  <a:lnTo>
                    <a:pt x="111642" y="218798"/>
                  </a:lnTo>
                  <a:lnTo>
                    <a:pt x="111831" y="216582"/>
                  </a:lnTo>
                  <a:lnTo>
                    <a:pt x="111159" y="215341"/>
                  </a:lnTo>
                  <a:lnTo>
                    <a:pt x="110326" y="214562"/>
                  </a:lnTo>
                  <a:lnTo>
                    <a:pt x="109764" y="207227"/>
                  </a:lnTo>
                  <a:lnTo>
                    <a:pt x="109230" y="202165"/>
                  </a:lnTo>
                  <a:lnTo>
                    <a:pt x="109177" y="198601"/>
                  </a:lnTo>
                  <a:lnTo>
                    <a:pt x="109386" y="195211"/>
                  </a:lnTo>
                  <a:lnTo>
                    <a:pt x="110613" y="189953"/>
                  </a:lnTo>
                  <a:lnTo>
                    <a:pt x="111488" y="187697"/>
                  </a:lnTo>
                  <a:lnTo>
                    <a:pt x="112698" y="185068"/>
                  </a:lnTo>
                  <a:lnTo>
                    <a:pt x="113801" y="184254"/>
                  </a:lnTo>
                  <a:lnTo>
                    <a:pt x="114720" y="181951"/>
                  </a:lnTo>
                  <a:lnTo>
                    <a:pt x="116212" y="179669"/>
                  </a:lnTo>
                  <a:lnTo>
                    <a:pt x="116842" y="177377"/>
                  </a:lnTo>
                  <a:lnTo>
                    <a:pt x="117768" y="172717"/>
                  </a:lnTo>
                  <a:lnTo>
                    <a:pt x="118606" y="169176"/>
                  </a:lnTo>
                  <a:lnTo>
                    <a:pt x="119263" y="169300"/>
                  </a:lnTo>
                  <a:lnTo>
                    <a:pt x="120527" y="177530"/>
                  </a:lnTo>
                  <a:lnTo>
                    <a:pt x="121352" y="181896"/>
                  </a:lnTo>
                  <a:lnTo>
                    <a:pt x="122861" y="187030"/>
                  </a:lnTo>
                  <a:lnTo>
                    <a:pt x="124290" y="194593"/>
                  </a:lnTo>
                  <a:lnTo>
                    <a:pt x="125455" y="198056"/>
                  </a:lnTo>
                  <a:lnTo>
                    <a:pt x="126021" y="200295"/>
                  </a:lnTo>
                  <a:lnTo>
                    <a:pt x="126482" y="201334"/>
                  </a:lnTo>
                  <a:lnTo>
                    <a:pt x="126585" y="199897"/>
                  </a:lnTo>
                  <a:lnTo>
                    <a:pt x="126467" y="198218"/>
                  </a:lnTo>
                  <a:lnTo>
                    <a:pt x="127029" y="192441"/>
                  </a:lnTo>
                  <a:lnTo>
                    <a:pt x="126766" y="188386"/>
                  </a:lnTo>
                  <a:lnTo>
                    <a:pt x="126854" y="186839"/>
                  </a:lnTo>
                  <a:lnTo>
                    <a:pt x="127148" y="186187"/>
                  </a:lnTo>
                  <a:lnTo>
                    <a:pt x="127713" y="186629"/>
                  </a:lnTo>
                  <a:lnTo>
                    <a:pt x="128807" y="188891"/>
                  </a:lnTo>
                  <a:lnTo>
                    <a:pt x="129358" y="189699"/>
                  </a:lnTo>
                  <a:lnTo>
                    <a:pt x="129748" y="189512"/>
                  </a:lnTo>
                  <a:lnTo>
                    <a:pt x="129729" y="185850"/>
                  </a:lnTo>
                  <a:lnTo>
                    <a:pt x="130276" y="183538"/>
                  </a:lnTo>
                  <a:lnTo>
                    <a:pt x="130056" y="181945"/>
                  </a:lnTo>
                  <a:lnTo>
                    <a:pt x="129103" y="182035"/>
                  </a:lnTo>
                  <a:lnTo>
                    <a:pt x="128700" y="180061"/>
                  </a:lnTo>
                  <a:lnTo>
                    <a:pt x="127913" y="177776"/>
                  </a:lnTo>
                  <a:lnTo>
                    <a:pt x="127019" y="176134"/>
                  </a:lnTo>
                  <a:lnTo>
                    <a:pt x="125932" y="172371"/>
                  </a:lnTo>
                  <a:lnTo>
                    <a:pt x="125597" y="170893"/>
                  </a:lnTo>
                  <a:lnTo>
                    <a:pt x="126019" y="170209"/>
                  </a:lnTo>
                  <a:lnTo>
                    <a:pt x="126705" y="170308"/>
                  </a:lnTo>
                  <a:lnTo>
                    <a:pt x="127249" y="168695"/>
                  </a:lnTo>
                  <a:lnTo>
                    <a:pt x="127499" y="166530"/>
                  </a:lnTo>
                  <a:lnTo>
                    <a:pt x="127018" y="163013"/>
                  </a:lnTo>
                  <a:lnTo>
                    <a:pt x="127511" y="161708"/>
                  </a:lnTo>
                  <a:lnTo>
                    <a:pt x="128503" y="162081"/>
                  </a:lnTo>
                  <a:lnTo>
                    <a:pt x="130091" y="167690"/>
                  </a:lnTo>
                  <a:lnTo>
                    <a:pt x="130774" y="167136"/>
                  </a:lnTo>
                  <a:lnTo>
                    <a:pt x="131336" y="164871"/>
                  </a:lnTo>
                  <a:lnTo>
                    <a:pt x="132349" y="164222"/>
                  </a:lnTo>
                  <a:lnTo>
                    <a:pt x="133389" y="164632"/>
                  </a:lnTo>
                  <a:lnTo>
                    <a:pt x="134074" y="166250"/>
                  </a:lnTo>
                  <a:lnTo>
                    <a:pt x="135468" y="167866"/>
                  </a:lnTo>
                  <a:lnTo>
                    <a:pt x="137325" y="167682"/>
                  </a:lnTo>
                  <a:lnTo>
                    <a:pt x="138266" y="168071"/>
                  </a:lnTo>
                  <a:lnTo>
                    <a:pt x="140245" y="167803"/>
                  </a:lnTo>
                  <a:lnTo>
                    <a:pt x="141215" y="168291"/>
                  </a:lnTo>
                  <a:lnTo>
                    <a:pt x="141033" y="167425"/>
                  </a:lnTo>
                  <a:lnTo>
                    <a:pt x="139963" y="166403"/>
                  </a:lnTo>
                  <a:lnTo>
                    <a:pt x="138758" y="166198"/>
                  </a:lnTo>
                  <a:lnTo>
                    <a:pt x="137346" y="166299"/>
                  </a:lnTo>
                  <a:lnTo>
                    <a:pt x="136741" y="165226"/>
                  </a:lnTo>
                  <a:lnTo>
                    <a:pt x="136539" y="162392"/>
                  </a:lnTo>
                  <a:lnTo>
                    <a:pt x="136882" y="160338"/>
                  </a:lnTo>
                  <a:lnTo>
                    <a:pt x="137103" y="159460"/>
                  </a:lnTo>
                  <a:lnTo>
                    <a:pt x="138022" y="159830"/>
                  </a:lnTo>
                  <a:lnTo>
                    <a:pt x="138837" y="159752"/>
                  </a:lnTo>
                  <a:lnTo>
                    <a:pt x="138937" y="156987"/>
                  </a:lnTo>
                  <a:lnTo>
                    <a:pt x="139224" y="154546"/>
                  </a:lnTo>
                  <a:lnTo>
                    <a:pt x="139711" y="152558"/>
                  </a:lnTo>
                  <a:lnTo>
                    <a:pt x="139709" y="150645"/>
                  </a:lnTo>
                  <a:lnTo>
                    <a:pt x="139200" y="151153"/>
                  </a:lnTo>
                  <a:lnTo>
                    <a:pt x="137953" y="155579"/>
                  </a:lnTo>
                  <a:lnTo>
                    <a:pt x="137355" y="151978"/>
                  </a:lnTo>
                  <a:lnTo>
                    <a:pt x="136458" y="149248"/>
                  </a:lnTo>
                  <a:lnTo>
                    <a:pt x="136640" y="145338"/>
                  </a:lnTo>
                  <a:lnTo>
                    <a:pt x="137164" y="141428"/>
                  </a:lnTo>
                  <a:lnTo>
                    <a:pt x="137970" y="140891"/>
                  </a:lnTo>
                  <a:lnTo>
                    <a:pt x="138652" y="141509"/>
                  </a:lnTo>
                  <a:lnTo>
                    <a:pt x="139660" y="139221"/>
                  </a:lnTo>
                  <a:lnTo>
                    <a:pt x="140227" y="137472"/>
                  </a:lnTo>
                  <a:lnTo>
                    <a:pt x="140096" y="136035"/>
                  </a:lnTo>
                  <a:lnTo>
                    <a:pt x="140248" y="134930"/>
                  </a:lnTo>
                  <a:lnTo>
                    <a:pt x="140953" y="135273"/>
                  </a:lnTo>
                  <a:lnTo>
                    <a:pt x="143654" y="138791"/>
                  </a:lnTo>
                  <a:lnTo>
                    <a:pt x="144194" y="140629"/>
                  </a:lnTo>
                  <a:lnTo>
                    <a:pt x="144762" y="139913"/>
                  </a:lnTo>
                  <a:lnTo>
                    <a:pt x="144944" y="137910"/>
                  </a:lnTo>
                  <a:lnTo>
                    <a:pt x="144883" y="135908"/>
                  </a:lnTo>
                  <a:lnTo>
                    <a:pt x="144287" y="136211"/>
                  </a:lnTo>
                  <a:lnTo>
                    <a:pt x="142887" y="136006"/>
                  </a:lnTo>
                  <a:lnTo>
                    <a:pt x="142565" y="134881"/>
                  </a:lnTo>
                  <a:lnTo>
                    <a:pt x="142686" y="133951"/>
                  </a:lnTo>
                  <a:lnTo>
                    <a:pt x="142033" y="131594"/>
                  </a:lnTo>
                  <a:lnTo>
                    <a:pt x="142948" y="130093"/>
                  </a:lnTo>
                  <a:lnTo>
                    <a:pt x="143735" y="129995"/>
                  </a:lnTo>
                  <a:lnTo>
                    <a:pt x="144279" y="128968"/>
                  </a:lnTo>
                  <a:lnTo>
                    <a:pt x="144287" y="127565"/>
                  </a:lnTo>
                  <a:lnTo>
                    <a:pt x="144460" y="126965"/>
                  </a:lnTo>
                  <a:lnTo>
                    <a:pt x="144883" y="127799"/>
                  </a:lnTo>
                  <a:lnTo>
                    <a:pt x="146294" y="128186"/>
                  </a:lnTo>
                  <a:lnTo>
                    <a:pt x="147679" y="130001"/>
                  </a:lnTo>
                  <a:lnTo>
                    <a:pt x="148329" y="130385"/>
                  </a:lnTo>
                  <a:lnTo>
                    <a:pt x="148572" y="129409"/>
                  </a:lnTo>
                  <a:lnTo>
                    <a:pt x="148672" y="127306"/>
                  </a:lnTo>
                  <a:lnTo>
                    <a:pt x="146959" y="125205"/>
                  </a:lnTo>
                  <a:lnTo>
                    <a:pt x="146913" y="123139"/>
                  </a:lnTo>
                  <a:lnTo>
                    <a:pt x="146193" y="120758"/>
                  </a:lnTo>
                  <a:lnTo>
                    <a:pt x="146172" y="118415"/>
                  </a:lnTo>
                  <a:lnTo>
                    <a:pt x="147242" y="116456"/>
                  </a:lnTo>
                  <a:lnTo>
                    <a:pt x="147462" y="114554"/>
                  </a:lnTo>
                  <a:lnTo>
                    <a:pt x="148082" y="113781"/>
                  </a:lnTo>
                  <a:lnTo>
                    <a:pt x="149307" y="113749"/>
                  </a:lnTo>
                  <a:lnTo>
                    <a:pt x="150133" y="112136"/>
                  </a:lnTo>
                  <a:lnTo>
                    <a:pt x="151060" y="111573"/>
                  </a:lnTo>
                  <a:lnTo>
                    <a:pt x="151286" y="107980"/>
                  </a:lnTo>
                  <a:lnTo>
                    <a:pt x="151271" y="105513"/>
                  </a:lnTo>
                  <a:lnTo>
                    <a:pt x="151645" y="104878"/>
                  </a:lnTo>
                  <a:lnTo>
                    <a:pt x="152581" y="105906"/>
                  </a:lnTo>
                  <a:lnTo>
                    <a:pt x="152297" y="108760"/>
                  </a:lnTo>
                  <a:lnTo>
                    <a:pt x="152293" y="111484"/>
                  </a:lnTo>
                  <a:lnTo>
                    <a:pt x="152057" y="112941"/>
                  </a:lnTo>
                  <a:lnTo>
                    <a:pt x="152410" y="112820"/>
                  </a:lnTo>
                  <a:lnTo>
                    <a:pt x="152628" y="112214"/>
                  </a:lnTo>
                  <a:lnTo>
                    <a:pt x="152994" y="110425"/>
                  </a:lnTo>
                  <a:lnTo>
                    <a:pt x="153982" y="111158"/>
                  </a:lnTo>
                  <a:lnTo>
                    <a:pt x="154226" y="113071"/>
                  </a:lnTo>
                  <a:lnTo>
                    <a:pt x="154355" y="114944"/>
                  </a:lnTo>
                  <a:lnTo>
                    <a:pt x="154848" y="115555"/>
                  </a:lnTo>
                  <a:lnTo>
                    <a:pt x="155524" y="112673"/>
                  </a:lnTo>
                  <a:lnTo>
                    <a:pt x="156434" y="111908"/>
                  </a:lnTo>
                  <a:lnTo>
                    <a:pt x="156384" y="108266"/>
                  </a:lnTo>
                  <a:lnTo>
                    <a:pt x="156728" y="105658"/>
                  </a:lnTo>
                  <a:lnTo>
                    <a:pt x="156835" y="103698"/>
                  </a:lnTo>
                  <a:lnTo>
                    <a:pt x="157411" y="102743"/>
                  </a:lnTo>
                  <a:lnTo>
                    <a:pt x="157538" y="100665"/>
                  </a:lnTo>
                  <a:lnTo>
                    <a:pt x="157076" y="99231"/>
                  </a:lnTo>
                  <a:lnTo>
                    <a:pt x="156838" y="96623"/>
                  </a:lnTo>
                  <a:lnTo>
                    <a:pt x="157632" y="96045"/>
                  </a:lnTo>
                  <a:lnTo>
                    <a:pt x="158427" y="97356"/>
                  </a:lnTo>
                  <a:lnTo>
                    <a:pt x="158963" y="100645"/>
                  </a:lnTo>
                  <a:lnTo>
                    <a:pt x="159332" y="102128"/>
                  </a:lnTo>
                  <a:lnTo>
                    <a:pt x="159823" y="101320"/>
                  </a:lnTo>
                  <a:lnTo>
                    <a:pt x="160119" y="99130"/>
                  </a:lnTo>
                  <a:lnTo>
                    <a:pt x="161094" y="97855"/>
                  </a:lnTo>
                  <a:lnTo>
                    <a:pt x="162061" y="99627"/>
                  </a:lnTo>
                  <a:lnTo>
                    <a:pt x="163125" y="102050"/>
                  </a:lnTo>
                  <a:lnTo>
                    <a:pt x="164458" y="99935"/>
                  </a:lnTo>
                  <a:lnTo>
                    <a:pt x="165696" y="95970"/>
                  </a:lnTo>
                  <a:lnTo>
                    <a:pt x="165498" y="93544"/>
                  </a:lnTo>
                  <a:lnTo>
                    <a:pt x="165634" y="91045"/>
                  </a:lnTo>
                  <a:lnTo>
                    <a:pt x="167189" y="89735"/>
                  </a:lnTo>
                  <a:lnTo>
                    <a:pt x="168443" y="90698"/>
                  </a:lnTo>
                  <a:lnTo>
                    <a:pt x="169578" y="93376"/>
                  </a:lnTo>
                  <a:lnTo>
                    <a:pt x="171940" y="95367"/>
                  </a:lnTo>
                  <a:lnTo>
                    <a:pt x="173946" y="98224"/>
                  </a:lnTo>
                  <a:lnTo>
                    <a:pt x="174841" y="100091"/>
                  </a:lnTo>
                  <a:lnTo>
                    <a:pt x="176569" y="103060"/>
                  </a:lnTo>
                  <a:lnTo>
                    <a:pt x="177673" y="106142"/>
                  </a:lnTo>
                  <a:lnTo>
                    <a:pt x="179186" y="111631"/>
                  </a:lnTo>
                  <a:lnTo>
                    <a:pt x="182755" y="118323"/>
                  </a:lnTo>
                  <a:lnTo>
                    <a:pt x="182986" y="119509"/>
                  </a:lnTo>
                  <a:lnTo>
                    <a:pt x="182504" y="121742"/>
                  </a:lnTo>
                  <a:lnTo>
                    <a:pt x="182072" y="124602"/>
                  </a:lnTo>
                  <a:lnTo>
                    <a:pt x="181537" y="129444"/>
                  </a:lnTo>
                  <a:lnTo>
                    <a:pt x="181402" y="136574"/>
                  </a:lnTo>
                  <a:lnTo>
                    <a:pt x="181917" y="136064"/>
                  </a:lnTo>
                  <a:lnTo>
                    <a:pt x="182451" y="133510"/>
                  </a:lnTo>
                  <a:lnTo>
                    <a:pt x="183015" y="134035"/>
                  </a:lnTo>
                  <a:lnTo>
                    <a:pt x="183660" y="135665"/>
                  </a:lnTo>
                  <a:lnTo>
                    <a:pt x="183712" y="134101"/>
                  </a:lnTo>
                  <a:lnTo>
                    <a:pt x="183325" y="133155"/>
                  </a:lnTo>
                  <a:lnTo>
                    <a:pt x="182664" y="129865"/>
                  </a:lnTo>
                  <a:lnTo>
                    <a:pt x="182689" y="128119"/>
                  </a:lnTo>
                  <a:lnTo>
                    <a:pt x="183217" y="126717"/>
                  </a:lnTo>
                  <a:lnTo>
                    <a:pt x="184031" y="125038"/>
                  </a:lnTo>
                  <a:lnTo>
                    <a:pt x="184921" y="123938"/>
                  </a:lnTo>
                  <a:lnTo>
                    <a:pt x="185470" y="122977"/>
                  </a:lnTo>
                  <a:lnTo>
                    <a:pt x="185551" y="121788"/>
                  </a:lnTo>
                  <a:lnTo>
                    <a:pt x="186375" y="120579"/>
                  </a:lnTo>
                  <a:lnTo>
                    <a:pt x="187573" y="120181"/>
                  </a:lnTo>
                  <a:lnTo>
                    <a:pt x="188301" y="120372"/>
                  </a:lnTo>
                  <a:lnTo>
                    <a:pt x="193452" y="123427"/>
                  </a:lnTo>
                  <a:lnTo>
                    <a:pt x="194756" y="126478"/>
                  </a:lnTo>
                  <a:lnTo>
                    <a:pt x="194878" y="130243"/>
                  </a:lnTo>
                  <a:lnTo>
                    <a:pt x="195373" y="131579"/>
                  </a:lnTo>
                  <a:lnTo>
                    <a:pt x="195642" y="129213"/>
                  </a:lnTo>
                  <a:lnTo>
                    <a:pt x="195590" y="124068"/>
                  </a:lnTo>
                  <a:lnTo>
                    <a:pt x="196004" y="123047"/>
                  </a:lnTo>
                  <a:lnTo>
                    <a:pt x="197390" y="123843"/>
                  </a:lnTo>
                  <a:lnTo>
                    <a:pt x="198337" y="124870"/>
                  </a:lnTo>
                  <a:lnTo>
                    <a:pt x="199654" y="128243"/>
                  </a:lnTo>
                  <a:lnTo>
                    <a:pt x="199905" y="129897"/>
                  </a:lnTo>
                  <a:lnTo>
                    <a:pt x="200479" y="130973"/>
                  </a:lnTo>
                  <a:lnTo>
                    <a:pt x="200668" y="129409"/>
                  </a:lnTo>
                  <a:lnTo>
                    <a:pt x="200399" y="127193"/>
                  </a:lnTo>
                  <a:lnTo>
                    <a:pt x="200210" y="124654"/>
                  </a:lnTo>
                  <a:lnTo>
                    <a:pt x="200508" y="122440"/>
                  </a:lnTo>
                  <a:lnTo>
                    <a:pt x="202048" y="122264"/>
                  </a:lnTo>
                  <a:lnTo>
                    <a:pt x="203087" y="121788"/>
                  </a:lnTo>
                  <a:lnTo>
                    <a:pt x="202595" y="120925"/>
                  </a:lnTo>
                  <a:lnTo>
                    <a:pt x="201926" y="120625"/>
                  </a:lnTo>
                  <a:lnTo>
                    <a:pt x="200823" y="118597"/>
                  </a:lnTo>
                  <a:lnTo>
                    <a:pt x="200113" y="116415"/>
                  </a:lnTo>
                  <a:lnTo>
                    <a:pt x="201258" y="114294"/>
                  </a:lnTo>
                  <a:lnTo>
                    <a:pt x="201249" y="113766"/>
                  </a:lnTo>
                  <a:lnTo>
                    <a:pt x="200152" y="113833"/>
                  </a:lnTo>
                  <a:lnTo>
                    <a:pt x="198640" y="111766"/>
                  </a:lnTo>
                  <a:lnTo>
                    <a:pt x="197358" y="108892"/>
                  </a:lnTo>
                  <a:lnTo>
                    <a:pt x="198339" y="103603"/>
                  </a:lnTo>
                  <a:lnTo>
                    <a:pt x="200295" y="98429"/>
                  </a:lnTo>
                  <a:lnTo>
                    <a:pt x="201394" y="96703"/>
                  </a:lnTo>
                  <a:lnTo>
                    <a:pt x="201498" y="94958"/>
                  </a:lnTo>
                  <a:lnTo>
                    <a:pt x="202026" y="91737"/>
                  </a:lnTo>
                  <a:lnTo>
                    <a:pt x="202362" y="89019"/>
                  </a:lnTo>
                  <a:lnTo>
                    <a:pt x="202458" y="86907"/>
                  </a:lnTo>
                  <a:lnTo>
                    <a:pt x="202967" y="84676"/>
                  </a:lnTo>
                  <a:lnTo>
                    <a:pt x="204173" y="82569"/>
                  </a:lnTo>
                  <a:lnTo>
                    <a:pt x="205816" y="81816"/>
                  </a:lnTo>
                  <a:lnTo>
                    <a:pt x="206587" y="80994"/>
                  </a:lnTo>
                  <a:lnTo>
                    <a:pt x="207360" y="79052"/>
                  </a:lnTo>
                  <a:lnTo>
                    <a:pt x="208096" y="76677"/>
                  </a:lnTo>
                  <a:lnTo>
                    <a:pt x="206575" y="72046"/>
                  </a:lnTo>
                  <a:lnTo>
                    <a:pt x="206701" y="69495"/>
                  </a:lnTo>
                  <a:lnTo>
                    <a:pt x="206980" y="66488"/>
                  </a:lnTo>
                  <a:lnTo>
                    <a:pt x="208806" y="64286"/>
                  </a:lnTo>
                  <a:lnTo>
                    <a:pt x="209804" y="58523"/>
                  </a:lnTo>
                  <a:lnTo>
                    <a:pt x="210466" y="57658"/>
                  </a:lnTo>
                  <a:lnTo>
                    <a:pt x="211900" y="57828"/>
                  </a:lnTo>
                  <a:lnTo>
                    <a:pt x="212456" y="57311"/>
                  </a:lnTo>
                  <a:lnTo>
                    <a:pt x="212359" y="52715"/>
                  </a:lnTo>
                  <a:lnTo>
                    <a:pt x="212519" y="50934"/>
                  </a:lnTo>
                  <a:lnTo>
                    <a:pt x="213125" y="50221"/>
                  </a:lnTo>
                  <a:lnTo>
                    <a:pt x="213902" y="50836"/>
                  </a:lnTo>
                  <a:lnTo>
                    <a:pt x="214394" y="52833"/>
                  </a:lnTo>
                  <a:lnTo>
                    <a:pt x="215501" y="54680"/>
                  </a:lnTo>
                  <a:lnTo>
                    <a:pt x="215877" y="53670"/>
                  </a:lnTo>
                  <a:lnTo>
                    <a:pt x="215691" y="51644"/>
                  </a:lnTo>
                  <a:lnTo>
                    <a:pt x="215580" y="49047"/>
                  </a:lnTo>
                  <a:lnTo>
                    <a:pt x="216589" y="48487"/>
                  </a:lnTo>
                  <a:lnTo>
                    <a:pt x="217403" y="48328"/>
                  </a:lnTo>
                  <a:lnTo>
                    <a:pt x="217484" y="46207"/>
                  </a:lnTo>
                  <a:lnTo>
                    <a:pt x="217356" y="44516"/>
                  </a:lnTo>
                  <a:lnTo>
                    <a:pt x="217674" y="43801"/>
                  </a:lnTo>
                  <a:lnTo>
                    <a:pt x="219798" y="43454"/>
                  </a:lnTo>
                  <a:lnTo>
                    <a:pt x="220352" y="41714"/>
                  </a:lnTo>
                  <a:lnTo>
                    <a:pt x="220671" y="40202"/>
                  </a:lnTo>
                  <a:lnTo>
                    <a:pt x="220942" y="41031"/>
                  </a:lnTo>
                  <a:lnTo>
                    <a:pt x="221287" y="44404"/>
                  </a:lnTo>
                  <a:lnTo>
                    <a:pt x="222459" y="46381"/>
                  </a:lnTo>
                  <a:lnTo>
                    <a:pt x="225969" y="46415"/>
                  </a:lnTo>
                  <a:lnTo>
                    <a:pt x="227940" y="45050"/>
                  </a:lnTo>
                  <a:lnTo>
                    <a:pt x="228778" y="45858"/>
                  </a:lnTo>
                  <a:lnTo>
                    <a:pt x="230085" y="46493"/>
                  </a:lnTo>
                  <a:lnTo>
                    <a:pt x="231527" y="44903"/>
                  </a:lnTo>
                  <a:lnTo>
                    <a:pt x="232391" y="43694"/>
                  </a:lnTo>
                  <a:lnTo>
                    <a:pt x="233839" y="45264"/>
                  </a:lnTo>
                  <a:lnTo>
                    <a:pt x="234314" y="46917"/>
                  </a:lnTo>
                  <a:lnTo>
                    <a:pt x="234687" y="43408"/>
                  </a:lnTo>
                  <a:lnTo>
                    <a:pt x="235527" y="42182"/>
                  </a:lnTo>
                  <a:lnTo>
                    <a:pt x="236419" y="41455"/>
                  </a:lnTo>
                  <a:lnTo>
                    <a:pt x="237548" y="42041"/>
                  </a:lnTo>
                  <a:lnTo>
                    <a:pt x="237992" y="41844"/>
                  </a:lnTo>
                  <a:lnTo>
                    <a:pt x="236989" y="39236"/>
                  </a:lnTo>
                  <a:lnTo>
                    <a:pt x="237047" y="36858"/>
                  </a:lnTo>
                  <a:lnTo>
                    <a:pt x="236981" y="33346"/>
                  </a:lnTo>
                  <a:lnTo>
                    <a:pt x="237162" y="30134"/>
                  </a:lnTo>
                  <a:lnTo>
                    <a:pt x="237522" y="27826"/>
                  </a:lnTo>
                  <a:lnTo>
                    <a:pt x="235096" y="23171"/>
                  </a:lnTo>
                  <a:lnTo>
                    <a:pt x="232692" y="22467"/>
                  </a:lnTo>
                  <a:lnTo>
                    <a:pt x="230933" y="23443"/>
                  </a:lnTo>
                  <a:lnTo>
                    <a:pt x="230193" y="22675"/>
                  </a:lnTo>
                  <a:lnTo>
                    <a:pt x="228630" y="18947"/>
                  </a:lnTo>
                  <a:lnTo>
                    <a:pt x="227141" y="17585"/>
                  </a:lnTo>
                  <a:lnTo>
                    <a:pt x="227011" y="16667"/>
                  </a:lnTo>
                  <a:lnTo>
                    <a:pt x="228836" y="13992"/>
                  </a:lnTo>
                  <a:lnTo>
                    <a:pt x="229531" y="14451"/>
                  </a:lnTo>
                  <a:lnTo>
                    <a:pt x="230594" y="16956"/>
                  </a:lnTo>
                  <a:lnTo>
                    <a:pt x="231200" y="17841"/>
                  </a:lnTo>
                  <a:lnTo>
                    <a:pt x="231715" y="17660"/>
                  </a:lnTo>
                  <a:lnTo>
                    <a:pt x="232047" y="15703"/>
                  </a:lnTo>
                  <a:lnTo>
                    <a:pt x="232506" y="14676"/>
                  </a:lnTo>
                  <a:lnTo>
                    <a:pt x="233375" y="15253"/>
                  </a:lnTo>
                  <a:lnTo>
                    <a:pt x="236097" y="19489"/>
                  </a:lnTo>
                  <a:lnTo>
                    <a:pt x="237626" y="23587"/>
                  </a:lnTo>
                  <a:lnTo>
                    <a:pt x="238409" y="22505"/>
                  </a:lnTo>
                  <a:lnTo>
                    <a:pt x="239751" y="20205"/>
                  </a:lnTo>
                  <a:lnTo>
                    <a:pt x="241017" y="20684"/>
                  </a:lnTo>
                  <a:lnTo>
                    <a:pt x="241795" y="22029"/>
                  </a:lnTo>
                  <a:lnTo>
                    <a:pt x="242886" y="27021"/>
                  </a:lnTo>
                  <a:lnTo>
                    <a:pt x="243750" y="29500"/>
                  </a:lnTo>
                  <a:lnTo>
                    <a:pt x="245832" y="30166"/>
                  </a:lnTo>
                  <a:lnTo>
                    <a:pt x="246893" y="31115"/>
                  </a:lnTo>
                  <a:lnTo>
                    <a:pt x="247990" y="32766"/>
                  </a:lnTo>
                  <a:lnTo>
                    <a:pt x="249468" y="32622"/>
                  </a:lnTo>
                  <a:lnTo>
                    <a:pt x="252512" y="33234"/>
                  </a:lnTo>
                  <a:lnTo>
                    <a:pt x="255379" y="36428"/>
                  </a:lnTo>
                  <a:lnTo>
                    <a:pt x="256569" y="38425"/>
                  </a:lnTo>
                  <a:lnTo>
                    <a:pt x="257958" y="38959"/>
                  </a:lnTo>
                  <a:lnTo>
                    <a:pt x="258766" y="39755"/>
                  </a:lnTo>
                  <a:lnTo>
                    <a:pt x="260237" y="39995"/>
                  </a:lnTo>
                  <a:lnTo>
                    <a:pt x="262579" y="37735"/>
                  </a:lnTo>
                  <a:lnTo>
                    <a:pt x="263629" y="39813"/>
                  </a:lnTo>
                  <a:lnTo>
                    <a:pt x="264095" y="41227"/>
                  </a:lnTo>
                  <a:lnTo>
                    <a:pt x="266228" y="43922"/>
                  </a:lnTo>
                  <a:lnTo>
                    <a:pt x="268523" y="44747"/>
                  </a:lnTo>
                  <a:lnTo>
                    <a:pt x="270160" y="42015"/>
                  </a:lnTo>
                  <a:lnTo>
                    <a:pt x="272554" y="39989"/>
                  </a:lnTo>
                  <a:lnTo>
                    <a:pt x="274221" y="36901"/>
                  </a:lnTo>
                  <a:lnTo>
                    <a:pt x="275476" y="35450"/>
                  </a:lnTo>
                  <a:lnTo>
                    <a:pt x="276655" y="32928"/>
                  </a:lnTo>
                  <a:lnTo>
                    <a:pt x="277109" y="33049"/>
                  </a:lnTo>
                  <a:lnTo>
                    <a:pt x="276147" y="35404"/>
                  </a:lnTo>
                  <a:lnTo>
                    <a:pt x="276030" y="36740"/>
                  </a:lnTo>
                  <a:lnTo>
                    <a:pt x="276784" y="37297"/>
                  </a:lnTo>
                  <a:lnTo>
                    <a:pt x="276706" y="37983"/>
                  </a:lnTo>
                  <a:lnTo>
                    <a:pt x="275668" y="39816"/>
                  </a:lnTo>
                  <a:lnTo>
                    <a:pt x="274428" y="42675"/>
                  </a:lnTo>
                  <a:lnTo>
                    <a:pt x="274451" y="44398"/>
                  </a:lnTo>
                  <a:lnTo>
                    <a:pt x="274933" y="45339"/>
                  </a:lnTo>
                  <a:lnTo>
                    <a:pt x="275504" y="44920"/>
                  </a:lnTo>
                  <a:lnTo>
                    <a:pt x="276316" y="43472"/>
                  </a:lnTo>
                  <a:lnTo>
                    <a:pt x="277296" y="42693"/>
                  </a:lnTo>
                  <a:lnTo>
                    <a:pt x="278157" y="43853"/>
                  </a:lnTo>
                  <a:lnTo>
                    <a:pt x="278437" y="47973"/>
                  </a:lnTo>
                  <a:lnTo>
                    <a:pt x="279051" y="50680"/>
                  </a:lnTo>
                  <a:lnTo>
                    <a:pt x="280402" y="51055"/>
                  </a:lnTo>
                  <a:lnTo>
                    <a:pt x="281230" y="51015"/>
                  </a:lnTo>
                  <a:lnTo>
                    <a:pt x="282057" y="47226"/>
                  </a:lnTo>
                  <a:lnTo>
                    <a:pt x="281611" y="44000"/>
                  </a:lnTo>
                  <a:lnTo>
                    <a:pt x="281099" y="43310"/>
                  </a:lnTo>
                  <a:lnTo>
                    <a:pt x="281345" y="42087"/>
                  </a:lnTo>
                  <a:lnTo>
                    <a:pt x="283457" y="36763"/>
                  </a:lnTo>
                  <a:lnTo>
                    <a:pt x="284638" y="36944"/>
                  </a:lnTo>
                  <a:lnTo>
                    <a:pt x="285485" y="42144"/>
                  </a:lnTo>
                  <a:lnTo>
                    <a:pt x="286822" y="44889"/>
                  </a:lnTo>
                  <a:lnTo>
                    <a:pt x="288247" y="44672"/>
                  </a:lnTo>
                  <a:lnTo>
                    <a:pt x="288991" y="45394"/>
                  </a:lnTo>
                  <a:lnTo>
                    <a:pt x="289601" y="48536"/>
                  </a:lnTo>
                  <a:lnTo>
                    <a:pt x="284598" y="61371"/>
                  </a:lnTo>
                  <a:lnTo>
                    <a:pt x="284364" y="62806"/>
                  </a:lnTo>
                  <a:lnTo>
                    <a:pt x="285037" y="65134"/>
                  </a:lnTo>
                  <a:lnTo>
                    <a:pt x="285297" y="67858"/>
                  </a:lnTo>
                  <a:lnTo>
                    <a:pt x="283672" y="74400"/>
                  </a:lnTo>
                  <a:lnTo>
                    <a:pt x="283074" y="74723"/>
                  </a:lnTo>
                  <a:lnTo>
                    <a:pt x="282496" y="72957"/>
                  </a:lnTo>
                  <a:lnTo>
                    <a:pt x="281638" y="71823"/>
                  </a:lnTo>
                  <a:lnTo>
                    <a:pt x="280885" y="72620"/>
                  </a:lnTo>
                  <a:lnTo>
                    <a:pt x="280078" y="73096"/>
                  </a:lnTo>
                  <a:lnTo>
                    <a:pt x="277168" y="76738"/>
                  </a:lnTo>
                  <a:lnTo>
                    <a:pt x="277191" y="86113"/>
                  </a:lnTo>
                  <a:lnTo>
                    <a:pt x="277926" y="91685"/>
                  </a:lnTo>
                  <a:lnTo>
                    <a:pt x="277499" y="95370"/>
                  </a:lnTo>
                  <a:lnTo>
                    <a:pt x="276633" y="101820"/>
                  </a:lnTo>
                  <a:lnTo>
                    <a:pt x="275694" y="104215"/>
                  </a:lnTo>
                  <a:lnTo>
                    <a:pt x="274940" y="105764"/>
                  </a:lnTo>
                  <a:lnTo>
                    <a:pt x="272434" y="114580"/>
                  </a:lnTo>
                  <a:lnTo>
                    <a:pt x="271634" y="116698"/>
                  </a:lnTo>
                  <a:lnTo>
                    <a:pt x="270804" y="119699"/>
                  </a:lnTo>
                  <a:lnTo>
                    <a:pt x="271083" y="122579"/>
                  </a:lnTo>
                  <a:lnTo>
                    <a:pt x="271391" y="124573"/>
                  </a:lnTo>
                  <a:lnTo>
                    <a:pt x="272335" y="126856"/>
                  </a:lnTo>
                  <a:lnTo>
                    <a:pt x="276014" y="131576"/>
                  </a:lnTo>
                  <a:lnTo>
                    <a:pt x="277682" y="134829"/>
                  </a:lnTo>
                  <a:lnTo>
                    <a:pt x="280556" y="138765"/>
                  </a:lnTo>
                  <a:lnTo>
                    <a:pt x="281213" y="141477"/>
                  </a:lnTo>
                  <a:lnTo>
                    <a:pt x="281605" y="143690"/>
                  </a:lnTo>
                  <a:lnTo>
                    <a:pt x="283683" y="146207"/>
                  </a:lnTo>
                  <a:lnTo>
                    <a:pt x="285166" y="147722"/>
                  </a:lnTo>
                  <a:lnTo>
                    <a:pt x="285595" y="147332"/>
                  </a:lnTo>
                  <a:lnTo>
                    <a:pt x="285904" y="146807"/>
                  </a:lnTo>
                  <a:lnTo>
                    <a:pt x="286275" y="146801"/>
                  </a:lnTo>
                  <a:lnTo>
                    <a:pt x="286644" y="147093"/>
                  </a:lnTo>
                  <a:lnTo>
                    <a:pt x="286586" y="149063"/>
                  </a:lnTo>
                  <a:lnTo>
                    <a:pt x="286423" y="150143"/>
                  </a:lnTo>
                  <a:lnTo>
                    <a:pt x="286562" y="151516"/>
                  </a:lnTo>
                  <a:lnTo>
                    <a:pt x="287617" y="153268"/>
                  </a:lnTo>
                  <a:lnTo>
                    <a:pt x="289298" y="153213"/>
                  </a:lnTo>
                  <a:lnTo>
                    <a:pt x="290267" y="152797"/>
                  </a:lnTo>
                  <a:lnTo>
                    <a:pt x="291336" y="154659"/>
                  </a:lnTo>
                  <a:lnTo>
                    <a:pt x="292300" y="155865"/>
                  </a:lnTo>
                  <a:lnTo>
                    <a:pt x="293889" y="158352"/>
                  </a:lnTo>
                  <a:lnTo>
                    <a:pt x="296656" y="161330"/>
                  </a:lnTo>
                  <a:lnTo>
                    <a:pt x="298817" y="163278"/>
                  </a:lnTo>
                  <a:lnTo>
                    <a:pt x="301366" y="170475"/>
                  </a:lnTo>
                  <a:lnTo>
                    <a:pt x="303300" y="174625"/>
                  </a:lnTo>
                  <a:lnTo>
                    <a:pt x="305414" y="177620"/>
                  </a:lnTo>
                  <a:lnTo>
                    <a:pt x="308591" y="179723"/>
                  </a:lnTo>
                  <a:lnTo>
                    <a:pt x="310053" y="179377"/>
                  </a:lnTo>
                  <a:lnTo>
                    <a:pt x="312425" y="181824"/>
                  </a:lnTo>
                  <a:lnTo>
                    <a:pt x="314736" y="182967"/>
                  </a:lnTo>
                  <a:lnTo>
                    <a:pt x="315960" y="186358"/>
                  </a:lnTo>
                  <a:lnTo>
                    <a:pt x="316377" y="188929"/>
                  </a:lnTo>
                  <a:lnTo>
                    <a:pt x="316493" y="190900"/>
                  </a:lnTo>
                  <a:lnTo>
                    <a:pt x="317643" y="195652"/>
                  </a:lnTo>
                  <a:lnTo>
                    <a:pt x="319984" y="197187"/>
                  </a:lnTo>
                  <a:lnTo>
                    <a:pt x="323020" y="201920"/>
                  </a:lnTo>
                  <a:lnTo>
                    <a:pt x="325517" y="204006"/>
                  </a:lnTo>
                  <a:lnTo>
                    <a:pt x="326144" y="205256"/>
                  </a:lnTo>
                  <a:lnTo>
                    <a:pt x="327239" y="206704"/>
                  </a:lnTo>
                  <a:lnTo>
                    <a:pt x="329358" y="206756"/>
                  </a:lnTo>
                  <a:lnTo>
                    <a:pt x="333032" y="204396"/>
                  </a:lnTo>
                  <a:lnTo>
                    <a:pt x="334705" y="202009"/>
                  </a:lnTo>
                  <a:lnTo>
                    <a:pt x="336924" y="198189"/>
                  </a:lnTo>
                  <a:lnTo>
                    <a:pt x="337964" y="191633"/>
                  </a:lnTo>
                  <a:lnTo>
                    <a:pt x="338576" y="186372"/>
                  </a:lnTo>
                  <a:lnTo>
                    <a:pt x="341660" y="175487"/>
                  </a:lnTo>
                  <a:lnTo>
                    <a:pt x="342541" y="170088"/>
                  </a:lnTo>
                  <a:lnTo>
                    <a:pt x="343324" y="162926"/>
                  </a:lnTo>
                  <a:lnTo>
                    <a:pt x="344010" y="158448"/>
                  </a:lnTo>
                  <a:lnTo>
                    <a:pt x="343781" y="153577"/>
                  </a:lnTo>
                  <a:lnTo>
                    <a:pt x="344493" y="144729"/>
                  </a:lnTo>
                  <a:lnTo>
                    <a:pt x="346076" y="132618"/>
                  </a:lnTo>
                  <a:lnTo>
                    <a:pt x="346613" y="128518"/>
                  </a:lnTo>
                  <a:lnTo>
                    <a:pt x="346345" y="122492"/>
                  </a:lnTo>
                  <a:lnTo>
                    <a:pt x="345363" y="111186"/>
                  </a:lnTo>
                  <a:lnTo>
                    <a:pt x="345802" y="107279"/>
                  </a:lnTo>
                  <a:lnTo>
                    <a:pt x="346233" y="101811"/>
                  </a:lnTo>
                  <a:lnTo>
                    <a:pt x="345515" y="97846"/>
                  </a:lnTo>
                  <a:lnTo>
                    <a:pt x="344848" y="95131"/>
                  </a:lnTo>
                  <a:lnTo>
                    <a:pt x="344749" y="91313"/>
                  </a:lnTo>
                  <a:lnTo>
                    <a:pt x="345500" y="84110"/>
                  </a:lnTo>
                  <a:lnTo>
                    <a:pt x="346165" y="80307"/>
                  </a:lnTo>
                  <a:lnTo>
                    <a:pt x="346855" y="75402"/>
                  </a:lnTo>
                  <a:lnTo>
                    <a:pt x="346467" y="66075"/>
                  </a:lnTo>
                  <a:lnTo>
                    <a:pt x="347942" y="62826"/>
                  </a:lnTo>
                  <a:lnTo>
                    <a:pt x="348523" y="61207"/>
                  </a:lnTo>
                  <a:lnTo>
                    <a:pt x="349663" y="61193"/>
                  </a:lnTo>
                  <a:lnTo>
                    <a:pt x="350206" y="61923"/>
                  </a:lnTo>
                  <a:lnTo>
                    <a:pt x="350321" y="60059"/>
                  </a:lnTo>
                  <a:lnTo>
                    <a:pt x="349871" y="58330"/>
                  </a:lnTo>
                  <a:lnTo>
                    <a:pt x="349694" y="56319"/>
                  </a:lnTo>
                  <a:lnTo>
                    <a:pt x="349375" y="55297"/>
                  </a:lnTo>
                  <a:lnTo>
                    <a:pt x="348673" y="54939"/>
                  </a:lnTo>
                  <a:lnTo>
                    <a:pt x="348090" y="53840"/>
                  </a:lnTo>
                  <a:lnTo>
                    <a:pt x="347249" y="52717"/>
                  </a:lnTo>
                  <a:lnTo>
                    <a:pt x="347381" y="48571"/>
                  </a:lnTo>
                  <a:lnTo>
                    <a:pt x="348810" y="40563"/>
                  </a:lnTo>
                  <a:lnTo>
                    <a:pt x="349599" y="37475"/>
                  </a:lnTo>
                  <a:lnTo>
                    <a:pt x="350116" y="38765"/>
                  </a:lnTo>
                  <a:lnTo>
                    <a:pt x="350703" y="39801"/>
                  </a:lnTo>
                  <a:lnTo>
                    <a:pt x="350784" y="37496"/>
                  </a:lnTo>
                  <a:lnTo>
                    <a:pt x="350587" y="35129"/>
                  </a:lnTo>
                  <a:lnTo>
                    <a:pt x="351671" y="27315"/>
                  </a:lnTo>
                  <a:lnTo>
                    <a:pt x="352870" y="16722"/>
                  </a:lnTo>
                  <a:lnTo>
                    <a:pt x="353229" y="7069"/>
                  </a:lnTo>
                  <a:lnTo>
                    <a:pt x="355156" y="5225"/>
                  </a:lnTo>
                  <a:lnTo>
                    <a:pt x="356135" y="2804"/>
                  </a:lnTo>
                  <a:lnTo>
                    <a:pt x="356740" y="0"/>
                  </a:lnTo>
                  <a:lnTo>
                    <a:pt x="357817" y="0"/>
                  </a:lnTo>
                  <a:lnTo>
                    <a:pt x="358551" y="1209"/>
                  </a:lnTo>
                  <a:lnTo>
                    <a:pt x="358068" y="3312"/>
                  </a:lnTo>
                  <a:lnTo>
                    <a:pt x="357913" y="4937"/>
                  </a:lnTo>
                  <a:lnTo>
                    <a:pt x="359989" y="8957"/>
                  </a:lnTo>
                  <a:lnTo>
                    <a:pt x="360679" y="12056"/>
                  </a:lnTo>
                  <a:lnTo>
                    <a:pt x="360967" y="14970"/>
                  </a:lnTo>
                  <a:lnTo>
                    <a:pt x="361375" y="17717"/>
                  </a:lnTo>
                  <a:lnTo>
                    <a:pt x="361572" y="21420"/>
                  </a:lnTo>
                  <a:lnTo>
                    <a:pt x="361543" y="27332"/>
                  </a:lnTo>
                  <a:lnTo>
                    <a:pt x="361811" y="32919"/>
                  </a:lnTo>
                  <a:lnTo>
                    <a:pt x="362560" y="34673"/>
                  </a:lnTo>
                  <a:lnTo>
                    <a:pt x="363224" y="35805"/>
                  </a:lnTo>
                  <a:lnTo>
                    <a:pt x="364173" y="35955"/>
                  </a:lnTo>
                  <a:close/>
                </a:path>
              </a:pathLst>
            </a:custGeom>
            <a:solidFill>
              <a:srgbClr val="E8F2E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g181"/>
            <p:cNvSpPr/>
            <p:nvPr/>
          </p:nvSpPr>
          <p:spPr>
            <a:xfrm>
              <a:off x="5065840" y="3947053"/>
              <a:ext cx="1819" cy="5023"/>
            </a:xfrm>
            <a:custGeom>
              <a:avLst/>
              <a:pathLst>
                <a:path w="1819" h="5023">
                  <a:moveTo>
                    <a:pt x="1819" y="3332"/>
                  </a:moveTo>
                  <a:lnTo>
                    <a:pt x="803" y="5023"/>
                  </a:lnTo>
                  <a:lnTo>
                    <a:pt x="142" y="4135"/>
                  </a:lnTo>
                  <a:lnTo>
                    <a:pt x="0" y="2259"/>
                  </a:lnTo>
                  <a:lnTo>
                    <a:pt x="67" y="1437"/>
                  </a:lnTo>
                  <a:lnTo>
                    <a:pt x="883" y="0"/>
                  </a:lnTo>
                  <a:close/>
                </a:path>
              </a:pathLst>
            </a:custGeom>
            <a:solidFill>
              <a:srgbClr val="E8F2E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g182"/>
            <p:cNvSpPr/>
            <p:nvPr/>
          </p:nvSpPr>
          <p:spPr>
            <a:xfrm>
              <a:off x="5066689" y="3933710"/>
              <a:ext cx="1753" cy="3361"/>
            </a:xfrm>
            <a:custGeom>
              <a:avLst/>
              <a:pathLst>
                <a:path w="1753" h="3361">
                  <a:moveTo>
                    <a:pt x="1753" y="1529"/>
                  </a:moveTo>
                  <a:lnTo>
                    <a:pt x="1027" y="3361"/>
                  </a:lnTo>
                  <a:lnTo>
                    <a:pt x="256" y="2813"/>
                  </a:lnTo>
                  <a:lnTo>
                    <a:pt x="0" y="1740"/>
                  </a:lnTo>
                  <a:lnTo>
                    <a:pt x="288" y="265"/>
                  </a:lnTo>
                  <a:lnTo>
                    <a:pt x="1262" y="0"/>
                  </a:lnTo>
                  <a:close/>
                </a:path>
              </a:pathLst>
            </a:custGeom>
            <a:solidFill>
              <a:srgbClr val="E8F2E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g183"/>
            <p:cNvSpPr/>
            <p:nvPr/>
          </p:nvSpPr>
          <p:spPr>
            <a:xfrm>
              <a:off x="5065501" y="3931090"/>
              <a:ext cx="1149" cy="3826"/>
            </a:xfrm>
            <a:custGeom>
              <a:avLst/>
              <a:pathLst>
                <a:path w="1149" h="3826">
                  <a:moveTo>
                    <a:pt x="852" y="3024"/>
                  </a:moveTo>
                  <a:lnTo>
                    <a:pt x="540" y="3826"/>
                  </a:lnTo>
                  <a:lnTo>
                    <a:pt x="0" y="2069"/>
                  </a:lnTo>
                  <a:lnTo>
                    <a:pt x="623" y="0"/>
                  </a:lnTo>
                  <a:lnTo>
                    <a:pt x="1149" y="989"/>
                  </a:lnTo>
                  <a:close/>
                </a:path>
              </a:pathLst>
            </a:custGeom>
            <a:solidFill>
              <a:srgbClr val="E8F2E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g184"/>
            <p:cNvSpPr/>
            <p:nvPr/>
          </p:nvSpPr>
          <p:spPr>
            <a:xfrm>
              <a:off x="3449798" y="2186134"/>
              <a:ext cx="92907" cy="76869"/>
            </a:xfrm>
            <a:custGeom>
              <a:avLst/>
              <a:pathLst>
                <a:path w="92907" h="76869">
                  <a:moveTo>
                    <a:pt x="90540" y="11887"/>
                  </a:moveTo>
                  <a:lnTo>
                    <a:pt x="90487" y="12190"/>
                  </a:lnTo>
                  <a:lnTo>
                    <a:pt x="90421" y="13302"/>
                  </a:lnTo>
                  <a:lnTo>
                    <a:pt x="89947" y="14703"/>
                  </a:lnTo>
                  <a:lnTo>
                    <a:pt x="89437" y="16539"/>
                  </a:lnTo>
                  <a:lnTo>
                    <a:pt x="89471" y="18149"/>
                  </a:lnTo>
                  <a:lnTo>
                    <a:pt x="90778" y="23728"/>
                  </a:lnTo>
                  <a:lnTo>
                    <a:pt x="91938" y="27122"/>
                  </a:lnTo>
                  <a:lnTo>
                    <a:pt x="92158" y="28413"/>
                  </a:lnTo>
                  <a:lnTo>
                    <a:pt x="92907" y="29406"/>
                  </a:lnTo>
                  <a:lnTo>
                    <a:pt x="92196" y="30657"/>
                  </a:lnTo>
                  <a:lnTo>
                    <a:pt x="92058" y="32511"/>
                  </a:lnTo>
                  <a:lnTo>
                    <a:pt x="91598" y="33336"/>
                  </a:lnTo>
                  <a:lnTo>
                    <a:pt x="91477" y="34395"/>
                  </a:lnTo>
                  <a:lnTo>
                    <a:pt x="91670" y="35357"/>
                  </a:lnTo>
                  <a:lnTo>
                    <a:pt x="91667" y="36562"/>
                  </a:lnTo>
                  <a:lnTo>
                    <a:pt x="91923" y="38223"/>
                  </a:lnTo>
                  <a:lnTo>
                    <a:pt x="90787" y="38585"/>
                  </a:lnTo>
                  <a:lnTo>
                    <a:pt x="89437" y="38527"/>
                  </a:lnTo>
                  <a:lnTo>
                    <a:pt x="88954" y="38624"/>
                  </a:lnTo>
                  <a:lnTo>
                    <a:pt x="88502" y="39077"/>
                  </a:lnTo>
                  <a:lnTo>
                    <a:pt x="88034" y="38852"/>
                  </a:lnTo>
                  <a:lnTo>
                    <a:pt x="86814" y="37294"/>
                  </a:lnTo>
                  <a:lnTo>
                    <a:pt x="86125" y="36953"/>
                  </a:lnTo>
                  <a:lnTo>
                    <a:pt x="85638" y="37047"/>
                  </a:lnTo>
                  <a:lnTo>
                    <a:pt x="85274" y="37724"/>
                  </a:lnTo>
                  <a:lnTo>
                    <a:pt x="84647" y="38592"/>
                  </a:lnTo>
                  <a:lnTo>
                    <a:pt x="84058" y="39201"/>
                  </a:lnTo>
                  <a:lnTo>
                    <a:pt x="84190" y="39738"/>
                  </a:lnTo>
                  <a:lnTo>
                    <a:pt x="86720" y="41139"/>
                  </a:lnTo>
                  <a:lnTo>
                    <a:pt x="87169" y="43291"/>
                  </a:lnTo>
                  <a:lnTo>
                    <a:pt x="86682" y="45047"/>
                  </a:lnTo>
                  <a:lnTo>
                    <a:pt x="86517" y="45906"/>
                  </a:lnTo>
                  <a:lnTo>
                    <a:pt x="85924" y="46583"/>
                  </a:lnTo>
                  <a:lnTo>
                    <a:pt x="85197" y="47177"/>
                  </a:lnTo>
                  <a:lnTo>
                    <a:pt x="84321" y="47325"/>
                  </a:lnTo>
                  <a:lnTo>
                    <a:pt x="84217" y="48273"/>
                  </a:lnTo>
                  <a:lnTo>
                    <a:pt x="84561" y="51060"/>
                  </a:lnTo>
                  <a:lnTo>
                    <a:pt x="84283" y="51663"/>
                  </a:lnTo>
                  <a:lnTo>
                    <a:pt x="84004" y="52528"/>
                  </a:lnTo>
                  <a:lnTo>
                    <a:pt x="84266" y="54820"/>
                  </a:lnTo>
                  <a:lnTo>
                    <a:pt x="84808" y="54983"/>
                  </a:lnTo>
                  <a:lnTo>
                    <a:pt x="84928" y="55506"/>
                  </a:lnTo>
                  <a:lnTo>
                    <a:pt x="84832" y="56434"/>
                  </a:lnTo>
                  <a:lnTo>
                    <a:pt x="84736" y="57421"/>
                  </a:lnTo>
                  <a:lnTo>
                    <a:pt x="84545" y="58467"/>
                  </a:lnTo>
                  <a:lnTo>
                    <a:pt x="84450" y="58930"/>
                  </a:lnTo>
                  <a:lnTo>
                    <a:pt x="84090" y="59220"/>
                  </a:lnTo>
                  <a:lnTo>
                    <a:pt x="82968" y="59066"/>
                  </a:lnTo>
                  <a:lnTo>
                    <a:pt x="82001" y="59960"/>
                  </a:lnTo>
                  <a:lnTo>
                    <a:pt x="80058" y="63171"/>
                  </a:lnTo>
                  <a:lnTo>
                    <a:pt x="79377" y="63716"/>
                  </a:lnTo>
                  <a:lnTo>
                    <a:pt x="78642" y="65000"/>
                  </a:lnTo>
                  <a:lnTo>
                    <a:pt x="78686" y="67822"/>
                  </a:lnTo>
                  <a:lnTo>
                    <a:pt x="78586" y="68078"/>
                  </a:lnTo>
                  <a:lnTo>
                    <a:pt x="78407" y="68656"/>
                  </a:lnTo>
                  <a:lnTo>
                    <a:pt x="76002" y="67678"/>
                  </a:lnTo>
                  <a:lnTo>
                    <a:pt x="74446" y="68042"/>
                  </a:lnTo>
                  <a:lnTo>
                    <a:pt x="73382" y="69336"/>
                  </a:lnTo>
                  <a:lnTo>
                    <a:pt x="72090" y="70075"/>
                  </a:lnTo>
                  <a:lnTo>
                    <a:pt x="69381" y="69681"/>
                  </a:lnTo>
                  <a:lnTo>
                    <a:pt x="66745" y="70183"/>
                  </a:lnTo>
                  <a:lnTo>
                    <a:pt x="66120" y="70559"/>
                  </a:lnTo>
                  <a:lnTo>
                    <a:pt x="65436" y="70776"/>
                  </a:lnTo>
                  <a:lnTo>
                    <a:pt x="64794" y="71527"/>
                  </a:lnTo>
                  <a:lnTo>
                    <a:pt x="64427" y="72588"/>
                  </a:lnTo>
                  <a:lnTo>
                    <a:pt x="63772" y="73931"/>
                  </a:lnTo>
                  <a:lnTo>
                    <a:pt x="62839" y="74986"/>
                  </a:lnTo>
                  <a:lnTo>
                    <a:pt x="61825" y="75794"/>
                  </a:lnTo>
                  <a:lnTo>
                    <a:pt x="61583" y="76478"/>
                  </a:lnTo>
                  <a:lnTo>
                    <a:pt x="61250" y="76869"/>
                  </a:lnTo>
                  <a:lnTo>
                    <a:pt x="60686" y="76357"/>
                  </a:lnTo>
                  <a:lnTo>
                    <a:pt x="60227" y="76384"/>
                  </a:lnTo>
                  <a:lnTo>
                    <a:pt x="59667" y="76035"/>
                  </a:lnTo>
                  <a:lnTo>
                    <a:pt x="57807" y="75657"/>
                  </a:lnTo>
                  <a:lnTo>
                    <a:pt x="55762" y="75031"/>
                  </a:lnTo>
                  <a:lnTo>
                    <a:pt x="54788" y="74432"/>
                  </a:lnTo>
                  <a:lnTo>
                    <a:pt x="53682" y="73959"/>
                  </a:lnTo>
                  <a:lnTo>
                    <a:pt x="52494" y="73573"/>
                  </a:lnTo>
                  <a:lnTo>
                    <a:pt x="51429" y="73483"/>
                  </a:lnTo>
                  <a:lnTo>
                    <a:pt x="50893" y="73306"/>
                  </a:lnTo>
                  <a:lnTo>
                    <a:pt x="48334" y="72263"/>
                  </a:lnTo>
                  <a:lnTo>
                    <a:pt x="46647" y="72194"/>
                  </a:lnTo>
                  <a:lnTo>
                    <a:pt x="44419" y="71758"/>
                  </a:lnTo>
                  <a:lnTo>
                    <a:pt x="39992" y="70186"/>
                  </a:lnTo>
                  <a:lnTo>
                    <a:pt x="38703" y="69548"/>
                  </a:lnTo>
                  <a:lnTo>
                    <a:pt x="37470" y="69352"/>
                  </a:lnTo>
                  <a:lnTo>
                    <a:pt x="36015" y="68808"/>
                  </a:lnTo>
                  <a:lnTo>
                    <a:pt x="34907" y="67918"/>
                  </a:lnTo>
                  <a:lnTo>
                    <a:pt x="34197" y="66228"/>
                  </a:lnTo>
                  <a:lnTo>
                    <a:pt x="33441" y="63980"/>
                  </a:lnTo>
                  <a:lnTo>
                    <a:pt x="32053" y="61044"/>
                  </a:lnTo>
                  <a:lnTo>
                    <a:pt x="31768" y="59581"/>
                  </a:lnTo>
                  <a:lnTo>
                    <a:pt x="32192" y="58298"/>
                  </a:lnTo>
                  <a:lnTo>
                    <a:pt x="32628" y="57332"/>
                  </a:lnTo>
                  <a:lnTo>
                    <a:pt x="32578" y="56915"/>
                  </a:lnTo>
                  <a:lnTo>
                    <a:pt x="32240" y="56704"/>
                  </a:lnTo>
                  <a:lnTo>
                    <a:pt x="29803" y="57958"/>
                  </a:lnTo>
                  <a:lnTo>
                    <a:pt x="27441" y="59542"/>
                  </a:lnTo>
                  <a:lnTo>
                    <a:pt x="26511" y="59584"/>
                  </a:lnTo>
                  <a:lnTo>
                    <a:pt x="25611" y="59232"/>
                  </a:lnTo>
                  <a:lnTo>
                    <a:pt x="24417" y="59207"/>
                  </a:lnTo>
                  <a:lnTo>
                    <a:pt x="23267" y="59631"/>
                  </a:lnTo>
                  <a:lnTo>
                    <a:pt x="20967" y="59849"/>
                  </a:lnTo>
                  <a:lnTo>
                    <a:pt x="19619" y="61016"/>
                  </a:lnTo>
                  <a:lnTo>
                    <a:pt x="18761" y="63293"/>
                  </a:lnTo>
                  <a:lnTo>
                    <a:pt x="18293" y="65130"/>
                  </a:lnTo>
                  <a:lnTo>
                    <a:pt x="17905" y="65720"/>
                  </a:lnTo>
                  <a:lnTo>
                    <a:pt x="17102" y="65942"/>
                  </a:lnTo>
                  <a:lnTo>
                    <a:pt x="15902" y="65772"/>
                  </a:lnTo>
                  <a:lnTo>
                    <a:pt x="15060" y="65238"/>
                  </a:lnTo>
                  <a:lnTo>
                    <a:pt x="14200" y="63670"/>
                  </a:lnTo>
                  <a:lnTo>
                    <a:pt x="12866" y="63453"/>
                  </a:lnTo>
                  <a:lnTo>
                    <a:pt x="11643" y="63412"/>
                  </a:lnTo>
                  <a:lnTo>
                    <a:pt x="11319" y="63122"/>
                  </a:lnTo>
                  <a:lnTo>
                    <a:pt x="11341" y="62103"/>
                  </a:lnTo>
                  <a:lnTo>
                    <a:pt x="10857" y="60183"/>
                  </a:lnTo>
                  <a:lnTo>
                    <a:pt x="10059" y="59581"/>
                  </a:lnTo>
                  <a:lnTo>
                    <a:pt x="7991" y="63198"/>
                  </a:lnTo>
                  <a:lnTo>
                    <a:pt x="7427" y="63518"/>
                  </a:lnTo>
                  <a:lnTo>
                    <a:pt x="5762" y="62518"/>
                  </a:lnTo>
                  <a:lnTo>
                    <a:pt x="4310" y="60972"/>
                  </a:lnTo>
                  <a:lnTo>
                    <a:pt x="4151" y="59841"/>
                  </a:lnTo>
                  <a:lnTo>
                    <a:pt x="3915" y="58913"/>
                  </a:lnTo>
                  <a:lnTo>
                    <a:pt x="2693" y="58034"/>
                  </a:lnTo>
                  <a:lnTo>
                    <a:pt x="1168" y="57433"/>
                  </a:lnTo>
                  <a:lnTo>
                    <a:pt x="685" y="57435"/>
                  </a:lnTo>
                  <a:lnTo>
                    <a:pt x="873" y="56890"/>
                  </a:lnTo>
                  <a:lnTo>
                    <a:pt x="1054" y="55965"/>
                  </a:lnTo>
                  <a:lnTo>
                    <a:pt x="940" y="55228"/>
                  </a:lnTo>
                  <a:lnTo>
                    <a:pt x="583" y="54465"/>
                  </a:lnTo>
                  <a:lnTo>
                    <a:pt x="386" y="53649"/>
                  </a:lnTo>
                  <a:lnTo>
                    <a:pt x="329" y="52859"/>
                  </a:lnTo>
                  <a:lnTo>
                    <a:pt x="221" y="52212"/>
                  </a:lnTo>
                  <a:lnTo>
                    <a:pt x="155" y="51606"/>
                  </a:lnTo>
                  <a:lnTo>
                    <a:pt x="42" y="51130"/>
                  </a:lnTo>
                  <a:lnTo>
                    <a:pt x="1036" y="47554"/>
                  </a:lnTo>
                  <a:lnTo>
                    <a:pt x="1241" y="45330"/>
                  </a:lnTo>
                  <a:lnTo>
                    <a:pt x="370" y="44027"/>
                  </a:lnTo>
                  <a:lnTo>
                    <a:pt x="0" y="43641"/>
                  </a:lnTo>
                  <a:lnTo>
                    <a:pt x="303" y="43351"/>
                  </a:lnTo>
                  <a:lnTo>
                    <a:pt x="1542" y="43592"/>
                  </a:lnTo>
                  <a:lnTo>
                    <a:pt x="2329" y="42856"/>
                  </a:lnTo>
                  <a:lnTo>
                    <a:pt x="2740" y="42124"/>
                  </a:lnTo>
                  <a:lnTo>
                    <a:pt x="3840" y="42811"/>
                  </a:lnTo>
                  <a:lnTo>
                    <a:pt x="5454" y="44199"/>
                  </a:lnTo>
                  <a:lnTo>
                    <a:pt x="6216" y="45137"/>
                  </a:lnTo>
                  <a:lnTo>
                    <a:pt x="6530" y="45861"/>
                  </a:lnTo>
                  <a:lnTo>
                    <a:pt x="6705" y="46468"/>
                  </a:lnTo>
                  <a:lnTo>
                    <a:pt x="6608" y="47507"/>
                  </a:lnTo>
                  <a:lnTo>
                    <a:pt x="6976" y="47914"/>
                  </a:lnTo>
                  <a:lnTo>
                    <a:pt x="7736" y="48071"/>
                  </a:lnTo>
                  <a:lnTo>
                    <a:pt x="8241" y="48392"/>
                  </a:lnTo>
                  <a:lnTo>
                    <a:pt x="8064" y="49758"/>
                  </a:lnTo>
                  <a:lnTo>
                    <a:pt x="8031" y="50892"/>
                  </a:lnTo>
                  <a:lnTo>
                    <a:pt x="8733" y="50735"/>
                  </a:lnTo>
                  <a:lnTo>
                    <a:pt x="9612" y="49869"/>
                  </a:lnTo>
                  <a:lnTo>
                    <a:pt x="10299" y="48314"/>
                  </a:lnTo>
                  <a:lnTo>
                    <a:pt x="10723" y="46809"/>
                  </a:lnTo>
                  <a:lnTo>
                    <a:pt x="11045" y="43143"/>
                  </a:lnTo>
                  <a:lnTo>
                    <a:pt x="11156" y="42833"/>
                  </a:lnTo>
                  <a:lnTo>
                    <a:pt x="11684" y="43121"/>
                  </a:lnTo>
                  <a:lnTo>
                    <a:pt x="13828" y="42961"/>
                  </a:lnTo>
                  <a:lnTo>
                    <a:pt x="14838" y="43643"/>
                  </a:lnTo>
                  <a:lnTo>
                    <a:pt x="16440" y="43759"/>
                  </a:lnTo>
                  <a:lnTo>
                    <a:pt x="16411" y="44333"/>
                  </a:lnTo>
                  <a:lnTo>
                    <a:pt x="16695" y="45229"/>
                  </a:lnTo>
                  <a:lnTo>
                    <a:pt x="17404" y="46522"/>
                  </a:lnTo>
                  <a:lnTo>
                    <a:pt x="17754" y="47366"/>
                  </a:lnTo>
                  <a:lnTo>
                    <a:pt x="18499" y="47515"/>
                  </a:lnTo>
                  <a:lnTo>
                    <a:pt x="19645" y="47049"/>
                  </a:lnTo>
                  <a:lnTo>
                    <a:pt x="20318" y="46567"/>
                  </a:lnTo>
                  <a:lnTo>
                    <a:pt x="20570" y="46909"/>
                  </a:lnTo>
                  <a:lnTo>
                    <a:pt x="21619" y="46575"/>
                  </a:lnTo>
                  <a:lnTo>
                    <a:pt x="22547" y="45531"/>
                  </a:lnTo>
                  <a:lnTo>
                    <a:pt x="22777" y="44736"/>
                  </a:lnTo>
                  <a:lnTo>
                    <a:pt x="23715" y="44176"/>
                  </a:lnTo>
                  <a:lnTo>
                    <a:pt x="24982" y="42886"/>
                  </a:lnTo>
                  <a:lnTo>
                    <a:pt x="26723" y="41889"/>
                  </a:lnTo>
                  <a:lnTo>
                    <a:pt x="32437" y="40824"/>
                  </a:lnTo>
                  <a:lnTo>
                    <a:pt x="32659" y="40021"/>
                  </a:lnTo>
                  <a:lnTo>
                    <a:pt x="32574" y="38178"/>
                  </a:lnTo>
                  <a:lnTo>
                    <a:pt x="32725" y="37907"/>
                  </a:lnTo>
                  <a:lnTo>
                    <a:pt x="33445" y="38366"/>
                  </a:lnTo>
                  <a:lnTo>
                    <a:pt x="34601" y="38796"/>
                  </a:lnTo>
                  <a:lnTo>
                    <a:pt x="35485" y="39448"/>
                  </a:lnTo>
                  <a:lnTo>
                    <a:pt x="36060" y="40299"/>
                  </a:lnTo>
                  <a:lnTo>
                    <a:pt x="36592" y="40334"/>
                  </a:lnTo>
                  <a:lnTo>
                    <a:pt x="37417" y="39738"/>
                  </a:lnTo>
                  <a:lnTo>
                    <a:pt x="38533" y="39353"/>
                  </a:lnTo>
                  <a:lnTo>
                    <a:pt x="39576" y="40237"/>
                  </a:lnTo>
                  <a:lnTo>
                    <a:pt x="39878" y="41194"/>
                  </a:lnTo>
                  <a:lnTo>
                    <a:pt x="39695" y="41684"/>
                  </a:lnTo>
                  <a:lnTo>
                    <a:pt x="39715" y="42460"/>
                  </a:lnTo>
                  <a:lnTo>
                    <a:pt x="40039" y="43110"/>
                  </a:lnTo>
                  <a:lnTo>
                    <a:pt x="40886" y="44166"/>
                  </a:lnTo>
                  <a:lnTo>
                    <a:pt x="41973" y="45075"/>
                  </a:lnTo>
                  <a:lnTo>
                    <a:pt x="42537" y="45004"/>
                  </a:lnTo>
                  <a:lnTo>
                    <a:pt x="42746" y="44119"/>
                  </a:lnTo>
                  <a:lnTo>
                    <a:pt x="42946" y="42017"/>
                  </a:lnTo>
                  <a:lnTo>
                    <a:pt x="43021" y="39772"/>
                  </a:lnTo>
                  <a:lnTo>
                    <a:pt x="42771" y="38484"/>
                  </a:lnTo>
                  <a:lnTo>
                    <a:pt x="42186" y="38168"/>
                  </a:lnTo>
                  <a:lnTo>
                    <a:pt x="41486" y="38067"/>
                  </a:lnTo>
                  <a:lnTo>
                    <a:pt x="41115" y="37800"/>
                  </a:lnTo>
                  <a:lnTo>
                    <a:pt x="41244" y="37093"/>
                  </a:lnTo>
                  <a:lnTo>
                    <a:pt x="41804" y="35262"/>
                  </a:lnTo>
                  <a:lnTo>
                    <a:pt x="41795" y="32814"/>
                  </a:lnTo>
                  <a:lnTo>
                    <a:pt x="40533" y="30030"/>
                  </a:lnTo>
                  <a:lnTo>
                    <a:pt x="39438" y="27337"/>
                  </a:lnTo>
                  <a:lnTo>
                    <a:pt x="39441" y="26420"/>
                  </a:lnTo>
                  <a:lnTo>
                    <a:pt x="40098" y="24829"/>
                  </a:lnTo>
                  <a:lnTo>
                    <a:pt x="41112" y="23562"/>
                  </a:lnTo>
                  <a:lnTo>
                    <a:pt x="43363" y="21453"/>
                  </a:lnTo>
                  <a:lnTo>
                    <a:pt x="44073" y="21014"/>
                  </a:lnTo>
                  <a:lnTo>
                    <a:pt x="44985" y="20661"/>
                  </a:lnTo>
                  <a:lnTo>
                    <a:pt x="46297" y="19794"/>
                  </a:lnTo>
                  <a:lnTo>
                    <a:pt x="46927" y="18903"/>
                  </a:lnTo>
                  <a:lnTo>
                    <a:pt x="47351" y="17935"/>
                  </a:lnTo>
                  <a:lnTo>
                    <a:pt x="47966" y="12900"/>
                  </a:lnTo>
                  <a:lnTo>
                    <a:pt x="48110" y="12685"/>
                  </a:lnTo>
                  <a:lnTo>
                    <a:pt x="48293" y="12389"/>
                  </a:lnTo>
                  <a:lnTo>
                    <a:pt x="50591" y="14126"/>
                  </a:lnTo>
                  <a:lnTo>
                    <a:pt x="50798" y="13839"/>
                  </a:lnTo>
                  <a:lnTo>
                    <a:pt x="51185" y="13555"/>
                  </a:lnTo>
                  <a:lnTo>
                    <a:pt x="51933" y="12223"/>
                  </a:lnTo>
                  <a:lnTo>
                    <a:pt x="52097" y="11212"/>
                  </a:lnTo>
                  <a:lnTo>
                    <a:pt x="52081" y="9299"/>
                  </a:lnTo>
                  <a:lnTo>
                    <a:pt x="52147" y="7494"/>
                  </a:lnTo>
                  <a:lnTo>
                    <a:pt x="52291" y="6919"/>
                  </a:lnTo>
                  <a:lnTo>
                    <a:pt x="52638" y="7128"/>
                  </a:lnTo>
                  <a:lnTo>
                    <a:pt x="53627" y="8069"/>
                  </a:lnTo>
                  <a:lnTo>
                    <a:pt x="54412" y="9121"/>
                  </a:lnTo>
                  <a:lnTo>
                    <a:pt x="55148" y="11779"/>
                  </a:lnTo>
                  <a:lnTo>
                    <a:pt x="56863" y="12486"/>
                  </a:lnTo>
                  <a:lnTo>
                    <a:pt x="59029" y="12555"/>
                  </a:lnTo>
                  <a:lnTo>
                    <a:pt x="59803" y="11372"/>
                  </a:lnTo>
                  <a:lnTo>
                    <a:pt x="60505" y="11098"/>
                  </a:lnTo>
                  <a:lnTo>
                    <a:pt x="61300" y="11458"/>
                  </a:lnTo>
                  <a:lnTo>
                    <a:pt x="62974" y="11875"/>
                  </a:lnTo>
                  <a:lnTo>
                    <a:pt x="63161" y="9727"/>
                  </a:lnTo>
                  <a:lnTo>
                    <a:pt x="64128" y="7498"/>
                  </a:lnTo>
                  <a:lnTo>
                    <a:pt x="64566" y="6710"/>
                  </a:lnTo>
                  <a:lnTo>
                    <a:pt x="65793" y="6788"/>
                  </a:lnTo>
                  <a:lnTo>
                    <a:pt x="66095" y="5123"/>
                  </a:lnTo>
                  <a:lnTo>
                    <a:pt x="66397" y="507"/>
                  </a:lnTo>
                  <a:lnTo>
                    <a:pt x="66657" y="0"/>
                  </a:lnTo>
                  <a:lnTo>
                    <a:pt x="67550" y="96"/>
                  </a:lnTo>
                  <a:lnTo>
                    <a:pt x="68440" y="939"/>
                  </a:lnTo>
                  <a:lnTo>
                    <a:pt x="68707" y="1620"/>
                  </a:lnTo>
                  <a:lnTo>
                    <a:pt x="69169" y="1565"/>
                  </a:lnTo>
                  <a:lnTo>
                    <a:pt x="69817" y="1100"/>
                  </a:lnTo>
                  <a:lnTo>
                    <a:pt x="70526" y="800"/>
                  </a:lnTo>
                  <a:lnTo>
                    <a:pt x="71647" y="1292"/>
                  </a:lnTo>
                  <a:lnTo>
                    <a:pt x="74042" y="3390"/>
                  </a:lnTo>
                  <a:lnTo>
                    <a:pt x="75277" y="4156"/>
                  </a:lnTo>
                  <a:lnTo>
                    <a:pt x="76060" y="4009"/>
                  </a:lnTo>
                  <a:lnTo>
                    <a:pt x="76793" y="4038"/>
                  </a:lnTo>
                  <a:lnTo>
                    <a:pt x="79621" y="7279"/>
                  </a:lnTo>
                  <a:lnTo>
                    <a:pt x="81597" y="7733"/>
                  </a:lnTo>
                  <a:lnTo>
                    <a:pt x="83400" y="7746"/>
                  </a:lnTo>
                  <a:lnTo>
                    <a:pt x="83979" y="6768"/>
                  </a:lnTo>
                  <a:lnTo>
                    <a:pt x="84748" y="5940"/>
                  </a:lnTo>
                  <a:lnTo>
                    <a:pt x="85548" y="6054"/>
                  </a:lnTo>
                  <a:lnTo>
                    <a:pt x="86248" y="6478"/>
                  </a:lnTo>
                  <a:lnTo>
                    <a:pt x="87609" y="7886"/>
                  </a:lnTo>
                  <a:lnTo>
                    <a:pt x="88240" y="8247"/>
                  </a:lnTo>
                  <a:lnTo>
                    <a:pt x="89078" y="8475"/>
                  </a:lnTo>
                  <a:lnTo>
                    <a:pt x="89693" y="8788"/>
                  </a:lnTo>
                  <a:lnTo>
                    <a:pt x="90237" y="11235"/>
                  </a:lnTo>
                  <a:close/>
                </a:path>
              </a:pathLst>
            </a:custGeom>
            <a:solidFill>
              <a:srgbClr val="96C38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g185"/>
            <p:cNvSpPr/>
            <p:nvPr/>
          </p:nvSpPr>
          <p:spPr>
            <a:xfrm>
              <a:off x="3879327" y="2459048"/>
              <a:ext cx="16406" cy="26220"/>
            </a:xfrm>
            <a:custGeom>
              <a:avLst/>
              <a:pathLst>
                <a:path w="16406" h="26220">
                  <a:moveTo>
                    <a:pt x="16406" y="26220"/>
                  </a:moveTo>
                  <a:lnTo>
                    <a:pt x="14059" y="25330"/>
                  </a:lnTo>
                  <a:lnTo>
                    <a:pt x="9831" y="23412"/>
                  </a:lnTo>
                  <a:lnTo>
                    <a:pt x="8670" y="22424"/>
                  </a:lnTo>
                  <a:lnTo>
                    <a:pt x="7568" y="19775"/>
                  </a:lnTo>
                  <a:lnTo>
                    <a:pt x="6913" y="18497"/>
                  </a:lnTo>
                  <a:lnTo>
                    <a:pt x="5943" y="16856"/>
                  </a:lnTo>
                  <a:lnTo>
                    <a:pt x="5147" y="16237"/>
                  </a:lnTo>
                  <a:lnTo>
                    <a:pt x="4545" y="15094"/>
                  </a:lnTo>
                  <a:lnTo>
                    <a:pt x="4202" y="13402"/>
                  </a:lnTo>
                  <a:lnTo>
                    <a:pt x="3697" y="11886"/>
                  </a:lnTo>
                  <a:lnTo>
                    <a:pt x="2826" y="10094"/>
                  </a:lnTo>
                  <a:lnTo>
                    <a:pt x="852" y="4019"/>
                  </a:lnTo>
                  <a:lnTo>
                    <a:pt x="596" y="3389"/>
                  </a:lnTo>
                  <a:lnTo>
                    <a:pt x="184" y="2377"/>
                  </a:lnTo>
                  <a:lnTo>
                    <a:pt x="0" y="1820"/>
                  </a:lnTo>
                  <a:lnTo>
                    <a:pt x="1205" y="1359"/>
                  </a:lnTo>
                  <a:lnTo>
                    <a:pt x="3209" y="0"/>
                  </a:lnTo>
                  <a:lnTo>
                    <a:pt x="3756" y="659"/>
                  </a:lnTo>
                  <a:lnTo>
                    <a:pt x="4342" y="2032"/>
                  </a:lnTo>
                  <a:lnTo>
                    <a:pt x="4635" y="3207"/>
                  </a:lnTo>
                  <a:lnTo>
                    <a:pt x="4686" y="5391"/>
                  </a:lnTo>
                  <a:lnTo>
                    <a:pt x="4927" y="5748"/>
                  </a:lnTo>
                  <a:lnTo>
                    <a:pt x="5901" y="5013"/>
                  </a:lnTo>
                  <a:lnTo>
                    <a:pt x="6337" y="5896"/>
                  </a:lnTo>
                  <a:lnTo>
                    <a:pt x="7088" y="6951"/>
                  </a:lnTo>
                  <a:lnTo>
                    <a:pt x="8391" y="7997"/>
                  </a:lnTo>
                  <a:lnTo>
                    <a:pt x="10267" y="6362"/>
                  </a:lnTo>
                  <a:lnTo>
                    <a:pt x="11201" y="5941"/>
                  </a:lnTo>
                  <a:lnTo>
                    <a:pt x="11970" y="5974"/>
                  </a:lnTo>
                  <a:lnTo>
                    <a:pt x="12384" y="6486"/>
                  </a:lnTo>
                  <a:lnTo>
                    <a:pt x="12531" y="8185"/>
                  </a:lnTo>
                  <a:lnTo>
                    <a:pt x="12381" y="10280"/>
                  </a:lnTo>
                  <a:lnTo>
                    <a:pt x="12163" y="11425"/>
                  </a:lnTo>
                  <a:lnTo>
                    <a:pt x="12557" y="12261"/>
                  </a:lnTo>
                  <a:lnTo>
                    <a:pt x="14097" y="14278"/>
                  </a:lnTo>
                  <a:lnTo>
                    <a:pt x="14736" y="15402"/>
                  </a:lnTo>
                  <a:lnTo>
                    <a:pt x="14424" y="17345"/>
                  </a:lnTo>
                  <a:lnTo>
                    <a:pt x="15570" y="22090"/>
                  </a:lnTo>
                  <a:lnTo>
                    <a:pt x="15955" y="23942"/>
                  </a:lnTo>
                  <a:close/>
                </a:path>
              </a:pathLst>
            </a:custGeom>
            <a:solidFill>
              <a:srgbClr val="EDF5E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g186"/>
            <p:cNvSpPr/>
            <p:nvPr/>
          </p:nvSpPr>
          <p:spPr>
            <a:xfrm>
              <a:off x="3881650" y="2420030"/>
              <a:ext cx="851" cy="2061"/>
            </a:xfrm>
            <a:custGeom>
              <a:avLst/>
              <a:pathLst>
                <a:path w="851" h="2061">
                  <a:moveTo>
                    <a:pt x="123" y="1724"/>
                  </a:moveTo>
                  <a:lnTo>
                    <a:pt x="0" y="973"/>
                  </a:lnTo>
                  <a:lnTo>
                    <a:pt x="30" y="187"/>
                  </a:lnTo>
                  <a:lnTo>
                    <a:pt x="432" y="0"/>
                  </a:lnTo>
                  <a:lnTo>
                    <a:pt x="758" y="224"/>
                  </a:lnTo>
                  <a:lnTo>
                    <a:pt x="851" y="937"/>
                  </a:lnTo>
                  <a:lnTo>
                    <a:pt x="789" y="1724"/>
                  </a:lnTo>
                  <a:lnTo>
                    <a:pt x="526" y="2061"/>
                  </a:lnTo>
                  <a:close/>
                </a:path>
              </a:pathLst>
            </a:custGeom>
            <a:solidFill>
              <a:srgbClr val="EDF5E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g187"/>
            <p:cNvSpPr/>
            <p:nvPr/>
          </p:nvSpPr>
          <p:spPr>
            <a:xfrm>
              <a:off x="3882168" y="2396232"/>
              <a:ext cx="65378" cy="103192"/>
            </a:xfrm>
            <a:custGeom>
              <a:avLst/>
              <a:pathLst>
                <a:path w="65378" h="103192">
                  <a:moveTo>
                    <a:pt x="43526" y="1373"/>
                  </a:moveTo>
                  <a:lnTo>
                    <a:pt x="44645" y="3083"/>
                  </a:lnTo>
                  <a:lnTo>
                    <a:pt x="46586" y="7723"/>
                  </a:lnTo>
                  <a:lnTo>
                    <a:pt x="49352" y="15276"/>
                  </a:lnTo>
                  <a:lnTo>
                    <a:pt x="50031" y="17412"/>
                  </a:lnTo>
                  <a:lnTo>
                    <a:pt x="50478" y="19892"/>
                  </a:lnTo>
                  <a:lnTo>
                    <a:pt x="50861" y="22896"/>
                  </a:lnTo>
                  <a:lnTo>
                    <a:pt x="51492" y="25552"/>
                  </a:lnTo>
                  <a:lnTo>
                    <a:pt x="54298" y="32241"/>
                  </a:lnTo>
                  <a:lnTo>
                    <a:pt x="55510" y="34710"/>
                  </a:lnTo>
                  <a:lnTo>
                    <a:pt x="57487" y="37907"/>
                  </a:lnTo>
                  <a:lnTo>
                    <a:pt x="58189" y="38620"/>
                  </a:lnTo>
                  <a:lnTo>
                    <a:pt x="59112" y="38820"/>
                  </a:lnTo>
                  <a:lnTo>
                    <a:pt x="60805" y="38832"/>
                  </a:lnTo>
                  <a:lnTo>
                    <a:pt x="62371" y="40081"/>
                  </a:lnTo>
                  <a:lnTo>
                    <a:pt x="63143" y="40960"/>
                  </a:lnTo>
                  <a:lnTo>
                    <a:pt x="63942" y="42231"/>
                  </a:lnTo>
                  <a:lnTo>
                    <a:pt x="64658" y="43695"/>
                  </a:lnTo>
                  <a:lnTo>
                    <a:pt x="65378" y="47617"/>
                  </a:lnTo>
                  <a:lnTo>
                    <a:pt x="62664" y="46324"/>
                  </a:lnTo>
                  <a:lnTo>
                    <a:pt x="59930" y="46526"/>
                  </a:lnTo>
                  <a:lnTo>
                    <a:pt x="58384" y="47369"/>
                  </a:lnTo>
                  <a:lnTo>
                    <a:pt x="56885" y="48517"/>
                  </a:lnTo>
                  <a:lnTo>
                    <a:pt x="55449" y="50139"/>
                  </a:lnTo>
                  <a:lnTo>
                    <a:pt x="54549" y="53298"/>
                  </a:lnTo>
                  <a:lnTo>
                    <a:pt x="53791" y="60608"/>
                  </a:lnTo>
                  <a:lnTo>
                    <a:pt x="52685" y="67449"/>
                  </a:lnTo>
                  <a:lnTo>
                    <a:pt x="52724" y="70614"/>
                  </a:lnTo>
                  <a:lnTo>
                    <a:pt x="53209" y="73653"/>
                  </a:lnTo>
                  <a:lnTo>
                    <a:pt x="53153" y="75096"/>
                  </a:lnTo>
                  <a:lnTo>
                    <a:pt x="52646" y="75706"/>
                  </a:lnTo>
                  <a:lnTo>
                    <a:pt x="52014" y="76999"/>
                  </a:lnTo>
                  <a:lnTo>
                    <a:pt x="51167" y="83278"/>
                  </a:lnTo>
                  <a:lnTo>
                    <a:pt x="50747" y="84530"/>
                  </a:lnTo>
                  <a:lnTo>
                    <a:pt x="50206" y="85309"/>
                  </a:lnTo>
                  <a:lnTo>
                    <a:pt x="50056" y="84566"/>
                  </a:lnTo>
                  <a:lnTo>
                    <a:pt x="50088" y="82922"/>
                  </a:lnTo>
                  <a:lnTo>
                    <a:pt x="48896" y="81466"/>
                  </a:lnTo>
                  <a:lnTo>
                    <a:pt x="48265" y="83098"/>
                  </a:lnTo>
                  <a:lnTo>
                    <a:pt x="47832" y="86555"/>
                  </a:lnTo>
                  <a:lnTo>
                    <a:pt x="46958" y="90188"/>
                  </a:lnTo>
                  <a:lnTo>
                    <a:pt x="46914" y="90882"/>
                  </a:lnTo>
                  <a:lnTo>
                    <a:pt x="47132" y="102105"/>
                  </a:lnTo>
                  <a:lnTo>
                    <a:pt x="46786" y="102053"/>
                  </a:lnTo>
                  <a:lnTo>
                    <a:pt x="44290" y="103192"/>
                  </a:lnTo>
                  <a:lnTo>
                    <a:pt x="43768" y="102827"/>
                  </a:lnTo>
                  <a:lnTo>
                    <a:pt x="41631" y="97651"/>
                  </a:lnTo>
                  <a:lnTo>
                    <a:pt x="41191" y="97078"/>
                  </a:lnTo>
                  <a:lnTo>
                    <a:pt x="40269" y="96846"/>
                  </a:lnTo>
                  <a:lnTo>
                    <a:pt x="39729" y="95995"/>
                  </a:lnTo>
                  <a:lnTo>
                    <a:pt x="39289" y="94608"/>
                  </a:lnTo>
                  <a:lnTo>
                    <a:pt x="39039" y="93577"/>
                  </a:lnTo>
                  <a:lnTo>
                    <a:pt x="36828" y="90772"/>
                  </a:lnTo>
                  <a:lnTo>
                    <a:pt x="36502" y="89746"/>
                  </a:lnTo>
                  <a:lnTo>
                    <a:pt x="36455" y="88844"/>
                  </a:lnTo>
                  <a:lnTo>
                    <a:pt x="36780" y="88031"/>
                  </a:lnTo>
                  <a:lnTo>
                    <a:pt x="37155" y="87345"/>
                  </a:lnTo>
                  <a:lnTo>
                    <a:pt x="38233" y="86647"/>
                  </a:lnTo>
                  <a:lnTo>
                    <a:pt x="39494" y="86047"/>
                  </a:lnTo>
                  <a:lnTo>
                    <a:pt x="39897" y="85614"/>
                  </a:lnTo>
                  <a:lnTo>
                    <a:pt x="40104" y="84868"/>
                  </a:lnTo>
                  <a:lnTo>
                    <a:pt x="40091" y="83673"/>
                  </a:lnTo>
                  <a:lnTo>
                    <a:pt x="39885" y="82496"/>
                  </a:lnTo>
                  <a:lnTo>
                    <a:pt x="38074" y="80353"/>
                  </a:lnTo>
                  <a:lnTo>
                    <a:pt x="37875" y="79431"/>
                  </a:lnTo>
                  <a:lnTo>
                    <a:pt x="37817" y="78300"/>
                  </a:lnTo>
                  <a:lnTo>
                    <a:pt x="37920" y="77118"/>
                  </a:lnTo>
                  <a:lnTo>
                    <a:pt x="38202" y="76195"/>
                  </a:lnTo>
                  <a:lnTo>
                    <a:pt x="39679" y="74936"/>
                  </a:lnTo>
                  <a:lnTo>
                    <a:pt x="40471" y="73633"/>
                  </a:lnTo>
                  <a:lnTo>
                    <a:pt x="39978" y="72177"/>
                  </a:lnTo>
                  <a:lnTo>
                    <a:pt x="38386" y="68861"/>
                  </a:lnTo>
                  <a:lnTo>
                    <a:pt x="36495" y="65215"/>
                  </a:lnTo>
                  <a:lnTo>
                    <a:pt x="35232" y="65182"/>
                  </a:lnTo>
                  <a:lnTo>
                    <a:pt x="33776" y="66260"/>
                  </a:lnTo>
                  <a:lnTo>
                    <a:pt x="31448" y="69369"/>
                  </a:lnTo>
                  <a:lnTo>
                    <a:pt x="30161" y="70699"/>
                  </a:lnTo>
                  <a:lnTo>
                    <a:pt x="28482" y="72900"/>
                  </a:lnTo>
                  <a:lnTo>
                    <a:pt x="26653" y="75350"/>
                  </a:lnTo>
                  <a:lnTo>
                    <a:pt x="25155" y="77952"/>
                  </a:lnTo>
                  <a:lnTo>
                    <a:pt x="24222" y="80101"/>
                  </a:lnTo>
                  <a:lnTo>
                    <a:pt x="22560" y="81039"/>
                  </a:lnTo>
                  <a:lnTo>
                    <a:pt x="21715" y="82842"/>
                  </a:lnTo>
                  <a:lnTo>
                    <a:pt x="18931" y="88250"/>
                  </a:lnTo>
                  <a:lnTo>
                    <a:pt x="18149" y="88182"/>
                  </a:lnTo>
                  <a:lnTo>
                    <a:pt x="18102" y="85500"/>
                  </a:lnTo>
                  <a:lnTo>
                    <a:pt x="18140" y="83373"/>
                  </a:lnTo>
                  <a:lnTo>
                    <a:pt x="17964" y="82148"/>
                  </a:lnTo>
                  <a:lnTo>
                    <a:pt x="17063" y="80470"/>
                  </a:lnTo>
                  <a:lnTo>
                    <a:pt x="17049" y="79746"/>
                  </a:lnTo>
                  <a:lnTo>
                    <a:pt x="17292" y="79297"/>
                  </a:lnTo>
                  <a:lnTo>
                    <a:pt x="17985" y="79568"/>
                  </a:lnTo>
                  <a:lnTo>
                    <a:pt x="18873" y="79473"/>
                  </a:lnTo>
                  <a:lnTo>
                    <a:pt x="19297" y="78815"/>
                  </a:lnTo>
                  <a:lnTo>
                    <a:pt x="18345" y="76603"/>
                  </a:lnTo>
                  <a:lnTo>
                    <a:pt x="17500" y="75126"/>
                  </a:lnTo>
                  <a:lnTo>
                    <a:pt x="16782" y="74129"/>
                  </a:lnTo>
                  <a:lnTo>
                    <a:pt x="16621" y="73532"/>
                  </a:lnTo>
                  <a:lnTo>
                    <a:pt x="16620" y="73109"/>
                  </a:lnTo>
                  <a:lnTo>
                    <a:pt x="16772" y="72604"/>
                  </a:lnTo>
                  <a:lnTo>
                    <a:pt x="17997" y="71386"/>
                  </a:lnTo>
                  <a:lnTo>
                    <a:pt x="18118" y="70271"/>
                  </a:lnTo>
                  <a:lnTo>
                    <a:pt x="18038" y="69020"/>
                  </a:lnTo>
                  <a:lnTo>
                    <a:pt x="16090" y="67180"/>
                  </a:lnTo>
                  <a:lnTo>
                    <a:pt x="14632" y="67858"/>
                  </a:lnTo>
                  <a:lnTo>
                    <a:pt x="13326" y="65791"/>
                  </a:lnTo>
                  <a:lnTo>
                    <a:pt x="12485" y="64192"/>
                  </a:lnTo>
                  <a:lnTo>
                    <a:pt x="11438" y="62478"/>
                  </a:lnTo>
                  <a:lnTo>
                    <a:pt x="10503" y="61539"/>
                  </a:lnTo>
                  <a:lnTo>
                    <a:pt x="9606" y="59389"/>
                  </a:lnTo>
                  <a:lnTo>
                    <a:pt x="8049" y="57170"/>
                  </a:lnTo>
                  <a:lnTo>
                    <a:pt x="7049" y="56540"/>
                  </a:lnTo>
                  <a:lnTo>
                    <a:pt x="7063" y="56200"/>
                  </a:lnTo>
                  <a:lnTo>
                    <a:pt x="7246" y="55792"/>
                  </a:lnTo>
                  <a:lnTo>
                    <a:pt x="7663" y="55456"/>
                  </a:lnTo>
                  <a:lnTo>
                    <a:pt x="10441" y="55542"/>
                  </a:lnTo>
                  <a:lnTo>
                    <a:pt x="10780" y="55141"/>
                  </a:lnTo>
                  <a:lnTo>
                    <a:pt x="10953" y="54189"/>
                  </a:lnTo>
                  <a:lnTo>
                    <a:pt x="11332" y="52782"/>
                  </a:lnTo>
                  <a:lnTo>
                    <a:pt x="11775" y="50710"/>
                  </a:lnTo>
                  <a:lnTo>
                    <a:pt x="11739" y="48968"/>
                  </a:lnTo>
                  <a:lnTo>
                    <a:pt x="8949" y="46151"/>
                  </a:lnTo>
                  <a:lnTo>
                    <a:pt x="6924" y="43558"/>
                  </a:lnTo>
                  <a:lnTo>
                    <a:pt x="5521" y="40145"/>
                  </a:lnTo>
                  <a:lnTo>
                    <a:pt x="4567" y="37021"/>
                  </a:lnTo>
                  <a:lnTo>
                    <a:pt x="4601" y="35972"/>
                  </a:lnTo>
                  <a:lnTo>
                    <a:pt x="4874" y="34981"/>
                  </a:lnTo>
                  <a:lnTo>
                    <a:pt x="7044" y="32104"/>
                  </a:lnTo>
                  <a:lnTo>
                    <a:pt x="7190" y="31358"/>
                  </a:lnTo>
                  <a:lnTo>
                    <a:pt x="7143" y="30850"/>
                  </a:lnTo>
                  <a:lnTo>
                    <a:pt x="6369" y="29378"/>
                  </a:lnTo>
                  <a:lnTo>
                    <a:pt x="5397" y="27863"/>
                  </a:lnTo>
                  <a:lnTo>
                    <a:pt x="5091" y="26749"/>
                  </a:lnTo>
                  <a:lnTo>
                    <a:pt x="4479" y="26182"/>
                  </a:lnTo>
                  <a:lnTo>
                    <a:pt x="3315" y="26142"/>
                  </a:lnTo>
                  <a:lnTo>
                    <a:pt x="1275" y="24278"/>
                  </a:lnTo>
                  <a:lnTo>
                    <a:pt x="842" y="24093"/>
                  </a:lnTo>
                  <a:lnTo>
                    <a:pt x="746" y="23722"/>
                  </a:lnTo>
                  <a:lnTo>
                    <a:pt x="845" y="23347"/>
                  </a:lnTo>
                  <a:lnTo>
                    <a:pt x="2301" y="22593"/>
                  </a:lnTo>
                  <a:lnTo>
                    <a:pt x="2281" y="21971"/>
                  </a:lnTo>
                  <a:lnTo>
                    <a:pt x="1840" y="21151"/>
                  </a:lnTo>
                  <a:lnTo>
                    <a:pt x="1016" y="20551"/>
                  </a:lnTo>
                  <a:lnTo>
                    <a:pt x="263" y="19067"/>
                  </a:lnTo>
                  <a:lnTo>
                    <a:pt x="0" y="17729"/>
                  </a:lnTo>
                  <a:lnTo>
                    <a:pt x="2630" y="13822"/>
                  </a:lnTo>
                  <a:lnTo>
                    <a:pt x="3407" y="13043"/>
                  </a:lnTo>
                  <a:lnTo>
                    <a:pt x="5129" y="13760"/>
                  </a:lnTo>
                  <a:lnTo>
                    <a:pt x="8704" y="16350"/>
                  </a:lnTo>
                  <a:lnTo>
                    <a:pt x="8462" y="17787"/>
                  </a:lnTo>
                  <a:lnTo>
                    <a:pt x="8825" y="18596"/>
                  </a:lnTo>
                  <a:lnTo>
                    <a:pt x="9645" y="19696"/>
                  </a:lnTo>
                  <a:lnTo>
                    <a:pt x="11219" y="20809"/>
                  </a:lnTo>
                  <a:lnTo>
                    <a:pt x="12551" y="21384"/>
                  </a:lnTo>
                  <a:lnTo>
                    <a:pt x="13225" y="20895"/>
                  </a:lnTo>
                  <a:lnTo>
                    <a:pt x="14250" y="20481"/>
                  </a:lnTo>
                  <a:lnTo>
                    <a:pt x="15582" y="21763"/>
                  </a:lnTo>
                  <a:lnTo>
                    <a:pt x="16810" y="23392"/>
                  </a:lnTo>
                  <a:lnTo>
                    <a:pt x="17422" y="24050"/>
                  </a:lnTo>
                  <a:lnTo>
                    <a:pt x="17751" y="24252"/>
                  </a:lnTo>
                  <a:lnTo>
                    <a:pt x="18683" y="23710"/>
                  </a:lnTo>
                  <a:lnTo>
                    <a:pt x="19804" y="21609"/>
                  </a:lnTo>
                  <a:lnTo>
                    <a:pt x="20243" y="19072"/>
                  </a:lnTo>
                  <a:lnTo>
                    <a:pt x="20367" y="17852"/>
                  </a:lnTo>
                  <a:lnTo>
                    <a:pt x="19713" y="16169"/>
                  </a:lnTo>
                  <a:lnTo>
                    <a:pt x="18371" y="14343"/>
                  </a:lnTo>
                  <a:lnTo>
                    <a:pt x="16862" y="12738"/>
                  </a:lnTo>
                  <a:lnTo>
                    <a:pt x="15893" y="11324"/>
                  </a:lnTo>
                  <a:lnTo>
                    <a:pt x="15274" y="8534"/>
                  </a:lnTo>
                  <a:lnTo>
                    <a:pt x="14650" y="8225"/>
                  </a:lnTo>
                  <a:lnTo>
                    <a:pt x="14492" y="7863"/>
                  </a:lnTo>
                  <a:lnTo>
                    <a:pt x="14390" y="6911"/>
                  </a:lnTo>
                  <a:lnTo>
                    <a:pt x="14416" y="5579"/>
                  </a:lnTo>
                  <a:lnTo>
                    <a:pt x="14630" y="4553"/>
                  </a:lnTo>
                  <a:lnTo>
                    <a:pt x="15239" y="4113"/>
                  </a:lnTo>
                  <a:lnTo>
                    <a:pt x="15857" y="3956"/>
                  </a:lnTo>
                  <a:lnTo>
                    <a:pt x="16414" y="2978"/>
                  </a:lnTo>
                  <a:lnTo>
                    <a:pt x="17112" y="1060"/>
                  </a:lnTo>
                  <a:lnTo>
                    <a:pt x="17409" y="0"/>
                  </a:lnTo>
                  <a:lnTo>
                    <a:pt x="18723" y="607"/>
                  </a:lnTo>
                  <a:lnTo>
                    <a:pt x="18899" y="2324"/>
                  </a:lnTo>
                  <a:lnTo>
                    <a:pt x="19132" y="2685"/>
                  </a:lnTo>
                  <a:lnTo>
                    <a:pt x="19678" y="2483"/>
                  </a:lnTo>
                  <a:lnTo>
                    <a:pt x="20583" y="1761"/>
                  </a:lnTo>
                  <a:lnTo>
                    <a:pt x="21302" y="2315"/>
                  </a:lnTo>
                  <a:lnTo>
                    <a:pt x="22232" y="4360"/>
                  </a:lnTo>
                  <a:lnTo>
                    <a:pt x="23515" y="6517"/>
                  </a:lnTo>
                  <a:lnTo>
                    <a:pt x="24209" y="7965"/>
                  </a:lnTo>
                  <a:lnTo>
                    <a:pt x="24481" y="8967"/>
                  </a:lnTo>
                  <a:lnTo>
                    <a:pt x="25137" y="9936"/>
                  </a:lnTo>
                  <a:lnTo>
                    <a:pt x="26095" y="11078"/>
                  </a:lnTo>
                  <a:lnTo>
                    <a:pt x="26859" y="12864"/>
                  </a:lnTo>
                  <a:lnTo>
                    <a:pt x="27540" y="17016"/>
                  </a:lnTo>
                  <a:lnTo>
                    <a:pt x="28229" y="17981"/>
                  </a:lnTo>
                  <a:lnTo>
                    <a:pt x="30702" y="19558"/>
                  </a:lnTo>
                  <a:lnTo>
                    <a:pt x="31570" y="19882"/>
                  </a:lnTo>
                  <a:lnTo>
                    <a:pt x="33998" y="20439"/>
                  </a:lnTo>
                  <a:lnTo>
                    <a:pt x="34852" y="20040"/>
                  </a:lnTo>
                  <a:lnTo>
                    <a:pt x="36102" y="16458"/>
                  </a:lnTo>
                  <a:lnTo>
                    <a:pt x="37228" y="12773"/>
                  </a:lnTo>
                  <a:lnTo>
                    <a:pt x="38279" y="12002"/>
                  </a:lnTo>
                  <a:lnTo>
                    <a:pt x="40178" y="10222"/>
                  </a:lnTo>
                  <a:lnTo>
                    <a:pt x="41315" y="8541"/>
                  </a:lnTo>
                  <a:lnTo>
                    <a:pt x="41793" y="6726"/>
                  </a:lnTo>
                  <a:lnTo>
                    <a:pt x="42865" y="3298"/>
                  </a:lnTo>
                  <a:close/>
                </a:path>
              </a:pathLst>
            </a:custGeom>
            <a:solidFill>
              <a:srgbClr val="EDF5E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g188"/>
            <p:cNvSpPr/>
            <p:nvPr/>
          </p:nvSpPr>
          <p:spPr>
            <a:xfrm>
              <a:off x="3887986" y="2432463"/>
              <a:ext cx="1017" cy="1929"/>
            </a:xfrm>
            <a:custGeom>
              <a:avLst/>
              <a:pathLst>
                <a:path w="1017" h="1929">
                  <a:moveTo>
                    <a:pt x="896" y="1441"/>
                  </a:moveTo>
                  <a:lnTo>
                    <a:pt x="1017" y="463"/>
                  </a:lnTo>
                  <a:lnTo>
                    <a:pt x="674" y="24"/>
                  </a:lnTo>
                  <a:lnTo>
                    <a:pt x="313" y="0"/>
                  </a:lnTo>
                  <a:lnTo>
                    <a:pt x="0" y="487"/>
                  </a:lnTo>
                  <a:lnTo>
                    <a:pt x="0" y="1709"/>
                  </a:lnTo>
                  <a:lnTo>
                    <a:pt x="433" y="1929"/>
                  </a:lnTo>
                  <a:close/>
                </a:path>
              </a:pathLst>
            </a:custGeom>
            <a:solidFill>
              <a:srgbClr val="EDF5E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g189"/>
            <p:cNvSpPr/>
            <p:nvPr/>
          </p:nvSpPr>
          <p:spPr>
            <a:xfrm>
              <a:off x="3687328" y="3702417"/>
              <a:ext cx="21903" cy="63319"/>
            </a:xfrm>
            <a:custGeom>
              <a:avLst/>
              <a:pathLst>
                <a:path w="21903" h="63319">
                  <a:moveTo>
                    <a:pt x="18761" y="2574"/>
                  </a:moveTo>
                  <a:lnTo>
                    <a:pt x="18518" y="3347"/>
                  </a:lnTo>
                  <a:lnTo>
                    <a:pt x="17401" y="8879"/>
                  </a:lnTo>
                  <a:lnTo>
                    <a:pt x="17184" y="9710"/>
                  </a:lnTo>
                  <a:lnTo>
                    <a:pt x="17308" y="10220"/>
                  </a:lnTo>
                  <a:lnTo>
                    <a:pt x="17783" y="11268"/>
                  </a:lnTo>
                  <a:lnTo>
                    <a:pt x="17504" y="13008"/>
                  </a:lnTo>
                  <a:lnTo>
                    <a:pt x="17392" y="13475"/>
                  </a:lnTo>
                  <a:lnTo>
                    <a:pt x="17182" y="15100"/>
                  </a:lnTo>
                  <a:lnTo>
                    <a:pt x="17297" y="16592"/>
                  </a:lnTo>
                  <a:lnTo>
                    <a:pt x="17566" y="17143"/>
                  </a:lnTo>
                  <a:lnTo>
                    <a:pt x="18291" y="17865"/>
                  </a:lnTo>
                  <a:lnTo>
                    <a:pt x="19379" y="18387"/>
                  </a:lnTo>
                  <a:lnTo>
                    <a:pt x="20661" y="19628"/>
                  </a:lnTo>
                  <a:lnTo>
                    <a:pt x="21524" y="19853"/>
                  </a:lnTo>
                  <a:lnTo>
                    <a:pt x="21726" y="20747"/>
                  </a:lnTo>
                  <a:lnTo>
                    <a:pt x="21685" y="22349"/>
                  </a:lnTo>
                  <a:lnTo>
                    <a:pt x="21900" y="23740"/>
                  </a:lnTo>
                  <a:lnTo>
                    <a:pt x="21903" y="26227"/>
                  </a:lnTo>
                  <a:lnTo>
                    <a:pt x="21645" y="28414"/>
                  </a:lnTo>
                  <a:lnTo>
                    <a:pt x="20324" y="29442"/>
                  </a:lnTo>
                  <a:lnTo>
                    <a:pt x="19644" y="30564"/>
                  </a:lnTo>
                  <a:lnTo>
                    <a:pt x="19460" y="31127"/>
                  </a:lnTo>
                  <a:lnTo>
                    <a:pt x="19626" y="31785"/>
                  </a:lnTo>
                  <a:lnTo>
                    <a:pt x="19716" y="32671"/>
                  </a:lnTo>
                  <a:lnTo>
                    <a:pt x="18472" y="34852"/>
                  </a:lnTo>
                  <a:lnTo>
                    <a:pt x="17194" y="37701"/>
                  </a:lnTo>
                  <a:lnTo>
                    <a:pt x="16889" y="39622"/>
                  </a:lnTo>
                  <a:lnTo>
                    <a:pt x="16634" y="41893"/>
                  </a:lnTo>
                  <a:lnTo>
                    <a:pt x="16261" y="43342"/>
                  </a:lnTo>
                  <a:lnTo>
                    <a:pt x="15287" y="45431"/>
                  </a:lnTo>
                  <a:lnTo>
                    <a:pt x="14295" y="49638"/>
                  </a:lnTo>
                  <a:lnTo>
                    <a:pt x="13808" y="52371"/>
                  </a:lnTo>
                  <a:lnTo>
                    <a:pt x="11371" y="58930"/>
                  </a:lnTo>
                  <a:lnTo>
                    <a:pt x="9205" y="62203"/>
                  </a:lnTo>
                  <a:lnTo>
                    <a:pt x="8575" y="63319"/>
                  </a:lnTo>
                  <a:lnTo>
                    <a:pt x="4741" y="63126"/>
                  </a:lnTo>
                  <a:lnTo>
                    <a:pt x="4448" y="58705"/>
                  </a:lnTo>
                  <a:lnTo>
                    <a:pt x="3865" y="52668"/>
                  </a:lnTo>
                  <a:lnTo>
                    <a:pt x="2548" y="47214"/>
                  </a:lnTo>
                  <a:lnTo>
                    <a:pt x="2408" y="44938"/>
                  </a:lnTo>
                  <a:lnTo>
                    <a:pt x="2469" y="40540"/>
                  </a:lnTo>
                  <a:lnTo>
                    <a:pt x="2474" y="34356"/>
                  </a:lnTo>
                  <a:lnTo>
                    <a:pt x="2387" y="31035"/>
                  </a:lnTo>
                  <a:lnTo>
                    <a:pt x="2414" y="28611"/>
                  </a:lnTo>
                  <a:lnTo>
                    <a:pt x="2582" y="24398"/>
                  </a:lnTo>
                  <a:lnTo>
                    <a:pt x="2562" y="21881"/>
                  </a:lnTo>
                  <a:lnTo>
                    <a:pt x="1694" y="18978"/>
                  </a:lnTo>
                  <a:lnTo>
                    <a:pt x="616" y="15891"/>
                  </a:lnTo>
                  <a:lnTo>
                    <a:pt x="29" y="14379"/>
                  </a:lnTo>
                  <a:lnTo>
                    <a:pt x="0" y="13158"/>
                  </a:lnTo>
                  <a:lnTo>
                    <a:pt x="2" y="12033"/>
                  </a:lnTo>
                  <a:lnTo>
                    <a:pt x="176" y="10388"/>
                  </a:lnTo>
                  <a:lnTo>
                    <a:pt x="597" y="8555"/>
                  </a:lnTo>
                  <a:lnTo>
                    <a:pt x="1071" y="8353"/>
                  </a:lnTo>
                  <a:lnTo>
                    <a:pt x="2235" y="9081"/>
                  </a:lnTo>
                  <a:lnTo>
                    <a:pt x="3447" y="10639"/>
                  </a:lnTo>
                  <a:lnTo>
                    <a:pt x="4090" y="14139"/>
                  </a:lnTo>
                  <a:lnTo>
                    <a:pt x="4583" y="14644"/>
                  </a:lnTo>
                  <a:lnTo>
                    <a:pt x="5478" y="14638"/>
                  </a:lnTo>
                  <a:lnTo>
                    <a:pt x="7765" y="14177"/>
                  </a:lnTo>
                  <a:lnTo>
                    <a:pt x="8334" y="14234"/>
                  </a:lnTo>
                  <a:lnTo>
                    <a:pt x="9374" y="13398"/>
                  </a:lnTo>
                  <a:lnTo>
                    <a:pt x="10407" y="11920"/>
                  </a:lnTo>
                  <a:lnTo>
                    <a:pt x="10705" y="10391"/>
                  </a:lnTo>
                  <a:lnTo>
                    <a:pt x="10947" y="6963"/>
                  </a:lnTo>
                  <a:lnTo>
                    <a:pt x="11163" y="784"/>
                  </a:lnTo>
                  <a:lnTo>
                    <a:pt x="11690" y="712"/>
                  </a:lnTo>
                  <a:lnTo>
                    <a:pt x="13134" y="2911"/>
                  </a:lnTo>
                  <a:lnTo>
                    <a:pt x="13444" y="3061"/>
                  </a:lnTo>
                  <a:lnTo>
                    <a:pt x="13748" y="2983"/>
                  </a:lnTo>
                  <a:lnTo>
                    <a:pt x="14248" y="1892"/>
                  </a:lnTo>
                  <a:lnTo>
                    <a:pt x="14863" y="1007"/>
                  </a:lnTo>
                  <a:lnTo>
                    <a:pt x="15317" y="1030"/>
                  </a:lnTo>
                  <a:lnTo>
                    <a:pt x="16993" y="0"/>
                  </a:lnTo>
                  <a:lnTo>
                    <a:pt x="17891" y="1864"/>
                  </a:lnTo>
                  <a:lnTo>
                    <a:pt x="18460" y="2441"/>
                  </a:lnTo>
                  <a:close/>
                </a:path>
              </a:pathLst>
            </a:custGeom>
            <a:solidFill>
              <a:srgbClr val="B3D4A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g190"/>
            <p:cNvSpPr/>
            <p:nvPr/>
          </p:nvSpPr>
          <p:spPr>
            <a:xfrm>
              <a:off x="3364498" y="2112557"/>
              <a:ext cx="46793" cy="58513"/>
            </a:xfrm>
            <a:custGeom>
              <a:avLst/>
              <a:pathLst>
                <a:path w="46793" h="58513">
                  <a:moveTo>
                    <a:pt x="42277" y="21886"/>
                  </a:moveTo>
                  <a:lnTo>
                    <a:pt x="42424" y="22424"/>
                  </a:lnTo>
                  <a:lnTo>
                    <a:pt x="43807" y="23989"/>
                  </a:lnTo>
                  <a:lnTo>
                    <a:pt x="44234" y="25230"/>
                  </a:lnTo>
                  <a:lnTo>
                    <a:pt x="45227" y="26429"/>
                  </a:lnTo>
                  <a:lnTo>
                    <a:pt x="44404" y="27946"/>
                  </a:lnTo>
                  <a:lnTo>
                    <a:pt x="44529" y="28621"/>
                  </a:lnTo>
                  <a:lnTo>
                    <a:pt x="44826" y="29312"/>
                  </a:lnTo>
                  <a:lnTo>
                    <a:pt x="45946" y="29714"/>
                  </a:lnTo>
                  <a:lnTo>
                    <a:pt x="46506" y="30711"/>
                  </a:lnTo>
                  <a:lnTo>
                    <a:pt x="46539" y="32234"/>
                  </a:lnTo>
                  <a:lnTo>
                    <a:pt x="46793" y="34718"/>
                  </a:lnTo>
                  <a:lnTo>
                    <a:pt x="44485" y="37185"/>
                  </a:lnTo>
                  <a:lnTo>
                    <a:pt x="43829" y="39943"/>
                  </a:lnTo>
                  <a:lnTo>
                    <a:pt x="43693" y="40403"/>
                  </a:lnTo>
                  <a:lnTo>
                    <a:pt x="43437" y="39492"/>
                  </a:lnTo>
                  <a:lnTo>
                    <a:pt x="43019" y="39501"/>
                  </a:lnTo>
                  <a:lnTo>
                    <a:pt x="42062" y="39120"/>
                  </a:lnTo>
                  <a:lnTo>
                    <a:pt x="40729" y="41613"/>
                  </a:lnTo>
                  <a:lnTo>
                    <a:pt x="40126" y="43685"/>
                  </a:lnTo>
                  <a:lnTo>
                    <a:pt x="39769" y="45206"/>
                  </a:lnTo>
                  <a:lnTo>
                    <a:pt x="39232" y="46435"/>
                  </a:lnTo>
                  <a:lnTo>
                    <a:pt x="39125" y="47735"/>
                  </a:lnTo>
                  <a:lnTo>
                    <a:pt x="39193" y="48281"/>
                  </a:lnTo>
                  <a:lnTo>
                    <a:pt x="39009" y="48985"/>
                  </a:lnTo>
                  <a:lnTo>
                    <a:pt x="39000" y="49725"/>
                  </a:lnTo>
                  <a:lnTo>
                    <a:pt x="39767" y="51185"/>
                  </a:lnTo>
                  <a:lnTo>
                    <a:pt x="39959" y="51974"/>
                  </a:lnTo>
                  <a:lnTo>
                    <a:pt x="40893" y="54557"/>
                  </a:lnTo>
                  <a:lnTo>
                    <a:pt x="40603" y="55501"/>
                  </a:lnTo>
                  <a:lnTo>
                    <a:pt x="40372" y="56521"/>
                  </a:lnTo>
                  <a:lnTo>
                    <a:pt x="40102" y="57245"/>
                  </a:lnTo>
                  <a:lnTo>
                    <a:pt x="39789" y="57704"/>
                  </a:lnTo>
                  <a:lnTo>
                    <a:pt x="38822" y="57676"/>
                  </a:lnTo>
                  <a:lnTo>
                    <a:pt x="37599" y="58001"/>
                  </a:lnTo>
                  <a:lnTo>
                    <a:pt x="36774" y="58509"/>
                  </a:lnTo>
                  <a:lnTo>
                    <a:pt x="36347" y="58513"/>
                  </a:lnTo>
                  <a:lnTo>
                    <a:pt x="35461" y="57225"/>
                  </a:lnTo>
                  <a:lnTo>
                    <a:pt x="34472" y="55294"/>
                  </a:lnTo>
                  <a:lnTo>
                    <a:pt x="33844" y="54374"/>
                  </a:lnTo>
                  <a:lnTo>
                    <a:pt x="33562" y="53577"/>
                  </a:lnTo>
                  <a:lnTo>
                    <a:pt x="32785" y="53243"/>
                  </a:lnTo>
                  <a:lnTo>
                    <a:pt x="31677" y="52290"/>
                  </a:lnTo>
                  <a:lnTo>
                    <a:pt x="30908" y="51254"/>
                  </a:lnTo>
                  <a:lnTo>
                    <a:pt x="30249" y="50609"/>
                  </a:lnTo>
                  <a:lnTo>
                    <a:pt x="29318" y="50288"/>
                  </a:lnTo>
                  <a:lnTo>
                    <a:pt x="28550" y="50321"/>
                  </a:lnTo>
                  <a:lnTo>
                    <a:pt x="28325" y="48578"/>
                  </a:lnTo>
                  <a:lnTo>
                    <a:pt x="28232" y="46587"/>
                  </a:lnTo>
                  <a:lnTo>
                    <a:pt x="27605" y="45255"/>
                  </a:lnTo>
                  <a:lnTo>
                    <a:pt x="28465" y="40045"/>
                  </a:lnTo>
                  <a:lnTo>
                    <a:pt x="27954" y="39534"/>
                  </a:lnTo>
                  <a:lnTo>
                    <a:pt x="27396" y="39951"/>
                  </a:lnTo>
                  <a:lnTo>
                    <a:pt x="26589" y="41192"/>
                  </a:lnTo>
                  <a:lnTo>
                    <a:pt x="26204" y="42675"/>
                  </a:lnTo>
                  <a:lnTo>
                    <a:pt x="25973" y="43988"/>
                  </a:lnTo>
                  <a:lnTo>
                    <a:pt x="24619" y="45235"/>
                  </a:lnTo>
                  <a:lnTo>
                    <a:pt x="22471" y="45687"/>
                  </a:lnTo>
                  <a:lnTo>
                    <a:pt x="20123" y="45235"/>
                  </a:lnTo>
                  <a:lnTo>
                    <a:pt x="19797" y="44900"/>
                  </a:lnTo>
                  <a:lnTo>
                    <a:pt x="19647" y="44519"/>
                  </a:lnTo>
                  <a:lnTo>
                    <a:pt x="19644" y="44060"/>
                  </a:lnTo>
                  <a:lnTo>
                    <a:pt x="19808" y="43355"/>
                  </a:lnTo>
                  <a:lnTo>
                    <a:pt x="20218" y="42499"/>
                  </a:lnTo>
                  <a:lnTo>
                    <a:pt x="20319" y="41279"/>
                  </a:lnTo>
                  <a:lnTo>
                    <a:pt x="19899" y="40223"/>
                  </a:lnTo>
                  <a:lnTo>
                    <a:pt x="19625" y="39811"/>
                  </a:lnTo>
                  <a:lnTo>
                    <a:pt x="19734" y="38788"/>
                  </a:lnTo>
                  <a:lnTo>
                    <a:pt x="20044" y="37507"/>
                  </a:lnTo>
                  <a:lnTo>
                    <a:pt x="20105" y="36777"/>
                  </a:lnTo>
                  <a:lnTo>
                    <a:pt x="18515" y="34565"/>
                  </a:lnTo>
                  <a:lnTo>
                    <a:pt x="17364" y="34134"/>
                  </a:lnTo>
                  <a:lnTo>
                    <a:pt x="16248" y="34056"/>
                  </a:lnTo>
                  <a:lnTo>
                    <a:pt x="15400" y="33808"/>
                  </a:lnTo>
                  <a:lnTo>
                    <a:pt x="14906" y="33910"/>
                  </a:lnTo>
                  <a:lnTo>
                    <a:pt x="14550" y="34555"/>
                  </a:lnTo>
                  <a:lnTo>
                    <a:pt x="14191" y="35017"/>
                  </a:lnTo>
                  <a:lnTo>
                    <a:pt x="13922" y="34463"/>
                  </a:lnTo>
                  <a:lnTo>
                    <a:pt x="13428" y="30547"/>
                  </a:lnTo>
                  <a:lnTo>
                    <a:pt x="13046" y="29955"/>
                  </a:lnTo>
                  <a:lnTo>
                    <a:pt x="11602" y="29302"/>
                  </a:lnTo>
                  <a:lnTo>
                    <a:pt x="9643" y="29068"/>
                  </a:lnTo>
                  <a:lnTo>
                    <a:pt x="9121" y="28354"/>
                  </a:lnTo>
                  <a:lnTo>
                    <a:pt x="8834" y="26592"/>
                  </a:lnTo>
                  <a:lnTo>
                    <a:pt x="8653" y="24471"/>
                  </a:lnTo>
                  <a:lnTo>
                    <a:pt x="8008" y="22440"/>
                  </a:lnTo>
                  <a:lnTo>
                    <a:pt x="7677" y="21930"/>
                  </a:lnTo>
                  <a:lnTo>
                    <a:pt x="7092" y="21029"/>
                  </a:lnTo>
                  <a:lnTo>
                    <a:pt x="6068" y="21399"/>
                  </a:lnTo>
                  <a:lnTo>
                    <a:pt x="4839" y="22577"/>
                  </a:lnTo>
                  <a:lnTo>
                    <a:pt x="4113" y="22903"/>
                  </a:lnTo>
                  <a:lnTo>
                    <a:pt x="3837" y="23028"/>
                  </a:lnTo>
                  <a:lnTo>
                    <a:pt x="2857" y="21880"/>
                  </a:lnTo>
                  <a:lnTo>
                    <a:pt x="1757" y="20084"/>
                  </a:lnTo>
                  <a:lnTo>
                    <a:pt x="875" y="18178"/>
                  </a:lnTo>
                  <a:lnTo>
                    <a:pt x="662" y="17118"/>
                  </a:lnTo>
                  <a:lnTo>
                    <a:pt x="933" y="15833"/>
                  </a:lnTo>
                  <a:lnTo>
                    <a:pt x="608" y="14849"/>
                  </a:lnTo>
                  <a:lnTo>
                    <a:pt x="135" y="13048"/>
                  </a:lnTo>
                  <a:lnTo>
                    <a:pt x="0" y="11642"/>
                  </a:lnTo>
                  <a:lnTo>
                    <a:pt x="5304" y="6668"/>
                  </a:lnTo>
                  <a:lnTo>
                    <a:pt x="8534" y="4122"/>
                  </a:lnTo>
                  <a:lnTo>
                    <a:pt x="10056" y="3351"/>
                  </a:lnTo>
                  <a:lnTo>
                    <a:pt x="10422" y="5909"/>
                  </a:lnTo>
                  <a:lnTo>
                    <a:pt x="10699" y="6722"/>
                  </a:lnTo>
                  <a:lnTo>
                    <a:pt x="11061" y="7250"/>
                  </a:lnTo>
                  <a:lnTo>
                    <a:pt x="11542" y="7354"/>
                  </a:lnTo>
                  <a:lnTo>
                    <a:pt x="12092" y="6722"/>
                  </a:lnTo>
                  <a:lnTo>
                    <a:pt x="12862" y="6055"/>
                  </a:lnTo>
                  <a:lnTo>
                    <a:pt x="14099" y="6365"/>
                  </a:lnTo>
                  <a:lnTo>
                    <a:pt x="14999" y="6981"/>
                  </a:lnTo>
                  <a:lnTo>
                    <a:pt x="15319" y="7620"/>
                  </a:lnTo>
                  <a:lnTo>
                    <a:pt x="15914" y="8229"/>
                  </a:lnTo>
                  <a:lnTo>
                    <a:pt x="16783" y="8375"/>
                  </a:lnTo>
                  <a:lnTo>
                    <a:pt x="18465" y="7211"/>
                  </a:lnTo>
                  <a:lnTo>
                    <a:pt x="20080" y="5437"/>
                  </a:lnTo>
                  <a:lnTo>
                    <a:pt x="20554" y="4207"/>
                  </a:lnTo>
                  <a:lnTo>
                    <a:pt x="20733" y="3091"/>
                  </a:lnTo>
                  <a:lnTo>
                    <a:pt x="21688" y="3829"/>
                  </a:lnTo>
                  <a:lnTo>
                    <a:pt x="22532" y="3992"/>
                  </a:lnTo>
                  <a:lnTo>
                    <a:pt x="22901" y="3664"/>
                  </a:lnTo>
                  <a:lnTo>
                    <a:pt x="22666" y="1877"/>
                  </a:lnTo>
                  <a:lnTo>
                    <a:pt x="23350" y="924"/>
                  </a:lnTo>
                  <a:lnTo>
                    <a:pt x="24112" y="484"/>
                  </a:lnTo>
                  <a:lnTo>
                    <a:pt x="24456" y="1256"/>
                  </a:lnTo>
                  <a:lnTo>
                    <a:pt x="25152" y="2044"/>
                  </a:lnTo>
                  <a:lnTo>
                    <a:pt x="25703" y="2050"/>
                  </a:lnTo>
                  <a:lnTo>
                    <a:pt x="27186" y="0"/>
                  </a:lnTo>
                  <a:lnTo>
                    <a:pt x="27534" y="405"/>
                  </a:lnTo>
                  <a:lnTo>
                    <a:pt x="27855" y="1134"/>
                  </a:lnTo>
                  <a:lnTo>
                    <a:pt x="27922" y="1722"/>
                  </a:lnTo>
                  <a:lnTo>
                    <a:pt x="27979" y="2335"/>
                  </a:lnTo>
                  <a:lnTo>
                    <a:pt x="28312" y="2595"/>
                  </a:lnTo>
                  <a:lnTo>
                    <a:pt x="29481" y="2462"/>
                  </a:lnTo>
                  <a:lnTo>
                    <a:pt x="30074" y="1351"/>
                  </a:lnTo>
                  <a:lnTo>
                    <a:pt x="30541" y="650"/>
                  </a:lnTo>
                  <a:lnTo>
                    <a:pt x="30889" y="1122"/>
                  </a:lnTo>
                  <a:lnTo>
                    <a:pt x="31059" y="2490"/>
                  </a:lnTo>
                  <a:lnTo>
                    <a:pt x="31382" y="4273"/>
                  </a:lnTo>
                  <a:lnTo>
                    <a:pt x="32774" y="6268"/>
                  </a:lnTo>
                  <a:lnTo>
                    <a:pt x="33952" y="6837"/>
                  </a:lnTo>
                  <a:lnTo>
                    <a:pt x="35402" y="6445"/>
                  </a:lnTo>
                  <a:lnTo>
                    <a:pt x="35976" y="6088"/>
                  </a:lnTo>
                  <a:lnTo>
                    <a:pt x="36365" y="6385"/>
                  </a:lnTo>
                  <a:lnTo>
                    <a:pt x="36750" y="7440"/>
                  </a:lnTo>
                  <a:lnTo>
                    <a:pt x="37583" y="8648"/>
                  </a:lnTo>
                  <a:lnTo>
                    <a:pt x="39333" y="9503"/>
                  </a:lnTo>
                  <a:lnTo>
                    <a:pt x="39871" y="9988"/>
                  </a:lnTo>
                  <a:lnTo>
                    <a:pt x="40245" y="10799"/>
                  </a:lnTo>
                  <a:lnTo>
                    <a:pt x="40136" y="11958"/>
                  </a:lnTo>
                  <a:lnTo>
                    <a:pt x="39302" y="14843"/>
                  </a:lnTo>
                  <a:lnTo>
                    <a:pt x="39193" y="15696"/>
                  </a:lnTo>
                  <a:lnTo>
                    <a:pt x="39304" y="15982"/>
                  </a:lnTo>
                  <a:lnTo>
                    <a:pt x="39141" y="16517"/>
                  </a:lnTo>
                  <a:lnTo>
                    <a:pt x="38056" y="18452"/>
                  </a:lnTo>
                  <a:lnTo>
                    <a:pt x="37957" y="19133"/>
                  </a:lnTo>
                  <a:lnTo>
                    <a:pt x="38319" y="20245"/>
                  </a:lnTo>
                  <a:lnTo>
                    <a:pt x="38617" y="21167"/>
                  </a:lnTo>
                  <a:lnTo>
                    <a:pt x="39269" y="21616"/>
                  </a:lnTo>
                  <a:lnTo>
                    <a:pt x="39882" y="21764"/>
                  </a:lnTo>
                  <a:lnTo>
                    <a:pt x="41041" y="21823"/>
                  </a:lnTo>
                  <a:close/>
                </a:path>
              </a:pathLst>
            </a:custGeom>
            <a:solidFill>
              <a:srgbClr val="92C188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g191"/>
            <p:cNvSpPr/>
            <p:nvPr/>
          </p:nvSpPr>
          <p:spPr>
            <a:xfrm>
              <a:off x="3343030" y="3268139"/>
              <a:ext cx="37428" cy="182230"/>
            </a:xfrm>
            <a:custGeom>
              <a:avLst/>
              <a:pathLst>
                <a:path w="37428" h="182230">
                  <a:moveTo>
                    <a:pt x="34514" y="20316"/>
                  </a:moveTo>
                  <a:lnTo>
                    <a:pt x="34008" y="22219"/>
                  </a:lnTo>
                  <a:lnTo>
                    <a:pt x="33236" y="26139"/>
                  </a:lnTo>
                  <a:lnTo>
                    <a:pt x="33203" y="29207"/>
                  </a:lnTo>
                  <a:lnTo>
                    <a:pt x="35044" y="35665"/>
                  </a:lnTo>
                  <a:lnTo>
                    <a:pt x="35256" y="36323"/>
                  </a:lnTo>
                  <a:lnTo>
                    <a:pt x="35732" y="37335"/>
                  </a:lnTo>
                  <a:lnTo>
                    <a:pt x="35989" y="38539"/>
                  </a:lnTo>
                  <a:lnTo>
                    <a:pt x="36205" y="41720"/>
                  </a:lnTo>
                  <a:lnTo>
                    <a:pt x="36336" y="45310"/>
                  </a:lnTo>
                  <a:lnTo>
                    <a:pt x="36481" y="47724"/>
                  </a:lnTo>
                  <a:lnTo>
                    <a:pt x="37369" y="51122"/>
                  </a:lnTo>
                  <a:lnTo>
                    <a:pt x="37428" y="52491"/>
                  </a:lnTo>
                  <a:lnTo>
                    <a:pt x="36810" y="57560"/>
                  </a:lnTo>
                  <a:lnTo>
                    <a:pt x="36663" y="58099"/>
                  </a:lnTo>
                  <a:lnTo>
                    <a:pt x="36502" y="58245"/>
                  </a:lnTo>
                  <a:lnTo>
                    <a:pt x="35548" y="57799"/>
                  </a:lnTo>
                  <a:lnTo>
                    <a:pt x="35138" y="58355"/>
                  </a:lnTo>
                  <a:lnTo>
                    <a:pt x="34620" y="60077"/>
                  </a:lnTo>
                  <a:lnTo>
                    <a:pt x="34301" y="61797"/>
                  </a:lnTo>
                  <a:lnTo>
                    <a:pt x="34284" y="62510"/>
                  </a:lnTo>
                  <a:lnTo>
                    <a:pt x="35129" y="65707"/>
                  </a:lnTo>
                  <a:lnTo>
                    <a:pt x="34595" y="70305"/>
                  </a:lnTo>
                  <a:lnTo>
                    <a:pt x="34049" y="73178"/>
                  </a:lnTo>
                  <a:lnTo>
                    <a:pt x="33068" y="74816"/>
                  </a:lnTo>
                  <a:lnTo>
                    <a:pt x="32191" y="75208"/>
                  </a:lnTo>
                  <a:lnTo>
                    <a:pt x="31578" y="75971"/>
                  </a:lnTo>
                  <a:lnTo>
                    <a:pt x="31221" y="76986"/>
                  </a:lnTo>
                  <a:lnTo>
                    <a:pt x="31273" y="80278"/>
                  </a:lnTo>
                  <a:lnTo>
                    <a:pt x="29981" y="83275"/>
                  </a:lnTo>
                  <a:lnTo>
                    <a:pt x="29264" y="85371"/>
                  </a:lnTo>
                  <a:lnTo>
                    <a:pt x="28917" y="86644"/>
                  </a:lnTo>
                  <a:lnTo>
                    <a:pt x="29062" y="90515"/>
                  </a:lnTo>
                  <a:lnTo>
                    <a:pt x="28604" y="94425"/>
                  </a:lnTo>
                  <a:lnTo>
                    <a:pt x="27805" y="97511"/>
                  </a:lnTo>
                  <a:lnTo>
                    <a:pt x="26015" y="98175"/>
                  </a:lnTo>
                  <a:lnTo>
                    <a:pt x="24513" y="98555"/>
                  </a:lnTo>
                  <a:lnTo>
                    <a:pt x="24003" y="106415"/>
                  </a:lnTo>
                  <a:lnTo>
                    <a:pt x="24024" y="111394"/>
                  </a:lnTo>
                  <a:lnTo>
                    <a:pt x="23890" y="116480"/>
                  </a:lnTo>
                  <a:lnTo>
                    <a:pt x="23640" y="118551"/>
                  </a:lnTo>
                  <a:lnTo>
                    <a:pt x="23742" y="121471"/>
                  </a:lnTo>
                  <a:lnTo>
                    <a:pt x="23630" y="128066"/>
                  </a:lnTo>
                  <a:lnTo>
                    <a:pt x="23431" y="133269"/>
                  </a:lnTo>
                  <a:lnTo>
                    <a:pt x="23696" y="134661"/>
                  </a:lnTo>
                  <a:lnTo>
                    <a:pt x="23850" y="137720"/>
                  </a:lnTo>
                  <a:lnTo>
                    <a:pt x="23837" y="140877"/>
                  </a:lnTo>
                  <a:lnTo>
                    <a:pt x="24223" y="143074"/>
                  </a:lnTo>
                  <a:lnTo>
                    <a:pt x="24639" y="144996"/>
                  </a:lnTo>
                  <a:lnTo>
                    <a:pt x="24625" y="145985"/>
                  </a:lnTo>
                  <a:lnTo>
                    <a:pt x="24404" y="146602"/>
                  </a:lnTo>
                  <a:lnTo>
                    <a:pt x="24217" y="147413"/>
                  </a:lnTo>
                  <a:lnTo>
                    <a:pt x="24218" y="154855"/>
                  </a:lnTo>
                  <a:lnTo>
                    <a:pt x="24293" y="157080"/>
                  </a:lnTo>
                  <a:lnTo>
                    <a:pt x="24183" y="158501"/>
                  </a:lnTo>
                  <a:lnTo>
                    <a:pt x="23862" y="159670"/>
                  </a:lnTo>
                  <a:lnTo>
                    <a:pt x="23988" y="163435"/>
                  </a:lnTo>
                  <a:lnTo>
                    <a:pt x="24247" y="165835"/>
                  </a:lnTo>
                  <a:lnTo>
                    <a:pt x="24511" y="167605"/>
                  </a:lnTo>
                  <a:lnTo>
                    <a:pt x="24256" y="169081"/>
                  </a:lnTo>
                  <a:lnTo>
                    <a:pt x="24036" y="171033"/>
                  </a:lnTo>
                  <a:lnTo>
                    <a:pt x="23699" y="175998"/>
                  </a:lnTo>
                  <a:lnTo>
                    <a:pt x="23680" y="177725"/>
                  </a:lnTo>
                  <a:lnTo>
                    <a:pt x="18567" y="178942"/>
                  </a:lnTo>
                  <a:lnTo>
                    <a:pt x="12854" y="180934"/>
                  </a:lnTo>
                  <a:lnTo>
                    <a:pt x="10472" y="182230"/>
                  </a:lnTo>
                  <a:lnTo>
                    <a:pt x="10329" y="181224"/>
                  </a:lnTo>
                  <a:lnTo>
                    <a:pt x="12364" y="179930"/>
                  </a:lnTo>
                  <a:lnTo>
                    <a:pt x="11940" y="176040"/>
                  </a:lnTo>
                  <a:lnTo>
                    <a:pt x="10674" y="171452"/>
                  </a:lnTo>
                  <a:lnTo>
                    <a:pt x="10178" y="170605"/>
                  </a:lnTo>
                  <a:lnTo>
                    <a:pt x="9922" y="168324"/>
                  </a:lnTo>
                  <a:lnTo>
                    <a:pt x="10231" y="166826"/>
                  </a:lnTo>
                  <a:lnTo>
                    <a:pt x="10084" y="165816"/>
                  </a:lnTo>
                  <a:lnTo>
                    <a:pt x="9977" y="162721"/>
                  </a:lnTo>
                  <a:lnTo>
                    <a:pt x="9354" y="159310"/>
                  </a:lnTo>
                  <a:lnTo>
                    <a:pt x="10497" y="159166"/>
                  </a:lnTo>
                  <a:lnTo>
                    <a:pt x="10497" y="148178"/>
                  </a:lnTo>
                  <a:lnTo>
                    <a:pt x="10495" y="137638"/>
                  </a:lnTo>
                  <a:lnTo>
                    <a:pt x="10495" y="128645"/>
                  </a:lnTo>
                  <a:lnTo>
                    <a:pt x="10495" y="121530"/>
                  </a:lnTo>
                  <a:lnTo>
                    <a:pt x="10277" y="113012"/>
                  </a:lnTo>
                  <a:lnTo>
                    <a:pt x="10242" y="106756"/>
                  </a:lnTo>
                  <a:lnTo>
                    <a:pt x="10198" y="98510"/>
                  </a:lnTo>
                  <a:lnTo>
                    <a:pt x="9785" y="95933"/>
                  </a:lnTo>
                  <a:lnTo>
                    <a:pt x="8054" y="91567"/>
                  </a:lnTo>
                  <a:lnTo>
                    <a:pt x="7584" y="89302"/>
                  </a:lnTo>
                  <a:lnTo>
                    <a:pt x="7501" y="86308"/>
                  </a:lnTo>
                  <a:lnTo>
                    <a:pt x="7113" y="83219"/>
                  </a:lnTo>
                  <a:lnTo>
                    <a:pt x="7089" y="77821"/>
                  </a:lnTo>
                  <a:lnTo>
                    <a:pt x="7062" y="71535"/>
                  </a:lnTo>
                  <a:lnTo>
                    <a:pt x="6906" y="70529"/>
                  </a:lnTo>
                  <a:lnTo>
                    <a:pt x="5030" y="67532"/>
                  </a:lnTo>
                  <a:lnTo>
                    <a:pt x="2375" y="63288"/>
                  </a:lnTo>
                  <a:lnTo>
                    <a:pt x="351" y="60051"/>
                  </a:lnTo>
                  <a:lnTo>
                    <a:pt x="202" y="59815"/>
                  </a:lnTo>
                  <a:lnTo>
                    <a:pt x="0" y="59014"/>
                  </a:lnTo>
                  <a:lnTo>
                    <a:pt x="293" y="49452"/>
                  </a:lnTo>
                  <a:lnTo>
                    <a:pt x="712" y="48201"/>
                  </a:lnTo>
                  <a:lnTo>
                    <a:pt x="1357" y="44267"/>
                  </a:lnTo>
                  <a:lnTo>
                    <a:pt x="1670" y="41090"/>
                  </a:lnTo>
                  <a:lnTo>
                    <a:pt x="1964" y="41103"/>
                  </a:lnTo>
                  <a:lnTo>
                    <a:pt x="2371" y="40070"/>
                  </a:lnTo>
                  <a:lnTo>
                    <a:pt x="2701" y="38556"/>
                  </a:lnTo>
                  <a:lnTo>
                    <a:pt x="3052" y="38878"/>
                  </a:lnTo>
                  <a:lnTo>
                    <a:pt x="3643" y="39171"/>
                  </a:lnTo>
                  <a:lnTo>
                    <a:pt x="3914" y="38634"/>
                  </a:lnTo>
                  <a:lnTo>
                    <a:pt x="3877" y="37462"/>
                  </a:lnTo>
                  <a:lnTo>
                    <a:pt x="4072" y="36271"/>
                  </a:lnTo>
                  <a:lnTo>
                    <a:pt x="4535" y="35738"/>
                  </a:lnTo>
                  <a:lnTo>
                    <a:pt x="4657" y="34673"/>
                  </a:lnTo>
                  <a:lnTo>
                    <a:pt x="4660" y="33447"/>
                  </a:lnTo>
                  <a:lnTo>
                    <a:pt x="5061" y="33127"/>
                  </a:lnTo>
                  <a:lnTo>
                    <a:pt x="5743" y="33177"/>
                  </a:lnTo>
                  <a:lnTo>
                    <a:pt x="6301" y="32795"/>
                  </a:lnTo>
                  <a:lnTo>
                    <a:pt x="6751" y="32166"/>
                  </a:lnTo>
                  <a:lnTo>
                    <a:pt x="7330" y="29694"/>
                  </a:lnTo>
                  <a:lnTo>
                    <a:pt x="7655" y="28834"/>
                  </a:lnTo>
                  <a:lnTo>
                    <a:pt x="7755" y="28223"/>
                  </a:lnTo>
                  <a:lnTo>
                    <a:pt x="8084" y="27679"/>
                  </a:lnTo>
                  <a:lnTo>
                    <a:pt x="8994" y="27429"/>
                  </a:lnTo>
                  <a:lnTo>
                    <a:pt x="9725" y="27620"/>
                  </a:lnTo>
                  <a:lnTo>
                    <a:pt x="10196" y="29052"/>
                  </a:lnTo>
                  <a:lnTo>
                    <a:pt x="13335" y="27790"/>
                  </a:lnTo>
                  <a:lnTo>
                    <a:pt x="14831" y="28527"/>
                  </a:lnTo>
                  <a:lnTo>
                    <a:pt x="17884" y="22300"/>
                  </a:lnTo>
                  <a:lnTo>
                    <a:pt x="18571" y="20465"/>
                  </a:lnTo>
                  <a:lnTo>
                    <a:pt x="19498" y="16067"/>
                  </a:lnTo>
                  <a:lnTo>
                    <a:pt x="19813" y="14383"/>
                  </a:lnTo>
                  <a:lnTo>
                    <a:pt x="20100" y="11362"/>
                  </a:lnTo>
                  <a:lnTo>
                    <a:pt x="19498" y="5774"/>
                  </a:lnTo>
                  <a:lnTo>
                    <a:pt x="19531" y="4784"/>
                  </a:lnTo>
                  <a:lnTo>
                    <a:pt x="20790" y="3576"/>
                  </a:lnTo>
                  <a:lnTo>
                    <a:pt x="22364" y="2644"/>
                  </a:lnTo>
                  <a:lnTo>
                    <a:pt x="22973" y="2572"/>
                  </a:lnTo>
                  <a:lnTo>
                    <a:pt x="23374" y="2099"/>
                  </a:lnTo>
                  <a:lnTo>
                    <a:pt x="23949" y="893"/>
                  </a:lnTo>
                  <a:lnTo>
                    <a:pt x="24885" y="0"/>
                  </a:lnTo>
                  <a:lnTo>
                    <a:pt x="25432" y="300"/>
                  </a:lnTo>
                  <a:lnTo>
                    <a:pt x="25772" y="476"/>
                  </a:lnTo>
                  <a:lnTo>
                    <a:pt x="29081" y="7853"/>
                  </a:lnTo>
                  <a:lnTo>
                    <a:pt x="30516" y="11581"/>
                  </a:lnTo>
                  <a:lnTo>
                    <a:pt x="30903" y="13494"/>
                  </a:lnTo>
                  <a:lnTo>
                    <a:pt x="31645" y="14874"/>
                  </a:lnTo>
                  <a:lnTo>
                    <a:pt x="32740" y="15716"/>
                  </a:lnTo>
                  <a:lnTo>
                    <a:pt x="33738" y="17622"/>
                  </a:lnTo>
                  <a:close/>
                </a:path>
              </a:pathLst>
            </a:custGeom>
            <a:solidFill>
              <a:srgbClr val="FFFBF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g192"/>
            <p:cNvSpPr/>
            <p:nvPr/>
          </p:nvSpPr>
          <p:spPr>
            <a:xfrm>
              <a:off x="3266410" y="3188533"/>
              <a:ext cx="96433" cy="167045"/>
            </a:xfrm>
            <a:custGeom>
              <a:avLst/>
              <a:pathLst>
                <a:path w="96433" h="167045">
                  <a:moveTo>
                    <a:pt x="69966" y="4917"/>
                  </a:moveTo>
                  <a:lnTo>
                    <a:pt x="69800" y="6289"/>
                  </a:lnTo>
                  <a:lnTo>
                    <a:pt x="69787" y="8719"/>
                  </a:lnTo>
                  <a:lnTo>
                    <a:pt x="69571" y="12556"/>
                  </a:lnTo>
                  <a:lnTo>
                    <a:pt x="69313" y="17158"/>
                  </a:lnTo>
                  <a:lnTo>
                    <a:pt x="70370" y="20136"/>
                  </a:lnTo>
                  <a:lnTo>
                    <a:pt x="71637" y="23339"/>
                  </a:lnTo>
                  <a:lnTo>
                    <a:pt x="71978" y="24587"/>
                  </a:lnTo>
                  <a:lnTo>
                    <a:pt x="71641" y="27742"/>
                  </a:lnTo>
                  <a:lnTo>
                    <a:pt x="71874" y="29593"/>
                  </a:lnTo>
                  <a:lnTo>
                    <a:pt x="72547" y="32674"/>
                  </a:lnTo>
                  <a:lnTo>
                    <a:pt x="73682" y="36585"/>
                  </a:lnTo>
                  <a:lnTo>
                    <a:pt x="74850" y="40614"/>
                  </a:lnTo>
                  <a:lnTo>
                    <a:pt x="75659" y="41146"/>
                  </a:lnTo>
                  <a:lnTo>
                    <a:pt x="76429" y="41468"/>
                  </a:lnTo>
                  <a:lnTo>
                    <a:pt x="76896" y="42191"/>
                  </a:lnTo>
                  <a:lnTo>
                    <a:pt x="77581" y="42889"/>
                  </a:lnTo>
                  <a:lnTo>
                    <a:pt x="78259" y="43346"/>
                  </a:lnTo>
                  <a:lnTo>
                    <a:pt x="78852" y="44226"/>
                  </a:lnTo>
                  <a:lnTo>
                    <a:pt x="79232" y="45089"/>
                  </a:lnTo>
                  <a:lnTo>
                    <a:pt x="79721" y="47574"/>
                  </a:lnTo>
                  <a:lnTo>
                    <a:pt x="81039" y="49214"/>
                  </a:lnTo>
                  <a:lnTo>
                    <a:pt x="81955" y="50835"/>
                  </a:lnTo>
                  <a:lnTo>
                    <a:pt x="81586" y="51660"/>
                  </a:lnTo>
                  <a:lnTo>
                    <a:pt x="80440" y="51329"/>
                  </a:lnTo>
                  <a:lnTo>
                    <a:pt x="79363" y="50618"/>
                  </a:lnTo>
                  <a:lnTo>
                    <a:pt x="79220" y="51810"/>
                  </a:lnTo>
                  <a:lnTo>
                    <a:pt x="79175" y="56365"/>
                  </a:lnTo>
                  <a:lnTo>
                    <a:pt x="79348" y="60161"/>
                  </a:lnTo>
                  <a:lnTo>
                    <a:pt x="79600" y="60666"/>
                  </a:lnTo>
                  <a:lnTo>
                    <a:pt x="80683" y="61366"/>
                  </a:lnTo>
                  <a:lnTo>
                    <a:pt x="83265" y="66296"/>
                  </a:lnTo>
                  <a:lnTo>
                    <a:pt x="85603" y="70959"/>
                  </a:lnTo>
                  <a:lnTo>
                    <a:pt x="86388" y="72173"/>
                  </a:lnTo>
                  <a:lnTo>
                    <a:pt x="87682" y="72633"/>
                  </a:lnTo>
                  <a:lnTo>
                    <a:pt x="89129" y="72826"/>
                  </a:lnTo>
                  <a:lnTo>
                    <a:pt x="89752" y="72395"/>
                  </a:lnTo>
                  <a:lnTo>
                    <a:pt x="91156" y="70044"/>
                  </a:lnTo>
                  <a:lnTo>
                    <a:pt x="91902" y="69785"/>
                  </a:lnTo>
                  <a:lnTo>
                    <a:pt x="92590" y="69851"/>
                  </a:lnTo>
                  <a:lnTo>
                    <a:pt x="92965" y="70226"/>
                  </a:lnTo>
                  <a:lnTo>
                    <a:pt x="93638" y="72142"/>
                  </a:lnTo>
                  <a:lnTo>
                    <a:pt x="94268" y="75038"/>
                  </a:lnTo>
                  <a:lnTo>
                    <a:pt x="94448" y="77176"/>
                  </a:lnTo>
                  <a:lnTo>
                    <a:pt x="94389" y="78323"/>
                  </a:lnTo>
                  <a:lnTo>
                    <a:pt x="94174" y="78756"/>
                  </a:lnTo>
                  <a:lnTo>
                    <a:pt x="93023" y="79310"/>
                  </a:lnTo>
                  <a:lnTo>
                    <a:pt x="92526" y="79744"/>
                  </a:lnTo>
                  <a:lnTo>
                    <a:pt x="92402" y="80371"/>
                  </a:lnTo>
                  <a:lnTo>
                    <a:pt x="92579" y="81806"/>
                  </a:lnTo>
                  <a:lnTo>
                    <a:pt x="92804" y="82734"/>
                  </a:lnTo>
                  <a:lnTo>
                    <a:pt x="94060" y="86915"/>
                  </a:lnTo>
                  <a:lnTo>
                    <a:pt x="95875" y="92544"/>
                  </a:lnTo>
                  <a:lnTo>
                    <a:pt x="96433" y="93989"/>
                  </a:lnTo>
                  <a:lnTo>
                    <a:pt x="96118" y="95673"/>
                  </a:lnTo>
                  <a:lnTo>
                    <a:pt x="95191" y="100071"/>
                  </a:lnTo>
                  <a:lnTo>
                    <a:pt x="94504" y="101906"/>
                  </a:lnTo>
                  <a:lnTo>
                    <a:pt x="91451" y="108133"/>
                  </a:lnTo>
                  <a:lnTo>
                    <a:pt x="89955" y="107396"/>
                  </a:lnTo>
                  <a:lnTo>
                    <a:pt x="86816" y="108659"/>
                  </a:lnTo>
                  <a:lnTo>
                    <a:pt x="86345" y="107226"/>
                  </a:lnTo>
                  <a:lnTo>
                    <a:pt x="85613" y="107035"/>
                  </a:lnTo>
                  <a:lnTo>
                    <a:pt x="84704" y="107285"/>
                  </a:lnTo>
                  <a:lnTo>
                    <a:pt x="84375" y="107829"/>
                  </a:lnTo>
                  <a:lnTo>
                    <a:pt x="84275" y="108441"/>
                  </a:lnTo>
                  <a:lnTo>
                    <a:pt x="83950" y="109301"/>
                  </a:lnTo>
                  <a:lnTo>
                    <a:pt x="83371" y="111772"/>
                  </a:lnTo>
                  <a:lnTo>
                    <a:pt x="82921" y="112401"/>
                  </a:lnTo>
                  <a:lnTo>
                    <a:pt x="82363" y="112784"/>
                  </a:lnTo>
                  <a:lnTo>
                    <a:pt x="81681" y="112733"/>
                  </a:lnTo>
                  <a:lnTo>
                    <a:pt x="81280" y="113053"/>
                  </a:lnTo>
                  <a:lnTo>
                    <a:pt x="81277" y="114280"/>
                  </a:lnTo>
                  <a:lnTo>
                    <a:pt x="81155" y="115345"/>
                  </a:lnTo>
                  <a:lnTo>
                    <a:pt x="80692" y="115877"/>
                  </a:lnTo>
                  <a:lnTo>
                    <a:pt x="80497" y="117069"/>
                  </a:lnTo>
                  <a:lnTo>
                    <a:pt x="80534" y="118240"/>
                  </a:lnTo>
                  <a:lnTo>
                    <a:pt x="80263" y="118777"/>
                  </a:lnTo>
                  <a:lnTo>
                    <a:pt x="79672" y="118484"/>
                  </a:lnTo>
                  <a:lnTo>
                    <a:pt x="79321" y="118163"/>
                  </a:lnTo>
                  <a:lnTo>
                    <a:pt x="78991" y="119676"/>
                  </a:lnTo>
                  <a:lnTo>
                    <a:pt x="78584" y="120709"/>
                  </a:lnTo>
                  <a:lnTo>
                    <a:pt x="78290" y="120696"/>
                  </a:lnTo>
                  <a:lnTo>
                    <a:pt x="75152" y="120998"/>
                  </a:lnTo>
                  <a:lnTo>
                    <a:pt x="74008" y="121814"/>
                  </a:lnTo>
                  <a:lnTo>
                    <a:pt x="73320" y="121827"/>
                  </a:lnTo>
                  <a:lnTo>
                    <a:pt x="73297" y="121142"/>
                  </a:lnTo>
                  <a:lnTo>
                    <a:pt x="73217" y="120734"/>
                  </a:lnTo>
                  <a:lnTo>
                    <a:pt x="69257" y="118440"/>
                  </a:lnTo>
                  <a:lnTo>
                    <a:pt x="67316" y="117490"/>
                  </a:lnTo>
                  <a:lnTo>
                    <a:pt x="66480" y="117080"/>
                  </a:lnTo>
                  <a:lnTo>
                    <a:pt x="63666" y="115565"/>
                  </a:lnTo>
                  <a:lnTo>
                    <a:pt x="63507" y="116984"/>
                  </a:lnTo>
                  <a:lnTo>
                    <a:pt x="63102" y="117898"/>
                  </a:lnTo>
                  <a:lnTo>
                    <a:pt x="62495" y="117965"/>
                  </a:lnTo>
                  <a:lnTo>
                    <a:pt x="62072" y="117741"/>
                  </a:lnTo>
                  <a:lnTo>
                    <a:pt x="61789" y="118833"/>
                  </a:lnTo>
                  <a:lnTo>
                    <a:pt x="61324" y="120272"/>
                  </a:lnTo>
                  <a:lnTo>
                    <a:pt x="60671" y="120979"/>
                  </a:lnTo>
                  <a:lnTo>
                    <a:pt x="60032" y="121866"/>
                  </a:lnTo>
                  <a:lnTo>
                    <a:pt x="59673" y="122642"/>
                  </a:lnTo>
                  <a:lnTo>
                    <a:pt x="59412" y="122661"/>
                  </a:lnTo>
                  <a:lnTo>
                    <a:pt x="58768" y="120823"/>
                  </a:lnTo>
                  <a:lnTo>
                    <a:pt x="57913" y="120637"/>
                  </a:lnTo>
                  <a:lnTo>
                    <a:pt x="56312" y="120949"/>
                  </a:lnTo>
                  <a:lnTo>
                    <a:pt x="55594" y="120447"/>
                  </a:lnTo>
                  <a:lnTo>
                    <a:pt x="54611" y="120200"/>
                  </a:lnTo>
                  <a:lnTo>
                    <a:pt x="52294" y="120579"/>
                  </a:lnTo>
                  <a:lnTo>
                    <a:pt x="48587" y="119828"/>
                  </a:lnTo>
                  <a:lnTo>
                    <a:pt x="47981" y="120234"/>
                  </a:lnTo>
                  <a:lnTo>
                    <a:pt x="47821" y="120566"/>
                  </a:lnTo>
                  <a:lnTo>
                    <a:pt x="44153" y="120654"/>
                  </a:lnTo>
                  <a:lnTo>
                    <a:pt x="40115" y="120751"/>
                  </a:lnTo>
                  <a:lnTo>
                    <a:pt x="36736" y="120830"/>
                  </a:lnTo>
                  <a:lnTo>
                    <a:pt x="33781" y="120900"/>
                  </a:lnTo>
                  <a:lnTo>
                    <a:pt x="33776" y="120586"/>
                  </a:lnTo>
                  <a:lnTo>
                    <a:pt x="32827" y="120545"/>
                  </a:lnTo>
                  <a:lnTo>
                    <a:pt x="32722" y="121162"/>
                  </a:lnTo>
                  <a:lnTo>
                    <a:pt x="31884" y="128535"/>
                  </a:lnTo>
                  <a:lnTo>
                    <a:pt x="31792" y="132543"/>
                  </a:lnTo>
                  <a:lnTo>
                    <a:pt x="32236" y="135036"/>
                  </a:lnTo>
                  <a:lnTo>
                    <a:pt x="32738" y="136612"/>
                  </a:lnTo>
                  <a:lnTo>
                    <a:pt x="33300" y="137268"/>
                  </a:lnTo>
                  <a:lnTo>
                    <a:pt x="33355" y="138170"/>
                  </a:lnTo>
                  <a:lnTo>
                    <a:pt x="32906" y="139322"/>
                  </a:lnTo>
                  <a:lnTo>
                    <a:pt x="32944" y="140506"/>
                  </a:lnTo>
                  <a:lnTo>
                    <a:pt x="33471" y="141725"/>
                  </a:lnTo>
                  <a:lnTo>
                    <a:pt x="33600" y="143008"/>
                  </a:lnTo>
                  <a:lnTo>
                    <a:pt x="33332" y="144356"/>
                  </a:lnTo>
                  <a:lnTo>
                    <a:pt x="33397" y="147590"/>
                  </a:lnTo>
                  <a:lnTo>
                    <a:pt x="33792" y="152715"/>
                  </a:lnTo>
                  <a:lnTo>
                    <a:pt x="33804" y="156038"/>
                  </a:lnTo>
                  <a:lnTo>
                    <a:pt x="33429" y="157556"/>
                  </a:lnTo>
                  <a:lnTo>
                    <a:pt x="33607" y="160150"/>
                  </a:lnTo>
                  <a:lnTo>
                    <a:pt x="34335" y="163818"/>
                  </a:lnTo>
                  <a:lnTo>
                    <a:pt x="34461" y="165372"/>
                  </a:lnTo>
                  <a:lnTo>
                    <a:pt x="34201" y="166087"/>
                  </a:lnTo>
                  <a:lnTo>
                    <a:pt x="33599" y="167045"/>
                  </a:lnTo>
                  <a:lnTo>
                    <a:pt x="32988" y="167012"/>
                  </a:lnTo>
                  <a:lnTo>
                    <a:pt x="32276" y="164793"/>
                  </a:lnTo>
                  <a:lnTo>
                    <a:pt x="31962" y="163798"/>
                  </a:lnTo>
                  <a:lnTo>
                    <a:pt x="31386" y="161548"/>
                  </a:lnTo>
                  <a:lnTo>
                    <a:pt x="30897" y="159284"/>
                  </a:lnTo>
                  <a:lnTo>
                    <a:pt x="30235" y="158293"/>
                  </a:lnTo>
                  <a:lnTo>
                    <a:pt x="29587" y="157371"/>
                  </a:lnTo>
                  <a:lnTo>
                    <a:pt x="28796" y="154503"/>
                  </a:lnTo>
                  <a:lnTo>
                    <a:pt x="28030" y="153135"/>
                  </a:lnTo>
                  <a:lnTo>
                    <a:pt x="27224" y="153526"/>
                  </a:lnTo>
                  <a:lnTo>
                    <a:pt x="26047" y="152992"/>
                  </a:lnTo>
                  <a:lnTo>
                    <a:pt x="23672" y="152282"/>
                  </a:lnTo>
                  <a:lnTo>
                    <a:pt x="21119" y="152493"/>
                  </a:lnTo>
                  <a:lnTo>
                    <a:pt x="20058" y="153151"/>
                  </a:lnTo>
                  <a:lnTo>
                    <a:pt x="19012" y="154194"/>
                  </a:lnTo>
                  <a:lnTo>
                    <a:pt x="16359" y="156495"/>
                  </a:lnTo>
                  <a:lnTo>
                    <a:pt x="15311" y="157632"/>
                  </a:lnTo>
                  <a:lnTo>
                    <a:pt x="14518" y="160515"/>
                  </a:lnTo>
                  <a:lnTo>
                    <a:pt x="13617" y="160447"/>
                  </a:lnTo>
                  <a:lnTo>
                    <a:pt x="12714" y="159524"/>
                  </a:lnTo>
                  <a:lnTo>
                    <a:pt x="12149" y="158217"/>
                  </a:lnTo>
                  <a:lnTo>
                    <a:pt x="10940" y="158510"/>
                  </a:lnTo>
                  <a:lnTo>
                    <a:pt x="9771" y="157240"/>
                  </a:lnTo>
                  <a:lnTo>
                    <a:pt x="8641" y="154740"/>
                  </a:lnTo>
                  <a:lnTo>
                    <a:pt x="7809" y="153919"/>
                  </a:lnTo>
                  <a:lnTo>
                    <a:pt x="6746" y="152112"/>
                  </a:lnTo>
                  <a:lnTo>
                    <a:pt x="6453" y="148673"/>
                  </a:lnTo>
                  <a:lnTo>
                    <a:pt x="5779" y="146254"/>
                  </a:lnTo>
                  <a:lnTo>
                    <a:pt x="5163" y="142907"/>
                  </a:lnTo>
                  <a:lnTo>
                    <a:pt x="4244" y="141399"/>
                  </a:lnTo>
                  <a:lnTo>
                    <a:pt x="3183" y="140600"/>
                  </a:lnTo>
                  <a:lnTo>
                    <a:pt x="1721" y="140767"/>
                  </a:lnTo>
                  <a:lnTo>
                    <a:pt x="758" y="139421"/>
                  </a:lnTo>
                  <a:lnTo>
                    <a:pt x="0" y="137457"/>
                  </a:lnTo>
                  <a:lnTo>
                    <a:pt x="201" y="135761"/>
                  </a:lnTo>
                  <a:lnTo>
                    <a:pt x="542" y="133348"/>
                  </a:lnTo>
                  <a:lnTo>
                    <a:pt x="583" y="131018"/>
                  </a:lnTo>
                  <a:lnTo>
                    <a:pt x="809" y="127252"/>
                  </a:lnTo>
                  <a:lnTo>
                    <a:pt x="670" y="122534"/>
                  </a:lnTo>
                  <a:lnTo>
                    <a:pt x="402" y="119245"/>
                  </a:lnTo>
                  <a:lnTo>
                    <a:pt x="1210" y="117875"/>
                  </a:lnTo>
                  <a:lnTo>
                    <a:pt x="2146" y="116648"/>
                  </a:lnTo>
                  <a:lnTo>
                    <a:pt x="2726" y="114411"/>
                  </a:lnTo>
                  <a:lnTo>
                    <a:pt x="3330" y="109393"/>
                  </a:lnTo>
                  <a:lnTo>
                    <a:pt x="3584" y="105059"/>
                  </a:lnTo>
                  <a:lnTo>
                    <a:pt x="3397" y="103454"/>
                  </a:lnTo>
                  <a:lnTo>
                    <a:pt x="3086" y="102180"/>
                  </a:lnTo>
                  <a:lnTo>
                    <a:pt x="2839" y="100306"/>
                  </a:lnTo>
                  <a:lnTo>
                    <a:pt x="2699" y="98026"/>
                  </a:lnTo>
                  <a:lnTo>
                    <a:pt x="2868" y="96032"/>
                  </a:lnTo>
                  <a:lnTo>
                    <a:pt x="3575" y="94190"/>
                  </a:lnTo>
                  <a:lnTo>
                    <a:pt x="4460" y="92651"/>
                  </a:lnTo>
                  <a:lnTo>
                    <a:pt x="5089" y="91907"/>
                  </a:lnTo>
                  <a:lnTo>
                    <a:pt x="6758" y="91146"/>
                  </a:lnTo>
                  <a:lnTo>
                    <a:pt x="8842" y="89999"/>
                  </a:lnTo>
                  <a:lnTo>
                    <a:pt x="10044" y="88697"/>
                  </a:lnTo>
                  <a:lnTo>
                    <a:pt x="10923" y="87396"/>
                  </a:lnTo>
                  <a:lnTo>
                    <a:pt x="11414" y="86367"/>
                  </a:lnTo>
                  <a:lnTo>
                    <a:pt x="11912" y="84256"/>
                  </a:lnTo>
                  <a:lnTo>
                    <a:pt x="12719" y="82621"/>
                  </a:lnTo>
                  <a:lnTo>
                    <a:pt x="13342" y="80972"/>
                  </a:lnTo>
                  <a:lnTo>
                    <a:pt x="13429" y="76378"/>
                  </a:lnTo>
                  <a:lnTo>
                    <a:pt x="13425" y="73762"/>
                  </a:lnTo>
                  <a:lnTo>
                    <a:pt x="12963" y="72321"/>
                  </a:lnTo>
                  <a:lnTo>
                    <a:pt x="12710" y="71085"/>
                  </a:lnTo>
                  <a:lnTo>
                    <a:pt x="15799" y="67495"/>
                  </a:lnTo>
                  <a:lnTo>
                    <a:pt x="15822" y="64960"/>
                  </a:lnTo>
                  <a:lnTo>
                    <a:pt x="15391" y="62128"/>
                  </a:lnTo>
                  <a:lnTo>
                    <a:pt x="14786" y="59848"/>
                  </a:lnTo>
                  <a:lnTo>
                    <a:pt x="14561" y="57881"/>
                  </a:lnTo>
                  <a:lnTo>
                    <a:pt x="15414" y="55568"/>
                  </a:lnTo>
                  <a:lnTo>
                    <a:pt x="16176" y="53830"/>
                  </a:lnTo>
                  <a:lnTo>
                    <a:pt x="16727" y="52351"/>
                  </a:lnTo>
                  <a:lnTo>
                    <a:pt x="17943" y="50099"/>
                  </a:lnTo>
                  <a:lnTo>
                    <a:pt x="19209" y="49514"/>
                  </a:lnTo>
                  <a:lnTo>
                    <a:pt x="20353" y="50361"/>
                  </a:lnTo>
                  <a:lnTo>
                    <a:pt x="23737" y="55661"/>
                  </a:lnTo>
                  <a:lnTo>
                    <a:pt x="24324" y="56000"/>
                  </a:lnTo>
                  <a:lnTo>
                    <a:pt x="25027" y="55596"/>
                  </a:lnTo>
                  <a:lnTo>
                    <a:pt x="25919" y="54198"/>
                  </a:lnTo>
                  <a:lnTo>
                    <a:pt x="27077" y="53103"/>
                  </a:lnTo>
                  <a:lnTo>
                    <a:pt x="27503" y="49556"/>
                  </a:lnTo>
                  <a:lnTo>
                    <a:pt x="27462" y="44336"/>
                  </a:lnTo>
                  <a:lnTo>
                    <a:pt x="27724" y="41945"/>
                  </a:lnTo>
                  <a:lnTo>
                    <a:pt x="28336" y="41517"/>
                  </a:lnTo>
                  <a:lnTo>
                    <a:pt x="30283" y="42514"/>
                  </a:lnTo>
                  <a:lnTo>
                    <a:pt x="30788" y="42573"/>
                  </a:lnTo>
                  <a:lnTo>
                    <a:pt x="31354" y="42238"/>
                  </a:lnTo>
                  <a:lnTo>
                    <a:pt x="31765" y="41321"/>
                  </a:lnTo>
                  <a:lnTo>
                    <a:pt x="31748" y="39640"/>
                  </a:lnTo>
                  <a:lnTo>
                    <a:pt x="31658" y="38151"/>
                  </a:lnTo>
                  <a:lnTo>
                    <a:pt x="32291" y="33306"/>
                  </a:lnTo>
                  <a:lnTo>
                    <a:pt x="33449" y="29671"/>
                  </a:lnTo>
                  <a:lnTo>
                    <a:pt x="35791" y="25125"/>
                  </a:lnTo>
                  <a:lnTo>
                    <a:pt x="36520" y="24217"/>
                  </a:lnTo>
                  <a:lnTo>
                    <a:pt x="37369" y="23750"/>
                  </a:lnTo>
                  <a:lnTo>
                    <a:pt x="41562" y="26872"/>
                  </a:lnTo>
                  <a:lnTo>
                    <a:pt x="42245" y="26099"/>
                  </a:lnTo>
                  <a:lnTo>
                    <a:pt x="43270" y="18359"/>
                  </a:lnTo>
                  <a:lnTo>
                    <a:pt x="44407" y="17622"/>
                  </a:lnTo>
                  <a:lnTo>
                    <a:pt x="45772" y="17488"/>
                  </a:lnTo>
                  <a:lnTo>
                    <a:pt x="46658" y="16824"/>
                  </a:lnTo>
                  <a:lnTo>
                    <a:pt x="47118" y="16283"/>
                  </a:lnTo>
                  <a:lnTo>
                    <a:pt x="49113" y="13350"/>
                  </a:lnTo>
                  <a:lnTo>
                    <a:pt x="52631" y="9348"/>
                  </a:lnTo>
                  <a:lnTo>
                    <a:pt x="54525" y="7634"/>
                  </a:lnTo>
                  <a:lnTo>
                    <a:pt x="54895" y="6989"/>
                  </a:lnTo>
                  <a:lnTo>
                    <a:pt x="56251" y="4151"/>
                  </a:lnTo>
                  <a:lnTo>
                    <a:pt x="58048" y="890"/>
                  </a:lnTo>
                  <a:lnTo>
                    <a:pt x="59194" y="239"/>
                  </a:lnTo>
                  <a:lnTo>
                    <a:pt x="60777" y="0"/>
                  </a:lnTo>
                  <a:lnTo>
                    <a:pt x="61777" y="538"/>
                  </a:lnTo>
                  <a:lnTo>
                    <a:pt x="62048" y="1458"/>
                  </a:lnTo>
                  <a:lnTo>
                    <a:pt x="62375" y="1931"/>
                  </a:lnTo>
                  <a:lnTo>
                    <a:pt x="64441" y="545"/>
                  </a:lnTo>
                  <a:lnTo>
                    <a:pt x="67405" y="2750"/>
                  </a:lnTo>
                  <a:close/>
                </a:path>
              </a:pathLst>
            </a:custGeom>
            <a:solidFill>
              <a:srgbClr val="FFF9F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g193"/>
            <p:cNvSpPr/>
            <p:nvPr/>
          </p:nvSpPr>
          <p:spPr>
            <a:xfrm>
              <a:off x="4453208" y="2992178"/>
              <a:ext cx="1278" cy="6489"/>
            </a:xfrm>
            <a:custGeom>
              <a:avLst/>
              <a:pathLst>
                <a:path w="1278" h="6489">
                  <a:moveTo>
                    <a:pt x="1123" y="6349"/>
                  </a:moveTo>
                  <a:lnTo>
                    <a:pt x="388" y="6489"/>
                  </a:lnTo>
                  <a:lnTo>
                    <a:pt x="29" y="5613"/>
                  </a:lnTo>
                  <a:lnTo>
                    <a:pt x="197" y="4389"/>
                  </a:lnTo>
                  <a:lnTo>
                    <a:pt x="0" y="418"/>
                  </a:lnTo>
                  <a:lnTo>
                    <a:pt x="617" y="0"/>
                  </a:lnTo>
                  <a:lnTo>
                    <a:pt x="937" y="23"/>
                  </a:lnTo>
                  <a:lnTo>
                    <a:pt x="1116" y="1193"/>
                  </a:lnTo>
                  <a:lnTo>
                    <a:pt x="1278" y="3344"/>
                  </a:lnTo>
                  <a:close/>
                </a:path>
              </a:pathLst>
            </a:custGeom>
            <a:solidFill>
              <a:srgbClr val="FDFEF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g194"/>
            <p:cNvSpPr/>
            <p:nvPr/>
          </p:nvSpPr>
          <p:spPr>
            <a:xfrm>
              <a:off x="4452753" y="2986147"/>
              <a:ext cx="765" cy="5224"/>
            </a:xfrm>
            <a:custGeom>
              <a:avLst/>
              <a:pathLst>
                <a:path w="765" h="5224">
                  <a:moveTo>
                    <a:pt x="659" y="2804"/>
                  </a:moveTo>
                  <a:lnTo>
                    <a:pt x="217" y="5224"/>
                  </a:lnTo>
                  <a:lnTo>
                    <a:pt x="0" y="3464"/>
                  </a:lnTo>
                  <a:lnTo>
                    <a:pt x="188" y="1232"/>
                  </a:lnTo>
                  <a:lnTo>
                    <a:pt x="377" y="0"/>
                  </a:lnTo>
                  <a:lnTo>
                    <a:pt x="507" y="11"/>
                  </a:lnTo>
                  <a:lnTo>
                    <a:pt x="765" y="1282"/>
                  </a:lnTo>
                  <a:close/>
                </a:path>
              </a:pathLst>
            </a:custGeom>
            <a:solidFill>
              <a:srgbClr val="FDFEF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g195"/>
            <p:cNvSpPr/>
            <p:nvPr/>
          </p:nvSpPr>
          <p:spPr>
            <a:xfrm>
              <a:off x="4443308" y="2968634"/>
              <a:ext cx="1626" cy="12249"/>
            </a:xfrm>
            <a:custGeom>
              <a:avLst/>
              <a:pathLst>
                <a:path w="1626" h="12249">
                  <a:moveTo>
                    <a:pt x="1292" y="10180"/>
                  </a:moveTo>
                  <a:lnTo>
                    <a:pt x="0" y="12249"/>
                  </a:lnTo>
                  <a:lnTo>
                    <a:pt x="423" y="0"/>
                  </a:lnTo>
                  <a:lnTo>
                    <a:pt x="1384" y="4559"/>
                  </a:lnTo>
                  <a:lnTo>
                    <a:pt x="1626" y="6994"/>
                  </a:lnTo>
                  <a:close/>
                </a:path>
              </a:pathLst>
            </a:custGeom>
            <a:solidFill>
              <a:srgbClr val="FDFEF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g196"/>
            <p:cNvSpPr/>
            <p:nvPr/>
          </p:nvSpPr>
          <p:spPr>
            <a:xfrm>
              <a:off x="4447776" y="2965774"/>
              <a:ext cx="1772" cy="7792"/>
            </a:xfrm>
            <a:custGeom>
              <a:avLst/>
              <a:pathLst>
                <a:path w="1772" h="7792">
                  <a:moveTo>
                    <a:pt x="1772" y="6922"/>
                  </a:moveTo>
                  <a:lnTo>
                    <a:pt x="1208" y="7792"/>
                  </a:lnTo>
                  <a:lnTo>
                    <a:pt x="677" y="7035"/>
                  </a:lnTo>
                  <a:lnTo>
                    <a:pt x="0" y="4161"/>
                  </a:lnTo>
                  <a:lnTo>
                    <a:pt x="335" y="522"/>
                  </a:lnTo>
                  <a:lnTo>
                    <a:pt x="545" y="0"/>
                  </a:lnTo>
                  <a:lnTo>
                    <a:pt x="885" y="1180"/>
                  </a:lnTo>
                  <a:lnTo>
                    <a:pt x="1361" y="3716"/>
                  </a:lnTo>
                  <a:lnTo>
                    <a:pt x="1669" y="5647"/>
                  </a:lnTo>
                  <a:close/>
                </a:path>
              </a:pathLst>
            </a:custGeom>
            <a:solidFill>
              <a:srgbClr val="FDFEF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g197"/>
            <p:cNvSpPr/>
            <p:nvPr/>
          </p:nvSpPr>
          <p:spPr>
            <a:xfrm>
              <a:off x="4436705" y="2958475"/>
              <a:ext cx="4451" cy="23914"/>
            </a:xfrm>
            <a:custGeom>
              <a:avLst/>
              <a:pathLst>
                <a:path w="4451" h="23914">
                  <a:moveTo>
                    <a:pt x="3347" y="22877"/>
                  </a:moveTo>
                  <a:lnTo>
                    <a:pt x="1227" y="23914"/>
                  </a:lnTo>
                  <a:lnTo>
                    <a:pt x="147" y="23591"/>
                  </a:lnTo>
                  <a:lnTo>
                    <a:pt x="2163" y="15839"/>
                  </a:lnTo>
                  <a:lnTo>
                    <a:pt x="2095" y="12367"/>
                  </a:lnTo>
                  <a:lnTo>
                    <a:pt x="1782" y="9539"/>
                  </a:lnTo>
                  <a:lnTo>
                    <a:pt x="755" y="7266"/>
                  </a:lnTo>
                  <a:lnTo>
                    <a:pt x="699" y="5642"/>
                  </a:lnTo>
                  <a:lnTo>
                    <a:pt x="239" y="3428"/>
                  </a:lnTo>
                  <a:lnTo>
                    <a:pt x="0" y="832"/>
                  </a:lnTo>
                  <a:lnTo>
                    <a:pt x="1140" y="0"/>
                  </a:lnTo>
                  <a:lnTo>
                    <a:pt x="2063" y="1487"/>
                  </a:lnTo>
                  <a:lnTo>
                    <a:pt x="2194" y="2311"/>
                  </a:lnTo>
                  <a:lnTo>
                    <a:pt x="2392" y="4432"/>
                  </a:lnTo>
                  <a:lnTo>
                    <a:pt x="2851" y="6642"/>
                  </a:lnTo>
                  <a:lnTo>
                    <a:pt x="4451" y="11189"/>
                  </a:lnTo>
                  <a:lnTo>
                    <a:pt x="4422" y="13975"/>
                  </a:lnTo>
                  <a:lnTo>
                    <a:pt x="3984" y="20789"/>
                  </a:lnTo>
                  <a:close/>
                </a:path>
              </a:pathLst>
            </a:custGeom>
            <a:solidFill>
              <a:srgbClr val="FDFEF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g198"/>
            <p:cNvSpPr/>
            <p:nvPr/>
          </p:nvSpPr>
          <p:spPr>
            <a:xfrm>
              <a:off x="4437112" y="2953394"/>
              <a:ext cx="1502" cy="3410"/>
            </a:xfrm>
            <a:custGeom>
              <a:avLst/>
              <a:pathLst>
                <a:path w="1502" h="3410">
                  <a:moveTo>
                    <a:pt x="1285" y="2141"/>
                  </a:moveTo>
                  <a:lnTo>
                    <a:pt x="1502" y="3410"/>
                  </a:lnTo>
                  <a:lnTo>
                    <a:pt x="823" y="2656"/>
                  </a:lnTo>
                  <a:lnTo>
                    <a:pt x="316" y="1773"/>
                  </a:lnTo>
                  <a:lnTo>
                    <a:pt x="0" y="607"/>
                  </a:lnTo>
                  <a:lnTo>
                    <a:pt x="530" y="0"/>
                  </a:lnTo>
                  <a:close/>
                </a:path>
              </a:pathLst>
            </a:custGeom>
            <a:solidFill>
              <a:srgbClr val="FDFEF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g199"/>
            <p:cNvSpPr/>
            <p:nvPr/>
          </p:nvSpPr>
          <p:spPr>
            <a:xfrm>
              <a:off x="4406487" y="2848907"/>
              <a:ext cx="56161" cy="170826"/>
            </a:xfrm>
            <a:custGeom>
              <a:avLst/>
              <a:pathLst>
                <a:path w="56161" h="170826">
                  <a:moveTo>
                    <a:pt x="55469" y="135732"/>
                  </a:moveTo>
                  <a:lnTo>
                    <a:pt x="55566" y="136847"/>
                  </a:lnTo>
                  <a:lnTo>
                    <a:pt x="55583" y="146637"/>
                  </a:lnTo>
                  <a:lnTo>
                    <a:pt x="55695" y="150824"/>
                  </a:lnTo>
                  <a:lnTo>
                    <a:pt x="56083" y="154269"/>
                  </a:lnTo>
                  <a:lnTo>
                    <a:pt x="56161" y="155585"/>
                  </a:lnTo>
                  <a:lnTo>
                    <a:pt x="55773" y="156650"/>
                  </a:lnTo>
                  <a:lnTo>
                    <a:pt x="55392" y="156852"/>
                  </a:lnTo>
                  <a:lnTo>
                    <a:pt x="55034" y="155182"/>
                  </a:lnTo>
                  <a:lnTo>
                    <a:pt x="54214" y="153907"/>
                  </a:lnTo>
                  <a:lnTo>
                    <a:pt x="53004" y="152546"/>
                  </a:lnTo>
                  <a:lnTo>
                    <a:pt x="52491" y="151637"/>
                  </a:lnTo>
                  <a:lnTo>
                    <a:pt x="51871" y="151998"/>
                  </a:lnTo>
                  <a:lnTo>
                    <a:pt x="51000" y="154059"/>
                  </a:lnTo>
                  <a:lnTo>
                    <a:pt x="50651" y="155972"/>
                  </a:lnTo>
                  <a:lnTo>
                    <a:pt x="50803" y="158657"/>
                  </a:lnTo>
                  <a:lnTo>
                    <a:pt x="51080" y="161303"/>
                  </a:lnTo>
                  <a:lnTo>
                    <a:pt x="51686" y="162816"/>
                  </a:lnTo>
                  <a:lnTo>
                    <a:pt x="51734" y="164494"/>
                  </a:lnTo>
                  <a:lnTo>
                    <a:pt x="51951" y="166654"/>
                  </a:lnTo>
                  <a:lnTo>
                    <a:pt x="52264" y="168638"/>
                  </a:lnTo>
                  <a:lnTo>
                    <a:pt x="52413" y="170784"/>
                  </a:lnTo>
                  <a:lnTo>
                    <a:pt x="52214" y="170826"/>
                  </a:lnTo>
                  <a:lnTo>
                    <a:pt x="51487" y="168073"/>
                  </a:lnTo>
                  <a:lnTo>
                    <a:pt x="50835" y="165098"/>
                  </a:lnTo>
                  <a:lnTo>
                    <a:pt x="49146" y="159468"/>
                  </a:lnTo>
                  <a:lnTo>
                    <a:pt x="48596" y="149378"/>
                  </a:lnTo>
                  <a:lnTo>
                    <a:pt x="48560" y="144399"/>
                  </a:lnTo>
                  <a:lnTo>
                    <a:pt x="47405" y="138540"/>
                  </a:lnTo>
                  <a:lnTo>
                    <a:pt x="46635" y="130434"/>
                  </a:lnTo>
                  <a:lnTo>
                    <a:pt x="46328" y="128327"/>
                  </a:lnTo>
                  <a:lnTo>
                    <a:pt x="46730" y="125707"/>
                  </a:lnTo>
                  <a:lnTo>
                    <a:pt x="46798" y="124727"/>
                  </a:lnTo>
                  <a:lnTo>
                    <a:pt x="46579" y="124945"/>
                  </a:lnTo>
                  <a:lnTo>
                    <a:pt x="45990" y="126294"/>
                  </a:lnTo>
                  <a:lnTo>
                    <a:pt x="45222" y="123067"/>
                  </a:lnTo>
                  <a:lnTo>
                    <a:pt x="44721" y="120168"/>
                  </a:lnTo>
                  <a:lnTo>
                    <a:pt x="42731" y="114173"/>
                  </a:lnTo>
                  <a:lnTo>
                    <a:pt x="42151" y="111521"/>
                  </a:lnTo>
                  <a:lnTo>
                    <a:pt x="42126" y="108938"/>
                  </a:lnTo>
                  <a:lnTo>
                    <a:pt x="41267" y="111533"/>
                  </a:lnTo>
                  <a:lnTo>
                    <a:pt x="40099" y="113361"/>
                  </a:lnTo>
                  <a:lnTo>
                    <a:pt x="38911" y="116106"/>
                  </a:lnTo>
                  <a:lnTo>
                    <a:pt x="38120" y="116939"/>
                  </a:lnTo>
                  <a:lnTo>
                    <a:pt x="35613" y="117443"/>
                  </a:lnTo>
                  <a:lnTo>
                    <a:pt x="34164" y="113768"/>
                  </a:lnTo>
                  <a:lnTo>
                    <a:pt x="32086" y="104782"/>
                  </a:lnTo>
                  <a:lnTo>
                    <a:pt x="31810" y="102750"/>
                  </a:lnTo>
                  <a:lnTo>
                    <a:pt x="32084" y="97467"/>
                  </a:lnTo>
                  <a:lnTo>
                    <a:pt x="31591" y="92464"/>
                  </a:lnTo>
                  <a:lnTo>
                    <a:pt x="31597" y="89825"/>
                  </a:lnTo>
                  <a:lnTo>
                    <a:pt x="31449" y="88061"/>
                  </a:lnTo>
                  <a:lnTo>
                    <a:pt x="31077" y="88452"/>
                  </a:lnTo>
                  <a:lnTo>
                    <a:pt x="30933" y="89664"/>
                  </a:lnTo>
                  <a:lnTo>
                    <a:pt x="31011" y="91521"/>
                  </a:lnTo>
                  <a:lnTo>
                    <a:pt x="30860" y="93079"/>
                  </a:lnTo>
                  <a:lnTo>
                    <a:pt x="29061" y="92773"/>
                  </a:lnTo>
                  <a:lnTo>
                    <a:pt x="27368" y="92065"/>
                  </a:lnTo>
                  <a:lnTo>
                    <a:pt x="28860" y="94692"/>
                  </a:lnTo>
                  <a:lnTo>
                    <a:pt x="30459" y="95307"/>
                  </a:lnTo>
                  <a:lnTo>
                    <a:pt x="31290" y="97663"/>
                  </a:lnTo>
                  <a:lnTo>
                    <a:pt x="31391" y="99502"/>
                  </a:lnTo>
                  <a:lnTo>
                    <a:pt x="31341" y="101577"/>
                  </a:lnTo>
                  <a:lnTo>
                    <a:pt x="30520" y="103024"/>
                  </a:lnTo>
                  <a:lnTo>
                    <a:pt x="29768" y="103942"/>
                  </a:lnTo>
                  <a:lnTo>
                    <a:pt x="29908" y="105926"/>
                  </a:lnTo>
                  <a:lnTo>
                    <a:pt x="30819" y="108346"/>
                  </a:lnTo>
                  <a:lnTo>
                    <a:pt x="29714" y="109028"/>
                  </a:lnTo>
                  <a:lnTo>
                    <a:pt x="29413" y="110612"/>
                  </a:lnTo>
                  <a:lnTo>
                    <a:pt x="29390" y="112866"/>
                  </a:lnTo>
                  <a:lnTo>
                    <a:pt x="29946" y="114853"/>
                  </a:lnTo>
                  <a:lnTo>
                    <a:pt x="30163" y="116326"/>
                  </a:lnTo>
                  <a:lnTo>
                    <a:pt x="30028" y="117688"/>
                  </a:lnTo>
                  <a:lnTo>
                    <a:pt x="30569" y="119148"/>
                  </a:lnTo>
                  <a:lnTo>
                    <a:pt x="31346" y="122205"/>
                  </a:lnTo>
                  <a:lnTo>
                    <a:pt x="31597" y="124382"/>
                  </a:lnTo>
                  <a:lnTo>
                    <a:pt x="31272" y="127447"/>
                  </a:lnTo>
                  <a:lnTo>
                    <a:pt x="30826" y="128637"/>
                  </a:lnTo>
                  <a:lnTo>
                    <a:pt x="30110" y="129797"/>
                  </a:lnTo>
                  <a:lnTo>
                    <a:pt x="28424" y="133658"/>
                  </a:lnTo>
                  <a:lnTo>
                    <a:pt x="27600" y="138056"/>
                  </a:lnTo>
                  <a:lnTo>
                    <a:pt x="26898" y="140114"/>
                  </a:lnTo>
                  <a:lnTo>
                    <a:pt x="26024" y="140496"/>
                  </a:lnTo>
                  <a:lnTo>
                    <a:pt x="25682" y="139593"/>
                  </a:lnTo>
                  <a:lnTo>
                    <a:pt x="24956" y="138415"/>
                  </a:lnTo>
                  <a:lnTo>
                    <a:pt x="24942" y="136269"/>
                  </a:lnTo>
                  <a:lnTo>
                    <a:pt x="25159" y="134567"/>
                  </a:lnTo>
                  <a:lnTo>
                    <a:pt x="26642" y="130457"/>
                  </a:lnTo>
                  <a:lnTo>
                    <a:pt x="25837" y="131009"/>
                  </a:lnTo>
                  <a:lnTo>
                    <a:pt x="24924" y="132182"/>
                  </a:lnTo>
                  <a:lnTo>
                    <a:pt x="23530" y="134409"/>
                  </a:lnTo>
                  <a:lnTo>
                    <a:pt x="23090" y="131651"/>
                  </a:lnTo>
                  <a:lnTo>
                    <a:pt x="22797" y="129098"/>
                  </a:lnTo>
                  <a:lnTo>
                    <a:pt x="22795" y="125971"/>
                  </a:lnTo>
                  <a:lnTo>
                    <a:pt x="23907" y="121302"/>
                  </a:lnTo>
                  <a:lnTo>
                    <a:pt x="22648" y="123631"/>
                  </a:lnTo>
                  <a:lnTo>
                    <a:pt x="22299" y="126545"/>
                  </a:lnTo>
                  <a:lnTo>
                    <a:pt x="22453" y="129971"/>
                  </a:lnTo>
                  <a:lnTo>
                    <a:pt x="22291" y="132397"/>
                  </a:lnTo>
                  <a:lnTo>
                    <a:pt x="21796" y="135572"/>
                  </a:lnTo>
                  <a:lnTo>
                    <a:pt x="21125" y="137476"/>
                  </a:lnTo>
                  <a:lnTo>
                    <a:pt x="20039" y="138698"/>
                  </a:lnTo>
                  <a:lnTo>
                    <a:pt x="19556" y="140575"/>
                  </a:lnTo>
                  <a:lnTo>
                    <a:pt x="18830" y="141956"/>
                  </a:lnTo>
                  <a:lnTo>
                    <a:pt x="18806" y="139203"/>
                  </a:lnTo>
                  <a:lnTo>
                    <a:pt x="18573" y="135566"/>
                  </a:lnTo>
                  <a:lnTo>
                    <a:pt x="17790" y="126942"/>
                  </a:lnTo>
                  <a:lnTo>
                    <a:pt x="17621" y="128792"/>
                  </a:lnTo>
                  <a:lnTo>
                    <a:pt x="18026" y="134142"/>
                  </a:lnTo>
                  <a:lnTo>
                    <a:pt x="18002" y="137615"/>
                  </a:lnTo>
                  <a:lnTo>
                    <a:pt x="17409" y="140370"/>
                  </a:lnTo>
                  <a:lnTo>
                    <a:pt x="16212" y="143325"/>
                  </a:lnTo>
                  <a:lnTo>
                    <a:pt x="15297" y="143742"/>
                  </a:lnTo>
                  <a:lnTo>
                    <a:pt x="14756" y="143288"/>
                  </a:lnTo>
                  <a:lnTo>
                    <a:pt x="13937" y="141458"/>
                  </a:lnTo>
                  <a:lnTo>
                    <a:pt x="13046" y="138844"/>
                  </a:lnTo>
                  <a:lnTo>
                    <a:pt x="12896" y="134642"/>
                  </a:lnTo>
                  <a:lnTo>
                    <a:pt x="12528" y="132331"/>
                  </a:lnTo>
                  <a:lnTo>
                    <a:pt x="12582" y="129581"/>
                  </a:lnTo>
                  <a:lnTo>
                    <a:pt x="12510" y="126970"/>
                  </a:lnTo>
                  <a:lnTo>
                    <a:pt x="11554" y="119986"/>
                  </a:lnTo>
                  <a:lnTo>
                    <a:pt x="10935" y="116408"/>
                  </a:lnTo>
                  <a:lnTo>
                    <a:pt x="11011" y="115252"/>
                  </a:lnTo>
                  <a:lnTo>
                    <a:pt x="10968" y="114768"/>
                  </a:lnTo>
                  <a:lnTo>
                    <a:pt x="10679" y="110159"/>
                  </a:lnTo>
                  <a:lnTo>
                    <a:pt x="10280" y="107341"/>
                  </a:lnTo>
                  <a:lnTo>
                    <a:pt x="10080" y="104337"/>
                  </a:lnTo>
                  <a:lnTo>
                    <a:pt x="11025" y="100020"/>
                  </a:lnTo>
                  <a:lnTo>
                    <a:pt x="10647" y="99318"/>
                  </a:lnTo>
                  <a:lnTo>
                    <a:pt x="9556" y="98748"/>
                  </a:lnTo>
                  <a:lnTo>
                    <a:pt x="8543" y="98000"/>
                  </a:lnTo>
                  <a:lnTo>
                    <a:pt x="8294" y="96882"/>
                  </a:lnTo>
                  <a:lnTo>
                    <a:pt x="8742" y="92633"/>
                  </a:lnTo>
                  <a:lnTo>
                    <a:pt x="8216" y="90967"/>
                  </a:lnTo>
                  <a:lnTo>
                    <a:pt x="7462" y="89283"/>
                  </a:lnTo>
                  <a:lnTo>
                    <a:pt x="7226" y="88611"/>
                  </a:lnTo>
                  <a:lnTo>
                    <a:pt x="6977" y="87741"/>
                  </a:lnTo>
                  <a:lnTo>
                    <a:pt x="6629" y="85607"/>
                  </a:lnTo>
                  <a:lnTo>
                    <a:pt x="7301" y="81117"/>
                  </a:lnTo>
                  <a:lnTo>
                    <a:pt x="8243" y="75911"/>
                  </a:lnTo>
                  <a:lnTo>
                    <a:pt x="8413" y="73928"/>
                  </a:lnTo>
                  <a:lnTo>
                    <a:pt x="8569" y="70483"/>
                  </a:lnTo>
                  <a:lnTo>
                    <a:pt x="8654" y="69163"/>
                  </a:lnTo>
                  <a:lnTo>
                    <a:pt x="8532" y="67863"/>
                  </a:lnTo>
                  <a:lnTo>
                    <a:pt x="7541" y="66354"/>
                  </a:lnTo>
                  <a:lnTo>
                    <a:pt x="5790" y="65743"/>
                  </a:lnTo>
                  <a:lnTo>
                    <a:pt x="4552" y="64484"/>
                  </a:lnTo>
                  <a:lnTo>
                    <a:pt x="3827" y="62575"/>
                  </a:lnTo>
                  <a:lnTo>
                    <a:pt x="3213" y="61810"/>
                  </a:lnTo>
                  <a:lnTo>
                    <a:pt x="2456" y="62374"/>
                  </a:lnTo>
                  <a:lnTo>
                    <a:pt x="1487" y="61631"/>
                  </a:lnTo>
                  <a:lnTo>
                    <a:pt x="678" y="59737"/>
                  </a:lnTo>
                  <a:lnTo>
                    <a:pt x="0" y="57434"/>
                  </a:lnTo>
                  <a:lnTo>
                    <a:pt x="83" y="56352"/>
                  </a:lnTo>
                  <a:lnTo>
                    <a:pt x="264" y="54916"/>
                  </a:lnTo>
                  <a:lnTo>
                    <a:pt x="1540" y="48959"/>
                  </a:lnTo>
                  <a:lnTo>
                    <a:pt x="2016" y="48783"/>
                  </a:lnTo>
                  <a:lnTo>
                    <a:pt x="3120" y="49926"/>
                  </a:lnTo>
                  <a:lnTo>
                    <a:pt x="3533" y="49928"/>
                  </a:lnTo>
                  <a:lnTo>
                    <a:pt x="4259" y="47574"/>
                  </a:lnTo>
                  <a:lnTo>
                    <a:pt x="5274" y="40869"/>
                  </a:lnTo>
                  <a:lnTo>
                    <a:pt x="6707" y="40885"/>
                  </a:lnTo>
                  <a:lnTo>
                    <a:pt x="7971" y="41104"/>
                  </a:lnTo>
                  <a:lnTo>
                    <a:pt x="8825" y="41445"/>
                  </a:lnTo>
                  <a:lnTo>
                    <a:pt x="9674" y="41230"/>
                  </a:lnTo>
                  <a:lnTo>
                    <a:pt x="10562" y="40693"/>
                  </a:lnTo>
                  <a:lnTo>
                    <a:pt x="11045" y="39847"/>
                  </a:lnTo>
                  <a:lnTo>
                    <a:pt x="11312" y="38775"/>
                  </a:lnTo>
                  <a:lnTo>
                    <a:pt x="11220" y="37845"/>
                  </a:lnTo>
                  <a:lnTo>
                    <a:pt x="10131" y="36581"/>
                  </a:lnTo>
                  <a:lnTo>
                    <a:pt x="9711" y="35636"/>
                  </a:lnTo>
                  <a:lnTo>
                    <a:pt x="9408" y="32955"/>
                  </a:lnTo>
                  <a:lnTo>
                    <a:pt x="9088" y="31944"/>
                  </a:lnTo>
                  <a:lnTo>
                    <a:pt x="6946" y="31801"/>
                  </a:lnTo>
                  <a:lnTo>
                    <a:pt x="5837" y="30569"/>
                  </a:lnTo>
                  <a:lnTo>
                    <a:pt x="5227" y="29463"/>
                  </a:lnTo>
                  <a:lnTo>
                    <a:pt x="4139" y="25806"/>
                  </a:lnTo>
                  <a:lnTo>
                    <a:pt x="2796" y="23099"/>
                  </a:lnTo>
                  <a:lnTo>
                    <a:pt x="1511" y="22460"/>
                  </a:lnTo>
                  <a:lnTo>
                    <a:pt x="1014" y="21583"/>
                  </a:lnTo>
                  <a:lnTo>
                    <a:pt x="745" y="20190"/>
                  </a:lnTo>
                  <a:lnTo>
                    <a:pt x="900" y="18178"/>
                  </a:lnTo>
                  <a:lnTo>
                    <a:pt x="1286" y="16350"/>
                  </a:lnTo>
                  <a:lnTo>
                    <a:pt x="1551" y="14312"/>
                  </a:lnTo>
                  <a:lnTo>
                    <a:pt x="2580" y="11626"/>
                  </a:lnTo>
                  <a:lnTo>
                    <a:pt x="3784" y="9278"/>
                  </a:lnTo>
                  <a:lnTo>
                    <a:pt x="4321" y="7668"/>
                  </a:lnTo>
                  <a:lnTo>
                    <a:pt x="5081" y="5970"/>
                  </a:lnTo>
                  <a:lnTo>
                    <a:pt x="5172" y="5038"/>
                  </a:lnTo>
                  <a:lnTo>
                    <a:pt x="5036" y="3972"/>
                  </a:lnTo>
                  <a:lnTo>
                    <a:pt x="4421" y="2954"/>
                  </a:lnTo>
                  <a:lnTo>
                    <a:pt x="3997" y="2628"/>
                  </a:lnTo>
                  <a:lnTo>
                    <a:pt x="3929" y="1972"/>
                  </a:lnTo>
                  <a:lnTo>
                    <a:pt x="4222" y="219"/>
                  </a:lnTo>
                  <a:lnTo>
                    <a:pt x="4810" y="0"/>
                  </a:lnTo>
                  <a:lnTo>
                    <a:pt x="6030" y="1588"/>
                  </a:lnTo>
                  <a:lnTo>
                    <a:pt x="7271" y="4162"/>
                  </a:lnTo>
                  <a:lnTo>
                    <a:pt x="8009" y="6458"/>
                  </a:lnTo>
                  <a:lnTo>
                    <a:pt x="8035" y="8268"/>
                  </a:lnTo>
                  <a:lnTo>
                    <a:pt x="8515" y="8560"/>
                  </a:lnTo>
                  <a:lnTo>
                    <a:pt x="9000" y="8632"/>
                  </a:lnTo>
                  <a:lnTo>
                    <a:pt x="9805" y="9436"/>
                  </a:lnTo>
                  <a:lnTo>
                    <a:pt x="10640" y="9190"/>
                  </a:lnTo>
                  <a:lnTo>
                    <a:pt x="11179" y="9638"/>
                  </a:lnTo>
                  <a:lnTo>
                    <a:pt x="11540" y="9475"/>
                  </a:lnTo>
                  <a:lnTo>
                    <a:pt x="11676" y="8433"/>
                  </a:lnTo>
                  <a:lnTo>
                    <a:pt x="11270" y="6901"/>
                  </a:lnTo>
                  <a:lnTo>
                    <a:pt x="10976" y="5804"/>
                  </a:lnTo>
                  <a:lnTo>
                    <a:pt x="11315" y="4710"/>
                  </a:lnTo>
                  <a:lnTo>
                    <a:pt x="11699" y="4491"/>
                  </a:lnTo>
                  <a:lnTo>
                    <a:pt x="12128" y="4765"/>
                  </a:lnTo>
                  <a:lnTo>
                    <a:pt x="12715" y="5751"/>
                  </a:lnTo>
                  <a:lnTo>
                    <a:pt x="13144" y="7776"/>
                  </a:lnTo>
                  <a:lnTo>
                    <a:pt x="13221" y="10912"/>
                  </a:lnTo>
                  <a:lnTo>
                    <a:pt x="14173" y="13757"/>
                  </a:lnTo>
                  <a:lnTo>
                    <a:pt x="15426" y="15777"/>
                  </a:lnTo>
                  <a:lnTo>
                    <a:pt x="16407" y="16707"/>
                  </a:lnTo>
                  <a:lnTo>
                    <a:pt x="17591" y="17374"/>
                  </a:lnTo>
                  <a:lnTo>
                    <a:pt x="18603" y="16732"/>
                  </a:lnTo>
                  <a:lnTo>
                    <a:pt x="19109" y="14748"/>
                  </a:lnTo>
                  <a:lnTo>
                    <a:pt x="18881" y="12978"/>
                  </a:lnTo>
                  <a:lnTo>
                    <a:pt x="19040" y="11391"/>
                  </a:lnTo>
                  <a:lnTo>
                    <a:pt x="19445" y="10515"/>
                  </a:lnTo>
                  <a:lnTo>
                    <a:pt x="20077" y="10570"/>
                  </a:lnTo>
                  <a:lnTo>
                    <a:pt x="20552" y="11828"/>
                  </a:lnTo>
                  <a:lnTo>
                    <a:pt x="21931" y="18619"/>
                  </a:lnTo>
                  <a:lnTo>
                    <a:pt x="21646" y="21627"/>
                  </a:lnTo>
                  <a:lnTo>
                    <a:pt x="21954" y="29885"/>
                  </a:lnTo>
                  <a:lnTo>
                    <a:pt x="21606" y="35331"/>
                  </a:lnTo>
                  <a:lnTo>
                    <a:pt x="21662" y="36504"/>
                  </a:lnTo>
                  <a:lnTo>
                    <a:pt x="21822" y="37413"/>
                  </a:lnTo>
                  <a:lnTo>
                    <a:pt x="22057" y="37786"/>
                  </a:lnTo>
                  <a:lnTo>
                    <a:pt x="22459" y="37774"/>
                  </a:lnTo>
                  <a:lnTo>
                    <a:pt x="24135" y="38803"/>
                  </a:lnTo>
                  <a:lnTo>
                    <a:pt x="25546" y="39937"/>
                  </a:lnTo>
                  <a:lnTo>
                    <a:pt x="27140" y="40971"/>
                  </a:lnTo>
                  <a:lnTo>
                    <a:pt x="29443" y="41776"/>
                  </a:lnTo>
                  <a:lnTo>
                    <a:pt x="30856" y="41514"/>
                  </a:lnTo>
                  <a:lnTo>
                    <a:pt x="31560" y="41481"/>
                  </a:lnTo>
                  <a:lnTo>
                    <a:pt x="32987" y="41725"/>
                  </a:lnTo>
                  <a:lnTo>
                    <a:pt x="36742" y="41293"/>
                  </a:lnTo>
                  <a:lnTo>
                    <a:pt x="39848" y="41178"/>
                  </a:lnTo>
                  <a:lnTo>
                    <a:pt x="41110" y="41957"/>
                  </a:lnTo>
                  <a:lnTo>
                    <a:pt x="42122" y="42237"/>
                  </a:lnTo>
                  <a:lnTo>
                    <a:pt x="45580" y="41690"/>
                  </a:lnTo>
                  <a:lnTo>
                    <a:pt x="49068" y="41429"/>
                  </a:lnTo>
                  <a:lnTo>
                    <a:pt x="50957" y="43159"/>
                  </a:lnTo>
                  <a:lnTo>
                    <a:pt x="53014" y="45990"/>
                  </a:lnTo>
                  <a:lnTo>
                    <a:pt x="54171" y="48087"/>
                  </a:lnTo>
                  <a:lnTo>
                    <a:pt x="54379" y="49294"/>
                  </a:lnTo>
                  <a:lnTo>
                    <a:pt x="54252" y="50322"/>
                  </a:lnTo>
                  <a:lnTo>
                    <a:pt x="53864" y="50887"/>
                  </a:lnTo>
                  <a:lnTo>
                    <a:pt x="53154" y="50905"/>
                  </a:lnTo>
                  <a:lnTo>
                    <a:pt x="51525" y="49537"/>
                  </a:lnTo>
                  <a:lnTo>
                    <a:pt x="51245" y="49943"/>
                  </a:lnTo>
                  <a:lnTo>
                    <a:pt x="51273" y="52754"/>
                  </a:lnTo>
                  <a:lnTo>
                    <a:pt x="51225" y="53204"/>
                  </a:lnTo>
                  <a:lnTo>
                    <a:pt x="50876" y="55723"/>
                  </a:lnTo>
                  <a:lnTo>
                    <a:pt x="49894" y="61390"/>
                  </a:lnTo>
                  <a:lnTo>
                    <a:pt x="49705" y="63928"/>
                  </a:lnTo>
                  <a:lnTo>
                    <a:pt x="49499" y="64575"/>
                  </a:lnTo>
                  <a:lnTo>
                    <a:pt x="49245" y="64924"/>
                  </a:lnTo>
                  <a:lnTo>
                    <a:pt x="48476" y="65026"/>
                  </a:lnTo>
                  <a:lnTo>
                    <a:pt x="47874" y="65445"/>
                  </a:lnTo>
                  <a:lnTo>
                    <a:pt x="47622" y="66367"/>
                  </a:lnTo>
                  <a:lnTo>
                    <a:pt x="47232" y="68283"/>
                  </a:lnTo>
                  <a:lnTo>
                    <a:pt x="46963" y="70215"/>
                  </a:lnTo>
                  <a:lnTo>
                    <a:pt x="46588" y="70806"/>
                  </a:lnTo>
                  <a:lnTo>
                    <a:pt x="45690" y="69762"/>
                  </a:lnTo>
                  <a:lnTo>
                    <a:pt x="45130" y="69926"/>
                  </a:lnTo>
                  <a:lnTo>
                    <a:pt x="44426" y="70369"/>
                  </a:lnTo>
                  <a:lnTo>
                    <a:pt x="43724" y="71470"/>
                  </a:lnTo>
                  <a:lnTo>
                    <a:pt x="43239" y="72836"/>
                  </a:lnTo>
                  <a:lnTo>
                    <a:pt x="42690" y="73304"/>
                  </a:lnTo>
                  <a:lnTo>
                    <a:pt x="41061" y="73028"/>
                  </a:lnTo>
                  <a:lnTo>
                    <a:pt x="40749" y="73223"/>
                  </a:lnTo>
                  <a:lnTo>
                    <a:pt x="40543" y="74198"/>
                  </a:lnTo>
                  <a:lnTo>
                    <a:pt x="40376" y="75430"/>
                  </a:lnTo>
                  <a:lnTo>
                    <a:pt x="39103" y="78336"/>
                  </a:lnTo>
                  <a:lnTo>
                    <a:pt x="38621" y="82992"/>
                  </a:lnTo>
                  <a:lnTo>
                    <a:pt x="38231" y="86013"/>
                  </a:lnTo>
                  <a:lnTo>
                    <a:pt x="38293" y="88365"/>
                  </a:lnTo>
                  <a:lnTo>
                    <a:pt x="39369" y="94494"/>
                  </a:lnTo>
                  <a:lnTo>
                    <a:pt x="40117" y="102450"/>
                  </a:lnTo>
                  <a:lnTo>
                    <a:pt x="40405" y="103260"/>
                  </a:lnTo>
                  <a:lnTo>
                    <a:pt x="40655" y="103515"/>
                  </a:lnTo>
                  <a:lnTo>
                    <a:pt x="40768" y="103332"/>
                  </a:lnTo>
                  <a:lnTo>
                    <a:pt x="40746" y="101680"/>
                  </a:lnTo>
                  <a:lnTo>
                    <a:pt x="40792" y="99684"/>
                  </a:lnTo>
                  <a:lnTo>
                    <a:pt x="41143" y="99215"/>
                  </a:lnTo>
                  <a:lnTo>
                    <a:pt x="41592" y="99628"/>
                  </a:lnTo>
                  <a:lnTo>
                    <a:pt x="42020" y="101361"/>
                  </a:lnTo>
                  <a:lnTo>
                    <a:pt x="42506" y="104539"/>
                  </a:lnTo>
                  <a:lnTo>
                    <a:pt x="43021" y="105785"/>
                  </a:lnTo>
                  <a:lnTo>
                    <a:pt x="43826" y="106135"/>
                  </a:lnTo>
                  <a:lnTo>
                    <a:pt x="44745" y="105392"/>
                  </a:lnTo>
                  <a:lnTo>
                    <a:pt x="45428" y="103954"/>
                  </a:lnTo>
                  <a:lnTo>
                    <a:pt x="45706" y="102400"/>
                  </a:lnTo>
                  <a:lnTo>
                    <a:pt x="45512" y="99335"/>
                  </a:lnTo>
                  <a:lnTo>
                    <a:pt x="45467" y="97045"/>
                  </a:lnTo>
                  <a:lnTo>
                    <a:pt x="45904" y="94867"/>
                  </a:lnTo>
                  <a:lnTo>
                    <a:pt x="47477" y="91616"/>
                  </a:lnTo>
                  <a:lnTo>
                    <a:pt x="47706" y="90622"/>
                  </a:lnTo>
                  <a:lnTo>
                    <a:pt x="47603" y="87857"/>
                  </a:lnTo>
                  <a:lnTo>
                    <a:pt x="47605" y="85265"/>
                  </a:lnTo>
                  <a:lnTo>
                    <a:pt x="48201" y="85087"/>
                  </a:lnTo>
                  <a:lnTo>
                    <a:pt x="48999" y="85507"/>
                  </a:lnTo>
                  <a:lnTo>
                    <a:pt x="50011" y="84230"/>
                  </a:lnTo>
                  <a:lnTo>
                    <a:pt x="50319" y="84204"/>
                  </a:lnTo>
                  <a:lnTo>
                    <a:pt x="50743" y="85573"/>
                  </a:lnTo>
                  <a:lnTo>
                    <a:pt x="51462" y="85335"/>
                  </a:lnTo>
                  <a:lnTo>
                    <a:pt x="51989" y="90983"/>
                  </a:lnTo>
                  <a:lnTo>
                    <a:pt x="52535" y="95966"/>
                  </a:lnTo>
                  <a:lnTo>
                    <a:pt x="52531" y="98373"/>
                  </a:lnTo>
                  <a:lnTo>
                    <a:pt x="52621" y="103472"/>
                  </a:lnTo>
                  <a:lnTo>
                    <a:pt x="52870" y="107633"/>
                  </a:lnTo>
                  <a:lnTo>
                    <a:pt x="53254" y="108578"/>
                  </a:lnTo>
                  <a:lnTo>
                    <a:pt x="53709" y="110800"/>
                  </a:lnTo>
                  <a:lnTo>
                    <a:pt x="54123" y="113382"/>
                  </a:lnTo>
                  <a:lnTo>
                    <a:pt x="54452" y="114831"/>
                  </a:lnTo>
                  <a:lnTo>
                    <a:pt x="54673" y="119550"/>
                  </a:lnTo>
                  <a:lnTo>
                    <a:pt x="54944" y="122960"/>
                  </a:lnTo>
                  <a:lnTo>
                    <a:pt x="55302" y="133664"/>
                  </a:lnTo>
                  <a:close/>
                </a:path>
              </a:pathLst>
            </a:custGeom>
            <a:solidFill>
              <a:srgbClr val="FDFEF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g200"/>
            <p:cNvSpPr/>
            <p:nvPr/>
          </p:nvSpPr>
          <p:spPr>
            <a:xfrm>
              <a:off x="3606038" y="2326885"/>
              <a:ext cx="76064" cy="88476"/>
            </a:xfrm>
            <a:custGeom>
              <a:avLst/>
              <a:pathLst>
                <a:path w="76064" h="88476">
                  <a:moveTo>
                    <a:pt x="76064" y="14643"/>
                  </a:moveTo>
                  <a:lnTo>
                    <a:pt x="75777" y="21762"/>
                  </a:lnTo>
                  <a:lnTo>
                    <a:pt x="74602" y="25072"/>
                  </a:lnTo>
                  <a:lnTo>
                    <a:pt x="72825" y="23962"/>
                  </a:lnTo>
                  <a:lnTo>
                    <a:pt x="70559" y="24885"/>
                  </a:lnTo>
                  <a:lnTo>
                    <a:pt x="69358" y="28648"/>
                  </a:lnTo>
                  <a:lnTo>
                    <a:pt x="68678" y="29764"/>
                  </a:lnTo>
                  <a:lnTo>
                    <a:pt x="68063" y="31075"/>
                  </a:lnTo>
                  <a:lnTo>
                    <a:pt x="67668" y="35963"/>
                  </a:lnTo>
                  <a:lnTo>
                    <a:pt x="67575" y="43971"/>
                  </a:lnTo>
                  <a:lnTo>
                    <a:pt x="66716" y="44948"/>
                  </a:lnTo>
                  <a:lnTo>
                    <a:pt x="65928" y="45246"/>
                  </a:lnTo>
                  <a:lnTo>
                    <a:pt x="62651" y="52293"/>
                  </a:lnTo>
                  <a:lnTo>
                    <a:pt x="64537" y="54276"/>
                  </a:lnTo>
                  <a:lnTo>
                    <a:pt x="65374" y="55783"/>
                  </a:lnTo>
                  <a:lnTo>
                    <a:pt x="66753" y="59978"/>
                  </a:lnTo>
                  <a:lnTo>
                    <a:pt x="68719" y="64723"/>
                  </a:lnTo>
                  <a:lnTo>
                    <a:pt x="69106" y="67039"/>
                  </a:lnTo>
                  <a:lnTo>
                    <a:pt x="67458" y="66519"/>
                  </a:lnTo>
                  <a:lnTo>
                    <a:pt x="66882" y="66677"/>
                  </a:lnTo>
                  <a:lnTo>
                    <a:pt x="66513" y="67408"/>
                  </a:lnTo>
                  <a:lnTo>
                    <a:pt x="65747" y="67261"/>
                  </a:lnTo>
                  <a:lnTo>
                    <a:pt x="64800" y="67267"/>
                  </a:lnTo>
                  <a:lnTo>
                    <a:pt x="63810" y="68107"/>
                  </a:lnTo>
                  <a:lnTo>
                    <a:pt x="63261" y="68464"/>
                  </a:lnTo>
                  <a:lnTo>
                    <a:pt x="62529" y="67694"/>
                  </a:lnTo>
                  <a:lnTo>
                    <a:pt x="61165" y="65384"/>
                  </a:lnTo>
                  <a:lnTo>
                    <a:pt x="60337" y="63774"/>
                  </a:lnTo>
                  <a:lnTo>
                    <a:pt x="59720" y="63368"/>
                  </a:lnTo>
                  <a:lnTo>
                    <a:pt x="59099" y="63846"/>
                  </a:lnTo>
                  <a:lnTo>
                    <a:pt x="56885" y="64391"/>
                  </a:lnTo>
                  <a:lnTo>
                    <a:pt x="56362" y="65331"/>
                  </a:lnTo>
                  <a:lnTo>
                    <a:pt x="55339" y="66365"/>
                  </a:lnTo>
                  <a:lnTo>
                    <a:pt x="54310" y="66859"/>
                  </a:lnTo>
                  <a:lnTo>
                    <a:pt x="52833" y="67208"/>
                  </a:lnTo>
                  <a:lnTo>
                    <a:pt x="52055" y="67162"/>
                  </a:lnTo>
                  <a:lnTo>
                    <a:pt x="51620" y="67662"/>
                  </a:lnTo>
                  <a:lnTo>
                    <a:pt x="51255" y="69176"/>
                  </a:lnTo>
                  <a:lnTo>
                    <a:pt x="51006" y="70655"/>
                  </a:lnTo>
                  <a:lnTo>
                    <a:pt x="50788" y="71255"/>
                  </a:lnTo>
                  <a:lnTo>
                    <a:pt x="48947" y="71988"/>
                  </a:lnTo>
                  <a:lnTo>
                    <a:pt x="48544" y="72838"/>
                  </a:lnTo>
                  <a:lnTo>
                    <a:pt x="48431" y="73669"/>
                  </a:lnTo>
                  <a:lnTo>
                    <a:pt x="48466" y="74500"/>
                  </a:lnTo>
                  <a:lnTo>
                    <a:pt x="47000" y="73695"/>
                  </a:lnTo>
                  <a:lnTo>
                    <a:pt x="45865" y="74230"/>
                  </a:lnTo>
                  <a:lnTo>
                    <a:pt x="45598" y="74866"/>
                  </a:lnTo>
                  <a:lnTo>
                    <a:pt x="45360" y="75780"/>
                  </a:lnTo>
                  <a:lnTo>
                    <a:pt x="45493" y="76756"/>
                  </a:lnTo>
                  <a:lnTo>
                    <a:pt x="45911" y="77701"/>
                  </a:lnTo>
                  <a:lnTo>
                    <a:pt x="46305" y="80262"/>
                  </a:lnTo>
                  <a:lnTo>
                    <a:pt x="46447" y="82823"/>
                  </a:lnTo>
                  <a:lnTo>
                    <a:pt x="46205" y="84275"/>
                  </a:lnTo>
                  <a:lnTo>
                    <a:pt x="45365" y="85311"/>
                  </a:lnTo>
                  <a:lnTo>
                    <a:pt x="43621" y="86456"/>
                  </a:lnTo>
                  <a:lnTo>
                    <a:pt x="41935" y="85910"/>
                  </a:lnTo>
                  <a:lnTo>
                    <a:pt x="41191" y="86364"/>
                  </a:lnTo>
                  <a:lnTo>
                    <a:pt x="39942" y="86510"/>
                  </a:lnTo>
                  <a:lnTo>
                    <a:pt x="38791" y="86814"/>
                  </a:lnTo>
                  <a:lnTo>
                    <a:pt x="37023" y="87862"/>
                  </a:lnTo>
                  <a:lnTo>
                    <a:pt x="35429" y="88476"/>
                  </a:lnTo>
                  <a:lnTo>
                    <a:pt x="33994" y="86342"/>
                  </a:lnTo>
                  <a:lnTo>
                    <a:pt x="32290" y="84888"/>
                  </a:lnTo>
                  <a:lnTo>
                    <a:pt x="30502" y="84024"/>
                  </a:lnTo>
                  <a:lnTo>
                    <a:pt x="29880" y="84654"/>
                  </a:lnTo>
                  <a:lnTo>
                    <a:pt x="29611" y="85151"/>
                  </a:lnTo>
                  <a:lnTo>
                    <a:pt x="28116" y="83263"/>
                  </a:lnTo>
                  <a:lnTo>
                    <a:pt x="27445" y="82591"/>
                  </a:lnTo>
                  <a:lnTo>
                    <a:pt x="27120" y="81862"/>
                  </a:lnTo>
                  <a:lnTo>
                    <a:pt x="26497" y="79346"/>
                  </a:lnTo>
                  <a:lnTo>
                    <a:pt x="26127" y="79267"/>
                  </a:lnTo>
                  <a:lnTo>
                    <a:pt x="24894" y="80203"/>
                  </a:lnTo>
                  <a:lnTo>
                    <a:pt x="23709" y="80159"/>
                  </a:lnTo>
                  <a:lnTo>
                    <a:pt x="22989" y="79988"/>
                  </a:lnTo>
                  <a:lnTo>
                    <a:pt x="20864" y="80094"/>
                  </a:lnTo>
                  <a:lnTo>
                    <a:pt x="20582" y="81812"/>
                  </a:lnTo>
                  <a:lnTo>
                    <a:pt x="20319" y="82079"/>
                  </a:lnTo>
                  <a:lnTo>
                    <a:pt x="19858" y="82308"/>
                  </a:lnTo>
                  <a:lnTo>
                    <a:pt x="18729" y="82200"/>
                  </a:lnTo>
                  <a:lnTo>
                    <a:pt x="17284" y="83470"/>
                  </a:lnTo>
                  <a:lnTo>
                    <a:pt x="15735" y="84245"/>
                  </a:lnTo>
                  <a:lnTo>
                    <a:pt x="14524" y="84266"/>
                  </a:lnTo>
                  <a:lnTo>
                    <a:pt x="13276" y="83891"/>
                  </a:lnTo>
                  <a:lnTo>
                    <a:pt x="12528" y="84159"/>
                  </a:lnTo>
                  <a:lnTo>
                    <a:pt x="10917" y="84298"/>
                  </a:lnTo>
                  <a:lnTo>
                    <a:pt x="9894" y="86156"/>
                  </a:lnTo>
                  <a:lnTo>
                    <a:pt x="8306" y="86051"/>
                  </a:lnTo>
                  <a:lnTo>
                    <a:pt x="6970" y="85737"/>
                  </a:lnTo>
                  <a:lnTo>
                    <a:pt x="7137" y="85151"/>
                  </a:lnTo>
                  <a:lnTo>
                    <a:pt x="7402" y="77778"/>
                  </a:lnTo>
                  <a:lnTo>
                    <a:pt x="8063" y="74488"/>
                  </a:lnTo>
                  <a:lnTo>
                    <a:pt x="8038" y="73812"/>
                  </a:lnTo>
                  <a:lnTo>
                    <a:pt x="7896" y="73299"/>
                  </a:lnTo>
                  <a:lnTo>
                    <a:pt x="7311" y="72770"/>
                  </a:lnTo>
                  <a:lnTo>
                    <a:pt x="6887" y="70994"/>
                  </a:lnTo>
                  <a:lnTo>
                    <a:pt x="6005" y="66313"/>
                  </a:lnTo>
                  <a:lnTo>
                    <a:pt x="5509" y="65365"/>
                  </a:lnTo>
                  <a:lnTo>
                    <a:pt x="4122" y="64377"/>
                  </a:lnTo>
                  <a:lnTo>
                    <a:pt x="2908" y="63026"/>
                  </a:lnTo>
                  <a:lnTo>
                    <a:pt x="1879" y="61246"/>
                  </a:lnTo>
                  <a:lnTo>
                    <a:pt x="0" y="56847"/>
                  </a:lnTo>
                  <a:lnTo>
                    <a:pt x="950" y="56407"/>
                  </a:lnTo>
                  <a:lnTo>
                    <a:pt x="1238" y="55512"/>
                  </a:lnTo>
                  <a:lnTo>
                    <a:pt x="2187" y="53094"/>
                  </a:lnTo>
                  <a:lnTo>
                    <a:pt x="2295" y="51905"/>
                  </a:lnTo>
                  <a:lnTo>
                    <a:pt x="2195" y="51234"/>
                  </a:lnTo>
                  <a:lnTo>
                    <a:pt x="1560" y="50070"/>
                  </a:lnTo>
                  <a:lnTo>
                    <a:pt x="1123" y="47535"/>
                  </a:lnTo>
                  <a:lnTo>
                    <a:pt x="1453" y="45160"/>
                  </a:lnTo>
                  <a:lnTo>
                    <a:pt x="1481" y="43939"/>
                  </a:lnTo>
                  <a:lnTo>
                    <a:pt x="1160" y="42732"/>
                  </a:lnTo>
                  <a:lnTo>
                    <a:pt x="1496" y="41230"/>
                  </a:lnTo>
                  <a:lnTo>
                    <a:pt x="2177" y="40407"/>
                  </a:lnTo>
                  <a:lnTo>
                    <a:pt x="2608" y="40166"/>
                  </a:lnTo>
                  <a:lnTo>
                    <a:pt x="4413" y="40005"/>
                  </a:lnTo>
                  <a:lnTo>
                    <a:pt x="5555" y="36996"/>
                  </a:lnTo>
                  <a:lnTo>
                    <a:pt x="6249" y="36036"/>
                  </a:lnTo>
                  <a:lnTo>
                    <a:pt x="6961" y="34330"/>
                  </a:lnTo>
                  <a:lnTo>
                    <a:pt x="7290" y="33707"/>
                  </a:lnTo>
                  <a:lnTo>
                    <a:pt x="7603" y="32378"/>
                  </a:lnTo>
                  <a:lnTo>
                    <a:pt x="7712" y="31020"/>
                  </a:lnTo>
                  <a:lnTo>
                    <a:pt x="6282" y="29119"/>
                  </a:lnTo>
                  <a:lnTo>
                    <a:pt x="5797" y="27689"/>
                  </a:lnTo>
                  <a:lnTo>
                    <a:pt x="5161" y="26110"/>
                  </a:lnTo>
                  <a:lnTo>
                    <a:pt x="4301" y="25020"/>
                  </a:lnTo>
                  <a:lnTo>
                    <a:pt x="2565" y="23145"/>
                  </a:lnTo>
                  <a:lnTo>
                    <a:pt x="1889" y="21244"/>
                  </a:lnTo>
                  <a:lnTo>
                    <a:pt x="1585" y="18779"/>
                  </a:lnTo>
                  <a:lnTo>
                    <a:pt x="1124" y="16911"/>
                  </a:lnTo>
                  <a:lnTo>
                    <a:pt x="618" y="15695"/>
                  </a:lnTo>
                  <a:lnTo>
                    <a:pt x="522" y="14705"/>
                  </a:lnTo>
                  <a:lnTo>
                    <a:pt x="311" y="13489"/>
                  </a:lnTo>
                  <a:lnTo>
                    <a:pt x="260" y="11101"/>
                  </a:lnTo>
                  <a:lnTo>
                    <a:pt x="670" y="7926"/>
                  </a:lnTo>
                  <a:lnTo>
                    <a:pt x="935" y="6807"/>
                  </a:lnTo>
                  <a:lnTo>
                    <a:pt x="1523" y="6494"/>
                  </a:lnTo>
                  <a:lnTo>
                    <a:pt x="3088" y="4801"/>
                  </a:lnTo>
                  <a:lnTo>
                    <a:pt x="3161" y="2636"/>
                  </a:lnTo>
                  <a:lnTo>
                    <a:pt x="3443" y="1291"/>
                  </a:lnTo>
                  <a:lnTo>
                    <a:pt x="3941" y="519"/>
                  </a:lnTo>
                  <a:lnTo>
                    <a:pt x="4400" y="0"/>
                  </a:lnTo>
                  <a:lnTo>
                    <a:pt x="5254" y="1258"/>
                  </a:lnTo>
                  <a:lnTo>
                    <a:pt x="7328" y="3265"/>
                  </a:lnTo>
                  <a:lnTo>
                    <a:pt x="8341" y="4722"/>
                  </a:lnTo>
                  <a:lnTo>
                    <a:pt x="8291" y="5631"/>
                  </a:lnTo>
                  <a:lnTo>
                    <a:pt x="7815" y="6524"/>
                  </a:lnTo>
                  <a:lnTo>
                    <a:pt x="6913" y="7404"/>
                  </a:lnTo>
                  <a:lnTo>
                    <a:pt x="6388" y="8566"/>
                  </a:lnTo>
                  <a:lnTo>
                    <a:pt x="6244" y="10010"/>
                  </a:lnTo>
                  <a:lnTo>
                    <a:pt x="6381" y="11028"/>
                  </a:lnTo>
                  <a:lnTo>
                    <a:pt x="7007" y="11917"/>
                  </a:lnTo>
                  <a:lnTo>
                    <a:pt x="10731" y="10753"/>
                  </a:lnTo>
                  <a:lnTo>
                    <a:pt x="14509" y="11353"/>
                  </a:lnTo>
                  <a:lnTo>
                    <a:pt x="19581" y="13330"/>
                  </a:lnTo>
                  <a:lnTo>
                    <a:pt x="22945" y="14015"/>
                  </a:lnTo>
                  <a:lnTo>
                    <a:pt x="25428" y="13102"/>
                  </a:lnTo>
                  <a:lnTo>
                    <a:pt x="30031" y="14755"/>
                  </a:lnTo>
                  <a:lnTo>
                    <a:pt x="34314" y="16295"/>
                  </a:lnTo>
                  <a:lnTo>
                    <a:pt x="38426" y="16754"/>
                  </a:lnTo>
                  <a:lnTo>
                    <a:pt x="40730" y="15543"/>
                  </a:lnTo>
                  <a:lnTo>
                    <a:pt x="42348" y="13916"/>
                  </a:lnTo>
                  <a:lnTo>
                    <a:pt x="43744" y="10851"/>
                  </a:lnTo>
                  <a:lnTo>
                    <a:pt x="47186" y="6811"/>
                  </a:lnTo>
                  <a:lnTo>
                    <a:pt x="50518" y="4544"/>
                  </a:lnTo>
                  <a:lnTo>
                    <a:pt x="54887" y="2706"/>
                  </a:lnTo>
                  <a:lnTo>
                    <a:pt x="57802" y="2080"/>
                  </a:lnTo>
                  <a:lnTo>
                    <a:pt x="58214" y="2708"/>
                  </a:lnTo>
                  <a:lnTo>
                    <a:pt x="61927" y="6420"/>
                  </a:lnTo>
                  <a:lnTo>
                    <a:pt x="63580" y="6433"/>
                  </a:lnTo>
                  <a:lnTo>
                    <a:pt x="64919" y="7091"/>
                  </a:lnTo>
                  <a:lnTo>
                    <a:pt x="65405" y="8072"/>
                  </a:lnTo>
                  <a:lnTo>
                    <a:pt x="65744" y="8317"/>
                  </a:lnTo>
                  <a:lnTo>
                    <a:pt x="67520" y="7400"/>
                  </a:lnTo>
                  <a:lnTo>
                    <a:pt x="68307" y="9431"/>
                  </a:lnTo>
                  <a:lnTo>
                    <a:pt x="69539" y="12274"/>
                  </a:lnTo>
                  <a:lnTo>
                    <a:pt x="71635" y="13738"/>
                  </a:lnTo>
                  <a:lnTo>
                    <a:pt x="73502" y="14568"/>
                  </a:lnTo>
                  <a:lnTo>
                    <a:pt x="74090" y="14695"/>
                  </a:lnTo>
                  <a:close/>
                </a:path>
              </a:pathLst>
            </a:custGeom>
            <a:solidFill>
              <a:srgbClr val="A0C997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g201"/>
            <p:cNvSpPr/>
            <p:nvPr/>
          </p:nvSpPr>
          <p:spPr>
            <a:xfrm>
              <a:off x="3948601" y="2858513"/>
              <a:ext cx="2011" cy="12991"/>
            </a:xfrm>
            <a:custGeom>
              <a:avLst/>
              <a:pathLst>
                <a:path w="2011" h="12991">
                  <a:moveTo>
                    <a:pt x="1886" y="10736"/>
                  </a:moveTo>
                  <a:lnTo>
                    <a:pt x="1492" y="12991"/>
                  </a:lnTo>
                  <a:lnTo>
                    <a:pt x="1116" y="12202"/>
                  </a:lnTo>
                  <a:lnTo>
                    <a:pt x="164" y="8300"/>
                  </a:lnTo>
                  <a:lnTo>
                    <a:pt x="451" y="5554"/>
                  </a:lnTo>
                  <a:lnTo>
                    <a:pt x="0" y="1643"/>
                  </a:lnTo>
                  <a:lnTo>
                    <a:pt x="213" y="516"/>
                  </a:lnTo>
                  <a:lnTo>
                    <a:pt x="1360" y="0"/>
                  </a:lnTo>
                  <a:lnTo>
                    <a:pt x="1626" y="168"/>
                  </a:lnTo>
                  <a:lnTo>
                    <a:pt x="1284" y="1422"/>
                  </a:lnTo>
                  <a:lnTo>
                    <a:pt x="1917" y="3604"/>
                  </a:lnTo>
                  <a:lnTo>
                    <a:pt x="2011" y="7212"/>
                  </a:lnTo>
                  <a:close/>
                </a:path>
              </a:pathLst>
            </a:custGeom>
            <a:solidFill>
              <a:srgbClr val="E8F2E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g202"/>
            <p:cNvSpPr/>
            <p:nvPr/>
          </p:nvSpPr>
          <p:spPr>
            <a:xfrm>
              <a:off x="2435689" y="3004280"/>
              <a:ext cx="8228" cy="11109"/>
            </a:xfrm>
            <a:custGeom>
              <a:avLst/>
              <a:pathLst>
                <a:path w="8228" h="11109">
                  <a:moveTo>
                    <a:pt x="8043" y="3575"/>
                  </a:moveTo>
                  <a:lnTo>
                    <a:pt x="7654" y="5742"/>
                  </a:lnTo>
                  <a:lnTo>
                    <a:pt x="6365" y="9876"/>
                  </a:lnTo>
                  <a:lnTo>
                    <a:pt x="3486" y="10917"/>
                  </a:lnTo>
                  <a:lnTo>
                    <a:pt x="314" y="11109"/>
                  </a:lnTo>
                  <a:lnTo>
                    <a:pt x="69" y="9981"/>
                  </a:lnTo>
                  <a:lnTo>
                    <a:pt x="0" y="8990"/>
                  </a:lnTo>
                  <a:lnTo>
                    <a:pt x="231" y="7440"/>
                  </a:lnTo>
                  <a:lnTo>
                    <a:pt x="210" y="6830"/>
                  </a:lnTo>
                  <a:lnTo>
                    <a:pt x="78" y="6207"/>
                  </a:lnTo>
                  <a:lnTo>
                    <a:pt x="1240" y="5538"/>
                  </a:lnTo>
                  <a:lnTo>
                    <a:pt x="1995" y="3621"/>
                  </a:lnTo>
                  <a:lnTo>
                    <a:pt x="3196" y="3298"/>
                  </a:lnTo>
                  <a:lnTo>
                    <a:pt x="4695" y="4645"/>
                  </a:lnTo>
                  <a:lnTo>
                    <a:pt x="5502" y="4694"/>
                  </a:lnTo>
                  <a:lnTo>
                    <a:pt x="6697" y="3208"/>
                  </a:lnTo>
                  <a:lnTo>
                    <a:pt x="7657" y="0"/>
                  </a:lnTo>
                  <a:lnTo>
                    <a:pt x="8228" y="409"/>
                  </a:lnTo>
                  <a:close/>
                </a:path>
              </a:pathLst>
            </a:custGeom>
            <a:solidFill>
              <a:srgbClr val="FFAB9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g203"/>
            <p:cNvSpPr/>
            <p:nvPr/>
          </p:nvSpPr>
          <p:spPr>
            <a:xfrm>
              <a:off x="2443296" y="2996945"/>
              <a:ext cx="1786" cy="3073"/>
            </a:xfrm>
            <a:custGeom>
              <a:avLst/>
              <a:pathLst>
                <a:path w="1786" h="3073">
                  <a:moveTo>
                    <a:pt x="1786" y="1623"/>
                  </a:moveTo>
                  <a:lnTo>
                    <a:pt x="163" y="3073"/>
                  </a:lnTo>
                  <a:lnTo>
                    <a:pt x="0" y="1367"/>
                  </a:lnTo>
                  <a:lnTo>
                    <a:pt x="827" y="0"/>
                  </a:lnTo>
                  <a:close/>
                </a:path>
              </a:pathLst>
            </a:custGeom>
            <a:solidFill>
              <a:srgbClr val="FFAB9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g204"/>
            <p:cNvSpPr/>
            <p:nvPr/>
          </p:nvSpPr>
          <p:spPr>
            <a:xfrm>
              <a:off x="2442087" y="2970537"/>
              <a:ext cx="5053" cy="4866"/>
            </a:xfrm>
            <a:custGeom>
              <a:avLst/>
              <a:pathLst>
                <a:path w="5053" h="4866">
                  <a:moveTo>
                    <a:pt x="1473" y="776"/>
                  </a:moveTo>
                  <a:lnTo>
                    <a:pt x="2229" y="1203"/>
                  </a:lnTo>
                  <a:lnTo>
                    <a:pt x="2640" y="1172"/>
                  </a:lnTo>
                  <a:lnTo>
                    <a:pt x="4035" y="2060"/>
                  </a:lnTo>
                  <a:lnTo>
                    <a:pt x="4866" y="3278"/>
                  </a:lnTo>
                  <a:lnTo>
                    <a:pt x="5053" y="3780"/>
                  </a:lnTo>
                  <a:lnTo>
                    <a:pt x="4607" y="4866"/>
                  </a:lnTo>
                  <a:lnTo>
                    <a:pt x="3324" y="2809"/>
                  </a:lnTo>
                  <a:lnTo>
                    <a:pt x="2204" y="2543"/>
                  </a:lnTo>
                  <a:lnTo>
                    <a:pt x="630" y="2592"/>
                  </a:lnTo>
                  <a:lnTo>
                    <a:pt x="0" y="2204"/>
                  </a:lnTo>
                  <a:lnTo>
                    <a:pt x="420" y="0"/>
                  </a:lnTo>
                  <a:close/>
                </a:path>
              </a:pathLst>
            </a:custGeom>
            <a:solidFill>
              <a:srgbClr val="FFAB9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g205"/>
            <p:cNvSpPr/>
            <p:nvPr/>
          </p:nvSpPr>
          <p:spPr>
            <a:xfrm>
              <a:off x="2428498" y="2962389"/>
              <a:ext cx="5367" cy="16174"/>
            </a:xfrm>
            <a:custGeom>
              <a:avLst/>
              <a:pathLst>
                <a:path w="5367" h="16174">
                  <a:moveTo>
                    <a:pt x="855" y="15285"/>
                  </a:moveTo>
                  <a:lnTo>
                    <a:pt x="0" y="16174"/>
                  </a:lnTo>
                  <a:lnTo>
                    <a:pt x="189" y="14641"/>
                  </a:lnTo>
                  <a:lnTo>
                    <a:pt x="1829" y="12046"/>
                  </a:lnTo>
                  <a:lnTo>
                    <a:pt x="2736" y="9763"/>
                  </a:lnTo>
                  <a:lnTo>
                    <a:pt x="3252" y="8955"/>
                  </a:lnTo>
                  <a:lnTo>
                    <a:pt x="3436" y="8328"/>
                  </a:lnTo>
                  <a:lnTo>
                    <a:pt x="4154" y="7485"/>
                  </a:lnTo>
                  <a:lnTo>
                    <a:pt x="4515" y="6016"/>
                  </a:lnTo>
                  <a:lnTo>
                    <a:pt x="4416" y="4817"/>
                  </a:lnTo>
                  <a:lnTo>
                    <a:pt x="3662" y="2836"/>
                  </a:lnTo>
                  <a:lnTo>
                    <a:pt x="3673" y="1441"/>
                  </a:lnTo>
                  <a:lnTo>
                    <a:pt x="3932" y="458"/>
                  </a:lnTo>
                  <a:lnTo>
                    <a:pt x="5203" y="0"/>
                  </a:lnTo>
                  <a:lnTo>
                    <a:pt x="4867" y="1486"/>
                  </a:lnTo>
                  <a:lnTo>
                    <a:pt x="5367" y="5691"/>
                  </a:lnTo>
                  <a:lnTo>
                    <a:pt x="3684" y="10929"/>
                  </a:lnTo>
                  <a:lnTo>
                    <a:pt x="2242" y="12552"/>
                  </a:lnTo>
                  <a:close/>
                </a:path>
              </a:pathLst>
            </a:custGeom>
            <a:solidFill>
              <a:srgbClr val="FFAB9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g206"/>
            <p:cNvSpPr/>
            <p:nvPr/>
          </p:nvSpPr>
          <p:spPr>
            <a:xfrm>
              <a:off x="2428046" y="2959182"/>
              <a:ext cx="3402" cy="5146"/>
            </a:xfrm>
            <a:custGeom>
              <a:avLst/>
              <a:pathLst>
                <a:path w="3402" h="5146">
                  <a:moveTo>
                    <a:pt x="3125" y="3431"/>
                  </a:moveTo>
                  <a:lnTo>
                    <a:pt x="3402" y="3960"/>
                  </a:lnTo>
                  <a:lnTo>
                    <a:pt x="2624" y="5146"/>
                  </a:lnTo>
                  <a:lnTo>
                    <a:pt x="874" y="3679"/>
                  </a:lnTo>
                  <a:lnTo>
                    <a:pt x="479" y="3780"/>
                  </a:lnTo>
                  <a:lnTo>
                    <a:pt x="132" y="2220"/>
                  </a:lnTo>
                  <a:lnTo>
                    <a:pt x="0" y="1064"/>
                  </a:lnTo>
                  <a:lnTo>
                    <a:pt x="84" y="0"/>
                  </a:lnTo>
                  <a:lnTo>
                    <a:pt x="1127" y="828"/>
                  </a:lnTo>
                  <a:lnTo>
                    <a:pt x="1688" y="2354"/>
                  </a:lnTo>
                  <a:close/>
                </a:path>
              </a:pathLst>
            </a:custGeom>
            <a:solidFill>
              <a:srgbClr val="FFAB9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g207"/>
            <p:cNvSpPr/>
            <p:nvPr/>
          </p:nvSpPr>
          <p:spPr>
            <a:xfrm>
              <a:off x="2415835" y="2934693"/>
              <a:ext cx="5794" cy="23629"/>
            </a:xfrm>
            <a:custGeom>
              <a:avLst/>
              <a:pathLst>
                <a:path w="5794" h="23629">
                  <a:moveTo>
                    <a:pt x="5794" y="22871"/>
                  </a:moveTo>
                  <a:lnTo>
                    <a:pt x="5717" y="23629"/>
                  </a:lnTo>
                  <a:lnTo>
                    <a:pt x="4175" y="17723"/>
                  </a:lnTo>
                  <a:lnTo>
                    <a:pt x="2240" y="16289"/>
                  </a:lnTo>
                  <a:lnTo>
                    <a:pt x="1128" y="14863"/>
                  </a:lnTo>
                  <a:lnTo>
                    <a:pt x="1359" y="14054"/>
                  </a:lnTo>
                  <a:lnTo>
                    <a:pt x="2131" y="13702"/>
                  </a:lnTo>
                  <a:lnTo>
                    <a:pt x="2259" y="11832"/>
                  </a:lnTo>
                  <a:lnTo>
                    <a:pt x="1930" y="9809"/>
                  </a:lnTo>
                  <a:lnTo>
                    <a:pt x="910" y="5725"/>
                  </a:lnTo>
                  <a:lnTo>
                    <a:pt x="338" y="2957"/>
                  </a:lnTo>
                  <a:lnTo>
                    <a:pt x="75" y="2320"/>
                  </a:lnTo>
                  <a:lnTo>
                    <a:pt x="0" y="0"/>
                  </a:lnTo>
                  <a:lnTo>
                    <a:pt x="1210" y="3592"/>
                  </a:lnTo>
                  <a:lnTo>
                    <a:pt x="1714" y="6787"/>
                  </a:lnTo>
                  <a:lnTo>
                    <a:pt x="2524" y="9915"/>
                  </a:lnTo>
                  <a:lnTo>
                    <a:pt x="3068" y="15311"/>
                  </a:lnTo>
                  <a:lnTo>
                    <a:pt x="4617" y="17145"/>
                  </a:lnTo>
                  <a:lnTo>
                    <a:pt x="5732" y="19752"/>
                  </a:lnTo>
                  <a:close/>
                </a:path>
              </a:pathLst>
            </a:custGeom>
            <a:solidFill>
              <a:srgbClr val="FFAB9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g208"/>
            <p:cNvSpPr/>
            <p:nvPr/>
          </p:nvSpPr>
          <p:spPr>
            <a:xfrm>
              <a:off x="2407046" y="2934603"/>
              <a:ext cx="4540" cy="6712"/>
            </a:xfrm>
            <a:custGeom>
              <a:avLst/>
              <a:pathLst>
                <a:path w="4540" h="6712">
                  <a:moveTo>
                    <a:pt x="4540" y="6537"/>
                  </a:moveTo>
                  <a:lnTo>
                    <a:pt x="4031" y="6712"/>
                  </a:lnTo>
                  <a:lnTo>
                    <a:pt x="3121" y="5931"/>
                  </a:lnTo>
                  <a:lnTo>
                    <a:pt x="989" y="2337"/>
                  </a:lnTo>
                  <a:lnTo>
                    <a:pt x="0" y="2027"/>
                  </a:lnTo>
                  <a:lnTo>
                    <a:pt x="324" y="0"/>
                  </a:lnTo>
                  <a:lnTo>
                    <a:pt x="1078" y="708"/>
                  </a:lnTo>
                  <a:lnTo>
                    <a:pt x="2798" y="3807"/>
                  </a:lnTo>
                  <a:lnTo>
                    <a:pt x="3447" y="5360"/>
                  </a:lnTo>
                  <a:close/>
                </a:path>
              </a:pathLst>
            </a:custGeom>
            <a:solidFill>
              <a:srgbClr val="FFAB9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g209"/>
            <p:cNvSpPr/>
            <p:nvPr/>
          </p:nvSpPr>
          <p:spPr>
            <a:xfrm>
              <a:off x="2425158" y="2921150"/>
              <a:ext cx="1480" cy="4932"/>
            </a:xfrm>
            <a:custGeom>
              <a:avLst/>
              <a:pathLst>
                <a:path w="1480" h="4932">
                  <a:moveTo>
                    <a:pt x="1480" y="1731"/>
                  </a:moveTo>
                  <a:lnTo>
                    <a:pt x="514" y="4932"/>
                  </a:lnTo>
                  <a:lnTo>
                    <a:pt x="0" y="4660"/>
                  </a:lnTo>
                  <a:lnTo>
                    <a:pt x="292" y="637"/>
                  </a:lnTo>
                  <a:lnTo>
                    <a:pt x="961" y="0"/>
                  </a:lnTo>
                  <a:lnTo>
                    <a:pt x="1224" y="34"/>
                  </a:lnTo>
                  <a:close/>
                </a:path>
              </a:pathLst>
            </a:custGeom>
            <a:solidFill>
              <a:srgbClr val="FFAB9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g210"/>
            <p:cNvSpPr/>
            <p:nvPr/>
          </p:nvSpPr>
          <p:spPr>
            <a:xfrm>
              <a:off x="2383125" y="2916396"/>
              <a:ext cx="5863" cy="16204"/>
            </a:xfrm>
            <a:custGeom>
              <a:avLst/>
              <a:pathLst>
                <a:path w="5863" h="16204">
                  <a:moveTo>
                    <a:pt x="4170" y="1125"/>
                  </a:moveTo>
                  <a:lnTo>
                    <a:pt x="4189" y="1802"/>
                  </a:lnTo>
                  <a:lnTo>
                    <a:pt x="2981" y="3666"/>
                  </a:lnTo>
                  <a:lnTo>
                    <a:pt x="3859" y="4996"/>
                  </a:lnTo>
                  <a:lnTo>
                    <a:pt x="4686" y="2103"/>
                  </a:lnTo>
                  <a:lnTo>
                    <a:pt x="5342" y="4453"/>
                  </a:lnTo>
                  <a:lnTo>
                    <a:pt x="5702" y="8861"/>
                  </a:lnTo>
                  <a:lnTo>
                    <a:pt x="5643" y="9629"/>
                  </a:lnTo>
                  <a:lnTo>
                    <a:pt x="5703" y="10287"/>
                  </a:lnTo>
                  <a:lnTo>
                    <a:pt x="5832" y="11131"/>
                  </a:lnTo>
                  <a:lnTo>
                    <a:pt x="5863" y="12354"/>
                  </a:lnTo>
                  <a:lnTo>
                    <a:pt x="5193" y="16204"/>
                  </a:lnTo>
                  <a:lnTo>
                    <a:pt x="2786" y="15809"/>
                  </a:lnTo>
                  <a:lnTo>
                    <a:pt x="2731" y="12564"/>
                  </a:lnTo>
                  <a:lnTo>
                    <a:pt x="2359" y="11937"/>
                  </a:lnTo>
                  <a:lnTo>
                    <a:pt x="1799" y="7303"/>
                  </a:lnTo>
                  <a:lnTo>
                    <a:pt x="1046" y="5810"/>
                  </a:lnTo>
                  <a:lnTo>
                    <a:pt x="0" y="2001"/>
                  </a:lnTo>
                  <a:lnTo>
                    <a:pt x="607" y="1018"/>
                  </a:lnTo>
                  <a:lnTo>
                    <a:pt x="1417" y="1346"/>
                  </a:lnTo>
                  <a:lnTo>
                    <a:pt x="1832" y="887"/>
                  </a:lnTo>
                  <a:lnTo>
                    <a:pt x="2955" y="520"/>
                  </a:lnTo>
                  <a:lnTo>
                    <a:pt x="3637" y="0"/>
                  </a:lnTo>
                  <a:close/>
                </a:path>
              </a:pathLst>
            </a:custGeom>
            <a:solidFill>
              <a:srgbClr val="FFAB9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g211"/>
            <p:cNvSpPr/>
            <p:nvPr/>
          </p:nvSpPr>
          <p:spPr>
            <a:xfrm>
              <a:off x="2410618" y="2904282"/>
              <a:ext cx="5389" cy="16501"/>
            </a:xfrm>
            <a:custGeom>
              <a:avLst/>
              <a:pathLst>
                <a:path w="5389" h="16501">
                  <a:moveTo>
                    <a:pt x="5308" y="14700"/>
                  </a:moveTo>
                  <a:lnTo>
                    <a:pt x="5389" y="16202"/>
                  </a:lnTo>
                  <a:lnTo>
                    <a:pt x="4573" y="15898"/>
                  </a:lnTo>
                  <a:lnTo>
                    <a:pt x="3368" y="16485"/>
                  </a:lnTo>
                  <a:lnTo>
                    <a:pt x="2934" y="16501"/>
                  </a:lnTo>
                  <a:lnTo>
                    <a:pt x="3204" y="15472"/>
                  </a:lnTo>
                  <a:lnTo>
                    <a:pt x="4041" y="14081"/>
                  </a:lnTo>
                  <a:lnTo>
                    <a:pt x="4083" y="12757"/>
                  </a:lnTo>
                  <a:lnTo>
                    <a:pt x="3048" y="10847"/>
                  </a:lnTo>
                  <a:lnTo>
                    <a:pt x="1842" y="6094"/>
                  </a:lnTo>
                  <a:lnTo>
                    <a:pt x="1278" y="4967"/>
                  </a:lnTo>
                  <a:lnTo>
                    <a:pt x="1010" y="3181"/>
                  </a:lnTo>
                  <a:lnTo>
                    <a:pt x="0" y="1265"/>
                  </a:lnTo>
                  <a:lnTo>
                    <a:pt x="211" y="240"/>
                  </a:lnTo>
                  <a:lnTo>
                    <a:pt x="418" y="0"/>
                  </a:lnTo>
                  <a:lnTo>
                    <a:pt x="1102" y="492"/>
                  </a:lnTo>
                  <a:lnTo>
                    <a:pt x="2651" y="7328"/>
                  </a:lnTo>
                  <a:lnTo>
                    <a:pt x="2752" y="7983"/>
                  </a:lnTo>
                  <a:close/>
                </a:path>
              </a:pathLst>
            </a:custGeom>
            <a:solidFill>
              <a:srgbClr val="FFAB9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g212"/>
            <p:cNvSpPr/>
            <p:nvPr/>
          </p:nvSpPr>
          <p:spPr>
            <a:xfrm>
              <a:off x="2388463" y="2892891"/>
              <a:ext cx="3568" cy="2656"/>
            </a:xfrm>
            <a:custGeom>
              <a:avLst/>
              <a:pathLst>
                <a:path w="3568" h="2656">
                  <a:moveTo>
                    <a:pt x="2612" y="2043"/>
                  </a:moveTo>
                  <a:lnTo>
                    <a:pt x="1235" y="2656"/>
                  </a:lnTo>
                  <a:lnTo>
                    <a:pt x="252" y="2051"/>
                  </a:lnTo>
                  <a:lnTo>
                    <a:pt x="0" y="1565"/>
                  </a:lnTo>
                  <a:lnTo>
                    <a:pt x="421" y="748"/>
                  </a:lnTo>
                  <a:lnTo>
                    <a:pt x="1348" y="67"/>
                  </a:lnTo>
                  <a:lnTo>
                    <a:pt x="2837" y="0"/>
                  </a:lnTo>
                  <a:lnTo>
                    <a:pt x="3489" y="805"/>
                  </a:lnTo>
                  <a:lnTo>
                    <a:pt x="3568" y="1157"/>
                  </a:lnTo>
                  <a:close/>
                </a:path>
              </a:pathLst>
            </a:custGeom>
            <a:solidFill>
              <a:srgbClr val="FFAB9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g213"/>
            <p:cNvSpPr/>
            <p:nvPr/>
          </p:nvSpPr>
          <p:spPr>
            <a:xfrm>
              <a:off x="2377819" y="2889365"/>
              <a:ext cx="8533" cy="27034"/>
            </a:xfrm>
            <a:custGeom>
              <a:avLst/>
              <a:pathLst>
                <a:path w="8533" h="27034">
                  <a:moveTo>
                    <a:pt x="8426" y="14624"/>
                  </a:moveTo>
                  <a:lnTo>
                    <a:pt x="8400" y="18202"/>
                  </a:lnTo>
                  <a:lnTo>
                    <a:pt x="8533" y="20879"/>
                  </a:lnTo>
                  <a:lnTo>
                    <a:pt x="8410" y="21832"/>
                  </a:lnTo>
                  <a:lnTo>
                    <a:pt x="7091" y="23621"/>
                  </a:lnTo>
                  <a:lnTo>
                    <a:pt x="6752" y="24621"/>
                  </a:lnTo>
                  <a:lnTo>
                    <a:pt x="5509" y="25630"/>
                  </a:lnTo>
                  <a:lnTo>
                    <a:pt x="4757" y="27034"/>
                  </a:lnTo>
                  <a:lnTo>
                    <a:pt x="4380" y="24753"/>
                  </a:lnTo>
                  <a:lnTo>
                    <a:pt x="3650" y="23343"/>
                  </a:lnTo>
                  <a:lnTo>
                    <a:pt x="3528" y="20946"/>
                  </a:lnTo>
                  <a:lnTo>
                    <a:pt x="2970" y="21756"/>
                  </a:lnTo>
                  <a:lnTo>
                    <a:pt x="2165" y="21262"/>
                  </a:lnTo>
                  <a:lnTo>
                    <a:pt x="838" y="19447"/>
                  </a:lnTo>
                  <a:lnTo>
                    <a:pt x="0" y="16983"/>
                  </a:lnTo>
                  <a:lnTo>
                    <a:pt x="1174" y="16556"/>
                  </a:lnTo>
                  <a:lnTo>
                    <a:pt x="1417" y="18087"/>
                  </a:lnTo>
                  <a:lnTo>
                    <a:pt x="2346" y="16208"/>
                  </a:lnTo>
                  <a:lnTo>
                    <a:pt x="2135" y="15218"/>
                  </a:lnTo>
                  <a:lnTo>
                    <a:pt x="1967" y="15092"/>
                  </a:lnTo>
                  <a:lnTo>
                    <a:pt x="1663" y="13250"/>
                  </a:lnTo>
                  <a:lnTo>
                    <a:pt x="3061" y="8429"/>
                  </a:lnTo>
                  <a:lnTo>
                    <a:pt x="3363" y="5318"/>
                  </a:lnTo>
                  <a:lnTo>
                    <a:pt x="2729" y="327"/>
                  </a:lnTo>
                  <a:lnTo>
                    <a:pt x="3321" y="0"/>
                  </a:lnTo>
                  <a:lnTo>
                    <a:pt x="4899" y="1750"/>
                  </a:lnTo>
                  <a:lnTo>
                    <a:pt x="5606" y="3472"/>
                  </a:lnTo>
                  <a:lnTo>
                    <a:pt x="5629" y="5837"/>
                  </a:lnTo>
                  <a:lnTo>
                    <a:pt x="6292" y="7668"/>
                  </a:lnTo>
                  <a:lnTo>
                    <a:pt x="7253" y="12054"/>
                  </a:lnTo>
                  <a:close/>
                </a:path>
              </a:pathLst>
            </a:custGeom>
            <a:solidFill>
              <a:srgbClr val="FFAB9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g214"/>
            <p:cNvSpPr/>
            <p:nvPr/>
          </p:nvSpPr>
          <p:spPr>
            <a:xfrm>
              <a:off x="2397984" y="2878652"/>
              <a:ext cx="8113" cy="27051"/>
            </a:xfrm>
            <a:custGeom>
              <a:avLst/>
              <a:pathLst>
                <a:path w="8113" h="27051">
                  <a:moveTo>
                    <a:pt x="1606" y="2289"/>
                  </a:moveTo>
                  <a:lnTo>
                    <a:pt x="3612" y="5622"/>
                  </a:lnTo>
                  <a:lnTo>
                    <a:pt x="5324" y="6880"/>
                  </a:lnTo>
                  <a:lnTo>
                    <a:pt x="7174" y="11053"/>
                  </a:lnTo>
                  <a:lnTo>
                    <a:pt x="7971" y="12539"/>
                  </a:lnTo>
                  <a:lnTo>
                    <a:pt x="8113" y="13892"/>
                  </a:lnTo>
                  <a:lnTo>
                    <a:pt x="7801" y="20071"/>
                  </a:lnTo>
                  <a:lnTo>
                    <a:pt x="7385" y="23790"/>
                  </a:lnTo>
                  <a:lnTo>
                    <a:pt x="7447" y="27051"/>
                  </a:lnTo>
                  <a:lnTo>
                    <a:pt x="7013" y="26086"/>
                  </a:lnTo>
                  <a:lnTo>
                    <a:pt x="6574" y="23950"/>
                  </a:lnTo>
                  <a:lnTo>
                    <a:pt x="5854" y="22723"/>
                  </a:lnTo>
                  <a:lnTo>
                    <a:pt x="5614" y="22079"/>
                  </a:lnTo>
                  <a:lnTo>
                    <a:pt x="6908" y="21938"/>
                  </a:lnTo>
                  <a:lnTo>
                    <a:pt x="7023" y="18576"/>
                  </a:lnTo>
                  <a:lnTo>
                    <a:pt x="7655" y="15924"/>
                  </a:lnTo>
                  <a:lnTo>
                    <a:pt x="7559" y="13165"/>
                  </a:lnTo>
                  <a:lnTo>
                    <a:pt x="6048" y="10128"/>
                  </a:lnTo>
                  <a:lnTo>
                    <a:pt x="5013" y="7455"/>
                  </a:lnTo>
                  <a:lnTo>
                    <a:pt x="3421" y="6599"/>
                  </a:lnTo>
                  <a:lnTo>
                    <a:pt x="1949" y="3937"/>
                  </a:lnTo>
                  <a:lnTo>
                    <a:pt x="1071" y="3609"/>
                  </a:lnTo>
                  <a:lnTo>
                    <a:pt x="0" y="4078"/>
                  </a:lnTo>
                  <a:lnTo>
                    <a:pt x="386" y="2491"/>
                  </a:lnTo>
                  <a:lnTo>
                    <a:pt x="654" y="392"/>
                  </a:lnTo>
                  <a:lnTo>
                    <a:pt x="850" y="0"/>
                  </a:lnTo>
                  <a:close/>
                </a:path>
              </a:pathLst>
            </a:custGeom>
            <a:solidFill>
              <a:srgbClr val="FFAB9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g215"/>
            <p:cNvSpPr/>
            <p:nvPr/>
          </p:nvSpPr>
          <p:spPr>
            <a:xfrm>
              <a:off x="2371111" y="2842216"/>
              <a:ext cx="12957" cy="8783"/>
            </a:xfrm>
            <a:custGeom>
              <a:avLst/>
              <a:pathLst>
                <a:path w="12957" h="8783">
                  <a:moveTo>
                    <a:pt x="6005" y="2035"/>
                  </a:moveTo>
                  <a:lnTo>
                    <a:pt x="7481" y="2954"/>
                  </a:lnTo>
                  <a:lnTo>
                    <a:pt x="8272" y="2829"/>
                  </a:lnTo>
                  <a:lnTo>
                    <a:pt x="8747" y="2224"/>
                  </a:lnTo>
                  <a:lnTo>
                    <a:pt x="10931" y="2471"/>
                  </a:lnTo>
                  <a:lnTo>
                    <a:pt x="12695" y="1587"/>
                  </a:lnTo>
                  <a:lnTo>
                    <a:pt x="12957" y="3156"/>
                  </a:lnTo>
                  <a:lnTo>
                    <a:pt x="12912" y="3976"/>
                  </a:lnTo>
                  <a:lnTo>
                    <a:pt x="9161" y="4745"/>
                  </a:lnTo>
                  <a:lnTo>
                    <a:pt x="5721" y="7049"/>
                  </a:lnTo>
                  <a:lnTo>
                    <a:pt x="3835" y="8610"/>
                  </a:lnTo>
                  <a:lnTo>
                    <a:pt x="2949" y="8783"/>
                  </a:lnTo>
                  <a:lnTo>
                    <a:pt x="2272" y="7962"/>
                  </a:lnTo>
                  <a:lnTo>
                    <a:pt x="0" y="3204"/>
                  </a:lnTo>
                  <a:lnTo>
                    <a:pt x="607" y="3679"/>
                  </a:lnTo>
                  <a:lnTo>
                    <a:pt x="2286" y="6368"/>
                  </a:lnTo>
                  <a:lnTo>
                    <a:pt x="3328" y="5878"/>
                  </a:lnTo>
                  <a:lnTo>
                    <a:pt x="4294" y="4100"/>
                  </a:lnTo>
                  <a:lnTo>
                    <a:pt x="4442" y="2757"/>
                  </a:lnTo>
                  <a:lnTo>
                    <a:pt x="4298" y="2121"/>
                  </a:lnTo>
                  <a:lnTo>
                    <a:pt x="4735" y="0"/>
                  </a:lnTo>
                  <a:close/>
                </a:path>
              </a:pathLst>
            </a:custGeom>
            <a:solidFill>
              <a:srgbClr val="FFAB9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g216"/>
            <p:cNvSpPr/>
            <p:nvPr/>
          </p:nvSpPr>
          <p:spPr>
            <a:xfrm>
              <a:off x="2383809" y="2838016"/>
              <a:ext cx="11035" cy="30867"/>
            </a:xfrm>
            <a:custGeom>
              <a:avLst/>
              <a:pathLst>
                <a:path w="11035" h="30867">
                  <a:moveTo>
                    <a:pt x="8751" y="30609"/>
                  </a:moveTo>
                  <a:lnTo>
                    <a:pt x="8498" y="30867"/>
                  </a:lnTo>
                  <a:lnTo>
                    <a:pt x="7440" y="27908"/>
                  </a:lnTo>
                  <a:lnTo>
                    <a:pt x="6588" y="27048"/>
                  </a:lnTo>
                  <a:lnTo>
                    <a:pt x="7919" y="24956"/>
                  </a:lnTo>
                  <a:lnTo>
                    <a:pt x="8494" y="23158"/>
                  </a:lnTo>
                  <a:lnTo>
                    <a:pt x="8482" y="19237"/>
                  </a:lnTo>
                  <a:lnTo>
                    <a:pt x="8807" y="17088"/>
                  </a:lnTo>
                  <a:lnTo>
                    <a:pt x="8697" y="15229"/>
                  </a:lnTo>
                  <a:lnTo>
                    <a:pt x="8990" y="13330"/>
                  </a:lnTo>
                  <a:lnTo>
                    <a:pt x="8593" y="11197"/>
                  </a:lnTo>
                  <a:lnTo>
                    <a:pt x="7480" y="9506"/>
                  </a:lnTo>
                  <a:lnTo>
                    <a:pt x="5278" y="2780"/>
                  </a:lnTo>
                  <a:lnTo>
                    <a:pt x="1800" y="1147"/>
                  </a:lnTo>
                  <a:lnTo>
                    <a:pt x="0" y="1079"/>
                  </a:lnTo>
                  <a:lnTo>
                    <a:pt x="989" y="0"/>
                  </a:lnTo>
                  <a:lnTo>
                    <a:pt x="1903" y="131"/>
                  </a:lnTo>
                  <a:lnTo>
                    <a:pt x="3310" y="773"/>
                  </a:lnTo>
                  <a:lnTo>
                    <a:pt x="4995" y="1083"/>
                  </a:lnTo>
                  <a:lnTo>
                    <a:pt x="6024" y="3063"/>
                  </a:lnTo>
                  <a:lnTo>
                    <a:pt x="7007" y="5687"/>
                  </a:lnTo>
                  <a:lnTo>
                    <a:pt x="7895" y="6749"/>
                  </a:lnTo>
                  <a:lnTo>
                    <a:pt x="8260" y="7424"/>
                  </a:lnTo>
                  <a:lnTo>
                    <a:pt x="8219" y="8186"/>
                  </a:lnTo>
                  <a:lnTo>
                    <a:pt x="8367" y="8902"/>
                  </a:lnTo>
                  <a:lnTo>
                    <a:pt x="9526" y="10130"/>
                  </a:lnTo>
                  <a:lnTo>
                    <a:pt x="10693" y="12112"/>
                  </a:lnTo>
                  <a:lnTo>
                    <a:pt x="11035" y="17925"/>
                  </a:lnTo>
                  <a:lnTo>
                    <a:pt x="9462" y="20677"/>
                  </a:lnTo>
                  <a:lnTo>
                    <a:pt x="9173" y="29094"/>
                  </a:lnTo>
                  <a:close/>
                </a:path>
              </a:pathLst>
            </a:custGeom>
            <a:solidFill>
              <a:srgbClr val="FFAB9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g217"/>
            <p:cNvSpPr/>
            <p:nvPr/>
          </p:nvSpPr>
          <p:spPr>
            <a:xfrm>
              <a:off x="3525512" y="2296191"/>
              <a:ext cx="46886" cy="80280"/>
            </a:xfrm>
            <a:custGeom>
              <a:avLst/>
              <a:pathLst>
                <a:path w="46886" h="80280">
                  <a:moveTo>
                    <a:pt x="39858" y="12037"/>
                  </a:moveTo>
                  <a:lnTo>
                    <a:pt x="40284" y="11973"/>
                  </a:lnTo>
                  <a:lnTo>
                    <a:pt x="41374" y="11138"/>
                  </a:lnTo>
                  <a:lnTo>
                    <a:pt x="42657" y="10705"/>
                  </a:lnTo>
                  <a:lnTo>
                    <a:pt x="43582" y="11202"/>
                  </a:lnTo>
                  <a:lnTo>
                    <a:pt x="44020" y="11691"/>
                  </a:lnTo>
                  <a:lnTo>
                    <a:pt x="44120" y="12352"/>
                  </a:lnTo>
                  <a:lnTo>
                    <a:pt x="43847" y="14653"/>
                  </a:lnTo>
                  <a:lnTo>
                    <a:pt x="43328" y="17132"/>
                  </a:lnTo>
                  <a:lnTo>
                    <a:pt x="42491" y="19708"/>
                  </a:lnTo>
                  <a:lnTo>
                    <a:pt x="41616" y="22138"/>
                  </a:lnTo>
                  <a:lnTo>
                    <a:pt x="41385" y="23425"/>
                  </a:lnTo>
                  <a:lnTo>
                    <a:pt x="41323" y="25471"/>
                  </a:lnTo>
                  <a:lnTo>
                    <a:pt x="41215" y="27084"/>
                  </a:lnTo>
                  <a:lnTo>
                    <a:pt x="41335" y="27961"/>
                  </a:lnTo>
                  <a:lnTo>
                    <a:pt x="41622" y="28781"/>
                  </a:lnTo>
                  <a:lnTo>
                    <a:pt x="42593" y="29430"/>
                  </a:lnTo>
                  <a:lnTo>
                    <a:pt x="43901" y="31048"/>
                  </a:lnTo>
                  <a:lnTo>
                    <a:pt x="45014" y="33156"/>
                  </a:lnTo>
                  <a:lnTo>
                    <a:pt x="46439" y="35549"/>
                  </a:lnTo>
                  <a:lnTo>
                    <a:pt x="46886" y="36437"/>
                  </a:lnTo>
                  <a:lnTo>
                    <a:pt x="46885" y="37393"/>
                  </a:lnTo>
                  <a:lnTo>
                    <a:pt x="46468" y="38102"/>
                  </a:lnTo>
                  <a:lnTo>
                    <a:pt x="45248" y="38370"/>
                  </a:lnTo>
                  <a:lnTo>
                    <a:pt x="43978" y="38161"/>
                  </a:lnTo>
                  <a:lnTo>
                    <a:pt x="43491" y="37917"/>
                  </a:lnTo>
                  <a:lnTo>
                    <a:pt x="43038" y="38210"/>
                  </a:lnTo>
                  <a:lnTo>
                    <a:pt x="42757" y="38754"/>
                  </a:lnTo>
                  <a:lnTo>
                    <a:pt x="42906" y="39396"/>
                  </a:lnTo>
                  <a:lnTo>
                    <a:pt x="44208" y="42308"/>
                  </a:lnTo>
                  <a:lnTo>
                    <a:pt x="45721" y="46480"/>
                  </a:lnTo>
                  <a:lnTo>
                    <a:pt x="45805" y="48273"/>
                  </a:lnTo>
                  <a:lnTo>
                    <a:pt x="45621" y="49683"/>
                  </a:lnTo>
                  <a:lnTo>
                    <a:pt x="45271" y="50661"/>
                  </a:lnTo>
                  <a:lnTo>
                    <a:pt x="44641" y="50498"/>
                  </a:lnTo>
                  <a:lnTo>
                    <a:pt x="44163" y="49734"/>
                  </a:lnTo>
                  <a:lnTo>
                    <a:pt x="43437" y="49783"/>
                  </a:lnTo>
                  <a:lnTo>
                    <a:pt x="42873" y="50002"/>
                  </a:lnTo>
                  <a:lnTo>
                    <a:pt x="42139" y="51511"/>
                  </a:lnTo>
                  <a:lnTo>
                    <a:pt x="41774" y="51448"/>
                  </a:lnTo>
                  <a:lnTo>
                    <a:pt x="41146" y="51676"/>
                  </a:lnTo>
                  <a:lnTo>
                    <a:pt x="40747" y="51972"/>
                  </a:lnTo>
                  <a:lnTo>
                    <a:pt x="40116" y="51534"/>
                  </a:lnTo>
                  <a:lnTo>
                    <a:pt x="39457" y="51244"/>
                  </a:lnTo>
                  <a:lnTo>
                    <a:pt x="39170" y="51707"/>
                  </a:lnTo>
                  <a:lnTo>
                    <a:pt x="39043" y="52592"/>
                  </a:lnTo>
                  <a:lnTo>
                    <a:pt x="39452" y="54198"/>
                  </a:lnTo>
                  <a:lnTo>
                    <a:pt x="40218" y="56711"/>
                  </a:lnTo>
                  <a:lnTo>
                    <a:pt x="40096" y="58629"/>
                  </a:lnTo>
                  <a:lnTo>
                    <a:pt x="39512" y="58836"/>
                  </a:lnTo>
                  <a:lnTo>
                    <a:pt x="38975" y="57239"/>
                  </a:lnTo>
                  <a:lnTo>
                    <a:pt x="38499" y="56981"/>
                  </a:lnTo>
                  <a:lnTo>
                    <a:pt x="37956" y="57036"/>
                  </a:lnTo>
                  <a:lnTo>
                    <a:pt x="36715" y="58891"/>
                  </a:lnTo>
                  <a:lnTo>
                    <a:pt x="35801" y="60449"/>
                  </a:lnTo>
                  <a:lnTo>
                    <a:pt x="35589" y="61539"/>
                  </a:lnTo>
                  <a:lnTo>
                    <a:pt x="35262" y="62729"/>
                  </a:lnTo>
                  <a:lnTo>
                    <a:pt x="35163" y="63588"/>
                  </a:lnTo>
                  <a:lnTo>
                    <a:pt x="35184" y="66452"/>
                  </a:lnTo>
                  <a:lnTo>
                    <a:pt x="33537" y="66910"/>
                  </a:lnTo>
                  <a:lnTo>
                    <a:pt x="33192" y="67332"/>
                  </a:lnTo>
                  <a:lnTo>
                    <a:pt x="32993" y="68202"/>
                  </a:lnTo>
                  <a:lnTo>
                    <a:pt x="33130" y="71877"/>
                  </a:lnTo>
                  <a:lnTo>
                    <a:pt x="33263" y="73852"/>
                  </a:lnTo>
                  <a:lnTo>
                    <a:pt x="34205" y="76898"/>
                  </a:lnTo>
                  <a:lnTo>
                    <a:pt x="34237" y="77860"/>
                  </a:lnTo>
                  <a:lnTo>
                    <a:pt x="34103" y="78495"/>
                  </a:lnTo>
                  <a:lnTo>
                    <a:pt x="33435" y="79704"/>
                  </a:lnTo>
                  <a:lnTo>
                    <a:pt x="33116" y="80138"/>
                  </a:lnTo>
                  <a:lnTo>
                    <a:pt x="32901" y="80280"/>
                  </a:lnTo>
                  <a:lnTo>
                    <a:pt x="31808" y="79483"/>
                  </a:lnTo>
                  <a:lnTo>
                    <a:pt x="31289" y="79107"/>
                  </a:lnTo>
                  <a:lnTo>
                    <a:pt x="29094" y="76413"/>
                  </a:lnTo>
                  <a:lnTo>
                    <a:pt x="28126" y="74915"/>
                  </a:lnTo>
                  <a:lnTo>
                    <a:pt x="26595" y="72960"/>
                  </a:lnTo>
                  <a:lnTo>
                    <a:pt x="25650" y="71848"/>
                  </a:lnTo>
                  <a:lnTo>
                    <a:pt x="25170" y="70158"/>
                  </a:lnTo>
                  <a:lnTo>
                    <a:pt x="24418" y="69767"/>
                  </a:lnTo>
                  <a:lnTo>
                    <a:pt x="23532" y="70310"/>
                  </a:lnTo>
                  <a:lnTo>
                    <a:pt x="22528" y="69091"/>
                  </a:lnTo>
                  <a:lnTo>
                    <a:pt x="23239" y="68459"/>
                  </a:lnTo>
                  <a:lnTo>
                    <a:pt x="23413" y="67858"/>
                  </a:lnTo>
                  <a:lnTo>
                    <a:pt x="23324" y="67075"/>
                  </a:lnTo>
                  <a:lnTo>
                    <a:pt x="23011" y="66006"/>
                  </a:lnTo>
                  <a:lnTo>
                    <a:pt x="20299" y="61392"/>
                  </a:lnTo>
                  <a:lnTo>
                    <a:pt x="18968" y="58239"/>
                  </a:lnTo>
                  <a:lnTo>
                    <a:pt x="18752" y="57109"/>
                  </a:lnTo>
                  <a:lnTo>
                    <a:pt x="18734" y="54098"/>
                  </a:lnTo>
                  <a:lnTo>
                    <a:pt x="18420" y="53375"/>
                  </a:lnTo>
                  <a:lnTo>
                    <a:pt x="16427" y="52006"/>
                  </a:lnTo>
                  <a:lnTo>
                    <a:pt x="14200" y="48092"/>
                  </a:lnTo>
                  <a:lnTo>
                    <a:pt x="11905" y="44257"/>
                  </a:lnTo>
                  <a:lnTo>
                    <a:pt x="11590" y="43186"/>
                  </a:lnTo>
                  <a:lnTo>
                    <a:pt x="10406" y="40286"/>
                  </a:lnTo>
                  <a:lnTo>
                    <a:pt x="8963" y="37644"/>
                  </a:lnTo>
                  <a:lnTo>
                    <a:pt x="7811" y="35959"/>
                  </a:lnTo>
                  <a:lnTo>
                    <a:pt x="6867" y="34041"/>
                  </a:lnTo>
                  <a:lnTo>
                    <a:pt x="5821" y="31364"/>
                  </a:lnTo>
                  <a:lnTo>
                    <a:pt x="5279" y="27319"/>
                  </a:lnTo>
                  <a:lnTo>
                    <a:pt x="4797" y="23722"/>
                  </a:lnTo>
                  <a:lnTo>
                    <a:pt x="4470" y="22326"/>
                  </a:lnTo>
                  <a:lnTo>
                    <a:pt x="3807" y="21835"/>
                  </a:lnTo>
                  <a:lnTo>
                    <a:pt x="1748" y="17570"/>
                  </a:lnTo>
                  <a:lnTo>
                    <a:pt x="0" y="15091"/>
                  </a:lnTo>
                  <a:lnTo>
                    <a:pt x="16" y="12415"/>
                  </a:lnTo>
                  <a:lnTo>
                    <a:pt x="303" y="7949"/>
                  </a:lnTo>
                  <a:lnTo>
                    <a:pt x="627" y="2884"/>
                  </a:lnTo>
                  <a:lnTo>
                    <a:pt x="1050" y="2180"/>
                  </a:lnTo>
                  <a:lnTo>
                    <a:pt x="1848" y="1797"/>
                  </a:lnTo>
                  <a:lnTo>
                    <a:pt x="2761" y="1943"/>
                  </a:lnTo>
                  <a:lnTo>
                    <a:pt x="3555" y="2569"/>
                  </a:lnTo>
                  <a:lnTo>
                    <a:pt x="5127" y="6038"/>
                  </a:lnTo>
                  <a:lnTo>
                    <a:pt x="6025" y="7385"/>
                  </a:lnTo>
                  <a:lnTo>
                    <a:pt x="6785" y="7911"/>
                  </a:lnTo>
                  <a:lnTo>
                    <a:pt x="7658" y="6447"/>
                  </a:lnTo>
                  <a:lnTo>
                    <a:pt x="8736" y="3384"/>
                  </a:lnTo>
                  <a:lnTo>
                    <a:pt x="9677" y="1768"/>
                  </a:lnTo>
                  <a:lnTo>
                    <a:pt x="12847" y="2354"/>
                  </a:lnTo>
                  <a:lnTo>
                    <a:pt x="14405" y="0"/>
                  </a:lnTo>
                  <a:lnTo>
                    <a:pt x="16925" y="3096"/>
                  </a:lnTo>
                  <a:lnTo>
                    <a:pt x="17964" y="3560"/>
                  </a:lnTo>
                  <a:lnTo>
                    <a:pt x="18549" y="3132"/>
                  </a:lnTo>
                  <a:lnTo>
                    <a:pt x="19347" y="3327"/>
                  </a:lnTo>
                  <a:lnTo>
                    <a:pt x="21114" y="4233"/>
                  </a:lnTo>
                  <a:lnTo>
                    <a:pt x="21522" y="4615"/>
                  </a:lnTo>
                  <a:lnTo>
                    <a:pt x="22054" y="4550"/>
                  </a:lnTo>
                  <a:lnTo>
                    <a:pt x="23361" y="3341"/>
                  </a:lnTo>
                  <a:lnTo>
                    <a:pt x="23807" y="3491"/>
                  </a:lnTo>
                  <a:lnTo>
                    <a:pt x="25302" y="5863"/>
                  </a:lnTo>
                  <a:lnTo>
                    <a:pt x="26053" y="5889"/>
                  </a:lnTo>
                  <a:lnTo>
                    <a:pt x="26958" y="4866"/>
                  </a:lnTo>
                  <a:lnTo>
                    <a:pt x="27539" y="3982"/>
                  </a:lnTo>
                  <a:lnTo>
                    <a:pt x="29256" y="4644"/>
                  </a:lnTo>
                  <a:lnTo>
                    <a:pt x="30240" y="4244"/>
                  </a:lnTo>
                  <a:lnTo>
                    <a:pt x="31057" y="4204"/>
                  </a:lnTo>
                  <a:lnTo>
                    <a:pt x="31942" y="4609"/>
                  </a:lnTo>
                  <a:lnTo>
                    <a:pt x="32750" y="5157"/>
                  </a:lnTo>
                  <a:lnTo>
                    <a:pt x="33535" y="5635"/>
                  </a:lnTo>
                  <a:lnTo>
                    <a:pt x="35659" y="5883"/>
                  </a:lnTo>
                  <a:lnTo>
                    <a:pt x="36677" y="7388"/>
                  </a:lnTo>
                  <a:lnTo>
                    <a:pt x="37082" y="8844"/>
                  </a:lnTo>
                  <a:lnTo>
                    <a:pt x="37092" y="9731"/>
                  </a:lnTo>
                  <a:lnTo>
                    <a:pt x="37192" y="10686"/>
                  </a:lnTo>
                  <a:lnTo>
                    <a:pt x="37777" y="11621"/>
                  </a:lnTo>
                  <a:lnTo>
                    <a:pt x="39056" y="12155"/>
                  </a:lnTo>
                  <a:close/>
                </a:path>
              </a:pathLst>
            </a:custGeom>
            <a:solidFill>
              <a:srgbClr val="DDECD8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g218"/>
            <p:cNvSpPr/>
            <p:nvPr/>
          </p:nvSpPr>
          <p:spPr>
            <a:xfrm>
              <a:off x="2567450" y="3104602"/>
              <a:ext cx="922" cy="1272"/>
            </a:xfrm>
            <a:custGeom>
              <a:avLst/>
              <a:pathLst>
                <a:path w="922" h="1272">
                  <a:moveTo>
                    <a:pt x="530" y="1235"/>
                  </a:moveTo>
                  <a:lnTo>
                    <a:pt x="347" y="1272"/>
                  </a:lnTo>
                  <a:lnTo>
                    <a:pt x="201" y="1022"/>
                  </a:lnTo>
                  <a:lnTo>
                    <a:pt x="73" y="581"/>
                  </a:lnTo>
                  <a:lnTo>
                    <a:pt x="0" y="138"/>
                  </a:lnTo>
                  <a:lnTo>
                    <a:pt x="122" y="0"/>
                  </a:lnTo>
                  <a:lnTo>
                    <a:pt x="922" y="282"/>
                  </a:lnTo>
                  <a:lnTo>
                    <a:pt x="833" y="608"/>
                  </a:lnTo>
                  <a:lnTo>
                    <a:pt x="698" y="969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g219"/>
            <p:cNvSpPr/>
            <p:nvPr/>
          </p:nvSpPr>
          <p:spPr>
            <a:xfrm>
              <a:off x="3616166" y="1975015"/>
              <a:ext cx="116206" cy="144221"/>
            </a:xfrm>
            <a:custGeom>
              <a:avLst/>
              <a:pathLst>
                <a:path w="116206" h="144221">
                  <a:moveTo>
                    <a:pt x="60605" y="85"/>
                  </a:moveTo>
                  <a:lnTo>
                    <a:pt x="62266" y="2656"/>
                  </a:lnTo>
                  <a:lnTo>
                    <a:pt x="62657" y="2755"/>
                  </a:lnTo>
                  <a:lnTo>
                    <a:pt x="63580" y="1745"/>
                  </a:lnTo>
                  <a:lnTo>
                    <a:pt x="63762" y="1677"/>
                  </a:lnTo>
                  <a:lnTo>
                    <a:pt x="65675" y="1590"/>
                  </a:lnTo>
                  <a:lnTo>
                    <a:pt x="66564" y="2483"/>
                  </a:lnTo>
                  <a:lnTo>
                    <a:pt x="67221" y="4230"/>
                  </a:lnTo>
                  <a:lnTo>
                    <a:pt x="67830" y="5627"/>
                  </a:lnTo>
                  <a:lnTo>
                    <a:pt x="68487" y="6005"/>
                  </a:lnTo>
                  <a:lnTo>
                    <a:pt x="70349" y="4246"/>
                  </a:lnTo>
                  <a:lnTo>
                    <a:pt x="71376" y="3664"/>
                  </a:lnTo>
                  <a:lnTo>
                    <a:pt x="72054" y="3683"/>
                  </a:lnTo>
                  <a:lnTo>
                    <a:pt x="74438" y="5257"/>
                  </a:lnTo>
                  <a:lnTo>
                    <a:pt x="75559" y="6119"/>
                  </a:lnTo>
                  <a:lnTo>
                    <a:pt x="75816" y="6902"/>
                  </a:lnTo>
                  <a:lnTo>
                    <a:pt x="75839" y="7822"/>
                  </a:lnTo>
                  <a:lnTo>
                    <a:pt x="75536" y="9192"/>
                  </a:lnTo>
                  <a:lnTo>
                    <a:pt x="75296" y="10679"/>
                  </a:lnTo>
                  <a:lnTo>
                    <a:pt x="76022" y="12438"/>
                  </a:lnTo>
                  <a:lnTo>
                    <a:pt x="76866" y="13628"/>
                  </a:lnTo>
                  <a:lnTo>
                    <a:pt x="78668" y="11660"/>
                  </a:lnTo>
                  <a:lnTo>
                    <a:pt x="79332" y="11112"/>
                  </a:lnTo>
                  <a:lnTo>
                    <a:pt x="80058" y="11092"/>
                  </a:lnTo>
                  <a:lnTo>
                    <a:pt x="81030" y="10362"/>
                  </a:lnTo>
                  <a:lnTo>
                    <a:pt x="81734" y="9262"/>
                  </a:lnTo>
                  <a:lnTo>
                    <a:pt x="82408" y="8880"/>
                  </a:lnTo>
                  <a:lnTo>
                    <a:pt x="83696" y="9141"/>
                  </a:lnTo>
                  <a:lnTo>
                    <a:pt x="86023" y="8882"/>
                  </a:lnTo>
                  <a:lnTo>
                    <a:pt x="88736" y="10607"/>
                  </a:lnTo>
                  <a:lnTo>
                    <a:pt x="88970" y="11140"/>
                  </a:lnTo>
                  <a:lnTo>
                    <a:pt x="90326" y="13164"/>
                  </a:lnTo>
                  <a:lnTo>
                    <a:pt x="90800" y="14170"/>
                  </a:lnTo>
                  <a:lnTo>
                    <a:pt x="91248" y="14488"/>
                  </a:lnTo>
                  <a:lnTo>
                    <a:pt x="91971" y="15474"/>
                  </a:lnTo>
                  <a:lnTo>
                    <a:pt x="92935" y="16094"/>
                  </a:lnTo>
                  <a:lnTo>
                    <a:pt x="93608" y="15905"/>
                  </a:lnTo>
                  <a:lnTo>
                    <a:pt x="93928" y="16234"/>
                  </a:lnTo>
                  <a:lnTo>
                    <a:pt x="94228" y="17013"/>
                  </a:lnTo>
                  <a:lnTo>
                    <a:pt x="94252" y="18333"/>
                  </a:lnTo>
                  <a:lnTo>
                    <a:pt x="94152" y="22114"/>
                  </a:lnTo>
                  <a:lnTo>
                    <a:pt x="93679" y="23207"/>
                  </a:lnTo>
                  <a:lnTo>
                    <a:pt x="93182" y="24098"/>
                  </a:lnTo>
                  <a:lnTo>
                    <a:pt x="93054" y="24786"/>
                  </a:lnTo>
                  <a:lnTo>
                    <a:pt x="93102" y="25621"/>
                  </a:lnTo>
                  <a:lnTo>
                    <a:pt x="93870" y="27254"/>
                  </a:lnTo>
                  <a:lnTo>
                    <a:pt x="94862" y="29791"/>
                  </a:lnTo>
                  <a:lnTo>
                    <a:pt x="95092" y="31263"/>
                  </a:lnTo>
                  <a:lnTo>
                    <a:pt x="95092" y="32365"/>
                  </a:lnTo>
                  <a:lnTo>
                    <a:pt x="93740" y="35608"/>
                  </a:lnTo>
                  <a:lnTo>
                    <a:pt x="93290" y="36369"/>
                  </a:lnTo>
                  <a:lnTo>
                    <a:pt x="92981" y="37966"/>
                  </a:lnTo>
                  <a:lnTo>
                    <a:pt x="92816" y="39589"/>
                  </a:lnTo>
                  <a:lnTo>
                    <a:pt x="92912" y="40262"/>
                  </a:lnTo>
                  <a:lnTo>
                    <a:pt x="95170" y="42843"/>
                  </a:lnTo>
                  <a:lnTo>
                    <a:pt x="96841" y="44244"/>
                  </a:lnTo>
                  <a:lnTo>
                    <a:pt x="97217" y="44928"/>
                  </a:lnTo>
                  <a:lnTo>
                    <a:pt x="97251" y="45353"/>
                  </a:lnTo>
                  <a:lnTo>
                    <a:pt x="96362" y="48126"/>
                  </a:lnTo>
                  <a:lnTo>
                    <a:pt x="96275" y="48874"/>
                  </a:lnTo>
                  <a:lnTo>
                    <a:pt x="97615" y="50021"/>
                  </a:lnTo>
                  <a:lnTo>
                    <a:pt x="98355" y="51833"/>
                  </a:lnTo>
                  <a:lnTo>
                    <a:pt x="99009" y="54786"/>
                  </a:lnTo>
                  <a:lnTo>
                    <a:pt x="100282" y="57616"/>
                  </a:lnTo>
                  <a:lnTo>
                    <a:pt x="103022" y="60121"/>
                  </a:lnTo>
                  <a:lnTo>
                    <a:pt x="105015" y="61754"/>
                  </a:lnTo>
                  <a:lnTo>
                    <a:pt x="105430" y="62498"/>
                  </a:lnTo>
                  <a:lnTo>
                    <a:pt x="105574" y="63383"/>
                  </a:lnTo>
                  <a:lnTo>
                    <a:pt x="105421" y="65326"/>
                  </a:lnTo>
                  <a:lnTo>
                    <a:pt x="104906" y="67691"/>
                  </a:lnTo>
                  <a:lnTo>
                    <a:pt x="104555" y="69007"/>
                  </a:lnTo>
                  <a:lnTo>
                    <a:pt x="105366" y="69554"/>
                  </a:lnTo>
                  <a:lnTo>
                    <a:pt x="107455" y="69408"/>
                  </a:lnTo>
                  <a:lnTo>
                    <a:pt x="109993" y="69870"/>
                  </a:lnTo>
                  <a:lnTo>
                    <a:pt x="113037" y="72480"/>
                  </a:lnTo>
                  <a:lnTo>
                    <a:pt x="113047" y="73650"/>
                  </a:lnTo>
                  <a:lnTo>
                    <a:pt x="112732" y="74715"/>
                  </a:lnTo>
                  <a:lnTo>
                    <a:pt x="112942" y="75839"/>
                  </a:lnTo>
                  <a:lnTo>
                    <a:pt x="113274" y="76792"/>
                  </a:lnTo>
                  <a:lnTo>
                    <a:pt x="115908" y="79713"/>
                  </a:lnTo>
                  <a:lnTo>
                    <a:pt x="116160" y="80561"/>
                  </a:lnTo>
                  <a:lnTo>
                    <a:pt x="116206" y="81979"/>
                  </a:lnTo>
                  <a:lnTo>
                    <a:pt x="116134" y="83017"/>
                  </a:lnTo>
                  <a:lnTo>
                    <a:pt x="115404" y="83236"/>
                  </a:lnTo>
                  <a:lnTo>
                    <a:pt x="114595" y="83724"/>
                  </a:lnTo>
                  <a:lnTo>
                    <a:pt x="113270" y="84967"/>
                  </a:lnTo>
                  <a:lnTo>
                    <a:pt x="112745" y="86732"/>
                  </a:lnTo>
                  <a:lnTo>
                    <a:pt x="110606" y="89162"/>
                  </a:lnTo>
                  <a:lnTo>
                    <a:pt x="109281" y="90261"/>
                  </a:lnTo>
                  <a:lnTo>
                    <a:pt x="108226" y="90312"/>
                  </a:lnTo>
                  <a:lnTo>
                    <a:pt x="105719" y="89817"/>
                  </a:lnTo>
                  <a:lnTo>
                    <a:pt x="104838" y="88615"/>
                  </a:lnTo>
                  <a:lnTo>
                    <a:pt x="104473" y="87513"/>
                  </a:lnTo>
                  <a:lnTo>
                    <a:pt x="103507" y="87018"/>
                  </a:lnTo>
                  <a:lnTo>
                    <a:pt x="102224" y="86971"/>
                  </a:lnTo>
                  <a:lnTo>
                    <a:pt x="100456" y="87162"/>
                  </a:lnTo>
                  <a:lnTo>
                    <a:pt x="100097" y="87494"/>
                  </a:lnTo>
                  <a:lnTo>
                    <a:pt x="99806" y="88849"/>
                  </a:lnTo>
                  <a:lnTo>
                    <a:pt x="99055" y="91156"/>
                  </a:lnTo>
                  <a:lnTo>
                    <a:pt x="98517" y="92461"/>
                  </a:lnTo>
                  <a:lnTo>
                    <a:pt x="98960" y="93256"/>
                  </a:lnTo>
                  <a:lnTo>
                    <a:pt x="99666" y="94921"/>
                  </a:lnTo>
                  <a:lnTo>
                    <a:pt x="100759" y="97038"/>
                  </a:lnTo>
                  <a:lnTo>
                    <a:pt x="101885" y="98917"/>
                  </a:lnTo>
                  <a:lnTo>
                    <a:pt x="102247" y="100070"/>
                  </a:lnTo>
                  <a:lnTo>
                    <a:pt x="102230" y="100890"/>
                  </a:lnTo>
                  <a:lnTo>
                    <a:pt x="101694" y="101857"/>
                  </a:lnTo>
                  <a:lnTo>
                    <a:pt x="101776" y="103799"/>
                  </a:lnTo>
                  <a:lnTo>
                    <a:pt x="102870" y="106365"/>
                  </a:lnTo>
                  <a:lnTo>
                    <a:pt x="102499" y="106770"/>
                  </a:lnTo>
                  <a:lnTo>
                    <a:pt x="102390" y="109915"/>
                  </a:lnTo>
                  <a:lnTo>
                    <a:pt x="102399" y="113276"/>
                  </a:lnTo>
                  <a:lnTo>
                    <a:pt x="102695" y="114088"/>
                  </a:lnTo>
                  <a:lnTo>
                    <a:pt x="103284" y="114756"/>
                  </a:lnTo>
                  <a:lnTo>
                    <a:pt x="103780" y="115984"/>
                  </a:lnTo>
                  <a:lnTo>
                    <a:pt x="104608" y="118786"/>
                  </a:lnTo>
                  <a:lnTo>
                    <a:pt x="104667" y="119517"/>
                  </a:lnTo>
                  <a:lnTo>
                    <a:pt x="102355" y="119310"/>
                  </a:lnTo>
                  <a:lnTo>
                    <a:pt x="99580" y="119390"/>
                  </a:lnTo>
                  <a:lnTo>
                    <a:pt x="98020" y="121019"/>
                  </a:lnTo>
                  <a:lnTo>
                    <a:pt x="97416" y="120644"/>
                  </a:lnTo>
                  <a:lnTo>
                    <a:pt x="96330" y="120230"/>
                  </a:lnTo>
                  <a:lnTo>
                    <a:pt x="95128" y="121139"/>
                  </a:lnTo>
                  <a:lnTo>
                    <a:pt x="93483" y="123891"/>
                  </a:lnTo>
                  <a:lnTo>
                    <a:pt x="92381" y="125602"/>
                  </a:lnTo>
                  <a:lnTo>
                    <a:pt x="91308" y="127997"/>
                  </a:lnTo>
                  <a:lnTo>
                    <a:pt x="90969" y="129298"/>
                  </a:lnTo>
                  <a:lnTo>
                    <a:pt x="90292" y="131695"/>
                  </a:lnTo>
                  <a:lnTo>
                    <a:pt x="89672" y="134432"/>
                  </a:lnTo>
                  <a:lnTo>
                    <a:pt x="90010" y="136348"/>
                  </a:lnTo>
                  <a:lnTo>
                    <a:pt x="90517" y="138128"/>
                  </a:lnTo>
                  <a:lnTo>
                    <a:pt x="90631" y="140046"/>
                  </a:lnTo>
                  <a:lnTo>
                    <a:pt x="90885" y="141551"/>
                  </a:lnTo>
                  <a:lnTo>
                    <a:pt x="90207" y="142646"/>
                  </a:lnTo>
                  <a:lnTo>
                    <a:pt x="89812" y="144221"/>
                  </a:lnTo>
                  <a:lnTo>
                    <a:pt x="88654" y="143947"/>
                  </a:lnTo>
                  <a:lnTo>
                    <a:pt x="87239" y="142434"/>
                  </a:lnTo>
                  <a:lnTo>
                    <a:pt x="86942" y="140245"/>
                  </a:lnTo>
                  <a:lnTo>
                    <a:pt x="85851" y="138720"/>
                  </a:lnTo>
                  <a:lnTo>
                    <a:pt x="85135" y="137932"/>
                  </a:lnTo>
                  <a:lnTo>
                    <a:pt x="83953" y="137809"/>
                  </a:lnTo>
                  <a:lnTo>
                    <a:pt x="82064" y="138519"/>
                  </a:lnTo>
                  <a:lnTo>
                    <a:pt x="79594" y="139065"/>
                  </a:lnTo>
                  <a:lnTo>
                    <a:pt x="77730" y="139212"/>
                  </a:lnTo>
                  <a:lnTo>
                    <a:pt x="76712" y="139987"/>
                  </a:lnTo>
                  <a:lnTo>
                    <a:pt x="75212" y="140748"/>
                  </a:lnTo>
                  <a:lnTo>
                    <a:pt x="74631" y="139848"/>
                  </a:lnTo>
                  <a:lnTo>
                    <a:pt x="73798" y="137367"/>
                  </a:lnTo>
                  <a:lnTo>
                    <a:pt x="73112" y="134896"/>
                  </a:lnTo>
                  <a:lnTo>
                    <a:pt x="72642" y="133813"/>
                  </a:lnTo>
                  <a:lnTo>
                    <a:pt x="72233" y="133510"/>
                  </a:lnTo>
                  <a:lnTo>
                    <a:pt x="71729" y="133572"/>
                  </a:lnTo>
                  <a:lnTo>
                    <a:pt x="71148" y="134355"/>
                  </a:lnTo>
                  <a:lnTo>
                    <a:pt x="70717" y="135158"/>
                  </a:lnTo>
                  <a:lnTo>
                    <a:pt x="70106" y="135442"/>
                  </a:lnTo>
                  <a:lnTo>
                    <a:pt x="69155" y="136091"/>
                  </a:lnTo>
                  <a:lnTo>
                    <a:pt x="68469" y="136973"/>
                  </a:lnTo>
                  <a:lnTo>
                    <a:pt x="67713" y="139246"/>
                  </a:lnTo>
                  <a:lnTo>
                    <a:pt x="67214" y="139085"/>
                  </a:lnTo>
                  <a:lnTo>
                    <a:pt x="66696" y="138563"/>
                  </a:lnTo>
                  <a:lnTo>
                    <a:pt x="66102" y="136019"/>
                  </a:lnTo>
                  <a:lnTo>
                    <a:pt x="65286" y="135433"/>
                  </a:lnTo>
                  <a:lnTo>
                    <a:pt x="63976" y="135399"/>
                  </a:lnTo>
                  <a:lnTo>
                    <a:pt x="62355" y="134860"/>
                  </a:lnTo>
                  <a:lnTo>
                    <a:pt x="61041" y="134091"/>
                  </a:lnTo>
                  <a:lnTo>
                    <a:pt x="60562" y="134275"/>
                  </a:lnTo>
                  <a:lnTo>
                    <a:pt x="59780" y="135357"/>
                  </a:lnTo>
                  <a:lnTo>
                    <a:pt x="58933" y="135513"/>
                  </a:lnTo>
                  <a:lnTo>
                    <a:pt x="57078" y="134549"/>
                  </a:lnTo>
                  <a:lnTo>
                    <a:pt x="56715" y="134990"/>
                  </a:lnTo>
                  <a:lnTo>
                    <a:pt x="56228" y="136417"/>
                  </a:lnTo>
                  <a:lnTo>
                    <a:pt x="55649" y="137794"/>
                  </a:lnTo>
                  <a:lnTo>
                    <a:pt x="55145" y="137929"/>
                  </a:lnTo>
                  <a:lnTo>
                    <a:pt x="54862" y="137576"/>
                  </a:lnTo>
                  <a:lnTo>
                    <a:pt x="55020" y="135139"/>
                  </a:lnTo>
                  <a:lnTo>
                    <a:pt x="53943" y="134276"/>
                  </a:lnTo>
                  <a:lnTo>
                    <a:pt x="52127" y="134143"/>
                  </a:lnTo>
                  <a:lnTo>
                    <a:pt x="50851" y="134497"/>
                  </a:lnTo>
                  <a:lnTo>
                    <a:pt x="50225" y="134400"/>
                  </a:lnTo>
                  <a:lnTo>
                    <a:pt x="49906" y="133922"/>
                  </a:lnTo>
                  <a:lnTo>
                    <a:pt x="48345" y="129831"/>
                  </a:lnTo>
                  <a:lnTo>
                    <a:pt x="47518" y="129571"/>
                  </a:lnTo>
                  <a:lnTo>
                    <a:pt x="46040" y="129773"/>
                  </a:lnTo>
                  <a:lnTo>
                    <a:pt x="43853" y="129280"/>
                  </a:lnTo>
                  <a:lnTo>
                    <a:pt x="41336" y="128358"/>
                  </a:lnTo>
                  <a:lnTo>
                    <a:pt x="39953" y="128017"/>
                  </a:lnTo>
                  <a:lnTo>
                    <a:pt x="39233" y="127101"/>
                  </a:lnTo>
                  <a:lnTo>
                    <a:pt x="37682" y="126788"/>
                  </a:lnTo>
                  <a:lnTo>
                    <a:pt x="33517" y="125059"/>
                  </a:lnTo>
                  <a:lnTo>
                    <a:pt x="31816" y="124755"/>
                  </a:lnTo>
                  <a:lnTo>
                    <a:pt x="29312" y="124727"/>
                  </a:lnTo>
                  <a:lnTo>
                    <a:pt x="25496" y="124344"/>
                  </a:lnTo>
                  <a:lnTo>
                    <a:pt x="23053" y="124557"/>
                  </a:lnTo>
                  <a:lnTo>
                    <a:pt x="21921" y="125130"/>
                  </a:lnTo>
                  <a:lnTo>
                    <a:pt x="20612" y="125485"/>
                  </a:lnTo>
                  <a:lnTo>
                    <a:pt x="18403" y="125805"/>
                  </a:lnTo>
                  <a:lnTo>
                    <a:pt x="17503" y="125769"/>
                  </a:lnTo>
                  <a:lnTo>
                    <a:pt x="16088" y="125960"/>
                  </a:lnTo>
                  <a:lnTo>
                    <a:pt x="14463" y="126418"/>
                  </a:lnTo>
                  <a:lnTo>
                    <a:pt x="13998" y="127278"/>
                  </a:lnTo>
                  <a:lnTo>
                    <a:pt x="13466" y="129161"/>
                  </a:lnTo>
                  <a:lnTo>
                    <a:pt x="11599" y="132413"/>
                  </a:lnTo>
                  <a:lnTo>
                    <a:pt x="9789" y="134580"/>
                  </a:lnTo>
                  <a:lnTo>
                    <a:pt x="9458" y="134765"/>
                  </a:lnTo>
                  <a:lnTo>
                    <a:pt x="8398" y="133615"/>
                  </a:lnTo>
                  <a:lnTo>
                    <a:pt x="7514" y="133227"/>
                  </a:lnTo>
                  <a:lnTo>
                    <a:pt x="6480" y="133103"/>
                  </a:lnTo>
                  <a:lnTo>
                    <a:pt x="5747" y="133471"/>
                  </a:lnTo>
                  <a:lnTo>
                    <a:pt x="5283" y="134013"/>
                  </a:lnTo>
                  <a:lnTo>
                    <a:pt x="5346" y="136528"/>
                  </a:lnTo>
                  <a:lnTo>
                    <a:pt x="5242" y="136749"/>
                  </a:lnTo>
                  <a:lnTo>
                    <a:pt x="4442" y="133765"/>
                  </a:lnTo>
                  <a:lnTo>
                    <a:pt x="4505" y="131066"/>
                  </a:lnTo>
                  <a:lnTo>
                    <a:pt x="4951" y="129525"/>
                  </a:lnTo>
                  <a:lnTo>
                    <a:pt x="5491" y="128138"/>
                  </a:lnTo>
                  <a:lnTo>
                    <a:pt x="5268" y="126056"/>
                  </a:lnTo>
                  <a:lnTo>
                    <a:pt x="5800" y="123302"/>
                  </a:lnTo>
                  <a:lnTo>
                    <a:pt x="5817" y="121311"/>
                  </a:lnTo>
                  <a:lnTo>
                    <a:pt x="5584" y="120448"/>
                  </a:lnTo>
                  <a:lnTo>
                    <a:pt x="5153" y="119458"/>
                  </a:lnTo>
                  <a:lnTo>
                    <a:pt x="3973" y="118356"/>
                  </a:lnTo>
                  <a:lnTo>
                    <a:pt x="3452" y="117494"/>
                  </a:lnTo>
                  <a:lnTo>
                    <a:pt x="1853" y="116345"/>
                  </a:lnTo>
                  <a:lnTo>
                    <a:pt x="266" y="114912"/>
                  </a:lnTo>
                  <a:lnTo>
                    <a:pt x="0" y="114035"/>
                  </a:lnTo>
                  <a:lnTo>
                    <a:pt x="74" y="113433"/>
                  </a:lnTo>
                  <a:lnTo>
                    <a:pt x="353" y="112520"/>
                  </a:lnTo>
                  <a:lnTo>
                    <a:pt x="1562" y="109846"/>
                  </a:lnTo>
                  <a:lnTo>
                    <a:pt x="2874" y="107250"/>
                  </a:lnTo>
                  <a:lnTo>
                    <a:pt x="3710" y="106206"/>
                  </a:lnTo>
                  <a:lnTo>
                    <a:pt x="8160" y="102877"/>
                  </a:lnTo>
                  <a:lnTo>
                    <a:pt x="8850" y="101713"/>
                  </a:lnTo>
                  <a:lnTo>
                    <a:pt x="9022" y="99743"/>
                  </a:lnTo>
                  <a:lnTo>
                    <a:pt x="9033" y="98311"/>
                  </a:lnTo>
                  <a:lnTo>
                    <a:pt x="8948" y="95766"/>
                  </a:lnTo>
                  <a:lnTo>
                    <a:pt x="8677" y="92141"/>
                  </a:lnTo>
                  <a:lnTo>
                    <a:pt x="8337" y="89642"/>
                  </a:lnTo>
                  <a:lnTo>
                    <a:pt x="7484" y="84949"/>
                  </a:lnTo>
                  <a:lnTo>
                    <a:pt x="5165" y="75249"/>
                  </a:lnTo>
                  <a:lnTo>
                    <a:pt x="3772" y="65185"/>
                  </a:lnTo>
                  <a:lnTo>
                    <a:pt x="4679" y="65775"/>
                  </a:lnTo>
                  <a:lnTo>
                    <a:pt x="6807" y="65999"/>
                  </a:lnTo>
                  <a:lnTo>
                    <a:pt x="8500" y="65306"/>
                  </a:lnTo>
                  <a:lnTo>
                    <a:pt x="9376" y="65209"/>
                  </a:lnTo>
                  <a:lnTo>
                    <a:pt x="10156" y="65426"/>
                  </a:lnTo>
                  <a:lnTo>
                    <a:pt x="11319" y="65031"/>
                  </a:lnTo>
                  <a:lnTo>
                    <a:pt x="12384" y="64870"/>
                  </a:lnTo>
                  <a:lnTo>
                    <a:pt x="12936" y="65771"/>
                  </a:lnTo>
                  <a:lnTo>
                    <a:pt x="13928" y="66569"/>
                  </a:lnTo>
                  <a:lnTo>
                    <a:pt x="15885" y="65420"/>
                  </a:lnTo>
                  <a:lnTo>
                    <a:pt x="17617" y="64002"/>
                  </a:lnTo>
                  <a:lnTo>
                    <a:pt x="19415" y="64155"/>
                  </a:lnTo>
                  <a:lnTo>
                    <a:pt x="19672" y="63458"/>
                  </a:lnTo>
                  <a:lnTo>
                    <a:pt x="20116" y="59890"/>
                  </a:lnTo>
                  <a:lnTo>
                    <a:pt x="20650" y="59116"/>
                  </a:lnTo>
                  <a:lnTo>
                    <a:pt x="22802" y="59474"/>
                  </a:lnTo>
                  <a:lnTo>
                    <a:pt x="23598" y="58828"/>
                  </a:lnTo>
                  <a:lnTo>
                    <a:pt x="24427" y="57075"/>
                  </a:lnTo>
                  <a:lnTo>
                    <a:pt x="25697" y="55981"/>
                  </a:lnTo>
                  <a:lnTo>
                    <a:pt x="26757" y="55983"/>
                  </a:lnTo>
                  <a:lnTo>
                    <a:pt x="27860" y="54755"/>
                  </a:lnTo>
                  <a:lnTo>
                    <a:pt x="28403" y="55577"/>
                  </a:lnTo>
                  <a:lnTo>
                    <a:pt x="28667" y="57049"/>
                  </a:lnTo>
                  <a:lnTo>
                    <a:pt x="28301" y="58228"/>
                  </a:lnTo>
                  <a:lnTo>
                    <a:pt x="28460" y="58689"/>
                  </a:lnTo>
                  <a:lnTo>
                    <a:pt x="29224" y="59272"/>
                  </a:lnTo>
                  <a:lnTo>
                    <a:pt x="30534" y="59255"/>
                  </a:lnTo>
                  <a:lnTo>
                    <a:pt x="31371" y="58767"/>
                  </a:lnTo>
                  <a:lnTo>
                    <a:pt x="31566" y="58093"/>
                  </a:lnTo>
                  <a:lnTo>
                    <a:pt x="31564" y="56870"/>
                  </a:lnTo>
                  <a:lnTo>
                    <a:pt x="31358" y="55733"/>
                  </a:lnTo>
                  <a:lnTo>
                    <a:pt x="30802" y="54749"/>
                  </a:lnTo>
                  <a:lnTo>
                    <a:pt x="29758" y="54243"/>
                  </a:lnTo>
                  <a:lnTo>
                    <a:pt x="29035" y="54225"/>
                  </a:lnTo>
                  <a:lnTo>
                    <a:pt x="28911" y="53600"/>
                  </a:lnTo>
                  <a:lnTo>
                    <a:pt x="29157" y="52264"/>
                  </a:lnTo>
                  <a:lnTo>
                    <a:pt x="29800" y="49802"/>
                  </a:lnTo>
                  <a:lnTo>
                    <a:pt x="30590" y="47574"/>
                  </a:lnTo>
                  <a:lnTo>
                    <a:pt x="31073" y="46733"/>
                  </a:lnTo>
                  <a:lnTo>
                    <a:pt x="31157" y="45961"/>
                  </a:lnTo>
                  <a:lnTo>
                    <a:pt x="31063" y="44612"/>
                  </a:lnTo>
                  <a:lnTo>
                    <a:pt x="31045" y="42193"/>
                  </a:lnTo>
                  <a:lnTo>
                    <a:pt x="31756" y="38784"/>
                  </a:lnTo>
                  <a:lnTo>
                    <a:pt x="32712" y="36242"/>
                  </a:lnTo>
                  <a:lnTo>
                    <a:pt x="33994" y="35418"/>
                  </a:lnTo>
                  <a:lnTo>
                    <a:pt x="35560" y="34971"/>
                  </a:lnTo>
                  <a:lnTo>
                    <a:pt x="36562" y="33760"/>
                  </a:lnTo>
                  <a:lnTo>
                    <a:pt x="37057" y="32368"/>
                  </a:lnTo>
                  <a:lnTo>
                    <a:pt x="37245" y="31193"/>
                  </a:lnTo>
                  <a:lnTo>
                    <a:pt x="37483" y="30178"/>
                  </a:lnTo>
                  <a:lnTo>
                    <a:pt x="37983" y="29732"/>
                  </a:lnTo>
                  <a:lnTo>
                    <a:pt x="41754" y="30010"/>
                  </a:lnTo>
                  <a:lnTo>
                    <a:pt x="42330" y="27823"/>
                  </a:lnTo>
                  <a:lnTo>
                    <a:pt x="42654" y="27211"/>
                  </a:lnTo>
                  <a:lnTo>
                    <a:pt x="43377" y="26565"/>
                  </a:lnTo>
                  <a:lnTo>
                    <a:pt x="43881" y="25787"/>
                  </a:lnTo>
                  <a:lnTo>
                    <a:pt x="43691" y="25188"/>
                  </a:lnTo>
                  <a:lnTo>
                    <a:pt x="42730" y="24802"/>
                  </a:lnTo>
                  <a:lnTo>
                    <a:pt x="40464" y="24460"/>
                  </a:lnTo>
                  <a:lnTo>
                    <a:pt x="40004" y="23737"/>
                  </a:lnTo>
                  <a:lnTo>
                    <a:pt x="40149" y="22867"/>
                  </a:lnTo>
                  <a:lnTo>
                    <a:pt x="40755" y="20615"/>
                  </a:lnTo>
                  <a:lnTo>
                    <a:pt x="41332" y="17709"/>
                  </a:lnTo>
                  <a:lnTo>
                    <a:pt x="41628" y="15458"/>
                  </a:lnTo>
                  <a:lnTo>
                    <a:pt x="41661" y="14132"/>
                  </a:lnTo>
                  <a:lnTo>
                    <a:pt x="41986" y="13774"/>
                  </a:lnTo>
                  <a:lnTo>
                    <a:pt x="43834" y="13350"/>
                  </a:lnTo>
                  <a:lnTo>
                    <a:pt x="44451" y="12900"/>
                  </a:lnTo>
                  <a:lnTo>
                    <a:pt x="46042" y="9835"/>
                  </a:lnTo>
                  <a:lnTo>
                    <a:pt x="47255" y="9314"/>
                  </a:lnTo>
                  <a:lnTo>
                    <a:pt x="50382" y="10102"/>
                  </a:lnTo>
                  <a:lnTo>
                    <a:pt x="51820" y="10042"/>
                  </a:lnTo>
                  <a:lnTo>
                    <a:pt x="52211" y="10114"/>
                  </a:lnTo>
                  <a:lnTo>
                    <a:pt x="53643" y="10254"/>
                  </a:lnTo>
                  <a:lnTo>
                    <a:pt x="53798" y="9946"/>
                  </a:lnTo>
                  <a:lnTo>
                    <a:pt x="54442" y="6916"/>
                  </a:lnTo>
                  <a:lnTo>
                    <a:pt x="55075" y="6035"/>
                  </a:lnTo>
                  <a:lnTo>
                    <a:pt x="57538" y="2057"/>
                  </a:lnTo>
                  <a:lnTo>
                    <a:pt x="59192" y="369"/>
                  </a:lnTo>
                  <a:lnTo>
                    <a:pt x="60238" y="0"/>
                  </a:lnTo>
                  <a:close/>
                </a:path>
              </a:pathLst>
            </a:custGeom>
            <a:solidFill>
              <a:srgbClr val="CEE3C8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g220"/>
            <p:cNvSpPr/>
            <p:nvPr/>
          </p:nvSpPr>
          <p:spPr>
            <a:xfrm>
              <a:off x="2262046" y="3115594"/>
              <a:ext cx="1782" cy="7779"/>
            </a:xfrm>
            <a:custGeom>
              <a:avLst/>
              <a:pathLst>
                <a:path w="1782" h="7779">
                  <a:moveTo>
                    <a:pt x="998" y="3647"/>
                  </a:moveTo>
                  <a:lnTo>
                    <a:pt x="59" y="7779"/>
                  </a:lnTo>
                  <a:lnTo>
                    <a:pt x="0" y="6599"/>
                  </a:lnTo>
                  <a:lnTo>
                    <a:pt x="390" y="3540"/>
                  </a:lnTo>
                  <a:lnTo>
                    <a:pt x="919" y="2467"/>
                  </a:lnTo>
                  <a:lnTo>
                    <a:pt x="1247" y="1336"/>
                  </a:lnTo>
                  <a:lnTo>
                    <a:pt x="1321" y="0"/>
                  </a:lnTo>
                  <a:lnTo>
                    <a:pt x="1782" y="652"/>
                  </a:lnTo>
                  <a:lnTo>
                    <a:pt x="1666" y="1970"/>
                  </a:lnTo>
                  <a:close/>
                </a:path>
              </a:pathLst>
            </a:custGeom>
            <a:solidFill>
              <a:srgbClr val="FFE2D8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g221"/>
            <p:cNvSpPr/>
            <p:nvPr/>
          </p:nvSpPr>
          <p:spPr>
            <a:xfrm>
              <a:off x="2261275" y="3097609"/>
              <a:ext cx="1822" cy="7345"/>
            </a:xfrm>
            <a:custGeom>
              <a:avLst/>
              <a:pathLst>
                <a:path w="1822" h="7345">
                  <a:moveTo>
                    <a:pt x="578" y="6795"/>
                  </a:moveTo>
                  <a:lnTo>
                    <a:pt x="0" y="7345"/>
                  </a:lnTo>
                  <a:lnTo>
                    <a:pt x="476" y="5641"/>
                  </a:lnTo>
                  <a:lnTo>
                    <a:pt x="545" y="4546"/>
                  </a:lnTo>
                  <a:lnTo>
                    <a:pt x="1215" y="0"/>
                  </a:lnTo>
                  <a:lnTo>
                    <a:pt x="1695" y="25"/>
                  </a:lnTo>
                  <a:lnTo>
                    <a:pt x="1822" y="429"/>
                  </a:lnTo>
                  <a:close/>
                </a:path>
              </a:pathLst>
            </a:custGeom>
            <a:solidFill>
              <a:srgbClr val="FFE2D8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g222"/>
            <p:cNvSpPr/>
            <p:nvPr/>
          </p:nvSpPr>
          <p:spPr>
            <a:xfrm>
              <a:off x="2246170" y="3087935"/>
              <a:ext cx="14042" cy="76639"/>
            </a:xfrm>
            <a:custGeom>
              <a:avLst/>
              <a:pathLst>
                <a:path w="14042" h="76639">
                  <a:moveTo>
                    <a:pt x="4185" y="76582"/>
                  </a:moveTo>
                  <a:lnTo>
                    <a:pt x="3660" y="76605"/>
                  </a:lnTo>
                  <a:lnTo>
                    <a:pt x="1510" y="76285"/>
                  </a:lnTo>
                  <a:lnTo>
                    <a:pt x="57" y="76639"/>
                  </a:lnTo>
                  <a:lnTo>
                    <a:pt x="0" y="76469"/>
                  </a:lnTo>
                  <a:lnTo>
                    <a:pt x="120" y="69130"/>
                  </a:lnTo>
                  <a:lnTo>
                    <a:pt x="305" y="57773"/>
                  </a:lnTo>
                  <a:lnTo>
                    <a:pt x="441" y="49445"/>
                  </a:lnTo>
                  <a:lnTo>
                    <a:pt x="574" y="41299"/>
                  </a:lnTo>
                  <a:lnTo>
                    <a:pt x="674" y="35196"/>
                  </a:lnTo>
                  <a:lnTo>
                    <a:pt x="809" y="26891"/>
                  </a:lnTo>
                  <a:lnTo>
                    <a:pt x="926" y="19723"/>
                  </a:lnTo>
                  <a:lnTo>
                    <a:pt x="915" y="17149"/>
                  </a:lnTo>
                  <a:lnTo>
                    <a:pt x="1266" y="15114"/>
                  </a:lnTo>
                  <a:lnTo>
                    <a:pt x="2279" y="14260"/>
                  </a:lnTo>
                  <a:lnTo>
                    <a:pt x="3593" y="16035"/>
                  </a:lnTo>
                  <a:lnTo>
                    <a:pt x="4139" y="16777"/>
                  </a:lnTo>
                  <a:lnTo>
                    <a:pt x="4632" y="16355"/>
                  </a:lnTo>
                  <a:lnTo>
                    <a:pt x="5254" y="15270"/>
                  </a:lnTo>
                  <a:lnTo>
                    <a:pt x="6019" y="12135"/>
                  </a:lnTo>
                  <a:lnTo>
                    <a:pt x="7937" y="5667"/>
                  </a:lnTo>
                  <a:lnTo>
                    <a:pt x="8707" y="1076"/>
                  </a:lnTo>
                  <a:lnTo>
                    <a:pt x="9460" y="164"/>
                  </a:lnTo>
                  <a:lnTo>
                    <a:pt x="10543" y="0"/>
                  </a:lnTo>
                  <a:lnTo>
                    <a:pt x="11478" y="292"/>
                  </a:lnTo>
                  <a:lnTo>
                    <a:pt x="10825" y="3648"/>
                  </a:lnTo>
                  <a:lnTo>
                    <a:pt x="11478" y="4084"/>
                  </a:lnTo>
                  <a:lnTo>
                    <a:pt x="12068" y="3771"/>
                  </a:lnTo>
                  <a:lnTo>
                    <a:pt x="13494" y="3888"/>
                  </a:lnTo>
                  <a:lnTo>
                    <a:pt x="14042" y="7570"/>
                  </a:lnTo>
                  <a:lnTo>
                    <a:pt x="13896" y="10658"/>
                  </a:lnTo>
                  <a:lnTo>
                    <a:pt x="12553" y="18800"/>
                  </a:lnTo>
                  <a:lnTo>
                    <a:pt x="12383" y="21599"/>
                  </a:lnTo>
                  <a:lnTo>
                    <a:pt x="11770" y="25780"/>
                  </a:lnTo>
                  <a:lnTo>
                    <a:pt x="12602" y="28536"/>
                  </a:lnTo>
                  <a:lnTo>
                    <a:pt x="11825" y="32200"/>
                  </a:lnTo>
                  <a:lnTo>
                    <a:pt x="11561" y="34561"/>
                  </a:lnTo>
                  <a:lnTo>
                    <a:pt x="11498" y="38123"/>
                  </a:lnTo>
                  <a:lnTo>
                    <a:pt x="11890" y="44893"/>
                  </a:lnTo>
                  <a:lnTo>
                    <a:pt x="11261" y="54652"/>
                  </a:lnTo>
                  <a:lnTo>
                    <a:pt x="10151" y="58911"/>
                  </a:lnTo>
                  <a:lnTo>
                    <a:pt x="9461" y="60532"/>
                  </a:lnTo>
                  <a:lnTo>
                    <a:pt x="8228" y="64768"/>
                  </a:lnTo>
                  <a:lnTo>
                    <a:pt x="6609" y="66032"/>
                  </a:lnTo>
                  <a:lnTo>
                    <a:pt x="4367" y="72858"/>
                  </a:lnTo>
                  <a:lnTo>
                    <a:pt x="3970" y="74650"/>
                  </a:lnTo>
                  <a:close/>
                </a:path>
              </a:pathLst>
            </a:custGeom>
            <a:solidFill>
              <a:srgbClr val="FFE2D8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g223"/>
            <p:cNvSpPr/>
            <p:nvPr/>
          </p:nvSpPr>
          <p:spPr>
            <a:xfrm>
              <a:off x="2543229" y="2677068"/>
              <a:ext cx="2370" cy="3761"/>
            </a:xfrm>
            <a:custGeom>
              <a:avLst/>
              <a:pathLst>
                <a:path w="2370" h="3761">
                  <a:moveTo>
                    <a:pt x="1615" y="2761"/>
                  </a:moveTo>
                  <a:lnTo>
                    <a:pt x="520" y="3761"/>
                  </a:lnTo>
                  <a:lnTo>
                    <a:pt x="216" y="3682"/>
                  </a:lnTo>
                  <a:lnTo>
                    <a:pt x="0" y="3340"/>
                  </a:lnTo>
                  <a:lnTo>
                    <a:pt x="1117" y="2340"/>
                  </a:lnTo>
                  <a:lnTo>
                    <a:pt x="2050" y="0"/>
                  </a:lnTo>
                  <a:lnTo>
                    <a:pt x="2370" y="147"/>
                  </a:lnTo>
                  <a:close/>
                </a:path>
              </a:pathLst>
            </a:custGeom>
            <a:solidFill>
              <a:srgbClr val="FFFAF8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g224"/>
            <p:cNvSpPr/>
            <p:nvPr/>
          </p:nvSpPr>
          <p:spPr>
            <a:xfrm>
              <a:off x="2484939" y="3921004"/>
              <a:ext cx="148075" cy="389493"/>
            </a:xfrm>
            <a:custGeom>
              <a:avLst/>
              <a:pathLst>
                <a:path w="148075" h="389493">
                  <a:moveTo>
                    <a:pt x="139981" y="308911"/>
                  </a:moveTo>
                  <a:lnTo>
                    <a:pt x="140223" y="304011"/>
                  </a:lnTo>
                  <a:lnTo>
                    <a:pt x="139978" y="299758"/>
                  </a:lnTo>
                  <a:lnTo>
                    <a:pt x="139732" y="298664"/>
                  </a:lnTo>
                  <a:lnTo>
                    <a:pt x="136149" y="293588"/>
                  </a:lnTo>
                  <a:lnTo>
                    <a:pt x="132896" y="288983"/>
                  </a:lnTo>
                  <a:lnTo>
                    <a:pt x="128638" y="282955"/>
                  </a:lnTo>
                  <a:lnTo>
                    <a:pt x="123149" y="283119"/>
                  </a:lnTo>
                  <a:lnTo>
                    <a:pt x="117464" y="283289"/>
                  </a:lnTo>
                  <a:lnTo>
                    <a:pt x="112050" y="285985"/>
                  </a:lnTo>
                  <a:lnTo>
                    <a:pt x="106722" y="288637"/>
                  </a:lnTo>
                  <a:lnTo>
                    <a:pt x="104197" y="289892"/>
                  </a:lnTo>
                  <a:lnTo>
                    <a:pt x="99129" y="292417"/>
                  </a:lnTo>
                  <a:lnTo>
                    <a:pt x="96143" y="293565"/>
                  </a:lnTo>
                  <a:lnTo>
                    <a:pt x="95362" y="298416"/>
                  </a:lnTo>
                  <a:lnTo>
                    <a:pt x="94192" y="305682"/>
                  </a:lnTo>
                  <a:lnTo>
                    <a:pt x="93035" y="309927"/>
                  </a:lnTo>
                  <a:lnTo>
                    <a:pt x="91697" y="314385"/>
                  </a:lnTo>
                  <a:lnTo>
                    <a:pt x="89812" y="320667"/>
                  </a:lnTo>
                  <a:lnTo>
                    <a:pt x="89809" y="328300"/>
                  </a:lnTo>
                  <a:lnTo>
                    <a:pt x="89808" y="335546"/>
                  </a:lnTo>
                  <a:lnTo>
                    <a:pt x="88482" y="345761"/>
                  </a:lnTo>
                  <a:lnTo>
                    <a:pt x="87356" y="354435"/>
                  </a:lnTo>
                  <a:lnTo>
                    <a:pt x="86270" y="362809"/>
                  </a:lnTo>
                  <a:lnTo>
                    <a:pt x="85519" y="368581"/>
                  </a:lnTo>
                  <a:lnTo>
                    <a:pt x="85246" y="370049"/>
                  </a:lnTo>
                  <a:lnTo>
                    <a:pt x="85071" y="369585"/>
                  </a:lnTo>
                  <a:lnTo>
                    <a:pt x="84105" y="367868"/>
                  </a:lnTo>
                  <a:lnTo>
                    <a:pt x="83246" y="364610"/>
                  </a:lnTo>
                  <a:lnTo>
                    <a:pt x="82901" y="363063"/>
                  </a:lnTo>
                  <a:lnTo>
                    <a:pt x="77736" y="363161"/>
                  </a:lnTo>
                  <a:lnTo>
                    <a:pt x="72762" y="363271"/>
                  </a:lnTo>
                  <a:lnTo>
                    <a:pt x="72255" y="363958"/>
                  </a:lnTo>
                  <a:lnTo>
                    <a:pt x="71540" y="363949"/>
                  </a:lnTo>
                  <a:lnTo>
                    <a:pt x="71015" y="363306"/>
                  </a:lnTo>
                  <a:lnTo>
                    <a:pt x="70499" y="363358"/>
                  </a:lnTo>
                  <a:lnTo>
                    <a:pt x="69759" y="363990"/>
                  </a:lnTo>
                  <a:lnTo>
                    <a:pt x="69096" y="365288"/>
                  </a:lnTo>
                  <a:lnTo>
                    <a:pt x="67198" y="373954"/>
                  </a:lnTo>
                  <a:lnTo>
                    <a:pt x="66257" y="377662"/>
                  </a:lnTo>
                  <a:lnTo>
                    <a:pt x="65558" y="380972"/>
                  </a:lnTo>
                  <a:lnTo>
                    <a:pt x="65052" y="386645"/>
                  </a:lnTo>
                  <a:lnTo>
                    <a:pt x="64840" y="387600"/>
                  </a:lnTo>
                  <a:lnTo>
                    <a:pt x="64247" y="385632"/>
                  </a:lnTo>
                  <a:lnTo>
                    <a:pt x="63375" y="380441"/>
                  </a:lnTo>
                  <a:lnTo>
                    <a:pt x="62983" y="377486"/>
                  </a:lnTo>
                  <a:lnTo>
                    <a:pt x="62423" y="374124"/>
                  </a:lnTo>
                  <a:lnTo>
                    <a:pt x="61425" y="369905"/>
                  </a:lnTo>
                  <a:lnTo>
                    <a:pt x="60273" y="368627"/>
                  </a:lnTo>
                  <a:lnTo>
                    <a:pt x="59559" y="368205"/>
                  </a:lnTo>
                  <a:lnTo>
                    <a:pt x="58530" y="367397"/>
                  </a:lnTo>
                  <a:lnTo>
                    <a:pt x="56708" y="366385"/>
                  </a:lnTo>
                  <a:lnTo>
                    <a:pt x="55913" y="366180"/>
                  </a:lnTo>
                  <a:lnTo>
                    <a:pt x="50709" y="366044"/>
                  </a:lnTo>
                  <a:lnTo>
                    <a:pt x="50295" y="365937"/>
                  </a:lnTo>
                  <a:lnTo>
                    <a:pt x="48255" y="366402"/>
                  </a:lnTo>
                  <a:lnTo>
                    <a:pt x="47221" y="366087"/>
                  </a:lnTo>
                  <a:lnTo>
                    <a:pt x="46135" y="363727"/>
                  </a:lnTo>
                  <a:lnTo>
                    <a:pt x="43716" y="359583"/>
                  </a:lnTo>
                  <a:lnTo>
                    <a:pt x="43229" y="358270"/>
                  </a:lnTo>
                  <a:lnTo>
                    <a:pt x="42302" y="357402"/>
                  </a:lnTo>
                  <a:lnTo>
                    <a:pt x="41747" y="357309"/>
                  </a:lnTo>
                  <a:lnTo>
                    <a:pt x="41413" y="358135"/>
                  </a:lnTo>
                  <a:lnTo>
                    <a:pt x="40992" y="361591"/>
                  </a:lnTo>
                  <a:lnTo>
                    <a:pt x="40501" y="364714"/>
                  </a:lnTo>
                  <a:lnTo>
                    <a:pt x="39980" y="366506"/>
                  </a:lnTo>
                  <a:lnTo>
                    <a:pt x="38252" y="367825"/>
                  </a:lnTo>
                  <a:lnTo>
                    <a:pt x="36643" y="369213"/>
                  </a:lnTo>
                  <a:lnTo>
                    <a:pt x="35757" y="369536"/>
                  </a:lnTo>
                  <a:lnTo>
                    <a:pt x="35282" y="371103"/>
                  </a:lnTo>
                  <a:lnTo>
                    <a:pt x="35077" y="373281"/>
                  </a:lnTo>
                  <a:lnTo>
                    <a:pt x="34677" y="375249"/>
                  </a:lnTo>
                  <a:lnTo>
                    <a:pt x="32352" y="378210"/>
                  </a:lnTo>
                  <a:lnTo>
                    <a:pt x="31834" y="379462"/>
                  </a:lnTo>
                  <a:lnTo>
                    <a:pt x="31568" y="382377"/>
                  </a:lnTo>
                  <a:lnTo>
                    <a:pt x="30270" y="386010"/>
                  </a:lnTo>
                  <a:lnTo>
                    <a:pt x="29868" y="387424"/>
                  </a:lnTo>
                  <a:lnTo>
                    <a:pt x="27828" y="388414"/>
                  </a:lnTo>
                  <a:lnTo>
                    <a:pt x="25176" y="389493"/>
                  </a:lnTo>
                  <a:lnTo>
                    <a:pt x="23623" y="389418"/>
                  </a:lnTo>
                  <a:lnTo>
                    <a:pt x="22561" y="389132"/>
                  </a:lnTo>
                  <a:lnTo>
                    <a:pt x="22244" y="388489"/>
                  </a:lnTo>
                  <a:lnTo>
                    <a:pt x="21525" y="387461"/>
                  </a:lnTo>
                  <a:lnTo>
                    <a:pt x="21407" y="386316"/>
                  </a:lnTo>
                  <a:lnTo>
                    <a:pt x="21397" y="384691"/>
                  </a:lnTo>
                  <a:lnTo>
                    <a:pt x="21595" y="381777"/>
                  </a:lnTo>
                  <a:lnTo>
                    <a:pt x="21497" y="377722"/>
                  </a:lnTo>
                  <a:lnTo>
                    <a:pt x="20661" y="373004"/>
                  </a:lnTo>
                  <a:lnTo>
                    <a:pt x="20727" y="371484"/>
                  </a:lnTo>
                  <a:lnTo>
                    <a:pt x="20618" y="369172"/>
                  </a:lnTo>
                  <a:lnTo>
                    <a:pt x="20198" y="364832"/>
                  </a:lnTo>
                  <a:lnTo>
                    <a:pt x="19121" y="362636"/>
                  </a:lnTo>
                  <a:lnTo>
                    <a:pt x="18815" y="359026"/>
                  </a:lnTo>
                  <a:lnTo>
                    <a:pt x="18689" y="355846"/>
                  </a:lnTo>
                  <a:lnTo>
                    <a:pt x="17784" y="351873"/>
                  </a:lnTo>
                  <a:lnTo>
                    <a:pt x="17636" y="346811"/>
                  </a:lnTo>
                  <a:lnTo>
                    <a:pt x="17655" y="342468"/>
                  </a:lnTo>
                  <a:lnTo>
                    <a:pt x="16231" y="337427"/>
                  </a:lnTo>
                  <a:lnTo>
                    <a:pt x="14749" y="332066"/>
                  </a:lnTo>
                  <a:lnTo>
                    <a:pt x="13550" y="331338"/>
                  </a:lnTo>
                  <a:lnTo>
                    <a:pt x="13253" y="330698"/>
                  </a:lnTo>
                  <a:lnTo>
                    <a:pt x="13122" y="329157"/>
                  </a:lnTo>
                  <a:lnTo>
                    <a:pt x="13097" y="326773"/>
                  </a:lnTo>
                  <a:lnTo>
                    <a:pt x="13192" y="325325"/>
                  </a:lnTo>
                  <a:lnTo>
                    <a:pt x="14116" y="322979"/>
                  </a:lnTo>
                  <a:lnTo>
                    <a:pt x="14153" y="322615"/>
                  </a:lnTo>
                  <a:lnTo>
                    <a:pt x="13964" y="322130"/>
                  </a:lnTo>
                  <a:lnTo>
                    <a:pt x="11576" y="318613"/>
                  </a:lnTo>
                  <a:lnTo>
                    <a:pt x="10975" y="317597"/>
                  </a:lnTo>
                  <a:lnTo>
                    <a:pt x="10787" y="316345"/>
                  </a:lnTo>
                  <a:lnTo>
                    <a:pt x="10803" y="315216"/>
                  </a:lnTo>
                  <a:lnTo>
                    <a:pt x="11375" y="314062"/>
                  </a:lnTo>
                  <a:lnTo>
                    <a:pt x="11664" y="313208"/>
                  </a:lnTo>
                  <a:lnTo>
                    <a:pt x="11104" y="310700"/>
                  </a:lnTo>
                  <a:lnTo>
                    <a:pt x="11159" y="308432"/>
                  </a:lnTo>
                  <a:lnTo>
                    <a:pt x="10802" y="307460"/>
                  </a:lnTo>
                  <a:lnTo>
                    <a:pt x="10845" y="306730"/>
                  </a:lnTo>
                  <a:lnTo>
                    <a:pt x="11190" y="306103"/>
                  </a:lnTo>
                  <a:lnTo>
                    <a:pt x="12741" y="305373"/>
                  </a:lnTo>
                  <a:lnTo>
                    <a:pt x="13223" y="303073"/>
                  </a:lnTo>
                  <a:lnTo>
                    <a:pt x="13239" y="301160"/>
                  </a:lnTo>
                  <a:lnTo>
                    <a:pt x="13009" y="299807"/>
                  </a:lnTo>
                  <a:lnTo>
                    <a:pt x="11571" y="296385"/>
                  </a:lnTo>
                  <a:lnTo>
                    <a:pt x="11546" y="295805"/>
                  </a:lnTo>
                  <a:lnTo>
                    <a:pt x="13045" y="291049"/>
                  </a:lnTo>
                  <a:lnTo>
                    <a:pt x="14121" y="287924"/>
                  </a:lnTo>
                  <a:lnTo>
                    <a:pt x="14415" y="287286"/>
                  </a:lnTo>
                  <a:lnTo>
                    <a:pt x="14326" y="286611"/>
                  </a:lnTo>
                  <a:lnTo>
                    <a:pt x="14060" y="285783"/>
                  </a:lnTo>
                  <a:lnTo>
                    <a:pt x="13379" y="284576"/>
                  </a:lnTo>
                  <a:lnTo>
                    <a:pt x="12493" y="283263"/>
                  </a:lnTo>
                  <a:lnTo>
                    <a:pt x="11761" y="281659"/>
                  </a:lnTo>
                  <a:lnTo>
                    <a:pt x="10805" y="279290"/>
                  </a:lnTo>
                  <a:lnTo>
                    <a:pt x="9600" y="277256"/>
                  </a:lnTo>
                  <a:lnTo>
                    <a:pt x="8710" y="275241"/>
                  </a:lnTo>
                  <a:lnTo>
                    <a:pt x="8255" y="273550"/>
                  </a:lnTo>
                  <a:lnTo>
                    <a:pt x="8246" y="271828"/>
                  </a:lnTo>
                  <a:lnTo>
                    <a:pt x="8127" y="268971"/>
                  </a:lnTo>
                  <a:lnTo>
                    <a:pt x="7542" y="264339"/>
                  </a:lnTo>
                  <a:lnTo>
                    <a:pt x="7389" y="261203"/>
                  </a:lnTo>
                  <a:lnTo>
                    <a:pt x="7136" y="257743"/>
                  </a:lnTo>
                  <a:lnTo>
                    <a:pt x="6882" y="255486"/>
                  </a:lnTo>
                  <a:lnTo>
                    <a:pt x="6744" y="253293"/>
                  </a:lnTo>
                  <a:lnTo>
                    <a:pt x="6329" y="250930"/>
                  </a:lnTo>
                  <a:lnTo>
                    <a:pt x="6096" y="249204"/>
                  </a:lnTo>
                  <a:lnTo>
                    <a:pt x="6430" y="247984"/>
                  </a:lnTo>
                  <a:lnTo>
                    <a:pt x="6767" y="247037"/>
                  </a:lnTo>
                  <a:lnTo>
                    <a:pt x="6724" y="246440"/>
                  </a:lnTo>
                  <a:lnTo>
                    <a:pt x="4428" y="243909"/>
                  </a:lnTo>
                  <a:lnTo>
                    <a:pt x="4050" y="243268"/>
                  </a:lnTo>
                  <a:lnTo>
                    <a:pt x="3506" y="238201"/>
                  </a:lnTo>
                  <a:lnTo>
                    <a:pt x="1836" y="233705"/>
                  </a:lnTo>
                  <a:lnTo>
                    <a:pt x="1640" y="230318"/>
                  </a:lnTo>
                  <a:lnTo>
                    <a:pt x="1641" y="229002"/>
                  </a:lnTo>
                  <a:lnTo>
                    <a:pt x="1508" y="226892"/>
                  </a:lnTo>
                  <a:lnTo>
                    <a:pt x="997" y="225236"/>
                  </a:lnTo>
                  <a:lnTo>
                    <a:pt x="241" y="224099"/>
                  </a:lnTo>
                  <a:lnTo>
                    <a:pt x="0" y="222743"/>
                  </a:lnTo>
                  <a:lnTo>
                    <a:pt x="254" y="221314"/>
                  </a:lnTo>
                  <a:lnTo>
                    <a:pt x="1735" y="218495"/>
                  </a:lnTo>
                  <a:lnTo>
                    <a:pt x="2527" y="218010"/>
                  </a:lnTo>
                  <a:lnTo>
                    <a:pt x="2737" y="216582"/>
                  </a:lnTo>
                  <a:lnTo>
                    <a:pt x="3219" y="215439"/>
                  </a:lnTo>
                  <a:lnTo>
                    <a:pt x="4612" y="211290"/>
                  </a:lnTo>
                  <a:lnTo>
                    <a:pt x="5434" y="208557"/>
                  </a:lnTo>
                  <a:lnTo>
                    <a:pt x="6254" y="206921"/>
                  </a:lnTo>
                  <a:lnTo>
                    <a:pt x="7204" y="205775"/>
                  </a:lnTo>
                  <a:lnTo>
                    <a:pt x="7617" y="204826"/>
                  </a:lnTo>
                  <a:lnTo>
                    <a:pt x="7401" y="201885"/>
                  </a:lnTo>
                  <a:lnTo>
                    <a:pt x="7468" y="199914"/>
                  </a:lnTo>
                  <a:lnTo>
                    <a:pt x="7793" y="198665"/>
                  </a:lnTo>
                  <a:lnTo>
                    <a:pt x="8746" y="197346"/>
                  </a:lnTo>
                  <a:lnTo>
                    <a:pt x="9602" y="196333"/>
                  </a:lnTo>
                  <a:lnTo>
                    <a:pt x="9785" y="195834"/>
                  </a:lnTo>
                  <a:lnTo>
                    <a:pt x="9711" y="195092"/>
                  </a:lnTo>
                  <a:lnTo>
                    <a:pt x="8923" y="193589"/>
                  </a:lnTo>
                  <a:lnTo>
                    <a:pt x="7305" y="192282"/>
                  </a:lnTo>
                  <a:lnTo>
                    <a:pt x="6234" y="192409"/>
                  </a:lnTo>
                  <a:lnTo>
                    <a:pt x="5578" y="191252"/>
                  </a:lnTo>
                  <a:lnTo>
                    <a:pt x="5217" y="190256"/>
                  </a:lnTo>
                  <a:lnTo>
                    <a:pt x="3093" y="178076"/>
                  </a:lnTo>
                  <a:lnTo>
                    <a:pt x="2739" y="175231"/>
                  </a:lnTo>
                  <a:lnTo>
                    <a:pt x="2768" y="174131"/>
                  </a:lnTo>
                  <a:lnTo>
                    <a:pt x="4190" y="168103"/>
                  </a:lnTo>
                  <a:lnTo>
                    <a:pt x="4770" y="166138"/>
                  </a:lnTo>
                  <a:lnTo>
                    <a:pt x="5767" y="163293"/>
                  </a:lnTo>
                  <a:lnTo>
                    <a:pt x="5588" y="162173"/>
                  </a:lnTo>
                  <a:lnTo>
                    <a:pt x="3838" y="157452"/>
                  </a:lnTo>
                  <a:lnTo>
                    <a:pt x="3302" y="155207"/>
                  </a:lnTo>
                  <a:lnTo>
                    <a:pt x="3314" y="152976"/>
                  </a:lnTo>
                  <a:lnTo>
                    <a:pt x="3488" y="150252"/>
                  </a:lnTo>
                  <a:lnTo>
                    <a:pt x="4505" y="148792"/>
                  </a:lnTo>
                  <a:lnTo>
                    <a:pt x="4793" y="146582"/>
                  </a:lnTo>
                  <a:lnTo>
                    <a:pt x="5006" y="144394"/>
                  </a:lnTo>
                  <a:lnTo>
                    <a:pt x="5440" y="143670"/>
                  </a:lnTo>
                  <a:lnTo>
                    <a:pt x="5886" y="142441"/>
                  </a:lnTo>
                  <a:lnTo>
                    <a:pt x="6410" y="140649"/>
                  </a:lnTo>
                  <a:lnTo>
                    <a:pt x="7226" y="139091"/>
                  </a:lnTo>
                  <a:lnTo>
                    <a:pt x="7709" y="137899"/>
                  </a:lnTo>
                  <a:lnTo>
                    <a:pt x="7814" y="134583"/>
                  </a:lnTo>
                  <a:lnTo>
                    <a:pt x="8213" y="133677"/>
                  </a:lnTo>
                  <a:lnTo>
                    <a:pt x="9327" y="132627"/>
                  </a:lnTo>
                  <a:lnTo>
                    <a:pt x="9442" y="131767"/>
                  </a:lnTo>
                  <a:lnTo>
                    <a:pt x="9189" y="129539"/>
                  </a:lnTo>
                  <a:lnTo>
                    <a:pt x="8631" y="127184"/>
                  </a:lnTo>
                  <a:lnTo>
                    <a:pt x="8182" y="126042"/>
                  </a:lnTo>
                  <a:lnTo>
                    <a:pt x="7588" y="120259"/>
                  </a:lnTo>
                  <a:lnTo>
                    <a:pt x="6966" y="117379"/>
                  </a:lnTo>
                  <a:lnTo>
                    <a:pt x="7225" y="116231"/>
                  </a:lnTo>
                  <a:lnTo>
                    <a:pt x="7655" y="114768"/>
                  </a:lnTo>
                  <a:lnTo>
                    <a:pt x="8071" y="111870"/>
                  </a:lnTo>
                  <a:lnTo>
                    <a:pt x="8207" y="108500"/>
                  </a:lnTo>
                  <a:lnTo>
                    <a:pt x="8106" y="96097"/>
                  </a:lnTo>
                  <a:lnTo>
                    <a:pt x="8129" y="93659"/>
                  </a:lnTo>
                  <a:lnTo>
                    <a:pt x="8676" y="91945"/>
                  </a:lnTo>
                  <a:lnTo>
                    <a:pt x="9482" y="89968"/>
                  </a:lnTo>
                  <a:lnTo>
                    <a:pt x="10162" y="89212"/>
                  </a:lnTo>
                  <a:lnTo>
                    <a:pt x="10805" y="87960"/>
                  </a:lnTo>
                  <a:lnTo>
                    <a:pt x="10759" y="85611"/>
                  </a:lnTo>
                  <a:lnTo>
                    <a:pt x="11182" y="84223"/>
                  </a:lnTo>
                  <a:lnTo>
                    <a:pt x="11705" y="82486"/>
                  </a:lnTo>
                  <a:lnTo>
                    <a:pt x="10078" y="75644"/>
                  </a:lnTo>
                  <a:lnTo>
                    <a:pt x="8648" y="69627"/>
                  </a:lnTo>
                  <a:lnTo>
                    <a:pt x="7306" y="63980"/>
                  </a:lnTo>
                  <a:lnTo>
                    <a:pt x="5752" y="57438"/>
                  </a:lnTo>
                  <a:lnTo>
                    <a:pt x="4728" y="53133"/>
                  </a:lnTo>
                  <a:lnTo>
                    <a:pt x="3457" y="47783"/>
                  </a:lnTo>
                  <a:lnTo>
                    <a:pt x="2341" y="43091"/>
                  </a:lnTo>
                  <a:lnTo>
                    <a:pt x="817" y="36679"/>
                  </a:lnTo>
                  <a:lnTo>
                    <a:pt x="2232" y="36572"/>
                  </a:lnTo>
                  <a:lnTo>
                    <a:pt x="5084" y="36794"/>
                  </a:lnTo>
                  <a:lnTo>
                    <a:pt x="7849" y="37937"/>
                  </a:lnTo>
                  <a:lnTo>
                    <a:pt x="9717" y="38433"/>
                  </a:lnTo>
                  <a:lnTo>
                    <a:pt x="10500" y="39423"/>
                  </a:lnTo>
                  <a:lnTo>
                    <a:pt x="10673" y="40990"/>
                  </a:lnTo>
                  <a:lnTo>
                    <a:pt x="11190" y="41723"/>
                  </a:lnTo>
                  <a:lnTo>
                    <a:pt x="11789" y="41437"/>
                  </a:lnTo>
                  <a:lnTo>
                    <a:pt x="12468" y="41331"/>
                  </a:lnTo>
                  <a:lnTo>
                    <a:pt x="13983" y="39723"/>
                  </a:lnTo>
                  <a:lnTo>
                    <a:pt x="15206" y="38659"/>
                  </a:lnTo>
                  <a:lnTo>
                    <a:pt x="16264" y="37372"/>
                  </a:lnTo>
                  <a:lnTo>
                    <a:pt x="16807" y="36128"/>
                  </a:lnTo>
                  <a:lnTo>
                    <a:pt x="18123" y="31753"/>
                  </a:lnTo>
                  <a:lnTo>
                    <a:pt x="19183" y="29332"/>
                  </a:lnTo>
                  <a:lnTo>
                    <a:pt x="20157" y="28484"/>
                  </a:lnTo>
                  <a:lnTo>
                    <a:pt x="22067" y="28140"/>
                  </a:lnTo>
                  <a:lnTo>
                    <a:pt x="22668" y="28827"/>
                  </a:lnTo>
                  <a:lnTo>
                    <a:pt x="23447" y="28741"/>
                  </a:lnTo>
                  <a:lnTo>
                    <a:pt x="24119" y="26253"/>
                  </a:lnTo>
                  <a:lnTo>
                    <a:pt x="25145" y="23506"/>
                  </a:lnTo>
                  <a:lnTo>
                    <a:pt x="27162" y="20075"/>
                  </a:lnTo>
                  <a:lnTo>
                    <a:pt x="28188" y="19131"/>
                  </a:lnTo>
                  <a:lnTo>
                    <a:pt x="28825" y="17931"/>
                  </a:lnTo>
                  <a:lnTo>
                    <a:pt x="29922" y="17758"/>
                  </a:lnTo>
                  <a:lnTo>
                    <a:pt x="30884" y="16503"/>
                  </a:lnTo>
                  <a:lnTo>
                    <a:pt x="35534" y="7831"/>
                  </a:lnTo>
                  <a:lnTo>
                    <a:pt x="37419" y="5598"/>
                  </a:lnTo>
                  <a:lnTo>
                    <a:pt x="38594" y="5191"/>
                  </a:lnTo>
                  <a:lnTo>
                    <a:pt x="39565" y="4660"/>
                  </a:lnTo>
                  <a:lnTo>
                    <a:pt x="41218" y="3416"/>
                  </a:lnTo>
                  <a:lnTo>
                    <a:pt x="45348" y="2216"/>
                  </a:lnTo>
                  <a:lnTo>
                    <a:pt x="48004" y="1714"/>
                  </a:lnTo>
                  <a:lnTo>
                    <a:pt x="48853" y="2914"/>
                  </a:lnTo>
                  <a:lnTo>
                    <a:pt x="49809" y="2571"/>
                  </a:lnTo>
                  <a:lnTo>
                    <a:pt x="50622" y="629"/>
                  </a:lnTo>
                  <a:lnTo>
                    <a:pt x="51295" y="0"/>
                  </a:lnTo>
                  <a:lnTo>
                    <a:pt x="51790" y="57"/>
                  </a:lnTo>
                  <a:lnTo>
                    <a:pt x="52500" y="2357"/>
                  </a:lnTo>
                  <a:lnTo>
                    <a:pt x="52848" y="4793"/>
                  </a:lnTo>
                  <a:lnTo>
                    <a:pt x="52619" y="6651"/>
                  </a:lnTo>
                  <a:lnTo>
                    <a:pt x="52662" y="9352"/>
                  </a:lnTo>
                  <a:lnTo>
                    <a:pt x="52979" y="12893"/>
                  </a:lnTo>
                  <a:lnTo>
                    <a:pt x="52802" y="16032"/>
                  </a:lnTo>
                  <a:lnTo>
                    <a:pt x="51798" y="20147"/>
                  </a:lnTo>
                  <a:lnTo>
                    <a:pt x="51293" y="21824"/>
                  </a:lnTo>
                  <a:lnTo>
                    <a:pt x="51169" y="23549"/>
                  </a:lnTo>
                  <a:lnTo>
                    <a:pt x="51255" y="25878"/>
                  </a:lnTo>
                  <a:lnTo>
                    <a:pt x="51715" y="29676"/>
                  </a:lnTo>
                  <a:lnTo>
                    <a:pt x="52547" y="34936"/>
                  </a:lnTo>
                  <a:lnTo>
                    <a:pt x="52672" y="38837"/>
                  </a:lnTo>
                  <a:lnTo>
                    <a:pt x="52089" y="41365"/>
                  </a:lnTo>
                  <a:lnTo>
                    <a:pt x="51821" y="43550"/>
                  </a:lnTo>
                  <a:lnTo>
                    <a:pt x="51866" y="45382"/>
                  </a:lnTo>
                  <a:lnTo>
                    <a:pt x="52074" y="46672"/>
                  </a:lnTo>
                  <a:lnTo>
                    <a:pt x="52445" y="47414"/>
                  </a:lnTo>
                  <a:lnTo>
                    <a:pt x="52651" y="48882"/>
                  </a:lnTo>
                  <a:lnTo>
                    <a:pt x="52693" y="51081"/>
                  </a:lnTo>
                  <a:lnTo>
                    <a:pt x="53178" y="53205"/>
                  </a:lnTo>
                  <a:lnTo>
                    <a:pt x="54105" y="55260"/>
                  </a:lnTo>
                  <a:lnTo>
                    <a:pt x="54480" y="57219"/>
                  </a:lnTo>
                  <a:lnTo>
                    <a:pt x="54305" y="59086"/>
                  </a:lnTo>
                  <a:lnTo>
                    <a:pt x="54354" y="60252"/>
                  </a:lnTo>
                  <a:lnTo>
                    <a:pt x="54627" y="60714"/>
                  </a:lnTo>
                  <a:lnTo>
                    <a:pt x="54879" y="60336"/>
                  </a:lnTo>
                  <a:lnTo>
                    <a:pt x="55215" y="59825"/>
                  </a:lnTo>
                  <a:lnTo>
                    <a:pt x="55517" y="60007"/>
                  </a:lnTo>
                  <a:lnTo>
                    <a:pt x="56165" y="62612"/>
                  </a:lnTo>
                  <a:lnTo>
                    <a:pt x="56249" y="63143"/>
                  </a:lnTo>
                  <a:lnTo>
                    <a:pt x="56603" y="65290"/>
                  </a:lnTo>
                  <a:lnTo>
                    <a:pt x="56709" y="66921"/>
                  </a:lnTo>
                  <a:lnTo>
                    <a:pt x="57661" y="67830"/>
                  </a:lnTo>
                  <a:lnTo>
                    <a:pt x="58691" y="68548"/>
                  </a:lnTo>
                  <a:lnTo>
                    <a:pt x="59257" y="69408"/>
                  </a:lnTo>
                  <a:lnTo>
                    <a:pt x="60395" y="71982"/>
                  </a:lnTo>
                  <a:lnTo>
                    <a:pt x="61350" y="73679"/>
                  </a:lnTo>
                  <a:lnTo>
                    <a:pt x="62548" y="75070"/>
                  </a:lnTo>
                  <a:lnTo>
                    <a:pt x="62946" y="77292"/>
                  </a:lnTo>
                  <a:lnTo>
                    <a:pt x="63680" y="80648"/>
                  </a:lnTo>
                  <a:lnTo>
                    <a:pt x="65697" y="81935"/>
                  </a:lnTo>
                  <a:lnTo>
                    <a:pt x="68054" y="82578"/>
                  </a:lnTo>
                  <a:lnTo>
                    <a:pt x="69554" y="83305"/>
                  </a:lnTo>
                  <a:lnTo>
                    <a:pt x="71388" y="81525"/>
                  </a:lnTo>
                  <a:lnTo>
                    <a:pt x="72600" y="81779"/>
                  </a:lnTo>
                  <a:lnTo>
                    <a:pt x="73855" y="82988"/>
                  </a:lnTo>
                  <a:lnTo>
                    <a:pt x="74388" y="83807"/>
                  </a:lnTo>
                  <a:lnTo>
                    <a:pt x="75322" y="85536"/>
                  </a:lnTo>
                  <a:lnTo>
                    <a:pt x="76767" y="87749"/>
                  </a:lnTo>
                  <a:lnTo>
                    <a:pt x="77948" y="88572"/>
                  </a:lnTo>
                  <a:lnTo>
                    <a:pt x="78790" y="87339"/>
                  </a:lnTo>
                  <a:lnTo>
                    <a:pt x="79569" y="86909"/>
                  </a:lnTo>
                  <a:lnTo>
                    <a:pt x="80170" y="87426"/>
                  </a:lnTo>
                  <a:lnTo>
                    <a:pt x="80488" y="89827"/>
                  </a:lnTo>
                  <a:lnTo>
                    <a:pt x="80807" y="91457"/>
                  </a:lnTo>
                  <a:lnTo>
                    <a:pt x="81505" y="92684"/>
                  </a:lnTo>
                  <a:lnTo>
                    <a:pt x="83001" y="95835"/>
                  </a:lnTo>
                  <a:lnTo>
                    <a:pt x="83850" y="97122"/>
                  </a:lnTo>
                  <a:lnTo>
                    <a:pt x="84806" y="97035"/>
                  </a:lnTo>
                  <a:lnTo>
                    <a:pt x="86774" y="99101"/>
                  </a:lnTo>
                  <a:lnTo>
                    <a:pt x="88879" y="101116"/>
                  </a:lnTo>
                  <a:lnTo>
                    <a:pt x="89963" y="101447"/>
                  </a:lnTo>
                  <a:lnTo>
                    <a:pt x="91034" y="101153"/>
                  </a:lnTo>
                  <a:lnTo>
                    <a:pt x="91741" y="101923"/>
                  </a:lnTo>
                  <a:lnTo>
                    <a:pt x="92024" y="104353"/>
                  </a:lnTo>
                  <a:lnTo>
                    <a:pt x="93853" y="109207"/>
                  </a:lnTo>
                  <a:lnTo>
                    <a:pt x="94713" y="111103"/>
                  </a:lnTo>
                  <a:lnTo>
                    <a:pt x="95739" y="112733"/>
                  </a:lnTo>
                  <a:lnTo>
                    <a:pt x="98351" y="112710"/>
                  </a:lnTo>
                  <a:lnTo>
                    <a:pt x="99132" y="113195"/>
                  </a:lnTo>
                  <a:lnTo>
                    <a:pt x="100296" y="112762"/>
                  </a:lnTo>
                  <a:lnTo>
                    <a:pt x="103793" y="111934"/>
                  </a:lnTo>
                  <a:lnTo>
                    <a:pt x="104428" y="111674"/>
                  </a:lnTo>
                  <a:lnTo>
                    <a:pt x="106409" y="113792"/>
                  </a:lnTo>
                  <a:lnTo>
                    <a:pt x="108750" y="116834"/>
                  </a:lnTo>
                  <a:lnTo>
                    <a:pt x="110299" y="119226"/>
                  </a:lnTo>
                  <a:lnTo>
                    <a:pt x="111380" y="120542"/>
                  </a:lnTo>
                  <a:lnTo>
                    <a:pt x="111946" y="122686"/>
                  </a:lnTo>
                  <a:lnTo>
                    <a:pt x="112406" y="124919"/>
                  </a:lnTo>
                  <a:lnTo>
                    <a:pt x="112618" y="127320"/>
                  </a:lnTo>
                  <a:lnTo>
                    <a:pt x="112337" y="129707"/>
                  </a:lnTo>
                  <a:lnTo>
                    <a:pt x="111911" y="130665"/>
                  </a:lnTo>
                  <a:lnTo>
                    <a:pt x="111769" y="132211"/>
                  </a:lnTo>
                  <a:lnTo>
                    <a:pt x="111946" y="134526"/>
                  </a:lnTo>
                  <a:lnTo>
                    <a:pt x="112725" y="136586"/>
                  </a:lnTo>
                  <a:lnTo>
                    <a:pt x="113012" y="139125"/>
                  </a:lnTo>
                  <a:lnTo>
                    <a:pt x="113434" y="143610"/>
                  </a:lnTo>
                  <a:lnTo>
                    <a:pt x="113911" y="145029"/>
                  </a:lnTo>
                  <a:lnTo>
                    <a:pt x="114223" y="158924"/>
                  </a:lnTo>
                  <a:lnTo>
                    <a:pt x="112655" y="159042"/>
                  </a:lnTo>
                  <a:lnTo>
                    <a:pt x="110446" y="159207"/>
                  </a:lnTo>
                  <a:lnTo>
                    <a:pt x="111089" y="160531"/>
                  </a:lnTo>
                  <a:lnTo>
                    <a:pt x="112917" y="165705"/>
                  </a:lnTo>
                  <a:lnTo>
                    <a:pt x="114600" y="170472"/>
                  </a:lnTo>
                  <a:lnTo>
                    <a:pt x="114868" y="178128"/>
                  </a:lnTo>
                  <a:lnTo>
                    <a:pt x="115035" y="182953"/>
                  </a:lnTo>
                  <a:lnTo>
                    <a:pt x="115272" y="189754"/>
                  </a:lnTo>
                  <a:lnTo>
                    <a:pt x="115414" y="193808"/>
                  </a:lnTo>
                  <a:lnTo>
                    <a:pt x="119612" y="194175"/>
                  </a:lnTo>
                  <a:lnTo>
                    <a:pt x="124448" y="194596"/>
                  </a:lnTo>
                  <a:lnTo>
                    <a:pt x="130262" y="195104"/>
                  </a:lnTo>
                  <a:lnTo>
                    <a:pt x="135372" y="195548"/>
                  </a:lnTo>
                  <a:lnTo>
                    <a:pt x="135876" y="195502"/>
                  </a:lnTo>
                  <a:lnTo>
                    <a:pt x="136765" y="194948"/>
                  </a:lnTo>
                  <a:lnTo>
                    <a:pt x="137353" y="194230"/>
                  </a:lnTo>
                  <a:lnTo>
                    <a:pt x="137716" y="194253"/>
                  </a:lnTo>
                  <a:lnTo>
                    <a:pt x="137778" y="195895"/>
                  </a:lnTo>
                  <a:lnTo>
                    <a:pt x="137653" y="197972"/>
                  </a:lnTo>
                  <a:lnTo>
                    <a:pt x="137658" y="200353"/>
                  </a:lnTo>
                  <a:lnTo>
                    <a:pt x="136193" y="205062"/>
                  </a:lnTo>
                  <a:lnTo>
                    <a:pt x="136101" y="206554"/>
                  </a:lnTo>
                  <a:lnTo>
                    <a:pt x="136324" y="212761"/>
                  </a:lnTo>
                  <a:lnTo>
                    <a:pt x="136841" y="217779"/>
                  </a:lnTo>
                  <a:lnTo>
                    <a:pt x="137102" y="222321"/>
                  </a:lnTo>
                  <a:lnTo>
                    <a:pt x="137690" y="223735"/>
                  </a:lnTo>
                  <a:lnTo>
                    <a:pt x="139423" y="226128"/>
                  </a:lnTo>
                  <a:lnTo>
                    <a:pt x="142039" y="230554"/>
                  </a:lnTo>
                  <a:lnTo>
                    <a:pt x="143086" y="231128"/>
                  </a:lnTo>
                  <a:lnTo>
                    <a:pt x="143970" y="230531"/>
                  </a:lnTo>
                  <a:lnTo>
                    <a:pt x="144501" y="232332"/>
                  </a:lnTo>
                  <a:lnTo>
                    <a:pt x="144607" y="235249"/>
                  </a:lnTo>
                  <a:lnTo>
                    <a:pt x="146051" y="243392"/>
                  </a:lnTo>
                  <a:lnTo>
                    <a:pt x="146968" y="248561"/>
                  </a:lnTo>
                  <a:lnTo>
                    <a:pt x="147387" y="250358"/>
                  </a:lnTo>
                  <a:lnTo>
                    <a:pt x="148075" y="251290"/>
                  </a:lnTo>
                  <a:lnTo>
                    <a:pt x="147947" y="251960"/>
                  </a:lnTo>
                  <a:lnTo>
                    <a:pt x="147374" y="252231"/>
                  </a:lnTo>
                  <a:lnTo>
                    <a:pt x="147120" y="253201"/>
                  </a:lnTo>
                  <a:lnTo>
                    <a:pt x="146326" y="258984"/>
                  </a:lnTo>
                  <a:lnTo>
                    <a:pt x="145280" y="266613"/>
                  </a:lnTo>
                  <a:lnTo>
                    <a:pt x="144572" y="271963"/>
                  </a:lnTo>
                  <a:lnTo>
                    <a:pt x="145208" y="272050"/>
                  </a:lnTo>
                  <a:lnTo>
                    <a:pt x="145236" y="273533"/>
                  </a:lnTo>
                  <a:lnTo>
                    <a:pt x="145380" y="275798"/>
                  </a:lnTo>
                  <a:lnTo>
                    <a:pt x="144592" y="276078"/>
                  </a:lnTo>
                  <a:lnTo>
                    <a:pt x="144361" y="276889"/>
                  </a:lnTo>
                  <a:lnTo>
                    <a:pt x="143458" y="281278"/>
                  </a:lnTo>
                  <a:lnTo>
                    <a:pt x="142273" y="287032"/>
                  </a:lnTo>
                  <a:lnTo>
                    <a:pt x="141050" y="292974"/>
                  </a:lnTo>
                  <a:lnTo>
                    <a:pt x="140326" y="296497"/>
                  </a:lnTo>
                  <a:lnTo>
                    <a:pt x="141563" y="299103"/>
                  </a:lnTo>
                  <a:lnTo>
                    <a:pt x="143625" y="303443"/>
                  </a:lnTo>
                  <a:lnTo>
                    <a:pt x="143298" y="304649"/>
                  </a:lnTo>
                  <a:lnTo>
                    <a:pt x="142414" y="305249"/>
                  </a:lnTo>
                  <a:lnTo>
                    <a:pt x="141671" y="305676"/>
                  </a:lnTo>
                  <a:lnTo>
                    <a:pt x="141104" y="307307"/>
                  </a:lnTo>
                  <a:lnTo>
                    <a:pt x="140786" y="308510"/>
                  </a:lnTo>
                  <a:close/>
                </a:path>
              </a:pathLst>
            </a:custGeom>
            <a:solidFill>
              <a:srgbClr val="EDF5E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g225"/>
            <p:cNvSpPr/>
            <p:nvPr/>
          </p:nvSpPr>
          <p:spPr>
            <a:xfrm>
              <a:off x="2741981" y="4443702"/>
              <a:ext cx="2152" cy="12191"/>
            </a:xfrm>
            <a:custGeom>
              <a:avLst/>
              <a:pathLst>
                <a:path w="2152" h="12191">
                  <a:moveTo>
                    <a:pt x="837" y="10855"/>
                  </a:moveTo>
                  <a:lnTo>
                    <a:pt x="0" y="12191"/>
                  </a:lnTo>
                  <a:lnTo>
                    <a:pt x="151" y="5176"/>
                  </a:lnTo>
                  <a:lnTo>
                    <a:pt x="602" y="2833"/>
                  </a:lnTo>
                  <a:lnTo>
                    <a:pt x="1094" y="1085"/>
                  </a:lnTo>
                  <a:lnTo>
                    <a:pt x="1702" y="0"/>
                  </a:lnTo>
                  <a:lnTo>
                    <a:pt x="2152" y="1532"/>
                  </a:lnTo>
                  <a:lnTo>
                    <a:pt x="1767" y="4925"/>
                  </a:lnTo>
                  <a:lnTo>
                    <a:pt x="704" y="9084"/>
                  </a:lnTo>
                  <a:close/>
                </a:path>
              </a:pathLst>
            </a:custGeom>
            <a:solidFill>
              <a:srgbClr val="CCE2C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g226"/>
            <p:cNvSpPr/>
            <p:nvPr/>
          </p:nvSpPr>
          <p:spPr>
            <a:xfrm>
              <a:off x="2740626" y="4407378"/>
              <a:ext cx="2049" cy="7193"/>
            </a:xfrm>
            <a:custGeom>
              <a:avLst/>
              <a:pathLst>
                <a:path w="2049" h="7193">
                  <a:moveTo>
                    <a:pt x="991" y="6833"/>
                  </a:moveTo>
                  <a:lnTo>
                    <a:pt x="764" y="7193"/>
                  </a:lnTo>
                  <a:lnTo>
                    <a:pt x="0" y="3526"/>
                  </a:lnTo>
                  <a:lnTo>
                    <a:pt x="1535" y="0"/>
                  </a:lnTo>
                  <a:lnTo>
                    <a:pt x="2049" y="1431"/>
                  </a:lnTo>
                  <a:lnTo>
                    <a:pt x="1641" y="4221"/>
                  </a:lnTo>
                  <a:lnTo>
                    <a:pt x="1190" y="6186"/>
                  </a:lnTo>
                  <a:close/>
                </a:path>
              </a:pathLst>
            </a:custGeom>
            <a:solidFill>
              <a:srgbClr val="CCE2C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g227"/>
            <p:cNvSpPr/>
            <p:nvPr/>
          </p:nvSpPr>
          <p:spPr>
            <a:xfrm>
              <a:off x="2779800" y="4335196"/>
              <a:ext cx="2660" cy="6316"/>
            </a:xfrm>
            <a:custGeom>
              <a:avLst/>
              <a:pathLst>
                <a:path w="2660" h="6316">
                  <a:moveTo>
                    <a:pt x="2329" y="4775"/>
                  </a:moveTo>
                  <a:lnTo>
                    <a:pt x="2322" y="6316"/>
                  </a:lnTo>
                  <a:lnTo>
                    <a:pt x="1814" y="5531"/>
                  </a:lnTo>
                  <a:lnTo>
                    <a:pt x="470" y="6129"/>
                  </a:lnTo>
                  <a:lnTo>
                    <a:pt x="0" y="4966"/>
                  </a:lnTo>
                  <a:lnTo>
                    <a:pt x="1816" y="0"/>
                  </a:lnTo>
                  <a:lnTo>
                    <a:pt x="2183" y="721"/>
                  </a:lnTo>
                  <a:lnTo>
                    <a:pt x="2466" y="1627"/>
                  </a:lnTo>
                  <a:lnTo>
                    <a:pt x="2660" y="2891"/>
                  </a:lnTo>
                  <a:lnTo>
                    <a:pt x="2451" y="3708"/>
                  </a:lnTo>
                  <a:close/>
                </a:path>
              </a:pathLst>
            </a:custGeom>
            <a:solidFill>
              <a:srgbClr val="CCE2C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g228"/>
            <p:cNvSpPr/>
            <p:nvPr/>
          </p:nvSpPr>
          <p:spPr>
            <a:xfrm>
              <a:off x="2793100" y="4315888"/>
              <a:ext cx="3194" cy="4083"/>
            </a:xfrm>
            <a:custGeom>
              <a:avLst/>
              <a:pathLst>
                <a:path w="3194" h="4083">
                  <a:moveTo>
                    <a:pt x="2813" y="2002"/>
                  </a:moveTo>
                  <a:lnTo>
                    <a:pt x="3194" y="2813"/>
                  </a:lnTo>
                  <a:lnTo>
                    <a:pt x="2491" y="2732"/>
                  </a:lnTo>
                  <a:lnTo>
                    <a:pt x="1701" y="3448"/>
                  </a:lnTo>
                  <a:lnTo>
                    <a:pt x="488" y="4083"/>
                  </a:lnTo>
                  <a:lnTo>
                    <a:pt x="0" y="2894"/>
                  </a:lnTo>
                  <a:lnTo>
                    <a:pt x="1048" y="1243"/>
                  </a:lnTo>
                  <a:lnTo>
                    <a:pt x="1429" y="0"/>
                  </a:lnTo>
                  <a:lnTo>
                    <a:pt x="1703" y="259"/>
                  </a:lnTo>
                  <a:lnTo>
                    <a:pt x="2054" y="1157"/>
                  </a:lnTo>
                  <a:close/>
                </a:path>
              </a:pathLst>
            </a:custGeom>
            <a:solidFill>
              <a:srgbClr val="CCE2C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g229"/>
            <p:cNvSpPr/>
            <p:nvPr/>
          </p:nvSpPr>
          <p:spPr>
            <a:xfrm>
              <a:off x="2858155" y="4029981"/>
              <a:ext cx="1445" cy="3956"/>
            </a:xfrm>
            <a:custGeom>
              <a:avLst/>
              <a:pathLst>
                <a:path w="1445" h="3956">
                  <a:moveTo>
                    <a:pt x="1445" y="2216"/>
                  </a:moveTo>
                  <a:lnTo>
                    <a:pt x="1027" y="3956"/>
                  </a:lnTo>
                  <a:lnTo>
                    <a:pt x="543" y="3696"/>
                  </a:lnTo>
                  <a:lnTo>
                    <a:pt x="352" y="2530"/>
                  </a:lnTo>
                  <a:lnTo>
                    <a:pt x="0" y="1393"/>
                  </a:lnTo>
                  <a:lnTo>
                    <a:pt x="189" y="504"/>
                  </a:lnTo>
                  <a:lnTo>
                    <a:pt x="512" y="0"/>
                  </a:lnTo>
                  <a:lnTo>
                    <a:pt x="1402" y="77"/>
                  </a:lnTo>
                  <a:close/>
                </a:path>
              </a:pathLst>
            </a:custGeom>
            <a:solidFill>
              <a:srgbClr val="CCE2C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g230"/>
            <p:cNvSpPr/>
            <p:nvPr/>
          </p:nvSpPr>
          <p:spPr>
            <a:xfrm>
              <a:off x="2861021" y="4014667"/>
              <a:ext cx="2275" cy="7046"/>
            </a:xfrm>
            <a:custGeom>
              <a:avLst/>
              <a:pathLst>
                <a:path w="2275" h="7046">
                  <a:moveTo>
                    <a:pt x="525" y="6409"/>
                  </a:moveTo>
                  <a:lnTo>
                    <a:pt x="48" y="7046"/>
                  </a:lnTo>
                  <a:lnTo>
                    <a:pt x="0" y="5168"/>
                  </a:lnTo>
                  <a:lnTo>
                    <a:pt x="1244" y="2799"/>
                  </a:lnTo>
                  <a:lnTo>
                    <a:pt x="1448" y="0"/>
                  </a:lnTo>
                  <a:lnTo>
                    <a:pt x="2101" y="1295"/>
                  </a:lnTo>
                  <a:lnTo>
                    <a:pt x="2275" y="2726"/>
                  </a:lnTo>
                  <a:lnTo>
                    <a:pt x="2264" y="3321"/>
                  </a:lnTo>
                  <a:close/>
                </a:path>
              </a:pathLst>
            </a:custGeom>
            <a:solidFill>
              <a:srgbClr val="CCE2C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g231"/>
            <p:cNvSpPr/>
            <p:nvPr/>
          </p:nvSpPr>
          <p:spPr>
            <a:xfrm>
              <a:off x="2790204" y="3714372"/>
              <a:ext cx="1417" cy="9456"/>
            </a:xfrm>
            <a:custGeom>
              <a:avLst/>
              <a:pathLst>
                <a:path w="1417" h="9456">
                  <a:moveTo>
                    <a:pt x="1199" y="6561"/>
                  </a:moveTo>
                  <a:lnTo>
                    <a:pt x="0" y="9456"/>
                  </a:lnTo>
                  <a:lnTo>
                    <a:pt x="395" y="6097"/>
                  </a:lnTo>
                  <a:lnTo>
                    <a:pt x="193" y="3783"/>
                  </a:lnTo>
                  <a:lnTo>
                    <a:pt x="349" y="1991"/>
                  </a:lnTo>
                  <a:lnTo>
                    <a:pt x="1167" y="256"/>
                  </a:lnTo>
                  <a:lnTo>
                    <a:pt x="1417" y="0"/>
                  </a:lnTo>
                  <a:lnTo>
                    <a:pt x="1346" y="2132"/>
                  </a:lnTo>
                  <a:lnTo>
                    <a:pt x="1403" y="2787"/>
                  </a:lnTo>
                  <a:close/>
                </a:path>
              </a:pathLst>
            </a:custGeom>
            <a:solidFill>
              <a:srgbClr val="CCE2C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g232"/>
            <p:cNvSpPr/>
            <p:nvPr/>
          </p:nvSpPr>
          <p:spPr>
            <a:xfrm>
              <a:off x="2785048" y="3671517"/>
              <a:ext cx="1678" cy="3650"/>
            </a:xfrm>
            <a:custGeom>
              <a:avLst/>
              <a:pathLst>
                <a:path w="1678" h="3650">
                  <a:moveTo>
                    <a:pt x="1678" y="1494"/>
                  </a:moveTo>
                  <a:lnTo>
                    <a:pt x="898" y="2917"/>
                  </a:lnTo>
                  <a:lnTo>
                    <a:pt x="645" y="3650"/>
                  </a:lnTo>
                  <a:lnTo>
                    <a:pt x="0" y="3104"/>
                  </a:lnTo>
                  <a:lnTo>
                    <a:pt x="117" y="2288"/>
                  </a:lnTo>
                  <a:lnTo>
                    <a:pt x="307" y="2371"/>
                  </a:lnTo>
                  <a:lnTo>
                    <a:pt x="514" y="0"/>
                  </a:lnTo>
                  <a:lnTo>
                    <a:pt x="1615" y="282"/>
                  </a:lnTo>
                  <a:close/>
                </a:path>
              </a:pathLst>
            </a:custGeom>
            <a:solidFill>
              <a:srgbClr val="CCE2C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g233"/>
            <p:cNvSpPr/>
            <p:nvPr/>
          </p:nvSpPr>
          <p:spPr>
            <a:xfrm>
              <a:off x="2700742" y="3650068"/>
              <a:ext cx="9477" cy="26925"/>
            </a:xfrm>
            <a:custGeom>
              <a:avLst/>
              <a:pathLst>
                <a:path w="9477" h="26925">
                  <a:moveTo>
                    <a:pt x="1290" y="26369"/>
                  </a:moveTo>
                  <a:lnTo>
                    <a:pt x="0" y="26925"/>
                  </a:lnTo>
                  <a:lnTo>
                    <a:pt x="1661" y="19535"/>
                  </a:lnTo>
                  <a:lnTo>
                    <a:pt x="3148" y="16096"/>
                  </a:lnTo>
                  <a:lnTo>
                    <a:pt x="3170" y="9268"/>
                  </a:lnTo>
                  <a:lnTo>
                    <a:pt x="4781" y="3197"/>
                  </a:lnTo>
                  <a:lnTo>
                    <a:pt x="6263" y="724"/>
                  </a:lnTo>
                  <a:lnTo>
                    <a:pt x="8340" y="0"/>
                  </a:lnTo>
                  <a:lnTo>
                    <a:pt x="9477" y="3702"/>
                  </a:lnTo>
                  <a:lnTo>
                    <a:pt x="8068" y="14194"/>
                  </a:lnTo>
                  <a:lnTo>
                    <a:pt x="7656" y="14255"/>
                  </a:lnTo>
                  <a:lnTo>
                    <a:pt x="5767" y="19789"/>
                  </a:lnTo>
                  <a:lnTo>
                    <a:pt x="3664" y="23653"/>
                  </a:lnTo>
                  <a:close/>
                </a:path>
              </a:pathLst>
            </a:custGeom>
            <a:solidFill>
              <a:srgbClr val="CCE2C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g234"/>
            <p:cNvSpPr/>
            <p:nvPr/>
          </p:nvSpPr>
          <p:spPr>
            <a:xfrm>
              <a:off x="2714664" y="3637510"/>
              <a:ext cx="29449" cy="49768"/>
            </a:xfrm>
            <a:custGeom>
              <a:avLst/>
              <a:pathLst>
                <a:path w="29449" h="49768">
                  <a:moveTo>
                    <a:pt x="14227" y="3332"/>
                  </a:moveTo>
                  <a:lnTo>
                    <a:pt x="15366" y="3462"/>
                  </a:lnTo>
                  <a:lnTo>
                    <a:pt x="16979" y="2902"/>
                  </a:lnTo>
                  <a:lnTo>
                    <a:pt x="18059" y="1520"/>
                  </a:lnTo>
                  <a:lnTo>
                    <a:pt x="19268" y="1249"/>
                  </a:lnTo>
                  <a:lnTo>
                    <a:pt x="20463" y="1393"/>
                  </a:lnTo>
                  <a:lnTo>
                    <a:pt x="24490" y="2928"/>
                  </a:lnTo>
                  <a:lnTo>
                    <a:pt x="26910" y="3405"/>
                  </a:lnTo>
                  <a:lnTo>
                    <a:pt x="27794" y="3895"/>
                  </a:lnTo>
                  <a:lnTo>
                    <a:pt x="28659" y="4593"/>
                  </a:lnTo>
                  <a:lnTo>
                    <a:pt x="29290" y="5347"/>
                  </a:lnTo>
                  <a:lnTo>
                    <a:pt x="29449" y="6986"/>
                  </a:lnTo>
                  <a:lnTo>
                    <a:pt x="28860" y="9606"/>
                  </a:lnTo>
                  <a:lnTo>
                    <a:pt x="28422" y="12362"/>
                  </a:lnTo>
                  <a:lnTo>
                    <a:pt x="28013" y="16208"/>
                  </a:lnTo>
                  <a:lnTo>
                    <a:pt x="27698" y="16990"/>
                  </a:lnTo>
                  <a:lnTo>
                    <a:pt x="27170" y="16785"/>
                  </a:lnTo>
                  <a:lnTo>
                    <a:pt x="27499" y="20228"/>
                  </a:lnTo>
                  <a:lnTo>
                    <a:pt x="27379" y="21604"/>
                  </a:lnTo>
                  <a:lnTo>
                    <a:pt x="27118" y="22943"/>
                  </a:lnTo>
                  <a:lnTo>
                    <a:pt x="26470" y="25722"/>
                  </a:lnTo>
                  <a:lnTo>
                    <a:pt x="25489" y="29260"/>
                  </a:lnTo>
                  <a:lnTo>
                    <a:pt x="25198" y="30002"/>
                  </a:lnTo>
                  <a:lnTo>
                    <a:pt x="24450" y="31231"/>
                  </a:lnTo>
                  <a:lnTo>
                    <a:pt x="23842" y="32804"/>
                  </a:lnTo>
                  <a:lnTo>
                    <a:pt x="23973" y="34281"/>
                  </a:lnTo>
                  <a:lnTo>
                    <a:pt x="24277" y="35770"/>
                  </a:lnTo>
                  <a:lnTo>
                    <a:pt x="23917" y="37634"/>
                  </a:lnTo>
                  <a:lnTo>
                    <a:pt x="22755" y="40361"/>
                  </a:lnTo>
                  <a:lnTo>
                    <a:pt x="22060" y="41022"/>
                  </a:lnTo>
                  <a:lnTo>
                    <a:pt x="21420" y="41299"/>
                  </a:lnTo>
                  <a:lnTo>
                    <a:pt x="20830" y="41033"/>
                  </a:lnTo>
                  <a:lnTo>
                    <a:pt x="19784" y="38301"/>
                  </a:lnTo>
                  <a:lnTo>
                    <a:pt x="19675" y="40439"/>
                  </a:lnTo>
                  <a:lnTo>
                    <a:pt x="19393" y="42626"/>
                  </a:lnTo>
                  <a:lnTo>
                    <a:pt x="19037" y="43824"/>
                  </a:lnTo>
                  <a:lnTo>
                    <a:pt x="17686" y="43697"/>
                  </a:lnTo>
                  <a:lnTo>
                    <a:pt x="16934" y="42525"/>
                  </a:lnTo>
                  <a:lnTo>
                    <a:pt x="15714" y="41227"/>
                  </a:lnTo>
                  <a:lnTo>
                    <a:pt x="15482" y="44739"/>
                  </a:lnTo>
                  <a:lnTo>
                    <a:pt x="14724" y="47160"/>
                  </a:lnTo>
                  <a:lnTo>
                    <a:pt x="13960" y="47919"/>
                  </a:lnTo>
                  <a:lnTo>
                    <a:pt x="12763" y="48429"/>
                  </a:lnTo>
                  <a:lnTo>
                    <a:pt x="12077" y="49460"/>
                  </a:lnTo>
                  <a:lnTo>
                    <a:pt x="10782" y="48654"/>
                  </a:lnTo>
                  <a:lnTo>
                    <a:pt x="9580" y="47044"/>
                  </a:lnTo>
                  <a:lnTo>
                    <a:pt x="8901" y="46906"/>
                  </a:lnTo>
                  <a:lnTo>
                    <a:pt x="8370" y="48207"/>
                  </a:lnTo>
                  <a:lnTo>
                    <a:pt x="5577" y="48447"/>
                  </a:lnTo>
                  <a:lnTo>
                    <a:pt x="4297" y="49768"/>
                  </a:lnTo>
                  <a:lnTo>
                    <a:pt x="3515" y="49393"/>
                  </a:lnTo>
                  <a:lnTo>
                    <a:pt x="2364" y="46727"/>
                  </a:lnTo>
                  <a:lnTo>
                    <a:pt x="2180" y="44952"/>
                  </a:lnTo>
                  <a:lnTo>
                    <a:pt x="1495" y="41357"/>
                  </a:lnTo>
                  <a:lnTo>
                    <a:pt x="880" y="37086"/>
                  </a:lnTo>
                  <a:lnTo>
                    <a:pt x="442" y="33208"/>
                  </a:lnTo>
                  <a:lnTo>
                    <a:pt x="811" y="29854"/>
                  </a:lnTo>
                  <a:lnTo>
                    <a:pt x="1557" y="29967"/>
                  </a:lnTo>
                  <a:lnTo>
                    <a:pt x="2439" y="30466"/>
                  </a:lnTo>
                  <a:lnTo>
                    <a:pt x="2627" y="30230"/>
                  </a:lnTo>
                  <a:lnTo>
                    <a:pt x="2670" y="29156"/>
                  </a:lnTo>
                  <a:lnTo>
                    <a:pt x="2476" y="28264"/>
                  </a:lnTo>
                  <a:lnTo>
                    <a:pt x="1053" y="28406"/>
                  </a:lnTo>
                  <a:lnTo>
                    <a:pt x="155" y="26415"/>
                  </a:lnTo>
                  <a:lnTo>
                    <a:pt x="0" y="23339"/>
                  </a:lnTo>
                  <a:lnTo>
                    <a:pt x="184" y="16944"/>
                  </a:lnTo>
                  <a:lnTo>
                    <a:pt x="301" y="15631"/>
                  </a:lnTo>
                  <a:lnTo>
                    <a:pt x="928" y="13799"/>
                  </a:lnTo>
                  <a:lnTo>
                    <a:pt x="1133" y="12177"/>
                  </a:lnTo>
                  <a:lnTo>
                    <a:pt x="978" y="10454"/>
                  </a:lnTo>
                  <a:lnTo>
                    <a:pt x="1247" y="7329"/>
                  </a:lnTo>
                  <a:lnTo>
                    <a:pt x="1835" y="4622"/>
                  </a:lnTo>
                  <a:lnTo>
                    <a:pt x="4076" y="1211"/>
                  </a:lnTo>
                  <a:lnTo>
                    <a:pt x="6676" y="0"/>
                  </a:lnTo>
                  <a:close/>
                </a:path>
              </a:pathLst>
            </a:custGeom>
            <a:solidFill>
              <a:srgbClr val="CCE2C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g235"/>
            <p:cNvSpPr/>
            <p:nvPr/>
          </p:nvSpPr>
          <p:spPr>
            <a:xfrm>
              <a:off x="2711714" y="3635278"/>
              <a:ext cx="4722" cy="8465"/>
            </a:xfrm>
            <a:custGeom>
              <a:avLst/>
              <a:pathLst>
                <a:path w="4722" h="8465">
                  <a:moveTo>
                    <a:pt x="4694" y="2682"/>
                  </a:moveTo>
                  <a:lnTo>
                    <a:pt x="1361" y="8465"/>
                  </a:lnTo>
                  <a:lnTo>
                    <a:pt x="232" y="6566"/>
                  </a:lnTo>
                  <a:lnTo>
                    <a:pt x="0" y="5466"/>
                  </a:lnTo>
                  <a:lnTo>
                    <a:pt x="191" y="4358"/>
                  </a:lnTo>
                  <a:lnTo>
                    <a:pt x="150" y="3885"/>
                  </a:lnTo>
                  <a:lnTo>
                    <a:pt x="524" y="1903"/>
                  </a:lnTo>
                  <a:lnTo>
                    <a:pt x="2387" y="275"/>
                  </a:lnTo>
                  <a:lnTo>
                    <a:pt x="3324" y="0"/>
                  </a:lnTo>
                  <a:lnTo>
                    <a:pt x="4522" y="506"/>
                  </a:lnTo>
                  <a:lnTo>
                    <a:pt x="4722" y="1920"/>
                  </a:lnTo>
                  <a:close/>
                </a:path>
              </a:pathLst>
            </a:custGeom>
            <a:solidFill>
              <a:srgbClr val="CCE2C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g236"/>
            <p:cNvSpPr/>
            <p:nvPr/>
          </p:nvSpPr>
          <p:spPr>
            <a:xfrm>
              <a:off x="2726437" y="3631597"/>
              <a:ext cx="5578" cy="6720"/>
            </a:xfrm>
            <a:custGeom>
              <a:avLst/>
              <a:pathLst>
                <a:path w="5578" h="6720">
                  <a:moveTo>
                    <a:pt x="4706" y="5794"/>
                  </a:moveTo>
                  <a:lnTo>
                    <a:pt x="1477" y="6720"/>
                  </a:lnTo>
                  <a:lnTo>
                    <a:pt x="0" y="5247"/>
                  </a:lnTo>
                  <a:lnTo>
                    <a:pt x="333" y="4005"/>
                  </a:lnTo>
                  <a:lnTo>
                    <a:pt x="1435" y="2025"/>
                  </a:lnTo>
                  <a:lnTo>
                    <a:pt x="2777" y="620"/>
                  </a:lnTo>
                  <a:lnTo>
                    <a:pt x="3980" y="0"/>
                  </a:lnTo>
                  <a:lnTo>
                    <a:pt x="5235" y="782"/>
                  </a:lnTo>
                  <a:lnTo>
                    <a:pt x="5578" y="2441"/>
                  </a:lnTo>
                  <a:lnTo>
                    <a:pt x="5474" y="4112"/>
                  </a:lnTo>
                  <a:close/>
                </a:path>
              </a:pathLst>
            </a:custGeom>
            <a:solidFill>
              <a:srgbClr val="CCE2C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g237"/>
            <p:cNvSpPr/>
            <p:nvPr/>
          </p:nvSpPr>
          <p:spPr>
            <a:xfrm>
              <a:off x="2720160" y="3625071"/>
              <a:ext cx="7895" cy="9864"/>
            </a:xfrm>
            <a:custGeom>
              <a:avLst/>
              <a:pathLst>
                <a:path w="7895" h="9864">
                  <a:moveTo>
                    <a:pt x="7396" y="1074"/>
                  </a:moveTo>
                  <a:lnTo>
                    <a:pt x="7895" y="2617"/>
                  </a:lnTo>
                  <a:lnTo>
                    <a:pt x="6168" y="8795"/>
                  </a:lnTo>
                  <a:lnTo>
                    <a:pt x="5216" y="9684"/>
                  </a:lnTo>
                  <a:lnTo>
                    <a:pt x="4175" y="9864"/>
                  </a:lnTo>
                  <a:lnTo>
                    <a:pt x="2827" y="8023"/>
                  </a:lnTo>
                  <a:lnTo>
                    <a:pt x="725" y="8154"/>
                  </a:lnTo>
                  <a:lnTo>
                    <a:pt x="68" y="7717"/>
                  </a:lnTo>
                  <a:lnTo>
                    <a:pt x="0" y="5025"/>
                  </a:lnTo>
                  <a:lnTo>
                    <a:pt x="883" y="2151"/>
                  </a:lnTo>
                  <a:lnTo>
                    <a:pt x="2646" y="2305"/>
                  </a:lnTo>
                  <a:lnTo>
                    <a:pt x="5680" y="0"/>
                  </a:lnTo>
                  <a:close/>
                </a:path>
              </a:pathLst>
            </a:custGeom>
            <a:solidFill>
              <a:srgbClr val="CCE2C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g238"/>
            <p:cNvSpPr/>
            <p:nvPr/>
          </p:nvSpPr>
          <p:spPr>
            <a:xfrm>
              <a:off x="2716762" y="3616610"/>
              <a:ext cx="3554" cy="17686"/>
            </a:xfrm>
            <a:custGeom>
              <a:avLst/>
              <a:pathLst>
                <a:path w="3554" h="17686">
                  <a:moveTo>
                    <a:pt x="2410" y="13344"/>
                  </a:moveTo>
                  <a:lnTo>
                    <a:pt x="2193" y="17686"/>
                  </a:lnTo>
                  <a:lnTo>
                    <a:pt x="0" y="15852"/>
                  </a:lnTo>
                  <a:lnTo>
                    <a:pt x="164" y="11408"/>
                  </a:lnTo>
                  <a:lnTo>
                    <a:pt x="1190" y="10163"/>
                  </a:lnTo>
                  <a:lnTo>
                    <a:pt x="2100" y="7799"/>
                  </a:lnTo>
                  <a:lnTo>
                    <a:pt x="2411" y="4902"/>
                  </a:lnTo>
                  <a:lnTo>
                    <a:pt x="2429" y="963"/>
                  </a:lnTo>
                  <a:lnTo>
                    <a:pt x="2767" y="279"/>
                  </a:lnTo>
                  <a:lnTo>
                    <a:pt x="3061" y="0"/>
                  </a:lnTo>
                  <a:lnTo>
                    <a:pt x="3326" y="269"/>
                  </a:lnTo>
                  <a:lnTo>
                    <a:pt x="3429" y="6183"/>
                  </a:lnTo>
                  <a:lnTo>
                    <a:pt x="3554" y="9805"/>
                  </a:lnTo>
                  <a:close/>
                </a:path>
              </a:pathLst>
            </a:custGeom>
            <a:solidFill>
              <a:srgbClr val="CCE2C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g239"/>
            <p:cNvSpPr/>
            <p:nvPr/>
          </p:nvSpPr>
          <p:spPr>
            <a:xfrm>
              <a:off x="2720933" y="3615217"/>
              <a:ext cx="2984" cy="8239"/>
            </a:xfrm>
            <a:custGeom>
              <a:avLst/>
              <a:pathLst>
                <a:path w="2984" h="8239">
                  <a:moveTo>
                    <a:pt x="1569" y="7240"/>
                  </a:moveTo>
                  <a:lnTo>
                    <a:pt x="248" y="8239"/>
                  </a:lnTo>
                  <a:lnTo>
                    <a:pt x="1" y="7305"/>
                  </a:lnTo>
                  <a:lnTo>
                    <a:pt x="0" y="3591"/>
                  </a:lnTo>
                  <a:lnTo>
                    <a:pt x="371" y="1553"/>
                  </a:lnTo>
                  <a:lnTo>
                    <a:pt x="2058" y="984"/>
                  </a:lnTo>
                  <a:lnTo>
                    <a:pt x="2230" y="385"/>
                  </a:lnTo>
                  <a:lnTo>
                    <a:pt x="2715" y="0"/>
                  </a:lnTo>
                  <a:lnTo>
                    <a:pt x="2984" y="1276"/>
                  </a:lnTo>
                  <a:lnTo>
                    <a:pt x="2945" y="3405"/>
                  </a:lnTo>
                  <a:close/>
                </a:path>
              </a:pathLst>
            </a:custGeom>
            <a:solidFill>
              <a:srgbClr val="CCE2C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g240"/>
            <p:cNvSpPr/>
            <p:nvPr/>
          </p:nvSpPr>
          <p:spPr>
            <a:xfrm>
              <a:off x="2718163" y="3570200"/>
              <a:ext cx="2643" cy="7936"/>
            </a:xfrm>
            <a:custGeom>
              <a:avLst/>
              <a:pathLst>
                <a:path w="2643" h="7936">
                  <a:moveTo>
                    <a:pt x="2559" y="6587"/>
                  </a:moveTo>
                  <a:lnTo>
                    <a:pt x="1343" y="7936"/>
                  </a:lnTo>
                  <a:lnTo>
                    <a:pt x="644" y="7416"/>
                  </a:lnTo>
                  <a:lnTo>
                    <a:pt x="0" y="3898"/>
                  </a:lnTo>
                  <a:lnTo>
                    <a:pt x="219" y="971"/>
                  </a:lnTo>
                  <a:lnTo>
                    <a:pt x="1099" y="0"/>
                  </a:lnTo>
                  <a:lnTo>
                    <a:pt x="1783" y="207"/>
                  </a:lnTo>
                  <a:lnTo>
                    <a:pt x="2035" y="582"/>
                  </a:lnTo>
                  <a:lnTo>
                    <a:pt x="2643" y="5374"/>
                  </a:lnTo>
                  <a:close/>
                </a:path>
              </a:pathLst>
            </a:custGeom>
            <a:solidFill>
              <a:srgbClr val="CCE2C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g241"/>
            <p:cNvSpPr/>
            <p:nvPr/>
          </p:nvSpPr>
          <p:spPr>
            <a:xfrm>
              <a:off x="2431848" y="3478702"/>
              <a:ext cx="477697" cy="1152417"/>
            </a:xfrm>
            <a:custGeom>
              <a:avLst/>
              <a:pathLst>
                <a:path w="477697" h="1152417">
                  <a:moveTo>
                    <a:pt x="213510" y="97979"/>
                  </a:moveTo>
                  <a:lnTo>
                    <a:pt x="213876" y="98269"/>
                  </a:lnTo>
                  <a:lnTo>
                    <a:pt x="214692" y="98518"/>
                  </a:lnTo>
                  <a:lnTo>
                    <a:pt x="216626" y="99657"/>
                  </a:lnTo>
                  <a:lnTo>
                    <a:pt x="219152" y="100931"/>
                  </a:lnTo>
                  <a:lnTo>
                    <a:pt x="219841" y="100492"/>
                  </a:lnTo>
                  <a:lnTo>
                    <a:pt x="220252" y="99593"/>
                  </a:lnTo>
                  <a:lnTo>
                    <a:pt x="220349" y="96959"/>
                  </a:lnTo>
                  <a:lnTo>
                    <a:pt x="220426" y="95100"/>
                  </a:lnTo>
                  <a:lnTo>
                    <a:pt x="219858" y="93458"/>
                  </a:lnTo>
                  <a:lnTo>
                    <a:pt x="219150" y="91596"/>
                  </a:lnTo>
                  <a:lnTo>
                    <a:pt x="218497" y="89273"/>
                  </a:lnTo>
                  <a:lnTo>
                    <a:pt x="217716" y="88615"/>
                  </a:lnTo>
                  <a:lnTo>
                    <a:pt x="217817" y="87419"/>
                  </a:lnTo>
                  <a:lnTo>
                    <a:pt x="218324" y="86184"/>
                  </a:lnTo>
                  <a:lnTo>
                    <a:pt x="218845" y="85501"/>
                  </a:lnTo>
                  <a:lnTo>
                    <a:pt x="219146" y="84663"/>
                  </a:lnTo>
                  <a:lnTo>
                    <a:pt x="219474" y="81568"/>
                  </a:lnTo>
                  <a:lnTo>
                    <a:pt x="219692" y="81023"/>
                  </a:lnTo>
                  <a:lnTo>
                    <a:pt x="219913" y="80890"/>
                  </a:lnTo>
                  <a:lnTo>
                    <a:pt x="220175" y="81004"/>
                  </a:lnTo>
                  <a:lnTo>
                    <a:pt x="220689" y="81805"/>
                  </a:lnTo>
                  <a:lnTo>
                    <a:pt x="222678" y="84268"/>
                  </a:lnTo>
                  <a:lnTo>
                    <a:pt x="223551" y="83895"/>
                  </a:lnTo>
                  <a:lnTo>
                    <a:pt x="226885" y="83249"/>
                  </a:lnTo>
                  <a:lnTo>
                    <a:pt x="227389" y="81826"/>
                  </a:lnTo>
                  <a:lnTo>
                    <a:pt x="228096" y="81505"/>
                  </a:lnTo>
                  <a:lnTo>
                    <a:pt x="229294" y="80091"/>
                  </a:lnTo>
                  <a:lnTo>
                    <a:pt x="229768" y="79994"/>
                  </a:lnTo>
                  <a:lnTo>
                    <a:pt x="230191" y="80336"/>
                  </a:lnTo>
                  <a:lnTo>
                    <a:pt x="230725" y="80066"/>
                  </a:lnTo>
                  <a:lnTo>
                    <a:pt x="231511" y="78747"/>
                  </a:lnTo>
                  <a:lnTo>
                    <a:pt x="231842" y="78609"/>
                  </a:lnTo>
                  <a:lnTo>
                    <a:pt x="231967" y="80066"/>
                  </a:lnTo>
                  <a:lnTo>
                    <a:pt x="232477" y="81572"/>
                  </a:lnTo>
                  <a:lnTo>
                    <a:pt x="233092" y="82960"/>
                  </a:lnTo>
                  <a:lnTo>
                    <a:pt x="233389" y="83281"/>
                  </a:lnTo>
                  <a:lnTo>
                    <a:pt x="234423" y="82832"/>
                  </a:lnTo>
                  <a:lnTo>
                    <a:pt x="234967" y="83219"/>
                  </a:lnTo>
                  <a:lnTo>
                    <a:pt x="235202" y="84510"/>
                  </a:lnTo>
                  <a:lnTo>
                    <a:pt x="235269" y="85637"/>
                  </a:lnTo>
                  <a:lnTo>
                    <a:pt x="235702" y="86591"/>
                  </a:lnTo>
                  <a:lnTo>
                    <a:pt x="236258" y="86614"/>
                  </a:lnTo>
                  <a:lnTo>
                    <a:pt x="236555" y="86997"/>
                  </a:lnTo>
                  <a:lnTo>
                    <a:pt x="237060" y="87609"/>
                  </a:lnTo>
                  <a:lnTo>
                    <a:pt x="237491" y="89016"/>
                  </a:lnTo>
                  <a:lnTo>
                    <a:pt x="238490" y="90137"/>
                  </a:lnTo>
                  <a:lnTo>
                    <a:pt x="240197" y="91711"/>
                  </a:lnTo>
                  <a:lnTo>
                    <a:pt x="240990" y="91739"/>
                  </a:lnTo>
                  <a:lnTo>
                    <a:pt x="241729" y="92219"/>
                  </a:lnTo>
                  <a:lnTo>
                    <a:pt x="242184" y="92692"/>
                  </a:lnTo>
                  <a:lnTo>
                    <a:pt x="242675" y="91822"/>
                  </a:lnTo>
                  <a:lnTo>
                    <a:pt x="244422" y="89397"/>
                  </a:lnTo>
                  <a:lnTo>
                    <a:pt x="245273" y="88046"/>
                  </a:lnTo>
                  <a:lnTo>
                    <a:pt x="245846" y="87022"/>
                  </a:lnTo>
                  <a:lnTo>
                    <a:pt x="246276" y="86045"/>
                  </a:lnTo>
                  <a:lnTo>
                    <a:pt x="246599" y="85784"/>
                  </a:lnTo>
                  <a:lnTo>
                    <a:pt x="246814" y="86370"/>
                  </a:lnTo>
                  <a:lnTo>
                    <a:pt x="247002" y="87152"/>
                  </a:lnTo>
                  <a:lnTo>
                    <a:pt x="247624" y="87614"/>
                  </a:lnTo>
                  <a:lnTo>
                    <a:pt x="249083" y="88530"/>
                  </a:lnTo>
                  <a:lnTo>
                    <a:pt x="249753" y="88789"/>
                  </a:lnTo>
                  <a:lnTo>
                    <a:pt x="250693" y="88012"/>
                  </a:lnTo>
                  <a:lnTo>
                    <a:pt x="251495" y="86689"/>
                  </a:lnTo>
                  <a:lnTo>
                    <a:pt x="251880" y="86230"/>
                  </a:lnTo>
                  <a:lnTo>
                    <a:pt x="252477" y="87546"/>
                  </a:lnTo>
                  <a:lnTo>
                    <a:pt x="252882" y="89406"/>
                  </a:lnTo>
                  <a:lnTo>
                    <a:pt x="253156" y="90215"/>
                  </a:lnTo>
                  <a:lnTo>
                    <a:pt x="253761" y="90025"/>
                  </a:lnTo>
                  <a:lnTo>
                    <a:pt x="254953" y="90309"/>
                  </a:lnTo>
                  <a:lnTo>
                    <a:pt x="255838" y="90899"/>
                  </a:lnTo>
                  <a:lnTo>
                    <a:pt x="256384" y="90845"/>
                  </a:lnTo>
                  <a:lnTo>
                    <a:pt x="257132" y="90019"/>
                  </a:lnTo>
                  <a:lnTo>
                    <a:pt x="257535" y="88390"/>
                  </a:lnTo>
                  <a:lnTo>
                    <a:pt x="258596" y="86896"/>
                  </a:lnTo>
                  <a:lnTo>
                    <a:pt x="259604" y="85523"/>
                  </a:lnTo>
                  <a:lnTo>
                    <a:pt x="260183" y="83689"/>
                  </a:lnTo>
                  <a:lnTo>
                    <a:pt x="261038" y="80640"/>
                  </a:lnTo>
                  <a:lnTo>
                    <a:pt x="261325" y="79333"/>
                  </a:lnTo>
                  <a:lnTo>
                    <a:pt x="261383" y="77131"/>
                  </a:lnTo>
                  <a:lnTo>
                    <a:pt x="262588" y="70734"/>
                  </a:lnTo>
                  <a:lnTo>
                    <a:pt x="263044" y="69561"/>
                  </a:lnTo>
                  <a:lnTo>
                    <a:pt x="263312" y="67541"/>
                  </a:lnTo>
                  <a:lnTo>
                    <a:pt x="263797" y="65196"/>
                  </a:lnTo>
                  <a:lnTo>
                    <a:pt x="263797" y="63241"/>
                  </a:lnTo>
                  <a:lnTo>
                    <a:pt x="264147" y="61350"/>
                  </a:lnTo>
                  <a:lnTo>
                    <a:pt x="264838" y="59714"/>
                  </a:lnTo>
                  <a:lnTo>
                    <a:pt x="265347" y="58692"/>
                  </a:lnTo>
                  <a:lnTo>
                    <a:pt x="266162" y="55944"/>
                  </a:lnTo>
                  <a:lnTo>
                    <a:pt x="266728" y="53355"/>
                  </a:lnTo>
                  <a:lnTo>
                    <a:pt x="268149" y="47605"/>
                  </a:lnTo>
                  <a:lnTo>
                    <a:pt x="268257" y="45977"/>
                  </a:lnTo>
                  <a:lnTo>
                    <a:pt x="268822" y="44998"/>
                  </a:lnTo>
                  <a:lnTo>
                    <a:pt x="269010" y="43762"/>
                  </a:lnTo>
                  <a:lnTo>
                    <a:pt x="269612" y="42237"/>
                  </a:lnTo>
                  <a:lnTo>
                    <a:pt x="270246" y="41025"/>
                  </a:lnTo>
                  <a:lnTo>
                    <a:pt x="270516" y="39241"/>
                  </a:lnTo>
                  <a:lnTo>
                    <a:pt x="270982" y="37387"/>
                  </a:lnTo>
                  <a:lnTo>
                    <a:pt x="272001" y="35998"/>
                  </a:lnTo>
                  <a:lnTo>
                    <a:pt x="272378" y="35360"/>
                  </a:lnTo>
                  <a:lnTo>
                    <a:pt x="273532" y="30263"/>
                  </a:lnTo>
                  <a:lnTo>
                    <a:pt x="273663" y="27985"/>
                  </a:lnTo>
                  <a:lnTo>
                    <a:pt x="274706" y="27899"/>
                  </a:lnTo>
                  <a:lnTo>
                    <a:pt x="276344" y="30530"/>
                  </a:lnTo>
                  <a:lnTo>
                    <a:pt x="277650" y="34405"/>
                  </a:lnTo>
                  <a:lnTo>
                    <a:pt x="279401" y="46873"/>
                  </a:lnTo>
                  <a:lnTo>
                    <a:pt x="279692" y="58392"/>
                  </a:lnTo>
                  <a:lnTo>
                    <a:pt x="280402" y="64429"/>
                  </a:lnTo>
                  <a:lnTo>
                    <a:pt x="282436" y="77007"/>
                  </a:lnTo>
                  <a:lnTo>
                    <a:pt x="282567" y="79336"/>
                  </a:lnTo>
                  <a:lnTo>
                    <a:pt x="282893" y="82151"/>
                  </a:lnTo>
                  <a:lnTo>
                    <a:pt x="283536" y="85136"/>
                  </a:lnTo>
                  <a:lnTo>
                    <a:pt x="284245" y="90053"/>
                  </a:lnTo>
                  <a:lnTo>
                    <a:pt x="284272" y="90967"/>
                  </a:lnTo>
                  <a:lnTo>
                    <a:pt x="283811" y="92309"/>
                  </a:lnTo>
                  <a:lnTo>
                    <a:pt x="284487" y="92399"/>
                  </a:lnTo>
                  <a:lnTo>
                    <a:pt x="285099" y="93193"/>
                  </a:lnTo>
                  <a:lnTo>
                    <a:pt x="285499" y="96311"/>
                  </a:lnTo>
                  <a:lnTo>
                    <a:pt x="286005" y="98419"/>
                  </a:lnTo>
                  <a:lnTo>
                    <a:pt x="286925" y="101305"/>
                  </a:lnTo>
                  <a:lnTo>
                    <a:pt x="288809" y="102248"/>
                  </a:lnTo>
                  <a:lnTo>
                    <a:pt x="290231" y="102593"/>
                  </a:lnTo>
                  <a:lnTo>
                    <a:pt x="291851" y="104226"/>
                  </a:lnTo>
                  <a:lnTo>
                    <a:pt x="293040" y="106320"/>
                  </a:lnTo>
                  <a:lnTo>
                    <a:pt x="293961" y="113410"/>
                  </a:lnTo>
                  <a:lnTo>
                    <a:pt x="293660" y="117868"/>
                  </a:lnTo>
                  <a:lnTo>
                    <a:pt x="293750" y="121002"/>
                  </a:lnTo>
                  <a:lnTo>
                    <a:pt x="293274" y="122230"/>
                  </a:lnTo>
                  <a:lnTo>
                    <a:pt x="291942" y="124283"/>
                  </a:lnTo>
                  <a:lnTo>
                    <a:pt x="291652" y="125372"/>
                  </a:lnTo>
                  <a:lnTo>
                    <a:pt x="288929" y="130672"/>
                  </a:lnTo>
                  <a:lnTo>
                    <a:pt x="288334" y="133175"/>
                  </a:lnTo>
                  <a:lnTo>
                    <a:pt x="286875" y="136535"/>
                  </a:lnTo>
                  <a:lnTo>
                    <a:pt x="285430" y="142942"/>
                  </a:lnTo>
                  <a:lnTo>
                    <a:pt x="283315" y="148791"/>
                  </a:lnTo>
                  <a:lnTo>
                    <a:pt x="282569" y="150268"/>
                  </a:lnTo>
                  <a:lnTo>
                    <a:pt x="281425" y="150610"/>
                  </a:lnTo>
                  <a:lnTo>
                    <a:pt x="280731" y="151518"/>
                  </a:lnTo>
                  <a:lnTo>
                    <a:pt x="279088" y="156291"/>
                  </a:lnTo>
                  <a:lnTo>
                    <a:pt x="276883" y="157885"/>
                  </a:lnTo>
                  <a:lnTo>
                    <a:pt x="276680" y="160651"/>
                  </a:lnTo>
                  <a:lnTo>
                    <a:pt x="275405" y="166970"/>
                  </a:lnTo>
                  <a:lnTo>
                    <a:pt x="274282" y="170422"/>
                  </a:lnTo>
                  <a:lnTo>
                    <a:pt x="273566" y="171593"/>
                  </a:lnTo>
                  <a:lnTo>
                    <a:pt x="271767" y="177893"/>
                  </a:lnTo>
                  <a:lnTo>
                    <a:pt x="271537" y="180645"/>
                  </a:lnTo>
                  <a:lnTo>
                    <a:pt x="271548" y="185462"/>
                  </a:lnTo>
                  <a:lnTo>
                    <a:pt x="270347" y="188396"/>
                  </a:lnTo>
                  <a:lnTo>
                    <a:pt x="269098" y="190260"/>
                  </a:lnTo>
                  <a:lnTo>
                    <a:pt x="268942" y="194381"/>
                  </a:lnTo>
                  <a:lnTo>
                    <a:pt x="268377" y="195789"/>
                  </a:lnTo>
                  <a:lnTo>
                    <a:pt x="267894" y="196707"/>
                  </a:lnTo>
                  <a:lnTo>
                    <a:pt x="265349" y="195628"/>
                  </a:lnTo>
                  <a:lnTo>
                    <a:pt x="261399" y="200106"/>
                  </a:lnTo>
                  <a:lnTo>
                    <a:pt x="260049" y="201220"/>
                  </a:lnTo>
                  <a:lnTo>
                    <a:pt x="264361" y="201451"/>
                  </a:lnTo>
                  <a:lnTo>
                    <a:pt x="265746" y="203832"/>
                  </a:lnTo>
                  <a:lnTo>
                    <a:pt x="268782" y="202253"/>
                  </a:lnTo>
                  <a:lnTo>
                    <a:pt x="272454" y="196568"/>
                  </a:lnTo>
                  <a:lnTo>
                    <a:pt x="273857" y="195380"/>
                  </a:lnTo>
                  <a:lnTo>
                    <a:pt x="276706" y="191521"/>
                  </a:lnTo>
                  <a:lnTo>
                    <a:pt x="277864" y="188950"/>
                  </a:lnTo>
                  <a:lnTo>
                    <a:pt x="279978" y="185866"/>
                  </a:lnTo>
                  <a:lnTo>
                    <a:pt x="280427" y="184512"/>
                  </a:lnTo>
                  <a:lnTo>
                    <a:pt x="281611" y="183072"/>
                  </a:lnTo>
                  <a:lnTo>
                    <a:pt x="282253" y="184905"/>
                  </a:lnTo>
                  <a:lnTo>
                    <a:pt x="282303" y="186065"/>
                  </a:lnTo>
                  <a:lnTo>
                    <a:pt x="281331" y="188321"/>
                  </a:lnTo>
                  <a:lnTo>
                    <a:pt x="281584" y="189776"/>
                  </a:lnTo>
                  <a:lnTo>
                    <a:pt x="282225" y="191602"/>
                  </a:lnTo>
                  <a:lnTo>
                    <a:pt x="282457" y="194119"/>
                  </a:lnTo>
                  <a:lnTo>
                    <a:pt x="282541" y="196035"/>
                  </a:lnTo>
                  <a:lnTo>
                    <a:pt x="282937" y="199394"/>
                  </a:lnTo>
                  <a:lnTo>
                    <a:pt x="284243" y="203941"/>
                  </a:lnTo>
                  <a:lnTo>
                    <a:pt x="284288" y="205445"/>
                  </a:lnTo>
                  <a:lnTo>
                    <a:pt x="284108" y="207424"/>
                  </a:lnTo>
                  <a:lnTo>
                    <a:pt x="284733" y="209060"/>
                  </a:lnTo>
                  <a:lnTo>
                    <a:pt x="285381" y="210030"/>
                  </a:lnTo>
                  <a:lnTo>
                    <a:pt x="287603" y="214924"/>
                  </a:lnTo>
                  <a:lnTo>
                    <a:pt x="289343" y="212188"/>
                  </a:lnTo>
                  <a:lnTo>
                    <a:pt x="290413" y="211398"/>
                  </a:lnTo>
                  <a:lnTo>
                    <a:pt x="291097" y="210255"/>
                  </a:lnTo>
                  <a:lnTo>
                    <a:pt x="292527" y="209496"/>
                  </a:lnTo>
                  <a:lnTo>
                    <a:pt x="293700" y="210642"/>
                  </a:lnTo>
                  <a:lnTo>
                    <a:pt x="295936" y="212289"/>
                  </a:lnTo>
                  <a:lnTo>
                    <a:pt x="297571" y="210541"/>
                  </a:lnTo>
                  <a:lnTo>
                    <a:pt x="300882" y="206538"/>
                  </a:lnTo>
                  <a:lnTo>
                    <a:pt x="299847" y="213626"/>
                  </a:lnTo>
                  <a:lnTo>
                    <a:pt x="299097" y="220124"/>
                  </a:lnTo>
                  <a:lnTo>
                    <a:pt x="298526" y="222747"/>
                  </a:lnTo>
                  <a:lnTo>
                    <a:pt x="297961" y="229828"/>
                  </a:lnTo>
                  <a:lnTo>
                    <a:pt x="297401" y="231719"/>
                  </a:lnTo>
                  <a:lnTo>
                    <a:pt x="296947" y="233877"/>
                  </a:lnTo>
                  <a:lnTo>
                    <a:pt x="297687" y="233124"/>
                  </a:lnTo>
                  <a:lnTo>
                    <a:pt x="298320" y="232102"/>
                  </a:lnTo>
                  <a:lnTo>
                    <a:pt x="299129" y="229375"/>
                  </a:lnTo>
                  <a:lnTo>
                    <a:pt x="299737" y="224640"/>
                  </a:lnTo>
                  <a:lnTo>
                    <a:pt x="302133" y="211998"/>
                  </a:lnTo>
                  <a:lnTo>
                    <a:pt x="302818" y="210876"/>
                  </a:lnTo>
                  <a:lnTo>
                    <a:pt x="304811" y="209436"/>
                  </a:lnTo>
                  <a:lnTo>
                    <a:pt x="308239" y="199327"/>
                  </a:lnTo>
                  <a:lnTo>
                    <a:pt x="309580" y="199359"/>
                  </a:lnTo>
                  <a:lnTo>
                    <a:pt x="310438" y="201685"/>
                  </a:lnTo>
                  <a:lnTo>
                    <a:pt x="311250" y="203058"/>
                  </a:lnTo>
                  <a:lnTo>
                    <a:pt x="311458" y="200294"/>
                  </a:lnTo>
                  <a:lnTo>
                    <a:pt x="312629" y="199163"/>
                  </a:lnTo>
                  <a:lnTo>
                    <a:pt x="311390" y="197795"/>
                  </a:lnTo>
                  <a:lnTo>
                    <a:pt x="311188" y="196554"/>
                  </a:lnTo>
                  <a:lnTo>
                    <a:pt x="311070" y="194485"/>
                  </a:lnTo>
                  <a:lnTo>
                    <a:pt x="311912" y="191689"/>
                  </a:lnTo>
                  <a:lnTo>
                    <a:pt x="311410" y="189216"/>
                  </a:lnTo>
                  <a:lnTo>
                    <a:pt x="313157" y="186094"/>
                  </a:lnTo>
                  <a:lnTo>
                    <a:pt x="313022" y="183750"/>
                  </a:lnTo>
                  <a:lnTo>
                    <a:pt x="313645" y="181817"/>
                  </a:lnTo>
                  <a:lnTo>
                    <a:pt x="314433" y="179832"/>
                  </a:lnTo>
                  <a:lnTo>
                    <a:pt x="315326" y="178865"/>
                  </a:lnTo>
                  <a:lnTo>
                    <a:pt x="315489" y="177160"/>
                  </a:lnTo>
                  <a:lnTo>
                    <a:pt x="316053" y="176455"/>
                  </a:lnTo>
                  <a:lnTo>
                    <a:pt x="316495" y="176202"/>
                  </a:lnTo>
                  <a:lnTo>
                    <a:pt x="317368" y="178109"/>
                  </a:lnTo>
                  <a:lnTo>
                    <a:pt x="318313" y="175855"/>
                  </a:lnTo>
                  <a:lnTo>
                    <a:pt x="319236" y="174972"/>
                  </a:lnTo>
                  <a:lnTo>
                    <a:pt x="319650" y="175365"/>
                  </a:lnTo>
                  <a:lnTo>
                    <a:pt x="320164" y="176360"/>
                  </a:lnTo>
                  <a:lnTo>
                    <a:pt x="320705" y="176784"/>
                  </a:lnTo>
                  <a:lnTo>
                    <a:pt x="321145" y="176606"/>
                  </a:lnTo>
                  <a:lnTo>
                    <a:pt x="322287" y="175163"/>
                  </a:lnTo>
                  <a:lnTo>
                    <a:pt x="323343" y="177486"/>
                  </a:lnTo>
                  <a:lnTo>
                    <a:pt x="323977" y="177999"/>
                  </a:lnTo>
                  <a:lnTo>
                    <a:pt x="323803" y="176698"/>
                  </a:lnTo>
                  <a:lnTo>
                    <a:pt x="323469" y="175489"/>
                  </a:lnTo>
                  <a:lnTo>
                    <a:pt x="323728" y="174505"/>
                  </a:lnTo>
                  <a:lnTo>
                    <a:pt x="324228" y="173884"/>
                  </a:lnTo>
                  <a:lnTo>
                    <a:pt x="325806" y="174438"/>
                  </a:lnTo>
                  <a:lnTo>
                    <a:pt x="326635" y="175474"/>
                  </a:lnTo>
                  <a:lnTo>
                    <a:pt x="327533" y="177393"/>
                  </a:lnTo>
                  <a:lnTo>
                    <a:pt x="328779" y="177535"/>
                  </a:lnTo>
                  <a:lnTo>
                    <a:pt x="329758" y="177333"/>
                  </a:lnTo>
                  <a:lnTo>
                    <a:pt x="330375" y="178412"/>
                  </a:lnTo>
                  <a:lnTo>
                    <a:pt x="331380" y="178406"/>
                  </a:lnTo>
                  <a:lnTo>
                    <a:pt x="331883" y="180086"/>
                  </a:lnTo>
                  <a:lnTo>
                    <a:pt x="333413" y="182446"/>
                  </a:lnTo>
                  <a:lnTo>
                    <a:pt x="333744" y="184048"/>
                  </a:lnTo>
                  <a:lnTo>
                    <a:pt x="334974" y="184824"/>
                  </a:lnTo>
                  <a:lnTo>
                    <a:pt x="336127" y="185805"/>
                  </a:lnTo>
                  <a:lnTo>
                    <a:pt x="337356" y="186073"/>
                  </a:lnTo>
                  <a:lnTo>
                    <a:pt x="338596" y="185840"/>
                  </a:lnTo>
                  <a:lnTo>
                    <a:pt x="338646" y="187865"/>
                  </a:lnTo>
                  <a:lnTo>
                    <a:pt x="339556" y="188414"/>
                  </a:lnTo>
                  <a:lnTo>
                    <a:pt x="340723" y="187961"/>
                  </a:lnTo>
                  <a:lnTo>
                    <a:pt x="341605" y="190454"/>
                  </a:lnTo>
                  <a:lnTo>
                    <a:pt x="343962" y="192327"/>
                  </a:lnTo>
                  <a:lnTo>
                    <a:pt x="345596" y="195195"/>
                  </a:lnTo>
                  <a:lnTo>
                    <a:pt x="346666" y="194687"/>
                  </a:lnTo>
                  <a:lnTo>
                    <a:pt x="347865" y="195443"/>
                  </a:lnTo>
                  <a:lnTo>
                    <a:pt x="349151" y="201682"/>
                  </a:lnTo>
                  <a:lnTo>
                    <a:pt x="349442" y="206111"/>
                  </a:lnTo>
                  <a:lnTo>
                    <a:pt x="350015" y="205500"/>
                  </a:lnTo>
                  <a:lnTo>
                    <a:pt x="350546" y="203517"/>
                  </a:lnTo>
                  <a:lnTo>
                    <a:pt x="351235" y="199899"/>
                  </a:lnTo>
                  <a:lnTo>
                    <a:pt x="352523" y="198698"/>
                  </a:lnTo>
                  <a:lnTo>
                    <a:pt x="353139" y="200089"/>
                  </a:lnTo>
                  <a:lnTo>
                    <a:pt x="354431" y="202317"/>
                  </a:lnTo>
                  <a:lnTo>
                    <a:pt x="355545" y="204764"/>
                  </a:lnTo>
                  <a:lnTo>
                    <a:pt x="356015" y="206333"/>
                  </a:lnTo>
                  <a:lnTo>
                    <a:pt x="356852" y="206590"/>
                  </a:lnTo>
                  <a:lnTo>
                    <a:pt x="356153" y="208521"/>
                  </a:lnTo>
                  <a:lnTo>
                    <a:pt x="356855" y="208327"/>
                  </a:lnTo>
                  <a:lnTo>
                    <a:pt x="357704" y="206954"/>
                  </a:lnTo>
                  <a:lnTo>
                    <a:pt x="358430" y="209791"/>
                  </a:lnTo>
                  <a:lnTo>
                    <a:pt x="358977" y="212878"/>
                  </a:lnTo>
                  <a:lnTo>
                    <a:pt x="359087" y="216023"/>
                  </a:lnTo>
                  <a:lnTo>
                    <a:pt x="358572" y="217830"/>
                  </a:lnTo>
                  <a:lnTo>
                    <a:pt x="358118" y="218961"/>
                  </a:lnTo>
                  <a:lnTo>
                    <a:pt x="357614" y="221189"/>
                  </a:lnTo>
                  <a:lnTo>
                    <a:pt x="357018" y="221590"/>
                  </a:lnTo>
                  <a:lnTo>
                    <a:pt x="356423" y="222311"/>
                  </a:lnTo>
                  <a:lnTo>
                    <a:pt x="357102" y="223933"/>
                  </a:lnTo>
                  <a:lnTo>
                    <a:pt x="357568" y="225494"/>
                  </a:lnTo>
                  <a:lnTo>
                    <a:pt x="358584" y="221275"/>
                  </a:lnTo>
                  <a:lnTo>
                    <a:pt x="359299" y="220089"/>
                  </a:lnTo>
                  <a:lnTo>
                    <a:pt x="360334" y="219431"/>
                  </a:lnTo>
                  <a:lnTo>
                    <a:pt x="360872" y="222433"/>
                  </a:lnTo>
                  <a:lnTo>
                    <a:pt x="360987" y="225266"/>
                  </a:lnTo>
                  <a:lnTo>
                    <a:pt x="359302" y="226446"/>
                  </a:lnTo>
                  <a:lnTo>
                    <a:pt x="359296" y="228686"/>
                  </a:lnTo>
                  <a:lnTo>
                    <a:pt x="358792" y="229955"/>
                  </a:lnTo>
                  <a:lnTo>
                    <a:pt x="358462" y="231410"/>
                  </a:lnTo>
                  <a:lnTo>
                    <a:pt x="358197" y="234466"/>
                  </a:lnTo>
                  <a:lnTo>
                    <a:pt x="357854" y="236996"/>
                  </a:lnTo>
                  <a:lnTo>
                    <a:pt x="356849" y="248219"/>
                  </a:lnTo>
                  <a:lnTo>
                    <a:pt x="356829" y="250065"/>
                  </a:lnTo>
                  <a:lnTo>
                    <a:pt x="358052" y="248089"/>
                  </a:lnTo>
                  <a:lnTo>
                    <a:pt x="360308" y="242372"/>
                  </a:lnTo>
                  <a:lnTo>
                    <a:pt x="360996" y="236284"/>
                  </a:lnTo>
                  <a:lnTo>
                    <a:pt x="361885" y="230279"/>
                  </a:lnTo>
                  <a:lnTo>
                    <a:pt x="362855" y="228391"/>
                  </a:lnTo>
                  <a:lnTo>
                    <a:pt x="363455" y="228389"/>
                  </a:lnTo>
                  <a:lnTo>
                    <a:pt x="364354" y="229046"/>
                  </a:lnTo>
                  <a:lnTo>
                    <a:pt x="364406" y="231014"/>
                  </a:lnTo>
                  <a:lnTo>
                    <a:pt x="364268" y="232151"/>
                  </a:lnTo>
                  <a:lnTo>
                    <a:pt x="363306" y="235138"/>
                  </a:lnTo>
                  <a:lnTo>
                    <a:pt x="362896" y="236774"/>
                  </a:lnTo>
                  <a:lnTo>
                    <a:pt x="363293" y="238387"/>
                  </a:lnTo>
                  <a:lnTo>
                    <a:pt x="365480" y="233441"/>
                  </a:lnTo>
                  <a:lnTo>
                    <a:pt x="366459" y="231707"/>
                  </a:lnTo>
                  <a:lnTo>
                    <a:pt x="367293" y="232059"/>
                  </a:lnTo>
                  <a:lnTo>
                    <a:pt x="368948" y="229776"/>
                  </a:lnTo>
                  <a:lnTo>
                    <a:pt x="372281" y="229300"/>
                  </a:lnTo>
                  <a:lnTo>
                    <a:pt x="372531" y="226689"/>
                  </a:lnTo>
                  <a:lnTo>
                    <a:pt x="373196" y="225578"/>
                  </a:lnTo>
                  <a:lnTo>
                    <a:pt x="375029" y="225872"/>
                  </a:lnTo>
                  <a:lnTo>
                    <a:pt x="378599" y="228207"/>
                  </a:lnTo>
                  <a:lnTo>
                    <a:pt x="379872" y="230114"/>
                  </a:lnTo>
                  <a:lnTo>
                    <a:pt x="381778" y="231889"/>
                  </a:lnTo>
                  <a:lnTo>
                    <a:pt x="382782" y="233998"/>
                  </a:lnTo>
                  <a:lnTo>
                    <a:pt x="386973" y="237868"/>
                  </a:lnTo>
                  <a:lnTo>
                    <a:pt x="390017" y="238283"/>
                  </a:lnTo>
                  <a:lnTo>
                    <a:pt x="391524" y="236526"/>
                  </a:lnTo>
                  <a:lnTo>
                    <a:pt x="393405" y="238367"/>
                  </a:lnTo>
                  <a:lnTo>
                    <a:pt x="394401" y="240427"/>
                  </a:lnTo>
                  <a:lnTo>
                    <a:pt x="396354" y="241547"/>
                  </a:lnTo>
                  <a:lnTo>
                    <a:pt x="398324" y="242130"/>
                  </a:lnTo>
                  <a:lnTo>
                    <a:pt x="399832" y="240650"/>
                  </a:lnTo>
                  <a:lnTo>
                    <a:pt x="403719" y="240162"/>
                  </a:lnTo>
                  <a:lnTo>
                    <a:pt x="408606" y="237975"/>
                  </a:lnTo>
                  <a:lnTo>
                    <a:pt x="411521" y="238494"/>
                  </a:lnTo>
                  <a:lnTo>
                    <a:pt x="414820" y="239922"/>
                  </a:lnTo>
                  <a:lnTo>
                    <a:pt x="417171" y="243596"/>
                  </a:lnTo>
                  <a:lnTo>
                    <a:pt x="419150" y="245676"/>
                  </a:lnTo>
                  <a:lnTo>
                    <a:pt x="420347" y="247725"/>
                  </a:lnTo>
                  <a:lnTo>
                    <a:pt x="422279" y="249846"/>
                  </a:lnTo>
                  <a:lnTo>
                    <a:pt x="426402" y="255545"/>
                  </a:lnTo>
                  <a:lnTo>
                    <a:pt x="427845" y="258841"/>
                  </a:lnTo>
                  <a:lnTo>
                    <a:pt x="430401" y="263331"/>
                  </a:lnTo>
                  <a:lnTo>
                    <a:pt x="432966" y="265215"/>
                  </a:lnTo>
                  <a:lnTo>
                    <a:pt x="434353" y="269913"/>
                  </a:lnTo>
                  <a:lnTo>
                    <a:pt x="435451" y="272028"/>
                  </a:lnTo>
                  <a:lnTo>
                    <a:pt x="438169" y="279958"/>
                  </a:lnTo>
                  <a:lnTo>
                    <a:pt x="441255" y="285510"/>
                  </a:lnTo>
                  <a:lnTo>
                    <a:pt x="443318" y="291059"/>
                  </a:lnTo>
                  <a:lnTo>
                    <a:pt x="447277" y="294634"/>
                  </a:lnTo>
                  <a:lnTo>
                    <a:pt x="448823" y="300524"/>
                  </a:lnTo>
                  <a:lnTo>
                    <a:pt x="451501" y="301242"/>
                  </a:lnTo>
                  <a:lnTo>
                    <a:pt x="452644" y="302125"/>
                  </a:lnTo>
                  <a:lnTo>
                    <a:pt x="454030" y="304610"/>
                  </a:lnTo>
                  <a:lnTo>
                    <a:pt x="455939" y="305995"/>
                  </a:lnTo>
                  <a:lnTo>
                    <a:pt x="458426" y="305603"/>
                  </a:lnTo>
                  <a:lnTo>
                    <a:pt x="461167" y="305883"/>
                  </a:lnTo>
                  <a:lnTo>
                    <a:pt x="463384" y="304720"/>
                  </a:lnTo>
                  <a:lnTo>
                    <a:pt x="468630" y="306936"/>
                  </a:lnTo>
                  <a:lnTo>
                    <a:pt x="469455" y="308018"/>
                  </a:lnTo>
                  <a:lnTo>
                    <a:pt x="470541" y="310526"/>
                  </a:lnTo>
                  <a:lnTo>
                    <a:pt x="472456" y="319858"/>
                  </a:lnTo>
                  <a:lnTo>
                    <a:pt x="473598" y="330214"/>
                  </a:lnTo>
                  <a:lnTo>
                    <a:pt x="474162" y="338138"/>
                  </a:lnTo>
                  <a:lnTo>
                    <a:pt x="475470" y="344296"/>
                  </a:lnTo>
                  <a:lnTo>
                    <a:pt x="476184" y="355859"/>
                  </a:lnTo>
                  <a:lnTo>
                    <a:pt x="476790" y="359498"/>
                  </a:lnTo>
                  <a:lnTo>
                    <a:pt x="476837" y="362297"/>
                  </a:lnTo>
                  <a:lnTo>
                    <a:pt x="477350" y="362932"/>
                  </a:lnTo>
                  <a:lnTo>
                    <a:pt x="477697" y="370732"/>
                  </a:lnTo>
                  <a:lnTo>
                    <a:pt x="477561" y="373877"/>
                  </a:lnTo>
                  <a:lnTo>
                    <a:pt x="477059" y="377969"/>
                  </a:lnTo>
                  <a:lnTo>
                    <a:pt x="477022" y="379793"/>
                  </a:lnTo>
                  <a:lnTo>
                    <a:pt x="477096" y="380953"/>
                  </a:lnTo>
                  <a:lnTo>
                    <a:pt x="476874" y="382661"/>
                  </a:lnTo>
                  <a:lnTo>
                    <a:pt x="476805" y="384297"/>
                  </a:lnTo>
                  <a:lnTo>
                    <a:pt x="477313" y="387971"/>
                  </a:lnTo>
                  <a:lnTo>
                    <a:pt x="477341" y="390917"/>
                  </a:lnTo>
                  <a:lnTo>
                    <a:pt x="476660" y="394484"/>
                  </a:lnTo>
                  <a:lnTo>
                    <a:pt x="475732" y="403804"/>
                  </a:lnTo>
                  <a:lnTo>
                    <a:pt x="473403" y="419257"/>
                  </a:lnTo>
                  <a:lnTo>
                    <a:pt x="471172" y="428124"/>
                  </a:lnTo>
                  <a:lnTo>
                    <a:pt x="468049" y="437284"/>
                  </a:lnTo>
                  <a:lnTo>
                    <a:pt x="466015" y="442068"/>
                  </a:lnTo>
                  <a:lnTo>
                    <a:pt x="465209" y="442556"/>
                  </a:lnTo>
                  <a:lnTo>
                    <a:pt x="464469" y="441609"/>
                  </a:lnTo>
                  <a:lnTo>
                    <a:pt x="464994" y="444134"/>
                  </a:lnTo>
                  <a:lnTo>
                    <a:pt x="464535" y="446356"/>
                  </a:lnTo>
                  <a:lnTo>
                    <a:pt x="462469" y="453097"/>
                  </a:lnTo>
                  <a:lnTo>
                    <a:pt x="460414" y="457509"/>
                  </a:lnTo>
                  <a:lnTo>
                    <a:pt x="458284" y="465162"/>
                  </a:lnTo>
                  <a:lnTo>
                    <a:pt x="458122" y="465335"/>
                  </a:lnTo>
                  <a:lnTo>
                    <a:pt x="455391" y="468290"/>
                  </a:lnTo>
                  <a:lnTo>
                    <a:pt x="453775" y="470705"/>
                  </a:lnTo>
                  <a:lnTo>
                    <a:pt x="451710" y="475100"/>
                  </a:lnTo>
                  <a:lnTo>
                    <a:pt x="449814" y="482026"/>
                  </a:lnTo>
                  <a:lnTo>
                    <a:pt x="449422" y="482917"/>
                  </a:lnTo>
                  <a:lnTo>
                    <a:pt x="448723" y="482430"/>
                  </a:lnTo>
                  <a:lnTo>
                    <a:pt x="448743" y="485947"/>
                  </a:lnTo>
                  <a:lnTo>
                    <a:pt x="447111" y="491516"/>
                  </a:lnTo>
                  <a:lnTo>
                    <a:pt x="446613" y="492342"/>
                  </a:lnTo>
                  <a:lnTo>
                    <a:pt x="446626" y="490763"/>
                  </a:lnTo>
                  <a:lnTo>
                    <a:pt x="446910" y="489563"/>
                  </a:lnTo>
                  <a:lnTo>
                    <a:pt x="447042" y="488284"/>
                  </a:lnTo>
                  <a:lnTo>
                    <a:pt x="447030" y="486764"/>
                  </a:lnTo>
                  <a:lnTo>
                    <a:pt x="446573" y="487869"/>
                  </a:lnTo>
                  <a:lnTo>
                    <a:pt x="445608" y="492042"/>
                  </a:lnTo>
                  <a:lnTo>
                    <a:pt x="445932" y="495100"/>
                  </a:lnTo>
                  <a:lnTo>
                    <a:pt x="445232" y="499720"/>
                  </a:lnTo>
                  <a:lnTo>
                    <a:pt x="442558" y="512911"/>
                  </a:lnTo>
                  <a:lnTo>
                    <a:pt x="439284" y="524006"/>
                  </a:lnTo>
                  <a:lnTo>
                    <a:pt x="438530" y="527428"/>
                  </a:lnTo>
                  <a:lnTo>
                    <a:pt x="435842" y="534902"/>
                  </a:lnTo>
                  <a:lnTo>
                    <a:pt x="433868" y="538506"/>
                  </a:lnTo>
                  <a:lnTo>
                    <a:pt x="433313" y="538532"/>
                  </a:lnTo>
                  <a:lnTo>
                    <a:pt x="432684" y="538224"/>
                  </a:lnTo>
                  <a:lnTo>
                    <a:pt x="432367" y="532481"/>
                  </a:lnTo>
                  <a:lnTo>
                    <a:pt x="430794" y="529004"/>
                  </a:lnTo>
                  <a:lnTo>
                    <a:pt x="430343" y="528392"/>
                  </a:lnTo>
                  <a:lnTo>
                    <a:pt x="429698" y="532074"/>
                  </a:lnTo>
                  <a:lnTo>
                    <a:pt x="429161" y="533084"/>
                  </a:lnTo>
                  <a:lnTo>
                    <a:pt x="428384" y="533304"/>
                  </a:lnTo>
                  <a:lnTo>
                    <a:pt x="429214" y="534908"/>
                  </a:lnTo>
                  <a:lnTo>
                    <a:pt x="429457" y="536763"/>
                  </a:lnTo>
                  <a:lnTo>
                    <a:pt x="428610" y="540477"/>
                  </a:lnTo>
                  <a:lnTo>
                    <a:pt x="428584" y="543853"/>
                  </a:lnTo>
                  <a:lnTo>
                    <a:pt x="427074" y="547573"/>
                  </a:lnTo>
                  <a:lnTo>
                    <a:pt x="426200" y="550294"/>
                  </a:lnTo>
                  <a:lnTo>
                    <a:pt x="425756" y="553702"/>
                  </a:lnTo>
                  <a:lnTo>
                    <a:pt x="425488" y="556885"/>
                  </a:lnTo>
                  <a:lnTo>
                    <a:pt x="426152" y="556016"/>
                  </a:lnTo>
                  <a:lnTo>
                    <a:pt x="426466" y="556686"/>
                  </a:lnTo>
                  <a:lnTo>
                    <a:pt x="426716" y="557679"/>
                  </a:lnTo>
                  <a:lnTo>
                    <a:pt x="426562" y="559142"/>
                  </a:lnTo>
                  <a:lnTo>
                    <a:pt x="426076" y="561906"/>
                  </a:lnTo>
                  <a:lnTo>
                    <a:pt x="426152" y="568788"/>
                  </a:lnTo>
                  <a:lnTo>
                    <a:pt x="425990" y="570352"/>
                  </a:lnTo>
                  <a:lnTo>
                    <a:pt x="426473" y="572043"/>
                  </a:lnTo>
                  <a:lnTo>
                    <a:pt x="426985" y="569155"/>
                  </a:lnTo>
                  <a:lnTo>
                    <a:pt x="427280" y="569960"/>
                  </a:lnTo>
                  <a:lnTo>
                    <a:pt x="425851" y="588402"/>
                  </a:lnTo>
                  <a:lnTo>
                    <a:pt x="426414" y="596701"/>
                  </a:lnTo>
                  <a:lnTo>
                    <a:pt x="426623" y="606103"/>
                  </a:lnTo>
                  <a:lnTo>
                    <a:pt x="427269" y="615279"/>
                  </a:lnTo>
                  <a:lnTo>
                    <a:pt x="427975" y="623483"/>
                  </a:lnTo>
                  <a:lnTo>
                    <a:pt x="428032" y="624141"/>
                  </a:lnTo>
                  <a:lnTo>
                    <a:pt x="427055" y="633663"/>
                  </a:lnTo>
                  <a:lnTo>
                    <a:pt x="425806" y="643056"/>
                  </a:lnTo>
                  <a:lnTo>
                    <a:pt x="425053" y="650715"/>
                  </a:lnTo>
                  <a:lnTo>
                    <a:pt x="424579" y="658988"/>
                  </a:lnTo>
                  <a:lnTo>
                    <a:pt x="424104" y="662964"/>
                  </a:lnTo>
                  <a:lnTo>
                    <a:pt x="423954" y="667033"/>
                  </a:lnTo>
                  <a:lnTo>
                    <a:pt x="424498" y="676674"/>
                  </a:lnTo>
                  <a:lnTo>
                    <a:pt x="424700" y="678501"/>
                  </a:lnTo>
                  <a:lnTo>
                    <a:pt x="423184" y="682800"/>
                  </a:lnTo>
                  <a:lnTo>
                    <a:pt x="421549" y="684887"/>
                  </a:lnTo>
                  <a:lnTo>
                    <a:pt x="420645" y="686958"/>
                  </a:lnTo>
                  <a:lnTo>
                    <a:pt x="418646" y="694707"/>
                  </a:lnTo>
                  <a:lnTo>
                    <a:pt x="417561" y="706157"/>
                  </a:lnTo>
                  <a:lnTo>
                    <a:pt x="417535" y="712248"/>
                  </a:lnTo>
                  <a:lnTo>
                    <a:pt x="418048" y="725009"/>
                  </a:lnTo>
                  <a:lnTo>
                    <a:pt x="417663" y="730212"/>
                  </a:lnTo>
                  <a:lnTo>
                    <a:pt x="417031" y="733695"/>
                  </a:lnTo>
                  <a:lnTo>
                    <a:pt x="416282" y="735980"/>
                  </a:lnTo>
                  <a:lnTo>
                    <a:pt x="414373" y="738724"/>
                  </a:lnTo>
                  <a:lnTo>
                    <a:pt x="412663" y="745410"/>
                  </a:lnTo>
                  <a:lnTo>
                    <a:pt x="411919" y="752437"/>
                  </a:lnTo>
                  <a:lnTo>
                    <a:pt x="410747" y="754996"/>
                  </a:lnTo>
                  <a:lnTo>
                    <a:pt x="410507" y="758930"/>
                  </a:lnTo>
                  <a:lnTo>
                    <a:pt x="409564" y="763174"/>
                  </a:lnTo>
                  <a:lnTo>
                    <a:pt x="407119" y="769508"/>
                  </a:lnTo>
                  <a:lnTo>
                    <a:pt x="405529" y="771352"/>
                  </a:lnTo>
                  <a:lnTo>
                    <a:pt x="404771" y="773121"/>
                  </a:lnTo>
                  <a:lnTo>
                    <a:pt x="404289" y="776823"/>
                  </a:lnTo>
                  <a:lnTo>
                    <a:pt x="402757" y="782927"/>
                  </a:lnTo>
                  <a:lnTo>
                    <a:pt x="401627" y="790839"/>
                  </a:lnTo>
                  <a:lnTo>
                    <a:pt x="401921" y="793534"/>
                  </a:lnTo>
                  <a:lnTo>
                    <a:pt x="401940" y="793947"/>
                  </a:lnTo>
                  <a:lnTo>
                    <a:pt x="402351" y="803091"/>
                  </a:lnTo>
                  <a:lnTo>
                    <a:pt x="402199" y="805417"/>
                  </a:lnTo>
                  <a:lnTo>
                    <a:pt x="400710" y="807939"/>
                  </a:lnTo>
                  <a:lnTo>
                    <a:pt x="395099" y="812646"/>
                  </a:lnTo>
                  <a:lnTo>
                    <a:pt x="393604" y="814597"/>
                  </a:lnTo>
                  <a:lnTo>
                    <a:pt x="390254" y="822604"/>
                  </a:lnTo>
                  <a:lnTo>
                    <a:pt x="390045" y="824494"/>
                  </a:lnTo>
                  <a:lnTo>
                    <a:pt x="390184" y="827190"/>
                  </a:lnTo>
                  <a:lnTo>
                    <a:pt x="390735" y="828739"/>
                  </a:lnTo>
                  <a:lnTo>
                    <a:pt x="390168" y="830419"/>
                  </a:lnTo>
                  <a:lnTo>
                    <a:pt x="389499" y="833431"/>
                  </a:lnTo>
                  <a:lnTo>
                    <a:pt x="388523" y="833247"/>
                  </a:lnTo>
                  <a:lnTo>
                    <a:pt x="382934" y="833252"/>
                  </a:lnTo>
                  <a:lnTo>
                    <a:pt x="379909" y="834207"/>
                  </a:lnTo>
                  <a:lnTo>
                    <a:pt x="378336" y="834023"/>
                  </a:lnTo>
                  <a:lnTo>
                    <a:pt x="377631" y="833298"/>
                  </a:lnTo>
                  <a:lnTo>
                    <a:pt x="376839" y="832115"/>
                  </a:lnTo>
                  <a:lnTo>
                    <a:pt x="376601" y="830566"/>
                  </a:lnTo>
                  <a:lnTo>
                    <a:pt x="377031" y="828220"/>
                  </a:lnTo>
                  <a:lnTo>
                    <a:pt x="376777" y="826820"/>
                  </a:lnTo>
                  <a:lnTo>
                    <a:pt x="375948" y="826875"/>
                  </a:lnTo>
                  <a:lnTo>
                    <a:pt x="375037" y="827539"/>
                  </a:lnTo>
                  <a:lnTo>
                    <a:pt x="374880" y="828941"/>
                  </a:lnTo>
                  <a:lnTo>
                    <a:pt x="374944" y="829937"/>
                  </a:lnTo>
                  <a:lnTo>
                    <a:pt x="375283" y="831394"/>
                  </a:lnTo>
                  <a:lnTo>
                    <a:pt x="375469" y="833180"/>
                  </a:lnTo>
                  <a:lnTo>
                    <a:pt x="375096" y="834735"/>
                  </a:lnTo>
                  <a:lnTo>
                    <a:pt x="373325" y="834937"/>
                  </a:lnTo>
                  <a:lnTo>
                    <a:pt x="371335" y="836366"/>
                  </a:lnTo>
                  <a:lnTo>
                    <a:pt x="368852" y="836963"/>
                  </a:lnTo>
                  <a:lnTo>
                    <a:pt x="366874" y="837993"/>
                  </a:lnTo>
                  <a:lnTo>
                    <a:pt x="365960" y="836689"/>
                  </a:lnTo>
                  <a:lnTo>
                    <a:pt x="366874" y="836037"/>
                  </a:lnTo>
                  <a:lnTo>
                    <a:pt x="368183" y="836354"/>
                  </a:lnTo>
                  <a:lnTo>
                    <a:pt x="369590" y="835275"/>
                  </a:lnTo>
                  <a:lnTo>
                    <a:pt x="369261" y="834000"/>
                  </a:lnTo>
                  <a:lnTo>
                    <a:pt x="367272" y="832352"/>
                  </a:lnTo>
                  <a:lnTo>
                    <a:pt x="365063" y="833362"/>
                  </a:lnTo>
                  <a:lnTo>
                    <a:pt x="363837" y="835321"/>
                  </a:lnTo>
                  <a:lnTo>
                    <a:pt x="361157" y="835142"/>
                  </a:lnTo>
                  <a:lnTo>
                    <a:pt x="357875" y="836634"/>
                  </a:lnTo>
                  <a:lnTo>
                    <a:pt x="357340" y="838155"/>
                  </a:lnTo>
                  <a:lnTo>
                    <a:pt x="357429" y="841101"/>
                  </a:lnTo>
                  <a:lnTo>
                    <a:pt x="358072" y="841748"/>
                  </a:lnTo>
                  <a:lnTo>
                    <a:pt x="358698" y="843092"/>
                  </a:lnTo>
                  <a:lnTo>
                    <a:pt x="358096" y="844345"/>
                  </a:lnTo>
                  <a:lnTo>
                    <a:pt x="357510" y="844899"/>
                  </a:lnTo>
                  <a:lnTo>
                    <a:pt x="354043" y="846267"/>
                  </a:lnTo>
                  <a:lnTo>
                    <a:pt x="350828" y="852003"/>
                  </a:lnTo>
                  <a:lnTo>
                    <a:pt x="349488" y="852716"/>
                  </a:lnTo>
                  <a:lnTo>
                    <a:pt x="348295" y="855247"/>
                  </a:lnTo>
                  <a:lnTo>
                    <a:pt x="348172" y="857408"/>
                  </a:lnTo>
                  <a:lnTo>
                    <a:pt x="347795" y="858709"/>
                  </a:lnTo>
                  <a:lnTo>
                    <a:pt x="347030" y="858776"/>
                  </a:lnTo>
                  <a:lnTo>
                    <a:pt x="345354" y="857596"/>
                  </a:lnTo>
                  <a:lnTo>
                    <a:pt x="343178" y="857561"/>
                  </a:lnTo>
                  <a:lnTo>
                    <a:pt x="341607" y="858502"/>
                  </a:lnTo>
                  <a:lnTo>
                    <a:pt x="333579" y="867805"/>
                  </a:lnTo>
                  <a:lnTo>
                    <a:pt x="330697" y="871528"/>
                  </a:lnTo>
                  <a:lnTo>
                    <a:pt x="327407" y="879117"/>
                  </a:lnTo>
                  <a:lnTo>
                    <a:pt x="321862" y="887624"/>
                  </a:lnTo>
                  <a:lnTo>
                    <a:pt x="318950" y="892702"/>
                  </a:lnTo>
                  <a:lnTo>
                    <a:pt x="318396" y="894018"/>
                  </a:lnTo>
                  <a:lnTo>
                    <a:pt x="317936" y="894090"/>
                  </a:lnTo>
                  <a:lnTo>
                    <a:pt x="317024" y="895149"/>
                  </a:lnTo>
                  <a:lnTo>
                    <a:pt x="317387" y="896027"/>
                  </a:lnTo>
                  <a:lnTo>
                    <a:pt x="318009" y="896107"/>
                  </a:lnTo>
                  <a:lnTo>
                    <a:pt x="317753" y="899065"/>
                  </a:lnTo>
                  <a:lnTo>
                    <a:pt x="316595" y="901088"/>
                  </a:lnTo>
                  <a:lnTo>
                    <a:pt x="314421" y="906401"/>
                  </a:lnTo>
                  <a:lnTo>
                    <a:pt x="313937" y="906011"/>
                  </a:lnTo>
                  <a:lnTo>
                    <a:pt x="314626" y="903249"/>
                  </a:lnTo>
                  <a:lnTo>
                    <a:pt x="313559" y="903146"/>
                  </a:lnTo>
                  <a:lnTo>
                    <a:pt x="311987" y="902133"/>
                  </a:lnTo>
                  <a:lnTo>
                    <a:pt x="311304" y="903275"/>
                  </a:lnTo>
                  <a:lnTo>
                    <a:pt x="311680" y="906011"/>
                  </a:lnTo>
                  <a:lnTo>
                    <a:pt x="311089" y="907183"/>
                  </a:lnTo>
                  <a:lnTo>
                    <a:pt x="310016" y="907315"/>
                  </a:lnTo>
                  <a:lnTo>
                    <a:pt x="309044" y="906992"/>
                  </a:lnTo>
                  <a:lnTo>
                    <a:pt x="307974" y="904989"/>
                  </a:lnTo>
                  <a:lnTo>
                    <a:pt x="308456" y="908617"/>
                  </a:lnTo>
                  <a:lnTo>
                    <a:pt x="310713" y="909497"/>
                  </a:lnTo>
                  <a:lnTo>
                    <a:pt x="311653" y="910351"/>
                  </a:lnTo>
                  <a:lnTo>
                    <a:pt x="312003" y="911745"/>
                  </a:lnTo>
                  <a:lnTo>
                    <a:pt x="310248" y="918203"/>
                  </a:lnTo>
                  <a:lnTo>
                    <a:pt x="308778" y="919043"/>
                  </a:lnTo>
                  <a:lnTo>
                    <a:pt x="308617" y="919954"/>
                  </a:lnTo>
                  <a:lnTo>
                    <a:pt x="309423" y="919949"/>
                  </a:lnTo>
                  <a:lnTo>
                    <a:pt x="309868" y="921735"/>
                  </a:lnTo>
                  <a:lnTo>
                    <a:pt x="309343" y="928943"/>
                  </a:lnTo>
                  <a:lnTo>
                    <a:pt x="308617" y="930314"/>
                  </a:lnTo>
                  <a:lnTo>
                    <a:pt x="308193" y="930349"/>
                  </a:lnTo>
                  <a:lnTo>
                    <a:pt x="307772" y="931581"/>
                  </a:lnTo>
                  <a:lnTo>
                    <a:pt x="308353" y="933935"/>
                  </a:lnTo>
                  <a:lnTo>
                    <a:pt x="308951" y="935652"/>
                  </a:lnTo>
                  <a:lnTo>
                    <a:pt x="308871" y="938982"/>
                  </a:lnTo>
                  <a:lnTo>
                    <a:pt x="308647" y="941738"/>
                  </a:lnTo>
                  <a:lnTo>
                    <a:pt x="308632" y="944413"/>
                  </a:lnTo>
                  <a:lnTo>
                    <a:pt x="309389" y="949590"/>
                  </a:lnTo>
                  <a:lnTo>
                    <a:pt x="309660" y="954905"/>
                  </a:lnTo>
                  <a:lnTo>
                    <a:pt x="309965" y="956839"/>
                  </a:lnTo>
                  <a:lnTo>
                    <a:pt x="310138" y="958983"/>
                  </a:lnTo>
                  <a:lnTo>
                    <a:pt x="309634" y="960988"/>
                  </a:lnTo>
                  <a:lnTo>
                    <a:pt x="309921" y="964206"/>
                  </a:lnTo>
                  <a:lnTo>
                    <a:pt x="309061" y="969677"/>
                  </a:lnTo>
                  <a:lnTo>
                    <a:pt x="309511" y="977575"/>
                  </a:lnTo>
                  <a:lnTo>
                    <a:pt x="309326" y="984974"/>
                  </a:lnTo>
                  <a:lnTo>
                    <a:pt x="308989" y="988864"/>
                  </a:lnTo>
                  <a:lnTo>
                    <a:pt x="308444" y="991905"/>
                  </a:lnTo>
                  <a:lnTo>
                    <a:pt x="307176" y="995821"/>
                  </a:lnTo>
                  <a:lnTo>
                    <a:pt x="307146" y="999740"/>
                  </a:lnTo>
                  <a:lnTo>
                    <a:pt x="304417" y="1003384"/>
                  </a:lnTo>
                  <a:lnTo>
                    <a:pt x="301399" y="1008483"/>
                  </a:lnTo>
                  <a:lnTo>
                    <a:pt x="298612" y="1014517"/>
                  </a:lnTo>
                  <a:lnTo>
                    <a:pt x="295613" y="1023021"/>
                  </a:lnTo>
                  <a:lnTo>
                    <a:pt x="292111" y="1035958"/>
                  </a:lnTo>
                  <a:lnTo>
                    <a:pt x="288867" y="1054420"/>
                  </a:lnTo>
                  <a:lnTo>
                    <a:pt x="284962" y="1068363"/>
                  </a:lnTo>
                  <a:lnTo>
                    <a:pt x="283400" y="1073399"/>
                  </a:lnTo>
                  <a:lnTo>
                    <a:pt x="281289" y="1079023"/>
                  </a:lnTo>
                  <a:lnTo>
                    <a:pt x="278481" y="1085582"/>
                  </a:lnTo>
                  <a:lnTo>
                    <a:pt x="274719" y="1092144"/>
                  </a:lnTo>
                  <a:lnTo>
                    <a:pt x="270603" y="1097990"/>
                  </a:lnTo>
                  <a:lnTo>
                    <a:pt x="269116" y="1100628"/>
                  </a:lnTo>
                  <a:lnTo>
                    <a:pt x="267665" y="1104330"/>
                  </a:lnTo>
                  <a:lnTo>
                    <a:pt x="267303" y="1102801"/>
                  </a:lnTo>
                  <a:lnTo>
                    <a:pt x="267617" y="1100273"/>
                  </a:lnTo>
                  <a:lnTo>
                    <a:pt x="267417" y="1098380"/>
                  </a:lnTo>
                  <a:lnTo>
                    <a:pt x="267373" y="1095924"/>
                  </a:lnTo>
                  <a:lnTo>
                    <a:pt x="268203" y="1095471"/>
                  </a:lnTo>
                  <a:lnTo>
                    <a:pt x="269445" y="1097029"/>
                  </a:lnTo>
                  <a:lnTo>
                    <a:pt x="270078" y="1095973"/>
                  </a:lnTo>
                  <a:lnTo>
                    <a:pt x="270539" y="1094929"/>
                  </a:lnTo>
                  <a:lnTo>
                    <a:pt x="272035" y="1094277"/>
                  </a:lnTo>
                  <a:lnTo>
                    <a:pt x="274893" y="1087856"/>
                  </a:lnTo>
                  <a:lnTo>
                    <a:pt x="277013" y="1085481"/>
                  </a:lnTo>
                  <a:lnTo>
                    <a:pt x="278206" y="1081427"/>
                  </a:lnTo>
                  <a:lnTo>
                    <a:pt x="278411" y="1079271"/>
                  </a:lnTo>
                  <a:lnTo>
                    <a:pt x="278363" y="1074899"/>
                  </a:lnTo>
                  <a:lnTo>
                    <a:pt x="279039" y="1073791"/>
                  </a:lnTo>
                  <a:lnTo>
                    <a:pt x="280573" y="1074172"/>
                  </a:lnTo>
                  <a:lnTo>
                    <a:pt x="280886" y="1072928"/>
                  </a:lnTo>
                  <a:lnTo>
                    <a:pt x="280753" y="1071549"/>
                  </a:lnTo>
                  <a:lnTo>
                    <a:pt x="281052" y="1068542"/>
                  </a:lnTo>
                  <a:lnTo>
                    <a:pt x="283131" y="1065873"/>
                  </a:lnTo>
                  <a:lnTo>
                    <a:pt x="284117" y="1062647"/>
                  </a:lnTo>
                  <a:lnTo>
                    <a:pt x="283788" y="1054426"/>
                  </a:lnTo>
                  <a:lnTo>
                    <a:pt x="284169" y="1054056"/>
                  </a:lnTo>
                  <a:lnTo>
                    <a:pt x="285024" y="1055338"/>
                  </a:lnTo>
                  <a:lnTo>
                    <a:pt x="285426" y="1054807"/>
                  </a:lnTo>
                  <a:lnTo>
                    <a:pt x="285857" y="1051202"/>
                  </a:lnTo>
                  <a:lnTo>
                    <a:pt x="285650" y="1049333"/>
                  </a:lnTo>
                  <a:lnTo>
                    <a:pt x="284642" y="1048836"/>
                  </a:lnTo>
                  <a:lnTo>
                    <a:pt x="281161" y="1052899"/>
                  </a:lnTo>
                  <a:lnTo>
                    <a:pt x="280026" y="1052732"/>
                  </a:lnTo>
                  <a:lnTo>
                    <a:pt x="279838" y="1049540"/>
                  </a:lnTo>
                  <a:lnTo>
                    <a:pt x="278145" y="1048074"/>
                  </a:lnTo>
                  <a:lnTo>
                    <a:pt x="277484" y="1045425"/>
                  </a:lnTo>
                  <a:lnTo>
                    <a:pt x="277285" y="1043610"/>
                  </a:lnTo>
                  <a:lnTo>
                    <a:pt x="276698" y="1042869"/>
                  </a:lnTo>
                  <a:lnTo>
                    <a:pt x="276735" y="1046005"/>
                  </a:lnTo>
                  <a:lnTo>
                    <a:pt x="276896" y="1049053"/>
                  </a:lnTo>
                  <a:lnTo>
                    <a:pt x="278414" y="1052602"/>
                  </a:lnTo>
                  <a:lnTo>
                    <a:pt x="278045" y="1054010"/>
                  </a:lnTo>
                  <a:lnTo>
                    <a:pt x="277325" y="1055655"/>
                  </a:lnTo>
                  <a:lnTo>
                    <a:pt x="276824" y="1059308"/>
                  </a:lnTo>
                  <a:lnTo>
                    <a:pt x="276881" y="1064047"/>
                  </a:lnTo>
                  <a:lnTo>
                    <a:pt x="276474" y="1062604"/>
                  </a:lnTo>
                  <a:lnTo>
                    <a:pt x="275954" y="1061770"/>
                  </a:lnTo>
                  <a:lnTo>
                    <a:pt x="275742" y="1066863"/>
                  </a:lnTo>
                  <a:lnTo>
                    <a:pt x="274735" y="1068811"/>
                  </a:lnTo>
                  <a:lnTo>
                    <a:pt x="274417" y="1070724"/>
                  </a:lnTo>
                  <a:lnTo>
                    <a:pt x="274680" y="1072943"/>
                  </a:lnTo>
                  <a:lnTo>
                    <a:pt x="274160" y="1074475"/>
                  </a:lnTo>
                  <a:lnTo>
                    <a:pt x="271593" y="1078590"/>
                  </a:lnTo>
                  <a:lnTo>
                    <a:pt x="269035" y="1081401"/>
                  </a:lnTo>
                  <a:lnTo>
                    <a:pt x="268479" y="1082728"/>
                  </a:lnTo>
                  <a:lnTo>
                    <a:pt x="268206" y="1085865"/>
                  </a:lnTo>
                  <a:lnTo>
                    <a:pt x="267815" y="1089088"/>
                  </a:lnTo>
                  <a:lnTo>
                    <a:pt x="266683" y="1091922"/>
                  </a:lnTo>
                  <a:lnTo>
                    <a:pt x="265784" y="1097555"/>
                  </a:lnTo>
                  <a:lnTo>
                    <a:pt x="265809" y="1099979"/>
                  </a:lnTo>
                  <a:lnTo>
                    <a:pt x="266107" y="1103551"/>
                  </a:lnTo>
                  <a:lnTo>
                    <a:pt x="266591" y="1105894"/>
                  </a:lnTo>
                  <a:lnTo>
                    <a:pt x="265825" y="1107461"/>
                  </a:lnTo>
                  <a:lnTo>
                    <a:pt x="264796" y="1110503"/>
                  </a:lnTo>
                  <a:lnTo>
                    <a:pt x="263979" y="1113931"/>
                  </a:lnTo>
                  <a:lnTo>
                    <a:pt x="261946" y="1126801"/>
                  </a:lnTo>
                  <a:lnTo>
                    <a:pt x="260194" y="1134557"/>
                  </a:lnTo>
                  <a:lnTo>
                    <a:pt x="258846" y="1138358"/>
                  </a:lnTo>
                  <a:lnTo>
                    <a:pt x="256921" y="1142363"/>
                  </a:lnTo>
                  <a:lnTo>
                    <a:pt x="251439" y="1152417"/>
                  </a:lnTo>
                  <a:lnTo>
                    <a:pt x="251111" y="1152272"/>
                  </a:lnTo>
                  <a:lnTo>
                    <a:pt x="250306" y="1151461"/>
                  </a:lnTo>
                  <a:lnTo>
                    <a:pt x="249633" y="1150498"/>
                  </a:lnTo>
                  <a:lnTo>
                    <a:pt x="249480" y="1149854"/>
                  </a:lnTo>
                  <a:lnTo>
                    <a:pt x="249404" y="1148890"/>
                  </a:lnTo>
                  <a:lnTo>
                    <a:pt x="249492" y="1145269"/>
                  </a:lnTo>
                  <a:lnTo>
                    <a:pt x="249480" y="1135536"/>
                  </a:lnTo>
                  <a:lnTo>
                    <a:pt x="249718" y="1133697"/>
                  </a:lnTo>
                  <a:lnTo>
                    <a:pt x="250071" y="1132511"/>
                  </a:lnTo>
                  <a:lnTo>
                    <a:pt x="251139" y="1130792"/>
                  </a:lnTo>
                  <a:lnTo>
                    <a:pt x="252177" y="1128330"/>
                  </a:lnTo>
                  <a:lnTo>
                    <a:pt x="253347" y="1125199"/>
                  </a:lnTo>
                  <a:lnTo>
                    <a:pt x="254425" y="1122706"/>
                  </a:lnTo>
                  <a:lnTo>
                    <a:pt x="254039" y="1121032"/>
                  </a:lnTo>
                  <a:lnTo>
                    <a:pt x="253138" y="1119416"/>
                  </a:lnTo>
                  <a:lnTo>
                    <a:pt x="251535" y="1118109"/>
                  </a:lnTo>
                  <a:lnTo>
                    <a:pt x="249992" y="1115806"/>
                  </a:lnTo>
                  <a:lnTo>
                    <a:pt x="248623" y="1112846"/>
                  </a:lnTo>
                  <a:lnTo>
                    <a:pt x="247990" y="1109764"/>
                  </a:lnTo>
                  <a:lnTo>
                    <a:pt x="247411" y="1106442"/>
                  </a:lnTo>
                  <a:lnTo>
                    <a:pt x="246857" y="1103816"/>
                  </a:lnTo>
                  <a:lnTo>
                    <a:pt x="246673" y="1102616"/>
                  </a:lnTo>
                  <a:lnTo>
                    <a:pt x="246132" y="1102117"/>
                  </a:lnTo>
                  <a:lnTo>
                    <a:pt x="245274" y="1100775"/>
                  </a:lnTo>
                  <a:lnTo>
                    <a:pt x="244736" y="1099528"/>
                  </a:lnTo>
                  <a:lnTo>
                    <a:pt x="243950" y="1098813"/>
                  </a:lnTo>
                  <a:lnTo>
                    <a:pt x="242545" y="1098028"/>
                  </a:lnTo>
                  <a:lnTo>
                    <a:pt x="241081" y="1096657"/>
                  </a:lnTo>
                  <a:lnTo>
                    <a:pt x="239260" y="1093402"/>
                  </a:lnTo>
                  <a:lnTo>
                    <a:pt x="237947" y="1089789"/>
                  </a:lnTo>
                  <a:lnTo>
                    <a:pt x="237298" y="1087403"/>
                  </a:lnTo>
                  <a:lnTo>
                    <a:pt x="236607" y="1085723"/>
                  </a:lnTo>
                  <a:lnTo>
                    <a:pt x="232849" y="1082947"/>
                  </a:lnTo>
                  <a:lnTo>
                    <a:pt x="231142" y="1079632"/>
                  </a:lnTo>
                  <a:lnTo>
                    <a:pt x="230471" y="1080665"/>
                  </a:lnTo>
                  <a:lnTo>
                    <a:pt x="229467" y="1079649"/>
                  </a:lnTo>
                  <a:lnTo>
                    <a:pt x="228478" y="1078053"/>
                  </a:lnTo>
                  <a:lnTo>
                    <a:pt x="228182" y="1076830"/>
                  </a:lnTo>
                  <a:lnTo>
                    <a:pt x="227764" y="1075575"/>
                  </a:lnTo>
                  <a:lnTo>
                    <a:pt x="227371" y="1074135"/>
                  </a:lnTo>
                  <a:lnTo>
                    <a:pt x="227120" y="1072752"/>
                  </a:lnTo>
                  <a:lnTo>
                    <a:pt x="226103" y="1070337"/>
                  </a:lnTo>
                  <a:lnTo>
                    <a:pt x="224789" y="1067723"/>
                  </a:lnTo>
                  <a:lnTo>
                    <a:pt x="224232" y="1066978"/>
                  </a:lnTo>
                  <a:lnTo>
                    <a:pt x="223938" y="1067195"/>
                  </a:lnTo>
                  <a:lnTo>
                    <a:pt x="223654" y="1068199"/>
                  </a:lnTo>
                  <a:lnTo>
                    <a:pt x="223474" y="1069169"/>
                  </a:lnTo>
                  <a:lnTo>
                    <a:pt x="222978" y="1069809"/>
                  </a:lnTo>
                  <a:lnTo>
                    <a:pt x="222364" y="1071007"/>
                  </a:lnTo>
                  <a:lnTo>
                    <a:pt x="221737" y="1072473"/>
                  </a:lnTo>
                  <a:lnTo>
                    <a:pt x="220934" y="1073445"/>
                  </a:lnTo>
                  <a:lnTo>
                    <a:pt x="219979" y="1073777"/>
                  </a:lnTo>
                  <a:lnTo>
                    <a:pt x="219337" y="1073728"/>
                  </a:lnTo>
                  <a:lnTo>
                    <a:pt x="219205" y="1073151"/>
                  </a:lnTo>
                  <a:lnTo>
                    <a:pt x="219169" y="1071148"/>
                  </a:lnTo>
                  <a:lnTo>
                    <a:pt x="219407" y="1066577"/>
                  </a:lnTo>
                  <a:lnTo>
                    <a:pt x="218848" y="1064817"/>
                  </a:lnTo>
                  <a:lnTo>
                    <a:pt x="218104" y="1062930"/>
                  </a:lnTo>
                  <a:lnTo>
                    <a:pt x="217247" y="1060408"/>
                  </a:lnTo>
                  <a:lnTo>
                    <a:pt x="214431" y="1055061"/>
                  </a:lnTo>
                  <a:lnTo>
                    <a:pt x="210599" y="1047362"/>
                  </a:lnTo>
                  <a:lnTo>
                    <a:pt x="209246" y="1045007"/>
                  </a:lnTo>
                  <a:lnTo>
                    <a:pt x="207972" y="1044825"/>
                  </a:lnTo>
                  <a:lnTo>
                    <a:pt x="206808" y="1045088"/>
                  </a:lnTo>
                  <a:lnTo>
                    <a:pt x="205739" y="1046106"/>
                  </a:lnTo>
                  <a:lnTo>
                    <a:pt x="204929" y="1049664"/>
                  </a:lnTo>
                  <a:lnTo>
                    <a:pt x="204594" y="1050213"/>
                  </a:lnTo>
                  <a:lnTo>
                    <a:pt x="202529" y="1050132"/>
                  </a:lnTo>
                  <a:lnTo>
                    <a:pt x="200476" y="1049558"/>
                  </a:lnTo>
                  <a:lnTo>
                    <a:pt x="199786" y="1047388"/>
                  </a:lnTo>
                  <a:lnTo>
                    <a:pt x="200335" y="1045974"/>
                  </a:lnTo>
                  <a:lnTo>
                    <a:pt x="202269" y="1042840"/>
                  </a:lnTo>
                  <a:lnTo>
                    <a:pt x="203338" y="1040049"/>
                  </a:lnTo>
                  <a:lnTo>
                    <a:pt x="203543" y="1037599"/>
                  </a:lnTo>
                  <a:lnTo>
                    <a:pt x="204469" y="1035401"/>
                  </a:lnTo>
                  <a:lnTo>
                    <a:pt x="206118" y="1033453"/>
                  </a:lnTo>
                  <a:lnTo>
                    <a:pt x="207955" y="1029866"/>
                  </a:lnTo>
                  <a:lnTo>
                    <a:pt x="209980" y="1024637"/>
                  </a:lnTo>
                  <a:lnTo>
                    <a:pt x="211210" y="1020779"/>
                  </a:lnTo>
                  <a:lnTo>
                    <a:pt x="211645" y="1018289"/>
                  </a:lnTo>
                  <a:lnTo>
                    <a:pt x="212439" y="1016370"/>
                  </a:lnTo>
                  <a:lnTo>
                    <a:pt x="213594" y="1015022"/>
                  </a:lnTo>
                  <a:lnTo>
                    <a:pt x="214602" y="1012209"/>
                  </a:lnTo>
                  <a:lnTo>
                    <a:pt x="215466" y="1007929"/>
                  </a:lnTo>
                  <a:lnTo>
                    <a:pt x="216646" y="1004524"/>
                  </a:lnTo>
                  <a:lnTo>
                    <a:pt x="218141" y="1001999"/>
                  </a:lnTo>
                  <a:lnTo>
                    <a:pt x="218977" y="999904"/>
                  </a:lnTo>
                  <a:lnTo>
                    <a:pt x="219155" y="998242"/>
                  </a:lnTo>
                  <a:lnTo>
                    <a:pt x="219578" y="997177"/>
                  </a:lnTo>
                  <a:lnTo>
                    <a:pt x="220245" y="996713"/>
                  </a:lnTo>
                  <a:lnTo>
                    <a:pt x="220568" y="995838"/>
                  </a:lnTo>
                  <a:lnTo>
                    <a:pt x="220547" y="994548"/>
                  </a:lnTo>
                  <a:lnTo>
                    <a:pt x="220729" y="993674"/>
                  </a:lnTo>
                  <a:lnTo>
                    <a:pt x="221114" y="993207"/>
                  </a:lnTo>
                  <a:lnTo>
                    <a:pt x="221758" y="993371"/>
                  </a:lnTo>
                  <a:lnTo>
                    <a:pt x="222661" y="994165"/>
                  </a:lnTo>
                  <a:lnTo>
                    <a:pt x="223206" y="994018"/>
                  </a:lnTo>
                  <a:lnTo>
                    <a:pt x="223392" y="992933"/>
                  </a:lnTo>
                  <a:lnTo>
                    <a:pt x="223154" y="991689"/>
                  </a:lnTo>
                  <a:lnTo>
                    <a:pt x="222490" y="990289"/>
                  </a:lnTo>
                  <a:lnTo>
                    <a:pt x="222740" y="988771"/>
                  </a:lnTo>
                  <a:lnTo>
                    <a:pt x="224484" y="986316"/>
                  </a:lnTo>
                  <a:lnTo>
                    <a:pt x="225772" y="985381"/>
                  </a:lnTo>
                  <a:lnTo>
                    <a:pt x="226587" y="983857"/>
                  </a:lnTo>
                  <a:lnTo>
                    <a:pt x="227359" y="981439"/>
                  </a:lnTo>
                  <a:lnTo>
                    <a:pt x="228611" y="979751"/>
                  </a:lnTo>
                  <a:lnTo>
                    <a:pt x="230344" y="978804"/>
                  </a:lnTo>
                  <a:lnTo>
                    <a:pt x="230803" y="977893"/>
                  </a:lnTo>
                  <a:lnTo>
                    <a:pt x="230741" y="976721"/>
                  </a:lnTo>
                  <a:lnTo>
                    <a:pt x="231095" y="975878"/>
                  </a:lnTo>
                  <a:lnTo>
                    <a:pt x="232119" y="975270"/>
                  </a:lnTo>
                  <a:lnTo>
                    <a:pt x="232676" y="974130"/>
                  </a:lnTo>
                  <a:lnTo>
                    <a:pt x="232766" y="972456"/>
                  </a:lnTo>
                  <a:lnTo>
                    <a:pt x="233096" y="970898"/>
                  </a:lnTo>
                  <a:lnTo>
                    <a:pt x="233664" y="969461"/>
                  </a:lnTo>
                  <a:lnTo>
                    <a:pt x="234298" y="968927"/>
                  </a:lnTo>
                  <a:lnTo>
                    <a:pt x="234997" y="969293"/>
                  </a:lnTo>
                  <a:lnTo>
                    <a:pt x="235654" y="968751"/>
                  </a:lnTo>
                  <a:lnTo>
                    <a:pt x="236268" y="967291"/>
                  </a:lnTo>
                  <a:lnTo>
                    <a:pt x="237006" y="966610"/>
                  </a:lnTo>
                  <a:lnTo>
                    <a:pt x="237866" y="966705"/>
                  </a:lnTo>
                  <a:lnTo>
                    <a:pt x="238307" y="966385"/>
                  </a:lnTo>
                  <a:lnTo>
                    <a:pt x="239784" y="965706"/>
                  </a:lnTo>
                  <a:lnTo>
                    <a:pt x="240598" y="964480"/>
                  </a:lnTo>
                  <a:lnTo>
                    <a:pt x="241268" y="961750"/>
                  </a:lnTo>
                  <a:lnTo>
                    <a:pt x="241862" y="960691"/>
                  </a:lnTo>
                  <a:lnTo>
                    <a:pt x="242382" y="961309"/>
                  </a:lnTo>
                  <a:lnTo>
                    <a:pt x="243280" y="960394"/>
                  </a:lnTo>
                  <a:lnTo>
                    <a:pt x="244557" y="957953"/>
                  </a:lnTo>
                  <a:lnTo>
                    <a:pt x="244797" y="957907"/>
                  </a:lnTo>
                  <a:lnTo>
                    <a:pt x="245741" y="956770"/>
                  </a:lnTo>
                  <a:lnTo>
                    <a:pt x="246712" y="952551"/>
                  </a:lnTo>
                  <a:lnTo>
                    <a:pt x="247214" y="949729"/>
                  </a:lnTo>
                  <a:lnTo>
                    <a:pt x="247094" y="947420"/>
                  </a:lnTo>
                  <a:lnTo>
                    <a:pt x="246775" y="945764"/>
                  </a:lnTo>
                  <a:lnTo>
                    <a:pt x="246882" y="943337"/>
                  </a:lnTo>
                  <a:lnTo>
                    <a:pt x="247204" y="936737"/>
                  </a:lnTo>
                  <a:lnTo>
                    <a:pt x="247292" y="934039"/>
                  </a:lnTo>
                  <a:lnTo>
                    <a:pt x="247808" y="932158"/>
                  </a:lnTo>
                  <a:lnTo>
                    <a:pt x="247775" y="930294"/>
                  </a:lnTo>
                  <a:lnTo>
                    <a:pt x="246853" y="926115"/>
                  </a:lnTo>
                  <a:lnTo>
                    <a:pt x="245923" y="922448"/>
                  </a:lnTo>
                  <a:lnTo>
                    <a:pt x="245424" y="916220"/>
                  </a:lnTo>
                  <a:lnTo>
                    <a:pt x="245095" y="913857"/>
                  </a:lnTo>
                  <a:lnTo>
                    <a:pt x="244320" y="913231"/>
                  </a:lnTo>
                  <a:lnTo>
                    <a:pt x="243619" y="911171"/>
                  </a:lnTo>
                  <a:lnTo>
                    <a:pt x="242733" y="910992"/>
                  </a:lnTo>
                  <a:lnTo>
                    <a:pt x="242316" y="910204"/>
                  </a:lnTo>
                  <a:lnTo>
                    <a:pt x="241885" y="909549"/>
                  </a:lnTo>
                  <a:lnTo>
                    <a:pt x="241256" y="909742"/>
                  </a:lnTo>
                  <a:lnTo>
                    <a:pt x="240721" y="910948"/>
                  </a:lnTo>
                  <a:lnTo>
                    <a:pt x="239724" y="910992"/>
                  </a:lnTo>
                  <a:lnTo>
                    <a:pt x="239097" y="911488"/>
                  </a:lnTo>
                  <a:lnTo>
                    <a:pt x="238358" y="912561"/>
                  </a:lnTo>
                  <a:lnTo>
                    <a:pt x="237657" y="912068"/>
                  </a:lnTo>
                  <a:lnTo>
                    <a:pt x="237214" y="911127"/>
                  </a:lnTo>
                  <a:lnTo>
                    <a:pt x="236263" y="911116"/>
                  </a:lnTo>
                  <a:lnTo>
                    <a:pt x="236328" y="906880"/>
                  </a:lnTo>
                  <a:lnTo>
                    <a:pt x="238002" y="900600"/>
                  </a:lnTo>
                  <a:lnTo>
                    <a:pt x="238452" y="897677"/>
                  </a:lnTo>
                  <a:lnTo>
                    <a:pt x="238235" y="896021"/>
                  </a:lnTo>
                  <a:lnTo>
                    <a:pt x="238736" y="890177"/>
                  </a:lnTo>
                  <a:lnTo>
                    <a:pt x="239955" y="880150"/>
                  </a:lnTo>
                  <a:lnTo>
                    <a:pt x="240344" y="873588"/>
                  </a:lnTo>
                  <a:lnTo>
                    <a:pt x="239902" y="870492"/>
                  </a:lnTo>
                  <a:lnTo>
                    <a:pt x="239890" y="868330"/>
                  </a:lnTo>
                  <a:lnTo>
                    <a:pt x="240516" y="866489"/>
                  </a:lnTo>
                  <a:lnTo>
                    <a:pt x="240822" y="865941"/>
                  </a:lnTo>
                  <a:lnTo>
                    <a:pt x="239250" y="863693"/>
                  </a:lnTo>
                  <a:lnTo>
                    <a:pt x="238404" y="861641"/>
                  </a:lnTo>
                  <a:lnTo>
                    <a:pt x="237315" y="860175"/>
                  </a:lnTo>
                  <a:lnTo>
                    <a:pt x="236146" y="859004"/>
                  </a:lnTo>
                  <a:lnTo>
                    <a:pt x="235582" y="859491"/>
                  </a:lnTo>
                  <a:lnTo>
                    <a:pt x="234977" y="860175"/>
                  </a:lnTo>
                  <a:lnTo>
                    <a:pt x="233808" y="861249"/>
                  </a:lnTo>
                  <a:lnTo>
                    <a:pt x="232478" y="863107"/>
                  </a:lnTo>
                  <a:lnTo>
                    <a:pt x="231793" y="863791"/>
                  </a:lnTo>
                  <a:lnTo>
                    <a:pt x="230584" y="864475"/>
                  </a:lnTo>
                  <a:lnTo>
                    <a:pt x="229213" y="865061"/>
                  </a:lnTo>
                  <a:lnTo>
                    <a:pt x="228085" y="864671"/>
                  </a:lnTo>
                  <a:lnTo>
                    <a:pt x="227117" y="864279"/>
                  </a:lnTo>
                  <a:lnTo>
                    <a:pt x="226513" y="863107"/>
                  </a:lnTo>
                  <a:lnTo>
                    <a:pt x="226190" y="860565"/>
                  </a:lnTo>
                  <a:lnTo>
                    <a:pt x="226190" y="858415"/>
                  </a:lnTo>
                  <a:lnTo>
                    <a:pt x="225989" y="855287"/>
                  </a:lnTo>
                  <a:lnTo>
                    <a:pt x="225263" y="853530"/>
                  </a:lnTo>
                  <a:lnTo>
                    <a:pt x="225021" y="852162"/>
                  </a:lnTo>
                  <a:lnTo>
                    <a:pt x="224981" y="850500"/>
                  </a:lnTo>
                  <a:lnTo>
                    <a:pt x="225062" y="848644"/>
                  </a:lnTo>
                  <a:lnTo>
                    <a:pt x="225263" y="847277"/>
                  </a:lnTo>
                  <a:lnTo>
                    <a:pt x="225142" y="845614"/>
                  </a:lnTo>
                  <a:lnTo>
                    <a:pt x="224820" y="844440"/>
                  </a:lnTo>
                  <a:lnTo>
                    <a:pt x="224901" y="842388"/>
                  </a:lnTo>
                  <a:lnTo>
                    <a:pt x="224739" y="839555"/>
                  </a:lnTo>
                  <a:lnTo>
                    <a:pt x="224256" y="837794"/>
                  </a:lnTo>
                  <a:lnTo>
                    <a:pt x="224013" y="835743"/>
                  </a:lnTo>
                  <a:lnTo>
                    <a:pt x="224013" y="833691"/>
                  </a:lnTo>
                  <a:lnTo>
                    <a:pt x="223651" y="831639"/>
                  </a:lnTo>
                  <a:lnTo>
                    <a:pt x="223610" y="829391"/>
                  </a:lnTo>
                  <a:lnTo>
                    <a:pt x="223933" y="827340"/>
                  </a:lnTo>
                  <a:lnTo>
                    <a:pt x="224054" y="825288"/>
                  </a:lnTo>
                  <a:lnTo>
                    <a:pt x="223691" y="823822"/>
                  </a:lnTo>
                  <a:lnTo>
                    <a:pt x="223006" y="822942"/>
                  </a:lnTo>
                  <a:lnTo>
                    <a:pt x="222482" y="820596"/>
                  </a:lnTo>
                  <a:lnTo>
                    <a:pt x="222401" y="817566"/>
                  </a:lnTo>
                  <a:lnTo>
                    <a:pt x="221837" y="815904"/>
                  </a:lnTo>
                  <a:lnTo>
                    <a:pt x="221233" y="814536"/>
                  </a:lnTo>
                  <a:lnTo>
                    <a:pt x="220548" y="814536"/>
                  </a:lnTo>
                  <a:lnTo>
                    <a:pt x="219499" y="813754"/>
                  </a:lnTo>
                  <a:lnTo>
                    <a:pt x="218572" y="813852"/>
                  </a:lnTo>
                  <a:lnTo>
                    <a:pt x="217081" y="813754"/>
                  </a:lnTo>
                  <a:lnTo>
                    <a:pt x="216396" y="813266"/>
                  </a:lnTo>
                  <a:lnTo>
                    <a:pt x="216033" y="812190"/>
                  </a:lnTo>
                  <a:lnTo>
                    <a:pt x="215106" y="810724"/>
                  </a:lnTo>
                  <a:lnTo>
                    <a:pt x="214582" y="808185"/>
                  </a:lnTo>
                  <a:lnTo>
                    <a:pt x="213937" y="807697"/>
                  </a:lnTo>
                  <a:lnTo>
                    <a:pt x="213010" y="808476"/>
                  </a:lnTo>
                  <a:lnTo>
                    <a:pt x="212688" y="809454"/>
                  </a:lnTo>
                  <a:lnTo>
                    <a:pt x="212325" y="810822"/>
                  </a:lnTo>
                  <a:lnTo>
                    <a:pt x="211680" y="812386"/>
                  </a:lnTo>
                  <a:lnTo>
                    <a:pt x="210834" y="812288"/>
                  </a:lnTo>
                  <a:lnTo>
                    <a:pt x="209947" y="813168"/>
                  </a:lnTo>
                  <a:lnTo>
                    <a:pt x="209100" y="813266"/>
                  </a:lnTo>
                  <a:lnTo>
                    <a:pt x="207972" y="813462"/>
                  </a:lnTo>
                  <a:lnTo>
                    <a:pt x="206843" y="812681"/>
                  </a:lnTo>
                  <a:lnTo>
                    <a:pt x="205472" y="811800"/>
                  </a:lnTo>
                  <a:lnTo>
                    <a:pt x="204304" y="811215"/>
                  </a:lnTo>
                  <a:lnTo>
                    <a:pt x="203175" y="811800"/>
                  </a:lnTo>
                  <a:lnTo>
                    <a:pt x="202410" y="811310"/>
                  </a:lnTo>
                  <a:lnTo>
                    <a:pt x="201402" y="811018"/>
                  </a:lnTo>
                  <a:lnTo>
                    <a:pt x="200273" y="810822"/>
                  </a:lnTo>
                  <a:lnTo>
                    <a:pt x="199387" y="809258"/>
                  </a:lnTo>
                  <a:lnTo>
                    <a:pt x="198419" y="808378"/>
                  </a:lnTo>
                  <a:lnTo>
                    <a:pt x="197895" y="808672"/>
                  </a:lnTo>
                  <a:lnTo>
                    <a:pt x="197210" y="809651"/>
                  </a:lnTo>
                  <a:lnTo>
                    <a:pt x="196484" y="809454"/>
                  </a:lnTo>
                  <a:lnTo>
                    <a:pt x="195557" y="808672"/>
                  </a:lnTo>
                  <a:lnTo>
                    <a:pt x="195194" y="806817"/>
                  </a:lnTo>
                  <a:lnTo>
                    <a:pt x="195275" y="805642"/>
                  </a:lnTo>
                  <a:lnTo>
                    <a:pt x="195477" y="804471"/>
                  </a:lnTo>
                  <a:lnTo>
                    <a:pt x="195839" y="802809"/>
                  </a:lnTo>
                  <a:lnTo>
                    <a:pt x="195638" y="801048"/>
                  </a:lnTo>
                  <a:lnTo>
                    <a:pt x="195719" y="799487"/>
                  </a:lnTo>
                  <a:lnTo>
                    <a:pt x="195880" y="798117"/>
                  </a:lnTo>
                  <a:lnTo>
                    <a:pt x="196041" y="796555"/>
                  </a:lnTo>
                  <a:lnTo>
                    <a:pt x="195920" y="795090"/>
                  </a:lnTo>
                  <a:lnTo>
                    <a:pt x="195880" y="793526"/>
                  </a:lnTo>
                  <a:lnTo>
                    <a:pt x="195799" y="792060"/>
                  </a:lnTo>
                  <a:lnTo>
                    <a:pt x="195678" y="790496"/>
                  </a:lnTo>
                  <a:lnTo>
                    <a:pt x="196162" y="788248"/>
                  </a:lnTo>
                  <a:lnTo>
                    <a:pt x="196565" y="786389"/>
                  </a:lnTo>
                  <a:lnTo>
                    <a:pt x="196323" y="784828"/>
                  </a:lnTo>
                  <a:lnTo>
                    <a:pt x="196403" y="783752"/>
                  </a:lnTo>
                  <a:lnTo>
                    <a:pt x="196726" y="781992"/>
                  </a:lnTo>
                  <a:lnTo>
                    <a:pt x="197129" y="779845"/>
                  </a:lnTo>
                  <a:lnTo>
                    <a:pt x="197089" y="775837"/>
                  </a:lnTo>
                  <a:lnTo>
                    <a:pt x="196726" y="773490"/>
                  </a:lnTo>
                  <a:lnTo>
                    <a:pt x="196333" y="772856"/>
                  </a:lnTo>
                  <a:lnTo>
                    <a:pt x="196233" y="772146"/>
                  </a:lnTo>
                  <a:lnTo>
                    <a:pt x="196424" y="771219"/>
                  </a:lnTo>
                  <a:lnTo>
                    <a:pt x="196215" y="770264"/>
                  </a:lnTo>
                  <a:lnTo>
                    <a:pt x="196135" y="769289"/>
                  </a:lnTo>
                  <a:lnTo>
                    <a:pt x="196343" y="768435"/>
                  </a:lnTo>
                  <a:lnTo>
                    <a:pt x="196054" y="766747"/>
                  </a:lnTo>
                  <a:lnTo>
                    <a:pt x="195477" y="766259"/>
                  </a:lnTo>
                  <a:lnTo>
                    <a:pt x="195275" y="765771"/>
                  </a:lnTo>
                  <a:lnTo>
                    <a:pt x="195073" y="763913"/>
                  </a:lnTo>
                  <a:lnTo>
                    <a:pt x="194912" y="761763"/>
                  </a:lnTo>
                  <a:lnTo>
                    <a:pt x="194993" y="760101"/>
                  </a:lnTo>
                  <a:lnTo>
                    <a:pt x="194710" y="758635"/>
                  </a:lnTo>
                  <a:lnTo>
                    <a:pt x="194308" y="757758"/>
                  </a:lnTo>
                  <a:lnTo>
                    <a:pt x="193905" y="756194"/>
                  </a:lnTo>
                  <a:lnTo>
                    <a:pt x="193501" y="755019"/>
                  </a:lnTo>
                  <a:lnTo>
                    <a:pt x="193341" y="753360"/>
                  </a:lnTo>
                  <a:lnTo>
                    <a:pt x="193073" y="751213"/>
                  </a:lnTo>
                  <a:lnTo>
                    <a:pt x="193877" y="750812"/>
                  </a:lnTo>
                  <a:lnTo>
                    <a:pt x="194196" y="749609"/>
                  </a:lnTo>
                  <a:lnTo>
                    <a:pt x="194762" y="747978"/>
                  </a:lnTo>
                  <a:lnTo>
                    <a:pt x="195505" y="747551"/>
                  </a:lnTo>
                  <a:lnTo>
                    <a:pt x="196390" y="746951"/>
                  </a:lnTo>
                  <a:lnTo>
                    <a:pt x="196717" y="745745"/>
                  </a:lnTo>
                  <a:lnTo>
                    <a:pt x="194655" y="741405"/>
                  </a:lnTo>
                  <a:lnTo>
                    <a:pt x="193417" y="738799"/>
                  </a:lnTo>
                  <a:lnTo>
                    <a:pt x="194142" y="735276"/>
                  </a:lnTo>
                  <a:lnTo>
                    <a:pt x="195365" y="729334"/>
                  </a:lnTo>
                  <a:lnTo>
                    <a:pt x="196549" y="723580"/>
                  </a:lnTo>
                  <a:lnTo>
                    <a:pt x="197453" y="719191"/>
                  </a:lnTo>
                  <a:lnTo>
                    <a:pt x="197683" y="718380"/>
                  </a:lnTo>
                  <a:lnTo>
                    <a:pt x="198471" y="718100"/>
                  </a:lnTo>
                  <a:lnTo>
                    <a:pt x="198327" y="715835"/>
                  </a:lnTo>
                  <a:lnTo>
                    <a:pt x="198300" y="714352"/>
                  </a:lnTo>
                  <a:lnTo>
                    <a:pt x="197663" y="714265"/>
                  </a:lnTo>
                  <a:lnTo>
                    <a:pt x="198371" y="708915"/>
                  </a:lnTo>
                  <a:lnTo>
                    <a:pt x="199418" y="701286"/>
                  </a:lnTo>
                  <a:lnTo>
                    <a:pt x="200211" y="695503"/>
                  </a:lnTo>
                  <a:lnTo>
                    <a:pt x="200466" y="694533"/>
                  </a:lnTo>
                  <a:lnTo>
                    <a:pt x="201039" y="694262"/>
                  </a:lnTo>
                  <a:lnTo>
                    <a:pt x="201167" y="693593"/>
                  </a:lnTo>
                  <a:lnTo>
                    <a:pt x="200479" y="692661"/>
                  </a:lnTo>
                  <a:lnTo>
                    <a:pt x="200060" y="690863"/>
                  </a:lnTo>
                  <a:lnTo>
                    <a:pt x="199143" y="685695"/>
                  </a:lnTo>
                  <a:lnTo>
                    <a:pt x="197699" y="677551"/>
                  </a:lnTo>
                  <a:lnTo>
                    <a:pt x="197593" y="674634"/>
                  </a:lnTo>
                  <a:lnTo>
                    <a:pt x="197062" y="672833"/>
                  </a:lnTo>
                  <a:lnTo>
                    <a:pt x="196177" y="673431"/>
                  </a:lnTo>
                  <a:lnTo>
                    <a:pt x="195131" y="672856"/>
                  </a:lnTo>
                  <a:lnTo>
                    <a:pt x="192515" y="668430"/>
                  </a:lnTo>
                  <a:lnTo>
                    <a:pt x="190782" y="666038"/>
                  </a:lnTo>
                  <a:lnTo>
                    <a:pt x="190194" y="664624"/>
                  </a:lnTo>
                  <a:lnTo>
                    <a:pt x="189933" y="660082"/>
                  </a:lnTo>
                  <a:lnTo>
                    <a:pt x="189416" y="655063"/>
                  </a:lnTo>
                  <a:lnTo>
                    <a:pt x="189193" y="648856"/>
                  </a:lnTo>
                  <a:lnTo>
                    <a:pt x="189285" y="647365"/>
                  </a:lnTo>
                  <a:lnTo>
                    <a:pt x="190750" y="642655"/>
                  </a:lnTo>
                  <a:lnTo>
                    <a:pt x="190745" y="640274"/>
                  </a:lnTo>
                  <a:lnTo>
                    <a:pt x="190869" y="638197"/>
                  </a:lnTo>
                  <a:lnTo>
                    <a:pt x="190808" y="636555"/>
                  </a:lnTo>
                  <a:lnTo>
                    <a:pt x="190445" y="636532"/>
                  </a:lnTo>
                  <a:lnTo>
                    <a:pt x="189856" y="637250"/>
                  </a:lnTo>
                  <a:lnTo>
                    <a:pt x="188968" y="637804"/>
                  </a:lnTo>
                  <a:lnTo>
                    <a:pt x="188464" y="637851"/>
                  </a:lnTo>
                  <a:lnTo>
                    <a:pt x="183353" y="637406"/>
                  </a:lnTo>
                  <a:lnTo>
                    <a:pt x="177540" y="636898"/>
                  </a:lnTo>
                  <a:lnTo>
                    <a:pt x="172703" y="636477"/>
                  </a:lnTo>
                  <a:lnTo>
                    <a:pt x="168506" y="636111"/>
                  </a:lnTo>
                  <a:lnTo>
                    <a:pt x="168364" y="632056"/>
                  </a:lnTo>
                  <a:lnTo>
                    <a:pt x="168127" y="625255"/>
                  </a:lnTo>
                  <a:lnTo>
                    <a:pt x="167959" y="620430"/>
                  </a:lnTo>
                  <a:lnTo>
                    <a:pt x="167692" y="612774"/>
                  </a:lnTo>
                  <a:lnTo>
                    <a:pt x="166009" y="608007"/>
                  </a:lnTo>
                  <a:lnTo>
                    <a:pt x="164181" y="602833"/>
                  </a:lnTo>
                  <a:lnTo>
                    <a:pt x="163538" y="601509"/>
                  </a:lnTo>
                  <a:lnTo>
                    <a:pt x="165746" y="601344"/>
                  </a:lnTo>
                  <a:lnTo>
                    <a:pt x="167314" y="601226"/>
                  </a:lnTo>
                  <a:lnTo>
                    <a:pt x="167003" y="587332"/>
                  </a:lnTo>
                  <a:lnTo>
                    <a:pt x="166526" y="585912"/>
                  </a:lnTo>
                  <a:lnTo>
                    <a:pt x="166103" y="581427"/>
                  </a:lnTo>
                  <a:lnTo>
                    <a:pt x="165816" y="578888"/>
                  </a:lnTo>
                  <a:lnTo>
                    <a:pt x="165037" y="576828"/>
                  </a:lnTo>
                  <a:lnTo>
                    <a:pt x="164861" y="574513"/>
                  </a:lnTo>
                  <a:lnTo>
                    <a:pt x="165003" y="572967"/>
                  </a:lnTo>
                  <a:lnTo>
                    <a:pt x="165428" y="572009"/>
                  </a:lnTo>
                  <a:lnTo>
                    <a:pt x="165710" y="569622"/>
                  </a:lnTo>
                  <a:lnTo>
                    <a:pt x="165498" y="567221"/>
                  </a:lnTo>
                  <a:lnTo>
                    <a:pt x="165037" y="564988"/>
                  </a:lnTo>
                  <a:lnTo>
                    <a:pt x="164472" y="562844"/>
                  </a:lnTo>
                  <a:lnTo>
                    <a:pt x="163390" y="561528"/>
                  </a:lnTo>
                  <a:lnTo>
                    <a:pt x="161842" y="559136"/>
                  </a:lnTo>
                  <a:lnTo>
                    <a:pt x="159500" y="556094"/>
                  </a:lnTo>
                  <a:lnTo>
                    <a:pt x="157520" y="553976"/>
                  </a:lnTo>
                  <a:lnTo>
                    <a:pt x="156884" y="554236"/>
                  </a:lnTo>
                  <a:lnTo>
                    <a:pt x="153388" y="555064"/>
                  </a:lnTo>
                  <a:lnTo>
                    <a:pt x="152224" y="555497"/>
                  </a:lnTo>
                  <a:lnTo>
                    <a:pt x="151442" y="555012"/>
                  </a:lnTo>
                  <a:lnTo>
                    <a:pt x="148831" y="555035"/>
                  </a:lnTo>
                  <a:lnTo>
                    <a:pt x="147805" y="553405"/>
                  </a:lnTo>
                  <a:lnTo>
                    <a:pt x="146945" y="551509"/>
                  </a:lnTo>
                  <a:lnTo>
                    <a:pt x="145116" y="546655"/>
                  </a:lnTo>
                  <a:lnTo>
                    <a:pt x="144833" y="544226"/>
                  </a:lnTo>
                  <a:lnTo>
                    <a:pt x="144125" y="543455"/>
                  </a:lnTo>
                  <a:lnTo>
                    <a:pt x="143055" y="543750"/>
                  </a:lnTo>
                  <a:lnTo>
                    <a:pt x="141971" y="543418"/>
                  </a:lnTo>
                  <a:lnTo>
                    <a:pt x="139866" y="541404"/>
                  </a:lnTo>
                  <a:lnTo>
                    <a:pt x="137898" y="539337"/>
                  </a:lnTo>
                  <a:lnTo>
                    <a:pt x="136942" y="539424"/>
                  </a:lnTo>
                  <a:lnTo>
                    <a:pt x="136093" y="538137"/>
                  </a:lnTo>
                  <a:lnTo>
                    <a:pt x="134597" y="534986"/>
                  </a:lnTo>
                  <a:lnTo>
                    <a:pt x="133899" y="533759"/>
                  </a:lnTo>
                  <a:lnTo>
                    <a:pt x="133580" y="532129"/>
                  </a:lnTo>
                  <a:lnTo>
                    <a:pt x="133261" y="529728"/>
                  </a:lnTo>
                  <a:lnTo>
                    <a:pt x="132660" y="529212"/>
                  </a:lnTo>
                  <a:lnTo>
                    <a:pt x="131882" y="529642"/>
                  </a:lnTo>
                  <a:lnTo>
                    <a:pt x="131040" y="530874"/>
                  </a:lnTo>
                  <a:lnTo>
                    <a:pt x="129859" y="530051"/>
                  </a:lnTo>
                  <a:lnTo>
                    <a:pt x="128414" y="527838"/>
                  </a:lnTo>
                  <a:lnTo>
                    <a:pt x="127480" y="526110"/>
                  </a:lnTo>
                  <a:lnTo>
                    <a:pt x="126946" y="525290"/>
                  </a:lnTo>
                  <a:lnTo>
                    <a:pt x="125692" y="524081"/>
                  </a:lnTo>
                  <a:lnTo>
                    <a:pt x="124479" y="523827"/>
                  </a:lnTo>
                  <a:lnTo>
                    <a:pt x="122645" y="525607"/>
                  </a:lnTo>
                  <a:lnTo>
                    <a:pt x="121146" y="524880"/>
                  </a:lnTo>
                  <a:lnTo>
                    <a:pt x="118788" y="524237"/>
                  </a:lnTo>
                  <a:lnTo>
                    <a:pt x="116772" y="522950"/>
                  </a:lnTo>
                  <a:lnTo>
                    <a:pt x="116037" y="519594"/>
                  </a:lnTo>
                  <a:lnTo>
                    <a:pt x="115639" y="517372"/>
                  </a:lnTo>
                  <a:lnTo>
                    <a:pt x="114442" y="515981"/>
                  </a:lnTo>
                  <a:lnTo>
                    <a:pt x="113487" y="514284"/>
                  </a:lnTo>
                  <a:lnTo>
                    <a:pt x="112349" y="511710"/>
                  </a:lnTo>
                  <a:lnTo>
                    <a:pt x="111783" y="510850"/>
                  </a:lnTo>
                  <a:lnTo>
                    <a:pt x="110753" y="510132"/>
                  </a:lnTo>
                  <a:lnTo>
                    <a:pt x="109800" y="509223"/>
                  </a:lnTo>
                  <a:lnTo>
                    <a:pt x="109695" y="507592"/>
                  </a:lnTo>
                  <a:lnTo>
                    <a:pt x="109340" y="505445"/>
                  </a:lnTo>
                  <a:lnTo>
                    <a:pt x="109257" y="504914"/>
                  </a:lnTo>
                  <a:lnTo>
                    <a:pt x="108609" y="502309"/>
                  </a:lnTo>
                  <a:lnTo>
                    <a:pt x="108306" y="502127"/>
                  </a:lnTo>
                  <a:lnTo>
                    <a:pt x="107971" y="502638"/>
                  </a:lnTo>
                  <a:lnTo>
                    <a:pt x="107718" y="503016"/>
                  </a:lnTo>
                  <a:lnTo>
                    <a:pt x="107446" y="502554"/>
                  </a:lnTo>
                  <a:lnTo>
                    <a:pt x="107397" y="501388"/>
                  </a:lnTo>
                  <a:lnTo>
                    <a:pt x="107572" y="499521"/>
                  </a:lnTo>
                  <a:lnTo>
                    <a:pt x="107196" y="497562"/>
                  </a:lnTo>
                  <a:lnTo>
                    <a:pt x="106269" y="495507"/>
                  </a:lnTo>
                  <a:lnTo>
                    <a:pt x="105785" y="493383"/>
                  </a:lnTo>
                  <a:lnTo>
                    <a:pt x="105743" y="491185"/>
                  </a:lnTo>
                  <a:lnTo>
                    <a:pt x="105537" y="489716"/>
                  </a:lnTo>
                  <a:lnTo>
                    <a:pt x="105165" y="488974"/>
                  </a:lnTo>
                  <a:lnTo>
                    <a:pt x="104958" y="487684"/>
                  </a:lnTo>
                  <a:lnTo>
                    <a:pt x="104913" y="485852"/>
                  </a:lnTo>
                  <a:lnTo>
                    <a:pt x="105181" y="483667"/>
                  </a:lnTo>
                  <a:lnTo>
                    <a:pt x="105764" y="481140"/>
                  </a:lnTo>
                  <a:lnTo>
                    <a:pt x="105639" y="477238"/>
                  </a:lnTo>
                  <a:lnTo>
                    <a:pt x="104807" y="471978"/>
                  </a:lnTo>
                  <a:lnTo>
                    <a:pt x="104347" y="468180"/>
                  </a:lnTo>
                  <a:lnTo>
                    <a:pt x="104260" y="465851"/>
                  </a:lnTo>
                  <a:lnTo>
                    <a:pt x="104385" y="464126"/>
                  </a:lnTo>
                  <a:lnTo>
                    <a:pt x="104890" y="462449"/>
                  </a:lnTo>
                  <a:lnTo>
                    <a:pt x="105894" y="458334"/>
                  </a:lnTo>
                  <a:lnTo>
                    <a:pt x="106071" y="455195"/>
                  </a:lnTo>
                  <a:lnTo>
                    <a:pt x="105754" y="451654"/>
                  </a:lnTo>
                  <a:lnTo>
                    <a:pt x="105711" y="448953"/>
                  </a:lnTo>
                  <a:lnTo>
                    <a:pt x="105940" y="447095"/>
                  </a:lnTo>
                  <a:lnTo>
                    <a:pt x="105591" y="444659"/>
                  </a:lnTo>
                  <a:lnTo>
                    <a:pt x="104882" y="442359"/>
                  </a:lnTo>
                  <a:lnTo>
                    <a:pt x="104386" y="442302"/>
                  </a:lnTo>
                  <a:lnTo>
                    <a:pt x="103713" y="442931"/>
                  </a:lnTo>
                  <a:lnTo>
                    <a:pt x="102901" y="444873"/>
                  </a:lnTo>
                  <a:lnTo>
                    <a:pt x="101945" y="445216"/>
                  </a:lnTo>
                  <a:lnTo>
                    <a:pt x="101096" y="444016"/>
                  </a:lnTo>
                  <a:lnTo>
                    <a:pt x="98440" y="444518"/>
                  </a:lnTo>
                  <a:lnTo>
                    <a:pt x="94310" y="445718"/>
                  </a:lnTo>
                  <a:lnTo>
                    <a:pt x="92657" y="446962"/>
                  </a:lnTo>
                  <a:lnTo>
                    <a:pt x="91686" y="447493"/>
                  </a:lnTo>
                  <a:lnTo>
                    <a:pt x="90510" y="447900"/>
                  </a:lnTo>
                  <a:lnTo>
                    <a:pt x="88626" y="450133"/>
                  </a:lnTo>
                  <a:lnTo>
                    <a:pt x="83976" y="458805"/>
                  </a:lnTo>
                  <a:lnTo>
                    <a:pt x="83014" y="460060"/>
                  </a:lnTo>
                  <a:lnTo>
                    <a:pt x="81917" y="460233"/>
                  </a:lnTo>
                  <a:lnTo>
                    <a:pt x="81280" y="461434"/>
                  </a:lnTo>
                  <a:lnTo>
                    <a:pt x="80254" y="462377"/>
                  </a:lnTo>
                  <a:lnTo>
                    <a:pt x="78237" y="465808"/>
                  </a:lnTo>
                  <a:lnTo>
                    <a:pt x="77210" y="468555"/>
                  </a:lnTo>
                  <a:lnTo>
                    <a:pt x="76539" y="471043"/>
                  </a:lnTo>
                  <a:lnTo>
                    <a:pt x="75760" y="471129"/>
                  </a:lnTo>
                  <a:lnTo>
                    <a:pt x="75159" y="470443"/>
                  </a:lnTo>
                  <a:lnTo>
                    <a:pt x="73249" y="470786"/>
                  </a:lnTo>
                  <a:lnTo>
                    <a:pt x="72274" y="471634"/>
                  </a:lnTo>
                  <a:lnTo>
                    <a:pt x="71214" y="474055"/>
                  </a:lnTo>
                  <a:lnTo>
                    <a:pt x="69899" y="478430"/>
                  </a:lnTo>
                  <a:lnTo>
                    <a:pt x="69356" y="479674"/>
                  </a:lnTo>
                  <a:lnTo>
                    <a:pt x="68297" y="480961"/>
                  </a:lnTo>
                  <a:lnTo>
                    <a:pt x="67074" y="482026"/>
                  </a:lnTo>
                  <a:lnTo>
                    <a:pt x="65559" y="483633"/>
                  </a:lnTo>
                  <a:lnTo>
                    <a:pt x="64880" y="483740"/>
                  </a:lnTo>
                  <a:lnTo>
                    <a:pt x="64282" y="484025"/>
                  </a:lnTo>
                  <a:lnTo>
                    <a:pt x="63765" y="483292"/>
                  </a:lnTo>
                  <a:lnTo>
                    <a:pt x="63592" y="481725"/>
                  </a:lnTo>
                  <a:lnTo>
                    <a:pt x="62809" y="480736"/>
                  </a:lnTo>
                  <a:lnTo>
                    <a:pt x="60940" y="480239"/>
                  </a:lnTo>
                  <a:lnTo>
                    <a:pt x="58176" y="479097"/>
                  </a:lnTo>
                  <a:lnTo>
                    <a:pt x="55323" y="478874"/>
                  </a:lnTo>
                  <a:lnTo>
                    <a:pt x="53909" y="478981"/>
                  </a:lnTo>
                  <a:lnTo>
                    <a:pt x="52746" y="479050"/>
                  </a:lnTo>
                  <a:lnTo>
                    <a:pt x="50726" y="478439"/>
                  </a:lnTo>
                  <a:lnTo>
                    <a:pt x="49257" y="478335"/>
                  </a:lnTo>
                  <a:lnTo>
                    <a:pt x="47965" y="479887"/>
                  </a:lnTo>
                  <a:lnTo>
                    <a:pt x="46091" y="481815"/>
                  </a:lnTo>
                  <a:lnTo>
                    <a:pt x="45235" y="482305"/>
                  </a:lnTo>
                  <a:lnTo>
                    <a:pt x="44605" y="482378"/>
                  </a:lnTo>
                  <a:lnTo>
                    <a:pt x="43992" y="482138"/>
                  </a:lnTo>
                  <a:lnTo>
                    <a:pt x="43278" y="481140"/>
                  </a:lnTo>
                  <a:lnTo>
                    <a:pt x="42274" y="478837"/>
                  </a:lnTo>
                  <a:lnTo>
                    <a:pt x="41503" y="479723"/>
                  </a:lnTo>
                  <a:lnTo>
                    <a:pt x="40945" y="480710"/>
                  </a:lnTo>
                  <a:lnTo>
                    <a:pt x="40955" y="475703"/>
                  </a:lnTo>
                  <a:lnTo>
                    <a:pt x="40970" y="468174"/>
                  </a:lnTo>
                  <a:lnTo>
                    <a:pt x="40981" y="461535"/>
                  </a:lnTo>
                  <a:lnTo>
                    <a:pt x="40992" y="456222"/>
                  </a:lnTo>
                  <a:lnTo>
                    <a:pt x="41003" y="450024"/>
                  </a:lnTo>
                  <a:lnTo>
                    <a:pt x="41011" y="445649"/>
                  </a:lnTo>
                  <a:lnTo>
                    <a:pt x="41537" y="443987"/>
                  </a:lnTo>
                  <a:lnTo>
                    <a:pt x="41860" y="442129"/>
                  </a:lnTo>
                  <a:lnTo>
                    <a:pt x="41471" y="439644"/>
                  </a:lnTo>
                  <a:lnTo>
                    <a:pt x="41556" y="437367"/>
                  </a:lnTo>
                  <a:lnTo>
                    <a:pt x="41825" y="435783"/>
                  </a:lnTo>
                  <a:lnTo>
                    <a:pt x="42179" y="434236"/>
                  </a:lnTo>
                  <a:lnTo>
                    <a:pt x="41365" y="435010"/>
                  </a:lnTo>
                  <a:lnTo>
                    <a:pt x="41011" y="435440"/>
                  </a:lnTo>
                  <a:lnTo>
                    <a:pt x="40578" y="436614"/>
                  </a:lnTo>
                  <a:lnTo>
                    <a:pt x="39529" y="438201"/>
                  </a:lnTo>
                  <a:lnTo>
                    <a:pt x="38825" y="439785"/>
                  </a:lnTo>
                  <a:lnTo>
                    <a:pt x="37994" y="441078"/>
                  </a:lnTo>
                  <a:lnTo>
                    <a:pt x="36943" y="443935"/>
                  </a:lnTo>
                  <a:lnTo>
                    <a:pt x="36077" y="445502"/>
                  </a:lnTo>
                  <a:lnTo>
                    <a:pt x="35181" y="446497"/>
                  </a:lnTo>
                  <a:lnTo>
                    <a:pt x="33686" y="449853"/>
                  </a:lnTo>
                  <a:lnTo>
                    <a:pt x="32450" y="450520"/>
                  </a:lnTo>
                  <a:lnTo>
                    <a:pt x="29176" y="451037"/>
                  </a:lnTo>
                  <a:lnTo>
                    <a:pt x="25771" y="451022"/>
                  </a:lnTo>
                  <a:lnTo>
                    <a:pt x="22656" y="451011"/>
                  </a:lnTo>
                  <a:lnTo>
                    <a:pt x="22186" y="450967"/>
                  </a:lnTo>
                  <a:lnTo>
                    <a:pt x="22216" y="448203"/>
                  </a:lnTo>
                  <a:lnTo>
                    <a:pt x="22292" y="446249"/>
                  </a:lnTo>
                  <a:lnTo>
                    <a:pt x="21231" y="444189"/>
                  </a:lnTo>
                  <a:lnTo>
                    <a:pt x="21159" y="441652"/>
                  </a:lnTo>
                  <a:lnTo>
                    <a:pt x="20877" y="439901"/>
                  </a:lnTo>
                  <a:lnTo>
                    <a:pt x="20523" y="437757"/>
                  </a:lnTo>
                  <a:lnTo>
                    <a:pt x="19779" y="436383"/>
                  </a:lnTo>
                  <a:lnTo>
                    <a:pt x="18735" y="435852"/>
                  </a:lnTo>
                  <a:lnTo>
                    <a:pt x="17020" y="434666"/>
                  </a:lnTo>
                  <a:lnTo>
                    <a:pt x="14475" y="433434"/>
                  </a:lnTo>
                  <a:lnTo>
                    <a:pt x="12044" y="433348"/>
                  </a:lnTo>
                  <a:lnTo>
                    <a:pt x="9659" y="433466"/>
                  </a:lnTo>
                  <a:lnTo>
                    <a:pt x="11117" y="429160"/>
                  </a:lnTo>
                  <a:lnTo>
                    <a:pt x="12573" y="424858"/>
                  </a:lnTo>
                  <a:lnTo>
                    <a:pt x="12528" y="421107"/>
                  </a:lnTo>
                  <a:lnTo>
                    <a:pt x="11352" y="417846"/>
                  </a:lnTo>
                  <a:lnTo>
                    <a:pt x="10718" y="415814"/>
                  </a:lnTo>
                  <a:lnTo>
                    <a:pt x="9736" y="413015"/>
                  </a:lnTo>
                  <a:lnTo>
                    <a:pt x="8526" y="411085"/>
                  </a:lnTo>
                  <a:lnTo>
                    <a:pt x="7864" y="408514"/>
                  </a:lnTo>
                  <a:lnTo>
                    <a:pt x="7925" y="406952"/>
                  </a:lnTo>
                  <a:lnTo>
                    <a:pt x="7819" y="405922"/>
                  </a:lnTo>
                  <a:lnTo>
                    <a:pt x="7360" y="405322"/>
                  </a:lnTo>
                  <a:lnTo>
                    <a:pt x="6899" y="404378"/>
                  </a:lnTo>
                  <a:lnTo>
                    <a:pt x="6263" y="403348"/>
                  </a:lnTo>
                  <a:lnTo>
                    <a:pt x="5519" y="401978"/>
                  </a:lnTo>
                  <a:lnTo>
                    <a:pt x="5519" y="400604"/>
                  </a:lnTo>
                  <a:lnTo>
                    <a:pt x="5236" y="399144"/>
                  </a:lnTo>
                  <a:lnTo>
                    <a:pt x="4776" y="397430"/>
                  </a:lnTo>
                  <a:lnTo>
                    <a:pt x="4776" y="396056"/>
                  </a:lnTo>
                  <a:lnTo>
                    <a:pt x="4352" y="393912"/>
                  </a:lnTo>
                  <a:lnTo>
                    <a:pt x="3892" y="392368"/>
                  </a:lnTo>
                  <a:lnTo>
                    <a:pt x="3432" y="391338"/>
                  </a:lnTo>
                  <a:lnTo>
                    <a:pt x="2760" y="389881"/>
                  </a:lnTo>
                  <a:lnTo>
                    <a:pt x="2795" y="388678"/>
                  </a:lnTo>
                  <a:lnTo>
                    <a:pt x="3290" y="388077"/>
                  </a:lnTo>
                  <a:lnTo>
                    <a:pt x="3503" y="386707"/>
                  </a:lnTo>
                  <a:lnTo>
                    <a:pt x="3432" y="385333"/>
                  </a:lnTo>
                  <a:lnTo>
                    <a:pt x="2865" y="384476"/>
                  </a:lnTo>
                  <a:lnTo>
                    <a:pt x="2193" y="384046"/>
                  </a:lnTo>
                  <a:lnTo>
                    <a:pt x="1309" y="381559"/>
                  </a:lnTo>
                  <a:lnTo>
                    <a:pt x="672" y="380272"/>
                  </a:lnTo>
                  <a:lnTo>
                    <a:pt x="247" y="379498"/>
                  </a:lnTo>
                  <a:lnTo>
                    <a:pt x="0" y="378641"/>
                  </a:lnTo>
                  <a:lnTo>
                    <a:pt x="247" y="378041"/>
                  </a:lnTo>
                  <a:lnTo>
                    <a:pt x="530" y="377181"/>
                  </a:lnTo>
                  <a:lnTo>
                    <a:pt x="601" y="375811"/>
                  </a:lnTo>
                  <a:lnTo>
                    <a:pt x="459" y="374524"/>
                  </a:lnTo>
                  <a:lnTo>
                    <a:pt x="459" y="373407"/>
                  </a:lnTo>
                  <a:lnTo>
                    <a:pt x="884" y="373063"/>
                  </a:lnTo>
                  <a:lnTo>
                    <a:pt x="1344" y="373237"/>
                  </a:lnTo>
                  <a:lnTo>
                    <a:pt x="1804" y="372550"/>
                  </a:lnTo>
                  <a:lnTo>
                    <a:pt x="2405" y="372293"/>
                  </a:lnTo>
                  <a:lnTo>
                    <a:pt x="3078" y="372120"/>
                  </a:lnTo>
                  <a:lnTo>
                    <a:pt x="3432" y="371349"/>
                  </a:lnTo>
                  <a:lnTo>
                    <a:pt x="3396" y="369976"/>
                  </a:lnTo>
                  <a:lnTo>
                    <a:pt x="2971" y="367315"/>
                  </a:lnTo>
                  <a:lnTo>
                    <a:pt x="2547" y="366201"/>
                  </a:lnTo>
                  <a:lnTo>
                    <a:pt x="2405" y="364571"/>
                  </a:lnTo>
                  <a:lnTo>
                    <a:pt x="2751" y="361428"/>
                  </a:lnTo>
                  <a:lnTo>
                    <a:pt x="2972" y="359426"/>
                  </a:lnTo>
                  <a:lnTo>
                    <a:pt x="3747" y="357299"/>
                  </a:lnTo>
                  <a:lnTo>
                    <a:pt x="6119" y="352740"/>
                  </a:lnTo>
                  <a:lnTo>
                    <a:pt x="8245" y="349643"/>
                  </a:lnTo>
                  <a:lnTo>
                    <a:pt x="9283" y="349329"/>
                  </a:lnTo>
                  <a:lnTo>
                    <a:pt x="10049" y="348180"/>
                  </a:lnTo>
                  <a:lnTo>
                    <a:pt x="10538" y="346426"/>
                  </a:lnTo>
                  <a:lnTo>
                    <a:pt x="10672" y="344507"/>
                  </a:lnTo>
                  <a:lnTo>
                    <a:pt x="10562" y="342836"/>
                  </a:lnTo>
                  <a:lnTo>
                    <a:pt x="10168" y="340363"/>
                  </a:lnTo>
                  <a:lnTo>
                    <a:pt x="9695" y="337284"/>
                  </a:lnTo>
                  <a:lnTo>
                    <a:pt x="9341" y="335570"/>
                  </a:lnTo>
                  <a:lnTo>
                    <a:pt x="9660" y="333510"/>
                  </a:lnTo>
                  <a:lnTo>
                    <a:pt x="10227" y="330693"/>
                  </a:lnTo>
                  <a:lnTo>
                    <a:pt x="11382" y="326443"/>
                  </a:lnTo>
                  <a:lnTo>
                    <a:pt x="12457" y="321872"/>
                  </a:lnTo>
                  <a:lnTo>
                    <a:pt x="12575" y="320536"/>
                  </a:lnTo>
                  <a:lnTo>
                    <a:pt x="12712" y="317746"/>
                  </a:lnTo>
                  <a:lnTo>
                    <a:pt x="13208" y="312052"/>
                  </a:lnTo>
                  <a:lnTo>
                    <a:pt x="13482" y="308970"/>
                  </a:lnTo>
                  <a:lnTo>
                    <a:pt x="13339" y="307773"/>
                  </a:lnTo>
                  <a:lnTo>
                    <a:pt x="13588" y="306740"/>
                  </a:lnTo>
                  <a:lnTo>
                    <a:pt x="14260" y="305883"/>
                  </a:lnTo>
                  <a:lnTo>
                    <a:pt x="15883" y="305098"/>
                  </a:lnTo>
                  <a:lnTo>
                    <a:pt x="16985" y="303395"/>
                  </a:lnTo>
                  <a:lnTo>
                    <a:pt x="18683" y="300195"/>
                  </a:lnTo>
                  <a:lnTo>
                    <a:pt x="20099" y="296790"/>
                  </a:lnTo>
                  <a:lnTo>
                    <a:pt x="21269" y="295693"/>
                  </a:lnTo>
                  <a:lnTo>
                    <a:pt x="23393" y="292542"/>
                  </a:lnTo>
                  <a:lnTo>
                    <a:pt x="24613" y="290543"/>
                  </a:lnTo>
                  <a:lnTo>
                    <a:pt x="25092" y="289913"/>
                  </a:lnTo>
                  <a:lnTo>
                    <a:pt x="26291" y="288468"/>
                  </a:lnTo>
                  <a:lnTo>
                    <a:pt x="28441" y="287963"/>
                  </a:lnTo>
                  <a:lnTo>
                    <a:pt x="30233" y="287443"/>
                  </a:lnTo>
                  <a:lnTo>
                    <a:pt x="31245" y="286494"/>
                  </a:lnTo>
                  <a:lnTo>
                    <a:pt x="32725" y="286101"/>
                  </a:lnTo>
                  <a:lnTo>
                    <a:pt x="33722" y="285034"/>
                  </a:lnTo>
                  <a:lnTo>
                    <a:pt x="34828" y="285005"/>
                  </a:lnTo>
                  <a:lnTo>
                    <a:pt x="36907" y="283920"/>
                  </a:lnTo>
                  <a:lnTo>
                    <a:pt x="37614" y="282290"/>
                  </a:lnTo>
                  <a:lnTo>
                    <a:pt x="38219" y="280348"/>
                  </a:lnTo>
                  <a:lnTo>
                    <a:pt x="39030" y="278685"/>
                  </a:lnTo>
                  <a:lnTo>
                    <a:pt x="39979" y="278258"/>
                  </a:lnTo>
                  <a:lnTo>
                    <a:pt x="41040" y="278547"/>
                  </a:lnTo>
                  <a:lnTo>
                    <a:pt x="42306" y="278515"/>
                  </a:lnTo>
                  <a:lnTo>
                    <a:pt x="43842" y="277999"/>
                  </a:lnTo>
                  <a:lnTo>
                    <a:pt x="44585" y="279286"/>
                  </a:lnTo>
                  <a:lnTo>
                    <a:pt x="44911" y="280861"/>
                  </a:lnTo>
                  <a:lnTo>
                    <a:pt x="45859" y="282463"/>
                  </a:lnTo>
                  <a:lnTo>
                    <a:pt x="46531" y="282373"/>
                  </a:lnTo>
                  <a:lnTo>
                    <a:pt x="47204" y="282033"/>
                  </a:lnTo>
                  <a:lnTo>
                    <a:pt x="48124" y="283406"/>
                  </a:lnTo>
                  <a:lnTo>
                    <a:pt x="48725" y="283233"/>
                  </a:lnTo>
                  <a:lnTo>
                    <a:pt x="49114" y="282463"/>
                  </a:lnTo>
                  <a:lnTo>
                    <a:pt x="49189" y="280535"/>
                  </a:lnTo>
                  <a:lnTo>
                    <a:pt x="49405" y="279490"/>
                  </a:lnTo>
                  <a:lnTo>
                    <a:pt x="49858" y="273462"/>
                  </a:lnTo>
                  <a:lnTo>
                    <a:pt x="50604" y="263513"/>
                  </a:lnTo>
                  <a:lnTo>
                    <a:pt x="51282" y="254492"/>
                  </a:lnTo>
                  <a:lnTo>
                    <a:pt x="52032" y="244508"/>
                  </a:lnTo>
                  <a:lnTo>
                    <a:pt x="52807" y="234194"/>
                  </a:lnTo>
                  <a:lnTo>
                    <a:pt x="53591" y="223751"/>
                  </a:lnTo>
                  <a:lnTo>
                    <a:pt x="54235" y="215181"/>
                  </a:lnTo>
                  <a:lnTo>
                    <a:pt x="54788" y="207814"/>
                  </a:lnTo>
                  <a:lnTo>
                    <a:pt x="55128" y="203295"/>
                  </a:lnTo>
                  <a:lnTo>
                    <a:pt x="55660" y="197376"/>
                  </a:lnTo>
                  <a:lnTo>
                    <a:pt x="55868" y="192176"/>
                  </a:lnTo>
                  <a:lnTo>
                    <a:pt x="56083" y="190676"/>
                  </a:lnTo>
                  <a:lnTo>
                    <a:pt x="55946" y="189415"/>
                  </a:lnTo>
                  <a:lnTo>
                    <a:pt x="55487" y="187623"/>
                  </a:lnTo>
                  <a:lnTo>
                    <a:pt x="55492" y="186835"/>
                  </a:lnTo>
                  <a:lnTo>
                    <a:pt x="55545" y="185791"/>
                  </a:lnTo>
                  <a:lnTo>
                    <a:pt x="55492" y="184879"/>
                  </a:lnTo>
                  <a:lnTo>
                    <a:pt x="55008" y="183903"/>
                  </a:lnTo>
                  <a:lnTo>
                    <a:pt x="54632" y="183315"/>
                  </a:lnTo>
                  <a:lnTo>
                    <a:pt x="54336" y="182469"/>
                  </a:lnTo>
                  <a:lnTo>
                    <a:pt x="54202" y="181295"/>
                  </a:lnTo>
                  <a:lnTo>
                    <a:pt x="53960" y="180123"/>
                  </a:lnTo>
                  <a:lnTo>
                    <a:pt x="53852" y="178885"/>
                  </a:lnTo>
                  <a:lnTo>
                    <a:pt x="53503" y="177907"/>
                  </a:lnTo>
                  <a:lnTo>
                    <a:pt x="53396" y="176669"/>
                  </a:lnTo>
                  <a:lnTo>
                    <a:pt x="53638" y="175497"/>
                  </a:lnTo>
                  <a:lnTo>
                    <a:pt x="53745" y="174260"/>
                  </a:lnTo>
                  <a:lnTo>
                    <a:pt x="53638" y="173085"/>
                  </a:lnTo>
                  <a:lnTo>
                    <a:pt x="53503" y="171717"/>
                  </a:lnTo>
                  <a:lnTo>
                    <a:pt x="53234" y="170416"/>
                  </a:lnTo>
                  <a:lnTo>
                    <a:pt x="52826" y="169622"/>
                  </a:lnTo>
                  <a:lnTo>
                    <a:pt x="51851" y="168739"/>
                  </a:lnTo>
                  <a:lnTo>
                    <a:pt x="50870" y="166636"/>
                  </a:lnTo>
                  <a:lnTo>
                    <a:pt x="49715" y="164748"/>
                  </a:lnTo>
                  <a:lnTo>
                    <a:pt x="48237" y="161164"/>
                  </a:lnTo>
                  <a:lnTo>
                    <a:pt x="47914" y="159471"/>
                  </a:lnTo>
                  <a:lnTo>
                    <a:pt x="47909" y="154819"/>
                  </a:lnTo>
                  <a:lnTo>
                    <a:pt x="47972" y="149772"/>
                  </a:lnTo>
                  <a:lnTo>
                    <a:pt x="48068" y="142148"/>
                  </a:lnTo>
                  <a:lnTo>
                    <a:pt x="48116" y="138270"/>
                  </a:lnTo>
                  <a:lnTo>
                    <a:pt x="48951" y="138056"/>
                  </a:lnTo>
                  <a:lnTo>
                    <a:pt x="49686" y="137951"/>
                  </a:lnTo>
                  <a:lnTo>
                    <a:pt x="50454" y="137682"/>
                  </a:lnTo>
                  <a:lnTo>
                    <a:pt x="51124" y="137417"/>
                  </a:lnTo>
                  <a:lnTo>
                    <a:pt x="51738" y="136859"/>
                  </a:lnTo>
                  <a:lnTo>
                    <a:pt x="52199" y="136166"/>
                  </a:lnTo>
                  <a:lnTo>
                    <a:pt x="52748" y="135714"/>
                  </a:lnTo>
                  <a:lnTo>
                    <a:pt x="53176" y="135875"/>
                  </a:lnTo>
                  <a:lnTo>
                    <a:pt x="53604" y="135263"/>
                  </a:lnTo>
                  <a:lnTo>
                    <a:pt x="54077" y="134677"/>
                  </a:lnTo>
                  <a:lnTo>
                    <a:pt x="54537" y="134198"/>
                  </a:lnTo>
                  <a:lnTo>
                    <a:pt x="55207" y="133798"/>
                  </a:lnTo>
                  <a:lnTo>
                    <a:pt x="55832" y="134730"/>
                  </a:lnTo>
                  <a:lnTo>
                    <a:pt x="56183" y="135661"/>
                  </a:lnTo>
                  <a:lnTo>
                    <a:pt x="56590" y="136114"/>
                  </a:lnTo>
                  <a:lnTo>
                    <a:pt x="56974" y="136007"/>
                  </a:lnTo>
                  <a:lnTo>
                    <a:pt x="57237" y="136088"/>
                  </a:lnTo>
                  <a:lnTo>
                    <a:pt x="57512" y="136833"/>
                  </a:lnTo>
                  <a:lnTo>
                    <a:pt x="57863" y="136886"/>
                  </a:lnTo>
                  <a:lnTo>
                    <a:pt x="58367" y="136753"/>
                  </a:lnTo>
                  <a:lnTo>
                    <a:pt x="58839" y="136593"/>
                  </a:lnTo>
                  <a:lnTo>
                    <a:pt x="59059" y="136381"/>
                  </a:lnTo>
                  <a:lnTo>
                    <a:pt x="59092" y="135901"/>
                  </a:lnTo>
                  <a:lnTo>
                    <a:pt x="58971" y="135077"/>
                  </a:lnTo>
                  <a:lnTo>
                    <a:pt x="58806" y="134303"/>
                  </a:lnTo>
                  <a:lnTo>
                    <a:pt x="58938" y="133107"/>
                  </a:lnTo>
                  <a:lnTo>
                    <a:pt x="58949" y="131670"/>
                  </a:lnTo>
                  <a:lnTo>
                    <a:pt x="58971" y="129835"/>
                  </a:lnTo>
                  <a:lnTo>
                    <a:pt x="58598" y="128824"/>
                  </a:lnTo>
                  <a:lnTo>
                    <a:pt x="58225" y="126907"/>
                  </a:lnTo>
                  <a:lnTo>
                    <a:pt x="57808" y="125364"/>
                  </a:lnTo>
                  <a:lnTo>
                    <a:pt x="57160" y="124326"/>
                  </a:lnTo>
                  <a:lnTo>
                    <a:pt x="56556" y="123927"/>
                  </a:lnTo>
                  <a:lnTo>
                    <a:pt x="56052" y="124566"/>
                  </a:lnTo>
                  <a:lnTo>
                    <a:pt x="55580" y="124671"/>
                  </a:lnTo>
                  <a:lnTo>
                    <a:pt x="55229" y="124087"/>
                  </a:lnTo>
                  <a:lnTo>
                    <a:pt x="54658" y="124061"/>
                  </a:lnTo>
                  <a:lnTo>
                    <a:pt x="54043" y="123875"/>
                  </a:lnTo>
                  <a:lnTo>
                    <a:pt x="53394" y="123654"/>
                  </a:lnTo>
                  <a:lnTo>
                    <a:pt x="52222" y="124072"/>
                  </a:lnTo>
                  <a:lnTo>
                    <a:pt x="51804" y="123554"/>
                  </a:lnTo>
                  <a:lnTo>
                    <a:pt x="51233" y="123501"/>
                  </a:lnTo>
                  <a:lnTo>
                    <a:pt x="50575" y="124059"/>
                  </a:lnTo>
                  <a:lnTo>
                    <a:pt x="50592" y="116694"/>
                  </a:lnTo>
                  <a:lnTo>
                    <a:pt x="50608" y="109746"/>
                  </a:lnTo>
                  <a:lnTo>
                    <a:pt x="50619" y="104876"/>
                  </a:lnTo>
                  <a:lnTo>
                    <a:pt x="51211" y="104981"/>
                  </a:lnTo>
                  <a:lnTo>
                    <a:pt x="51947" y="104104"/>
                  </a:lnTo>
                  <a:lnTo>
                    <a:pt x="53038" y="103968"/>
                  </a:lnTo>
                  <a:lnTo>
                    <a:pt x="53877" y="103043"/>
                  </a:lnTo>
                  <a:lnTo>
                    <a:pt x="54344" y="102970"/>
                  </a:lnTo>
                  <a:lnTo>
                    <a:pt x="55231" y="103423"/>
                  </a:lnTo>
                  <a:lnTo>
                    <a:pt x="56155" y="104372"/>
                  </a:lnTo>
                  <a:lnTo>
                    <a:pt x="57064" y="104506"/>
                  </a:lnTo>
                  <a:lnTo>
                    <a:pt x="59446" y="104505"/>
                  </a:lnTo>
                  <a:lnTo>
                    <a:pt x="62019" y="104502"/>
                  </a:lnTo>
                  <a:lnTo>
                    <a:pt x="64879" y="104499"/>
                  </a:lnTo>
                  <a:lnTo>
                    <a:pt x="67743" y="104496"/>
                  </a:lnTo>
                  <a:lnTo>
                    <a:pt x="70228" y="104493"/>
                  </a:lnTo>
                  <a:lnTo>
                    <a:pt x="70996" y="104548"/>
                  </a:lnTo>
                  <a:lnTo>
                    <a:pt x="70548" y="102931"/>
                  </a:lnTo>
                  <a:lnTo>
                    <a:pt x="70028" y="100834"/>
                  </a:lnTo>
                  <a:lnTo>
                    <a:pt x="70230" y="99184"/>
                  </a:lnTo>
                  <a:lnTo>
                    <a:pt x="70487" y="97521"/>
                  </a:lnTo>
                  <a:lnTo>
                    <a:pt x="70786" y="96653"/>
                  </a:lnTo>
                  <a:lnTo>
                    <a:pt x="71560" y="97576"/>
                  </a:lnTo>
                  <a:lnTo>
                    <a:pt x="72209" y="100403"/>
                  </a:lnTo>
                  <a:lnTo>
                    <a:pt x="72747" y="102532"/>
                  </a:lnTo>
                  <a:lnTo>
                    <a:pt x="73273" y="103581"/>
                  </a:lnTo>
                  <a:lnTo>
                    <a:pt x="73925" y="103701"/>
                  </a:lnTo>
                  <a:lnTo>
                    <a:pt x="74665" y="103343"/>
                  </a:lnTo>
                  <a:lnTo>
                    <a:pt x="75401" y="102472"/>
                  </a:lnTo>
                  <a:lnTo>
                    <a:pt x="76659" y="98570"/>
                  </a:lnTo>
                  <a:lnTo>
                    <a:pt x="77910" y="95233"/>
                  </a:lnTo>
                  <a:lnTo>
                    <a:pt x="78558" y="94112"/>
                  </a:lnTo>
                  <a:lnTo>
                    <a:pt x="79246" y="93080"/>
                  </a:lnTo>
                  <a:lnTo>
                    <a:pt x="79756" y="92689"/>
                  </a:lnTo>
                  <a:lnTo>
                    <a:pt x="80455" y="92821"/>
                  </a:lnTo>
                  <a:lnTo>
                    <a:pt x="81046" y="93733"/>
                  </a:lnTo>
                  <a:lnTo>
                    <a:pt x="81428" y="95321"/>
                  </a:lnTo>
                  <a:lnTo>
                    <a:pt x="82827" y="100854"/>
                  </a:lnTo>
                  <a:lnTo>
                    <a:pt x="83882" y="105027"/>
                  </a:lnTo>
                  <a:lnTo>
                    <a:pt x="84237" y="107628"/>
                  </a:lnTo>
                  <a:lnTo>
                    <a:pt x="84259" y="113981"/>
                  </a:lnTo>
                  <a:lnTo>
                    <a:pt x="84194" y="119613"/>
                  </a:lnTo>
                  <a:lnTo>
                    <a:pt x="84332" y="120340"/>
                  </a:lnTo>
                  <a:lnTo>
                    <a:pt x="84540" y="120547"/>
                  </a:lnTo>
                  <a:lnTo>
                    <a:pt x="86846" y="119227"/>
                  </a:lnTo>
                  <a:lnTo>
                    <a:pt x="89978" y="126050"/>
                  </a:lnTo>
                  <a:lnTo>
                    <a:pt x="92291" y="131087"/>
                  </a:lnTo>
                  <a:lnTo>
                    <a:pt x="93292" y="132698"/>
                  </a:lnTo>
                  <a:lnTo>
                    <a:pt x="93846" y="133148"/>
                  </a:lnTo>
                  <a:lnTo>
                    <a:pt x="95192" y="132813"/>
                  </a:lnTo>
                  <a:lnTo>
                    <a:pt x="96790" y="132161"/>
                  </a:lnTo>
                  <a:lnTo>
                    <a:pt x="97567" y="131439"/>
                  </a:lnTo>
                  <a:lnTo>
                    <a:pt x="98426" y="129862"/>
                  </a:lnTo>
                  <a:lnTo>
                    <a:pt x="99822" y="127672"/>
                  </a:lnTo>
                  <a:lnTo>
                    <a:pt x="100958" y="126467"/>
                  </a:lnTo>
                  <a:lnTo>
                    <a:pt x="101404" y="126307"/>
                  </a:lnTo>
                  <a:lnTo>
                    <a:pt x="101853" y="126694"/>
                  </a:lnTo>
                  <a:lnTo>
                    <a:pt x="102811" y="128003"/>
                  </a:lnTo>
                  <a:lnTo>
                    <a:pt x="103336" y="130445"/>
                  </a:lnTo>
                  <a:lnTo>
                    <a:pt x="102852" y="133279"/>
                  </a:lnTo>
                  <a:lnTo>
                    <a:pt x="102933" y="135038"/>
                  </a:lnTo>
                  <a:lnTo>
                    <a:pt x="103940" y="134941"/>
                  </a:lnTo>
                  <a:lnTo>
                    <a:pt x="104746" y="132009"/>
                  </a:lnTo>
                  <a:lnTo>
                    <a:pt x="105312" y="129699"/>
                  </a:lnTo>
                  <a:lnTo>
                    <a:pt x="106492" y="127831"/>
                  </a:lnTo>
                  <a:lnTo>
                    <a:pt x="107642" y="125162"/>
                  </a:lnTo>
                  <a:lnTo>
                    <a:pt x="108445" y="122624"/>
                  </a:lnTo>
                  <a:lnTo>
                    <a:pt x="109386" y="121136"/>
                  </a:lnTo>
                  <a:lnTo>
                    <a:pt x="110805" y="119325"/>
                  </a:lnTo>
                  <a:lnTo>
                    <a:pt x="111928" y="118220"/>
                  </a:lnTo>
                  <a:lnTo>
                    <a:pt x="112981" y="118333"/>
                  </a:lnTo>
                  <a:lnTo>
                    <a:pt x="113762" y="117135"/>
                  </a:lnTo>
                  <a:lnTo>
                    <a:pt x="114775" y="114889"/>
                  </a:lnTo>
                  <a:lnTo>
                    <a:pt x="115483" y="113082"/>
                  </a:lnTo>
                  <a:lnTo>
                    <a:pt x="115973" y="112439"/>
                  </a:lnTo>
                  <a:lnTo>
                    <a:pt x="116959" y="112613"/>
                  </a:lnTo>
                  <a:lnTo>
                    <a:pt x="118189" y="112365"/>
                  </a:lnTo>
                  <a:lnTo>
                    <a:pt x="119398" y="110172"/>
                  </a:lnTo>
                  <a:lnTo>
                    <a:pt x="120497" y="107519"/>
                  </a:lnTo>
                  <a:lnTo>
                    <a:pt x="121080" y="103050"/>
                  </a:lnTo>
                  <a:lnTo>
                    <a:pt x="121465" y="99093"/>
                  </a:lnTo>
                  <a:lnTo>
                    <a:pt x="121793" y="98290"/>
                  </a:lnTo>
                  <a:lnTo>
                    <a:pt x="122192" y="97657"/>
                  </a:lnTo>
                  <a:lnTo>
                    <a:pt x="122662" y="97244"/>
                  </a:lnTo>
                  <a:lnTo>
                    <a:pt x="123792" y="96957"/>
                  </a:lnTo>
                  <a:lnTo>
                    <a:pt x="125771" y="94846"/>
                  </a:lnTo>
                  <a:lnTo>
                    <a:pt x="127134" y="92708"/>
                  </a:lnTo>
                  <a:lnTo>
                    <a:pt x="128430" y="92249"/>
                  </a:lnTo>
                  <a:lnTo>
                    <a:pt x="128813" y="91672"/>
                  </a:lnTo>
                  <a:lnTo>
                    <a:pt x="129283" y="89694"/>
                  </a:lnTo>
                  <a:lnTo>
                    <a:pt x="129515" y="86210"/>
                  </a:lnTo>
                  <a:lnTo>
                    <a:pt x="129340" y="84097"/>
                  </a:lnTo>
                  <a:lnTo>
                    <a:pt x="126959" y="83447"/>
                  </a:lnTo>
                  <a:lnTo>
                    <a:pt x="125400" y="83444"/>
                  </a:lnTo>
                  <a:lnTo>
                    <a:pt x="122821" y="82900"/>
                  </a:lnTo>
                  <a:lnTo>
                    <a:pt x="121593" y="82030"/>
                  </a:lnTo>
                  <a:lnTo>
                    <a:pt x="121329" y="81424"/>
                  </a:lnTo>
                  <a:lnTo>
                    <a:pt x="121302" y="80753"/>
                  </a:lnTo>
                  <a:lnTo>
                    <a:pt x="121547" y="79247"/>
                  </a:lnTo>
                  <a:lnTo>
                    <a:pt x="121787" y="76416"/>
                  </a:lnTo>
                  <a:lnTo>
                    <a:pt x="121436" y="72585"/>
                  </a:lnTo>
                  <a:lnTo>
                    <a:pt x="120147" y="66576"/>
                  </a:lnTo>
                  <a:lnTo>
                    <a:pt x="119229" y="60672"/>
                  </a:lnTo>
                  <a:lnTo>
                    <a:pt x="119109" y="56555"/>
                  </a:lnTo>
                  <a:lnTo>
                    <a:pt x="119130" y="52205"/>
                  </a:lnTo>
                  <a:lnTo>
                    <a:pt x="119202" y="49363"/>
                  </a:lnTo>
                  <a:lnTo>
                    <a:pt x="118542" y="47138"/>
                  </a:lnTo>
                  <a:lnTo>
                    <a:pt x="114975" y="40132"/>
                  </a:lnTo>
                  <a:lnTo>
                    <a:pt x="113743" y="36822"/>
                  </a:lnTo>
                  <a:lnTo>
                    <a:pt x="113334" y="34532"/>
                  </a:lnTo>
                  <a:lnTo>
                    <a:pt x="111929" y="30307"/>
                  </a:lnTo>
                  <a:lnTo>
                    <a:pt x="112285" y="29015"/>
                  </a:lnTo>
                  <a:lnTo>
                    <a:pt x="113094" y="29062"/>
                  </a:lnTo>
                  <a:lnTo>
                    <a:pt x="113786" y="30165"/>
                  </a:lnTo>
                  <a:lnTo>
                    <a:pt x="114418" y="32511"/>
                  </a:lnTo>
                  <a:lnTo>
                    <a:pt x="114872" y="33037"/>
                  </a:lnTo>
                  <a:lnTo>
                    <a:pt x="115492" y="33034"/>
                  </a:lnTo>
                  <a:lnTo>
                    <a:pt x="118781" y="33024"/>
                  </a:lnTo>
                  <a:lnTo>
                    <a:pt x="119551" y="33423"/>
                  </a:lnTo>
                  <a:lnTo>
                    <a:pt x="120016" y="34212"/>
                  </a:lnTo>
                  <a:lnTo>
                    <a:pt x="120413" y="35191"/>
                  </a:lnTo>
                  <a:lnTo>
                    <a:pt x="121002" y="37927"/>
                  </a:lnTo>
                  <a:lnTo>
                    <a:pt x="121635" y="39266"/>
                  </a:lnTo>
                  <a:lnTo>
                    <a:pt x="122937" y="39220"/>
                  </a:lnTo>
                  <a:lnTo>
                    <a:pt x="124980" y="39164"/>
                  </a:lnTo>
                  <a:lnTo>
                    <a:pt x="126126" y="38920"/>
                  </a:lnTo>
                  <a:lnTo>
                    <a:pt x="126813" y="39682"/>
                  </a:lnTo>
                  <a:lnTo>
                    <a:pt x="127664" y="40312"/>
                  </a:lnTo>
                  <a:lnTo>
                    <a:pt x="129455" y="38859"/>
                  </a:lnTo>
                  <a:lnTo>
                    <a:pt x="129956" y="38829"/>
                  </a:lnTo>
                  <a:lnTo>
                    <a:pt x="130492" y="39468"/>
                  </a:lnTo>
                  <a:lnTo>
                    <a:pt x="132424" y="44368"/>
                  </a:lnTo>
                  <a:lnTo>
                    <a:pt x="133532" y="46435"/>
                  </a:lnTo>
                  <a:lnTo>
                    <a:pt x="134466" y="49170"/>
                  </a:lnTo>
                  <a:lnTo>
                    <a:pt x="135827" y="49184"/>
                  </a:lnTo>
                  <a:lnTo>
                    <a:pt x="136953" y="46835"/>
                  </a:lnTo>
                  <a:lnTo>
                    <a:pt x="137253" y="38934"/>
                  </a:lnTo>
                  <a:lnTo>
                    <a:pt x="137592" y="36641"/>
                  </a:lnTo>
                  <a:lnTo>
                    <a:pt x="138163" y="35999"/>
                  </a:lnTo>
                  <a:lnTo>
                    <a:pt x="138840" y="35921"/>
                  </a:lnTo>
                  <a:lnTo>
                    <a:pt x="139642" y="34679"/>
                  </a:lnTo>
                  <a:lnTo>
                    <a:pt x="140512" y="33078"/>
                  </a:lnTo>
                  <a:lnTo>
                    <a:pt x="141267" y="32540"/>
                  </a:lnTo>
                  <a:lnTo>
                    <a:pt x="144405" y="34264"/>
                  </a:lnTo>
                  <a:lnTo>
                    <a:pt x="145277" y="33438"/>
                  </a:lnTo>
                  <a:lnTo>
                    <a:pt x="148454" y="31349"/>
                  </a:lnTo>
                  <a:lnTo>
                    <a:pt x="151704" y="28667"/>
                  </a:lnTo>
                  <a:lnTo>
                    <a:pt x="152616" y="25285"/>
                  </a:lnTo>
                  <a:lnTo>
                    <a:pt x="153979" y="24376"/>
                  </a:lnTo>
                  <a:lnTo>
                    <a:pt x="155045" y="21897"/>
                  </a:lnTo>
                  <a:lnTo>
                    <a:pt x="155906" y="22158"/>
                  </a:lnTo>
                  <a:lnTo>
                    <a:pt x="157210" y="22258"/>
                  </a:lnTo>
                  <a:lnTo>
                    <a:pt x="158016" y="21825"/>
                  </a:lnTo>
                  <a:lnTo>
                    <a:pt x="158424" y="21355"/>
                  </a:lnTo>
                  <a:lnTo>
                    <a:pt x="158868" y="20189"/>
                  </a:lnTo>
                  <a:lnTo>
                    <a:pt x="159601" y="16876"/>
                  </a:lnTo>
                  <a:lnTo>
                    <a:pt x="160489" y="15624"/>
                  </a:lnTo>
                  <a:lnTo>
                    <a:pt x="161606" y="14296"/>
                  </a:lnTo>
                  <a:lnTo>
                    <a:pt x="162369" y="12731"/>
                  </a:lnTo>
                  <a:lnTo>
                    <a:pt x="162997" y="10798"/>
                  </a:lnTo>
                  <a:lnTo>
                    <a:pt x="163286" y="9118"/>
                  </a:lnTo>
                  <a:lnTo>
                    <a:pt x="163278" y="7782"/>
                  </a:lnTo>
                  <a:lnTo>
                    <a:pt x="162907" y="5199"/>
                  </a:lnTo>
                  <a:lnTo>
                    <a:pt x="162456" y="2765"/>
                  </a:lnTo>
                  <a:lnTo>
                    <a:pt x="161969" y="1962"/>
                  </a:lnTo>
                  <a:lnTo>
                    <a:pt x="161601" y="1652"/>
                  </a:lnTo>
                  <a:lnTo>
                    <a:pt x="162707" y="1087"/>
                  </a:lnTo>
                  <a:lnTo>
                    <a:pt x="163621" y="1934"/>
                  </a:lnTo>
                  <a:lnTo>
                    <a:pt x="165045" y="2064"/>
                  </a:lnTo>
                  <a:lnTo>
                    <a:pt x="165664" y="1412"/>
                  </a:lnTo>
                  <a:lnTo>
                    <a:pt x="166560" y="1732"/>
                  </a:lnTo>
                  <a:lnTo>
                    <a:pt x="167700" y="0"/>
                  </a:lnTo>
                  <a:lnTo>
                    <a:pt x="168431" y="565"/>
                  </a:lnTo>
                  <a:lnTo>
                    <a:pt x="168914" y="565"/>
                  </a:lnTo>
                  <a:lnTo>
                    <a:pt x="169354" y="1882"/>
                  </a:lnTo>
                  <a:lnTo>
                    <a:pt x="169694" y="3367"/>
                  </a:lnTo>
                  <a:lnTo>
                    <a:pt x="170759" y="5173"/>
                  </a:lnTo>
                  <a:lnTo>
                    <a:pt x="170653" y="7922"/>
                  </a:lnTo>
                  <a:lnTo>
                    <a:pt x="170457" y="10355"/>
                  </a:lnTo>
                  <a:lnTo>
                    <a:pt x="170319" y="13157"/>
                  </a:lnTo>
                  <a:lnTo>
                    <a:pt x="170258" y="15289"/>
                  </a:lnTo>
                  <a:lnTo>
                    <a:pt x="169805" y="17472"/>
                  </a:lnTo>
                  <a:lnTo>
                    <a:pt x="169127" y="19511"/>
                  </a:lnTo>
                  <a:lnTo>
                    <a:pt x="168928" y="20339"/>
                  </a:lnTo>
                  <a:lnTo>
                    <a:pt x="168834" y="21414"/>
                  </a:lnTo>
                  <a:lnTo>
                    <a:pt x="169291" y="22066"/>
                  </a:lnTo>
                  <a:lnTo>
                    <a:pt x="170097" y="22261"/>
                  </a:lnTo>
                  <a:lnTo>
                    <a:pt x="171104" y="22346"/>
                  </a:lnTo>
                  <a:lnTo>
                    <a:pt x="171790" y="22978"/>
                  </a:lnTo>
                  <a:lnTo>
                    <a:pt x="172676" y="23108"/>
                  </a:lnTo>
                  <a:lnTo>
                    <a:pt x="173743" y="24859"/>
                  </a:lnTo>
                  <a:lnTo>
                    <a:pt x="174262" y="25910"/>
                  </a:lnTo>
                  <a:lnTo>
                    <a:pt x="174305" y="26725"/>
                  </a:lnTo>
                  <a:lnTo>
                    <a:pt x="173967" y="28671"/>
                  </a:lnTo>
                  <a:lnTo>
                    <a:pt x="173832" y="30471"/>
                  </a:lnTo>
                  <a:lnTo>
                    <a:pt x="174096" y="31610"/>
                  </a:lnTo>
                  <a:lnTo>
                    <a:pt x="174409" y="32431"/>
                  </a:lnTo>
                  <a:lnTo>
                    <a:pt x="175274" y="36487"/>
                  </a:lnTo>
                  <a:lnTo>
                    <a:pt x="175686" y="37898"/>
                  </a:lnTo>
                  <a:lnTo>
                    <a:pt x="176035" y="38353"/>
                  </a:lnTo>
                  <a:lnTo>
                    <a:pt x="176116" y="39135"/>
                  </a:lnTo>
                  <a:lnTo>
                    <a:pt x="175820" y="40615"/>
                  </a:lnTo>
                  <a:lnTo>
                    <a:pt x="175466" y="42499"/>
                  </a:lnTo>
                  <a:lnTo>
                    <a:pt x="174665" y="44477"/>
                  </a:lnTo>
                  <a:lnTo>
                    <a:pt x="174558" y="46041"/>
                  </a:lnTo>
                  <a:lnTo>
                    <a:pt x="173916" y="47024"/>
                  </a:lnTo>
                  <a:lnTo>
                    <a:pt x="172420" y="49360"/>
                  </a:lnTo>
                  <a:lnTo>
                    <a:pt x="172680" y="53064"/>
                  </a:lnTo>
                  <a:lnTo>
                    <a:pt x="172732" y="54942"/>
                  </a:lnTo>
                  <a:lnTo>
                    <a:pt x="172703" y="56401"/>
                  </a:lnTo>
                  <a:lnTo>
                    <a:pt x="172193" y="58355"/>
                  </a:lnTo>
                  <a:lnTo>
                    <a:pt x="171308" y="64124"/>
                  </a:lnTo>
                  <a:lnTo>
                    <a:pt x="170983" y="67001"/>
                  </a:lnTo>
                  <a:lnTo>
                    <a:pt x="170696" y="73651"/>
                  </a:lnTo>
                  <a:lnTo>
                    <a:pt x="170715" y="75881"/>
                  </a:lnTo>
                  <a:lnTo>
                    <a:pt x="171123" y="78883"/>
                  </a:lnTo>
                  <a:lnTo>
                    <a:pt x="171990" y="85545"/>
                  </a:lnTo>
                  <a:lnTo>
                    <a:pt x="172484" y="86605"/>
                  </a:lnTo>
                  <a:lnTo>
                    <a:pt x="173629" y="88169"/>
                  </a:lnTo>
                  <a:lnTo>
                    <a:pt x="173771" y="92675"/>
                  </a:lnTo>
                  <a:lnTo>
                    <a:pt x="173671" y="97380"/>
                  </a:lnTo>
                  <a:lnTo>
                    <a:pt x="173617" y="99205"/>
                  </a:lnTo>
                  <a:lnTo>
                    <a:pt x="173805" y="99987"/>
                  </a:lnTo>
                  <a:lnTo>
                    <a:pt x="174320" y="100362"/>
                  </a:lnTo>
                  <a:lnTo>
                    <a:pt x="174685" y="100928"/>
                  </a:lnTo>
                  <a:lnTo>
                    <a:pt x="174743" y="102320"/>
                  </a:lnTo>
                  <a:lnTo>
                    <a:pt x="174709" y="103766"/>
                  </a:lnTo>
                  <a:lnTo>
                    <a:pt x="175561" y="104601"/>
                  </a:lnTo>
                  <a:lnTo>
                    <a:pt x="176304" y="105134"/>
                  </a:lnTo>
                  <a:lnTo>
                    <a:pt x="176990" y="107131"/>
                  </a:lnTo>
                  <a:lnTo>
                    <a:pt x="178230" y="110236"/>
                  </a:lnTo>
                  <a:lnTo>
                    <a:pt x="178723" y="110801"/>
                  </a:lnTo>
                  <a:lnTo>
                    <a:pt x="178969" y="112090"/>
                  </a:lnTo>
                  <a:lnTo>
                    <a:pt x="180015" y="114707"/>
                  </a:lnTo>
                  <a:lnTo>
                    <a:pt x="181609" y="115664"/>
                  </a:lnTo>
                  <a:lnTo>
                    <a:pt x="183217" y="116818"/>
                  </a:lnTo>
                  <a:lnTo>
                    <a:pt x="183849" y="118464"/>
                  </a:lnTo>
                  <a:lnTo>
                    <a:pt x="184508" y="119802"/>
                  </a:lnTo>
                  <a:lnTo>
                    <a:pt x="185005" y="119872"/>
                  </a:lnTo>
                  <a:lnTo>
                    <a:pt x="185426" y="119657"/>
                  </a:lnTo>
                  <a:lnTo>
                    <a:pt x="186119" y="118504"/>
                  </a:lnTo>
                  <a:lnTo>
                    <a:pt x="186676" y="117513"/>
                  </a:lnTo>
                  <a:lnTo>
                    <a:pt x="187646" y="117569"/>
                  </a:lnTo>
                  <a:lnTo>
                    <a:pt x="188782" y="117406"/>
                  </a:lnTo>
                  <a:lnTo>
                    <a:pt x="188979" y="116591"/>
                  </a:lnTo>
                  <a:lnTo>
                    <a:pt x="189086" y="115542"/>
                  </a:lnTo>
                  <a:lnTo>
                    <a:pt x="188853" y="112856"/>
                  </a:lnTo>
                  <a:lnTo>
                    <a:pt x="189256" y="112041"/>
                  </a:lnTo>
                  <a:lnTo>
                    <a:pt x="190196" y="111583"/>
                  </a:lnTo>
                  <a:lnTo>
                    <a:pt x="190384" y="110150"/>
                  </a:lnTo>
                  <a:lnTo>
                    <a:pt x="190600" y="109368"/>
                  </a:lnTo>
                  <a:lnTo>
                    <a:pt x="190868" y="108457"/>
                  </a:lnTo>
                  <a:lnTo>
                    <a:pt x="191191" y="108327"/>
                  </a:lnTo>
                  <a:lnTo>
                    <a:pt x="191593" y="108848"/>
                  </a:lnTo>
                  <a:lnTo>
                    <a:pt x="192212" y="109174"/>
                  </a:lnTo>
                  <a:lnTo>
                    <a:pt x="192910" y="109630"/>
                  </a:lnTo>
                  <a:lnTo>
                    <a:pt x="193286" y="110541"/>
                  </a:lnTo>
                  <a:lnTo>
                    <a:pt x="193907" y="110619"/>
                  </a:lnTo>
                  <a:lnTo>
                    <a:pt x="194597" y="110445"/>
                  </a:lnTo>
                  <a:lnTo>
                    <a:pt x="194877" y="109863"/>
                  </a:lnTo>
                  <a:lnTo>
                    <a:pt x="195079" y="108848"/>
                  </a:lnTo>
                  <a:lnTo>
                    <a:pt x="195229" y="106657"/>
                  </a:lnTo>
                  <a:lnTo>
                    <a:pt x="195674" y="106594"/>
                  </a:lnTo>
                  <a:lnTo>
                    <a:pt x="196562" y="106100"/>
                  </a:lnTo>
                  <a:lnTo>
                    <a:pt x="197510" y="105134"/>
                  </a:lnTo>
                  <a:lnTo>
                    <a:pt x="198777" y="104992"/>
                  </a:lnTo>
                  <a:lnTo>
                    <a:pt x="199963" y="105013"/>
                  </a:lnTo>
                  <a:lnTo>
                    <a:pt x="200556" y="104363"/>
                  </a:lnTo>
                  <a:lnTo>
                    <a:pt x="201108" y="102952"/>
                  </a:lnTo>
                  <a:lnTo>
                    <a:pt x="202178" y="98960"/>
                  </a:lnTo>
                  <a:lnTo>
                    <a:pt x="202737" y="98038"/>
                  </a:lnTo>
                  <a:lnTo>
                    <a:pt x="203338" y="97348"/>
                  </a:lnTo>
                  <a:lnTo>
                    <a:pt x="203849" y="97474"/>
                  </a:lnTo>
                  <a:lnTo>
                    <a:pt x="204896" y="96813"/>
                  </a:lnTo>
                  <a:lnTo>
                    <a:pt x="205758" y="95856"/>
                  </a:lnTo>
                  <a:lnTo>
                    <a:pt x="206078" y="96097"/>
                  </a:lnTo>
                  <a:lnTo>
                    <a:pt x="206749" y="98146"/>
                  </a:lnTo>
                  <a:lnTo>
                    <a:pt x="207085" y="98596"/>
                  </a:lnTo>
                  <a:lnTo>
                    <a:pt x="207578" y="98739"/>
                  </a:lnTo>
                  <a:lnTo>
                    <a:pt x="209197" y="99778"/>
                  </a:lnTo>
                  <a:lnTo>
                    <a:pt x="210056" y="99455"/>
                  </a:lnTo>
                  <a:lnTo>
                    <a:pt x="210987" y="98801"/>
                  </a:lnTo>
                  <a:lnTo>
                    <a:pt x="211881" y="98555"/>
                  </a:lnTo>
                  <a:lnTo>
                    <a:pt x="212526" y="99010"/>
                  </a:lnTo>
                  <a:lnTo>
                    <a:pt x="212990" y="98419"/>
                  </a:lnTo>
                  <a:close/>
                </a:path>
              </a:pathLst>
            </a:custGeom>
            <a:solidFill>
              <a:srgbClr val="CCE2C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g242"/>
            <p:cNvSpPr/>
            <p:nvPr/>
          </p:nvSpPr>
          <p:spPr>
            <a:xfrm>
              <a:off x="2606800" y="3240545"/>
              <a:ext cx="2669" cy="7548"/>
            </a:xfrm>
            <a:custGeom>
              <a:avLst/>
              <a:pathLst>
                <a:path w="2669" h="7548">
                  <a:moveTo>
                    <a:pt x="1869" y="6964"/>
                  </a:moveTo>
                  <a:lnTo>
                    <a:pt x="1521" y="7548"/>
                  </a:lnTo>
                  <a:lnTo>
                    <a:pt x="430" y="6370"/>
                  </a:lnTo>
                  <a:lnTo>
                    <a:pt x="47" y="4945"/>
                  </a:lnTo>
                  <a:lnTo>
                    <a:pt x="0" y="429"/>
                  </a:lnTo>
                  <a:lnTo>
                    <a:pt x="671" y="0"/>
                  </a:lnTo>
                  <a:lnTo>
                    <a:pt x="1935" y="3570"/>
                  </a:lnTo>
                  <a:lnTo>
                    <a:pt x="2669" y="4872"/>
                  </a:lnTo>
                  <a:close/>
                </a:path>
              </a:pathLst>
            </a:custGeom>
            <a:solidFill>
              <a:srgbClr val="FFC2A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g243"/>
            <p:cNvSpPr/>
            <p:nvPr/>
          </p:nvSpPr>
          <p:spPr>
            <a:xfrm>
              <a:off x="4735582" y="3489287"/>
              <a:ext cx="3656" cy="16326"/>
            </a:xfrm>
            <a:custGeom>
              <a:avLst/>
              <a:pathLst>
                <a:path w="3656" h="16326">
                  <a:moveTo>
                    <a:pt x="0" y="1"/>
                  </a:moveTo>
                  <a:lnTo>
                    <a:pt x="1380" y="0"/>
                  </a:lnTo>
                  <a:lnTo>
                    <a:pt x="1726" y="976"/>
                  </a:lnTo>
                  <a:lnTo>
                    <a:pt x="2451" y="4407"/>
                  </a:lnTo>
                  <a:lnTo>
                    <a:pt x="2924" y="7853"/>
                  </a:lnTo>
                  <a:lnTo>
                    <a:pt x="3077" y="13102"/>
                  </a:lnTo>
                  <a:lnTo>
                    <a:pt x="3656" y="15335"/>
                  </a:lnTo>
                  <a:lnTo>
                    <a:pt x="3564" y="15793"/>
                  </a:lnTo>
                  <a:lnTo>
                    <a:pt x="3215" y="16168"/>
                  </a:lnTo>
                  <a:lnTo>
                    <a:pt x="2680" y="16326"/>
                  </a:lnTo>
                  <a:lnTo>
                    <a:pt x="1753" y="15824"/>
                  </a:lnTo>
                  <a:lnTo>
                    <a:pt x="978" y="15050"/>
                  </a:lnTo>
                  <a:lnTo>
                    <a:pt x="302" y="9369"/>
                  </a:lnTo>
                  <a:lnTo>
                    <a:pt x="0" y="6157"/>
                  </a:lnTo>
                  <a:lnTo>
                    <a:pt x="25" y="2322"/>
                  </a:lnTo>
                  <a:close/>
                </a:path>
              </a:pathLst>
            </a:custGeom>
            <a:solidFill>
              <a:srgbClr val="E8F2E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g244"/>
            <p:cNvSpPr/>
            <p:nvPr/>
          </p:nvSpPr>
          <p:spPr>
            <a:xfrm>
              <a:off x="4723847" y="3485664"/>
              <a:ext cx="11989" cy="29501"/>
            </a:xfrm>
            <a:custGeom>
              <a:avLst/>
              <a:pathLst>
                <a:path w="11989" h="29501">
                  <a:moveTo>
                    <a:pt x="11734" y="3624"/>
                  </a:moveTo>
                  <a:lnTo>
                    <a:pt x="10735" y="4908"/>
                  </a:lnTo>
                  <a:lnTo>
                    <a:pt x="9758" y="6518"/>
                  </a:lnTo>
                  <a:lnTo>
                    <a:pt x="8778" y="7905"/>
                  </a:lnTo>
                  <a:lnTo>
                    <a:pt x="8321" y="8991"/>
                  </a:lnTo>
                  <a:lnTo>
                    <a:pt x="8483" y="10515"/>
                  </a:lnTo>
                  <a:lnTo>
                    <a:pt x="8719" y="13868"/>
                  </a:lnTo>
                  <a:lnTo>
                    <a:pt x="8851" y="16501"/>
                  </a:lnTo>
                  <a:lnTo>
                    <a:pt x="9194" y="17540"/>
                  </a:lnTo>
                  <a:lnTo>
                    <a:pt x="9461" y="18590"/>
                  </a:lnTo>
                  <a:lnTo>
                    <a:pt x="9349" y="19734"/>
                  </a:lnTo>
                  <a:lnTo>
                    <a:pt x="8770" y="21913"/>
                  </a:lnTo>
                  <a:lnTo>
                    <a:pt x="9098" y="22334"/>
                  </a:lnTo>
                  <a:lnTo>
                    <a:pt x="8680" y="25222"/>
                  </a:lnTo>
                  <a:lnTo>
                    <a:pt x="8057" y="27357"/>
                  </a:lnTo>
                  <a:lnTo>
                    <a:pt x="7193" y="29097"/>
                  </a:lnTo>
                  <a:lnTo>
                    <a:pt x="6635" y="29501"/>
                  </a:lnTo>
                  <a:lnTo>
                    <a:pt x="6190" y="28759"/>
                  </a:lnTo>
                  <a:lnTo>
                    <a:pt x="5464" y="26853"/>
                  </a:lnTo>
                  <a:lnTo>
                    <a:pt x="4670" y="24194"/>
                  </a:lnTo>
                  <a:lnTo>
                    <a:pt x="4298" y="22649"/>
                  </a:lnTo>
                  <a:lnTo>
                    <a:pt x="3157" y="22444"/>
                  </a:lnTo>
                  <a:lnTo>
                    <a:pt x="2751" y="21221"/>
                  </a:lnTo>
                  <a:lnTo>
                    <a:pt x="2726" y="19727"/>
                  </a:lnTo>
                  <a:lnTo>
                    <a:pt x="2402" y="17968"/>
                  </a:lnTo>
                  <a:lnTo>
                    <a:pt x="1953" y="16088"/>
                  </a:lnTo>
                  <a:lnTo>
                    <a:pt x="1279" y="14638"/>
                  </a:lnTo>
                  <a:lnTo>
                    <a:pt x="380" y="13507"/>
                  </a:lnTo>
                  <a:lnTo>
                    <a:pt x="0" y="12696"/>
                  </a:lnTo>
                  <a:lnTo>
                    <a:pt x="1390" y="12747"/>
                  </a:lnTo>
                  <a:lnTo>
                    <a:pt x="2870" y="12268"/>
                  </a:lnTo>
                  <a:lnTo>
                    <a:pt x="4394" y="10695"/>
                  </a:lnTo>
                  <a:lnTo>
                    <a:pt x="5860" y="8799"/>
                  </a:lnTo>
                  <a:lnTo>
                    <a:pt x="7093" y="6625"/>
                  </a:lnTo>
                  <a:lnTo>
                    <a:pt x="8250" y="4176"/>
                  </a:lnTo>
                  <a:lnTo>
                    <a:pt x="9466" y="2245"/>
                  </a:lnTo>
                  <a:lnTo>
                    <a:pt x="11352" y="0"/>
                  </a:lnTo>
                  <a:lnTo>
                    <a:pt x="11989" y="177"/>
                  </a:lnTo>
                  <a:lnTo>
                    <a:pt x="11982" y="1770"/>
                  </a:lnTo>
                  <a:close/>
                </a:path>
              </a:pathLst>
            </a:custGeom>
            <a:solidFill>
              <a:srgbClr val="E8F2E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g245"/>
            <p:cNvSpPr/>
            <p:nvPr/>
          </p:nvSpPr>
          <p:spPr>
            <a:xfrm>
              <a:off x="4415205" y="2797502"/>
              <a:ext cx="40761" cy="47562"/>
            </a:xfrm>
            <a:custGeom>
              <a:avLst/>
              <a:pathLst>
                <a:path w="40761" h="47562">
                  <a:moveTo>
                    <a:pt x="35259" y="16288"/>
                  </a:moveTo>
                  <a:lnTo>
                    <a:pt x="35185" y="16957"/>
                  </a:lnTo>
                  <a:lnTo>
                    <a:pt x="34841" y="18739"/>
                  </a:lnTo>
                  <a:lnTo>
                    <a:pt x="34618" y="20677"/>
                  </a:lnTo>
                  <a:lnTo>
                    <a:pt x="34806" y="22265"/>
                  </a:lnTo>
                  <a:lnTo>
                    <a:pt x="35578" y="24158"/>
                  </a:lnTo>
                  <a:lnTo>
                    <a:pt x="36613" y="25667"/>
                  </a:lnTo>
                  <a:lnTo>
                    <a:pt x="37932" y="25783"/>
                  </a:lnTo>
                  <a:lnTo>
                    <a:pt x="39147" y="25201"/>
                  </a:lnTo>
                  <a:lnTo>
                    <a:pt x="39633" y="25441"/>
                  </a:lnTo>
                  <a:lnTo>
                    <a:pt x="40292" y="27967"/>
                  </a:lnTo>
                  <a:lnTo>
                    <a:pt x="40761" y="30156"/>
                  </a:lnTo>
                  <a:lnTo>
                    <a:pt x="40124" y="32411"/>
                  </a:lnTo>
                  <a:lnTo>
                    <a:pt x="39776" y="34389"/>
                  </a:lnTo>
                  <a:lnTo>
                    <a:pt x="39651" y="35792"/>
                  </a:lnTo>
                  <a:lnTo>
                    <a:pt x="39728" y="36400"/>
                  </a:lnTo>
                  <a:lnTo>
                    <a:pt x="40121" y="37538"/>
                  </a:lnTo>
                  <a:lnTo>
                    <a:pt x="40576" y="39477"/>
                  </a:lnTo>
                  <a:lnTo>
                    <a:pt x="40640" y="41260"/>
                  </a:lnTo>
                  <a:lnTo>
                    <a:pt x="40351" y="42442"/>
                  </a:lnTo>
                  <a:lnTo>
                    <a:pt x="39725" y="43029"/>
                  </a:lnTo>
                  <a:lnTo>
                    <a:pt x="39059" y="42856"/>
                  </a:lnTo>
                  <a:lnTo>
                    <a:pt x="38509" y="42879"/>
                  </a:lnTo>
                  <a:lnTo>
                    <a:pt x="37820" y="43088"/>
                  </a:lnTo>
                  <a:lnTo>
                    <a:pt x="36743" y="43744"/>
                  </a:lnTo>
                  <a:lnTo>
                    <a:pt x="35742" y="44594"/>
                  </a:lnTo>
                  <a:lnTo>
                    <a:pt x="33865" y="44437"/>
                  </a:lnTo>
                  <a:lnTo>
                    <a:pt x="33113" y="42677"/>
                  </a:lnTo>
                  <a:lnTo>
                    <a:pt x="32759" y="42671"/>
                  </a:lnTo>
                  <a:lnTo>
                    <a:pt x="31050" y="44951"/>
                  </a:lnTo>
                  <a:lnTo>
                    <a:pt x="29189" y="44553"/>
                  </a:lnTo>
                  <a:lnTo>
                    <a:pt x="25800" y="45311"/>
                  </a:lnTo>
                  <a:lnTo>
                    <a:pt x="24385" y="45490"/>
                  </a:lnTo>
                  <a:lnTo>
                    <a:pt x="22930" y="45238"/>
                  </a:lnTo>
                  <a:lnTo>
                    <a:pt x="22194" y="44754"/>
                  </a:lnTo>
                  <a:lnTo>
                    <a:pt x="20826" y="43153"/>
                  </a:lnTo>
                  <a:lnTo>
                    <a:pt x="19586" y="41984"/>
                  </a:lnTo>
                  <a:lnTo>
                    <a:pt x="18324" y="43053"/>
                  </a:lnTo>
                  <a:lnTo>
                    <a:pt x="17882" y="43250"/>
                  </a:lnTo>
                  <a:lnTo>
                    <a:pt x="16869" y="45995"/>
                  </a:lnTo>
                  <a:lnTo>
                    <a:pt x="14678" y="46901"/>
                  </a:lnTo>
                  <a:lnTo>
                    <a:pt x="12493" y="47562"/>
                  </a:lnTo>
                  <a:lnTo>
                    <a:pt x="11848" y="47197"/>
                  </a:lnTo>
                  <a:lnTo>
                    <a:pt x="10617" y="47034"/>
                  </a:lnTo>
                  <a:lnTo>
                    <a:pt x="10571" y="46394"/>
                  </a:lnTo>
                  <a:lnTo>
                    <a:pt x="10607" y="45770"/>
                  </a:lnTo>
                  <a:lnTo>
                    <a:pt x="10327" y="45275"/>
                  </a:lnTo>
                  <a:lnTo>
                    <a:pt x="9827" y="44765"/>
                  </a:lnTo>
                  <a:lnTo>
                    <a:pt x="8967" y="44553"/>
                  </a:lnTo>
                  <a:lnTo>
                    <a:pt x="7865" y="43869"/>
                  </a:lnTo>
                  <a:lnTo>
                    <a:pt x="7231" y="43216"/>
                  </a:lnTo>
                  <a:lnTo>
                    <a:pt x="4990" y="44176"/>
                  </a:lnTo>
                  <a:lnTo>
                    <a:pt x="3682" y="42732"/>
                  </a:lnTo>
                  <a:lnTo>
                    <a:pt x="2198" y="40746"/>
                  </a:lnTo>
                  <a:lnTo>
                    <a:pt x="1448" y="39882"/>
                  </a:lnTo>
                  <a:lnTo>
                    <a:pt x="1174" y="36806"/>
                  </a:lnTo>
                  <a:lnTo>
                    <a:pt x="911" y="35818"/>
                  </a:lnTo>
                  <a:lnTo>
                    <a:pt x="327" y="34777"/>
                  </a:lnTo>
                  <a:lnTo>
                    <a:pt x="0" y="33555"/>
                  </a:lnTo>
                  <a:lnTo>
                    <a:pt x="263" y="32299"/>
                  </a:lnTo>
                  <a:lnTo>
                    <a:pt x="1741" y="29954"/>
                  </a:lnTo>
                  <a:lnTo>
                    <a:pt x="1860" y="29404"/>
                  </a:lnTo>
                  <a:lnTo>
                    <a:pt x="2544" y="25033"/>
                  </a:lnTo>
                  <a:lnTo>
                    <a:pt x="3494" y="23441"/>
                  </a:lnTo>
                  <a:lnTo>
                    <a:pt x="4431" y="21234"/>
                  </a:lnTo>
                  <a:lnTo>
                    <a:pt x="5139" y="17726"/>
                  </a:lnTo>
                  <a:lnTo>
                    <a:pt x="6506" y="14125"/>
                  </a:lnTo>
                  <a:lnTo>
                    <a:pt x="8008" y="10431"/>
                  </a:lnTo>
                  <a:lnTo>
                    <a:pt x="9041" y="7423"/>
                  </a:lnTo>
                  <a:lnTo>
                    <a:pt x="9727" y="6020"/>
                  </a:lnTo>
                  <a:lnTo>
                    <a:pt x="11138" y="4517"/>
                  </a:lnTo>
                  <a:lnTo>
                    <a:pt x="12321" y="3634"/>
                  </a:lnTo>
                  <a:lnTo>
                    <a:pt x="13139" y="1621"/>
                  </a:lnTo>
                  <a:lnTo>
                    <a:pt x="14125" y="503"/>
                  </a:lnTo>
                  <a:lnTo>
                    <a:pt x="15140" y="0"/>
                  </a:lnTo>
                  <a:lnTo>
                    <a:pt x="16644" y="269"/>
                  </a:lnTo>
                  <a:lnTo>
                    <a:pt x="18061" y="988"/>
                  </a:lnTo>
                  <a:lnTo>
                    <a:pt x="19614" y="1986"/>
                  </a:lnTo>
                  <a:lnTo>
                    <a:pt x="19794" y="2797"/>
                  </a:lnTo>
                  <a:lnTo>
                    <a:pt x="19662" y="4226"/>
                  </a:lnTo>
                  <a:lnTo>
                    <a:pt x="19438" y="5674"/>
                  </a:lnTo>
                  <a:lnTo>
                    <a:pt x="19430" y="6417"/>
                  </a:lnTo>
                  <a:lnTo>
                    <a:pt x="19669" y="6824"/>
                  </a:lnTo>
                  <a:lnTo>
                    <a:pt x="21188" y="7101"/>
                  </a:lnTo>
                  <a:lnTo>
                    <a:pt x="23049" y="6873"/>
                  </a:lnTo>
                  <a:lnTo>
                    <a:pt x="24093" y="7075"/>
                  </a:lnTo>
                  <a:lnTo>
                    <a:pt x="26420" y="8411"/>
                  </a:lnTo>
                  <a:lnTo>
                    <a:pt x="27101" y="9355"/>
                  </a:lnTo>
                  <a:lnTo>
                    <a:pt x="27811" y="10079"/>
                  </a:lnTo>
                  <a:lnTo>
                    <a:pt x="28505" y="9949"/>
                  </a:lnTo>
                  <a:lnTo>
                    <a:pt x="29384" y="8404"/>
                  </a:lnTo>
                  <a:lnTo>
                    <a:pt x="30310" y="7090"/>
                  </a:lnTo>
                  <a:lnTo>
                    <a:pt x="30885" y="6879"/>
                  </a:lnTo>
                  <a:lnTo>
                    <a:pt x="31297" y="7303"/>
                  </a:lnTo>
                  <a:lnTo>
                    <a:pt x="32037" y="8555"/>
                  </a:lnTo>
                  <a:lnTo>
                    <a:pt x="33570" y="9733"/>
                  </a:lnTo>
                  <a:lnTo>
                    <a:pt x="34938" y="10622"/>
                  </a:lnTo>
                  <a:lnTo>
                    <a:pt x="35380" y="11463"/>
                  </a:lnTo>
                  <a:lnTo>
                    <a:pt x="35228" y="15078"/>
                  </a:lnTo>
                  <a:close/>
                </a:path>
              </a:pathLst>
            </a:custGeom>
            <a:solidFill>
              <a:srgbClr val="D8E9D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g246"/>
            <p:cNvSpPr/>
            <p:nvPr/>
          </p:nvSpPr>
          <p:spPr>
            <a:xfrm>
              <a:off x="3577195" y="4159677"/>
              <a:ext cx="114407" cy="267909"/>
            </a:xfrm>
            <a:custGeom>
              <a:avLst/>
              <a:pathLst>
                <a:path w="114407" h="267909">
                  <a:moveTo>
                    <a:pt x="64366" y="175"/>
                  </a:moveTo>
                  <a:lnTo>
                    <a:pt x="64125" y="1639"/>
                  </a:lnTo>
                  <a:lnTo>
                    <a:pt x="63942" y="3771"/>
                  </a:lnTo>
                  <a:lnTo>
                    <a:pt x="64164" y="5361"/>
                  </a:lnTo>
                  <a:lnTo>
                    <a:pt x="64654" y="7493"/>
                  </a:lnTo>
                  <a:lnTo>
                    <a:pt x="65358" y="9363"/>
                  </a:lnTo>
                  <a:lnTo>
                    <a:pt x="65896" y="10471"/>
                  </a:lnTo>
                  <a:lnTo>
                    <a:pt x="66534" y="13219"/>
                  </a:lnTo>
                  <a:lnTo>
                    <a:pt x="67174" y="16655"/>
                  </a:lnTo>
                  <a:lnTo>
                    <a:pt x="68016" y="19330"/>
                  </a:lnTo>
                  <a:lnTo>
                    <a:pt x="70489" y="25459"/>
                  </a:lnTo>
                  <a:lnTo>
                    <a:pt x="70763" y="27656"/>
                  </a:lnTo>
                  <a:lnTo>
                    <a:pt x="71107" y="29828"/>
                  </a:lnTo>
                  <a:lnTo>
                    <a:pt x="72660" y="34013"/>
                  </a:lnTo>
                  <a:lnTo>
                    <a:pt x="72901" y="35401"/>
                  </a:lnTo>
                  <a:lnTo>
                    <a:pt x="72798" y="38240"/>
                  </a:lnTo>
                  <a:lnTo>
                    <a:pt x="74397" y="46756"/>
                  </a:lnTo>
                  <a:lnTo>
                    <a:pt x="75447" y="51731"/>
                  </a:lnTo>
                  <a:lnTo>
                    <a:pt x="76336" y="52648"/>
                  </a:lnTo>
                  <a:lnTo>
                    <a:pt x="79183" y="57946"/>
                  </a:lnTo>
                  <a:lnTo>
                    <a:pt x="81665" y="62205"/>
                  </a:lnTo>
                  <a:lnTo>
                    <a:pt x="84571" y="65082"/>
                  </a:lnTo>
                  <a:lnTo>
                    <a:pt x="86705" y="66975"/>
                  </a:lnTo>
                  <a:lnTo>
                    <a:pt x="87758" y="68358"/>
                  </a:lnTo>
                  <a:lnTo>
                    <a:pt x="88285" y="69682"/>
                  </a:lnTo>
                  <a:lnTo>
                    <a:pt x="88715" y="72230"/>
                  </a:lnTo>
                  <a:lnTo>
                    <a:pt x="88933" y="76657"/>
                  </a:lnTo>
                  <a:lnTo>
                    <a:pt x="89008" y="79519"/>
                  </a:lnTo>
                  <a:lnTo>
                    <a:pt x="91301" y="79404"/>
                  </a:lnTo>
                  <a:lnTo>
                    <a:pt x="93198" y="79664"/>
                  </a:lnTo>
                  <a:lnTo>
                    <a:pt x="93865" y="80238"/>
                  </a:lnTo>
                  <a:lnTo>
                    <a:pt x="94112" y="81054"/>
                  </a:lnTo>
                  <a:lnTo>
                    <a:pt x="94054" y="82942"/>
                  </a:lnTo>
                  <a:lnTo>
                    <a:pt x="94080" y="85755"/>
                  </a:lnTo>
                  <a:lnTo>
                    <a:pt x="94170" y="88020"/>
                  </a:lnTo>
                  <a:lnTo>
                    <a:pt x="93972" y="90441"/>
                  </a:lnTo>
                  <a:lnTo>
                    <a:pt x="93836" y="93292"/>
                  </a:lnTo>
                  <a:lnTo>
                    <a:pt x="93745" y="96822"/>
                  </a:lnTo>
                  <a:lnTo>
                    <a:pt x="94037" y="98204"/>
                  </a:lnTo>
                  <a:lnTo>
                    <a:pt x="95874" y="102651"/>
                  </a:lnTo>
                  <a:lnTo>
                    <a:pt x="96645" y="105533"/>
                  </a:lnTo>
                  <a:lnTo>
                    <a:pt x="97464" y="109896"/>
                  </a:lnTo>
                  <a:lnTo>
                    <a:pt x="97945" y="111299"/>
                  </a:lnTo>
                  <a:lnTo>
                    <a:pt x="98329" y="111856"/>
                  </a:lnTo>
                  <a:lnTo>
                    <a:pt x="99987" y="112338"/>
                  </a:lnTo>
                  <a:lnTo>
                    <a:pt x="104257" y="114167"/>
                  </a:lnTo>
                  <a:lnTo>
                    <a:pt x="106886" y="115832"/>
                  </a:lnTo>
                  <a:lnTo>
                    <a:pt x="108977" y="117558"/>
                  </a:lnTo>
                  <a:lnTo>
                    <a:pt x="109847" y="118014"/>
                  </a:lnTo>
                  <a:lnTo>
                    <a:pt x="110272" y="118470"/>
                  </a:lnTo>
                  <a:lnTo>
                    <a:pt x="110415" y="118897"/>
                  </a:lnTo>
                  <a:lnTo>
                    <a:pt x="110153" y="122697"/>
                  </a:lnTo>
                  <a:lnTo>
                    <a:pt x="110245" y="123918"/>
                  </a:lnTo>
                  <a:lnTo>
                    <a:pt x="110477" y="125014"/>
                  </a:lnTo>
                  <a:lnTo>
                    <a:pt x="110832" y="125874"/>
                  </a:lnTo>
                  <a:lnTo>
                    <a:pt x="111263" y="126414"/>
                  </a:lnTo>
                  <a:lnTo>
                    <a:pt x="112851" y="126821"/>
                  </a:lnTo>
                  <a:lnTo>
                    <a:pt x="113802" y="129132"/>
                  </a:lnTo>
                  <a:lnTo>
                    <a:pt x="114407" y="130203"/>
                  </a:lnTo>
                  <a:lnTo>
                    <a:pt x="111543" y="130774"/>
                  </a:lnTo>
                  <a:lnTo>
                    <a:pt x="110125" y="132699"/>
                  </a:lnTo>
                  <a:lnTo>
                    <a:pt x="109300" y="136147"/>
                  </a:lnTo>
                  <a:lnTo>
                    <a:pt x="108009" y="138681"/>
                  </a:lnTo>
                  <a:lnTo>
                    <a:pt x="106250" y="140294"/>
                  </a:lnTo>
                  <a:lnTo>
                    <a:pt x="104389" y="141402"/>
                  </a:lnTo>
                  <a:lnTo>
                    <a:pt x="102426" y="142005"/>
                  </a:lnTo>
                  <a:lnTo>
                    <a:pt x="100335" y="144969"/>
                  </a:lnTo>
                  <a:lnTo>
                    <a:pt x="98114" y="150290"/>
                  </a:lnTo>
                  <a:lnTo>
                    <a:pt x="96982" y="153637"/>
                  </a:lnTo>
                  <a:lnTo>
                    <a:pt x="96937" y="155014"/>
                  </a:lnTo>
                  <a:lnTo>
                    <a:pt x="96439" y="156205"/>
                  </a:lnTo>
                  <a:lnTo>
                    <a:pt x="95489" y="157212"/>
                  </a:lnTo>
                  <a:lnTo>
                    <a:pt x="94953" y="158422"/>
                  </a:lnTo>
                  <a:lnTo>
                    <a:pt x="94828" y="159836"/>
                  </a:lnTo>
                  <a:lnTo>
                    <a:pt x="94322" y="160511"/>
                  </a:lnTo>
                  <a:lnTo>
                    <a:pt x="93433" y="160453"/>
                  </a:lnTo>
                  <a:lnTo>
                    <a:pt x="92809" y="161486"/>
                  </a:lnTo>
                  <a:lnTo>
                    <a:pt x="92450" y="163613"/>
                  </a:lnTo>
                  <a:lnTo>
                    <a:pt x="91664" y="164906"/>
                  </a:lnTo>
                  <a:lnTo>
                    <a:pt x="90451" y="165356"/>
                  </a:lnTo>
                  <a:lnTo>
                    <a:pt x="89405" y="166556"/>
                  </a:lnTo>
                  <a:lnTo>
                    <a:pt x="88526" y="168501"/>
                  </a:lnTo>
                  <a:lnTo>
                    <a:pt x="87847" y="169488"/>
                  </a:lnTo>
                  <a:lnTo>
                    <a:pt x="87370" y="169517"/>
                  </a:lnTo>
                  <a:lnTo>
                    <a:pt x="86629" y="171098"/>
                  </a:lnTo>
                  <a:lnTo>
                    <a:pt x="85428" y="174841"/>
                  </a:lnTo>
                  <a:lnTo>
                    <a:pt x="85228" y="176581"/>
                  </a:lnTo>
                  <a:lnTo>
                    <a:pt x="83576" y="190686"/>
                  </a:lnTo>
                  <a:lnTo>
                    <a:pt x="82675" y="192351"/>
                  </a:lnTo>
                  <a:lnTo>
                    <a:pt x="80928" y="195257"/>
                  </a:lnTo>
                  <a:lnTo>
                    <a:pt x="79512" y="198737"/>
                  </a:lnTo>
                  <a:lnTo>
                    <a:pt x="78905" y="200789"/>
                  </a:lnTo>
                  <a:lnTo>
                    <a:pt x="78239" y="201701"/>
                  </a:lnTo>
                  <a:lnTo>
                    <a:pt x="74994" y="203412"/>
                  </a:lnTo>
                  <a:lnTo>
                    <a:pt x="73787" y="204326"/>
                  </a:lnTo>
                  <a:lnTo>
                    <a:pt x="72328" y="205657"/>
                  </a:lnTo>
                  <a:lnTo>
                    <a:pt x="71959" y="206854"/>
                  </a:lnTo>
                  <a:lnTo>
                    <a:pt x="71601" y="211206"/>
                  </a:lnTo>
                  <a:lnTo>
                    <a:pt x="70595" y="217448"/>
                  </a:lnTo>
                  <a:lnTo>
                    <a:pt x="69775" y="222053"/>
                  </a:lnTo>
                  <a:lnTo>
                    <a:pt x="69245" y="226058"/>
                  </a:lnTo>
                  <a:lnTo>
                    <a:pt x="68326" y="231033"/>
                  </a:lnTo>
                  <a:lnTo>
                    <a:pt x="67527" y="232704"/>
                  </a:lnTo>
                  <a:lnTo>
                    <a:pt x="66619" y="234230"/>
                  </a:lnTo>
                  <a:lnTo>
                    <a:pt x="65431" y="234984"/>
                  </a:lnTo>
                  <a:lnTo>
                    <a:pt x="63812" y="235466"/>
                  </a:lnTo>
                  <a:lnTo>
                    <a:pt x="62339" y="235324"/>
                  </a:lnTo>
                  <a:lnTo>
                    <a:pt x="61199" y="235399"/>
                  </a:lnTo>
                  <a:lnTo>
                    <a:pt x="59618" y="237157"/>
                  </a:lnTo>
                  <a:lnTo>
                    <a:pt x="58142" y="237272"/>
                  </a:lnTo>
                  <a:lnTo>
                    <a:pt x="55799" y="236259"/>
                  </a:lnTo>
                  <a:lnTo>
                    <a:pt x="53902" y="235275"/>
                  </a:lnTo>
                  <a:lnTo>
                    <a:pt x="53053" y="235070"/>
                  </a:lnTo>
                  <a:lnTo>
                    <a:pt x="51376" y="231821"/>
                  </a:lnTo>
                  <a:lnTo>
                    <a:pt x="50298" y="231879"/>
                  </a:lnTo>
                  <a:lnTo>
                    <a:pt x="48653" y="231619"/>
                  </a:lnTo>
                  <a:lnTo>
                    <a:pt x="47730" y="230874"/>
                  </a:lnTo>
                  <a:lnTo>
                    <a:pt x="46873" y="229212"/>
                  </a:lnTo>
                  <a:lnTo>
                    <a:pt x="45011" y="225943"/>
                  </a:lnTo>
                  <a:lnTo>
                    <a:pt x="43193" y="223297"/>
                  </a:lnTo>
                  <a:lnTo>
                    <a:pt x="41581" y="221730"/>
                  </a:lnTo>
                  <a:lnTo>
                    <a:pt x="40079" y="220997"/>
                  </a:lnTo>
                  <a:lnTo>
                    <a:pt x="38650" y="221649"/>
                  </a:lnTo>
                  <a:lnTo>
                    <a:pt x="37538" y="222347"/>
                  </a:lnTo>
                  <a:lnTo>
                    <a:pt x="37106" y="222697"/>
                  </a:lnTo>
                  <a:lnTo>
                    <a:pt x="36243" y="224061"/>
                  </a:lnTo>
                  <a:lnTo>
                    <a:pt x="35360" y="226650"/>
                  </a:lnTo>
                  <a:lnTo>
                    <a:pt x="34631" y="230704"/>
                  </a:lnTo>
                  <a:lnTo>
                    <a:pt x="34352" y="233186"/>
                  </a:lnTo>
                  <a:lnTo>
                    <a:pt x="33535" y="238452"/>
                  </a:lnTo>
                  <a:lnTo>
                    <a:pt x="32453" y="244772"/>
                  </a:lnTo>
                  <a:lnTo>
                    <a:pt x="31934" y="246590"/>
                  </a:lnTo>
                  <a:lnTo>
                    <a:pt x="31336" y="247940"/>
                  </a:lnTo>
                  <a:lnTo>
                    <a:pt x="30389" y="249141"/>
                  </a:lnTo>
                  <a:lnTo>
                    <a:pt x="27302" y="254159"/>
                  </a:lnTo>
                  <a:lnTo>
                    <a:pt x="25758" y="259812"/>
                  </a:lnTo>
                  <a:lnTo>
                    <a:pt x="24783" y="261457"/>
                  </a:lnTo>
                  <a:lnTo>
                    <a:pt x="23609" y="262227"/>
                  </a:lnTo>
                  <a:lnTo>
                    <a:pt x="22617" y="262712"/>
                  </a:lnTo>
                  <a:lnTo>
                    <a:pt x="22070" y="263650"/>
                  </a:lnTo>
                  <a:lnTo>
                    <a:pt x="21458" y="266509"/>
                  </a:lnTo>
                  <a:lnTo>
                    <a:pt x="20930" y="267516"/>
                  </a:lnTo>
                  <a:lnTo>
                    <a:pt x="20339" y="267909"/>
                  </a:lnTo>
                  <a:lnTo>
                    <a:pt x="18573" y="267568"/>
                  </a:lnTo>
                  <a:lnTo>
                    <a:pt x="18008" y="267277"/>
                  </a:lnTo>
                  <a:lnTo>
                    <a:pt x="13328" y="267837"/>
                  </a:lnTo>
                  <a:lnTo>
                    <a:pt x="11901" y="266931"/>
                  </a:lnTo>
                  <a:lnTo>
                    <a:pt x="10889" y="266567"/>
                  </a:lnTo>
                  <a:lnTo>
                    <a:pt x="9292" y="267750"/>
                  </a:lnTo>
                  <a:lnTo>
                    <a:pt x="8625" y="266971"/>
                  </a:lnTo>
                  <a:lnTo>
                    <a:pt x="8093" y="264599"/>
                  </a:lnTo>
                  <a:lnTo>
                    <a:pt x="7831" y="259832"/>
                  </a:lnTo>
                  <a:lnTo>
                    <a:pt x="7914" y="255783"/>
                  </a:lnTo>
                  <a:lnTo>
                    <a:pt x="8780" y="252719"/>
                  </a:lnTo>
                  <a:lnTo>
                    <a:pt x="9502" y="250474"/>
                  </a:lnTo>
                  <a:lnTo>
                    <a:pt x="10209" y="247542"/>
                  </a:lnTo>
                  <a:lnTo>
                    <a:pt x="10301" y="246232"/>
                  </a:lnTo>
                  <a:lnTo>
                    <a:pt x="10160" y="245049"/>
                  </a:lnTo>
                  <a:lnTo>
                    <a:pt x="10018" y="242639"/>
                  </a:lnTo>
                  <a:lnTo>
                    <a:pt x="9942" y="240175"/>
                  </a:lnTo>
                  <a:lnTo>
                    <a:pt x="8938" y="234785"/>
                  </a:lnTo>
                  <a:lnTo>
                    <a:pt x="7701" y="227634"/>
                  </a:lnTo>
                  <a:lnTo>
                    <a:pt x="6042" y="219658"/>
                  </a:lnTo>
                  <a:lnTo>
                    <a:pt x="5524" y="217465"/>
                  </a:lnTo>
                  <a:lnTo>
                    <a:pt x="4483" y="214002"/>
                  </a:lnTo>
                  <a:lnTo>
                    <a:pt x="624" y="207417"/>
                  </a:lnTo>
                  <a:lnTo>
                    <a:pt x="38" y="206522"/>
                  </a:lnTo>
                  <a:lnTo>
                    <a:pt x="38" y="205789"/>
                  </a:lnTo>
                  <a:lnTo>
                    <a:pt x="34" y="199401"/>
                  </a:lnTo>
                  <a:lnTo>
                    <a:pt x="30" y="190928"/>
                  </a:lnTo>
                  <a:lnTo>
                    <a:pt x="27" y="182459"/>
                  </a:lnTo>
                  <a:lnTo>
                    <a:pt x="23" y="173990"/>
                  </a:lnTo>
                  <a:lnTo>
                    <a:pt x="19" y="165520"/>
                  </a:lnTo>
                  <a:lnTo>
                    <a:pt x="14" y="157051"/>
                  </a:lnTo>
                  <a:lnTo>
                    <a:pt x="10" y="148582"/>
                  </a:lnTo>
                  <a:lnTo>
                    <a:pt x="7" y="140112"/>
                  </a:lnTo>
                  <a:lnTo>
                    <a:pt x="3" y="131640"/>
                  </a:lnTo>
                  <a:lnTo>
                    <a:pt x="0" y="124478"/>
                  </a:lnTo>
                  <a:lnTo>
                    <a:pt x="2779" y="124478"/>
                  </a:lnTo>
                  <a:lnTo>
                    <a:pt x="6217" y="124478"/>
                  </a:lnTo>
                  <a:lnTo>
                    <a:pt x="10303" y="124478"/>
                  </a:lnTo>
                  <a:lnTo>
                    <a:pt x="12109" y="124478"/>
                  </a:lnTo>
                  <a:lnTo>
                    <a:pt x="12213" y="123347"/>
                  </a:lnTo>
                  <a:lnTo>
                    <a:pt x="12210" y="118092"/>
                  </a:lnTo>
                  <a:lnTo>
                    <a:pt x="12203" y="106035"/>
                  </a:lnTo>
                  <a:lnTo>
                    <a:pt x="12196" y="93982"/>
                  </a:lnTo>
                  <a:lnTo>
                    <a:pt x="12188" y="81929"/>
                  </a:lnTo>
                  <a:lnTo>
                    <a:pt x="12181" y="69875"/>
                  </a:lnTo>
                  <a:lnTo>
                    <a:pt x="12172" y="57819"/>
                  </a:lnTo>
                  <a:lnTo>
                    <a:pt x="12165" y="45766"/>
                  </a:lnTo>
                  <a:lnTo>
                    <a:pt x="12158" y="33712"/>
                  </a:lnTo>
                  <a:lnTo>
                    <a:pt x="12150" y="21656"/>
                  </a:lnTo>
                  <a:lnTo>
                    <a:pt x="12147" y="15697"/>
                  </a:lnTo>
                  <a:lnTo>
                    <a:pt x="15297" y="15342"/>
                  </a:lnTo>
                  <a:lnTo>
                    <a:pt x="18918" y="14125"/>
                  </a:lnTo>
                  <a:lnTo>
                    <a:pt x="24789" y="12145"/>
                  </a:lnTo>
                  <a:lnTo>
                    <a:pt x="30257" y="9695"/>
                  </a:lnTo>
                  <a:lnTo>
                    <a:pt x="33824" y="8261"/>
                  </a:lnTo>
                  <a:lnTo>
                    <a:pt x="38055" y="6558"/>
                  </a:lnTo>
                  <a:lnTo>
                    <a:pt x="39510" y="6267"/>
                  </a:lnTo>
                  <a:lnTo>
                    <a:pt x="39903" y="6498"/>
                  </a:lnTo>
                  <a:lnTo>
                    <a:pt x="40477" y="7084"/>
                  </a:lnTo>
                  <a:lnTo>
                    <a:pt x="42440" y="13103"/>
                  </a:lnTo>
                  <a:lnTo>
                    <a:pt x="43664" y="17694"/>
                  </a:lnTo>
                  <a:lnTo>
                    <a:pt x="43913" y="19659"/>
                  </a:lnTo>
                  <a:lnTo>
                    <a:pt x="44146" y="19867"/>
                  </a:lnTo>
                  <a:lnTo>
                    <a:pt x="44724" y="19555"/>
                  </a:lnTo>
                  <a:lnTo>
                    <a:pt x="45374" y="18814"/>
                  </a:lnTo>
                  <a:lnTo>
                    <a:pt x="47370" y="14240"/>
                  </a:lnTo>
                  <a:lnTo>
                    <a:pt x="47786" y="13048"/>
                  </a:lnTo>
                  <a:lnTo>
                    <a:pt x="49057" y="10829"/>
                  </a:lnTo>
                  <a:lnTo>
                    <a:pt x="50600" y="8567"/>
                  </a:lnTo>
                  <a:lnTo>
                    <a:pt x="51997" y="6968"/>
                  </a:lnTo>
                  <a:lnTo>
                    <a:pt x="53399" y="5632"/>
                  </a:lnTo>
                  <a:lnTo>
                    <a:pt x="54048" y="5964"/>
                  </a:lnTo>
                  <a:lnTo>
                    <a:pt x="54812" y="7118"/>
                  </a:lnTo>
                  <a:lnTo>
                    <a:pt x="55491" y="7834"/>
                  </a:lnTo>
                  <a:lnTo>
                    <a:pt x="58679" y="2276"/>
                  </a:lnTo>
                  <a:lnTo>
                    <a:pt x="60104" y="998"/>
                  </a:lnTo>
                  <a:lnTo>
                    <a:pt x="63844" y="0"/>
                  </a:lnTo>
                  <a:close/>
                </a:path>
              </a:pathLst>
            </a:custGeom>
            <a:solidFill>
              <a:srgbClr val="BCD9B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g247"/>
            <p:cNvSpPr/>
            <p:nvPr/>
          </p:nvSpPr>
          <p:spPr>
            <a:xfrm>
              <a:off x="3509602" y="3309142"/>
              <a:ext cx="158094" cy="257850"/>
            </a:xfrm>
            <a:custGeom>
              <a:avLst/>
              <a:pathLst>
                <a:path w="158094" h="257850">
                  <a:moveTo>
                    <a:pt x="102724" y="2262"/>
                  </a:moveTo>
                  <a:lnTo>
                    <a:pt x="103586" y="5937"/>
                  </a:lnTo>
                  <a:lnTo>
                    <a:pt x="103995" y="7222"/>
                  </a:lnTo>
                  <a:lnTo>
                    <a:pt x="107548" y="15910"/>
                  </a:lnTo>
                  <a:lnTo>
                    <a:pt x="108236" y="17974"/>
                  </a:lnTo>
                  <a:lnTo>
                    <a:pt x="109995" y="24288"/>
                  </a:lnTo>
                  <a:lnTo>
                    <a:pt x="111072" y="28549"/>
                  </a:lnTo>
                  <a:lnTo>
                    <a:pt x="112306" y="34671"/>
                  </a:lnTo>
                  <a:lnTo>
                    <a:pt x="112428" y="37996"/>
                  </a:lnTo>
                  <a:lnTo>
                    <a:pt x="112263" y="40846"/>
                  </a:lnTo>
                  <a:lnTo>
                    <a:pt x="112018" y="48921"/>
                  </a:lnTo>
                  <a:lnTo>
                    <a:pt x="111695" y="51247"/>
                  </a:lnTo>
                  <a:lnTo>
                    <a:pt x="110137" y="55596"/>
                  </a:lnTo>
                  <a:lnTo>
                    <a:pt x="110070" y="57554"/>
                  </a:lnTo>
                  <a:lnTo>
                    <a:pt x="110390" y="59184"/>
                  </a:lnTo>
                  <a:lnTo>
                    <a:pt x="110865" y="59855"/>
                  </a:lnTo>
                  <a:lnTo>
                    <a:pt x="111155" y="60664"/>
                  </a:lnTo>
                  <a:lnTo>
                    <a:pt x="110978" y="64429"/>
                  </a:lnTo>
                  <a:lnTo>
                    <a:pt x="111538" y="65906"/>
                  </a:lnTo>
                  <a:lnTo>
                    <a:pt x="112709" y="66892"/>
                  </a:lnTo>
                  <a:lnTo>
                    <a:pt x="115666" y="67564"/>
                  </a:lnTo>
                  <a:lnTo>
                    <a:pt x="117204" y="68108"/>
                  </a:lnTo>
                  <a:lnTo>
                    <a:pt x="118413" y="68867"/>
                  </a:lnTo>
                  <a:lnTo>
                    <a:pt x="118991" y="69229"/>
                  </a:lnTo>
                  <a:lnTo>
                    <a:pt x="119309" y="70562"/>
                  </a:lnTo>
                  <a:lnTo>
                    <a:pt x="118811" y="74909"/>
                  </a:lnTo>
                  <a:lnTo>
                    <a:pt x="119157" y="77628"/>
                  </a:lnTo>
                  <a:lnTo>
                    <a:pt x="120169" y="79925"/>
                  </a:lnTo>
                  <a:lnTo>
                    <a:pt x="121193" y="80899"/>
                  </a:lnTo>
                  <a:lnTo>
                    <a:pt x="122175" y="81460"/>
                  </a:lnTo>
                  <a:lnTo>
                    <a:pt x="125596" y="82875"/>
                  </a:lnTo>
                  <a:lnTo>
                    <a:pt x="127017" y="84471"/>
                  </a:lnTo>
                  <a:lnTo>
                    <a:pt x="128892" y="89574"/>
                  </a:lnTo>
                  <a:lnTo>
                    <a:pt x="131247" y="94212"/>
                  </a:lnTo>
                  <a:lnTo>
                    <a:pt x="131819" y="96674"/>
                  </a:lnTo>
                  <a:lnTo>
                    <a:pt x="131713" y="98908"/>
                  </a:lnTo>
                  <a:lnTo>
                    <a:pt x="131014" y="101619"/>
                  </a:lnTo>
                  <a:lnTo>
                    <a:pt x="131122" y="102739"/>
                  </a:lnTo>
                  <a:lnTo>
                    <a:pt x="132203" y="105453"/>
                  </a:lnTo>
                  <a:lnTo>
                    <a:pt x="133444" y="108233"/>
                  </a:lnTo>
                  <a:lnTo>
                    <a:pt x="135710" y="111326"/>
                  </a:lnTo>
                  <a:lnTo>
                    <a:pt x="139638" y="116166"/>
                  </a:lnTo>
                  <a:lnTo>
                    <a:pt x="141437" y="119408"/>
                  </a:lnTo>
                  <a:lnTo>
                    <a:pt x="142051" y="121863"/>
                  </a:lnTo>
                  <a:lnTo>
                    <a:pt x="143055" y="124534"/>
                  </a:lnTo>
                  <a:lnTo>
                    <a:pt x="144460" y="126978"/>
                  </a:lnTo>
                  <a:lnTo>
                    <a:pt x="145401" y="128861"/>
                  </a:lnTo>
                  <a:lnTo>
                    <a:pt x="144752" y="134179"/>
                  </a:lnTo>
                  <a:lnTo>
                    <a:pt x="144948" y="135925"/>
                  </a:lnTo>
                  <a:lnTo>
                    <a:pt x="145298" y="137441"/>
                  </a:lnTo>
                  <a:lnTo>
                    <a:pt x="146116" y="139532"/>
                  </a:lnTo>
                  <a:lnTo>
                    <a:pt x="146445" y="142226"/>
                  </a:lnTo>
                  <a:lnTo>
                    <a:pt x="147259" y="145588"/>
                  </a:lnTo>
                  <a:lnTo>
                    <a:pt x="148227" y="147116"/>
                  </a:lnTo>
                  <a:lnTo>
                    <a:pt x="149844" y="147686"/>
                  </a:lnTo>
                  <a:lnTo>
                    <a:pt x="150698" y="149244"/>
                  </a:lnTo>
                  <a:lnTo>
                    <a:pt x="152475" y="151920"/>
                  </a:lnTo>
                  <a:lnTo>
                    <a:pt x="154195" y="154227"/>
                  </a:lnTo>
                  <a:lnTo>
                    <a:pt x="154933" y="155820"/>
                  </a:lnTo>
                  <a:lnTo>
                    <a:pt x="155388" y="157233"/>
                  </a:lnTo>
                  <a:lnTo>
                    <a:pt x="155779" y="158898"/>
                  </a:lnTo>
                  <a:lnTo>
                    <a:pt x="155971" y="160561"/>
                  </a:lnTo>
                  <a:lnTo>
                    <a:pt x="156013" y="164158"/>
                  </a:lnTo>
                  <a:lnTo>
                    <a:pt x="156308" y="168624"/>
                  </a:lnTo>
                  <a:lnTo>
                    <a:pt x="157230" y="171677"/>
                  </a:lnTo>
                  <a:lnTo>
                    <a:pt x="158094" y="173956"/>
                  </a:lnTo>
                  <a:lnTo>
                    <a:pt x="154580" y="171336"/>
                  </a:lnTo>
                  <a:lnTo>
                    <a:pt x="154055" y="171280"/>
                  </a:lnTo>
                  <a:lnTo>
                    <a:pt x="153430" y="171735"/>
                  </a:lnTo>
                  <a:lnTo>
                    <a:pt x="151596" y="174946"/>
                  </a:lnTo>
                  <a:lnTo>
                    <a:pt x="151010" y="175339"/>
                  </a:lnTo>
                  <a:lnTo>
                    <a:pt x="150346" y="175057"/>
                  </a:lnTo>
                  <a:lnTo>
                    <a:pt x="148701" y="174665"/>
                  </a:lnTo>
                  <a:lnTo>
                    <a:pt x="143106" y="172126"/>
                  </a:lnTo>
                  <a:lnTo>
                    <a:pt x="138797" y="169686"/>
                  </a:lnTo>
                  <a:lnTo>
                    <a:pt x="137504" y="168800"/>
                  </a:lnTo>
                  <a:lnTo>
                    <a:pt x="135204" y="167960"/>
                  </a:lnTo>
                  <a:lnTo>
                    <a:pt x="133682" y="169621"/>
                  </a:lnTo>
                  <a:lnTo>
                    <a:pt x="132255" y="175330"/>
                  </a:lnTo>
                  <a:lnTo>
                    <a:pt x="131843" y="176457"/>
                  </a:lnTo>
                  <a:lnTo>
                    <a:pt x="129599" y="178145"/>
                  </a:lnTo>
                  <a:lnTo>
                    <a:pt x="128541" y="177686"/>
                  </a:lnTo>
                  <a:lnTo>
                    <a:pt x="125947" y="179249"/>
                  </a:lnTo>
                  <a:lnTo>
                    <a:pt x="121944" y="176888"/>
                  </a:lnTo>
                  <a:lnTo>
                    <a:pt x="120515" y="177356"/>
                  </a:lnTo>
                  <a:lnTo>
                    <a:pt x="119393" y="178546"/>
                  </a:lnTo>
                  <a:lnTo>
                    <a:pt x="116516" y="181135"/>
                  </a:lnTo>
                  <a:lnTo>
                    <a:pt x="114770" y="182609"/>
                  </a:lnTo>
                  <a:lnTo>
                    <a:pt x="112740" y="183955"/>
                  </a:lnTo>
                  <a:lnTo>
                    <a:pt x="110812" y="186010"/>
                  </a:lnTo>
                  <a:lnTo>
                    <a:pt x="109514" y="187137"/>
                  </a:lnTo>
                  <a:lnTo>
                    <a:pt x="108243" y="187125"/>
                  </a:lnTo>
                  <a:lnTo>
                    <a:pt x="107097" y="185959"/>
                  </a:lnTo>
                  <a:lnTo>
                    <a:pt x="105843" y="184957"/>
                  </a:lnTo>
                  <a:lnTo>
                    <a:pt x="104343" y="184752"/>
                  </a:lnTo>
                  <a:lnTo>
                    <a:pt x="102779" y="185342"/>
                  </a:lnTo>
                  <a:lnTo>
                    <a:pt x="101453" y="187623"/>
                  </a:lnTo>
                  <a:lnTo>
                    <a:pt x="100917" y="189246"/>
                  </a:lnTo>
                  <a:lnTo>
                    <a:pt x="99764" y="193566"/>
                  </a:lnTo>
                  <a:lnTo>
                    <a:pt x="98405" y="200595"/>
                  </a:lnTo>
                  <a:lnTo>
                    <a:pt x="97871" y="202011"/>
                  </a:lnTo>
                  <a:lnTo>
                    <a:pt x="97723" y="202148"/>
                  </a:lnTo>
                  <a:lnTo>
                    <a:pt x="97388" y="202744"/>
                  </a:lnTo>
                  <a:lnTo>
                    <a:pt x="91124" y="199229"/>
                  </a:lnTo>
                  <a:lnTo>
                    <a:pt x="88428" y="198417"/>
                  </a:lnTo>
                  <a:lnTo>
                    <a:pt x="86607" y="199497"/>
                  </a:lnTo>
                  <a:lnTo>
                    <a:pt x="84323" y="197531"/>
                  </a:lnTo>
                  <a:lnTo>
                    <a:pt x="83326" y="197185"/>
                  </a:lnTo>
                  <a:lnTo>
                    <a:pt x="82856" y="197802"/>
                  </a:lnTo>
                  <a:lnTo>
                    <a:pt x="81586" y="196916"/>
                  </a:lnTo>
                  <a:lnTo>
                    <a:pt x="79516" y="194524"/>
                  </a:lnTo>
                  <a:lnTo>
                    <a:pt x="77532" y="193514"/>
                  </a:lnTo>
                  <a:lnTo>
                    <a:pt x="75759" y="193859"/>
                  </a:lnTo>
                  <a:lnTo>
                    <a:pt x="74670" y="193060"/>
                  </a:lnTo>
                  <a:lnTo>
                    <a:pt x="73798" y="190729"/>
                  </a:lnTo>
                  <a:lnTo>
                    <a:pt x="72665" y="186456"/>
                  </a:lnTo>
                  <a:lnTo>
                    <a:pt x="70627" y="182217"/>
                  </a:lnTo>
                  <a:lnTo>
                    <a:pt x="67897" y="178816"/>
                  </a:lnTo>
                  <a:lnTo>
                    <a:pt x="66192" y="176258"/>
                  </a:lnTo>
                  <a:lnTo>
                    <a:pt x="65511" y="174544"/>
                  </a:lnTo>
                  <a:lnTo>
                    <a:pt x="64042" y="173596"/>
                  </a:lnTo>
                  <a:lnTo>
                    <a:pt x="61787" y="173415"/>
                  </a:lnTo>
                  <a:lnTo>
                    <a:pt x="59623" y="175092"/>
                  </a:lnTo>
                  <a:lnTo>
                    <a:pt x="56517" y="180392"/>
                  </a:lnTo>
                  <a:lnTo>
                    <a:pt x="53630" y="191265"/>
                  </a:lnTo>
                  <a:lnTo>
                    <a:pt x="52024" y="195426"/>
                  </a:lnTo>
                  <a:lnTo>
                    <a:pt x="50735" y="196501"/>
                  </a:lnTo>
                  <a:lnTo>
                    <a:pt x="50410" y="199121"/>
                  </a:lnTo>
                  <a:lnTo>
                    <a:pt x="51049" y="203286"/>
                  </a:lnTo>
                  <a:lnTo>
                    <a:pt x="51217" y="208082"/>
                  </a:lnTo>
                  <a:lnTo>
                    <a:pt x="50766" y="216225"/>
                  </a:lnTo>
                  <a:lnTo>
                    <a:pt x="50932" y="222144"/>
                  </a:lnTo>
                  <a:lnTo>
                    <a:pt x="50243" y="221205"/>
                  </a:lnTo>
                  <a:lnTo>
                    <a:pt x="49585" y="218430"/>
                  </a:lnTo>
                  <a:lnTo>
                    <a:pt x="49276" y="217872"/>
                  </a:lnTo>
                  <a:lnTo>
                    <a:pt x="47371" y="219118"/>
                  </a:lnTo>
                  <a:lnTo>
                    <a:pt x="46384" y="220245"/>
                  </a:lnTo>
                  <a:lnTo>
                    <a:pt x="45857" y="221346"/>
                  </a:lnTo>
                  <a:lnTo>
                    <a:pt x="45455" y="221512"/>
                  </a:lnTo>
                  <a:lnTo>
                    <a:pt x="44851" y="219997"/>
                  </a:lnTo>
                  <a:lnTo>
                    <a:pt x="44375" y="219724"/>
                  </a:lnTo>
                  <a:lnTo>
                    <a:pt x="43625" y="220004"/>
                  </a:lnTo>
                  <a:lnTo>
                    <a:pt x="42859" y="219977"/>
                  </a:lnTo>
                  <a:lnTo>
                    <a:pt x="42362" y="219781"/>
                  </a:lnTo>
                  <a:lnTo>
                    <a:pt x="42036" y="219915"/>
                  </a:lnTo>
                  <a:lnTo>
                    <a:pt x="41137" y="219019"/>
                  </a:lnTo>
                  <a:lnTo>
                    <a:pt x="37860" y="216730"/>
                  </a:lnTo>
                  <a:lnTo>
                    <a:pt x="37298" y="215972"/>
                  </a:lnTo>
                  <a:lnTo>
                    <a:pt x="36644" y="216051"/>
                  </a:lnTo>
                  <a:lnTo>
                    <a:pt x="34944" y="218043"/>
                  </a:lnTo>
                  <a:lnTo>
                    <a:pt x="34045" y="218597"/>
                  </a:lnTo>
                  <a:lnTo>
                    <a:pt x="31338" y="219831"/>
                  </a:lnTo>
                  <a:lnTo>
                    <a:pt x="28435" y="220434"/>
                  </a:lnTo>
                  <a:lnTo>
                    <a:pt x="27326" y="220466"/>
                  </a:lnTo>
                  <a:lnTo>
                    <a:pt x="26563" y="221348"/>
                  </a:lnTo>
                  <a:lnTo>
                    <a:pt x="26071" y="222597"/>
                  </a:lnTo>
                  <a:lnTo>
                    <a:pt x="25738" y="225361"/>
                  </a:lnTo>
                  <a:lnTo>
                    <a:pt x="25168" y="230110"/>
                  </a:lnTo>
                  <a:lnTo>
                    <a:pt x="24930" y="231401"/>
                  </a:lnTo>
                  <a:lnTo>
                    <a:pt x="24970" y="233297"/>
                  </a:lnTo>
                  <a:lnTo>
                    <a:pt x="24801" y="236481"/>
                  </a:lnTo>
                  <a:lnTo>
                    <a:pt x="24720" y="239338"/>
                  </a:lnTo>
                  <a:lnTo>
                    <a:pt x="24830" y="241253"/>
                  </a:lnTo>
                  <a:lnTo>
                    <a:pt x="24010" y="245115"/>
                  </a:lnTo>
                  <a:lnTo>
                    <a:pt x="23015" y="249791"/>
                  </a:lnTo>
                  <a:lnTo>
                    <a:pt x="22188" y="253810"/>
                  </a:lnTo>
                  <a:lnTo>
                    <a:pt x="21355" y="257850"/>
                  </a:lnTo>
                  <a:lnTo>
                    <a:pt x="20778" y="255081"/>
                  </a:lnTo>
                  <a:lnTo>
                    <a:pt x="20420" y="251839"/>
                  </a:lnTo>
                  <a:lnTo>
                    <a:pt x="20283" y="248123"/>
                  </a:lnTo>
                  <a:lnTo>
                    <a:pt x="20361" y="247135"/>
                  </a:lnTo>
                  <a:lnTo>
                    <a:pt x="20137" y="246031"/>
                  </a:lnTo>
                  <a:lnTo>
                    <a:pt x="20120" y="245790"/>
                  </a:lnTo>
                  <a:lnTo>
                    <a:pt x="19842" y="242988"/>
                  </a:lnTo>
                  <a:lnTo>
                    <a:pt x="20124" y="241035"/>
                  </a:lnTo>
                  <a:lnTo>
                    <a:pt x="19893" y="238982"/>
                  </a:lnTo>
                  <a:lnTo>
                    <a:pt x="19219" y="236970"/>
                  </a:lnTo>
                  <a:lnTo>
                    <a:pt x="18608" y="235432"/>
                  </a:lnTo>
                  <a:lnTo>
                    <a:pt x="18251" y="234041"/>
                  </a:lnTo>
                  <a:lnTo>
                    <a:pt x="17960" y="233448"/>
                  </a:lnTo>
                  <a:lnTo>
                    <a:pt x="17283" y="233235"/>
                  </a:lnTo>
                  <a:lnTo>
                    <a:pt x="16377" y="232522"/>
                  </a:lnTo>
                  <a:lnTo>
                    <a:pt x="15178" y="229494"/>
                  </a:lnTo>
                  <a:lnTo>
                    <a:pt x="14011" y="226550"/>
                  </a:lnTo>
                  <a:lnTo>
                    <a:pt x="12519" y="222782"/>
                  </a:lnTo>
                  <a:lnTo>
                    <a:pt x="11321" y="219522"/>
                  </a:lnTo>
                  <a:lnTo>
                    <a:pt x="9855" y="215533"/>
                  </a:lnTo>
                  <a:lnTo>
                    <a:pt x="8501" y="211847"/>
                  </a:lnTo>
                  <a:lnTo>
                    <a:pt x="7689" y="208291"/>
                  </a:lnTo>
                  <a:lnTo>
                    <a:pt x="7357" y="206248"/>
                  </a:lnTo>
                  <a:lnTo>
                    <a:pt x="7753" y="206054"/>
                  </a:lnTo>
                  <a:lnTo>
                    <a:pt x="8339" y="206009"/>
                  </a:lnTo>
                  <a:lnTo>
                    <a:pt x="8588" y="205641"/>
                  </a:lnTo>
                  <a:lnTo>
                    <a:pt x="8601" y="204689"/>
                  </a:lnTo>
                  <a:lnTo>
                    <a:pt x="7999" y="201887"/>
                  </a:lnTo>
                  <a:lnTo>
                    <a:pt x="7707" y="198314"/>
                  </a:lnTo>
                  <a:lnTo>
                    <a:pt x="7209" y="196137"/>
                  </a:lnTo>
                  <a:lnTo>
                    <a:pt x="5635" y="192788"/>
                  </a:lnTo>
                  <a:lnTo>
                    <a:pt x="4134" y="190240"/>
                  </a:lnTo>
                  <a:lnTo>
                    <a:pt x="3657" y="188932"/>
                  </a:lnTo>
                  <a:lnTo>
                    <a:pt x="3386" y="187065"/>
                  </a:lnTo>
                  <a:lnTo>
                    <a:pt x="2809" y="175246"/>
                  </a:lnTo>
                  <a:lnTo>
                    <a:pt x="2552" y="171892"/>
                  </a:lnTo>
                  <a:lnTo>
                    <a:pt x="2079" y="170422"/>
                  </a:lnTo>
                  <a:lnTo>
                    <a:pt x="1735" y="169745"/>
                  </a:lnTo>
                  <a:lnTo>
                    <a:pt x="1606" y="168911"/>
                  </a:lnTo>
                  <a:lnTo>
                    <a:pt x="1668" y="166809"/>
                  </a:lnTo>
                  <a:lnTo>
                    <a:pt x="1867" y="164927"/>
                  </a:lnTo>
                  <a:lnTo>
                    <a:pt x="1857" y="164191"/>
                  </a:lnTo>
                  <a:lnTo>
                    <a:pt x="2263" y="162541"/>
                  </a:lnTo>
                  <a:lnTo>
                    <a:pt x="2263" y="151619"/>
                  </a:lnTo>
                  <a:lnTo>
                    <a:pt x="2043" y="151062"/>
                  </a:lnTo>
                  <a:lnTo>
                    <a:pt x="1780" y="150115"/>
                  </a:lnTo>
                  <a:lnTo>
                    <a:pt x="1356" y="150187"/>
                  </a:lnTo>
                  <a:lnTo>
                    <a:pt x="877" y="150089"/>
                  </a:lnTo>
                  <a:lnTo>
                    <a:pt x="398" y="148499"/>
                  </a:lnTo>
                  <a:lnTo>
                    <a:pt x="0" y="146489"/>
                  </a:lnTo>
                  <a:lnTo>
                    <a:pt x="116" y="145071"/>
                  </a:lnTo>
                  <a:lnTo>
                    <a:pt x="534" y="143887"/>
                  </a:lnTo>
                  <a:lnTo>
                    <a:pt x="986" y="142849"/>
                  </a:lnTo>
                  <a:lnTo>
                    <a:pt x="1562" y="141984"/>
                  </a:lnTo>
                  <a:lnTo>
                    <a:pt x="3270" y="140239"/>
                  </a:lnTo>
                  <a:lnTo>
                    <a:pt x="3754" y="139366"/>
                  </a:lnTo>
                  <a:lnTo>
                    <a:pt x="4057" y="138286"/>
                  </a:lnTo>
                  <a:lnTo>
                    <a:pt x="4256" y="136827"/>
                  </a:lnTo>
                  <a:lnTo>
                    <a:pt x="5249" y="131213"/>
                  </a:lnTo>
                  <a:lnTo>
                    <a:pt x="6722" y="125610"/>
                  </a:lnTo>
                  <a:lnTo>
                    <a:pt x="7353" y="124455"/>
                  </a:lnTo>
                  <a:lnTo>
                    <a:pt x="7984" y="120747"/>
                  </a:lnTo>
                  <a:lnTo>
                    <a:pt x="8847" y="116206"/>
                  </a:lnTo>
                  <a:lnTo>
                    <a:pt x="9197" y="114098"/>
                  </a:lnTo>
                  <a:lnTo>
                    <a:pt x="9452" y="111993"/>
                  </a:lnTo>
                  <a:lnTo>
                    <a:pt x="9929" y="110296"/>
                  </a:lnTo>
                  <a:lnTo>
                    <a:pt x="11552" y="107501"/>
                  </a:lnTo>
                  <a:lnTo>
                    <a:pt x="12783" y="102607"/>
                  </a:lnTo>
                  <a:lnTo>
                    <a:pt x="14114" y="102866"/>
                  </a:lnTo>
                  <a:lnTo>
                    <a:pt x="15479" y="103652"/>
                  </a:lnTo>
                  <a:lnTo>
                    <a:pt x="17231" y="104040"/>
                  </a:lnTo>
                  <a:lnTo>
                    <a:pt x="18603" y="103086"/>
                  </a:lnTo>
                  <a:lnTo>
                    <a:pt x="19493" y="101179"/>
                  </a:lnTo>
                  <a:lnTo>
                    <a:pt x="21449" y="99663"/>
                  </a:lnTo>
                  <a:lnTo>
                    <a:pt x="23737" y="97886"/>
                  </a:lnTo>
                  <a:lnTo>
                    <a:pt x="24048" y="95262"/>
                  </a:lnTo>
                  <a:lnTo>
                    <a:pt x="24718" y="93884"/>
                  </a:lnTo>
                  <a:lnTo>
                    <a:pt x="25496" y="92674"/>
                  </a:lnTo>
                  <a:lnTo>
                    <a:pt x="25765" y="92511"/>
                  </a:lnTo>
                  <a:lnTo>
                    <a:pt x="25825" y="93385"/>
                  </a:lnTo>
                  <a:lnTo>
                    <a:pt x="26297" y="96119"/>
                  </a:lnTo>
                  <a:lnTo>
                    <a:pt x="27265" y="98826"/>
                  </a:lnTo>
                  <a:lnTo>
                    <a:pt x="28683" y="101804"/>
                  </a:lnTo>
                  <a:lnTo>
                    <a:pt x="29091" y="101616"/>
                  </a:lnTo>
                  <a:lnTo>
                    <a:pt x="29970" y="99360"/>
                  </a:lnTo>
                  <a:lnTo>
                    <a:pt x="32184" y="97967"/>
                  </a:lnTo>
                  <a:lnTo>
                    <a:pt x="32744" y="97344"/>
                  </a:lnTo>
                  <a:lnTo>
                    <a:pt x="34317" y="94062"/>
                  </a:lnTo>
                  <a:lnTo>
                    <a:pt x="36208" y="91946"/>
                  </a:lnTo>
                  <a:lnTo>
                    <a:pt x="36625" y="91759"/>
                  </a:lnTo>
                  <a:lnTo>
                    <a:pt x="37311" y="91200"/>
                  </a:lnTo>
                  <a:lnTo>
                    <a:pt x="39221" y="89020"/>
                  </a:lnTo>
                  <a:lnTo>
                    <a:pt x="40579" y="89309"/>
                  </a:lnTo>
                  <a:lnTo>
                    <a:pt x="42764" y="88965"/>
                  </a:lnTo>
                  <a:lnTo>
                    <a:pt x="46405" y="87934"/>
                  </a:lnTo>
                  <a:lnTo>
                    <a:pt x="49040" y="87589"/>
                  </a:lnTo>
                  <a:lnTo>
                    <a:pt x="50369" y="87179"/>
                  </a:lnTo>
                  <a:lnTo>
                    <a:pt x="50704" y="86739"/>
                  </a:lnTo>
                  <a:lnTo>
                    <a:pt x="51216" y="83579"/>
                  </a:lnTo>
                  <a:lnTo>
                    <a:pt x="51613" y="82694"/>
                  </a:lnTo>
                  <a:lnTo>
                    <a:pt x="52603" y="81332"/>
                  </a:lnTo>
                  <a:lnTo>
                    <a:pt x="54541" y="76566"/>
                  </a:lnTo>
                  <a:lnTo>
                    <a:pt x="55813" y="72543"/>
                  </a:lnTo>
                  <a:lnTo>
                    <a:pt x="56198" y="71093"/>
                  </a:lnTo>
                  <a:lnTo>
                    <a:pt x="56459" y="70841"/>
                  </a:lnTo>
                  <a:lnTo>
                    <a:pt x="57006" y="69147"/>
                  </a:lnTo>
                  <a:lnTo>
                    <a:pt x="56463" y="67395"/>
                  </a:lnTo>
                  <a:lnTo>
                    <a:pt x="54292" y="63831"/>
                  </a:lnTo>
                  <a:lnTo>
                    <a:pt x="54323" y="63345"/>
                  </a:lnTo>
                  <a:lnTo>
                    <a:pt x="54198" y="62733"/>
                  </a:lnTo>
                  <a:lnTo>
                    <a:pt x="54320" y="62244"/>
                  </a:lnTo>
                  <a:lnTo>
                    <a:pt x="55148" y="60793"/>
                  </a:lnTo>
                  <a:lnTo>
                    <a:pt x="56264" y="59134"/>
                  </a:lnTo>
                  <a:lnTo>
                    <a:pt x="57454" y="58515"/>
                  </a:lnTo>
                  <a:lnTo>
                    <a:pt x="60559" y="58643"/>
                  </a:lnTo>
                  <a:lnTo>
                    <a:pt x="63206" y="58290"/>
                  </a:lnTo>
                  <a:lnTo>
                    <a:pt x="63826" y="58369"/>
                  </a:lnTo>
                  <a:lnTo>
                    <a:pt x="65890" y="57528"/>
                  </a:lnTo>
                  <a:lnTo>
                    <a:pt x="67302" y="56766"/>
                  </a:lnTo>
                  <a:lnTo>
                    <a:pt x="68754" y="55050"/>
                  </a:lnTo>
                  <a:lnTo>
                    <a:pt x="72037" y="55231"/>
                  </a:lnTo>
                  <a:lnTo>
                    <a:pt x="74777" y="50862"/>
                  </a:lnTo>
                  <a:lnTo>
                    <a:pt x="75564" y="50081"/>
                  </a:lnTo>
                  <a:lnTo>
                    <a:pt x="75908" y="49397"/>
                  </a:lnTo>
                  <a:lnTo>
                    <a:pt x="76011" y="48729"/>
                  </a:lnTo>
                  <a:lnTo>
                    <a:pt x="77292" y="46999"/>
                  </a:lnTo>
                  <a:lnTo>
                    <a:pt x="78727" y="43410"/>
                  </a:lnTo>
                  <a:lnTo>
                    <a:pt x="79863" y="40185"/>
                  </a:lnTo>
                  <a:lnTo>
                    <a:pt x="80171" y="37911"/>
                  </a:lnTo>
                  <a:lnTo>
                    <a:pt x="83271" y="30188"/>
                  </a:lnTo>
                  <a:lnTo>
                    <a:pt x="84351" y="30349"/>
                  </a:lnTo>
                  <a:lnTo>
                    <a:pt x="84882" y="29397"/>
                  </a:lnTo>
                  <a:lnTo>
                    <a:pt x="86111" y="24246"/>
                  </a:lnTo>
                  <a:lnTo>
                    <a:pt x="86491" y="23297"/>
                  </a:lnTo>
                  <a:lnTo>
                    <a:pt x="87073" y="22979"/>
                  </a:lnTo>
                  <a:lnTo>
                    <a:pt x="87766" y="22396"/>
                  </a:lnTo>
                  <a:lnTo>
                    <a:pt x="88376" y="20873"/>
                  </a:lnTo>
                  <a:lnTo>
                    <a:pt x="88901" y="18606"/>
                  </a:lnTo>
                  <a:lnTo>
                    <a:pt x="88905" y="15797"/>
                  </a:lnTo>
                  <a:lnTo>
                    <a:pt x="88666" y="13543"/>
                  </a:lnTo>
                  <a:lnTo>
                    <a:pt x="88666" y="12453"/>
                  </a:lnTo>
                  <a:lnTo>
                    <a:pt x="88960" y="11451"/>
                  </a:lnTo>
                  <a:lnTo>
                    <a:pt x="89458" y="10443"/>
                  </a:lnTo>
                  <a:lnTo>
                    <a:pt x="91814" y="7670"/>
                  </a:lnTo>
                  <a:lnTo>
                    <a:pt x="92410" y="6329"/>
                  </a:lnTo>
                  <a:lnTo>
                    <a:pt x="92769" y="5127"/>
                  </a:lnTo>
                  <a:lnTo>
                    <a:pt x="93427" y="4909"/>
                  </a:lnTo>
                  <a:lnTo>
                    <a:pt x="94147" y="5028"/>
                  </a:lnTo>
                  <a:lnTo>
                    <a:pt x="94603" y="4280"/>
                  </a:lnTo>
                  <a:lnTo>
                    <a:pt x="95118" y="3016"/>
                  </a:lnTo>
                  <a:lnTo>
                    <a:pt x="96750" y="1321"/>
                  </a:lnTo>
                  <a:lnTo>
                    <a:pt x="98261" y="0"/>
                  </a:lnTo>
                  <a:lnTo>
                    <a:pt x="99848" y="558"/>
                  </a:lnTo>
                  <a:lnTo>
                    <a:pt x="101141" y="1246"/>
                  </a:lnTo>
                  <a:lnTo>
                    <a:pt x="102204" y="2040"/>
                  </a:lnTo>
                  <a:close/>
                </a:path>
              </a:pathLst>
            </a:custGeom>
            <a:solidFill>
              <a:srgbClr val="E9F3E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g248"/>
            <p:cNvSpPr/>
            <p:nvPr/>
          </p:nvSpPr>
          <p:spPr>
            <a:xfrm>
              <a:off x="2601062" y="2333828"/>
              <a:ext cx="4757" cy="2923"/>
            </a:xfrm>
            <a:custGeom>
              <a:avLst/>
              <a:pathLst>
                <a:path w="4757" h="2923">
                  <a:moveTo>
                    <a:pt x="4020" y="1868"/>
                  </a:moveTo>
                  <a:lnTo>
                    <a:pt x="2379" y="2923"/>
                  </a:lnTo>
                  <a:lnTo>
                    <a:pt x="971" y="2842"/>
                  </a:lnTo>
                  <a:lnTo>
                    <a:pt x="39" y="1882"/>
                  </a:lnTo>
                  <a:lnTo>
                    <a:pt x="0" y="1461"/>
                  </a:lnTo>
                  <a:lnTo>
                    <a:pt x="2211" y="1868"/>
                  </a:lnTo>
                  <a:lnTo>
                    <a:pt x="3060" y="1644"/>
                  </a:lnTo>
                  <a:lnTo>
                    <a:pt x="4757" y="0"/>
                  </a:lnTo>
                  <a:close/>
                </a:path>
              </a:pathLst>
            </a:custGeom>
            <a:solidFill>
              <a:srgbClr val="C3DDB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g249"/>
            <p:cNvSpPr/>
            <p:nvPr/>
          </p:nvSpPr>
          <p:spPr>
            <a:xfrm>
              <a:off x="2525420" y="2322327"/>
              <a:ext cx="1386" cy="3980"/>
            </a:xfrm>
            <a:custGeom>
              <a:avLst/>
              <a:pathLst>
                <a:path w="1386" h="3980">
                  <a:moveTo>
                    <a:pt x="613" y="2947"/>
                  </a:moveTo>
                  <a:lnTo>
                    <a:pt x="0" y="3980"/>
                  </a:lnTo>
                  <a:lnTo>
                    <a:pt x="148" y="2967"/>
                  </a:lnTo>
                  <a:lnTo>
                    <a:pt x="897" y="385"/>
                  </a:lnTo>
                  <a:lnTo>
                    <a:pt x="1386" y="0"/>
                  </a:lnTo>
                  <a:close/>
                </a:path>
              </a:pathLst>
            </a:custGeom>
            <a:solidFill>
              <a:srgbClr val="C3DDB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g250"/>
            <p:cNvSpPr/>
            <p:nvPr/>
          </p:nvSpPr>
          <p:spPr>
            <a:xfrm>
              <a:off x="2518438" y="2310114"/>
              <a:ext cx="1848" cy="5214"/>
            </a:xfrm>
            <a:custGeom>
              <a:avLst/>
              <a:pathLst>
                <a:path w="1848" h="5214">
                  <a:moveTo>
                    <a:pt x="1640" y="3651"/>
                  </a:moveTo>
                  <a:lnTo>
                    <a:pt x="0" y="5214"/>
                  </a:lnTo>
                  <a:lnTo>
                    <a:pt x="637" y="1224"/>
                  </a:lnTo>
                  <a:lnTo>
                    <a:pt x="1156" y="0"/>
                  </a:lnTo>
                  <a:lnTo>
                    <a:pt x="1848" y="412"/>
                  </a:lnTo>
                  <a:lnTo>
                    <a:pt x="1751" y="2823"/>
                  </a:lnTo>
                  <a:close/>
                </a:path>
              </a:pathLst>
            </a:custGeom>
            <a:solidFill>
              <a:srgbClr val="C3DDB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g251"/>
            <p:cNvSpPr/>
            <p:nvPr/>
          </p:nvSpPr>
          <p:spPr>
            <a:xfrm>
              <a:off x="2589310" y="2287303"/>
              <a:ext cx="2063" cy="2825"/>
            </a:xfrm>
            <a:custGeom>
              <a:avLst/>
              <a:pathLst>
                <a:path w="2063" h="2825">
                  <a:moveTo>
                    <a:pt x="1464" y="2582"/>
                  </a:moveTo>
                  <a:lnTo>
                    <a:pt x="961" y="2825"/>
                  </a:lnTo>
                  <a:lnTo>
                    <a:pt x="843" y="2402"/>
                  </a:lnTo>
                  <a:lnTo>
                    <a:pt x="67" y="1183"/>
                  </a:lnTo>
                  <a:lnTo>
                    <a:pt x="0" y="577"/>
                  </a:lnTo>
                  <a:lnTo>
                    <a:pt x="679" y="0"/>
                  </a:lnTo>
                  <a:lnTo>
                    <a:pt x="2063" y="297"/>
                  </a:lnTo>
                  <a:lnTo>
                    <a:pt x="1568" y="1826"/>
                  </a:lnTo>
                  <a:close/>
                </a:path>
              </a:pathLst>
            </a:custGeom>
            <a:solidFill>
              <a:srgbClr val="C3DDB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g252"/>
            <p:cNvSpPr/>
            <p:nvPr/>
          </p:nvSpPr>
          <p:spPr>
            <a:xfrm>
              <a:off x="2433607" y="2283842"/>
              <a:ext cx="3477" cy="3829"/>
            </a:xfrm>
            <a:custGeom>
              <a:avLst/>
              <a:pathLst>
                <a:path w="3477" h="3829">
                  <a:moveTo>
                    <a:pt x="1979" y="3220"/>
                  </a:moveTo>
                  <a:lnTo>
                    <a:pt x="509" y="3829"/>
                  </a:lnTo>
                  <a:lnTo>
                    <a:pt x="0" y="3572"/>
                  </a:lnTo>
                  <a:lnTo>
                    <a:pt x="1621" y="669"/>
                  </a:lnTo>
                  <a:lnTo>
                    <a:pt x="3477" y="0"/>
                  </a:lnTo>
                  <a:close/>
                </a:path>
              </a:pathLst>
            </a:custGeom>
            <a:solidFill>
              <a:srgbClr val="C3DDB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g253"/>
            <p:cNvSpPr/>
            <p:nvPr/>
          </p:nvSpPr>
          <p:spPr>
            <a:xfrm>
              <a:off x="2432353" y="2283539"/>
              <a:ext cx="5904" cy="7781"/>
            </a:xfrm>
            <a:custGeom>
              <a:avLst/>
              <a:pathLst>
                <a:path w="5904" h="7781">
                  <a:moveTo>
                    <a:pt x="4802" y="6963"/>
                  </a:moveTo>
                  <a:lnTo>
                    <a:pt x="3863" y="7553"/>
                  </a:lnTo>
                  <a:lnTo>
                    <a:pt x="2257" y="7006"/>
                  </a:lnTo>
                  <a:lnTo>
                    <a:pt x="491" y="7765"/>
                  </a:lnTo>
                  <a:lnTo>
                    <a:pt x="0" y="7781"/>
                  </a:lnTo>
                  <a:lnTo>
                    <a:pt x="1311" y="5585"/>
                  </a:lnTo>
                  <a:lnTo>
                    <a:pt x="3328" y="4234"/>
                  </a:lnTo>
                  <a:lnTo>
                    <a:pt x="5339" y="105"/>
                  </a:lnTo>
                  <a:lnTo>
                    <a:pt x="5904" y="0"/>
                  </a:lnTo>
                  <a:lnTo>
                    <a:pt x="5139" y="4677"/>
                  </a:lnTo>
                  <a:lnTo>
                    <a:pt x="4983" y="6349"/>
                  </a:lnTo>
                  <a:close/>
                </a:path>
              </a:pathLst>
            </a:custGeom>
            <a:solidFill>
              <a:srgbClr val="C3DDB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g254"/>
            <p:cNvSpPr/>
            <p:nvPr/>
          </p:nvSpPr>
          <p:spPr>
            <a:xfrm>
              <a:off x="2467013" y="2245380"/>
              <a:ext cx="3544" cy="3878"/>
            </a:xfrm>
            <a:custGeom>
              <a:avLst/>
              <a:pathLst>
                <a:path w="3544" h="3878">
                  <a:moveTo>
                    <a:pt x="1108" y="3638"/>
                  </a:moveTo>
                  <a:lnTo>
                    <a:pt x="0" y="3878"/>
                  </a:lnTo>
                  <a:lnTo>
                    <a:pt x="264" y="2852"/>
                  </a:lnTo>
                  <a:lnTo>
                    <a:pt x="1776" y="1024"/>
                  </a:lnTo>
                  <a:lnTo>
                    <a:pt x="2888" y="0"/>
                  </a:lnTo>
                  <a:lnTo>
                    <a:pt x="3544" y="21"/>
                  </a:lnTo>
                  <a:lnTo>
                    <a:pt x="2476" y="2262"/>
                  </a:lnTo>
                  <a:close/>
                </a:path>
              </a:pathLst>
            </a:custGeom>
            <a:solidFill>
              <a:srgbClr val="C3DDB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g255"/>
            <p:cNvSpPr/>
            <p:nvPr/>
          </p:nvSpPr>
          <p:spPr>
            <a:xfrm>
              <a:off x="2584270" y="2244978"/>
              <a:ext cx="20319" cy="42468"/>
            </a:xfrm>
            <a:custGeom>
              <a:avLst/>
              <a:pathLst>
                <a:path w="20319" h="42468">
                  <a:moveTo>
                    <a:pt x="4754" y="31469"/>
                  </a:moveTo>
                  <a:lnTo>
                    <a:pt x="5167" y="31694"/>
                  </a:lnTo>
                  <a:lnTo>
                    <a:pt x="6809" y="30263"/>
                  </a:lnTo>
                  <a:lnTo>
                    <a:pt x="7678" y="30323"/>
                  </a:lnTo>
                  <a:lnTo>
                    <a:pt x="7640" y="31354"/>
                  </a:lnTo>
                  <a:lnTo>
                    <a:pt x="6228" y="32475"/>
                  </a:lnTo>
                  <a:lnTo>
                    <a:pt x="5578" y="33316"/>
                  </a:lnTo>
                  <a:lnTo>
                    <a:pt x="6394" y="34096"/>
                  </a:lnTo>
                  <a:lnTo>
                    <a:pt x="6383" y="34623"/>
                  </a:lnTo>
                  <a:lnTo>
                    <a:pt x="5403" y="35893"/>
                  </a:lnTo>
                  <a:lnTo>
                    <a:pt x="4914" y="37270"/>
                  </a:lnTo>
                  <a:lnTo>
                    <a:pt x="5317" y="38601"/>
                  </a:lnTo>
                  <a:lnTo>
                    <a:pt x="6885" y="37291"/>
                  </a:lnTo>
                  <a:lnTo>
                    <a:pt x="7528" y="37279"/>
                  </a:lnTo>
                  <a:lnTo>
                    <a:pt x="8399" y="37575"/>
                  </a:lnTo>
                  <a:lnTo>
                    <a:pt x="9230" y="37181"/>
                  </a:lnTo>
                  <a:lnTo>
                    <a:pt x="9704" y="36533"/>
                  </a:lnTo>
                  <a:lnTo>
                    <a:pt x="12466" y="31416"/>
                  </a:lnTo>
                  <a:lnTo>
                    <a:pt x="12610" y="30761"/>
                  </a:lnTo>
                  <a:lnTo>
                    <a:pt x="9633" y="31818"/>
                  </a:lnTo>
                  <a:lnTo>
                    <a:pt x="9286" y="31118"/>
                  </a:lnTo>
                  <a:lnTo>
                    <a:pt x="11238" y="28021"/>
                  </a:lnTo>
                  <a:lnTo>
                    <a:pt x="11085" y="26389"/>
                  </a:lnTo>
                  <a:lnTo>
                    <a:pt x="12070" y="23812"/>
                  </a:lnTo>
                  <a:lnTo>
                    <a:pt x="12972" y="22282"/>
                  </a:lnTo>
                  <a:lnTo>
                    <a:pt x="13635" y="21427"/>
                  </a:lnTo>
                  <a:lnTo>
                    <a:pt x="14592" y="20639"/>
                  </a:lnTo>
                  <a:lnTo>
                    <a:pt x="15251" y="21854"/>
                  </a:lnTo>
                  <a:lnTo>
                    <a:pt x="15463" y="24057"/>
                  </a:lnTo>
                  <a:lnTo>
                    <a:pt x="17096" y="23748"/>
                  </a:lnTo>
                  <a:lnTo>
                    <a:pt x="18693" y="24193"/>
                  </a:lnTo>
                  <a:lnTo>
                    <a:pt x="19868" y="25122"/>
                  </a:lnTo>
                  <a:lnTo>
                    <a:pt x="20051" y="25657"/>
                  </a:lnTo>
                  <a:lnTo>
                    <a:pt x="20066" y="26498"/>
                  </a:lnTo>
                  <a:lnTo>
                    <a:pt x="19675" y="28015"/>
                  </a:lnTo>
                  <a:lnTo>
                    <a:pt x="19027" y="29261"/>
                  </a:lnTo>
                  <a:lnTo>
                    <a:pt x="20319" y="30866"/>
                  </a:lnTo>
                  <a:lnTo>
                    <a:pt x="20146" y="31563"/>
                  </a:lnTo>
                  <a:lnTo>
                    <a:pt x="18030" y="33368"/>
                  </a:lnTo>
                  <a:lnTo>
                    <a:pt x="16828" y="35187"/>
                  </a:lnTo>
                  <a:lnTo>
                    <a:pt x="15724" y="37429"/>
                  </a:lnTo>
                  <a:lnTo>
                    <a:pt x="13518" y="40041"/>
                  </a:lnTo>
                  <a:lnTo>
                    <a:pt x="10022" y="41927"/>
                  </a:lnTo>
                  <a:lnTo>
                    <a:pt x="8916" y="41927"/>
                  </a:lnTo>
                  <a:lnTo>
                    <a:pt x="7601" y="41339"/>
                  </a:lnTo>
                  <a:lnTo>
                    <a:pt x="6297" y="41473"/>
                  </a:lnTo>
                  <a:lnTo>
                    <a:pt x="5016" y="42176"/>
                  </a:lnTo>
                  <a:lnTo>
                    <a:pt x="3764" y="42098"/>
                  </a:lnTo>
                  <a:lnTo>
                    <a:pt x="3156" y="42468"/>
                  </a:lnTo>
                  <a:lnTo>
                    <a:pt x="2579" y="42427"/>
                  </a:lnTo>
                  <a:lnTo>
                    <a:pt x="2094" y="41700"/>
                  </a:lnTo>
                  <a:lnTo>
                    <a:pt x="1059" y="39614"/>
                  </a:lnTo>
                  <a:lnTo>
                    <a:pt x="554" y="38221"/>
                  </a:lnTo>
                  <a:lnTo>
                    <a:pt x="0" y="31566"/>
                  </a:lnTo>
                  <a:lnTo>
                    <a:pt x="179" y="28070"/>
                  </a:lnTo>
                  <a:lnTo>
                    <a:pt x="1056" y="24802"/>
                  </a:lnTo>
                  <a:lnTo>
                    <a:pt x="2353" y="22630"/>
                  </a:lnTo>
                  <a:lnTo>
                    <a:pt x="3105" y="20896"/>
                  </a:lnTo>
                  <a:lnTo>
                    <a:pt x="6249" y="10614"/>
                  </a:lnTo>
                  <a:lnTo>
                    <a:pt x="6865" y="8281"/>
                  </a:lnTo>
                  <a:lnTo>
                    <a:pt x="7618" y="6292"/>
                  </a:lnTo>
                  <a:lnTo>
                    <a:pt x="8965" y="4324"/>
                  </a:lnTo>
                  <a:lnTo>
                    <a:pt x="10708" y="1002"/>
                  </a:lnTo>
                  <a:lnTo>
                    <a:pt x="11264" y="321"/>
                  </a:lnTo>
                  <a:lnTo>
                    <a:pt x="12263" y="0"/>
                  </a:lnTo>
                  <a:lnTo>
                    <a:pt x="13248" y="183"/>
                  </a:lnTo>
                  <a:lnTo>
                    <a:pt x="12966" y="1382"/>
                  </a:lnTo>
                  <a:lnTo>
                    <a:pt x="13038" y="2556"/>
                  </a:lnTo>
                  <a:lnTo>
                    <a:pt x="14180" y="7147"/>
                  </a:lnTo>
                  <a:lnTo>
                    <a:pt x="14166" y="8058"/>
                  </a:lnTo>
                  <a:lnTo>
                    <a:pt x="13542" y="11712"/>
                  </a:lnTo>
                  <a:lnTo>
                    <a:pt x="12344" y="17616"/>
                  </a:lnTo>
                  <a:lnTo>
                    <a:pt x="12036" y="20871"/>
                  </a:lnTo>
                  <a:lnTo>
                    <a:pt x="12196" y="21850"/>
                  </a:lnTo>
                  <a:lnTo>
                    <a:pt x="11710" y="23496"/>
                  </a:lnTo>
                  <a:lnTo>
                    <a:pt x="11193" y="24748"/>
                  </a:lnTo>
                  <a:lnTo>
                    <a:pt x="9146" y="27097"/>
                  </a:lnTo>
                  <a:lnTo>
                    <a:pt x="8101" y="27645"/>
                  </a:lnTo>
                  <a:lnTo>
                    <a:pt x="7106" y="28518"/>
                  </a:lnTo>
                  <a:close/>
                </a:path>
              </a:pathLst>
            </a:custGeom>
            <a:solidFill>
              <a:srgbClr val="C3DDB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g256"/>
            <p:cNvSpPr/>
            <p:nvPr/>
          </p:nvSpPr>
          <p:spPr>
            <a:xfrm>
              <a:off x="2548832" y="2243446"/>
              <a:ext cx="28998" cy="32346"/>
            </a:xfrm>
            <a:custGeom>
              <a:avLst/>
              <a:pathLst>
                <a:path w="28998" h="32346">
                  <a:moveTo>
                    <a:pt x="7212" y="17518"/>
                  </a:moveTo>
                  <a:lnTo>
                    <a:pt x="7542" y="17934"/>
                  </a:lnTo>
                  <a:lnTo>
                    <a:pt x="8118" y="17169"/>
                  </a:lnTo>
                  <a:lnTo>
                    <a:pt x="8795" y="14764"/>
                  </a:lnTo>
                  <a:lnTo>
                    <a:pt x="10587" y="15393"/>
                  </a:lnTo>
                  <a:lnTo>
                    <a:pt x="11536" y="16478"/>
                  </a:lnTo>
                  <a:lnTo>
                    <a:pt x="12065" y="16238"/>
                  </a:lnTo>
                  <a:lnTo>
                    <a:pt x="12607" y="16349"/>
                  </a:lnTo>
                  <a:lnTo>
                    <a:pt x="13613" y="17769"/>
                  </a:lnTo>
                  <a:lnTo>
                    <a:pt x="15523" y="18892"/>
                  </a:lnTo>
                  <a:lnTo>
                    <a:pt x="17538" y="18729"/>
                  </a:lnTo>
                  <a:lnTo>
                    <a:pt x="20609" y="18062"/>
                  </a:lnTo>
                  <a:lnTo>
                    <a:pt x="20976" y="17792"/>
                  </a:lnTo>
                  <a:lnTo>
                    <a:pt x="24131" y="17235"/>
                  </a:lnTo>
                  <a:lnTo>
                    <a:pt x="27293" y="16971"/>
                  </a:lnTo>
                  <a:lnTo>
                    <a:pt x="28382" y="17606"/>
                  </a:lnTo>
                  <a:lnTo>
                    <a:pt x="28789" y="18198"/>
                  </a:lnTo>
                  <a:lnTo>
                    <a:pt x="28998" y="18911"/>
                  </a:lnTo>
                  <a:lnTo>
                    <a:pt x="27193" y="20867"/>
                  </a:lnTo>
                  <a:lnTo>
                    <a:pt x="25387" y="23144"/>
                  </a:lnTo>
                  <a:lnTo>
                    <a:pt x="22875" y="25373"/>
                  </a:lnTo>
                  <a:lnTo>
                    <a:pt x="22560" y="26465"/>
                  </a:lnTo>
                  <a:lnTo>
                    <a:pt x="22715" y="28474"/>
                  </a:lnTo>
                  <a:lnTo>
                    <a:pt x="22666" y="30521"/>
                  </a:lnTo>
                  <a:lnTo>
                    <a:pt x="23162" y="30690"/>
                  </a:lnTo>
                  <a:lnTo>
                    <a:pt x="23460" y="31377"/>
                  </a:lnTo>
                  <a:lnTo>
                    <a:pt x="22811" y="32039"/>
                  </a:lnTo>
                  <a:lnTo>
                    <a:pt x="20230" y="32346"/>
                  </a:lnTo>
                  <a:lnTo>
                    <a:pt x="19478" y="32160"/>
                  </a:lnTo>
                  <a:lnTo>
                    <a:pt x="18582" y="31327"/>
                  </a:lnTo>
                  <a:lnTo>
                    <a:pt x="18276" y="29351"/>
                  </a:lnTo>
                  <a:lnTo>
                    <a:pt x="17165" y="29641"/>
                  </a:lnTo>
                  <a:lnTo>
                    <a:pt x="16831" y="29400"/>
                  </a:lnTo>
                  <a:lnTo>
                    <a:pt x="18385" y="27716"/>
                  </a:lnTo>
                  <a:lnTo>
                    <a:pt x="17677" y="25601"/>
                  </a:lnTo>
                  <a:lnTo>
                    <a:pt x="16916" y="25755"/>
                  </a:lnTo>
                  <a:lnTo>
                    <a:pt x="16413" y="24751"/>
                  </a:lnTo>
                  <a:lnTo>
                    <a:pt x="16455" y="23395"/>
                  </a:lnTo>
                  <a:lnTo>
                    <a:pt x="17159" y="22735"/>
                  </a:lnTo>
                  <a:lnTo>
                    <a:pt x="17362" y="22020"/>
                  </a:lnTo>
                  <a:lnTo>
                    <a:pt x="16406" y="22640"/>
                  </a:lnTo>
                  <a:lnTo>
                    <a:pt x="15674" y="23897"/>
                  </a:lnTo>
                  <a:lnTo>
                    <a:pt x="14726" y="24373"/>
                  </a:lnTo>
                  <a:lnTo>
                    <a:pt x="13799" y="25458"/>
                  </a:lnTo>
                  <a:lnTo>
                    <a:pt x="15238" y="25803"/>
                  </a:lnTo>
                  <a:lnTo>
                    <a:pt x="14498" y="26644"/>
                  </a:lnTo>
                  <a:lnTo>
                    <a:pt x="13728" y="26839"/>
                  </a:lnTo>
                  <a:lnTo>
                    <a:pt x="10166" y="25185"/>
                  </a:lnTo>
                  <a:lnTo>
                    <a:pt x="9287" y="24558"/>
                  </a:lnTo>
                  <a:lnTo>
                    <a:pt x="8181" y="22826"/>
                  </a:lnTo>
                  <a:lnTo>
                    <a:pt x="7343" y="20514"/>
                  </a:lnTo>
                  <a:lnTo>
                    <a:pt x="7798" y="20424"/>
                  </a:lnTo>
                  <a:lnTo>
                    <a:pt x="7953" y="20010"/>
                  </a:lnTo>
                  <a:lnTo>
                    <a:pt x="7854" y="19619"/>
                  </a:lnTo>
                  <a:lnTo>
                    <a:pt x="6612" y="19307"/>
                  </a:lnTo>
                  <a:lnTo>
                    <a:pt x="4672" y="19405"/>
                  </a:lnTo>
                  <a:lnTo>
                    <a:pt x="3562" y="18796"/>
                  </a:lnTo>
                  <a:lnTo>
                    <a:pt x="3614" y="14758"/>
                  </a:lnTo>
                  <a:lnTo>
                    <a:pt x="3254" y="13647"/>
                  </a:lnTo>
                  <a:lnTo>
                    <a:pt x="2041" y="12709"/>
                  </a:lnTo>
                  <a:lnTo>
                    <a:pt x="183" y="12431"/>
                  </a:lnTo>
                  <a:lnTo>
                    <a:pt x="0" y="10932"/>
                  </a:lnTo>
                  <a:lnTo>
                    <a:pt x="591" y="8638"/>
                  </a:lnTo>
                  <a:lnTo>
                    <a:pt x="1500" y="6673"/>
                  </a:lnTo>
                  <a:lnTo>
                    <a:pt x="2192" y="4736"/>
                  </a:lnTo>
                  <a:lnTo>
                    <a:pt x="3000" y="3152"/>
                  </a:lnTo>
                  <a:lnTo>
                    <a:pt x="4991" y="0"/>
                  </a:lnTo>
                  <a:lnTo>
                    <a:pt x="4946" y="2358"/>
                  </a:lnTo>
                  <a:lnTo>
                    <a:pt x="5138" y="4390"/>
                  </a:lnTo>
                  <a:lnTo>
                    <a:pt x="3841" y="8454"/>
                  </a:lnTo>
                  <a:lnTo>
                    <a:pt x="6094" y="12483"/>
                  </a:lnTo>
                  <a:lnTo>
                    <a:pt x="6383" y="13373"/>
                  </a:lnTo>
                  <a:lnTo>
                    <a:pt x="6573" y="14455"/>
                  </a:lnTo>
                  <a:lnTo>
                    <a:pt x="6428" y="15451"/>
                  </a:lnTo>
                  <a:lnTo>
                    <a:pt x="6063" y="16334"/>
                  </a:lnTo>
                  <a:lnTo>
                    <a:pt x="6940" y="16774"/>
                  </a:lnTo>
                  <a:close/>
                </a:path>
              </a:pathLst>
            </a:custGeom>
            <a:solidFill>
              <a:srgbClr val="C3DDB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g257"/>
            <p:cNvSpPr/>
            <p:nvPr/>
          </p:nvSpPr>
          <p:spPr>
            <a:xfrm>
              <a:off x="2578018" y="2226153"/>
              <a:ext cx="7468" cy="12640"/>
            </a:xfrm>
            <a:custGeom>
              <a:avLst/>
              <a:pathLst>
                <a:path w="7468" h="12640">
                  <a:moveTo>
                    <a:pt x="1147" y="10704"/>
                  </a:moveTo>
                  <a:lnTo>
                    <a:pt x="1579" y="11265"/>
                  </a:lnTo>
                  <a:lnTo>
                    <a:pt x="2349" y="11204"/>
                  </a:lnTo>
                  <a:lnTo>
                    <a:pt x="2873" y="11434"/>
                  </a:lnTo>
                  <a:lnTo>
                    <a:pt x="2127" y="12533"/>
                  </a:lnTo>
                  <a:lnTo>
                    <a:pt x="700" y="12640"/>
                  </a:lnTo>
                  <a:lnTo>
                    <a:pt x="0" y="12188"/>
                  </a:lnTo>
                  <a:lnTo>
                    <a:pt x="1018" y="6549"/>
                  </a:lnTo>
                  <a:lnTo>
                    <a:pt x="2205" y="5250"/>
                  </a:lnTo>
                  <a:lnTo>
                    <a:pt x="4636" y="1563"/>
                  </a:lnTo>
                  <a:lnTo>
                    <a:pt x="5609" y="442"/>
                  </a:lnTo>
                  <a:lnTo>
                    <a:pt x="6510" y="0"/>
                  </a:lnTo>
                  <a:lnTo>
                    <a:pt x="7468" y="269"/>
                  </a:lnTo>
                  <a:lnTo>
                    <a:pt x="6492" y="2447"/>
                  </a:lnTo>
                  <a:lnTo>
                    <a:pt x="5192" y="2563"/>
                  </a:lnTo>
                  <a:lnTo>
                    <a:pt x="3951" y="4374"/>
                  </a:lnTo>
                  <a:lnTo>
                    <a:pt x="3137" y="6381"/>
                  </a:lnTo>
                  <a:lnTo>
                    <a:pt x="2157" y="7527"/>
                  </a:lnTo>
                  <a:lnTo>
                    <a:pt x="1482" y="8928"/>
                  </a:lnTo>
                  <a:close/>
                </a:path>
              </a:pathLst>
            </a:custGeom>
            <a:solidFill>
              <a:srgbClr val="C3DDB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g258"/>
            <p:cNvSpPr/>
            <p:nvPr/>
          </p:nvSpPr>
          <p:spPr>
            <a:xfrm>
              <a:off x="2671644" y="2226152"/>
              <a:ext cx="2410" cy="7100"/>
            </a:xfrm>
            <a:custGeom>
              <a:avLst/>
              <a:pathLst>
                <a:path w="2410" h="7100">
                  <a:moveTo>
                    <a:pt x="1204" y="6071"/>
                  </a:moveTo>
                  <a:lnTo>
                    <a:pt x="608" y="7100"/>
                  </a:lnTo>
                  <a:lnTo>
                    <a:pt x="0" y="7054"/>
                  </a:lnTo>
                  <a:lnTo>
                    <a:pt x="71" y="6155"/>
                  </a:lnTo>
                  <a:lnTo>
                    <a:pt x="820" y="4407"/>
                  </a:lnTo>
                  <a:lnTo>
                    <a:pt x="1201" y="3156"/>
                  </a:lnTo>
                  <a:lnTo>
                    <a:pt x="1215" y="2402"/>
                  </a:lnTo>
                  <a:lnTo>
                    <a:pt x="1353" y="1823"/>
                  </a:lnTo>
                  <a:lnTo>
                    <a:pt x="1920" y="1174"/>
                  </a:lnTo>
                  <a:lnTo>
                    <a:pt x="2410" y="0"/>
                  </a:lnTo>
                  <a:lnTo>
                    <a:pt x="2174" y="2178"/>
                  </a:lnTo>
                  <a:close/>
                </a:path>
              </a:pathLst>
            </a:custGeom>
            <a:solidFill>
              <a:srgbClr val="C3DDB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g259"/>
            <p:cNvSpPr/>
            <p:nvPr/>
          </p:nvSpPr>
          <p:spPr>
            <a:xfrm>
              <a:off x="2545402" y="2219063"/>
              <a:ext cx="2144" cy="4110"/>
            </a:xfrm>
            <a:custGeom>
              <a:avLst/>
              <a:pathLst>
                <a:path w="2144" h="4110">
                  <a:moveTo>
                    <a:pt x="2144" y="0"/>
                  </a:moveTo>
                  <a:lnTo>
                    <a:pt x="1836" y="2155"/>
                  </a:lnTo>
                  <a:lnTo>
                    <a:pt x="771" y="3983"/>
                  </a:lnTo>
                  <a:lnTo>
                    <a:pt x="242" y="4110"/>
                  </a:lnTo>
                  <a:lnTo>
                    <a:pt x="0" y="3933"/>
                  </a:lnTo>
                  <a:lnTo>
                    <a:pt x="293" y="2752"/>
                  </a:lnTo>
                  <a:lnTo>
                    <a:pt x="259" y="699"/>
                  </a:lnTo>
                  <a:lnTo>
                    <a:pt x="1139" y="421"/>
                  </a:lnTo>
                  <a:lnTo>
                    <a:pt x="1459" y="604"/>
                  </a:lnTo>
                  <a:close/>
                </a:path>
              </a:pathLst>
            </a:custGeom>
            <a:solidFill>
              <a:srgbClr val="C3DDB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g260"/>
            <p:cNvSpPr/>
            <p:nvPr/>
          </p:nvSpPr>
          <p:spPr>
            <a:xfrm>
              <a:off x="2546538" y="2215309"/>
              <a:ext cx="1404" cy="3148"/>
            </a:xfrm>
            <a:custGeom>
              <a:avLst/>
              <a:pathLst>
                <a:path w="1404" h="3148">
                  <a:moveTo>
                    <a:pt x="1404" y="1621"/>
                  </a:moveTo>
                  <a:lnTo>
                    <a:pt x="0" y="3148"/>
                  </a:lnTo>
                  <a:lnTo>
                    <a:pt x="616" y="851"/>
                  </a:lnTo>
                  <a:lnTo>
                    <a:pt x="874" y="256"/>
                  </a:lnTo>
                  <a:lnTo>
                    <a:pt x="1110" y="0"/>
                  </a:lnTo>
                  <a:lnTo>
                    <a:pt x="1341" y="201"/>
                  </a:lnTo>
                  <a:close/>
                </a:path>
              </a:pathLst>
            </a:custGeom>
            <a:solidFill>
              <a:srgbClr val="C3DDB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g261"/>
            <p:cNvSpPr/>
            <p:nvPr/>
          </p:nvSpPr>
          <p:spPr>
            <a:xfrm>
              <a:off x="1827602" y="2188360"/>
              <a:ext cx="2139" cy="5821"/>
            </a:xfrm>
            <a:custGeom>
              <a:avLst/>
              <a:pathLst>
                <a:path w="2139" h="5821">
                  <a:moveTo>
                    <a:pt x="1790" y="5062"/>
                  </a:moveTo>
                  <a:lnTo>
                    <a:pt x="1280" y="5821"/>
                  </a:lnTo>
                  <a:lnTo>
                    <a:pt x="1008" y="5720"/>
                  </a:lnTo>
                  <a:lnTo>
                    <a:pt x="789" y="5189"/>
                  </a:lnTo>
                  <a:lnTo>
                    <a:pt x="0" y="0"/>
                  </a:lnTo>
                  <a:lnTo>
                    <a:pt x="336" y="109"/>
                  </a:lnTo>
                  <a:lnTo>
                    <a:pt x="1394" y="1725"/>
                  </a:lnTo>
                  <a:lnTo>
                    <a:pt x="1155" y="2366"/>
                  </a:lnTo>
                  <a:lnTo>
                    <a:pt x="1944" y="3912"/>
                  </a:lnTo>
                  <a:lnTo>
                    <a:pt x="2139" y="5015"/>
                  </a:lnTo>
                  <a:close/>
                </a:path>
              </a:pathLst>
            </a:custGeom>
            <a:solidFill>
              <a:srgbClr val="C3DDB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g262"/>
            <p:cNvSpPr/>
            <p:nvPr/>
          </p:nvSpPr>
          <p:spPr>
            <a:xfrm>
              <a:off x="1826299" y="2183356"/>
              <a:ext cx="3862" cy="6498"/>
            </a:xfrm>
            <a:custGeom>
              <a:avLst/>
              <a:pathLst>
                <a:path w="3862" h="6498">
                  <a:moveTo>
                    <a:pt x="3862" y="6175"/>
                  </a:moveTo>
                  <a:lnTo>
                    <a:pt x="3710" y="6498"/>
                  </a:lnTo>
                  <a:lnTo>
                    <a:pt x="1806" y="4407"/>
                  </a:lnTo>
                  <a:lnTo>
                    <a:pt x="532" y="1669"/>
                  </a:lnTo>
                  <a:lnTo>
                    <a:pt x="0" y="0"/>
                  </a:lnTo>
                  <a:lnTo>
                    <a:pt x="2522" y="4149"/>
                  </a:lnTo>
                  <a:lnTo>
                    <a:pt x="3794" y="5521"/>
                  </a:lnTo>
                  <a:close/>
                </a:path>
              </a:pathLst>
            </a:custGeom>
            <a:solidFill>
              <a:srgbClr val="C3DDB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g263"/>
            <p:cNvSpPr/>
            <p:nvPr/>
          </p:nvSpPr>
          <p:spPr>
            <a:xfrm>
              <a:off x="2423233" y="2178302"/>
              <a:ext cx="166688" cy="169850"/>
            </a:xfrm>
            <a:custGeom>
              <a:avLst/>
              <a:pathLst>
                <a:path w="166688" h="169850">
                  <a:moveTo>
                    <a:pt x="0" y="125947"/>
                  </a:moveTo>
                  <a:lnTo>
                    <a:pt x="1737" y="124831"/>
                  </a:lnTo>
                  <a:lnTo>
                    <a:pt x="5360" y="120497"/>
                  </a:lnTo>
                  <a:lnTo>
                    <a:pt x="8032" y="118927"/>
                  </a:lnTo>
                  <a:lnTo>
                    <a:pt x="11507" y="114375"/>
                  </a:lnTo>
                  <a:lnTo>
                    <a:pt x="14024" y="113499"/>
                  </a:lnTo>
                  <a:lnTo>
                    <a:pt x="14503" y="112498"/>
                  </a:lnTo>
                  <a:lnTo>
                    <a:pt x="14925" y="108722"/>
                  </a:lnTo>
                  <a:lnTo>
                    <a:pt x="15156" y="107376"/>
                  </a:lnTo>
                  <a:lnTo>
                    <a:pt x="16331" y="103668"/>
                  </a:lnTo>
                  <a:lnTo>
                    <a:pt x="17742" y="100540"/>
                  </a:lnTo>
                  <a:lnTo>
                    <a:pt x="18881" y="96214"/>
                  </a:lnTo>
                  <a:lnTo>
                    <a:pt x="20949" y="93450"/>
                  </a:lnTo>
                  <a:lnTo>
                    <a:pt x="24075" y="91138"/>
                  </a:lnTo>
                  <a:lnTo>
                    <a:pt x="26966" y="86090"/>
                  </a:lnTo>
                  <a:lnTo>
                    <a:pt x="28551" y="84550"/>
                  </a:lnTo>
                  <a:lnTo>
                    <a:pt x="30087" y="83448"/>
                  </a:lnTo>
                  <a:lnTo>
                    <a:pt x="30732" y="81397"/>
                  </a:lnTo>
                  <a:lnTo>
                    <a:pt x="31682" y="80223"/>
                  </a:lnTo>
                  <a:lnTo>
                    <a:pt x="34221" y="77838"/>
                  </a:lnTo>
                  <a:lnTo>
                    <a:pt x="37019" y="77194"/>
                  </a:lnTo>
                  <a:lnTo>
                    <a:pt x="39848" y="75214"/>
                  </a:lnTo>
                  <a:lnTo>
                    <a:pt x="42018" y="74165"/>
                  </a:lnTo>
                  <a:lnTo>
                    <a:pt x="43348" y="72308"/>
                  </a:lnTo>
                  <a:lnTo>
                    <a:pt x="45283" y="71330"/>
                  </a:lnTo>
                  <a:lnTo>
                    <a:pt x="51057" y="66002"/>
                  </a:lnTo>
                  <a:lnTo>
                    <a:pt x="52658" y="63507"/>
                  </a:lnTo>
                  <a:lnTo>
                    <a:pt x="54734" y="58398"/>
                  </a:lnTo>
                  <a:lnTo>
                    <a:pt x="56540" y="55799"/>
                  </a:lnTo>
                  <a:lnTo>
                    <a:pt x="57179" y="53032"/>
                  </a:lnTo>
                  <a:lnTo>
                    <a:pt x="59798" y="48540"/>
                  </a:lnTo>
                  <a:lnTo>
                    <a:pt x="62494" y="42623"/>
                  </a:lnTo>
                  <a:lnTo>
                    <a:pt x="63834" y="38380"/>
                  </a:lnTo>
                  <a:lnTo>
                    <a:pt x="65842" y="36024"/>
                  </a:lnTo>
                  <a:lnTo>
                    <a:pt x="69733" y="29287"/>
                  </a:lnTo>
                  <a:lnTo>
                    <a:pt x="71821" y="26598"/>
                  </a:lnTo>
                  <a:lnTo>
                    <a:pt x="72670" y="26291"/>
                  </a:lnTo>
                  <a:lnTo>
                    <a:pt x="75035" y="23900"/>
                  </a:lnTo>
                  <a:lnTo>
                    <a:pt x="76503" y="21407"/>
                  </a:lnTo>
                  <a:lnTo>
                    <a:pt x="78859" y="18903"/>
                  </a:lnTo>
                  <a:lnTo>
                    <a:pt x="83115" y="15816"/>
                  </a:lnTo>
                  <a:lnTo>
                    <a:pt x="87114" y="12121"/>
                  </a:lnTo>
                  <a:lnTo>
                    <a:pt x="92518" y="8923"/>
                  </a:lnTo>
                  <a:lnTo>
                    <a:pt x="98848" y="4130"/>
                  </a:lnTo>
                  <a:lnTo>
                    <a:pt x="103965" y="1566"/>
                  </a:lnTo>
                  <a:lnTo>
                    <a:pt x="107565" y="1196"/>
                  </a:lnTo>
                  <a:lnTo>
                    <a:pt x="111945" y="0"/>
                  </a:lnTo>
                  <a:lnTo>
                    <a:pt x="113496" y="121"/>
                  </a:lnTo>
                  <a:lnTo>
                    <a:pt x="120319" y="2198"/>
                  </a:lnTo>
                  <a:lnTo>
                    <a:pt x="123592" y="4768"/>
                  </a:lnTo>
                  <a:lnTo>
                    <a:pt x="127320" y="10173"/>
                  </a:lnTo>
                  <a:lnTo>
                    <a:pt x="127876" y="11598"/>
                  </a:lnTo>
                  <a:lnTo>
                    <a:pt x="127966" y="13591"/>
                  </a:lnTo>
                  <a:lnTo>
                    <a:pt x="125993" y="12623"/>
                  </a:lnTo>
                  <a:lnTo>
                    <a:pt x="124250" y="12559"/>
                  </a:lnTo>
                  <a:lnTo>
                    <a:pt x="125459" y="13667"/>
                  </a:lnTo>
                  <a:lnTo>
                    <a:pt x="127512" y="16992"/>
                  </a:lnTo>
                  <a:lnTo>
                    <a:pt x="127418" y="21150"/>
                  </a:lnTo>
                  <a:lnTo>
                    <a:pt x="126260" y="24908"/>
                  </a:lnTo>
                  <a:lnTo>
                    <a:pt x="122795" y="26761"/>
                  </a:lnTo>
                  <a:lnTo>
                    <a:pt x="121910" y="28236"/>
                  </a:lnTo>
                  <a:lnTo>
                    <a:pt x="121194" y="30674"/>
                  </a:lnTo>
                  <a:lnTo>
                    <a:pt x="120492" y="31608"/>
                  </a:lnTo>
                  <a:lnTo>
                    <a:pt x="118812" y="32690"/>
                  </a:lnTo>
                  <a:lnTo>
                    <a:pt x="117884" y="34274"/>
                  </a:lnTo>
                  <a:lnTo>
                    <a:pt x="115162" y="36786"/>
                  </a:lnTo>
                  <a:lnTo>
                    <a:pt x="113936" y="37084"/>
                  </a:lnTo>
                  <a:lnTo>
                    <a:pt x="112524" y="36483"/>
                  </a:lnTo>
                  <a:lnTo>
                    <a:pt x="109126" y="34114"/>
                  </a:lnTo>
                  <a:lnTo>
                    <a:pt x="107030" y="31833"/>
                  </a:lnTo>
                  <a:lnTo>
                    <a:pt x="105984" y="33079"/>
                  </a:lnTo>
                  <a:lnTo>
                    <a:pt x="105124" y="34379"/>
                  </a:lnTo>
                  <a:lnTo>
                    <a:pt x="103106" y="33946"/>
                  </a:lnTo>
                  <a:lnTo>
                    <a:pt x="102185" y="34521"/>
                  </a:lnTo>
                  <a:lnTo>
                    <a:pt x="100665" y="33878"/>
                  </a:lnTo>
                  <a:lnTo>
                    <a:pt x="97552" y="36750"/>
                  </a:lnTo>
                  <a:lnTo>
                    <a:pt x="98440" y="37086"/>
                  </a:lnTo>
                  <a:lnTo>
                    <a:pt x="100911" y="35435"/>
                  </a:lnTo>
                  <a:lnTo>
                    <a:pt x="101754" y="35621"/>
                  </a:lnTo>
                  <a:lnTo>
                    <a:pt x="103575" y="37751"/>
                  </a:lnTo>
                  <a:lnTo>
                    <a:pt x="107972" y="40042"/>
                  </a:lnTo>
                  <a:lnTo>
                    <a:pt x="109114" y="41557"/>
                  </a:lnTo>
                  <a:lnTo>
                    <a:pt x="110202" y="46392"/>
                  </a:lnTo>
                  <a:lnTo>
                    <a:pt x="110923" y="47164"/>
                  </a:lnTo>
                  <a:lnTo>
                    <a:pt x="112431" y="46662"/>
                  </a:lnTo>
                  <a:lnTo>
                    <a:pt x="114132" y="44271"/>
                  </a:lnTo>
                  <a:lnTo>
                    <a:pt x="115543" y="42990"/>
                  </a:lnTo>
                  <a:lnTo>
                    <a:pt x="118304" y="41939"/>
                  </a:lnTo>
                  <a:lnTo>
                    <a:pt x="117759" y="43530"/>
                  </a:lnTo>
                  <a:lnTo>
                    <a:pt x="119860" y="43405"/>
                  </a:lnTo>
                  <a:lnTo>
                    <a:pt x="121941" y="45544"/>
                  </a:lnTo>
                  <a:lnTo>
                    <a:pt x="121172" y="47062"/>
                  </a:lnTo>
                  <a:lnTo>
                    <a:pt x="120126" y="50123"/>
                  </a:lnTo>
                  <a:lnTo>
                    <a:pt x="119394" y="56069"/>
                  </a:lnTo>
                  <a:lnTo>
                    <a:pt x="117274" y="60054"/>
                  </a:lnTo>
                  <a:lnTo>
                    <a:pt x="114437" y="63972"/>
                  </a:lnTo>
                  <a:lnTo>
                    <a:pt x="115153" y="64917"/>
                  </a:lnTo>
                  <a:lnTo>
                    <a:pt x="115983" y="65498"/>
                  </a:lnTo>
                  <a:lnTo>
                    <a:pt x="117807" y="64338"/>
                  </a:lnTo>
                  <a:lnTo>
                    <a:pt x="119025" y="64416"/>
                  </a:lnTo>
                  <a:lnTo>
                    <a:pt x="120379" y="65166"/>
                  </a:lnTo>
                  <a:lnTo>
                    <a:pt x="119959" y="68209"/>
                  </a:lnTo>
                  <a:lnTo>
                    <a:pt x="119472" y="70274"/>
                  </a:lnTo>
                  <a:lnTo>
                    <a:pt x="119756" y="72197"/>
                  </a:lnTo>
                  <a:lnTo>
                    <a:pt x="120558" y="75866"/>
                  </a:lnTo>
                  <a:lnTo>
                    <a:pt x="121665" y="76671"/>
                  </a:lnTo>
                  <a:lnTo>
                    <a:pt x="122108" y="81373"/>
                  </a:lnTo>
                  <a:lnTo>
                    <a:pt x="122695" y="83936"/>
                  </a:lnTo>
                  <a:lnTo>
                    <a:pt x="122616" y="85993"/>
                  </a:lnTo>
                  <a:lnTo>
                    <a:pt x="123725" y="87309"/>
                  </a:lnTo>
                  <a:lnTo>
                    <a:pt x="123912" y="89410"/>
                  </a:lnTo>
                  <a:lnTo>
                    <a:pt x="127930" y="90004"/>
                  </a:lnTo>
                  <a:lnTo>
                    <a:pt x="128744" y="90812"/>
                  </a:lnTo>
                  <a:lnTo>
                    <a:pt x="131536" y="91612"/>
                  </a:lnTo>
                  <a:lnTo>
                    <a:pt x="132063" y="92192"/>
                  </a:lnTo>
                  <a:lnTo>
                    <a:pt x="132559" y="93344"/>
                  </a:lnTo>
                  <a:lnTo>
                    <a:pt x="129824" y="95881"/>
                  </a:lnTo>
                  <a:lnTo>
                    <a:pt x="132038" y="97716"/>
                  </a:lnTo>
                  <a:lnTo>
                    <a:pt x="134132" y="100707"/>
                  </a:lnTo>
                  <a:lnTo>
                    <a:pt x="135780" y="100119"/>
                  </a:lnTo>
                  <a:lnTo>
                    <a:pt x="136492" y="100214"/>
                  </a:lnTo>
                  <a:lnTo>
                    <a:pt x="138335" y="102088"/>
                  </a:lnTo>
                  <a:lnTo>
                    <a:pt x="138848" y="103016"/>
                  </a:lnTo>
                  <a:lnTo>
                    <a:pt x="139130" y="103841"/>
                  </a:lnTo>
                  <a:lnTo>
                    <a:pt x="140055" y="103664"/>
                  </a:lnTo>
                  <a:lnTo>
                    <a:pt x="141383" y="102941"/>
                  </a:lnTo>
                  <a:lnTo>
                    <a:pt x="143786" y="103120"/>
                  </a:lnTo>
                  <a:lnTo>
                    <a:pt x="146346" y="104177"/>
                  </a:lnTo>
                  <a:lnTo>
                    <a:pt x="146131" y="105790"/>
                  </a:lnTo>
                  <a:lnTo>
                    <a:pt x="145744" y="106906"/>
                  </a:lnTo>
                  <a:lnTo>
                    <a:pt x="147748" y="106538"/>
                  </a:lnTo>
                  <a:lnTo>
                    <a:pt x="148998" y="107686"/>
                  </a:lnTo>
                  <a:lnTo>
                    <a:pt x="149435" y="107134"/>
                  </a:lnTo>
                  <a:lnTo>
                    <a:pt x="149744" y="106421"/>
                  </a:lnTo>
                  <a:lnTo>
                    <a:pt x="152232" y="104464"/>
                  </a:lnTo>
                  <a:lnTo>
                    <a:pt x="155428" y="100407"/>
                  </a:lnTo>
                  <a:lnTo>
                    <a:pt x="155817" y="100909"/>
                  </a:lnTo>
                  <a:lnTo>
                    <a:pt x="155963" y="102447"/>
                  </a:lnTo>
                  <a:lnTo>
                    <a:pt x="156382" y="104956"/>
                  </a:lnTo>
                  <a:lnTo>
                    <a:pt x="157609" y="106688"/>
                  </a:lnTo>
                  <a:lnTo>
                    <a:pt x="159067" y="107085"/>
                  </a:lnTo>
                  <a:lnTo>
                    <a:pt x="161073" y="105760"/>
                  </a:lnTo>
                  <a:lnTo>
                    <a:pt x="161861" y="106904"/>
                  </a:lnTo>
                  <a:lnTo>
                    <a:pt x="162801" y="109109"/>
                  </a:lnTo>
                  <a:lnTo>
                    <a:pt x="163696" y="111994"/>
                  </a:lnTo>
                  <a:lnTo>
                    <a:pt x="163636" y="113028"/>
                  </a:lnTo>
                  <a:lnTo>
                    <a:pt x="162489" y="113928"/>
                  </a:lnTo>
                  <a:lnTo>
                    <a:pt x="161455" y="115225"/>
                  </a:lnTo>
                  <a:lnTo>
                    <a:pt x="165772" y="115759"/>
                  </a:lnTo>
                  <a:lnTo>
                    <a:pt x="166210" y="116304"/>
                  </a:lnTo>
                  <a:lnTo>
                    <a:pt x="166688" y="117440"/>
                  </a:lnTo>
                  <a:lnTo>
                    <a:pt x="166248" y="118590"/>
                  </a:lnTo>
                  <a:lnTo>
                    <a:pt x="165841" y="119162"/>
                  </a:lnTo>
                  <a:lnTo>
                    <a:pt x="165058" y="118493"/>
                  </a:lnTo>
                  <a:lnTo>
                    <a:pt x="163614" y="119102"/>
                  </a:lnTo>
                  <a:lnTo>
                    <a:pt x="162353" y="120592"/>
                  </a:lnTo>
                  <a:lnTo>
                    <a:pt x="161005" y="121420"/>
                  </a:lnTo>
                  <a:lnTo>
                    <a:pt x="160141" y="121516"/>
                  </a:lnTo>
                  <a:lnTo>
                    <a:pt x="159183" y="122204"/>
                  </a:lnTo>
                  <a:lnTo>
                    <a:pt x="158307" y="123269"/>
                  </a:lnTo>
                  <a:lnTo>
                    <a:pt x="157397" y="123566"/>
                  </a:lnTo>
                  <a:lnTo>
                    <a:pt x="154559" y="126224"/>
                  </a:lnTo>
                  <a:lnTo>
                    <a:pt x="151656" y="127938"/>
                  </a:lnTo>
                  <a:lnTo>
                    <a:pt x="148621" y="130681"/>
                  </a:lnTo>
                  <a:lnTo>
                    <a:pt x="145525" y="132410"/>
                  </a:lnTo>
                  <a:lnTo>
                    <a:pt x="142310" y="134488"/>
                  </a:lnTo>
                  <a:lnTo>
                    <a:pt x="141611" y="134673"/>
                  </a:lnTo>
                  <a:lnTo>
                    <a:pt x="140801" y="134591"/>
                  </a:lnTo>
                  <a:lnTo>
                    <a:pt x="138965" y="136622"/>
                  </a:lnTo>
                  <a:lnTo>
                    <a:pt x="138057" y="136346"/>
                  </a:lnTo>
                  <a:lnTo>
                    <a:pt x="137131" y="136700"/>
                  </a:lnTo>
                  <a:lnTo>
                    <a:pt x="136064" y="136253"/>
                  </a:lnTo>
                  <a:lnTo>
                    <a:pt x="135337" y="135422"/>
                  </a:lnTo>
                  <a:lnTo>
                    <a:pt x="135895" y="137567"/>
                  </a:lnTo>
                  <a:lnTo>
                    <a:pt x="136058" y="139542"/>
                  </a:lnTo>
                  <a:lnTo>
                    <a:pt x="135780" y="140408"/>
                  </a:lnTo>
                  <a:lnTo>
                    <a:pt x="135267" y="141427"/>
                  </a:lnTo>
                  <a:lnTo>
                    <a:pt x="133422" y="141236"/>
                  </a:lnTo>
                  <a:lnTo>
                    <a:pt x="132697" y="140520"/>
                  </a:lnTo>
                  <a:lnTo>
                    <a:pt x="131836" y="139466"/>
                  </a:lnTo>
                  <a:lnTo>
                    <a:pt x="131441" y="137766"/>
                  </a:lnTo>
                  <a:lnTo>
                    <a:pt x="130515" y="136553"/>
                  </a:lnTo>
                  <a:lnTo>
                    <a:pt x="129964" y="138238"/>
                  </a:lnTo>
                  <a:lnTo>
                    <a:pt x="129967" y="139493"/>
                  </a:lnTo>
                  <a:lnTo>
                    <a:pt x="129282" y="141206"/>
                  </a:lnTo>
                  <a:lnTo>
                    <a:pt x="128476" y="138274"/>
                  </a:lnTo>
                  <a:lnTo>
                    <a:pt x="127025" y="139347"/>
                  </a:lnTo>
                  <a:lnTo>
                    <a:pt x="126385" y="142464"/>
                  </a:lnTo>
                  <a:lnTo>
                    <a:pt x="126706" y="143354"/>
                  </a:lnTo>
                  <a:lnTo>
                    <a:pt x="127151" y="145738"/>
                  </a:lnTo>
                  <a:lnTo>
                    <a:pt x="126434" y="146981"/>
                  </a:lnTo>
                  <a:lnTo>
                    <a:pt x="125902" y="146640"/>
                  </a:lnTo>
                  <a:lnTo>
                    <a:pt x="124798" y="150138"/>
                  </a:lnTo>
                  <a:lnTo>
                    <a:pt x="123461" y="151412"/>
                  </a:lnTo>
                  <a:lnTo>
                    <a:pt x="122082" y="154979"/>
                  </a:lnTo>
                  <a:lnTo>
                    <a:pt x="120449" y="157697"/>
                  </a:lnTo>
                  <a:lnTo>
                    <a:pt x="120001" y="159514"/>
                  </a:lnTo>
                  <a:lnTo>
                    <a:pt x="117266" y="163671"/>
                  </a:lnTo>
                  <a:lnTo>
                    <a:pt x="116227" y="163547"/>
                  </a:lnTo>
                  <a:lnTo>
                    <a:pt x="115461" y="163684"/>
                  </a:lnTo>
                  <a:lnTo>
                    <a:pt x="114307" y="165417"/>
                  </a:lnTo>
                  <a:lnTo>
                    <a:pt x="114128" y="168918"/>
                  </a:lnTo>
                  <a:lnTo>
                    <a:pt x="113619" y="168455"/>
                  </a:lnTo>
                  <a:lnTo>
                    <a:pt x="113101" y="168569"/>
                  </a:lnTo>
                  <a:lnTo>
                    <a:pt x="112834" y="169668"/>
                  </a:lnTo>
                  <a:lnTo>
                    <a:pt x="112453" y="169850"/>
                  </a:lnTo>
                  <a:lnTo>
                    <a:pt x="111445" y="168810"/>
                  </a:lnTo>
                  <a:lnTo>
                    <a:pt x="110257" y="169378"/>
                  </a:lnTo>
                  <a:lnTo>
                    <a:pt x="109328" y="168589"/>
                  </a:lnTo>
                  <a:lnTo>
                    <a:pt x="108144" y="163459"/>
                  </a:lnTo>
                  <a:lnTo>
                    <a:pt x="107515" y="161661"/>
                  </a:lnTo>
                  <a:lnTo>
                    <a:pt x="106400" y="161081"/>
                  </a:lnTo>
                  <a:lnTo>
                    <a:pt x="106111" y="162166"/>
                  </a:lnTo>
                  <a:lnTo>
                    <a:pt x="105678" y="163228"/>
                  </a:lnTo>
                  <a:lnTo>
                    <a:pt x="104604" y="161111"/>
                  </a:lnTo>
                  <a:lnTo>
                    <a:pt x="103790" y="153255"/>
                  </a:lnTo>
                  <a:lnTo>
                    <a:pt x="103784" y="151359"/>
                  </a:lnTo>
                  <a:lnTo>
                    <a:pt x="104923" y="144751"/>
                  </a:lnTo>
                  <a:lnTo>
                    <a:pt x="107745" y="138802"/>
                  </a:lnTo>
                  <a:lnTo>
                    <a:pt x="106844" y="138603"/>
                  </a:lnTo>
                  <a:lnTo>
                    <a:pt x="104353" y="142728"/>
                  </a:lnTo>
                  <a:lnTo>
                    <a:pt x="104610" y="141730"/>
                  </a:lnTo>
                  <a:lnTo>
                    <a:pt x="105032" y="140689"/>
                  </a:lnTo>
                  <a:lnTo>
                    <a:pt x="105872" y="139011"/>
                  </a:lnTo>
                  <a:lnTo>
                    <a:pt x="107148" y="137434"/>
                  </a:lnTo>
                  <a:lnTo>
                    <a:pt x="108846" y="136515"/>
                  </a:lnTo>
                  <a:lnTo>
                    <a:pt x="110014" y="136375"/>
                  </a:lnTo>
                  <a:lnTo>
                    <a:pt x="110819" y="135504"/>
                  </a:lnTo>
                  <a:lnTo>
                    <a:pt x="111986" y="133960"/>
                  </a:lnTo>
                  <a:lnTo>
                    <a:pt x="112203" y="133140"/>
                  </a:lnTo>
                  <a:lnTo>
                    <a:pt x="111168" y="134083"/>
                  </a:lnTo>
                  <a:lnTo>
                    <a:pt x="109449" y="135010"/>
                  </a:lnTo>
                  <a:lnTo>
                    <a:pt x="109890" y="133794"/>
                  </a:lnTo>
                  <a:lnTo>
                    <a:pt x="110320" y="133143"/>
                  </a:lnTo>
                  <a:lnTo>
                    <a:pt x="119507" y="122491"/>
                  </a:lnTo>
                  <a:lnTo>
                    <a:pt x="121355" y="120735"/>
                  </a:lnTo>
                  <a:lnTo>
                    <a:pt x="125041" y="118494"/>
                  </a:lnTo>
                  <a:lnTo>
                    <a:pt x="125552" y="117027"/>
                  </a:lnTo>
                  <a:lnTo>
                    <a:pt x="125049" y="116089"/>
                  </a:lnTo>
                  <a:lnTo>
                    <a:pt x="126480" y="116920"/>
                  </a:lnTo>
                  <a:lnTo>
                    <a:pt x="126362" y="118135"/>
                  </a:lnTo>
                  <a:lnTo>
                    <a:pt x="126138" y="119021"/>
                  </a:lnTo>
                  <a:lnTo>
                    <a:pt x="126054" y="120527"/>
                  </a:lnTo>
                  <a:lnTo>
                    <a:pt x="126194" y="121976"/>
                  </a:lnTo>
                  <a:lnTo>
                    <a:pt x="127647" y="122683"/>
                  </a:lnTo>
                  <a:lnTo>
                    <a:pt x="128860" y="125380"/>
                  </a:lnTo>
                  <a:lnTo>
                    <a:pt x="128284" y="121716"/>
                  </a:lnTo>
                  <a:lnTo>
                    <a:pt x="129376" y="119646"/>
                  </a:lnTo>
                  <a:lnTo>
                    <a:pt x="133578" y="116874"/>
                  </a:lnTo>
                  <a:lnTo>
                    <a:pt x="137089" y="116573"/>
                  </a:lnTo>
                  <a:lnTo>
                    <a:pt x="138213" y="115281"/>
                  </a:lnTo>
                  <a:lnTo>
                    <a:pt x="135210" y="114414"/>
                  </a:lnTo>
                  <a:lnTo>
                    <a:pt x="131651" y="114886"/>
                  </a:lnTo>
                  <a:lnTo>
                    <a:pt x="129449" y="113919"/>
                  </a:lnTo>
                  <a:lnTo>
                    <a:pt x="126411" y="114550"/>
                  </a:lnTo>
                  <a:lnTo>
                    <a:pt x="123196" y="113944"/>
                  </a:lnTo>
                  <a:lnTo>
                    <a:pt x="122210" y="114744"/>
                  </a:lnTo>
                  <a:lnTo>
                    <a:pt x="121411" y="116476"/>
                  </a:lnTo>
                  <a:lnTo>
                    <a:pt x="120372" y="115711"/>
                  </a:lnTo>
                  <a:lnTo>
                    <a:pt x="119870" y="115583"/>
                  </a:lnTo>
                  <a:lnTo>
                    <a:pt x="119386" y="114985"/>
                  </a:lnTo>
                  <a:lnTo>
                    <a:pt x="120427" y="112009"/>
                  </a:lnTo>
                  <a:lnTo>
                    <a:pt x="123686" y="107578"/>
                  </a:lnTo>
                  <a:lnTo>
                    <a:pt x="125672" y="103726"/>
                  </a:lnTo>
                  <a:lnTo>
                    <a:pt x="126232" y="102918"/>
                  </a:lnTo>
                  <a:lnTo>
                    <a:pt x="126676" y="101367"/>
                  </a:lnTo>
                  <a:lnTo>
                    <a:pt x="125587" y="101626"/>
                  </a:lnTo>
                  <a:lnTo>
                    <a:pt x="124634" y="102234"/>
                  </a:lnTo>
                  <a:lnTo>
                    <a:pt x="123975" y="100453"/>
                  </a:lnTo>
                  <a:lnTo>
                    <a:pt x="122800" y="98088"/>
                  </a:lnTo>
                  <a:lnTo>
                    <a:pt x="122686" y="99073"/>
                  </a:lnTo>
                  <a:lnTo>
                    <a:pt x="123276" y="102017"/>
                  </a:lnTo>
                  <a:lnTo>
                    <a:pt x="121023" y="107196"/>
                  </a:lnTo>
                  <a:lnTo>
                    <a:pt x="119568" y="107564"/>
                  </a:lnTo>
                  <a:lnTo>
                    <a:pt x="117626" y="109979"/>
                  </a:lnTo>
                  <a:lnTo>
                    <a:pt x="114883" y="112081"/>
                  </a:lnTo>
                  <a:lnTo>
                    <a:pt x="111682" y="116094"/>
                  </a:lnTo>
                  <a:lnTo>
                    <a:pt x="107545" y="119474"/>
                  </a:lnTo>
                  <a:lnTo>
                    <a:pt x="106678" y="119487"/>
                  </a:lnTo>
                  <a:lnTo>
                    <a:pt x="104799" y="116705"/>
                  </a:lnTo>
                  <a:lnTo>
                    <a:pt x="105324" y="115439"/>
                  </a:lnTo>
                  <a:lnTo>
                    <a:pt x="105813" y="113721"/>
                  </a:lnTo>
                  <a:lnTo>
                    <a:pt x="105346" y="114216"/>
                  </a:lnTo>
                  <a:lnTo>
                    <a:pt x="105043" y="114961"/>
                  </a:lnTo>
                  <a:lnTo>
                    <a:pt x="103910" y="116156"/>
                  </a:lnTo>
                  <a:lnTo>
                    <a:pt x="104829" y="118468"/>
                  </a:lnTo>
                  <a:lnTo>
                    <a:pt x="104385" y="119336"/>
                  </a:lnTo>
                  <a:lnTo>
                    <a:pt x="103071" y="120475"/>
                  </a:lnTo>
                  <a:lnTo>
                    <a:pt x="101847" y="122124"/>
                  </a:lnTo>
                  <a:lnTo>
                    <a:pt x="100776" y="123227"/>
                  </a:lnTo>
                  <a:lnTo>
                    <a:pt x="99910" y="121824"/>
                  </a:lnTo>
                  <a:lnTo>
                    <a:pt x="97518" y="123596"/>
                  </a:lnTo>
                  <a:lnTo>
                    <a:pt x="95504" y="124072"/>
                  </a:lnTo>
                  <a:lnTo>
                    <a:pt x="95068" y="123175"/>
                  </a:lnTo>
                  <a:lnTo>
                    <a:pt x="94940" y="121758"/>
                  </a:lnTo>
                  <a:lnTo>
                    <a:pt x="94235" y="121416"/>
                  </a:lnTo>
                  <a:lnTo>
                    <a:pt x="92925" y="121807"/>
                  </a:lnTo>
                  <a:lnTo>
                    <a:pt x="92428" y="121054"/>
                  </a:lnTo>
                  <a:lnTo>
                    <a:pt x="91865" y="120683"/>
                  </a:lnTo>
                  <a:lnTo>
                    <a:pt x="91351" y="120371"/>
                  </a:lnTo>
                  <a:lnTo>
                    <a:pt x="90907" y="120128"/>
                  </a:lnTo>
                  <a:lnTo>
                    <a:pt x="90650" y="120543"/>
                  </a:lnTo>
                  <a:lnTo>
                    <a:pt x="90407" y="121099"/>
                  </a:lnTo>
                  <a:lnTo>
                    <a:pt x="90107" y="121516"/>
                  </a:lnTo>
                  <a:lnTo>
                    <a:pt x="89477" y="120926"/>
                  </a:lnTo>
                  <a:lnTo>
                    <a:pt x="89077" y="119851"/>
                  </a:lnTo>
                  <a:lnTo>
                    <a:pt x="88434" y="118742"/>
                  </a:lnTo>
                  <a:lnTo>
                    <a:pt x="88190" y="117909"/>
                  </a:lnTo>
                  <a:lnTo>
                    <a:pt x="88319" y="116939"/>
                  </a:lnTo>
                  <a:lnTo>
                    <a:pt x="88605" y="116003"/>
                  </a:lnTo>
                  <a:lnTo>
                    <a:pt x="88734" y="114893"/>
                  </a:lnTo>
                  <a:lnTo>
                    <a:pt x="88419" y="113613"/>
                  </a:lnTo>
                  <a:lnTo>
                    <a:pt x="88133" y="112885"/>
                  </a:lnTo>
                  <a:lnTo>
                    <a:pt x="87933" y="112052"/>
                  </a:lnTo>
                  <a:lnTo>
                    <a:pt x="88005" y="111256"/>
                  </a:lnTo>
                  <a:lnTo>
                    <a:pt x="88405" y="110873"/>
                  </a:lnTo>
                  <a:lnTo>
                    <a:pt x="88777" y="110387"/>
                  </a:lnTo>
                  <a:lnTo>
                    <a:pt x="88906" y="109348"/>
                  </a:lnTo>
                  <a:lnTo>
                    <a:pt x="88676" y="108239"/>
                  </a:lnTo>
                  <a:lnTo>
                    <a:pt x="88019" y="107787"/>
                  </a:lnTo>
                  <a:lnTo>
                    <a:pt x="87476" y="107960"/>
                  </a:lnTo>
                  <a:lnTo>
                    <a:pt x="86689" y="107718"/>
                  </a:lnTo>
                  <a:lnTo>
                    <a:pt x="85931" y="107025"/>
                  </a:lnTo>
                  <a:lnTo>
                    <a:pt x="85431" y="106227"/>
                  </a:lnTo>
                  <a:lnTo>
                    <a:pt x="85045" y="105776"/>
                  </a:lnTo>
                  <a:lnTo>
                    <a:pt x="84744" y="105776"/>
                  </a:lnTo>
                  <a:lnTo>
                    <a:pt x="84387" y="105326"/>
                  </a:lnTo>
                  <a:lnTo>
                    <a:pt x="84172" y="104562"/>
                  </a:lnTo>
                  <a:lnTo>
                    <a:pt x="84201" y="103314"/>
                  </a:lnTo>
                  <a:lnTo>
                    <a:pt x="84301" y="102553"/>
                  </a:lnTo>
                  <a:lnTo>
                    <a:pt x="84501" y="101893"/>
                  </a:lnTo>
                  <a:lnTo>
                    <a:pt x="84515" y="101165"/>
                  </a:lnTo>
                  <a:lnTo>
                    <a:pt x="84429" y="100644"/>
                  </a:lnTo>
                  <a:lnTo>
                    <a:pt x="84416" y="100230"/>
                  </a:lnTo>
                  <a:lnTo>
                    <a:pt x="84472" y="99709"/>
                  </a:lnTo>
                  <a:lnTo>
                    <a:pt x="84601" y="98669"/>
                  </a:lnTo>
                  <a:lnTo>
                    <a:pt x="84387" y="97907"/>
                  </a:lnTo>
                  <a:lnTo>
                    <a:pt x="84365" y="95266"/>
                  </a:lnTo>
                  <a:lnTo>
                    <a:pt x="84322" y="90326"/>
                  </a:lnTo>
                  <a:lnTo>
                    <a:pt x="84291" y="86542"/>
                  </a:lnTo>
                  <a:lnTo>
                    <a:pt x="84251" y="81785"/>
                  </a:lnTo>
                  <a:lnTo>
                    <a:pt x="84228" y="78320"/>
                  </a:lnTo>
                  <a:lnTo>
                    <a:pt x="84195" y="73467"/>
                  </a:lnTo>
                  <a:lnTo>
                    <a:pt x="84165" y="68861"/>
                  </a:lnTo>
                  <a:lnTo>
                    <a:pt x="84117" y="64515"/>
                  </a:lnTo>
                  <a:lnTo>
                    <a:pt x="82556" y="62009"/>
                  </a:lnTo>
                  <a:lnTo>
                    <a:pt x="80583" y="58841"/>
                  </a:lnTo>
                  <a:lnTo>
                    <a:pt x="78892" y="56740"/>
                  </a:lnTo>
                  <a:lnTo>
                    <a:pt x="77973" y="56488"/>
                  </a:lnTo>
                  <a:lnTo>
                    <a:pt x="77399" y="56782"/>
                  </a:lnTo>
                  <a:lnTo>
                    <a:pt x="77169" y="57620"/>
                  </a:lnTo>
                  <a:lnTo>
                    <a:pt x="75908" y="58518"/>
                  </a:lnTo>
                  <a:lnTo>
                    <a:pt x="73614" y="59473"/>
                  </a:lnTo>
                  <a:lnTo>
                    <a:pt x="71663" y="60955"/>
                  </a:lnTo>
                  <a:lnTo>
                    <a:pt x="70947" y="60969"/>
                  </a:lnTo>
                  <a:lnTo>
                    <a:pt x="70340" y="60721"/>
                  </a:lnTo>
                  <a:lnTo>
                    <a:pt x="69537" y="59976"/>
                  </a:lnTo>
                  <a:lnTo>
                    <a:pt x="68983" y="58877"/>
                  </a:lnTo>
                  <a:lnTo>
                    <a:pt x="68792" y="56971"/>
                  </a:lnTo>
                  <a:lnTo>
                    <a:pt x="68963" y="54357"/>
                  </a:lnTo>
                  <a:lnTo>
                    <a:pt x="67792" y="53820"/>
                  </a:lnTo>
                  <a:lnTo>
                    <a:pt x="66615" y="53282"/>
                  </a:lnTo>
                  <a:lnTo>
                    <a:pt x="65893" y="55084"/>
                  </a:lnTo>
                  <a:lnTo>
                    <a:pt x="65201" y="56602"/>
                  </a:lnTo>
                  <a:lnTo>
                    <a:pt x="63829" y="59910"/>
                  </a:lnTo>
                  <a:lnTo>
                    <a:pt x="61900" y="64559"/>
                  </a:lnTo>
                  <a:lnTo>
                    <a:pt x="60830" y="67114"/>
                  </a:lnTo>
                  <a:lnTo>
                    <a:pt x="58951" y="71604"/>
                  </a:lnTo>
                  <a:lnTo>
                    <a:pt x="57294" y="75563"/>
                  </a:lnTo>
                  <a:lnTo>
                    <a:pt x="56922" y="79626"/>
                  </a:lnTo>
                  <a:lnTo>
                    <a:pt x="56569" y="83478"/>
                  </a:lnTo>
                  <a:lnTo>
                    <a:pt x="55198" y="86410"/>
                  </a:lnTo>
                  <a:lnTo>
                    <a:pt x="54362" y="89098"/>
                  </a:lnTo>
                  <a:lnTo>
                    <a:pt x="53989" y="92079"/>
                  </a:lnTo>
                  <a:lnTo>
                    <a:pt x="53677" y="94816"/>
                  </a:lnTo>
                  <a:lnTo>
                    <a:pt x="53653" y="97107"/>
                  </a:lnTo>
                  <a:lnTo>
                    <a:pt x="53888" y="98309"/>
                  </a:lnTo>
                  <a:lnTo>
                    <a:pt x="53777" y="99286"/>
                  </a:lnTo>
                  <a:lnTo>
                    <a:pt x="53324" y="100410"/>
                  </a:lnTo>
                  <a:lnTo>
                    <a:pt x="52417" y="102365"/>
                  </a:lnTo>
                  <a:lnTo>
                    <a:pt x="52256" y="104246"/>
                  </a:lnTo>
                  <a:lnTo>
                    <a:pt x="51701" y="105174"/>
                  </a:lnTo>
                  <a:lnTo>
                    <a:pt x="50120" y="107031"/>
                  </a:lnTo>
                  <a:lnTo>
                    <a:pt x="48829" y="109768"/>
                  </a:lnTo>
                  <a:lnTo>
                    <a:pt x="48766" y="111318"/>
                  </a:lnTo>
                  <a:lnTo>
                    <a:pt x="48953" y="112605"/>
                  </a:lnTo>
                  <a:lnTo>
                    <a:pt x="48981" y="113404"/>
                  </a:lnTo>
                  <a:lnTo>
                    <a:pt x="48723" y="113961"/>
                  </a:lnTo>
                  <a:lnTo>
                    <a:pt x="48207" y="113925"/>
                  </a:lnTo>
                  <a:lnTo>
                    <a:pt x="47648" y="114100"/>
                  </a:lnTo>
                  <a:lnTo>
                    <a:pt x="47177" y="115241"/>
                  </a:lnTo>
                  <a:lnTo>
                    <a:pt x="47189" y="116880"/>
                  </a:lnTo>
                  <a:lnTo>
                    <a:pt x="46845" y="118062"/>
                  </a:lnTo>
                  <a:lnTo>
                    <a:pt x="46444" y="118305"/>
                  </a:lnTo>
                  <a:lnTo>
                    <a:pt x="46100" y="117470"/>
                  </a:lnTo>
                  <a:lnTo>
                    <a:pt x="45686" y="116218"/>
                  </a:lnTo>
                  <a:lnTo>
                    <a:pt x="45202" y="116095"/>
                  </a:lnTo>
                  <a:lnTo>
                    <a:pt x="44466" y="116926"/>
                  </a:lnTo>
                  <a:lnTo>
                    <a:pt x="43559" y="118294"/>
                  </a:lnTo>
                  <a:lnTo>
                    <a:pt x="42743" y="118367"/>
                  </a:lnTo>
                  <a:lnTo>
                    <a:pt x="41212" y="117489"/>
                  </a:lnTo>
                  <a:lnTo>
                    <a:pt x="40094" y="120141"/>
                  </a:lnTo>
                  <a:lnTo>
                    <a:pt x="38893" y="125837"/>
                  </a:lnTo>
                  <a:lnTo>
                    <a:pt x="33822" y="125851"/>
                  </a:lnTo>
                  <a:lnTo>
                    <a:pt x="28751" y="125866"/>
                  </a:lnTo>
                  <a:lnTo>
                    <a:pt x="23679" y="125880"/>
                  </a:lnTo>
                  <a:lnTo>
                    <a:pt x="18608" y="125895"/>
                  </a:lnTo>
                  <a:lnTo>
                    <a:pt x="13536" y="125908"/>
                  </a:lnTo>
                  <a:lnTo>
                    <a:pt x="8465" y="125922"/>
                  </a:lnTo>
                  <a:lnTo>
                    <a:pt x="3394" y="125936"/>
                  </a:lnTo>
                  <a:lnTo>
                    <a:pt x="556" y="125945"/>
                  </a:lnTo>
                  <a:close/>
                </a:path>
              </a:pathLst>
            </a:custGeom>
            <a:solidFill>
              <a:srgbClr val="C3DDB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g264"/>
            <p:cNvSpPr/>
            <p:nvPr/>
          </p:nvSpPr>
          <p:spPr>
            <a:xfrm>
              <a:off x="1795317" y="2174944"/>
              <a:ext cx="2040" cy="3432"/>
            </a:xfrm>
            <a:custGeom>
              <a:avLst/>
              <a:pathLst>
                <a:path w="2040" h="3432">
                  <a:moveTo>
                    <a:pt x="1698" y="761"/>
                  </a:moveTo>
                  <a:lnTo>
                    <a:pt x="2040" y="3432"/>
                  </a:lnTo>
                  <a:lnTo>
                    <a:pt x="543" y="3003"/>
                  </a:lnTo>
                  <a:lnTo>
                    <a:pt x="21" y="2485"/>
                  </a:lnTo>
                  <a:lnTo>
                    <a:pt x="0" y="1203"/>
                  </a:lnTo>
                  <a:lnTo>
                    <a:pt x="279" y="0"/>
                  </a:lnTo>
                  <a:lnTo>
                    <a:pt x="1415" y="435"/>
                  </a:lnTo>
                  <a:close/>
                </a:path>
              </a:pathLst>
            </a:custGeom>
            <a:solidFill>
              <a:srgbClr val="C3DDB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g265"/>
            <p:cNvSpPr/>
            <p:nvPr/>
          </p:nvSpPr>
          <p:spPr>
            <a:xfrm>
              <a:off x="2665092" y="2167507"/>
              <a:ext cx="3971" cy="3999"/>
            </a:xfrm>
            <a:custGeom>
              <a:avLst/>
              <a:pathLst>
                <a:path w="3971" h="3999">
                  <a:moveTo>
                    <a:pt x="3768" y="1259"/>
                  </a:moveTo>
                  <a:lnTo>
                    <a:pt x="1887" y="2979"/>
                  </a:lnTo>
                  <a:lnTo>
                    <a:pt x="1459" y="3656"/>
                  </a:lnTo>
                  <a:lnTo>
                    <a:pt x="938" y="3999"/>
                  </a:lnTo>
                  <a:lnTo>
                    <a:pt x="549" y="3458"/>
                  </a:lnTo>
                  <a:lnTo>
                    <a:pt x="0" y="1637"/>
                  </a:lnTo>
                  <a:lnTo>
                    <a:pt x="99" y="1031"/>
                  </a:lnTo>
                  <a:lnTo>
                    <a:pt x="615" y="949"/>
                  </a:lnTo>
                  <a:lnTo>
                    <a:pt x="911" y="1190"/>
                  </a:lnTo>
                  <a:lnTo>
                    <a:pt x="986" y="1755"/>
                  </a:lnTo>
                  <a:lnTo>
                    <a:pt x="1212" y="2043"/>
                  </a:lnTo>
                  <a:lnTo>
                    <a:pt x="1590" y="2048"/>
                  </a:lnTo>
                  <a:lnTo>
                    <a:pt x="2983" y="278"/>
                  </a:lnTo>
                  <a:lnTo>
                    <a:pt x="3709" y="0"/>
                  </a:lnTo>
                  <a:lnTo>
                    <a:pt x="3971" y="340"/>
                  </a:lnTo>
                  <a:close/>
                </a:path>
              </a:pathLst>
            </a:custGeom>
            <a:solidFill>
              <a:srgbClr val="C3DDB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g266"/>
            <p:cNvSpPr/>
            <p:nvPr/>
          </p:nvSpPr>
          <p:spPr>
            <a:xfrm>
              <a:off x="2672098" y="2163970"/>
              <a:ext cx="3754" cy="4850"/>
            </a:xfrm>
            <a:custGeom>
              <a:avLst/>
              <a:pathLst>
                <a:path w="3754" h="4850">
                  <a:moveTo>
                    <a:pt x="2377" y="199"/>
                  </a:moveTo>
                  <a:lnTo>
                    <a:pt x="3276" y="2118"/>
                  </a:lnTo>
                  <a:lnTo>
                    <a:pt x="3754" y="2636"/>
                  </a:lnTo>
                  <a:lnTo>
                    <a:pt x="614" y="4713"/>
                  </a:lnTo>
                  <a:lnTo>
                    <a:pt x="238" y="4850"/>
                  </a:lnTo>
                  <a:lnTo>
                    <a:pt x="32" y="4604"/>
                  </a:lnTo>
                  <a:lnTo>
                    <a:pt x="0" y="2669"/>
                  </a:lnTo>
                  <a:lnTo>
                    <a:pt x="135" y="1173"/>
                  </a:lnTo>
                  <a:lnTo>
                    <a:pt x="362" y="950"/>
                  </a:lnTo>
                  <a:lnTo>
                    <a:pt x="1089" y="1851"/>
                  </a:lnTo>
                  <a:lnTo>
                    <a:pt x="1841" y="0"/>
                  </a:lnTo>
                  <a:close/>
                </a:path>
              </a:pathLst>
            </a:custGeom>
            <a:solidFill>
              <a:srgbClr val="C3DDB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g267"/>
            <p:cNvSpPr/>
            <p:nvPr/>
          </p:nvSpPr>
          <p:spPr>
            <a:xfrm>
              <a:off x="1814592" y="2163263"/>
              <a:ext cx="6216" cy="7823"/>
            </a:xfrm>
            <a:custGeom>
              <a:avLst/>
              <a:pathLst>
                <a:path w="6216" h="7823">
                  <a:moveTo>
                    <a:pt x="6047" y="7208"/>
                  </a:moveTo>
                  <a:lnTo>
                    <a:pt x="6216" y="7823"/>
                  </a:lnTo>
                  <a:lnTo>
                    <a:pt x="3504" y="5523"/>
                  </a:lnTo>
                  <a:lnTo>
                    <a:pt x="2347" y="4162"/>
                  </a:lnTo>
                  <a:lnTo>
                    <a:pt x="1900" y="3180"/>
                  </a:lnTo>
                  <a:lnTo>
                    <a:pt x="1609" y="2623"/>
                  </a:lnTo>
                  <a:lnTo>
                    <a:pt x="230" y="1164"/>
                  </a:lnTo>
                  <a:lnTo>
                    <a:pt x="0" y="495"/>
                  </a:lnTo>
                  <a:lnTo>
                    <a:pt x="323" y="0"/>
                  </a:lnTo>
                  <a:lnTo>
                    <a:pt x="1251" y="300"/>
                  </a:lnTo>
                  <a:lnTo>
                    <a:pt x="2783" y="1398"/>
                  </a:lnTo>
                  <a:lnTo>
                    <a:pt x="4152" y="3185"/>
                  </a:lnTo>
                  <a:close/>
                </a:path>
              </a:pathLst>
            </a:custGeom>
            <a:solidFill>
              <a:srgbClr val="C3DDB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g268"/>
            <p:cNvSpPr/>
            <p:nvPr/>
          </p:nvSpPr>
          <p:spPr>
            <a:xfrm>
              <a:off x="1786544" y="2160389"/>
              <a:ext cx="3966" cy="8007"/>
            </a:xfrm>
            <a:custGeom>
              <a:avLst/>
              <a:pathLst>
                <a:path w="3966" h="8007">
                  <a:moveTo>
                    <a:pt x="3778" y="7876"/>
                  </a:moveTo>
                  <a:lnTo>
                    <a:pt x="3300" y="8007"/>
                  </a:lnTo>
                  <a:lnTo>
                    <a:pt x="2533" y="7649"/>
                  </a:lnTo>
                  <a:lnTo>
                    <a:pt x="1670" y="6804"/>
                  </a:lnTo>
                  <a:lnTo>
                    <a:pt x="154" y="4547"/>
                  </a:lnTo>
                  <a:lnTo>
                    <a:pt x="0" y="4038"/>
                  </a:lnTo>
                  <a:lnTo>
                    <a:pt x="136" y="3601"/>
                  </a:lnTo>
                  <a:lnTo>
                    <a:pt x="565" y="3237"/>
                  </a:lnTo>
                  <a:lnTo>
                    <a:pt x="662" y="2643"/>
                  </a:lnTo>
                  <a:lnTo>
                    <a:pt x="309" y="1022"/>
                  </a:lnTo>
                  <a:lnTo>
                    <a:pt x="1525" y="0"/>
                  </a:lnTo>
                  <a:lnTo>
                    <a:pt x="2597" y="848"/>
                  </a:lnTo>
                  <a:lnTo>
                    <a:pt x="3084" y="1887"/>
                  </a:lnTo>
                  <a:lnTo>
                    <a:pt x="3672" y="3739"/>
                  </a:lnTo>
                  <a:lnTo>
                    <a:pt x="3937" y="5827"/>
                  </a:lnTo>
                  <a:lnTo>
                    <a:pt x="3966" y="7256"/>
                  </a:lnTo>
                  <a:close/>
                </a:path>
              </a:pathLst>
            </a:custGeom>
            <a:solidFill>
              <a:srgbClr val="C3DDB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g269"/>
            <p:cNvSpPr/>
            <p:nvPr/>
          </p:nvSpPr>
          <p:spPr>
            <a:xfrm>
              <a:off x="2547832" y="2158261"/>
              <a:ext cx="33990" cy="25568"/>
            </a:xfrm>
            <a:custGeom>
              <a:avLst/>
              <a:pathLst>
                <a:path w="33990" h="25568">
                  <a:moveTo>
                    <a:pt x="32711" y="25131"/>
                  </a:moveTo>
                  <a:lnTo>
                    <a:pt x="27612" y="25568"/>
                  </a:lnTo>
                  <a:lnTo>
                    <a:pt x="23552" y="23743"/>
                  </a:lnTo>
                  <a:lnTo>
                    <a:pt x="20542" y="22861"/>
                  </a:lnTo>
                  <a:lnTo>
                    <a:pt x="17594" y="21258"/>
                  </a:lnTo>
                  <a:lnTo>
                    <a:pt x="11204" y="16106"/>
                  </a:lnTo>
                  <a:lnTo>
                    <a:pt x="10472" y="14315"/>
                  </a:lnTo>
                  <a:lnTo>
                    <a:pt x="9859" y="12116"/>
                  </a:lnTo>
                  <a:lnTo>
                    <a:pt x="8635" y="10117"/>
                  </a:lnTo>
                  <a:lnTo>
                    <a:pt x="7315" y="8470"/>
                  </a:lnTo>
                  <a:lnTo>
                    <a:pt x="550" y="3446"/>
                  </a:lnTo>
                  <a:lnTo>
                    <a:pt x="0" y="1696"/>
                  </a:lnTo>
                  <a:lnTo>
                    <a:pt x="1368" y="545"/>
                  </a:lnTo>
                  <a:lnTo>
                    <a:pt x="2942" y="0"/>
                  </a:lnTo>
                  <a:lnTo>
                    <a:pt x="4311" y="80"/>
                  </a:lnTo>
                  <a:lnTo>
                    <a:pt x="8836" y="2043"/>
                  </a:lnTo>
                  <a:lnTo>
                    <a:pt x="14541" y="3768"/>
                  </a:lnTo>
                  <a:lnTo>
                    <a:pt x="17017" y="5072"/>
                  </a:lnTo>
                  <a:lnTo>
                    <a:pt x="19824" y="7059"/>
                  </a:lnTo>
                  <a:lnTo>
                    <a:pt x="22567" y="9469"/>
                  </a:lnTo>
                  <a:lnTo>
                    <a:pt x="28666" y="15876"/>
                  </a:lnTo>
                  <a:lnTo>
                    <a:pt x="29762" y="16387"/>
                  </a:lnTo>
                  <a:lnTo>
                    <a:pt x="32516" y="19527"/>
                  </a:lnTo>
                  <a:lnTo>
                    <a:pt x="33507" y="21884"/>
                  </a:lnTo>
                  <a:lnTo>
                    <a:pt x="33990" y="23797"/>
                  </a:lnTo>
                  <a:lnTo>
                    <a:pt x="33389" y="24780"/>
                  </a:lnTo>
                  <a:close/>
                </a:path>
              </a:pathLst>
            </a:custGeom>
            <a:solidFill>
              <a:srgbClr val="C3DDB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g270"/>
            <p:cNvSpPr/>
            <p:nvPr/>
          </p:nvSpPr>
          <p:spPr>
            <a:xfrm>
              <a:off x="1810008" y="2150201"/>
              <a:ext cx="1444" cy="5803"/>
            </a:xfrm>
            <a:custGeom>
              <a:avLst/>
              <a:pathLst>
                <a:path w="1444" h="5803">
                  <a:moveTo>
                    <a:pt x="587" y="5542"/>
                  </a:moveTo>
                  <a:lnTo>
                    <a:pt x="297" y="5803"/>
                  </a:lnTo>
                  <a:lnTo>
                    <a:pt x="0" y="2454"/>
                  </a:lnTo>
                  <a:lnTo>
                    <a:pt x="369" y="1239"/>
                  </a:lnTo>
                  <a:lnTo>
                    <a:pt x="474" y="629"/>
                  </a:lnTo>
                  <a:lnTo>
                    <a:pt x="428" y="0"/>
                  </a:lnTo>
                  <a:lnTo>
                    <a:pt x="1073" y="1513"/>
                  </a:lnTo>
                  <a:lnTo>
                    <a:pt x="1335" y="2529"/>
                  </a:lnTo>
                  <a:lnTo>
                    <a:pt x="1444" y="3934"/>
                  </a:lnTo>
                  <a:lnTo>
                    <a:pt x="1432" y="4309"/>
                  </a:lnTo>
                  <a:close/>
                </a:path>
              </a:pathLst>
            </a:custGeom>
            <a:solidFill>
              <a:srgbClr val="C3DDB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g271"/>
            <p:cNvSpPr/>
            <p:nvPr/>
          </p:nvSpPr>
          <p:spPr>
            <a:xfrm>
              <a:off x="1805956" y="2144271"/>
              <a:ext cx="3466" cy="11036"/>
            </a:xfrm>
            <a:custGeom>
              <a:avLst/>
              <a:pathLst>
                <a:path w="3466" h="11036">
                  <a:moveTo>
                    <a:pt x="2124" y="9476"/>
                  </a:moveTo>
                  <a:lnTo>
                    <a:pt x="1990" y="11036"/>
                  </a:lnTo>
                  <a:lnTo>
                    <a:pt x="1205" y="8503"/>
                  </a:lnTo>
                  <a:lnTo>
                    <a:pt x="0" y="3141"/>
                  </a:lnTo>
                  <a:lnTo>
                    <a:pt x="160" y="1887"/>
                  </a:lnTo>
                  <a:lnTo>
                    <a:pt x="698" y="111"/>
                  </a:lnTo>
                  <a:lnTo>
                    <a:pt x="1188" y="0"/>
                  </a:lnTo>
                  <a:lnTo>
                    <a:pt x="1979" y="829"/>
                  </a:lnTo>
                  <a:lnTo>
                    <a:pt x="2668" y="2308"/>
                  </a:lnTo>
                  <a:lnTo>
                    <a:pt x="2827" y="2882"/>
                  </a:lnTo>
                  <a:lnTo>
                    <a:pt x="3254" y="4433"/>
                  </a:lnTo>
                  <a:lnTo>
                    <a:pt x="3466" y="5826"/>
                  </a:lnTo>
                  <a:lnTo>
                    <a:pt x="2991" y="7515"/>
                  </a:lnTo>
                  <a:close/>
                </a:path>
              </a:pathLst>
            </a:custGeom>
            <a:solidFill>
              <a:srgbClr val="C3DDB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g272"/>
            <p:cNvSpPr/>
            <p:nvPr/>
          </p:nvSpPr>
          <p:spPr>
            <a:xfrm>
              <a:off x="2655704" y="2132942"/>
              <a:ext cx="2005" cy="2734"/>
            </a:xfrm>
            <a:custGeom>
              <a:avLst/>
              <a:pathLst>
                <a:path w="2005" h="2734">
                  <a:moveTo>
                    <a:pt x="1191" y="2409"/>
                  </a:moveTo>
                  <a:lnTo>
                    <a:pt x="782" y="2734"/>
                  </a:lnTo>
                  <a:lnTo>
                    <a:pt x="403" y="2724"/>
                  </a:lnTo>
                  <a:lnTo>
                    <a:pt x="55" y="2376"/>
                  </a:lnTo>
                  <a:lnTo>
                    <a:pt x="0" y="1803"/>
                  </a:lnTo>
                  <a:lnTo>
                    <a:pt x="358" y="605"/>
                  </a:lnTo>
                  <a:lnTo>
                    <a:pt x="1300" y="0"/>
                  </a:lnTo>
                  <a:lnTo>
                    <a:pt x="2005" y="142"/>
                  </a:lnTo>
                  <a:lnTo>
                    <a:pt x="1963" y="747"/>
                  </a:lnTo>
                  <a:lnTo>
                    <a:pt x="1585" y="1745"/>
                  </a:lnTo>
                  <a:close/>
                </a:path>
              </a:pathLst>
            </a:custGeom>
            <a:solidFill>
              <a:srgbClr val="C3DDB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g273"/>
            <p:cNvSpPr/>
            <p:nvPr/>
          </p:nvSpPr>
          <p:spPr>
            <a:xfrm>
              <a:off x="1769499" y="2131189"/>
              <a:ext cx="61741" cy="74987"/>
            </a:xfrm>
            <a:custGeom>
              <a:avLst/>
              <a:pathLst>
                <a:path w="61741" h="74987">
                  <a:moveTo>
                    <a:pt x="14046" y="6505"/>
                  </a:moveTo>
                  <a:lnTo>
                    <a:pt x="20096" y="10194"/>
                  </a:lnTo>
                  <a:lnTo>
                    <a:pt x="26154" y="12017"/>
                  </a:lnTo>
                  <a:lnTo>
                    <a:pt x="30598" y="14175"/>
                  </a:lnTo>
                  <a:lnTo>
                    <a:pt x="33327" y="14833"/>
                  </a:lnTo>
                  <a:lnTo>
                    <a:pt x="34314" y="15308"/>
                  </a:lnTo>
                  <a:lnTo>
                    <a:pt x="34950" y="16067"/>
                  </a:lnTo>
                  <a:lnTo>
                    <a:pt x="35701" y="17903"/>
                  </a:lnTo>
                  <a:lnTo>
                    <a:pt x="36999" y="22275"/>
                  </a:lnTo>
                  <a:lnTo>
                    <a:pt x="37983" y="25067"/>
                  </a:lnTo>
                  <a:lnTo>
                    <a:pt x="40016" y="29914"/>
                  </a:lnTo>
                  <a:lnTo>
                    <a:pt x="41622" y="33357"/>
                  </a:lnTo>
                  <a:lnTo>
                    <a:pt x="41988" y="34725"/>
                  </a:lnTo>
                  <a:lnTo>
                    <a:pt x="41649" y="35166"/>
                  </a:lnTo>
                  <a:lnTo>
                    <a:pt x="41670" y="35972"/>
                  </a:lnTo>
                  <a:lnTo>
                    <a:pt x="42890" y="39314"/>
                  </a:lnTo>
                  <a:lnTo>
                    <a:pt x="45178" y="42310"/>
                  </a:lnTo>
                  <a:lnTo>
                    <a:pt x="46968" y="43740"/>
                  </a:lnTo>
                  <a:lnTo>
                    <a:pt x="50747" y="46095"/>
                  </a:lnTo>
                  <a:lnTo>
                    <a:pt x="53064" y="48357"/>
                  </a:lnTo>
                  <a:lnTo>
                    <a:pt x="53779" y="49930"/>
                  </a:lnTo>
                  <a:lnTo>
                    <a:pt x="54786" y="51455"/>
                  </a:lnTo>
                  <a:lnTo>
                    <a:pt x="55206" y="52510"/>
                  </a:lnTo>
                  <a:lnTo>
                    <a:pt x="56032" y="56418"/>
                  </a:lnTo>
                  <a:lnTo>
                    <a:pt x="57564" y="60177"/>
                  </a:lnTo>
                  <a:lnTo>
                    <a:pt x="59143" y="67326"/>
                  </a:lnTo>
                  <a:lnTo>
                    <a:pt x="59437" y="66729"/>
                  </a:lnTo>
                  <a:lnTo>
                    <a:pt x="59619" y="64598"/>
                  </a:lnTo>
                  <a:lnTo>
                    <a:pt x="59800" y="64123"/>
                  </a:lnTo>
                  <a:lnTo>
                    <a:pt x="60136" y="63895"/>
                  </a:lnTo>
                  <a:lnTo>
                    <a:pt x="60448" y="64722"/>
                  </a:lnTo>
                  <a:lnTo>
                    <a:pt x="60736" y="66606"/>
                  </a:lnTo>
                  <a:lnTo>
                    <a:pt x="61741" y="71076"/>
                  </a:lnTo>
                  <a:lnTo>
                    <a:pt x="61414" y="72380"/>
                  </a:lnTo>
                  <a:lnTo>
                    <a:pt x="61123" y="72514"/>
                  </a:lnTo>
                  <a:lnTo>
                    <a:pt x="59766" y="71901"/>
                  </a:lnTo>
                  <a:lnTo>
                    <a:pt x="59294" y="72703"/>
                  </a:lnTo>
                  <a:lnTo>
                    <a:pt x="58662" y="74332"/>
                  </a:lnTo>
                  <a:lnTo>
                    <a:pt x="58215" y="74987"/>
                  </a:lnTo>
                  <a:lnTo>
                    <a:pt x="57953" y="74670"/>
                  </a:lnTo>
                  <a:lnTo>
                    <a:pt x="54025" y="73103"/>
                  </a:lnTo>
                  <a:lnTo>
                    <a:pt x="51608" y="71630"/>
                  </a:lnTo>
                  <a:lnTo>
                    <a:pt x="48428" y="69301"/>
                  </a:lnTo>
                  <a:lnTo>
                    <a:pt x="44611" y="66876"/>
                  </a:lnTo>
                  <a:lnTo>
                    <a:pt x="42431" y="65212"/>
                  </a:lnTo>
                  <a:lnTo>
                    <a:pt x="40615" y="63502"/>
                  </a:lnTo>
                  <a:lnTo>
                    <a:pt x="39354" y="62045"/>
                  </a:lnTo>
                  <a:lnTo>
                    <a:pt x="39116" y="60809"/>
                  </a:lnTo>
                  <a:lnTo>
                    <a:pt x="39172" y="60224"/>
                  </a:lnTo>
                  <a:lnTo>
                    <a:pt x="41621" y="56267"/>
                  </a:lnTo>
                  <a:lnTo>
                    <a:pt x="42658" y="54141"/>
                  </a:lnTo>
                  <a:lnTo>
                    <a:pt x="43055" y="52515"/>
                  </a:lnTo>
                  <a:lnTo>
                    <a:pt x="43260" y="50794"/>
                  </a:lnTo>
                  <a:lnTo>
                    <a:pt x="43109" y="48693"/>
                  </a:lnTo>
                  <a:lnTo>
                    <a:pt x="43010" y="48856"/>
                  </a:lnTo>
                  <a:lnTo>
                    <a:pt x="42791" y="50868"/>
                  </a:lnTo>
                  <a:lnTo>
                    <a:pt x="42430" y="52657"/>
                  </a:lnTo>
                  <a:lnTo>
                    <a:pt x="41990" y="54061"/>
                  </a:lnTo>
                  <a:lnTo>
                    <a:pt x="41711" y="54557"/>
                  </a:lnTo>
                  <a:lnTo>
                    <a:pt x="38775" y="55242"/>
                  </a:lnTo>
                  <a:lnTo>
                    <a:pt x="36405" y="55029"/>
                  </a:lnTo>
                  <a:lnTo>
                    <a:pt x="35216" y="56718"/>
                  </a:lnTo>
                  <a:lnTo>
                    <a:pt x="34860" y="56933"/>
                  </a:lnTo>
                  <a:lnTo>
                    <a:pt x="34206" y="56371"/>
                  </a:lnTo>
                  <a:lnTo>
                    <a:pt x="32776" y="54115"/>
                  </a:lnTo>
                  <a:lnTo>
                    <a:pt x="30728" y="52263"/>
                  </a:lnTo>
                  <a:lnTo>
                    <a:pt x="30930" y="51808"/>
                  </a:lnTo>
                  <a:lnTo>
                    <a:pt x="32266" y="50863"/>
                  </a:lnTo>
                  <a:lnTo>
                    <a:pt x="32974" y="49487"/>
                  </a:lnTo>
                  <a:lnTo>
                    <a:pt x="32847" y="49268"/>
                  </a:lnTo>
                  <a:lnTo>
                    <a:pt x="32371" y="49351"/>
                  </a:lnTo>
                  <a:lnTo>
                    <a:pt x="31953" y="49071"/>
                  </a:lnTo>
                  <a:lnTo>
                    <a:pt x="31120" y="47288"/>
                  </a:lnTo>
                  <a:lnTo>
                    <a:pt x="30644" y="46802"/>
                  </a:lnTo>
                  <a:lnTo>
                    <a:pt x="29633" y="47604"/>
                  </a:lnTo>
                  <a:lnTo>
                    <a:pt x="29227" y="47647"/>
                  </a:lnTo>
                  <a:lnTo>
                    <a:pt x="28835" y="46470"/>
                  </a:lnTo>
                  <a:lnTo>
                    <a:pt x="29398" y="43755"/>
                  </a:lnTo>
                  <a:lnTo>
                    <a:pt x="29426" y="43114"/>
                  </a:lnTo>
                  <a:lnTo>
                    <a:pt x="28391" y="44102"/>
                  </a:lnTo>
                  <a:lnTo>
                    <a:pt x="28049" y="43778"/>
                  </a:lnTo>
                  <a:lnTo>
                    <a:pt x="27725" y="42897"/>
                  </a:lnTo>
                  <a:lnTo>
                    <a:pt x="27421" y="42528"/>
                  </a:lnTo>
                  <a:lnTo>
                    <a:pt x="26580" y="42709"/>
                  </a:lnTo>
                  <a:lnTo>
                    <a:pt x="25669" y="41896"/>
                  </a:lnTo>
                  <a:lnTo>
                    <a:pt x="25351" y="42215"/>
                  </a:lnTo>
                  <a:lnTo>
                    <a:pt x="25230" y="43388"/>
                  </a:lnTo>
                  <a:lnTo>
                    <a:pt x="24927" y="43688"/>
                  </a:lnTo>
                  <a:lnTo>
                    <a:pt x="23537" y="41709"/>
                  </a:lnTo>
                  <a:lnTo>
                    <a:pt x="23221" y="41647"/>
                  </a:lnTo>
                  <a:lnTo>
                    <a:pt x="22546" y="43159"/>
                  </a:lnTo>
                  <a:lnTo>
                    <a:pt x="22311" y="43252"/>
                  </a:lnTo>
                  <a:lnTo>
                    <a:pt x="21953" y="42597"/>
                  </a:lnTo>
                  <a:lnTo>
                    <a:pt x="21768" y="38924"/>
                  </a:lnTo>
                  <a:lnTo>
                    <a:pt x="21844" y="37879"/>
                  </a:lnTo>
                  <a:lnTo>
                    <a:pt x="22034" y="37529"/>
                  </a:lnTo>
                  <a:lnTo>
                    <a:pt x="23242" y="36678"/>
                  </a:lnTo>
                  <a:lnTo>
                    <a:pt x="26715" y="35766"/>
                  </a:lnTo>
                  <a:lnTo>
                    <a:pt x="27004" y="35111"/>
                  </a:lnTo>
                  <a:lnTo>
                    <a:pt x="24402" y="35450"/>
                  </a:lnTo>
                  <a:lnTo>
                    <a:pt x="23725" y="34950"/>
                  </a:lnTo>
                  <a:lnTo>
                    <a:pt x="22998" y="33695"/>
                  </a:lnTo>
                  <a:lnTo>
                    <a:pt x="22237" y="33714"/>
                  </a:lnTo>
                  <a:lnTo>
                    <a:pt x="21835" y="33306"/>
                  </a:lnTo>
                  <a:lnTo>
                    <a:pt x="21413" y="32398"/>
                  </a:lnTo>
                  <a:lnTo>
                    <a:pt x="20313" y="29078"/>
                  </a:lnTo>
                  <a:lnTo>
                    <a:pt x="19563" y="28237"/>
                  </a:lnTo>
                  <a:lnTo>
                    <a:pt x="18287" y="27709"/>
                  </a:lnTo>
                  <a:lnTo>
                    <a:pt x="17629" y="27078"/>
                  </a:lnTo>
                  <a:lnTo>
                    <a:pt x="17352" y="27357"/>
                  </a:lnTo>
                  <a:lnTo>
                    <a:pt x="17085" y="28303"/>
                  </a:lnTo>
                  <a:lnTo>
                    <a:pt x="16730" y="28891"/>
                  </a:lnTo>
                  <a:lnTo>
                    <a:pt x="15857" y="29224"/>
                  </a:lnTo>
                  <a:lnTo>
                    <a:pt x="15058" y="28981"/>
                  </a:lnTo>
                  <a:lnTo>
                    <a:pt x="14434" y="28074"/>
                  </a:lnTo>
                  <a:lnTo>
                    <a:pt x="14064" y="26930"/>
                  </a:lnTo>
                  <a:lnTo>
                    <a:pt x="13922" y="25651"/>
                  </a:lnTo>
                  <a:lnTo>
                    <a:pt x="14268" y="23942"/>
                  </a:lnTo>
                  <a:lnTo>
                    <a:pt x="14262" y="23267"/>
                  </a:lnTo>
                  <a:lnTo>
                    <a:pt x="14107" y="22476"/>
                  </a:lnTo>
                  <a:lnTo>
                    <a:pt x="13823" y="21838"/>
                  </a:lnTo>
                  <a:lnTo>
                    <a:pt x="13407" y="21350"/>
                  </a:lnTo>
                  <a:lnTo>
                    <a:pt x="13180" y="21606"/>
                  </a:lnTo>
                  <a:lnTo>
                    <a:pt x="13142" y="22604"/>
                  </a:lnTo>
                  <a:lnTo>
                    <a:pt x="12916" y="23334"/>
                  </a:lnTo>
                  <a:lnTo>
                    <a:pt x="12193" y="23893"/>
                  </a:lnTo>
                  <a:lnTo>
                    <a:pt x="11602" y="22916"/>
                  </a:lnTo>
                  <a:lnTo>
                    <a:pt x="11213" y="21561"/>
                  </a:lnTo>
                  <a:lnTo>
                    <a:pt x="10758" y="20599"/>
                  </a:lnTo>
                  <a:lnTo>
                    <a:pt x="8226" y="20602"/>
                  </a:lnTo>
                  <a:lnTo>
                    <a:pt x="7061" y="21848"/>
                  </a:lnTo>
                  <a:lnTo>
                    <a:pt x="6503" y="21949"/>
                  </a:lnTo>
                  <a:lnTo>
                    <a:pt x="5922" y="21653"/>
                  </a:lnTo>
                  <a:lnTo>
                    <a:pt x="5812" y="20993"/>
                  </a:lnTo>
                  <a:lnTo>
                    <a:pt x="6358" y="19180"/>
                  </a:lnTo>
                  <a:lnTo>
                    <a:pt x="6224" y="16764"/>
                  </a:lnTo>
                  <a:lnTo>
                    <a:pt x="6082" y="16158"/>
                  </a:lnTo>
                  <a:lnTo>
                    <a:pt x="4914" y="15788"/>
                  </a:lnTo>
                  <a:lnTo>
                    <a:pt x="4715" y="15204"/>
                  </a:lnTo>
                  <a:lnTo>
                    <a:pt x="5411" y="12272"/>
                  </a:lnTo>
                  <a:lnTo>
                    <a:pt x="5799" y="11718"/>
                  </a:lnTo>
                  <a:lnTo>
                    <a:pt x="6317" y="11509"/>
                  </a:lnTo>
                  <a:lnTo>
                    <a:pt x="8634" y="11271"/>
                  </a:lnTo>
                  <a:lnTo>
                    <a:pt x="9405" y="11689"/>
                  </a:lnTo>
                  <a:lnTo>
                    <a:pt x="10522" y="13471"/>
                  </a:lnTo>
                  <a:lnTo>
                    <a:pt x="10487" y="12800"/>
                  </a:lnTo>
                  <a:lnTo>
                    <a:pt x="10065" y="10779"/>
                  </a:lnTo>
                  <a:lnTo>
                    <a:pt x="10004" y="9567"/>
                  </a:lnTo>
                  <a:lnTo>
                    <a:pt x="10773" y="8198"/>
                  </a:lnTo>
                  <a:lnTo>
                    <a:pt x="10038" y="7797"/>
                  </a:lnTo>
                  <a:lnTo>
                    <a:pt x="7293" y="7480"/>
                  </a:lnTo>
                  <a:lnTo>
                    <a:pt x="7314" y="8356"/>
                  </a:lnTo>
                  <a:lnTo>
                    <a:pt x="7540" y="9597"/>
                  </a:lnTo>
                  <a:lnTo>
                    <a:pt x="5913" y="10686"/>
                  </a:lnTo>
                  <a:lnTo>
                    <a:pt x="4706" y="10871"/>
                  </a:lnTo>
                  <a:lnTo>
                    <a:pt x="3553" y="10698"/>
                  </a:lnTo>
                  <a:lnTo>
                    <a:pt x="2611" y="10046"/>
                  </a:lnTo>
                  <a:lnTo>
                    <a:pt x="1005" y="7424"/>
                  </a:lnTo>
                  <a:lnTo>
                    <a:pt x="0" y="4844"/>
                  </a:lnTo>
                  <a:lnTo>
                    <a:pt x="47" y="3436"/>
                  </a:lnTo>
                  <a:lnTo>
                    <a:pt x="598" y="1962"/>
                  </a:lnTo>
                  <a:lnTo>
                    <a:pt x="1320" y="956"/>
                  </a:lnTo>
                  <a:lnTo>
                    <a:pt x="3029" y="82"/>
                  </a:lnTo>
                  <a:lnTo>
                    <a:pt x="5262" y="0"/>
                  </a:lnTo>
                  <a:lnTo>
                    <a:pt x="7761" y="1175"/>
                  </a:lnTo>
                  <a:close/>
                </a:path>
              </a:pathLst>
            </a:custGeom>
            <a:solidFill>
              <a:srgbClr val="C3DDB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g274"/>
            <p:cNvSpPr/>
            <p:nvPr/>
          </p:nvSpPr>
          <p:spPr>
            <a:xfrm>
              <a:off x="2610264" y="2109446"/>
              <a:ext cx="81760" cy="146803"/>
            </a:xfrm>
            <a:custGeom>
              <a:avLst/>
              <a:pathLst>
                <a:path w="81760" h="146803">
                  <a:moveTo>
                    <a:pt x="47574" y="1768"/>
                  </a:moveTo>
                  <a:lnTo>
                    <a:pt x="46676" y="4710"/>
                  </a:lnTo>
                  <a:lnTo>
                    <a:pt x="46055" y="6140"/>
                  </a:lnTo>
                  <a:lnTo>
                    <a:pt x="45478" y="6603"/>
                  </a:lnTo>
                  <a:lnTo>
                    <a:pt x="44260" y="7023"/>
                  </a:lnTo>
                  <a:lnTo>
                    <a:pt x="41695" y="7486"/>
                  </a:lnTo>
                  <a:lnTo>
                    <a:pt x="40599" y="7919"/>
                  </a:lnTo>
                  <a:lnTo>
                    <a:pt x="40442" y="9884"/>
                  </a:lnTo>
                  <a:lnTo>
                    <a:pt x="40604" y="10917"/>
                  </a:lnTo>
                  <a:lnTo>
                    <a:pt x="40979" y="11734"/>
                  </a:lnTo>
                  <a:lnTo>
                    <a:pt x="41455" y="11966"/>
                  </a:lnTo>
                  <a:lnTo>
                    <a:pt x="42519" y="11479"/>
                  </a:lnTo>
                  <a:lnTo>
                    <a:pt x="42914" y="11562"/>
                  </a:lnTo>
                  <a:lnTo>
                    <a:pt x="43231" y="11973"/>
                  </a:lnTo>
                  <a:lnTo>
                    <a:pt x="43470" y="12712"/>
                  </a:lnTo>
                  <a:lnTo>
                    <a:pt x="43594" y="13738"/>
                  </a:lnTo>
                  <a:lnTo>
                    <a:pt x="43602" y="15050"/>
                  </a:lnTo>
                  <a:lnTo>
                    <a:pt x="43415" y="16638"/>
                  </a:lnTo>
                  <a:lnTo>
                    <a:pt x="42545" y="20359"/>
                  </a:lnTo>
                  <a:lnTo>
                    <a:pt x="41441" y="22418"/>
                  </a:lnTo>
                  <a:lnTo>
                    <a:pt x="40026" y="24095"/>
                  </a:lnTo>
                  <a:lnTo>
                    <a:pt x="39679" y="24735"/>
                  </a:lnTo>
                  <a:lnTo>
                    <a:pt x="39501" y="25488"/>
                  </a:lnTo>
                  <a:lnTo>
                    <a:pt x="39325" y="27936"/>
                  </a:lnTo>
                  <a:lnTo>
                    <a:pt x="38592" y="29892"/>
                  </a:lnTo>
                  <a:lnTo>
                    <a:pt x="36317" y="34849"/>
                  </a:lnTo>
                  <a:lnTo>
                    <a:pt x="35441" y="35942"/>
                  </a:lnTo>
                  <a:lnTo>
                    <a:pt x="35435" y="36815"/>
                  </a:lnTo>
                  <a:lnTo>
                    <a:pt x="35080" y="39168"/>
                  </a:lnTo>
                  <a:lnTo>
                    <a:pt x="34405" y="41062"/>
                  </a:lnTo>
                  <a:lnTo>
                    <a:pt x="32520" y="45408"/>
                  </a:lnTo>
                  <a:lnTo>
                    <a:pt x="32053" y="46943"/>
                  </a:lnTo>
                  <a:lnTo>
                    <a:pt x="31843" y="48160"/>
                  </a:lnTo>
                  <a:lnTo>
                    <a:pt x="31872" y="49875"/>
                  </a:lnTo>
                  <a:lnTo>
                    <a:pt x="31787" y="50631"/>
                  </a:lnTo>
                  <a:lnTo>
                    <a:pt x="31356" y="52084"/>
                  </a:lnTo>
                  <a:lnTo>
                    <a:pt x="30754" y="53443"/>
                  </a:lnTo>
                  <a:lnTo>
                    <a:pt x="30635" y="54105"/>
                  </a:lnTo>
                  <a:lnTo>
                    <a:pt x="30872" y="55309"/>
                  </a:lnTo>
                  <a:lnTo>
                    <a:pt x="31116" y="55729"/>
                  </a:lnTo>
                  <a:lnTo>
                    <a:pt x="31144" y="56824"/>
                  </a:lnTo>
                  <a:lnTo>
                    <a:pt x="30958" y="58593"/>
                  </a:lnTo>
                  <a:lnTo>
                    <a:pt x="31755" y="57466"/>
                  </a:lnTo>
                  <a:lnTo>
                    <a:pt x="33536" y="53445"/>
                  </a:lnTo>
                  <a:lnTo>
                    <a:pt x="34873" y="51024"/>
                  </a:lnTo>
                  <a:lnTo>
                    <a:pt x="35767" y="50203"/>
                  </a:lnTo>
                  <a:lnTo>
                    <a:pt x="36390" y="49130"/>
                  </a:lnTo>
                  <a:lnTo>
                    <a:pt x="37056" y="46764"/>
                  </a:lnTo>
                  <a:lnTo>
                    <a:pt x="37967" y="44509"/>
                  </a:lnTo>
                  <a:lnTo>
                    <a:pt x="38792" y="43773"/>
                  </a:lnTo>
                  <a:lnTo>
                    <a:pt x="39169" y="44206"/>
                  </a:lnTo>
                  <a:lnTo>
                    <a:pt x="39489" y="45314"/>
                  </a:lnTo>
                  <a:lnTo>
                    <a:pt x="39425" y="46724"/>
                  </a:lnTo>
                  <a:lnTo>
                    <a:pt x="38977" y="48434"/>
                  </a:lnTo>
                  <a:lnTo>
                    <a:pt x="39012" y="48940"/>
                  </a:lnTo>
                  <a:lnTo>
                    <a:pt x="40064" y="47685"/>
                  </a:lnTo>
                  <a:lnTo>
                    <a:pt x="41867" y="46646"/>
                  </a:lnTo>
                  <a:lnTo>
                    <a:pt x="42522" y="46783"/>
                  </a:lnTo>
                  <a:lnTo>
                    <a:pt x="43845" y="48340"/>
                  </a:lnTo>
                  <a:lnTo>
                    <a:pt x="44945" y="48160"/>
                  </a:lnTo>
                  <a:lnTo>
                    <a:pt x="46705" y="47255"/>
                  </a:lnTo>
                  <a:lnTo>
                    <a:pt x="47036" y="47669"/>
                  </a:lnTo>
                  <a:lnTo>
                    <a:pt x="46742" y="49040"/>
                  </a:lnTo>
                  <a:lnTo>
                    <a:pt x="46051" y="50351"/>
                  </a:lnTo>
                  <a:lnTo>
                    <a:pt x="44419" y="52224"/>
                  </a:lnTo>
                  <a:lnTo>
                    <a:pt x="40490" y="55897"/>
                  </a:lnTo>
                  <a:lnTo>
                    <a:pt x="39269" y="58425"/>
                  </a:lnTo>
                  <a:lnTo>
                    <a:pt x="39501" y="58349"/>
                  </a:lnTo>
                  <a:lnTo>
                    <a:pt x="40349" y="57265"/>
                  </a:lnTo>
                  <a:lnTo>
                    <a:pt x="41240" y="56682"/>
                  </a:lnTo>
                  <a:lnTo>
                    <a:pt x="42174" y="56602"/>
                  </a:lnTo>
                  <a:lnTo>
                    <a:pt x="42564" y="56917"/>
                  </a:lnTo>
                  <a:lnTo>
                    <a:pt x="42412" y="57633"/>
                  </a:lnTo>
                  <a:lnTo>
                    <a:pt x="42294" y="59574"/>
                  </a:lnTo>
                  <a:lnTo>
                    <a:pt x="39914" y="63365"/>
                  </a:lnTo>
                  <a:lnTo>
                    <a:pt x="40476" y="63221"/>
                  </a:lnTo>
                  <a:lnTo>
                    <a:pt x="43230" y="61494"/>
                  </a:lnTo>
                  <a:lnTo>
                    <a:pt x="44901" y="63878"/>
                  </a:lnTo>
                  <a:lnTo>
                    <a:pt x="47196" y="63054"/>
                  </a:lnTo>
                  <a:lnTo>
                    <a:pt x="48583" y="62249"/>
                  </a:lnTo>
                  <a:lnTo>
                    <a:pt x="48544" y="62746"/>
                  </a:lnTo>
                  <a:lnTo>
                    <a:pt x="48845" y="63787"/>
                  </a:lnTo>
                  <a:lnTo>
                    <a:pt x="48834" y="65466"/>
                  </a:lnTo>
                  <a:lnTo>
                    <a:pt x="48974" y="65701"/>
                  </a:lnTo>
                  <a:lnTo>
                    <a:pt x="49631" y="65139"/>
                  </a:lnTo>
                  <a:lnTo>
                    <a:pt x="49750" y="64524"/>
                  </a:lnTo>
                  <a:lnTo>
                    <a:pt x="49716" y="61537"/>
                  </a:lnTo>
                  <a:lnTo>
                    <a:pt x="49919" y="61239"/>
                  </a:lnTo>
                  <a:lnTo>
                    <a:pt x="50368" y="61705"/>
                  </a:lnTo>
                  <a:lnTo>
                    <a:pt x="50642" y="62477"/>
                  </a:lnTo>
                  <a:lnTo>
                    <a:pt x="50724" y="64650"/>
                  </a:lnTo>
                  <a:lnTo>
                    <a:pt x="50423" y="66831"/>
                  </a:lnTo>
                  <a:lnTo>
                    <a:pt x="50005" y="68831"/>
                  </a:lnTo>
                  <a:lnTo>
                    <a:pt x="48991" y="71753"/>
                  </a:lnTo>
                  <a:lnTo>
                    <a:pt x="49120" y="73009"/>
                  </a:lnTo>
                  <a:lnTo>
                    <a:pt x="48861" y="74373"/>
                  </a:lnTo>
                  <a:lnTo>
                    <a:pt x="49085" y="74419"/>
                  </a:lnTo>
                  <a:lnTo>
                    <a:pt x="50090" y="73148"/>
                  </a:lnTo>
                  <a:lnTo>
                    <a:pt x="50150" y="72626"/>
                  </a:lnTo>
                  <a:lnTo>
                    <a:pt x="50072" y="71412"/>
                  </a:lnTo>
                  <a:lnTo>
                    <a:pt x="50185" y="70816"/>
                  </a:lnTo>
                  <a:lnTo>
                    <a:pt x="51019" y="69497"/>
                  </a:lnTo>
                  <a:lnTo>
                    <a:pt x="52395" y="67933"/>
                  </a:lnTo>
                  <a:lnTo>
                    <a:pt x="52846" y="67697"/>
                  </a:lnTo>
                  <a:lnTo>
                    <a:pt x="53038" y="68062"/>
                  </a:lnTo>
                  <a:lnTo>
                    <a:pt x="52971" y="69027"/>
                  </a:lnTo>
                  <a:lnTo>
                    <a:pt x="53377" y="68798"/>
                  </a:lnTo>
                  <a:lnTo>
                    <a:pt x="54255" y="67375"/>
                  </a:lnTo>
                  <a:lnTo>
                    <a:pt x="55070" y="66514"/>
                  </a:lnTo>
                  <a:lnTo>
                    <a:pt x="55823" y="66216"/>
                  </a:lnTo>
                  <a:lnTo>
                    <a:pt x="56606" y="65238"/>
                  </a:lnTo>
                  <a:lnTo>
                    <a:pt x="57420" y="63585"/>
                  </a:lnTo>
                  <a:lnTo>
                    <a:pt x="58295" y="62217"/>
                  </a:lnTo>
                  <a:lnTo>
                    <a:pt x="59232" y="61138"/>
                  </a:lnTo>
                  <a:lnTo>
                    <a:pt x="59634" y="61066"/>
                  </a:lnTo>
                  <a:lnTo>
                    <a:pt x="59495" y="62852"/>
                  </a:lnTo>
                  <a:lnTo>
                    <a:pt x="59680" y="64885"/>
                  </a:lnTo>
                  <a:lnTo>
                    <a:pt x="59704" y="66622"/>
                  </a:lnTo>
                  <a:lnTo>
                    <a:pt x="59889" y="66985"/>
                  </a:lnTo>
                  <a:lnTo>
                    <a:pt x="60611" y="65133"/>
                  </a:lnTo>
                  <a:lnTo>
                    <a:pt x="61012" y="64456"/>
                  </a:lnTo>
                  <a:lnTo>
                    <a:pt x="61492" y="64188"/>
                  </a:lnTo>
                  <a:lnTo>
                    <a:pt x="62052" y="64331"/>
                  </a:lnTo>
                  <a:lnTo>
                    <a:pt x="65868" y="63664"/>
                  </a:lnTo>
                  <a:lnTo>
                    <a:pt x="67029" y="64123"/>
                  </a:lnTo>
                  <a:lnTo>
                    <a:pt x="68338" y="65335"/>
                  </a:lnTo>
                  <a:lnTo>
                    <a:pt x="69990" y="67216"/>
                  </a:lnTo>
                  <a:lnTo>
                    <a:pt x="70598" y="68915"/>
                  </a:lnTo>
                  <a:lnTo>
                    <a:pt x="70714" y="71056"/>
                  </a:lnTo>
                  <a:lnTo>
                    <a:pt x="70551" y="72548"/>
                  </a:lnTo>
                  <a:lnTo>
                    <a:pt x="69360" y="74429"/>
                  </a:lnTo>
                  <a:lnTo>
                    <a:pt x="68301" y="75674"/>
                  </a:lnTo>
                  <a:lnTo>
                    <a:pt x="67676" y="76915"/>
                  </a:lnTo>
                  <a:lnTo>
                    <a:pt x="67486" y="78157"/>
                  </a:lnTo>
                  <a:lnTo>
                    <a:pt x="67239" y="78923"/>
                  </a:lnTo>
                  <a:lnTo>
                    <a:pt x="66532" y="79995"/>
                  </a:lnTo>
                  <a:lnTo>
                    <a:pt x="63387" y="82994"/>
                  </a:lnTo>
                  <a:lnTo>
                    <a:pt x="64140" y="83080"/>
                  </a:lnTo>
                  <a:lnTo>
                    <a:pt x="65953" y="82430"/>
                  </a:lnTo>
                  <a:lnTo>
                    <a:pt x="67145" y="82295"/>
                  </a:lnTo>
                  <a:lnTo>
                    <a:pt x="67208" y="82728"/>
                  </a:lnTo>
                  <a:lnTo>
                    <a:pt x="66732" y="83581"/>
                  </a:lnTo>
                  <a:lnTo>
                    <a:pt x="65821" y="84436"/>
                  </a:lnTo>
                  <a:lnTo>
                    <a:pt x="65723" y="84849"/>
                  </a:lnTo>
                  <a:lnTo>
                    <a:pt x="65766" y="85387"/>
                  </a:lnTo>
                  <a:lnTo>
                    <a:pt x="66740" y="86038"/>
                  </a:lnTo>
                  <a:lnTo>
                    <a:pt x="67984" y="85721"/>
                  </a:lnTo>
                  <a:lnTo>
                    <a:pt x="69032" y="86181"/>
                  </a:lnTo>
                  <a:lnTo>
                    <a:pt x="68931" y="86899"/>
                  </a:lnTo>
                  <a:lnTo>
                    <a:pt x="68099" y="89240"/>
                  </a:lnTo>
                  <a:lnTo>
                    <a:pt x="67855" y="90716"/>
                  </a:lnTo>
                  <a:lnTo>
                    <a:pt x="66747" y="91951"/>
                  </a:lnTo>
                  <a:lnTo>
                    <a:pt x="64526" y="93893"/>
                  </a:lnTo>
                  <a:lnTo>
                    <a:pt x="63957" y="94639"/>
                  </a:lnTo>
                  <a:lnTo>
                    <a:pt x="64082" y="94793"/>
                  </a:lnTo>
                  <a:lnTo>
                    <a:pt x="66120" y="93367"/>
                  </a:lnTo>
                  <a:lnTo>
                    <a:pt x="67147" y="93007"/>
                  </a:lnTo>
                  <a:lnTo>
                    <a:pt x="67798" y="92995"/>
                  </a:lnTo>
                  <a:lnTo>
                    <a:pt x="68535" y="91619"/>
                  </a:lnTo>
                  <a:lnTo>
                    <a:pt x="69686" y="91163"/>
                  </a:lnTo>
                  <a:lnTo>
                    <a:pt x="70812" y="92033"/>
                  </a:lnTo>
                  <a:lnTo>
                    <a:pt x="72527" y="89658"/>
                  </a:lnTo>
                  <a:lnTo>
                    <a:pt x="73139" y="89349"/>
                  </a:lnTo>
                  <a:lnTo>
                    <a:pt x="74183" y="89623"/>
                  </a:lnTo>
                  <a:lnTo>
                    <a:pt x="74855" y="89193"/>
                  </a:lnTo>
                  <a:lnTo>
                    <a:pt x="75988" y="87577"/>
                  </a:lnTo>
                  <a:lnTo>
                    <a:pt x="76841" y="86796"/>
                  </a:lnTo>
                  <a:lnTo>
                    <a:pt x="77019" y="86866"/>
                  </a:lnTo>
                  <a:lnTo>
                    <a:pt x="77203" y="87514"/>
                  </a:lnTo>
                  <a:lnTo>
                    <a:pt x="77287" y="89378"/>
                  </a:lnTo>
                  <a:lnTo>
                    <a:pt x="77085" y="91026"/>
                  </a:lnTo>
                  <a:lnTo>
                    <a:pt x="76806" y="92076"/>
                  </a:lnTo>
                  <a:lnTo>
                    <a:pt x="75885" y="94395"/>
                  </a:lnTo>
                  <a:lnTo>
                    <a:pt x="75320" y="95207"/>
                  </a:lnTo>
                  <a:lnTo>
                    <a:pt x="74796" y="95513"/>
                  </a:lnTo>
                  <a:lnTo>
                    <a:pt x="73869" y="95390"/>
                  </a:lnTo>
                  <a:lnTo>
                    <a:pt x="73465" y="95751"/>
                  </a:lnTo>
                  <a:lnTo>
                    <a:pt x="72597" y="97572"/>
                  </a:lnTo>
                  <a:lnTo>
                    <a:pt x="71066" y="99417"/>
                  </a:lnTo>
                  <a:lnTo>
                    <a:pt x="70108" y="100132"/>
                  </a:lnTo>
                  <a:lnTo>
                    <a:pt x="70712" y="101133"/>
                  </a:lnTo>
                  <a:lnTo>
                    <a:pt x="70936" y="103065"/>
                  </a:lnTo>
                  <a:lnTo>
                    <a:pt x="70600" y="103666"/>
                  </a:lnTo>
                  <a:lnTo>
                    <a:pt x="68956" y="104262"/>
                  </a:lnTo>
                  <a:lnTo>
                    <a:pt x="68885" y="104590"/>
                  </a:lnTo>
                  <a:lnTo>
                    <a:pt x="68299" y="105017"/>
                  </a:lnTo>
                  <a:lnTo>
                    <a:pt x="66942" y="105688"/>
                  </a:lnTo>
                  <a:lnTo>
                    <a:pt x="67868" y="105982"/>
                  </a:lnTo>
                  <a:lnTo>
                    <a:pt x="69581" y="105509"/>
                  </a:lnTo>
                  <a:lnTo>
                    <a:pt x="69761" y="105836"/>
                  </a:lnTo>
                  <a:lnTo>
                    <a:pt x="69525" y="107196"/>
                  </a:lnTo>
                  <a:lnTo>
                    <a:pt x="69069" y="108598"/>
                  </a:lnTo>
                  <a:lnTo>
                    <a:pt x="67038" y="112201"/>
                  </a:lnTo>
                  <a:lnTo>
                    <a:pt x="67014" y="112563"/>
                  </a:lnTo>
                  <a:lnTo>
                    <a:pt x="67330" y="114329"/>
                  </a:lnTo>
                  <a:lnTo>
                    <a:pt x="67724" y="115665"/>
                  </a:lnTo>
                  <a:lnTo>
                    <a:pt x="68215" y="116609"/>
                  </a:lnTo>
                  <a:lnTo>
                    <a:pt x="69345" y="116663"/>
                  </a:lnTo>
                  <a:lnTo>
                    <a:pt x="70181" y="116248"/>
                  </a:lnTo>
                  <a:lnTo>
                    <a:pt x="71400" y="113838"/>
                  </a:lnTo>
                  <a:lnTo>
                    <a:pt x="74094" y="106333"/>
                  </a:lnTo>
                  <a:lnTo>
                    <a:pt x="76498" y="104245"/>
                  </a:lnTo>
                  <a:lnTo>
                    <a:pt x="78502" y="101924"/>
                  </a:lnTo>
                  <a:lnTo>
                    <a:pt x="78962" y="102394"/>
                  </a:lnTo>
                  <a:lnTo>
                    <a:pt x="79172" y="102930"/>
                  </a:lnTo>
                  <a:lnTo>
                    <a:pt x="79099" y="103493"/>
                  </a:lnTo>
                  <a:lnTo>
                    <a:pt x="78088" y="105404"/>
                  </a:lnTo>
                  <a:lnTo>
                    <a:pt x="77561" y="106981"/>
                  </a:lnTo>
                  <a:lnTo>
                    <a:pt x="76189" y="111827"/>
                  </a:lnTo>
                  <a:lnTo>
                    <a:pt x="75664" y="114112"/>
                  </a:lnTo>
                  <a:lnTo>
                    <a:pt x="75400" y="116523"/>
                  </a:lnTo>
                  <a:lnTo>
                    <a:pt x="75470" y="120686"/>
                  </a:lnTo>
                  <a:lnTo>
                    <a:pt x="75618" y="121405"/>
                  </a:lnTo>
                  <a:lnTo>
                    <a:pt x="76047" y="122370"/>
                  </a:lnTo>
                  <a:lnTo>
                    <a:pt x="76847" y="121543"/>
                  </a:lnTo>
                  <a:lnTo>
                    <a:pt x="78209" y="119483"/>
                  </a:lnTo>
                  <a:lnTo>
                    <a:pt x="79085" y="117515"/>
                  </a:lnTo>
                  <a:lnTo>
                    <a:pt x="79770" y="114310"/>
                  </a:lnTo>
                  <a:lnTo>
                    <a:pt x="80191" y="113082"/>
                  </a:lnTo>
                  <a:lnTo>
                    <a:pt x="80648" y="113097"/>
                  </a:lnTo>
                  <a:lnTo>
                    <a:pt x="81056" y="113795"/>
                  </a:lnTo>
                  <a:lnTo>
                    <a:pt x="81156" y="115340"/>
                  </a:lnTo>
                  <a:lnTo>
                    <a:pt x="81535" y="117445"/>
                  </a:lnTo>
                  <a:lnTo>
                    <a:pt x="81760" y="119584"/>
                  </a:lnTo>
                  <a:lnTo>
                    <a:pt x="81579" y="121935"/>
                  </a:lnTo>
                  <a:lnTo>
                    <a:pt x="81395" y="123221"/>
                  </a:lnTo>
                  <a:lnTo>
                    <a:pt x="78607" y="132768"/>
                  </a:lnTo>
                  <a:lnTo>
                    <a:pt x="78903" y="134463"/>
                  </a:lnTo>
                  <a:lnTo>
                    <a:pt x="78977" y="135491"/>
                  </a:lnTo>
                  <a:lnTo>
                    <a:pt x="78890" y="136583"/>
                  </a:lnTo>
                  <a:lnTo>
                    <a:pt x="78006" y="141154"/>
                  </a:lnTo>
                  <a:lnTo>
                    <a:pt x="77150" y="144011"/>
                  </a:lnTo>
                  <a:lnTo>
                    <a:pt x="76689" y="145237"/>
                  </a:lnTo>
                  <a:lnTo>
                    <a:pt x="76140" y="145989"/>
                  </a:lnTo>
                  <a:lnTo>
                    <a:pt x="75504" y="146264"/>
                  </a:lnTo>
                  <a:lnTo>
                    <a:pt x="74935" y="145850"/>
                  </a:lnTo>
                  <a:lnTo>
                    <a:pt x="74433" y="144751"/>
                  </a:lnTo>
                  <a:lnTo>
                    <a:pt x="73989" y="144179"/>
                  </a:lnTo>
                  <a:lnTo>
                    <a:pt x="73602" y="144140"/>
                  </a:lnTo>
                  <a:lnTo>
                    <a:pt x="72887" y="144345"/>
                  </a:lnTo>
                  <a:lnTo>
                    <a:pt x="71006" y="146677"/>
                  </a:lnTo>
                  <a:lnTo>
                    <a:pt x="70620" y="146803"/>
                  </a:lnTo>
                  <a:lnTo>
                    <a:pt x="70352" y="146489"/>
                  </a:lnTo>
                  <a:lnTo>
                    <a:pt x="70028" y="145266"/>
                  </a:lnTo>
                  <a:lnTo>
                    <a:pt x="70286" y="139114"/>
                  </a:lnTo>
                  <a:lnTo>
                    <a:pt x="70454" y="137081"/>
                  </a:lnTo>
                  <a:lnTo>
                    <a:pt x="70079" y="135512"/>
                  </a:lnTo>
                  <a:lnTo>
                    <a:pt x="70475" y="132881"/>
                  </a:lnTo>
                  <a:lnTo>
                    <a:pt x="70490" y="131881"/>
                  </a:lnTo>
                  <a:lnTo>
                    <a:pt x="70259" y="131504"/>
                  </a:lnTo>
                  <a:lnTo>
                    <a:pt x="69784" y="131750"/>
                  </a:lnTo>
                  <a:lnTo>
                    <a:pt x="69065" y="133073"/>
                  </a:lnTo>
                  <a:lnTo>
                    <a:pt x="68103" y="135469"/>
                  </a:lnTo>
                  <a:lnTo>
                    <a:pt x="67058" y="137607"/>
                  </a:lnTo>
                  <a:lnTo>
                    <a:pt x="65236" y="140558"/>
                  </a:lnTo>
                  <a:lnTo>
                    <a:pt x="64426" y="141138"/>
                  </a:lnTo>
                  <a:lnTo>
                    <a:pt x="64104" y="140992"/>
                  </a:lnTo>
                  <a:lnTo>
                    <a:pt x="63734" y="140588"/>
                  </a:lnTo>
                  <a:lnTo>
                    <a:pt x="63235" y="139353"/>
                  </a:lnTo>
                  <a:lnTo>
                    <a:pt x="63240" y="138265"/>
                  </a:lnTo>
                  <a:lnTo>
                    <a:pt x="63461" y="136779"/>
                  </a:lnTo>
                  <a:lnTo>
                    <a:pt x="64223" y="133270"/>
                  </a:lnTo>
                  <a:lnTo>
                    <a:pt x="65712" y="128078"/>
                  </a:lnTo>
                  <a:lnTo>
                    <a:pt x="66948" y="124382"/>
                  </a:lnTo>
                  <a:lnTo>
                    <a:pt x="67186" y="122807"/>
                  </a:lnTo>
                  <a:lnTo>
                    <a:pt x="66841" y="122120"/>
                  </a:lnTo>
                  <a:lnTo>
                    <a:pt x="66561" y="120768"/>
                  </a:lnTo>
                  <a:lnTo>
                    <a:pt x="66087" y="116769"/>
                  </a:lnTo>
                  <a:lnTo>
                    <a:pt x="65486" y="113473"/>
                  </a:lnTo>
                  <a:lnTo>
                    <a:pt x="64776" y="112013"/>
                  </a:lnTo>
                  <a:lnTo>
                    <a:pt x="63014" y="110412"/>
                  </a:lnTo>
                  <a:lnTo>
                    <a:pt x="62690" y="110798"/>
                  </a:lnTo>
                  <a:lnTo>
                    <a:pt x="62502" y="113016"/>
                  </a:lnTo>
                  <a:lnTo>
                    <a:pt x="60420" y="119392"/>
                  </a:lnTo>
                  <a:lnTo>
                    <a:pt x="60057" y="122158"/>
                  </a:lnTo>
                  <a:lnTo>
                    <a:pt x="59796" y="123184"/>
                  </a:lnTo>
                  <a:lnTo>
                    <a:pt x="59403" y="123885"/>
                  </a:lnTo>
                  <a:lnTo>
                    <a:pt x="58496" y="124732"/>
                  </a:lnTo>
                  <a:lnTo>
                    <a:pt x="58742" y="123257"/>
                  </a:lnTo>
                  <a:lnTo>
                    <a:pt x="59707" y="119973"/>
                  </a:lnTo>
                  <a:lnTo>
                    <a:pt x="59576" y="119653"/>
                  </a:lnTo>
                  <a:lnTo>
                    <a:pt x="58351" y="122292"/>
                  </a:lnTo>
                  <a:lnTo>
                    <a:pt x="57416" y="123756"/>
                  </a:lnTo>
                  <a:lnTo>
                    <a:pt x="56277" y="124133"/>
                  </a:lnTo>
                  <a:lnTo>
                    <a:pt x="55584" y="124039"/>
                  </a:lnTo>
                  <a:lnTo>
                    <a:pt x="54912" y="124442"/>
                  </a:lnTo>
                  <a:lnTo>
                    <a:pt x="52063" y="130679"/>
                  </a:lnTo>
                  <a:lnTo>
                    <a:pt x="51956" y="132758"/>
                  </a:lnTo>
                  <a:lnTo>
                    <a:pt x="51463" y="134461"/>
                  </a:lnTo>
                  <a:lnTo>
                    <a:pt x="50058" y="137540"/>
                  </a:lnTo>
                  <a:lnTo>
                    <a:pt x="49317" y="138604"/>
                  </a:lnTo>
                  <a:lnTo>
                    <a:pt x="48275" y="138795"/>
                  </a:lnTo>
                  <a:lnTo>
                    <a:pt x="47324" y="138262"/>
                  </a:lnTo>
                  <a:lnTo>
                    <a:pt x="46697" y="138359"/>
                  </a:lnTo>
                  <a:lnTo>
                    <a:pt x="45215" y="139321"/>
                  </a:lnTo>
                  <a:lnTo>
                    <a:pt x="43555" y="139741"/>
                  </a:lnTo>
                  <a:lnTo>
                    <a:pt x="42870" y="139547"/>
                  </a:lnTo>
                  <a:lnTo>
                    <a:pt x="42433" y="139151"/>
                  </a:lnTo>
                  <a:lnTo>
                    <a:pt x="41588" y="137955"/>
                  </a:lnTo>
                  <a:lnTo>
                    <a:pt x="41487" y="137107"/>
                  </a:lnTo>
                  <a:lnTo>
                    <a:pt x="41532" y="136609"/>
                  </a:lnTo>
                  <a:lnTo>
                    <a:pt x="41962" y="135319"/>
                  </a:lnTo>
                  <a:lnTo>
                    <a:pt x="42948" y="133702"/>
                  </a:lnTo>
                  <a:lnTo>
                    <a:pt x="43759" y="133097"/>
                  </a:lnTo>
                  <a:lnTo>
                    <a:pt x="45730" y="132283"/>
                  </a:lnTo>
                  <a:lnTo>
                    <a:pt x="47175" y="131071"/>
                  </a:lnTo>
                  <a:lnTo>
                    <a:pt x="48275" y="129274"/>
                  </a:lnTo>
                  <a:lnTo>
                    <a:pt x="48767" y="128177"/>
                  </a:lnTo>
                  <a:lnTo>
                    <a:pt x="50839" y="122552"/>
                  </a:lnTo>
                  <a:lnTo>
                    <a:pt x="53462" y="120566"/>
                  </a:lnTo>
                  <a:lnTo>
                    <a:pt x="54755" y="118949"/>
                  </a:lnTo>
                  <a:lnTo>
                    <a:pt x="55659" y="116897"/>
                  </a:lnTo>
                  <a:lnTo>
                    <a:pt x="55790" y="116176"/>
                  </a:lnTo>
                  <a:lnTo>
                    <a:pt x="54493" y="117217"/>
                  </a:lnTo>
                  <a:lnTo>
                    <a:pt x="53824" y="117473"/>
                  </a:lnTo>
                  <a:lnTo>
                    <a:pt x="52738" y="117088"/>
                  </a:lnTo>
                  <a:lnTo>
                    <a:pt x="52256" y="116388"/>
                  </a:lnTo>
                  <a:lnTo>
                    <a:pt x="50769" y="116610"/>
                  </a:lnTo>
                  <a:lnTo>
                    <a:pt x="48701" y="116284"/>
                  </a:lnTo>
                  <a:lnTo>
                    <a:pt x="48403" y="116822"/>
                  </a:lnTo>
                  <a:lnTo>
                    <a:pt x="48135" y="119555"/>
                  </a:lnTo>
                  <a:lnTo>
                    <a:pt x="47868" y="121006"/>
                  </a:lnTo>
                  <a:lnTo>
                    <a:pt x="47551" y="121494"/>
                  </a:lnTo>
                  <a:lnTo>
                    <a:pt x="47088" y="121781"/>
                  </a:lnTo>
                  <a:lnTo>
                    <a:pt x="46144" y="122071"/>
                  </a:lnTo>
                  <a:lnTo>
                    <a:pt x="43724" y="121094"/>
                  </a:lnTo>
                  <a:lnTo>
                    <a:pt x="43277" y="120560"/>
                  </a:lnTo>
                  <a:lnTo>
                    <a:pt x="42659" y="120155"/>
                  </a:lnTo>
                  <a:lnTo>
                    <a:pt x="39986" y="121045"/>
                  </a:lnTo>
                  <a:lnTo>
                    <a:pt x="39427" y="120960"/>
                  </a:lnTo>
                  <a:lnTo>
                    <a:pt x="39958" y="120320"/>
                  </a:lnTo>
                  <a:lnTo>
                    <a:pt x="42598" y="118315"/>
                  </a:lnTo>
                  <a:lnTo>
                    <a:pt x="42874" y="112538"/>
                  </a:lnTo>
                  <a:lnTo>
                    <a:pt x="42710" y="111612"/>
                  </a:lnTo>
                  <a:lnTo>
                    <a:pt x="41972" y="112419"/>
                  </a:lnTo>
                  <a:lnTo>
                    <a:pt x="40733" y="113251"/>
                  </a:lnTo>
                  <a:lnTo>
                    <a:pt x="39885" y="113010"/>
                  </a:lnTo>
                  <a:lnTo>
                    <a:pt x="39498" y="112499"/>
                  </a:lnTo>
                  <a:lnTo>
                    <a:pt x="39143" y="112932"/>
                  </a:lnTo>
                  <a:lnTo>
                    <a:pt x="38281" y="115979"/>
                  </a:lnTo>
                  <a:lnTo>
                    <a:pt x="37773" y="116362"/>
                  </a:lnTo>
                  <a:lnTo>
                    <a:pt x="37007" y="116479"/>
                  </a:lnTo>
                  <a:lnTo>
                    <a:pt x="35377" y="117588"/>
                  </a:lnTo>
                  <a:lnTo>
                    <a:pt x="32175" y="118317"/>
                  </a:lnTo>
                  <a:lnTo>
                    <a:pt x="31543" y="119123"/>
                  </a:lnTo>
                  <a:lnTo>
                    <a:pt x="29370" y="118843"/>
                  </a:lnTo>
                  <a:lnTo>
                    <a:pt x="23021" y="117170"/>
                  </a:lnTo>
                  <a:lnTo>
                    <a:pt x="20749" y="117339"/>
                  </a:lnTo>
                  <a:lnTo>
                    <a:pt x="18016" y="116316"/>
                  </a:lnTo>
                  <a:lnTo>
                    <a:pt x="17511" y="115876"/>
                  </a:lnTo>
                  <a:lnTo>
                    <a:pt x="13687" y="116055"/>
                  </a:lnTo>
                  <a:lnTo>
                    <a:pt x="12543" y="115818"/>
                  </a:lnTo>
                  <a:lnTo>
                    <a:pt x="12619" y="114547"/>
                  </a:lnTo>
                  <a:lnTo>
                    <a:pt x="12498" y="114222"/>
                  </a:lnTo>
                  <a:lnTo>
                    <a:pt x="11387" y="115625"/>
                  </a:lnTo>
                  <a:lnTo>
                    <a:pt x="10401" y="116535"/>
                  </a:lnTo>
                  <a:lnTo>
                    <a:pt x="9131" y="117314"/>
                  </a:lnTo>
                  <a:lnTo>
                    <a:pt x="5133" y="118666"/>
                  </a:lnTo>
                  <a:lnTo>
                    <a:pt x="2991" y="118955"/>
                  </a:lnTo>
                  <a:lnTo>
                    <a:pt x="1744" y="118014"/>
                  </a:lnTo>
                  <a:lnTo>
                    <a:pt x="1250" y="117079"/>
                  </a:lnTo>
                  <a:lnTo>
                    <a:pt x="508" y="114043"/>
                  </a:lnTo>
                  <a:lnTo>
                    <a:pt x="0" y="110238"/>
                  </a:lnTo>
                  <a:lnTo>
                    <a:pt x="4" y="109550"/>
                  </a:lnTo>
                  <a:lnTo>
                    <a:pt x="262" y="108230"/>
                  </a:lnTo>
                  <a:lnTo>
                    <a:pt x="1100" y="106400"/>
                  </a:lnTo>
                  <a:lnTo>
                    <a:pt x="4893" y="101560"/>
                  </a:lnTo>
                  <a:lnTo>
                    <a:pt x="7943" y="96664"/>
                  </a:lnTo>
                  <a:lnTo>
                    <a:pt x="9230" y="94115"/>
                  </a:lnTo>
                  <a:lnTo>
                    <a:pt x="10478" y="93207"/>
                  </a:lnTo>
                  <a:lnTo>
                    <a:pt x="12514" y="91091"/>
                  </a:lnTo>
                  <a:lnTo>
                    <a:pt x="12579" y="90841"/>
                  </a:lnTo>
                  <a:lnTo>
                    <a:pt x="10604" y="91109"/>
                  </a:lnTo>
                  <a:lnTo>
                    <a:pt x="9216" y="90524"/>
                  </a:lnTo>
                  <a:lnTo>
                    <a:pt x="7797" y="90291"/>
                  </a:lnTo>
                  <a:lnTo>
                    <a:pt x="5101" y="90851"/>
                  </a:lnTo>
                  <a:lnTo>
                    <a:pt x="2383" y="90851"/>
                  </a:lnTo>
                  <a:lnTo>
                    <a:pt x="2373" y="89766"/>
                  </a:lnTo>
                  <a:lnTo>
                    <a:pt x="3643" y="87722"/>
                  </a:lnTo>
                  <a:lnTo>
                    <a:pt x="6344" y="84213"/>
                  </a:lnTo>
                  <a:lnTo>
                    <a:pt x="6620" y="84201"/>
                  </a:lnTo>
                  <a:lnTo>
                    <a:pt x="5792" y="85835"/>
                  </a:lnTo>
                  <a:lnTo>
                    <a:pt x="5556" y="87057"/>
                  </a:lnTo>
                  <a:lnTo>
                    <a:pt x="5912" y="87869"/>
                  </a:lnTo>
                  <a:lnTo>
                    <a:pt x="6325" y="88383"/>
                  </a:lnTo>
                  <a:lnTo>
                    <a:pt x="7872" y="88598"/>
                  </a:lnTo>
                  <a:lnTo>
                    <a:pt x="8226" y="87888"/>
                  </a:lnTo>
                  <a:lnTo>
                    <a:pt x="8784" y="84125"/>
                  </a:lnTo>
                  <a:lnTo>
                    <a:pt x="9954" y="79768"/>
                  </a:lnTo>
                  <a:lnTo>
                    <a:pt x="10586" y="76625"/>
                  </a:lnTo>
                  <a:lnTo>
                    <a:pt x="11684" y="74229"/>
                  </a:lnTo>
                  <a:lnTo>
                    <a:pt x="12232" y="73868"/>
                  </a:lnTo>
                  <a:lnTo>
                    <a:pt x="12719" y="74316"/>
                  </a:lnTo>
                  <a:lnTo>
                    <a:pt x="14335" y="74891"/>
                  </a:lnTo>
                  <a:lnTo>
                    <a:pt x="15998" y="77088"/>
                  </a:lnTo>
                  <a:lnTo>
                    <a:pt x="16536" y="77274"/>
                  </a:lnTo>
                  <a:lnTo>
                    <a:pt x="16719" y="77077"/>
                  </a:lnTo>
                  <a:lnTo>
                    <a:pt x="16109" y="76432"/>
                  </a:lnTo>
                  <a:lnTo>
                    <a:pt x="15606" y="75399"/>
                  </a:lnTo>
                  <a:lnTo>
                    <a:pt x="15398" y="74432"/>
                  </a:lnTo>
                  <a:lnTo>
                    <a:pt x="16005" y="71402"/>
                  </a:lnTo>
                  <a:lnTo>
                    <a:pt x="16717" y="70531"/>
                  </a:lnTo>
                  <a:lnTo>
                    <a:pt x="16846" y="69935"/>
                  </a:lnTo>
                  <a:lnTo>
                    <a:pt x="15423" y="69922"/>
                  </a:lnTo>
                  <a:lnTo>
                    <a:pt x="14277" y="69075"/>
                  </a:lnTo>
                  <a:lnTo>
                    <a:pt x="13936" y="67704"/>
                  </a:lnTo>
                  <a:lnTo>
                    <a:pt x="14003" y="65295"/>
                  </a:lnTo>
                  <a:lnTo>
                    <a:pt x="14377" y="63855"/>
                  </a:lnTo>
                  <a:lnTo>
                    <a:pt x="15294" y="61954"/>
                  </a:lnTo>
                  <a:lnTo>
                    <a:pt x="16411" y="60690"/>
                  </a:lnTo>
                  <a:lnTo>
                    <a:pt x="17076" y="61014"/>
                  </a:lnTo>
                  <a:lnTo>
                    <a:pt x="18358" y="62719"/>
                  </a:lnTo>
                  <a:lnTo>
                    <a:pt x="19147" y="62241"/>
                  </a:lnTo>
                  <a:lnTo>
                    <a:pt x="19055" y="61693"/>
                  </a:lnTo>
                  <a:lnTo>
                    <a:pt x="17853" y="58979"/>
                  </a:lnTo>
                  <a:lnTo>
                    <a:pt x="17468" y="56969"/>
                  </a:lnTo>
                  <a:lnTo>
                    <a:pt x="17503" y="56011"/>
                  </a:lnTo>
                  <a:lnTo>
                    <a:pt x="20107" y="46435"/>
                  </a:lnTo>
                  <a:lnTo>
                    <a:pt x="21381" y="41297"/>
                  </a:lnTo>
                  <a:lnTo>
                    <a:pt x="23117" y="33470"/>
                  </a:lnTo>
                  <a:lnTo>
                    <a:pt x="23518" y="32225"/>
                  </a:lnTo>
                  <a:lnTo>
                    <a:pt x="24398" y="29916"/>
                  </a:lnTo>
                  <a:lnTo>
                    <a:pt x="24762" y="29289"/>
                  </a:lnTo>
                  <a:lnTo>
                    <a:pt x="25897" y="29283"/>
                  </a:lnTo>
                  <a:lnTo>
                    <a:pt x="26602" y="29003"/>
                  </a:lnTo>
                  <a:lnTo>
                    <a:pt x="25571" y="27983"/>
                  </a:lnTo>
                  <a:lnTo>
                    <a:pt x="25202" y="27273"/>
                  </a:lnTo>
                  <a:lnTo>
                    <a:pt x="25159" y="26524"/>
                  </a:lnTo>
                  <a:lnTo>
                    <a:pt x="25440" y="25739"/>
                  </a:lnTo>
                  <a:lnTo>
                    <a:pt x="25840" y="25159"/>
                  </a:lnTo>
                  <a:lnTo>
                    <a:pt x="27186" y="23904"/>
                  </a:lnTo>
                  <a:lnTo>
                    <a:pt x="28141" y="21838"/>
                  </a:lnTo>
                  <a:lnTo>
                    <a:pt x="28722" y="19405"/>
                  </a:lnTo>
                  <a:lnTo>
                    <a:pt x="28635" y="18576"/>
                  </a:lnTo>
                  <a:lnTo>
                    <a:pt x="28336" y="17751"/>
                  </a:lnTo>
                  <a:lnTo>
                    <a:pt x="28353" y="17302"/>
                  </a:lnTo>
                  <a:lnTo>
                    <a:pt x="29079" y="16795"/>
                  </a:lnTo>
                  <a:lnTo>
                    <a:pt x="30922" y="13907"/>
                  </a:lnTo>
                  <a:lnTo>
                    <a:pt x="31161" y="13353"/>
                  </a:lnTo>
                  <a:lnTo>
                    <a:pt x="31835" y="9499"/>
                  </a:lnTo>
                  <a:lnTo>
                    <a:pt x="32661" y="7789"/>
                  </a:lnTo>
                  <a:lnTo>
                    <a:pt x="33433" y="6912"/>
                  </a:lnTo>
                  <a:lnTo>
                    <a:pt x="34665" y="5823"/>
                  </a:lnTo>
                  <a:lnTo>
                    <a:pt x="38451" y="3184"/>
                  </a:lnTo>
                  <a:lnTo>
                    <a:pt x="40666" y="828"/>
                  </a:lnTo>
                  <a:lnTo>
                    <a:pt x="42171" y="959"/>
                  </a:lnTo>
                  <a:lnTo>
                    <a:pt x="42613" y="2602"/>
                  </a:lnTo>
                  <a:lnTo>
                    <a:pt x="44751" y="3694"/>
                  </a:lnTo>
                  <a:lnTo>
                    <a:pt x="45127" y="2522"/>
                  </a:lnTo>
                  <a:lnTo>
                    <a:pt x="44626" y="1092"/>
                  </a:lnTo>
                  <a:lnTo>
                    <a:pt x="45043" y="516"/>
                  </a:lnTo>
                  <a:lnTo>
                    <a:pt x="46808" y="0"/>
                  </a:lnTo>
                  <a:lnTo>
                    <a:pt x="47115" y="193"/>
                  </a:lnTo>
                  <a:lnTo>
                    <a:pt x="47642" y="1007"/>
                  </a:lnTo>
                  <a:close/>
                </a:path>
              </a:pathLst>
            </a:custGeom>
            <a:solidFill>
              <a:srgbClr val="C3DDB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g275"/>
            <p:cNvSpPr/>
            <p:nvPr/>
          </p:nvSpPr>
          <p:spPr>
            <a:xfrm>
              <a:off x="1771950" y="2106136"/>
              <a:ext cx="2833" cy="7423"/>
            </a:xfrm>
            <a:custGeom>
              <a:avLst/>
              <a:pathLst>
                <a:path w="2833" h="7423">
                  <a:moveTo>
                    <a:pt x="2731" y="6929"/>
                  </a:moveTo>
                  <a:lnTo>
                    <a:pt x="2528" y="7423"/>
                  </a:lnTo>
                  <a:lnTo>
                    <a:pt x="2041" y="7421"/>
                  </a:lnTo>
                  <a:lnTo>
                    <a:pt x="1270" y="6925"/>
                  </a:lnTo>
                  <a:lnTo>
                    <a:pt x="694" y="5829"/>
                  </a:lnTo>
                  <a:lnTo>
                    <a:pt x="0" y="2413"/>
                  </a:lnTo>
                  <a:lnTo>
                    <a:pt x="77" y="1826"/>
                  </a:lnTo>
                  <a:lnTo>
                    <a:pt x="317" y="1229"/>
                  </a:lnTo>
                  <a:lnTo>
                    <a:pt x="1426" y="0"/>
                  </a:lnTo>
                  <a:lnTo>
                    <a:pt x="1829" y="135"/>
                  </a:lnTo>
                  <a:lnTo>
                    <a:pt x="1973" y="1028"/>
                  </a:lnTo>
                  <a:lnTo>
                    <a:pt x="2635" y="3041"/>
                  </a:lnTo>
                  <a:lnTo>
                    <a:pt x="2832" y="3632"/>
                  </a:lnTo>
                  <a:lnTo>
                    <a:pt x="2833" y="5974"/>
                  </a:lnTo>
                  <a:close/>
                </a:path>
              </a:pathLst>
            </a:custGeom>
            <a:solidFill>
              <a:srgbClr val="C3DDB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g276"/>
            <p:cNvSpPr/>
            <p:nvPr/>
          </p:nvSpPr>
          <p:spPr>
            <a:xfrm>
              <a:off x="2658316" y="2097662"/>
              <a:ext cx="1773" cy="3142"/>
            </a:xfrm>
            <a:custGeom>
              <a:avLst/>
              <a:pathLst>
                <a:path w="1773" h="3142">
                  <a:moveTo>
                    <a:pt x="711" y="3117"/>
                  </a:moveTo>
                  <a:lnTo>
                    <a:pt x="130" y="3142"/>
                  </a:lnTo>
                  <a:lnTo>
                    <a:pt x="0" y="2810"/>
                  </a:lnTo>
                  <a:lnTo>
                    <a:pt x="241" y="1675"/>
                  </a:lnTo>
                  <a:lnTo>
                    <a:pt x="891" y="363"/>
                  </a:lnTo>
                  <a:lnTo>
                    <a:pt x="1773" y="0"/>
                  </a:lnTo>
                  <a:lnTo>
                    <a:pt x="1536" y="1926"/>
                  </a:lnTo>
                  <a:close/>
                </a:path>
              </a:pathLst>
            </a:custGeom>
            <a:solidFill>
              <a:srgbClr val="C3DDB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g277"/>
            <p:cNvSpPr/>
            <p:nvPr/>
          </p:nvSpPr>
          <p:spPr>
            <a:xfrm>
              <a:off x="2363091" y="2094620"/>
              <a:ext cx="4552" cy="4529"/>
            </a:xfrm>
            <a:custGeom>
              <a:avLst/>
              <a:pathLst>
                <a:path w="4552" h="4529">
                  <a:moveTo>
                    <a:pt x="3162" y="4319"/>
                  </a:moveTo>
                  <a:lnTo>
                    <a:pt x="2658" y="4529"/>
                  </a:lnTo>
                  <a:lnTo>
                    <a:pt x="1500" y="4290"/>
                  </a:lnTo>
                  <a:lnTo>
                    <a:pt x="571" y="3549"/>
                  </a:lnTo>
                  <a:lnTo>
                    <a:pt x="0" y="2602"/>
                  </a:lnTo>
                  <a:lnTo>
                    <a:pt x="3764" y="0"/>
                  </a:lnTo>
                  <a:lnTo>
                    <a:pt x="4539" y="334"/>
                  </a:lnTo>
                  <a:lnTo>
                    <a:pt x="4552" y="799"/>
                  </a:lnTo>
                  <a:lnTo>
                    <a:pt x="3986" y="2193"/>
                  </a:lnTo>
                  <a:lnTo>
                    <a:pt x="3836" y="3128"/>
                  </a:lnTo>
                  <a:lnTo>
                    <a:pt x="3561" y="3836"/>
                  </a:lnTo>
                  <a:close/>
                </a:path>
              </a:pathLst>
            </a:custGeom>
            <a:solidFill>
              <a:srgbClr val="C3DDB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g278"/>
            <p:cNvSpPr/>
            <p:nvPr/>
          </p:nvSpPr>
          <p:spPr>
            <a:xfrm>
              <a:off x="1735771" y="2093068"/>
              <a:ext cx="1300" cy="5641"/>
            </a:xfrm>
            <a:custGeom>
              <a:avLst/>
              <a:pathLst>
                <a:path w="1300" h="5641">
                  <a:moveTo>
                    <a:pt x="1073" y="5585"/>
                  </a:moveTo>
                  <a:lnTo>
                    <a:pt x="854" y="5641"/>
                  </a:lnTo>
                  <a:lnTo>
                    <a:pt x="448" y="5029"/>
                  </a:lnTo>
                  <a:lnTo>
                    <a:pt x="169" y="4041"/>
                  </a:lnTo>
                  <a:lnTo>
                    <a:pt x="0" y="1465"/>
                  </a:lnTo>
                  <a:lnTo>
                    <a:pt x="124" y="415"/>
                  </a:lnTo>
                  <a:lnTo>
                    <a:pt x="234" y="0"/>
                  </a:lnTo>
                  <a:lnTo>
                    <a:pt x="1300" y="1636"/>
                  </a:lnTo>
                  <a:close/>
                </a:path>
              </a:pathLst>
            </a:custGeom>
            <a:solidFill>
              <a:srgbClr val="C3DDB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g279"/>
            <p:cNvSpPr/>
            <p:nvPr/>
          </p:nvSpPr>
          <p:spPr>
            <a:xfrm>
              <a:off x="1768335" y="2074342"/>
              <a:ext cx="2414" cy="11727"/>
            </a:xfrm>
            <a:custGeom>
              <a:avLst/>
              <a:pathLst>
                <a:path w="2414" h="11727">
                  <a:moveTo>
                    <a:pt x="934" y="11331"/>
                  </a:moveTo>
                  <a:lnTo>
                    <a:pt x="0" y="11727"/>
                  </a:lnTo>
                  <a:lnTo>
                    <a:pt x="311" y="10143"/>
                  </a:lnTo>
                  <a:lnTo>
                    <a:pt x="400" y="9205"/>
                  </a:lnTo>
                  <a:lnTo>
                    <a:pt x="233" y="8322"/>
                  </a:lnTo>
                  <a:lnTo>
                    <a:pt x="115" y="6619"/>
                  </a:lnTo>
                  <a:lnTo>
                    <a:pt x="68" y="2599"/>
                  </a:lnTo>
                  <a:lnTo>
                    <a:pt x="981" y="73"/>
                  </a:lnTo>
                  <a:lnTo>
                    <a:pt x="2414" y="0"/>
                  </a:lnTo>
                  <a:lnTo>
                    <a:pt x="2400" y="1275"/>
                  </a:lnTo>
                  <a:lnTo>
                    <a:pt x="1794" y="6977"/>
                  </a:lnTo>
                  <a:lnTo>
                    <a:pt x="1482" y="9614"/>
                  </a:lnTo>
                  <a:lnTo>
                    <a:pt x="1241" y="10587"/>
                  </a:lnTo>
                  <a:close/>
                </a:path>
              </a:pathLst>
            </a:custGeom>
            <a:solidFill>
              <a:srgbClr val="C3DDB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g280"/>
            <p:cNvSpPr/>
            <p:nvPr/>
          </p:nvSpPr>
          <p:spPr>
            <a:xfrm>
              <a:off x="1758312" y="2073549"/>
              <a:ext cx="4032" cy="10252"/>
            </a:xfrm>
            <a:custGeom>
              <a:avLst/>
              <a:pathLst>
                <a:path w="4032" h="10252">
                  <a:moveTo>
                    <a:pt x="4032" y="8900"/>
                  </a:moveTo>
                  <a:lnTo>
                    <a:pt x="3644" y="10252"/>
                  </a:lnTo>
                  <a:lnTo>
                    <a:pt x="2016" y="6999"/>
                  </a:lnTo>
                  <a:lnTo>
                    <a:pt x="1422" y="6084"/>
                  </a:lnTo>
                  <a:lnTo>
                    <a:pt x="210" y="2631"/>
                  </a:lnTo>
                  <a:lnTo>
                    <a:pt x="0" y="1148"/>
                  </a:lnTo>
                  <a:lnTo>
                    <a:pt x="51" y="308"/>
                  </a:lnTo>
                  <a:lnTo>
                    <a:pt x="266" y="0"/>
                  </a:lnTo>
                  <a:lnTo>
                    <a:pt x="642" y="217"/>
                  </a:lnTo>
                  <a:lnTo>
                    <a:pt x="994" y="590"/>
                  </a:lnTo>
                  <a:lnTo>
                    <a:pt x="3336" y="4417"/>
                  </a:lnTo>
                  <a:lnTo>
                    <a:pt x="3990" y="6220"/>
                  </a:lnTo>
                  <a:close/>
                </a:path>
              </a:pathLst>
            </a:custGeom>
            <a:solidFill>
              <a:srgbClr val="C3DDB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g281"/>
            <p:cNvSpPr/>
            <p:nvPr/>
          </p:nvSpPr>
          <p:spPr>
            <a:xfrm>
              <a:off x="1755303" y="2062406"/>
              <a:ext cx="2449" cy="6030"/>
            </a:xfrm>
            <a:custGeom>
              <a:avLst/>
              <a:pathLst>
                <a:path w="2449" h="6030">
                  <a:moveTo>
                    <a:pt x="2449" y="5795"/>
                  </a:moveTo>
                  <a:lnTo>
                    <a:pt x="2267" y="6030"/>
                  </a:lnTo>
                  <a:lnTo>
                    <a:pt x="1763" y="5635"/>
                  </a:lnTo>
                  <a:lnTo>
                    <a:pt x="1279" y="4863"/>
                  </a:lnTo>
                  <a:lnTo>
                    <a:pt x="450" y="2676"/>
                  </a:lnTo>
                  <a:lnTo>
                    <a:pt x="177" y="1755"/>
                  </a:lnTo>
                  <a:lnTo>
                    <a:pt x="0" y="263"/>
                  </a:lnTo>
                  <a:lnTo>
                    <a:pt x="166" y="0"/>
                  </a:lnTo>
                  <a:lnTo>
                    <a:pt x="527" y="157"/>
                  </a:lnTo>
                  <a:lnTo>
                    <a:pt x="780" y="402"/>
                  </a:lnTo>
                  <a:lnTo>
                    <a:pt x="2086" y="4005"/>
                  </a:lnTo>
                  <a:close/>
                </a:path>
              </a:pathLst>
            </a:custGeom>
            <a:solidFill>
              <a:srgbClr val="C3DDB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g282"/>
            <p:cNvSpPr/>
            <p:nvPr/>
          </p:nvSpPr>
          <p:spPr>
            <a:xfrm>
              <a:off x="2333896" y="2061344"/>
              <a:ext cx="16205" cy="14487"/>
            </a:xfrm>
            <a:custGeom>
              <a:avLst/>
              <a:pathLst>
                <a:path w="16205" h="14487">
                  <a:moveTo>
                    <a:pt x="15935" y="14094"/>
                  </a:moveTo>
                  <a:lnTo>
                    <a:pt x="15074" y="14487"/>
                  </a:lnTo>
                  <a:lnTo>
                    <a:pt x="12545" y="13699"/>
                  </a:lnTo>
                  <a:lnTo>
                    <a:pt x="11488" y="13131"/>
                  </a:lnTo>
                  <a:lnTo>
                    <a:pt x="8372" y="11000"/>
                  </a:lnTo>
                  <a:lnTo>
                    <a:pt x="2439" y="7870"/>
                  </a:lnTo>
                  <a:lnTo>
                    <a:pt x="417" y="6316"/>
                  </a:lnTo>
                  <a:lnTo>
                    <a:pt x="0" y="5152"/>
                  </a:lnTo>
                  <a:lnTo>
                    <a:pt x="1074" y="2719"/>
                  </a:lnTo>
                  <a:lnTo>
                    <a:pt x="1680" y="1734"/>
                  </a:lnTo>
                  <a:lnTo>
                    <a:pt x="2339" y="1122"/>
                  </a:lnTo>
                  <a:lnTo>
                    <a:pt x="8578" y="0"/>
                  </a:lnTo>
                  <a:lnTo>
                    <a:pt x="11013" y="545"/>
                  </a:lnTo>
                  <a:lnTo>
                    <a:pt x="13879" y="5528"/>
                  </a:lnTo>
                  <a:lnTo>
                    <a:pt x="15525" y="8894"/>
                  </a:lnTo>
                  <a:lnTo>
                    <a:pt x="16194" y="11603"/>
                  </a:lnTo>
                  <a:lnTo>
                    <a:pt x="16205" y="12908"/>
                  </a:lnTo>
                  <a:close/>
                </a:path>
              </a:pathLst>
            </a:custGeom>
            <a:solidFill>
              <a:srgbClr val="C3DDB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g283"/>
            <p:cNvSpPr/>
            <p:nvPr/>
          </p:nvSpPr>
          <p:spPr>
            <a:xfrm>
              <a:off x="1718351" y="2061132"/>
              <a:ext cx="17435" cy="31848"/>
            </a:xfrm>
            <a:custGeom>
              <a:avLst/>
              <a:pathLst>
                <a:path w="17435" h="31848">
                  <a:moveTo>
                    <a:pt x="9665" y="1060"/>
                  </a:moveTo>
                  <a:lnTo>
                    <a:pt x="10900" y="3796"/>
                  </a:lnTo>
                  <a:lnTo>
                    <a:pt x="11268" y="6245"/>
                  </a:lnTo>
                  <a:lnTo>
                    <a:pt x="11115" y="9138"/>
                  </a:lnTo>
                  <a:lnTo>
                    <a:pt x="9158" y="10235"/>
                  </a:lnTo>
                  <a:lnTo>
                    <a:pt x="8129" y="9361"/>
                  </a:lnTo>
                  <a:lnTo>
                    <a:pt x="7682" y="9524"/>
                  </a:lnTo>
                  <a:lnTo>
                    <a:pt x="7007" y="10389"/>
                  </a:lnTo>
                  <a:lnTo>
                    <a:pt x="7828" y="10777"/>
                  </a:lnTo>
                  <a:lnTo>
                    <a:pt x="8978" y="12196"/>
                  </a:lnTo>
                  <a:lnTo>
                    <a:pt x="9987" y="14037"/>
                  </a:lnTo>
                  <a:lnTo>
                    <a:pt x="11409" y="14367"/>
                  </a:lnTo>
                  <a:lnTo>
                    <a:pt x="13302" y="15653"/>
                  </a:lnTo>
                  <a:lnTo>
                    <a:pt x="11869" y="17968"/>
                  </a:lnTo>
                  <a:lnTo>
                    <a:pt x="11653" y="19302"/>
                  </a:lnTo>
                  <a:lnTo>
                    <a:pt x="13440" y="22992"/>
                  </a:lnTo>
                  <a:lnTo>
                    <a:pt x="13610" y="23914"/>
                  </a:lnTo>
                  <a:lnTo>
                    <a:pt x="14182" y="24103"/>
                  </a:lnTo>
                  <a:lnTo>
                    <a:pt x="15516" y="23805"/>
                  </a:lnTo>
                  <a:lnTo>
                    <a:pt x="15685" y="24098"/>
                  </a:lnTo>
                  <a:lnTo>
                    <a:pt x="15682" y="24862"/>
                  </a:lnTo>
                  <a:lnTo>
                    <a:pt x="14864" y="27005"/>
                  </a:lnTo>
                  <a:lnTo>
                    <a:pt x="14951" y="27432"/>
                  </a:lnTo>
                  <a:lnTo>
                    <a:pt x="15692" y="27769"/>
                  </a:lnTo>
                  <a:lnTo>
                    <a:pt x="17112" y="27785"/>
                  </a:lnTo>
                  <a:lnTo>
                    <a:pt x="17435" y="29914"/>
                  </a:lnTo>
                  <a:lnTo>
                    <a:pt x="16150" y="31848"/>
                  </a:lnTo>
                  <a:lnTo>
                    <a:pt x="13709" y="29355"/>
                  </a:lnTo>
                  <a:lnTo>
                    <a:pt x="12621" y="26871"/>
                  </a:lnTo>
                  <a:lnTo>
                    <a:pt x="12000" y="24569"/>
                  </a:lnTo>
                  <a:lnTo>
                    <a:pt x="11249" y="23268"/>
                  </a:lnTo>
                  <a:lnTo>
                    <a:pt x="8983" y="20381"/>
                  </a:lnTo>
                  <a:lnTo>
                    <a:pt x="5539" y="14143"/>
                  </a:lnTo>
                  <a:lnTo>
                    <a:pt x="4651" y="13242"/>
                  </a:lnTo>
                  <a:lnTo>
                    <a:pt x="3756" y="10774"/>
                  </a:lnTo>
                  <a:lnTo>
                    <a:pt x="3495" y="9587"/>
                  </a:lnTo>
                  <a:lnTo>
                    <a:pt x="3518" y="8792"/>
                  </a:lnTo>
                  <a:lnTo>
                    <a:pt x="3866" y="8372"/>
                  </a:lnTo>
                  <a:lnTo>
                    <a:pt x="4897" y="8095"/>
                  </a:lnTo>
                  <a:lnTo>
                    <a:pt x="4911" y="6859"/>
                  </a:lnTo>
                  <a:lnTo>
                    <a:pt x="951" y="4715"/>
                  </a:lnTo>
                  <a:lnTo>
                    <a:pt x="511" y="4276"/>
                  </a:lnTo>
                  <a:lnTo>
                    <a:pt x="0" y="2775"/>
                  </a:lnTo>
                  <a:lnTo>
                    <a:pt x="274" y="2556"/>
                  </a:lnTo>
                  <a:lnTo>
                    <a:pt x="2453" y="2817"/>
                  </a:lnTo>
                  <a:lnTo>
                    <a:pt x="4787" y="2096"/>
                  </a:lnTo>
                  <a:lnTo>
                    <a:pt x="6225" y="1545"/>
                  </a:lnTo>
                  <a:lnTo>
                    <a:pt x="6791" y="871"/>
                  </a:lnTo>
                  <a:lnTo>
                    <a:pt x="7966" y="0"/>
                  </a:lnTo>
                  <a:lnTo>
                    <a:pt x="8449" y="50"/>
                  </a:lnTo>
                  <a:close/>
                </a:path>
              </a:pathLst>
            </a:custGeom>
            <a:solidFill>
              <a:srgbClr val="C3DDB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g284"/>
            <p:cNvSpPr/>
            <p:nvPr/>
          </p:nvSpPr>
          <p:spPr>
            <a:xfrm>
              <a:off x="1759329" y="2059699"/>
              <a:ext cx="8260" cy="29262"/>
            </a:xfrm>
            <a:custGeom>
              <a:avLst/>
              <a:pathLst>
                <a:path w="8260" h="29262">
                  <a:moveTo>
                    <a:pt x="7700" y="10052"/>
                  </a:moveTo>
                  <a:lnTo>
                    <a:pt x="8260" y="19479"/>
                  </a:lnTo>
                  <a:lnTo>
                    <a:pt x="8219" y="22496"/>
                  </a:lnTo>
                  <a:lnTo>
                    <a:pt x="7403" y="24470"/>
                  </a:lnTo>
                  <a:lnTo>
                    <a:pt x="6828" y="27777"/>
                  </a:lnTo>
                  <a:lnTo>
                    <a:pt x="6159" y="29262"/>
                  </a:lnTo>
                  <a:lnTo>
                    <a:pt x="5525" y="27285"/>
                  </a:lnTo>
                  <a:lnTo>
                    <a:pt x="5469" y="24000"/>
                  </a:lnTo>
                  <a:lnTo>
                    <a:pt x="5300" y="21389"/>
                  </a:lnTo>
                  <a:lnTo>
                    <a:pt x="5092" y="20139"/>
                  </a:lnTo>
                  <a:lnTo>
                    <a:pt x="5337" y="15263"/>
                  </a:lnTo>
                  <a:lnTo>
                    <a:pt x="5054" y="15622"/>
                  </a:lnTo>
                  <a:lnTo>
                    <a:pt x="4303" y="17762"/>
                  </a:lnTo>
                  <a:lnTo>
                    <a:pt x="3467" y="17909"/>
                  </a:lnTo>
                  <a:lnTo>
                    <a:pt x="1968" y="15482"/>
                  </a:lnTo>
                  <a:lnTo>
                    <a:pt x="1213" y="13517"/>
                  </a:lnTo>
                  <a:lnTo>
                    <a:pt x="1090" y="11467"/>
                  </a:lnTo>
                  <a:lnTo>
                    <a:pt x="102" y="9307"/>
                  </a:lnTo>
                  <a:lnTo>
                    <a:pt x="0" y="8547"/>
                  </a:lnTo>
                  <a:lnTo>
                    <a:pt x="80" y="7742"/>
                  </a:lnTo>
                  <a:lnTo>
                    <a:pt x="892" y="5592"/>
                  </a:lnTo>
                  <a:lnTo>
                    <a:pt x="1221" y="4143"/>
                  </a:lnTo>
                  <a:lnTo>
                    <a:pt x="1510" y="1161"/>
                  </a:lnTo>
                  <a:lnTo>
                    <a:pt x="1841" y="0"/>
                  </a:lnTo>
                  <a:lnTo>
                    <a:pt x="2609" y="164"/>
                  </a:lnTo>
                  <a:lnTo>
                    <a:pt x="3980" y="1517"/>
                  </a:lnTo>
                  <a:lnTo>
                    <a:pt x="5410" y="2986"/>
                  </a:lnTo>
                  <a:lnTo>
                    <a:pt x="6723" y="4947"/>
                  </a:lnTo>
                  <a:close/>
                </a:path>
              </a:pathLst>
            </a:custGeom>
            <a:solidFill>
              <a:srgbClr val="C3DDB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g285"/>
            <p:cNvSpPr/>
            <p:nvPr/>
          </p:nvSpPr>
          <p:spPr>
            <a:xfrm>
              <a:off x="1757539" y="2058217"/>
              <a:ext cx="1992" cy="6481"/>
            </a:xfrm>
            <a:custGeom>
              <a:avLst/>
              <a:pathLst>
                <a:path w="1992" h="6481">
                  <a:moveTo>
                    <a:pt x="1992" y="6270"/>
                  </a:moveTo>
                  <a:lnTo>
                    <a:pt x="1925" y="6481"/>
                  </a:lnTo>
                  <a:lnTo>
                    <a:pt x="662" y="6475"/>
                  </a:lnTo>
                  <a:lnTo>
                    <a:pt x="311" y="6173"/>
                  </a:lnTo>
                  <a:lnTo>
                    <a:pt x="89" y="5553"/>
                  </a:lnTo>
                  <a:lnTo>
                    <a:pt x="0" y="4612"/>
                  </a:lnTo>
                  <a:lnTo>
                    <a:pt x="205" y="3480"/>
                  </a:lnTo>
                  <a:lnTo>
                    <a:pt x="952" y="1317"/>
                  </a:lnTo>
                  <a:lnTo>
                    <a:pt x="975" y="395"/>
                  </a:lnTo>
                  <a:lnTo>
                    <a:pt x="1133" y="0"/>
                  </a:lnTo>
                  <a:lnTo>
                    <a:pt x="1657" y="1089"/>
                  </a:lnTo>
                  <a:lnTo>
                    <a:pt x="1879" y="2096"/>
                  </a:lnTo>
                  <a:close/>
                </a:path>
              </a:pathLst>
            </a:custGeom>
            <a:solidFill>
              <a:srgbClr val="C3DDB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g286"/>
            <p:cNvSpPr/>
            <p:nvPr/>
          </p:nvSpPr>
          <p:spPr>
            <a:xfrm>
              <a:off x="2357847" y="2057201"/>
              <a:ext cx="1654" cy="2664"/>
            </a:xfrm>
            <a:custGeom>
              <a:avLst/>
              <a:pathLst>
                <a:path w="1654" h="2664">
                  <a:moveTo>
                    <a:pt x="1654" y="1781"/>
                  </a:moveTo>
                  <a:lnTo>
                    <a:pt x="1641" y="2664"/>
                  </a:lnTo>
                  <a:lnTo>
                    <a:pt x="852" y="2493"/>
                  </a:lnTo>
                  <a:lnTo>
                    <a:pt x="422" y="1988"/>
                  </a:lnTo>
                  <a:lnTo>
                    <a:pt x="74" y="1193"/>
                  </a:lnTo>
                  <a:lnTo>
                    <a:pt x="0" y="595"/>
                  </a:lnTo>
                  <a:lnTo>
                    <a:pt x="296" y="0"/>
                  </a:lnTo>
                  <a:lnTo>
                    <a:pt x="1212" y="360"/>
                  </a:lnTo>
                  <a:close/>
                </a:path>
              </a:pathLst>
            </a:custGeom>
            <a:solidFill>
              <a:srgbClr val="C3DDB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g287"/>
            <p:cNvSpPr/>
            <p:nvPr/>
          </p:nvSpPr>
          <p:spPr>
            <a:xfrm>
              <a:off x="1743081" y="2049321"/>
              <a:ext cx="9295" cy="13789"/>
            </a:xfrm>
            <a:custGeom>
              <a:avLst/>
              <a:pathLst>
                <a:path w="9295" h="13789">
                  <a:moveTo>
                    <a:pt x="8153" y="13688"/>
                  </a:moveTo>
                  <a:lnTo>
                    <a:pt x="7909" y="13789"/>
                  </a:lnTo>
                  <a:lnTo>
                    <a:pt x="7107" y="13429"/>
                  </a:lnTo>
                  <a:lnTo>
                    <a:pt x="4462" y="8434"/>
                  </a:lnTo>
                  <a:lnTo>
                    <a:pt x="2582" y="6612"/>
                  </a:lnTo>
                  <a:lnTo>
                    <a:pt x="1302" y="4146"/>
                  </a:lnTo>
                  <a:lnTo>
                    <a:pt x="0" y="2568"/>
                  </a:lnTo>
                  <a:lnTo>
                    <a:pt x="799" y="0"/>
                  </a:lnTo>
                  <a:lnTo>
                    <a:pt x="1496" y="317"/>
                  </a:lnTo>
                  <a:lnTo>
                    <a:pt x="3931" y="2407"/>
                  </a:lnTo>
                  <a:lnTo>
                    <a:pt x="5876" y="4433"/>
                  </a:lnTo>
                  <a:lnTo>
                    <a:pt x="6981" y="5755"/>
                  </a:lnTo>
                  <a:lnTo>
                    <a:pt x="9295" y="11417"/>
                  </a:lnTo>
                  <a:lnTo>
                    <a:pt x="9123" y="12229"/>
                  </a:lnTo>
                  <a:close/>
                </a:path>
              </a:pathLst>
            </a:custGeom>
            <a:solidFill>
              <a:srgbClr val="C3DDB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g288"/>
            <p:cNvSpPr/>
            <p:nvPr/>
          </p:nvSpPr>
          <p:spPr>
            <a:xfrm>
              <a:off x="1740769" y="2035791"/>
              <a:ext cx="5740" cy="7241"/>
            </a:xfrm>
            <a:custGeom>
              <a:avLst/>
              <a:pathLst>
                <a:path w="5740" h="7241">
                  <a:moveTo>
                    <a:pt x="5740" y="3855"/>
                  </a:moveTo>
                  <a:lnTo>
                    <a:pt x="5362" y="4917"/>
                  </a:lnTo>
                  <a:lnTo>
                    <a:pt x="4505" y="6582"/>
                  </a:lnTo>
                  <a:lnTo>
                    <a:pt x="3937" y="7241"/>
                  </a:lnTo>
                  <a:lnTo>
                    <a:pt x="3656" y="6899"/>
                  </a:lnTo>
                  <a:lnTo>
                    <a:pt x="2888" y="6714"/>
                  </a:lnTo>
                  <a:lnTo>
                    <a:pt x="2069" y="5056"/>
                  </a:lnTo>
                  <a:lnTo>
                    <a:pt x="1431" y="4394"/>
                  </a:lnTo>
                  <a:lnTo>
                    <a:pt x="1007" y="4361"/>
                  </a:lnTo>
                  <a:lnTo>
                    <a:pt x="797" y="4960"/>
                  </a:lnTo>
                  <a:lnTo>
                    <a:pt x="743" y="5761"/>
                  </a:lnTo>
                  <a:lnTo>
                    <a:pt x="845" y="6766"/>
                  </a:lnTo>
                  <a:lnTo>
                    <a:pt x="774" y="7224"/>
                  </a:lnTo>
                  <a:lnTo>
                    <a:pt x="532" y="7134"/>
                  </a:lnTo>
                  <a:lnTo>
                    <a:pt x="290" y="6664"/>
                  </a:lnTo>
                  <a:lnTo>
                    <a:pt x="50" y="5814"/>
                  </a:lnTo>
                  <a:lnTo>
                    <a:pt x="0" y="4950"/>
                  </a:lnTo>
                  <a:lnTo>
                    <a:pt x="141" y="4070"/>
                  </a:lnTo>
                  <a:lnTo>
                    <a:pt x="735" y="2888"/>
                  </a:lnTo>
                  <a:lnTo>
                    <a:pt x="2591" y="438"/>
                  </a:lnTo>
                  <a:lnTo>
                    <a:pt x="3159" y="0"/>
                  </a:lnTo>
                  <a:lnTo>
                    <a:pt x="3777" y="98"/>
                  </a:lnTo>
                  <a:lnTo>
                    <a:pt x="4770" y="1243"/>
                  </a:lnTo>
                  <a:lnTo>
                    <a:pt x="4982" y="1576"/>
                  </a:lnTo>
                  <a:close/>
                </a:path>
              </a:pathLst>
            </a:custGeom>
            <a:solidFill>
              <a:srgbClr val="C3DDB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g289"/>
            <p:cNvSpPr/>
            <p:nvPr/>
          </p:nvSpPr>
          <p:spPr>
            <a:xfrm>
              <a:off x="1711633" y="2033725"/>
              <a:ext cx="17431" cy="28654"/>
            </a:xfrm>
            <a:custGeom>
              <a:avLst/>
              <a:pathLst>
                <a:path w="17431" h="28654">
                  <a:moveTo>
                    <a:pt x="5391" y="929"/>
                  </a:moveTo>
                  <a:lnTo>
                    <a:pt x="6506" y="2667"/>
                  </a:lnTo>
                  <a:lnTo>
                    <a:pt x="9183" y="1562"/>
                  </a:lnTo>
                  <a:lnTo>
                    <a:pt x="9683" y="1774"/>
                  </a:lnTo>
                  <a:lnTo>
                    <a:pt x="10192" y="2441"/>
                  </a:lnTo>
                  <a:lnTo>
                    <a:pt x="10749" y="3856"/>
                  </a:lnTo>
                  <a:lnTo>
                    <a:pt x="11356" y="6019"/>
                  </a:lnTo>
                  <a:lnTo>
                    <a:pt x="11490" y="8384"/>
                  </a:lnTo>
                  <a:lnTo>
                    <a:pt x="11246" y="9231"/>
                  </a:lnTo>
                  <a:lnTo>
                    <a:pt x="10766" y="10170"/>
                  </a:lnTo>
                  <a:lnTo>
                    <a:pt x="6496" y="13926"/>
                  </a:lnTo>
                  <a:lnTo>
                    <a:pt x="6383" y="14288"/>
                  </a:lnTo>
                  <a:lnTo>
                    <a:pt x="6469" y="14625"/>
                  </a:lnTo>
                  <a:lnTo>
                    <a:pt x="6864" y="14988"/>
                  </a:lnTo>
                  <a:lnTo>
                    <a:pt x="7721" y="14940"/>
                  </a:lnTo>
                  <a:lnTo>
                    <a:pt x="11102" y="14009"/>
                  </a:lnTo>
                  <a:lnTo>
                    <a:pt x="11288" y="13359"/>
                  </a:lnTo>
                  <a:lnTo>
                    <a:pt x="11525" y="10399"/>
                  </a:lnTo>
                  <a:lnTo>
                    <a:pt x="11991" y="8828"/>
                  </a:lnTo>
                  <a:lnTo>
                    <a:pt x="12033" y="7642"/>
                  </a:lnTo>
                  <a:lnTo>
                    <a:pt x="11724" y="4819"/>
                  </a:lnTo>
                  <a:lnTo>
                    <a:pt x="11742" y="3683"/>
                  </a:lnTo>
                  <a:lnTo>
                    <a:pt x="14102" y="3455"/>
                  </a:lnTo>
                  <a:lnTo>
                    <a:pt x="15579" y="2410"/>
                  </a:lnTo>
                  <a:lnTo>
                    <a:pt x="17086" y="465"/>
                  </a:lnTo>
                  <a:lnTo>
                    <a:pt x="17431" y="519"/>
                  </a:lnTo>
                  <a:lnTo>
                    <a:pt x="17214" y="4022"/>
                  </a:lnTo>
                  <a:lnTo>
                    <a:pt x="17006" y="5098"/>
                  </a:lnTo>
                  <a:lnTo>
                    <a:pt x="15560" y="9379"/>
                  </a:lnTo>
                  <a:lnTo>
                    <a:pt x="14731" y="13148"/>
                  </a:lnTo>
                  <a:lnTo>
                    <a:pt x="14327" y="16873"/>
                  </a:lnTo>
                  <a:lnTo>
                    <a:pt x="14257" y="23040"/>
                  </a:lnTo>
                  <a:lnTo>
                    <a:pt x="13899" y="25123"/>
                  </a:lnTo>
                  <a:lnTo>
                    <a:pt x="13242" y="26409"/>
                  </a:lnTo>
                  <a:lnTo>
                    <a:pt x="9148" y="28654"/>
                  </a:lnTo>
                  <a:lnTo>
                    <a:pt x="7037" y="28511"/>
                  </a:lnTo>
                  <a:lnTo>
                    <a:pt x="5156" y="26468"/>
                  </a:lnTo>
                  <a:lnTo>
                    <a:pt x="4270" y="25070"/>
                  </a:lnTo>
                  <a:lnTo>
                    <a:pt x="4940" y="23375"/>
                  </a:lnTo>
                  <a:lnTo>
                    <a:pt x="5400" y="23295"/>
                  </a:lnTo>
                  <a:lnTo>
                    <a:pt x="6723" y="23629"/>
                  </a:lnTo>
                  <a:lnTo>
                    <a:pt x="7745" y="24261"/>
                  </a:lnTo>
                  <a:lnTo>
                    <a:pt x="8201" y="24288"/>
                  </a:lnTo>
                  <a:lnTo>
                    <a:pt x="8123" y="23890"/>
                  </a:lnTo>
                  <a:lnTo>
                    <a:pt x="5213" y="20694"/>
                  </a:lnTo>
                  <a:lnTo>
                    <a:pt x="3082" y="19242"/>
                  </a:lnTo>
                  <a:lnTo>
                    <a:pt x="2436" y="17618"/>
                  </a:lnTo>
                  <a:lnTo>
                    <a:pt x="2417" y="16357"/>
                  </a:lnTo>
                  <a:lnTo>
                    <a:pt x="2249" y="15653"/>
                  </a:lnTo>
                  <a:lnTo>
                    <a:pt x="556" y="11252"/>
                  </a:lnTo>
                  <a:lnTo>
                    <a:pt x="225" y="9512"/>
                  </a:lnTo>
                  <a:lnTo>
                    <a:pt x="3" y="7052"/>
                  </a:lnTo>
                  <a:lnTo>
                    <a:pt x="0" y="4530"/>
                  </a:lnTo>
                  <a:lnTo>
                    <a:pt x="415" y="440"/>
                  </a:lnTo>
                  <a:lnTo>
                    <a:pt x="604" y="0"/>
                  </a:lnTo>
                  <a:lnTo>
                    <a:pt x="1297" y="33"/>
                  </a:lnTo>
                  <a:lnTo>
                    <a:pt x="2496" y="536"/>
                  </a:lnTo>
                  <a:close/>
                </a:path>
              </a:pathLst>
            </a:custGeom>
            <a:solidFill>
              <a:srgbClr val="C3DDB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g290"/>
            <p:cNvSpPr/>
            <p:nvPr/>
          </p:nvSpPr>
          <p:spPr>
            <a:xfrm>
              <a:off x="1737701" y="2019753"/>
              <a:ext cx="2505" cy="4550"/>
            </a:xfrm>
            <a:custGeom>
              <a:avLst/>
              <a:pathLst>
                <a:path w="2505" h="4550">
                  <a:moveTo>
                    <a:pt x="388" y="4513"/>
                  </a:moveTo>
                  <a:lnTo>
                    <a:pt x="106" y="4550"/>
                  </a:lnTo>
                  <a:lnTo>
                    <a:pt x="0" y="3933"/>
                  </a:lnTo>
                  <a:lnTo>
                    <a:pt x="67" y="2657"/>
                  </a:lnTo>
                  <a:lnTo>
                    <a:pt x="453" y="499"/>
                  </a:lnTo>
                  <a:lnTo>
                    <a:pt x="636" y="0"/>
                  </a:lnTo>
                  <a:lnTo>
                    <a:pt x="2217" y="380"/>
                  </a:lnTo>
                  <a:lnTo>
                    <a:pt x="2450" y="532"/>
                  </a:lnTo>
                  <a:lnTo>
                    <a:pt x="2505" y="947"/>
                  </a:lnTo>
                  <a:lnTo>
                    <a:pt x="2384" y="1627"/>
                  </a:lnTo>
                  <a:lnTo>
                    <a:pt x="1875" y="2599"/>
                  </a:lnTo>
                  <a:close/>
                </a:path>
              </a:pathLst>
            </a:custGeom>
            <a:solidFill>
              <a:srgbClr val="C3DDB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g291"/>
            <p:cNvSpPr/>
            <p:nvPr/>
          </p:nvSpPr>
          <p:spPr>
            <a:xfrm>
              <a:off x="1742377" y="2008108"/>
              <a:ext cx="4526" cy="8189"/>
            </a:xfrm>
            <a:custGeom>
              <a:avLst/>
              <a:pathLst>
                <a:path w="4526" h="8189">
                  <a:moveTo>
                    <a:pt x="0" y="7570"/>
                  </a:moveTo>
                  <a:lnTo>
                    <a:pt x="1000" y="5664"/>
                  </a:lnTo>
                  <a:lnTo>
                    <a:pt x="3202" y="2361"/>
                  </a:lnTo>
                  <a:lnTo>
                    <a:pt x="4402" y="0"/>
                  </a:lnTo>
                  <a:lnTo>
                    <a:pt x="4526" y="2330"/>
                  </a:lnTo>
                  <a:lnTo>
                    <a:pt x="2753" y="6244"/>
                  </a:lnTo>
                  <a:lnTo>
                    <a:pt x="485" y="8189"/>
                  </a:lnTo>
                  <a:close/>
                </a:path>
              </a:pathLst>
            </a:custGeom>
            <a:solidFill>
              <a:srgbClr val="C3DDB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g292"/>
            <p:cNvSpPr/>
            <p:nvPr/>
          </p:nvSpPr>
          <p:spPr>
            <a:xfrm>
              <a:off x="2587920" y="1975162"/>
              <a:ext cx="2930" cy="3713"/>
            </a:xfrm>
            <a:custGeom>
              <a:avLst/>
              <a:pathLst>
                <a:path w="2930" h="3713">
                  <a:moveTo>
                    <a:pt x="2454" y="2999"/>
                  </a:moveTo>
                  <a:lnTo>
                    <a:pt x="2597" y="3713"/>
                  </a:lnTo>
                  <a:lnTo>
                    <a:pt x="717" y="3198"/>
                  </a:lnTo>
                  <a:lnTo>
                    <a:pt x="55" y="2747"/>
                  </a:lnTo>
                  <a:lnTo>
                    <a:pt x="0" y="2272"/>
                  </a:lnTo>
                  <a:lnTo>
                    <a:pt x="93" y="1532"/>
                  </a:lnTo>
                  <a:lnTo>
                    <a:pt x="466" y="663"/>
                  </a:lnTo>
                  <a:lnTo>
                    <a:pt x="1327" y="0"/>
                  </a:lnTo>
                  <a:lnTo>
                    <a:pt x="1795" y="341"/>
                  </a:lnTo>
                  <a:lnTo>
                    <a:pt x="2796" y="1240"/>
                  </a:lnTo>
                  <a:lnTo>
                    <a:pt x="2930" y="1784"/>
                  </a:lnTo>
                  <a:close/>
                </a:path>
              </a:pathLst>
            </a:custGeom>
            <a:solidFill>
              <a:srgbClr val="C3DDB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g293"/>
            <p:cNvSpPr/>
            <p:nvPr/>
          </p:nvSpPr>
          <p:spPr>
            <a:xfrm>
              <a:off x="2371987" y="1966345"/>
              <a:ext cx="3127" cy="9094"/>
            </a:xfrm>
            <a:custGeom>
              <a:avLst/>
              <a:pathLst>
                <a:path w="3127" h="9094">
                  <a:moveTo>
                    <a:pt x="1063" y="8684"/>
                  </a:moveTo>
                  <a:lnTo>
                    <a:pt x="445" y="9094"/>
                  </a:lnTo>
                  <a:lnTo>
                    <a:pt x="0" y="9053"/>
                  </a:lnTo>
                  <a:lnTo>
                    <a:pt x="82" y="8062"/>
                  </a:lnTo>
                  <a:lnTo>
                    <a:pt x="693" y="6120"/>
                  </a:lnTo>
                  <a:lnTo>
                    <a:pt x="1040" y="4413"/>
                  </a:lnTo>
                  <a:lnTo>
                    <a:pt x="1124" y="2941"/>
                  </a:lnTo>
                  <a:lnTo>
                    <a:pt x="1394" y="1652"/>
                  </a:lnTo>
                  <a:lnTo>
                    <a:pt x="1851" y="546"/>
                  </a:lnTo>
                  <a:lnTo>
                    <a:pt x="2307" y="0"/>
                  </a:lnTo>
                  <a:lnTo>
                    <a:pt x="2986" y="17"/>
                  </a:lnTo>
                  <a:lnTo>
                    <a:pt x="3127" y="3599"/>
                  </a:lnTo>
                  <a:lnTo>
                    <a:pt x="2937" y="5280"/>
                  </a:lnTo>
                  <a:lnTo>
                    <a:pt x="2482" y="6687"/>
                  </a:lnTo>
                  <a:lnTo>
                    <a:pt x="1857" y="7821"/>
                  </a:lnTo>
                  <a:close/>
                </a:path>
              </a:pathLst>
            </a:custGeom>
            <a:solidFill>
              <a:srgbClr val="C3DDB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g294"/>
            <p:cNvSpPr/>
            <p:nvPr/>
          </p:nvSpPr>
          <p:spPr>
            <a:xfrm>
              <a:off x="2357666" y="1965543"/>
              <a:ext cx="6204" cy="7887"/>
            </a:xfrm>
            <a:custGeom>
              <a:avLst/>
              <a:pathLst>
                <a:path w="6204" h="7887">
                  <a:moveTo>
                    <a:pt x="1356" y="7662"/>
                  </a:moveTo>
                  <a:lnTo>
                    <a:pt x="734" y="7887"/>
                  </a:lnTo>
                  <a:lnTo>
                    <a:pt x="0" y="7460"/>
                  </a:lnTo>
                  <a:lnTo>
                    <a:pt x="382" y="5289"/>
                  </a:lnTo>
                  <a:lnTo>
                    <a:pt x="1021" y="4386"/>
                  </a:lnTo>
                  <a:lnTo>
                    <a:pt x="2612" y="3484"/>
                  </a:lnTo>
                  <a:lnTo>
                    <a:pt x="2884" y="2930"/>
                  </a:lnTo>
                  <a:lnTo>
                    <a:pt x="3393" y="2654"/>
                  </a:lnTo>
                  <a:lnTo>
                    <a:pt x="4139" y="2654"/>
                  </a:lnTo>
                  <a:lnTo>
                    <a:pt x="4970" y="1843"/>
                  </a:lnTo>
                  <a:lnTo>
                    <a:pt x="5886" y="222"/>
                  </a:lnTo>
                  <a:lnTo>
                    <a:pt x="6204" y="0"/>
                  </a:lnTo>
                  <a:lnTo>
                    <a:pt x="5561" y="2359"/>
                  </a:lnTo>
                  <a:lnTo>
                    <a:pt x="4886" y="4123"/>
                  </a:lnTo>
                  <a:close/>
                </a:path>
              </a:pathLst>
            </a:custGeom>
            <a:solidFill>
              <a:srgbClr val="C3DDB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g295"/>
            <p:cNvSpPr/>
            <p:nvPr/>
          </p:nvSpPr>
          <p:spPr>
            <a:xfrm>
              <a:off x="2358649" y="1961581"/>
              <a:ext cx="13425" cy="23451"/>
            </a:xfrm>
            <a:custGeom>
              <a:avLst/>
              <a:pathLst>
                <a:path w="13425" h="23451">
                  <a:moveTo>
                    <a:pt x="13072" y="9880"/>
                  </a:moveTo>
                  <a:lnTo>
                    <a:pt x="12068" y="12867"/>
                  </a:lnTo>
                  <a:lnTo>
                    <a:pt x="11265" y="15736"/>
                  </a:lnTo>
                  <a:lnTo>
                    <a:pt x="10149" y="21138"/>
                  </a:lnTo>
                  <a:lnTo>
                    <a:pt x="9511" y="21332"/>
                  </a:lnTo>
                  <a:lnTo>
                    <a:pt x="8952" y="20033"/>
                  </a:lnTo>
                  <a:lnTo>
                    <a:pt x="10553" y="13711"/>
                  </a:lnTo>
                  <a:lnTo>
                    <a:pt x="10629" y="13006"/>
                  </a:lnTo>
                  <a:lnTo>
                    <a:pt x="10553" y="12402"/>
                  </a:lnTo>
                  <a:lnTo>
                    <a:pt x="10068" y="11473"/>
                  </a:lnTo>
                  <a:lnTo>
                    <a:pt x="9584" y="12542"/>
                  </a:lnTo>
                  <a:lnTo>
                    <a:pt x="7322" y="19667"/>
                  </a:lnTo>
                  <a:lnTo>
                    <a:pt x="6738" y="20809"/>
                  </a:lnTo>
                  <a:lnTo>
                    <a:pt x="6253" y="21443"/>
                  </a:lnTo>
                  <a:lnTo>
                    <a:pt x="5868" y="21564"/>
                  </a:lnTo>
                  <a:lnTo>
                    <a:pt x="4905" y="21415"/>
                  </a:lnTo>
                  <a:lnTo>
                    <a:pt x="2967" y="23451"/>
                  </a:lnTo>
                  <a:lnTo>
                    <a:pt x="6225" y="14989"/>
                  </a:lnTo>
                  <a:lnTo>
                    <a:pt x="6259" y="14344"/>
                  </a:lnTo>
                  <a:lnTo>
                    <a:pt x="5649" y="13949"/>
                  </a:lnTo>
                  <a:lnTo>
                    <a:pt x="5407" y="14168"/>
                  </a:lnTo>
                  <a:lnTo>
                    <a:pt x="2768" y="19498"/>
                  </a:lnTo>
                  <a:lnTo>
                    <a:pt x="1263" y="21552"/>
                  </a:lnTo>
                  <a:lnTo>
                    <a:pt x="253" y="20929"/>
                  </a:lnTo>
                  <a:lnTo>
                    <a:pt x="0" y="20371"/>
                  </a:lnTo>
                  <a:lnTo>
                    <a:pt x="91" y="19749"/>
                  </a:lnTo>
                  <a:lnTo>
                    <a:pt x="2659" y="14369"/>
                  </a:lnTo>
                  <a:lnTo>
                    <a:pt x="5020" y="10518"/>
                  </a:lnTo>
                  <a:lnTo>
                    <a:pt x="6007" y="8094"/>
                  </a:lnTo>
                  <a:lnTo>
                    <a:pt x="6409" y="5810"/>
                  </a:lnTo>
                  <a:lnTo>
                    <a:pt x="6585" y="4139"/>
                  </a:lnTo>
                  <a:lnTo>
                    <a:pt x="6572" y="2299"/>
                  </a:lnTo>
                  <a:lnTo>
                    <a:pt x="6695" y="1793"/>
                  </a:lnTo>
                  <a:lnTo>
                    <a:pt x="6832" y="1887"/>
                  </a:lnTo>
                  <a:lnTo>
                    <a:pt x="6982" y="2582"/>
                  </a:lnTo>
                  <a:lnTo>
                    <a:pt x="7022" y="4520"/>
                  </a:lnTo>
                  <a:lnTo>
                    <a:pt x="6483" y="8498"/>
                  </a:lnTo>
                  <a:lnTo>
                    <a:pt x="6050" y="10456"/>
                  </a:lnTo>
                  <a:lnTo>
                    <a:pt x="5533" y="12069"/>
                  </a:lnTo>
                  <a:lnTo>
                    <a:pt x="5751" y="12421"/>
                  </a:lnTo>
                  <a:lnTo>
                    <a:pt x="6702" y="11505"/>
                  </a:lnTo>
                  <a:lnTo>
                    <a:pt x="7502" y="9573"/>
                  </a:lnTo>
                  <a:lnTo>
                    <a:pt x="8152" y="6622"/>
                  </a:lnTo>
                  <a:lnTo>
                    <a:pt x="8566" y="4058"/>
                  </a:lnTo>
                  <a:lnTo>
                    <a:pt x="8967" y="0"/>
                  </a:lnTo>
                  <a:lnTo>
                    <a:pt x="9105" y="141"/>
                  </a:lnTo>
                  <a:lnTo>
                    <a:pt x="9292" y="950"/>
                  </a:lnTo>
                  <a:lnTo>
                    <a:pt x="9723" y="1522"/>
                  </a:lnTo>
                  <a:lnTo>
                    <a:pt x="10396" y="1856"/>
                  </a:lnTo>
                  <a:lnTo>
                    <a:pt x="10782" y="2377"/>
                  </a:lnTo>
                  <a:lnTo>
                    <a:pt x="11066" y="3738"/>
                  </a:lnTo>
                  <a:lnTo>
                    <a:pt x="11340" y="4338"/>
                  </a:lnTo>
                  <a:lnTo>
                    <a:pt x="12349" y="4846"/>
                  </a:lnTo>
                  <a:lnTo>
                    <a:pt x="12736" y="5280"/>
                  </a:lnTo>
                  <a:lnTo>
                    <a:pt x="13014" y="6766"/>
                  </a:lnTo>
                  <a:lnTo>
                    <a:pt x="12989" y="7550"/>
                  </a:lnTo>
                  <a:lnTo>
                    <a:pt x="13126" y="8052"/>
                  </a:lnTo>
                  <a:lnTo>
                    <a:pt x="13425" y="8274"/>
                  </a:lnTo>
                  <a:close/>
                </a:path>
              </a:pathLst>
            </a:custGeom>
            <a:solidFill>
              <a:srgbClr val="C3DDB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g296"/>
            <p:cNvSpPr/>
            <p:nvPr/>
          </p:nvSpPr>
          <p:spPr>
            <a:xfrm>
              <a:off x="2363825" y="1955722"/>
              <a:ext cx="1235" cy="4576"/>
            </a:xfrm>
            <a:custGeom>
              <a:avLst/>
              <a:pathLst>
                <a:path w="1235" h="4576">
                  <a:moveTo>
                    <a:pt x="796" y="4197"/>
                  </a:moveTo>
                  <a:lnTo>
                    <a:pt x="366" y="4576"/>
                  </a:lnTo>
                  <a:lnTo>
                    <a:pt x="75" y="4544"/>
                  </a:lnTo>
                  <a:lnTo>
                    <a:pt x="399" y="1927"/>
                  </a:lnTo>
                  <a:lnTo>
                    <a:pt x="22" y="1001"/>
                  </a:lnTo>
                  <a:lnTo>
                    <a:pt x="0" y="525"/>
                  </a:lnTo>
                  <a:lnTo>
                    <a:pt x="163" y="89"/>
                  </a:lnTo>
                  <a:lnTo>
                    <a:pt x="373" y="0"/>
                  </a:lnTo>
                  <a:lnTo>
                    <a:pt x="881" y="806"/>
                  </a:lnTo>
                  <a:lnTo>
                    <a:pt x="1127" y="1656"/>
                  </a:lnTo>
                  <a:lnTo>
                    <a:pt x="1235" y="2491"/>
                  </a:lnTo>
                  <a:lnTo>
                    <a:pt x="1206" y="3315"/>
                  </a:lnTo>
                  <a:lnTo>
                    <a:pt x="1060" y="3884"/>
                  </a:lnTo>
                  <a:close/>
                </a:path>
              </a:pathLst>
            </a:custGeom>
            <a:solidFill>
              <a:srgbClr val="C3DDB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g297"/>
            <p:cNvSpPr/>
            <p:nvPr/>
          </p:nvSpPr>
          <p:spPr>
            <a:xfrm>
              <a:off x="2359411" y="1953755"/>
              <a:ext cx="1450" cy="3195"/>
            </a:xfrm>
            <a:custGeom>
              <a:avLst/>
              <a:pathLst>
                <a:path w="1450" h="3195">
                  <a:moveTo>
                    <a:pt x="959" y="2680"/>
                  </a:moveTo>
                  <a:lnTo>
                    <a:pt x="624" y="3195"/>
                  </a:lnTo>
                  <a:lnTo>
                    <a:pt x="24" y="2615"/>
                  </a:lnTo>
                  <a:lnTo>
                    <a:pt x="0" y="1134"/>
                  </a:lnTo>
                  <a:lnTo>
                    <a:pt x="579" y="0"/>
                  </a:lnTo>
                  <a:lnTo>
                    <a:pt x="1037" y="51"/>
                  </a:lnTo>
                  <a:lnTo>
                    <a:pt x="1450" y="655"/>
                  </a:lnTo>
                  <a:lnTo>
                    <a:pt x="1349" y="1455"/>
                  </a:lnTo>
                  <a:close/>
                </a:path>
              </a:pathLst>
            </a:custGeom>
            <a:solidFill>
              <a:srgbClr val="C3DDB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g298"/>
            <p:cNvSpPr/>
            <p:nvPr/>
          </p:nvSpPr>
          <p:spPr>
            <a:xfrm>
              <a:off x="2577982" y="1932655"/>
              <a:ext cx="4554" cy="4824"/>
            </a:xfrm>
            <a:custGeom>
              <a:avLst/>
              <a:pathLst>
                <a:path w="4554" h="4824">
                  <a:moveTo>
                    <a:pt x="3261" y="731"/>
                  </a:moveTo>
                  <a:lnTo>
                    <a:pt x="4286" y="1607"/>
                  </a:lnTo>
                  <a:lnTo>
                    <a:pt x="4554" y="4824"/>
                  </a:lnTo>
                  <a:lnTo>
                    <a:pt x="2632" y="4635"/>
                  </a:lnTo>
                  <a:lnTo>
                    <a:pt x="435" y="2480"/>
                  </a:lnTo>
                  <a:lnTo>
                    <a:pt x="0" y="911"/>
                  </a:lnTo>
                  <a:lnTo>
                    <a:pt x="48" y="642"/>
                  </a:lnTo>
                  <a:lnTo>
                    <a:pt x="340" y="372"/>
                  </a:lnTo>
                  <a:lnTo>
                    <a:pt x="898" y="745"/>
                  </a:lnTo>
                  <a:lnTo>
                    <a:pt x="1440" y="183"/>
                  </a:lnTo>
                  <a:lnTo>
                    <a:pt x="1985" y="0"/>
                  </a:lnTo>
                  <a:close/>
                </a:path>
              </a:pathLst>
            </a:custGeom>
            <a:solidFill>
              <a:srgbClr val="C3DDB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g299"/>
            <p:cNvSpPr/>
            <p:nvPr/>
          </p:nvSpPr>
          <p:spPr>
            <a:xfrm>
              <a:off x="2360721" y="1931810"/>
              <a:ext cx="1520" cy="4891"/>
            </a:xfrm>
            <a:custGeom>
              <a:avLst/>
              <a:pathLst>
                <a:path w="1520" h="4891">
                  <a:moveTo>
                    <a:pt x="1483" y="2731"/>
                  </a:moveTo>
                  <a:lnTo>
                    <a:pt x="1291" y="2967"/>
                  </a:lnTo>
                  <a:lnTo>
                    <a:pt x="768" y="2763"/>
                  </a:lnTo>
                  <a:lnTo>
                    <a:pt x="563" y="4709"/>
                  </a:lnTo>
                  <a:lnTo>
                    <a:pt x="362" y="4891"/>
                  </a:lnTo>
                  <a:lnTo>
                    <a:pt x="0" y="3692"/>
                  </a:lnTo>
                  <a:lnTo>
                    <a:pt x="271" y="2666"/>
                  </a:lnTo>
                  <a:lnTo>
                    <a:pt x="232" y="1960"/>
                  </a:lnTo>
                  <a:lnTo>
                    <a:pt x="333" y="1438"/>
                  </a:lnTo>
                  <a:lnTo>
                    <a:pt x="857" y="272"/>
                  </a:lnTo>
                  <a:lnTo>
                    <a:pt x="1165" y="0"/>
                  </a:lnTo>
                  <a:lnTo>
                    <a:pt x="1359" y="99"/>
                  </a:lnTo>
                  <a:lnTo>
                    <a:pt x="1520" y="1564"/>
                  </a:lnTo>
                  <a:close/>
                </a:path>
              </a:pathLst>
            </a:custGeom>
            <a:solidFill>
              <a:srgbClr val="C3DDB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g300"/>
            <p:cNvSpPr/>
            <p:nvPr/>
          </p:nvSpPr>
          <p:spPr>
            <a:xfrm>
              <a:off x="2488509" y="1886358"/>
              <a:ext cx="2408" cy="5478"/>
            </a:xfrm>
            <a:custGeom>
              <a:avLst/>
              <a:pathLst>
                <a:path w="2408" h="5478">
                  <a:moveTo>
                    <a:pt x="2349" y="3129"/>
                  </a:moveTo>
                  <a:lnTo>
                    <a:pt x="1608" y="5276"/>
                  </a:lnTo>
                  <a:lnTo>
                    <a:pt x="622" y="5009"/>
                  </a:lnTo>
                  <a:lnTo>
                    <a:pt x="268" y="5452"/>
                  </a:lnTo>
                  <a:lnTo>
                    <a:pt x="0" y="5478"/>
                  </a:lnTo>
                  <a:lnTo>
                    <a:pt x="445" y="3462"/>
                  </a:lnTo>
                  <a:lnTo>
                    <a:pt x="503" y="2107"/>
                  </a:lnTo>
                  <a:lnTo>
                    <a:pt x="278" y="735"/>
                  </a:lnTo>
                  <a:lnTo>
                    <a:pt x="604" y="37"/>
                  </a:lnTo>
                  <a:lnTo>
                    <a:pt x="1921" y="0"/>
                  </a:lnTo>
                  <a:lnTo>
                    <a:pt x="1938" y="1577"/>
                  </a:lnTo>
                  <a:lnTo>
                    <a:pt x="2098" y="2169"/>
                  </a:lnTo>
                  <a:lnTo>
                    <a:pt x="2408" y="2439"/>
                  </a:lnTo>
                  <a:close/>
                </a:path>
              </a:pathLst>
            </a:custGeom>
            <a:solidFill>
              <a:srgbClr val="C3DDB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g301"/>
            <p:cNvSpPr/>
            <p:nvPr/>
          </p:nvSpPr>
          <p:spPr>
            <a:xfrm>
              <a:off x="2354793" y="1869265"/>
              <a:ext cx="1918" cy="3060"/>
            </a:xfrm>
            <a:custGeom>
              <a:avLst/>
              <a:pathLst>
                <a:path w="1918" h="3060">
                  <a:moveTo>
                    <a:pt x="480" y="2969"/>
                  </a:moveTo>
                  <a:lnTo>
                    <a:pt x="90" y="3060"/>
                  </a:lnTo>
                  <a:lnTo>
                    <a:pt x="0" y="2701"/>
                  </a:lnTo>
                  <a:lnTo>
                    <a:pt x="312" y="1490"/>
                  </a:lnTo>
                  <a:lnTo>
                    <a:pt x="828" y="1343"/>
                  </a:lnTo>
                  <a:lnTo>
                    <a:pt x="1397" y="0"/>
                  </a:lnTo>
                  <a:lnTo>
                    <a:pt x="1918" y="464"/>
                  </a:lnTo>
                  <a:lnTo>
                    <a:pt x="1725" y="1214"/>
                  </a:lnTo>
                  <a:lnTo>
                    <a:pt x="1025" y="2354"/>
                  </a:lnTo>
                  <a:close/>
                </a:path>
              </a:pathLst>
            </a:custGeom>
            <a:solidFill>
              <a:srgbClr val="C3DDB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g302"/>
            <p:cNvSpPr/>
            <p:nvPr/>
          </p:nvSpPr>
          <p:spPr>
            <a:xfrm>
              <a:off x="2356713" y="1864763"/>
              <a:ext cx="3271" cy="3341"/>
            </a:xfrm>
            <a:custGeom>
              <a:avLst/>
              <a:pathLst>
                <a:path w="3271" h="3341">
                  <a:moveTo>
                    <a:pt x="1253" y="3136"/>
                  </a:moveTo>
                  <a:lnTo>
                    <a:pt x="0" y="3341"/>
                  </a:lnTo>
                  <a:lnTo>
                    <a:pt x="546" y="1588"/>
                  </a:lnTo>
                  <a:lnTo>
                    <a:pt x="1017" y="741"/>
                  </a:lnTo>
                  <a:lnTo>
                    <a:pt x="1534" y="200"/>
                  </a:lnTo>
                  <a:lnTo>
                    <a:pt x="2574" y="0"/>
                  </a:lnTo>
                  <a:lnTo>
                    <a:pt x="3271" y="704"/>
                  </a:lnTo>
                  <a:lnTo>
                    <a:pt x="2650" y="1981"/>
                  </a:lnTo>
                  <a:close/>
                </a:path>
              </a:pathLst>
            </a:custGeom>
            <a:solidFill>
              <a:srgbClr val="C3DDB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g303"/>
            <p:cNvSpPr/>
            <p:nvPr/>
          </p:nvSpPr>
          <p:spPr>
            <a:xfrm>
              <a:off x="2543551" y="1845921"/>
              <a:ext cx="5233" cy="6404"/>
            </a:xfrm>
            <a:custGeom>
              <a:avLst/>
              <a:pathLst>
                <a:path w="5233" h="6404">
                  <a:moveTo>
                    <a:pt x="5233" y="4358"/>
                  </a:moveTo>
                  <a:lnTo>
                    <a:pt x="4807" y="6404"/>
                  </a:lnTo>
                  <a:lnTo>
                    <a:pt x="3390" y="5654"/>
                  </a:lnTo>
                  <a:lnTo>
                    <a:pt x="1200" y="4106"/>
                  </a:lnTo>
                  <a:lnTo>
                    <a:pt x="334" y="3079"/>
                  </a:lnTo>
                  <a:lnTo>
                    <a:pt x="32" y="1955"/>
                  </a:lnTo>
                  <a:lnTo>
                    <a:pt x="0" y="401"/>
                  </a:lnTo>
                  <a:lnTo>
                    <a:pt x="656" y="147"/>
                  </a:lnTo>
                  <a:lnTo>
                    <a:pt x="2317" y="0"/>
                  </a:lnTo>
                  <a:lnTo>
                    <a:pt x="3703" y="2162"/>
                  </a:lnTo>
                  <a:lnTo>
                    <a:pt x="4102" y="2493"/>
                  </a:lnTo>
                  <a:close/>
                </a:path>
              </a:pathLst>
            </a:custGeom>
            <a:solidFill>
              <a:srgbClr val="C3DDB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g304"/>
            <p:cNvSpPr/>
            <p:nvPr/>
          </p:nvSpPr>
          <p:spPr>
            <a:xfrm>
              <a:off x="2500513" y="1843757"/>
              <a:ext cx="6691" cy="10487"/>
            </a:xfrm>
            <a:custGeom>
              <a:avLst/>
              <a:pathLst>
                <a:path w="6691" h="10487">
                  <a:moveTo>
                    <a:pt x="1634" y="10251"/>
                  </a:moveTo>
                  <a:lnTo>
                    <a:pt x="533" y="10487"/>
                  </a:lnTo>
                  <a:lnTo>
                    <a:pt x="32" y="9863"/>
                  </a:lnTo>
                  <a:lnTo>
                    <a:pt x="0" y="8069"/>
                  </a:lnTo>
                  <a:lnTo>
                    <a:pt x="360" y="6714"/>
                  </a:lnTo>
                  <a:lnTo>
                    <a:pt x="1622" y="3908"/>
                  </a:lnTo>
                  <a:lnTo>
                    <a:pt x="2754" y="763"/>
                  </a:lnTo>
                  <a:lnTo>
                    <a:pt x="3415" y="0"/>
                  </a:lnTo>
                  <a:lnTo>
                    <a:pt x="4751" y="515"/>
                  </a:lnTo>
                  <a:lnTo>
                    <a:pt x="5528" y="1418"/>
                  </a:lnTo>
                  <a:lnTo>
                    <a:pt x="6341" y="2926"/>
                  </a:lnTo>
                  <a:lnTo>
                    <a:pt x="6691" y="4087"/>
                  </a:lnTo>
                  <a:lnTo>
                    <a:pt x="6381" y="5797"/>
                  </a:lnTo>
                  <a:lnTo>
                    <a:pt x="5430" y="7326"/>
                  </a:lnTo>
                  <a:lnTo>
                    <a:pt x="4333" y="8368"/>
                  </a:lnTo>
                  <a:close/>
                </a:path>
              </a:pathLst>
            </a:custGeom>
            <a:solidFill>
              <a:srgbClr val="C3DDB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g305"/>
            <p:cNvSpPr/>
            <p:nvPr/>
          </p:nvSpPr>
          <p:spPr>
            <a:xfrm>
              <a:off x="2374969" y="1836937"/>
              <a:ext cx="5208" cy="3006"/>
            </a:xfrm>
            <a:custGeom>
              <a:avLst/>
              <a:pathLst>
                <a:path w="5208" h="3006">
                  <a:moveTo>
                    <a:pt x="1675" y="2662"/>
                  </a:moveTo>
                  <a:lnTo>
                    <a:pt x="2" y="3006"/>
                  </a:lnTo>
                  <a:lnTo>
                    <a:pt x="0" y="2579"/>
                  </a:lnTo>
                  <a:lnTo>
                    <a:pt x="695" y="1369"/>
                  </a:lnTo>
                  <a:lnTo>
                    <a:pt x="3284" y="311"/>
                  </a:lnTo>
                  <a:lnTo>
                    <a:pt x="5208" y="0"/>
                  </a:lnTo>
                  <a:lnTo>
                    <a:pt x="4755" y="1027"/>
                  </a:lnTo>
                  <a:lnTo>
                    <a:pt x="3615" y="1839"/>
                  </a:lnTo>
                  <a:close/>
                </a:path>
              </a:pathLst>
            </a:custGeom>
            <a:solidFill>
              <a:srgbClr val="C3DDB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g306"/>
            <p:cNvSpPr/>
            <p:nvPr/>
          </p:nvSpPr>
          <p:spPr>
            <a:xfrm>
              <a:off x="2536291" y="1811317"/>
              <a:ext cx="9293" cy="9788"/>
            </a:xfrm>
            <a:custGeom>
              <a:avLst/>
              <a:pathLst>
                <a:path w="9293" h="9788">
                  <a:moveTo>
                    <a:pt x="7306" y="9444"/>
                  </a:moveTo>
                  <a:lnTo>
                    <a:pt x="7011" y="9788"/>
                  </a:lnTo>
                  <a:lnTo>
                    <a:pt x="6731" y="9710"/>
                  </a:lnTo>
                  <a:lnTo>
                    <a:pt x="5824" y="8134"/>
                  </a:lnTo>
                  <a:lnTo>
                    <a:pt x="4603" y="7495"/>
                  </a:lnTo>
                  <a:lnTo>
                    <a:pt x="4151" y="6876"/>
                  </a:lnTo>
                  <a:lnTo>
                    <a:pt x="465" y="3630"/>
                  </a:lnTo>
                  <a:lnTo>
                    <a:pt x="64" y="2205"/>
                  </a:lnTo>
                  <a:lnTo>
                    <a:pt x="0" y="1069"/>
                  </a:lnTo>
                  <a:lnTo>
                    <a:pt x="1224" y="515"/>
                  </a:lnTo>
                  <a:lnTo>
                    <a:pt x="3684" y="0"/>
                  </a:lnTo>
                  <a:lnTo>
                    <a:pt x="5821" y="17"/>
                  </a:lnTo>
                  <a:lnTo>
                    <a:pt x="7830" y="693"/>
                  </a:lnTo>
                  <a:lnTo>
                    <a:pt x="8235" y="1419"/>
                  </a:lnTo>
                  <a:lnTo>
                    <a:pt x="9293" y="2738"/>
                  </a:lnTo>
                  <a:lnTo>
                    <a:pt x="9032" y="4324"/>
                  </a:lnTo>
                  <a:lnTo>
                    <a:pt x="8966" y="6329"/>
                  </a:lnTo>
                  <a:lnTo>
                    <a:pt x="8528" y="7306"/>
                  </a:lnTo>
                  <a:lnTo>
                    <a:pt x="7855" y="8049"/>
                  </a:lnTo>
                  <a:close/>
                </a:path>
              </a:pathLst>
            </a:custGeom>
            <a:solidFill>
              <a:srgbClr val="C3DDB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g307"/>
            <p:cNvSpPr/>
            <p:nvPr/>
          </p:nvSpPr>
          <p:spPr>
            <a:xfrm>
              <a:off x="2197919" y="1803950"/>
              <a:ext cx="2482" cy="2757"/>
            </a:xfrm>
            <a:custGeom>
              <a:avLst/>
              <a:pathLst>
                <a:path w="2482" h="2757">
                  <a:moveTo>
                    <a:pt x="1861" y="2686"/>
                  </a:moveTo>
                  <a:lnTo>
                    <a:pt x="1363" y="2757"/>
                  </a:lnTo>
                  <a:lnTo>
                    <a:pt x="245" y="1249"/>
                  </a:lnTo>
                  <a:lnTo>
                    <a:pt x="0" y="486"/>
                  </a:lnTo>
                  <a:lnTo>
                    <a:pt x="1473" y="0"/>
                  </a:lnTo>
                  <a:lnTo>
                    <a:pt x="2482" y="1338"/>
                  </a:lnTo>
                  <a:lnTo>
                    <a:pt x="2397" y="1995"/>
                  </a:lnTo>
                  <a:close/>
                </a:path>
              </a:pathLst>
            </a:custGeom>
            <a:solidFill>
              <a:srgbClr val="C3DDB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g308"/>
            <p:cNvSpPr/>
            <p:nvPr/>
          </p:nvSpPr>
          <p:spPr>
            <a:xfrm>
              <a:off x="2538689" y="1803707"/>
              <a:ext cx="4751" cy="6225"/>
            </a:xfrm>
            <a:custGeom>
              <a:avLst/>
              <a:pathLst>
                <a:path w="4751" h="6225">
                  <a:moveTo>
                    <a:pt x="2495" y="1895"/>
                  </a:moveTo>
                  <a:lnTo>
                    <a:pt x="2770" y="2155"/>
                  </a:lnTo>
                  <a:lnTo>
                    <a:pt x="3099" y="1849"/>
                  </a:lnTo>
                  <a:lnTo>
                    <a:pt x="3349" y="2113"/>
                  </a:lnTo>
                  <a:lnTo>
                    <a:pt x="3518" y="2950"/>
                  </a:lnTo>
                  <a:lnTo>
                    <a:pt x="3800" y="3530"/>
                  </a:lnTo>
                  <a:lnTo>
                    <a:pt x="4511" y="4286"/>
                  </a:lnTo>
                  <a:lnTo>
                    <a:pt x="4751" y="4826"/>
                  </a:lnTo>
                  <a:lnTo>
                    <a:pt x="4731" y="5368"/>
                  </a:lnTo>
                  <a:lnTo>
                    <a:pt x="4128" y="6202"/>
                  </a:lnTo>
                  <a:lnTo>
                    <a:pt x="3748" y="6225"/>
                  </a:lnTo>
                  <a:lnTo>
                    <a:pt x="846" y="4301"/>
                  </a:lnTo>
                  <a:lnTo>
                    <a:pt x="61" y="2340"/>
                  </a:lnTo>
                  <a:lnTo>
                    <a:pt x="0" y="1344"/>
                  </a:lnTo>
                  <a:lnTo>
                    <a:pt x="302" y="438"/>
                  </a:lnTo>
                  <a:lnTo>
                    <a:pt x="748" y="0"/>
                  </a:lnTo>
                  <a:lnTo>
                    <a:pt x="1337" y="28"/>
                  </a:lnTo>
                  <a:lnTo>
                    <a:pt x="2035" y="507"/>
                  </a:lnTo>
                  <a:close/>
                </a:path>
              </a:pathLst>
            </a:custGeom>
            <a:solidFill>
              <a:srgbClr val="C3DDB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g309"/>
            <p:cNvSpPr/>
            <p:nvPr/>
          </p:nvSpPr>
          <p:spPr>
            <a:xfrm>
              <a:off x="2355339" y="1789819"/>
              <a:ext cx="12282" cy="24188"/>
            </a:xfrm>
            <a:custGeom>
              <a:avLst/>
              <a:pathLst>
                <a:path w="12282" h="24188">
                  <a:moveTo>
                    <a:pt x="8951" y="44"/>
                  </a:moveTo>
                  <a:lnTo>
                    <a:pt x="9915" y="848"/>
                  </a:lnTo>
                  <a:lnTo>
                    <a:pt x="11502" y="3531"/>
                  </a:lnTo>
                  <a:lnTo>
                    <a:pt x="12106" y="4892"/>
                  </a:lnTo>
                  <a:lnTo>
                    <a:pt x="12282" y="6714"/>
                  </a:lnTo>
                  <a:lnTo>
                    <a:pt x="11862" y="9151"/>
                  </a:lnTo>
                  <a:lnTo>
                    <a:pt x="11649" y="11440"/>
                  </a:lnTo>
                  <a:lnTo>
                    <a:pt x="11060" y="13162"/>
                  </a:lnTo>
                  <a:lnTo>
                    <a:pt x="9965" y="15339"/>
                  </a:lnTo>
                  <a:lnTo>
                    <a:pt x="8994" y="17883"/>
                  </a:lnTo>
                  <a:lnTo>
                    <a:pt x="8147" y="20791"/>
                  </a:lnTo>
                  <a:lnTo>
                    <a:pt x="7447" y="22717"/>
                  </a:lnTo>
                  <a:lnTo>
                    <a:pt x="6892" y="23659"/>
                  </a:lnTo>
                  <a:lnTo>
                    <a:pt x="6294" y="24149"/>
                  </a:lnTo>
                  <a:lnTo>
                    <a:pt x="5651" y="24188"/>
                  </a:lnTo>
                  <a:lnTo>
                    <a:pt x="4673" y="23139"/>
                  </a:lnTo>
                  <a:lnTo>
                    <a:pt x="3359" y="21000"/>
                  </a:lnTo>
                  <a:lnTo>
                    <a:pt x="2289" y="19691"/>
                  </a:lnTo>
                  <a:lnTo>
                    <a:pt x="912" y="18792"/>
                  </a:lnTo>
                  <a:lnTo>
                    <a:pt x="178" y="17582"/>
                  </a:lnTo>
                  <a:lnTo>
                    <a:pt x="44" y="16389"/>
                  </a:lnTo>
                  <a:lnTo>
                    <a:pt x="0" y="12520"/>
                  </a:lnTo>
                  <a:lnTo>
                    <a:pt x="57" y="10596"/>
                  </a:lnTo>
                  <a:lnTo>
                    <a:pt x="241" y="8988"/>
                  </a:lnTo>
                  <a:lnTo>
                    <a:pt x="550" y="7698"/>
                  </a:lnTo>
                  <a:lnTo>
                    <a:pt x="1234" y="5922"/>
                  </a:lnTo>
                  <a:lnTo>
                    <a:pt x="3147" y="2076"/>
                  </a:lnTo>
                  <a:lnTo>
                    <a:pt x="4303" y="601"/>
                  </a:lnTo>
                  <a:lnTo>
                    <a:pt x="5018" y="262"/>
                  </a:lnTo>
                  <a:lnTo>
                    <a:pt x="6913" y="538"/>
                  </a:lnTo>
                  <a:lnTo>
                    <a:pt x="7681" y="441"/>
                  </a:lnTo>
                  <a:lnTo>
                    <a:pt x="8313" y="0"/>
                  </a:lnTo>
                  <a:close/>
                </a:path>
              </a:pathLst>
            </a:custGeom>
            <a:solidFill>
              <a:srgbClr val="C3DDB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g310"/>
            <p:cNvSpPr/>
            <p:nvPr/>
          </p:nvSpPr>
          <p:spPr>
            <a:xfrm>
              <a:off x="2542088" y="1785519"/>
              <a:ext cx="6561" cy="5175"/>
            </a:xfrm>
            <a:custGeom>
              <a:avLst/>
              <a:pathLst>
                <a:path w="6561" h="5175">
                  <a:moveTo>
                    <a:pt x="1616" y="0"/>
                  </a:moveTo>
                  <a:lnTo>
                    <a:pt x="3956" y="317"/>
                  </a:lnTo>
                  <a:lnTo>
                    <a:pt x="5376" y="204"/>
                  </a:lnTo>
                  <a:lnTo>
                    <a:pt x="5989" y="673"/>
                  </a:lnTo>
                  <a:lnTo>
                    <a:pt x="6561" y="2108"/>
                  </a:lnTo>
                  <a:lnTo>
                    <a:pt x="5827" y="4162"/>
                  </a:lnTo>
                  <a:lnTo>
                    <a:pt x="4996" y="4944"/>
                  </a:lnTo>
                  <a:lnTo>
                    <a:pt x="3644" y="5175"/>
                  </a:lnTo>
                  <a:lnTo>
                    <a:pt x="1452" y="4506"/>
                  </a:lnTo>
                  <a:lnTo>
                    <a:pt x="673" y="4068"/>
                  </a:lnTo>
                  <a:lnTo>
                    <a:pt x="0" y="2966"/>
                  </a:lnTo>
                  <a:lnTo>
                    <a:pt x="313" y="2178"/>
                  </a:lnTo>
                  <a:lnTo>
                    <a:pt x="1396" y="1908"/>
                  </a:lnTo>
                  <a:lnTo>
                    <a:pt x="1576" y="1588"/>
                  </a:lnTo>
                  <a:lnTo>
                    <a:pt x="1299" y="984"/>
                  </a:lnTo>
                  <a:lnTo>
                    <a:pt x="1312" y="455"/>
                  </a:lnTo>
                  <a:close/>
                </a:path>
              </a:pathLst>
            </a:custGeom>
            <a:solidFill>
              <a:srgbClr val="C3DDB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g311"/>
            <p:cNvSpPr/>
            <p:nvPr/>
          </p:nvSpPr>
          <p:spPr>
            <a:xfrm>
              <a:off x="2424238" y="1780361"/>
              <a:ext cx="7778" cy="3653"/>
            </a:xfrm>
            <a:custGeom>
              <a:avLst/>
              <a:pathLst>
                <a:path w="7778" h="3653">
                  <a:moveTo>
                    <a:pt x="7629" y="3394"/>
                  </a:moveTo>
                  <a:lnTo>
                    <a:pt x="6982" y="3653"/>
                  </a:lnTo>
                  <a:lnTo>
                    <a:pt x="4545" y="3289"/>
                  </a:lnTo>
                  <a:lnTo>
                    <a:pt x="1547" y="1905"/>
                  </a:lnTo>
                  <a:lnTo>
                    <a:pt x="0" y="607"/>
                  </a:lnTo>
                  <a:lnTo>
                    <a:pt x="79" y="206"/>
                  </a:lnTo>
                  <a:lnTo>
                    <a:pt x="758" y="0"/>
                  </a:lnTo>
                  <a:lnTo>
                    <a:pt x="1529" y="200"/>
                  </a:lnTo>
                  <a:lnTo>
                    <a:pt x="2823" y="1108"/>
                  </a:lnTo>
                  <a:lnTo>
                    <a:pt x="6307" y="1565"/>
                  </a:lnTo>
                  <a:lnTo>
                    <a:pt x="7430" y="2086"/>
                  </a:lnTo>
                  <a:lnTo>
                    <a:pt x="7778" y="2872"/>
                  </a:lnTo>
                  <a:close/>
                </a:path>
              </a:pathLst>
            </a:custGeom>
            <a:solidFill>
              <a:srgbClr val="C3DDB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g312"/>
            <p:cNvSpPr/>
            <p:nvPr/>
          </p:nvSpPr>
          <p:spPr>
            <a:xfrm>
              <a:off x="2465752" y="1776086"/>
              <a:ext cx="11593" cy="9844"/>
            </a:xfrm>
            <a:custGeom>
              <a:avLst/>
              <a:pathLst>
                <a:path w="11593" h="9844">
                  <a:moveTo>
                    <a:pt x="10761" y="9728"/>
                  </a:moveTo>
                  <a:lnTo>
                    <a:pt x="9917" y="9844"/>
                  </a:lnTo>
                  <a:lnTo>
                    <a:pt x="8270" y="9622"/>
                  </a:lnTo>
                  <a:lnTo>
                    <a:pt x="6502" y="9006"/>
                  </a:lnTo>
                  <a:lnTo>
                    <a:pt x="5533" y="8306"/>
                  </a:lnTo>
                  <a:lnTo>
                    <a:pt x="4662" y="6792"/>
                  </a:lnTo>
                  <a:lnTo>
                    <a:pt x="4495" y="5130"/>
                  </a:lnTo>
                  <a:lnTo>
                    <a:pt x="2851" y="2664"/>
                  </a:lnTo>
                  <a:lnTo>
                    <a:pt x="1014" y="1833"/>
                  </a:lnTo>
                  <a:lnTo>
                    <a:pt x="0" y="119"/>
                  </a:lnTo>
                  <a:lnTo>
                    <a:pt x="1038" y="0"/>
                  </a:lnTo>
                  <a:lnTo>
                    <a:pt x="2515" y="373"/>
                  </a:lnTo>
                  <a:lnTo>
                    <a:pt x="4698" y="1119"/>
                  </a:lnTo>
                  <a:lnTo>
                    <a:pt x="6651" y="2096"/>
                  </a:lnTo>
                  <a:lnTo>
                    <a:pt x="9475" y="4260"/>
                  </a:lnTo>
                  <a:lnTo>
                    <a:pt x="10399" y="6269"/>
                  </a:lnTo>
                  <a:lnTo>
                    <a:pt x="11317" y="7742"/>
                  </a:lnTo>
                  <a:lnTo>
                    <a:pt x="11593" y="8861"/>
                  </a:lnTo>
                  <a:lnTo>
                    <a:pt x="11352" y="9349"/>
                  </a:lnTo>
                  <a:close/>
                </a:path>
              </a:pathLst>
            </a:custGeom>
            <a:solidFill>
              <a:srgbClr val="C3DDB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g313"/>
            <p:cNvSpPr/>
            <p:nvPr/>
          </p:nvSpPr>
          <p:spPr>
            <a:xfrm>
              <a:off x="2311068" y="1773140"/>
              <a:ext cx="23933" cy="24154"/>
            </a:xfrm>
            <a:custGeom>
              <a:avLst/>
              <a:pathLst>
                <a:path w="23933" h="24154">
                  <a:moveTo>
                    <a:pt x="23300" y="693"/>
                  </a:moveTo>
                  <a:lnTo>
                    <a:pt x="23787" y="1520"/>
                  </a:lnTo>
                  <a:lnTo>
                    <a:pt x="23933" y="2767"/>
                  </a:lnTo>
                  <a:lnTo>
                    <a:pt x="23740" y="4433"/>
                  </a:lnTo>
                  <a:lnTo>
                    <a:pt x="23426" y="5950"/>
                  </a:lnTo>
                  <a:lnTo>
                    <a:pt x="22992" y="7316"/>
                  </a:lnTo>
                  <a:lnTo>
                    <a:pt x="21920" y="9616"/>
                  </a:lnTo>
                  <a:lnTo>
                    <a:pt x="18577" y="13549"/>
                  </a:lnTo>
                  <a:lnTo>
                    <a:pt x="17323" y="15693"/>
                  </a:lnTo>
                  <a:lnTo>
                    <a:pt x="16381" y="16974"/>
                  </a:lnTo>
                  <a:lnTo>
                    <a:pt x="10926" y="22687"/>
                  </a:lnTo>
                  <a:lnTo>
                    <a:pt x="10249" y="22968"/>
                  </a:lnTo>
                  <a:lnTo>
                    <a:pt x="9539" y="22858"/>
                  </a:lnTo>
                  <a:lnTo>
                    <a:pt x="8043" y="22005"/>
                  </a:lnTo>
                  <a:lnTo>
                    <a:pt x="6527" y="21853"/>
                  </a:lnTo>
                  <a:lnTo>
                    <a:pt x="2602" y="24154"/>
                  </a:lnTo>
                  <a:lnTo>
                    <a:pt x="2413" y="23760"/>
                  </a:lnTo>
                  <a:lnTo>
                    <a:pt x="2239" y="21290"/>
                  </a:lnTo>
                  <a:lnTo>
                    <a:pt x="1845" y="19921"/>
                  </a:lnTo>
                  <a:lnTo>
                    <a:pt x="113" y="16996"/>
                  </a:lnTo>
                  <a:lnTo>
                    <a:pt x="0" y="16315"/>
                  </a:lnTo>
                  <a:lnTo>
                    <a:pt x="23" y="15469"/>
                  </a:lnTo>
                  <a:lnTo>
                    <a:pt x="160" y="14810"/>
                  </a:lnTo>
                  <a:lnTo>
                    <a:pt x="2112" y="12080"/>
                  </a:lnTo>
                  <a:lnTo>
                    <a:pt x="6532" y="2149"/>
                  </a:lnTo>
                  <a:lnTo>
                    <a:pt x="7592" y="1657"/>
                  </a:lnTo>
                  <a:lnTo>
                    <a:pt x="9767" y="2764"/>
                  </a:lnTo>
                  <a:lnTo>
                    <a:pt x="10799" y="3120"/>
                  </a:lnTo>
                  <a:lnTo>
                    <a:pt x="11536" y="3065"/>
                  </a:lnTo>
                  <a:lnTo>
                    <a:pt x="14697" y="979"/>
                  </a:lnTo>
                  <a:lnTo>
                    <a:pt x="17704" y="1226"/>
                  </a:lnTo>
                  <a:lnTo>
                    <a:pt x="20445" y="7"/>
                  </a:lnTo>
                  <a:lnTo>
                    <a:pt x="21731" y="0"/>
                  </a:lnTo>
                  <a:lnTo>
                    <a:pt x="22726" y="210"/>
                  </a:lnTo>
                  <a:close/>
                </a:path>
              </a:pathLst>
            </a:custGeom>
            <a:solidFill>
              <a:srgbClr val="C3DDB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g314"/>
            <p:cNvSpPr/>
            <p:nvPr/>
          </p:nvSpPr>
          <p:spPr>
            <a:xfrm>
              <a:off x="2376582" y="1758014"/>
              <a:ext cx="12302" cy="11085"/>
            </a:xfrm>
            <a:custGeom>
              <a:avLst/>
              <a:pathLst>
                <a:path w="12302" h="11085">
                  <a:moveTo>
                    <a:pt x="8044" y="561"/>
                  </a:moveTo>
                  <a:lnTo>
                    <a:pt x="9075" y="1823"/>
                  </a:lnTo>
                  <a:lnTo>
                    <a:pt x="10152" y="1734"/>
                  </a:lnTo>
                  <a:lnTo>
                    <a:pt x="10748" y="2764"/>
                  </a:lnTo>
                  <a:lnTo>
                    <a:pt x="12166" y="5983"/>
                  </a:lnTo>
                  <a:lnTo>
                    <a:pt x="12302" y="6518"/>
                  </a:lnTo>
                  <a:lnTo>
                    <a:pt x="12236" y="7561"/>
                  </a:lnTo>
                  <a:lnTo>
                    <a:pt x="11490" y="8897"/>
                  </a:lnTo>
                  <a:lnTo>
                    <a:pt x="10713" y="9601"/>
                  </a:lnTo>
                  <a:lnTo>
                    <a:pt x="9083" y="10636"/>
                  </a:lnTo>
                  <a:lnTo>
                    <a:pt x="7243" y="11085"/>
                  </a:lnTo>
                  <a:lnTo>
                    <a:pt x="6244" y="10362"/>
                  </a:lnTo>
                  <a:lnTo>
                    <a:pt x="3422" y="7378"/>
                  </a:lnTo>
                  <a:lnTo>
                    <a:pt x="828" y="3889"/>
                  </a:lnTo>
                  <a:lnTo>
                    <a:pt x="0" y="1944"/>
                  </a:lnTo>
                  <a:lnTo>
                    <a:pt x="358" y="1135"/>
                  </a:lnTo>
                  <a:lnTo>
                    <a:pt x="1456" y="578"/>
                  </a:lnTo>
                  <a:lnTo>
                    <a:pt x="3678" y="0"/>
                  </a:lnTo>
                  <a:lnTo>
                    <a:pt x="7346" y="313"/>
                  </a:lnTo>
                  <a:close/>
                </a:path>
              </a:pathLst>
            </a:custGeom>
            <a:solidFill>
              <a:srgbClr val="C3DDB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g315"/>
            <p:cNvSpPr/>
            <p:nvPr/>
          </p:nvSpPr>
          <p:spPr>
            <a:xfrm>
              <a:off x="2390866" y="1752327"/>
              <a:ext cx="8680" cy="8805"/>
            </a:xfrm>
            <a:custGeom>
              <a:avLst/>
              <a:pathLst>
                <a:path w="8680" h="8805">
                  <a:moveTo>
                    <a:pt x="8374" y="8512"/>
                  </a:moveTo>
                  <a:lnTo>
                    <a:pt x="7087" y="8805"/>
                  </a:lnTo>
                  <a:lnTo>
                    <a:pt x="5397" y="8146"/>
                  </a:lnTo>
                  <a:lnTo>
                    <a:pt x="3747" y="6863"/>
                  </a:lnTo>
                  <a:lnTo>
                    <a:pt x="0" y="2768"/>
                  </a:lnTo>
                  <a:lnTo>
                    <a:pt x="2815" y="0"/>
                  </a:lnTo>
                  <a:lnTo>
                    <a:pt x="7326" y="3204"/>
                  </a:lnTo>
                  <a:lnTo>
                    <a:pt x="8680" y="5273"/>
                  </a:lnTo>
                  <a:close/>
                </a:path>
              </a:pathLst>
            </a:custGeom>
            <a:solidFill>
              <a:srgbClr val="C3DDB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g316"/>
            <p:cNvSpPr/>
            <p:nvPr/>
          </p:nvSpPr>
          <p:spPr>
            <a:xfrm>
              <a:off x="2383539" y="1741832"/>
              <a:ext cx="4903" cy="2703"/>
            </a:xfrm>
            <a:custGeom>
              <a:avLst/>
              <a:pathLst>
                <a:path w="4903" h="2703">
                  <a:moveTo>
                    <a:pt x="3947" y="1339"/>
                  </a:moveTo>
                  <a:lnTo>
                    <a:pt x="3069" y="2703"/>
                  </a:lnTo>
                  <a:lnTo>
                    <a:pt x="452" y="2222"/>
                  </a:lnTo>
                  <a:lnTo>
                    <a:pt x="98" y="1807"/>
                  </a:lnTo>
                  <a:lnTo>
                    <a:pt x="0" y="1308"/>
                  </a:lnTo>
                  <a:lnTo>
                    <a:pt x="421" y="662"/>
                  </a:lnTo>
                  <a:lnTo>
                    <a:pt x="3109" y="46"/>
                  </a:lnTo>
                  <a:lnTo>
                    <a:pt x="4249" y="0"/>
                  </a:lnTo>
                  <a:lnTo>
                    <a:pt x="4833" y="200"/>
                  </a:lnTo>
                  <a:lnTo>
                    <a:pt x="4903" y="447"/>
                  </a:lnTo>
                  <a:close/>
                </a:path>
              </a:pathLst>
            </a:custGeom>
            <a:solidFill>
              <a:srgbClr val="C3DDB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g317"/>
            <p:cNvSpPr/>
            <p:nvPr/>
          </p:nvSpPr>
          <p:spPr>
            <a:xfrm>
              <a:off x="2271076" y="1686237"/>
              <a:ext cx="84488" cy="82707"/>
            </a:xfrm>
            <a:custGeom>
              <a:avLst/>
              <a:pathLst>
                <a:path w="84488" h="82707">
                  <a:moveTo>
                    <a:pt x="27716" y="19430"/>
                  </a:moveTo>
                  <a:lnTo>
                    <a:pt x="28137" y="19788"/>
                  </a:lnTo>
                  <a:lnTo>
                    <a:pt x="28661" y="19583"/>
                  </a:lnTo>
                  <a:lnTo>
                    <a:pt x="29524" y="18124"/>
                  </a:lnTo>
                  <a:lnTo>
                    <a:pt x="31459" y="13927"/>
                  </a:lnTo>
                  <a:lnTo>
                    <a:pt x="32002" y="13533"/>
                  </a:lnTo>
                  <a:lnTo>
                    <a:pt x="32816" y="13598"/>
                  </a:lnTo>
                  <a:lnTo>
                    <a:pt x="35677" y="16293"/>
                  </a:lnTo>
                  <a:lnTo>
                    <a:pt x="36730" y="17798"/>
                  </a:lnTo>
                  <a:lnTo>
                    <a:pt x="37297" y="19892"/>
                  </a:lnTo>
                  <a:lnTo>
                    <a:pt x="37889" y="20709"/>
                  </a:lnTo>
                  <a:lnTo>
                    <a:pt x="40141" y="21789"/>
                  </a:lnTo>
                  <a:lnTo>
                    <a:pt x="42305" y="22151"/>
                  </a:lnTo>
                  <a:lnTo>
                    <a:pt x="45130" y="23251"/>
                  </a:lnTo>
                  <a:lnTo>
                    <a:pt x="46149" y="24075"/>
                  </a:lnTo>
                  <a:lnTo>
                    <a:pt x="48402" y="28092"/>
                  </a:lnTo>
                  <a:lnTo>
                    <a:pt x="48661" y="28337"/>
                  </a:lnTo>
                  <a:lnTo>
                    <a:pt x="51226" y="29978"/>
                  </a:lnTo>
                  <a:lnTo>
                    <a:pt x="55161" y="33636"/>
                  </a:lnTo>
                  <a:lnTo>
                    <a:pt x="56159" y="34180"/>
                  </a:lnTo>
                  <a:lnTo>
                    <a:pt x="59987" y="35385"/>
                  </a:lnTo>
                  <a:lnTo>
                    <a:pt x="61362" y="36285"/>
                  </a:lnTo>
                  <a:lnTo>
                    <a:pt x="62689" y="37656"/>
                  </a:lnTo>
                  <a:lnTo>
                    <a:pt x="64165" y="40163"/>
                  </a:lnTo>
                  <a:lnTo>
                    <a:pt x="65891" y="44107"/>
                  </a:lnTo>
                  <a:lnTo>
                    <a:pt x="67245" y="50410"/>
                  </a:lnTo>
                  <a:lnTo>
                    <a:pt x="67352" y="51656"/>
                  </a:lnTo>
                  <a:lnTo>
                    <a:pt x="67187" y="52393"/>
                  </a:lnTo>
                  <a:lnTo>
                    <a:pt x="66699" y="53181"/>
                  </a:lnTo>
                  <a:lnTo>
                    <a:pt x="64485" y="55771"/>
                  </a:lnTo>
                  <a:lnTo>
                    <a:pt x="64674" y="56209"/>
                  </a:lnTo>
                  <a:lnTo>
                    <a:pt x="66758" y="56048"/>
                  </a:lnTo>
                  <a:lnTo>
                    <a:pt x="71395" y="54455"/>
                  </a:lnTo>
                  <a:lnTo>
                    <a:pt x="74217" y="55597"/>
                  </a:lnTo>
                  <a:lnTo>
                    <a:pt x="75198" y="55776"/>
                  </a:lnTo>
                  <a:lnTo>
                    <a:pt x="75424" y="55710"/>
                  </a:lnTo>
                  <a:lnTo>
                    <a:pt x="76446" y="53725"/>
                  </a:lnTo>
                  <a:lnTo>
                    <a:pt x="77570" y="54036"/>
                  </a:lnTo>
                  <a:lnTo>
                    <a:pt x="79211" y="55962"/>
                  </a:lnTo>
                  <a:lnTo>
                    <a:pt x="80268" y="57519"/>
                  </a:lnTo>
                  <a:lnTo>
                    <a:pt x="80740" y="58705"/>
                  </a:lnTo>
                  <a:lnTo>
                    <a:pt x="80614" y="59376"/>
                  </a:lnTo>
                  <a:lnTo>
                    <a:pt x="79528" y="59606"/>
                  </a:lnTo>
                  <a:lnTo>
                    <a:pt x="82181" y="60744"/>
                  </a:lnTo>
                  <a:lnTo>
                    <a:pt x="84488" y="62546"/>
                  </a:lnTo>
                  <a:lnTo>
                    <a:pt x="83991" y="63720"/>
                  </a:lnTo>
                  <a:lnTo>
                    <a:pt x="81529" y="66333"/>
                  </a:lnTo>
                  <a:lnTo>
                    <a:pt x="78998" y="68620"/>
                  </a:lnTo>
                  <a:lnTo>
                    <a:pt x="76052" y="72051"/>
                  </a:lnTo>
                  <a:lnTo>
                    <a:pt x="75316" y="72575"/>
                  </a:lnTo>
                  <a:lnTo>
                    <a:pt x="74920" y="72604"/>
                  </a:lnTo>
                  <a:lnTo>
                    <a:pt x="73295" y="71965"/>
                  </a:lnTo>
                  <a:lnTo>
                    <a:pt x="70955" y="70343"/>
                  </a:lnTo>
                  <a:lnTo>
                    <a:pt x="63745" y="66609"/>
                  </a:lnTo>
                  <a:lnTo>
                    <a:pt x="61519" y="65820"/>
                  </a:lnTo>
                  <a:lnTo>
                    <a:pt x="58690" y="65358"/>
                  </a:lnTo>
                  <a:lnTo>
                    <a:pt x="58280" y="64479"/>
                  </a:lnTo>
                  <a:lnTo>
                    <a:pt x="57606" y="58852"/>
                  </a:lnTo>
                  <a:lnTo>
                    <a:pt x="56333" y="57855"/>
                  </a:lnTo>
                  <a:lnTo>
                    <a:pt x="51968" y="56681"/>
                  </a:lnTo>
                  <a:lnTo>
                    <a:pt x="50698" y="56007"/>
                  </a:lnTo>
                  <a:lnTo>
                    <a:pt x="50639" y="54879"/>
                  </a:lnTo>
                  <a:lnTo>
                    <a:pt x="50914" y="52941"/>
                  </a:lnTo>
                  <a:lnTo>
                    <a:pt x="50317" y="51995"/>
                  </a:lnTo>
                  <a:lnTo>
                    <a:pt x="48850" y="52039"/>
                  </a:lnTo>
                  <a:lnTo>
                    <a:pt x="47406" y="52445"/>
                  </a:lnTo>
                  <a:lnTo>
                    <a:pt x="45086" y="53762"/>
                  </a:lnTo>
                  <a:lnTo>
                    <a:pt x="43998" y="54977"/>
                  </a:lnTo>
                  <a:lnTo>
                    <a:pt x="43590" y="56297"/>
                  </a:lnTo>
                  <a:lnTo>
                    <a:pt x="43336" y="59122"/>
                  </a:lnTo>
                  <a:lnTo>
                    <a:pt x="43047" y="60458"/>
                  </a:lnTo>
                  <a:lnTo>
                    <a:pt x="42235" y="62208"/>
                  </a:lnTo>
                  <a:lnTo>
                    <a:pt x="38654" y="66745"/>
                  </a:lnTo>
                  <a:lnTo>
                    <a:pt x="37198" y="68108"/>
                  </a:lnTo>
                  <a:lnTo>
                    <a:pt x="35749" y="68499"/>
                  </a:lnTo>
                  <a:lnTo>
                    <a:pt x="35175" y="68933"/>
                  </a:lnTo>
                  <a:lnTo>
                    <a:pt x="34201" y="70609"/>
                  </a:lnTo>
                  <a:lnTo>
                    <a:pt x="32754" y="74718"/>
                  </a:lnTo>
                  <a:lnTo>
                    <a:pt x="32165" y="75901"/>
                  </a:lnTo>
                  <a:lnTo>
                    <a:pt x="31210" y="77106"/>
                  </a:lnTo>
                  <a:lnTo>
                    <a:pt x="29228" y="78947"/>
                  </a:lnTo>
                  <a:lnTo>
                    <a:pt x="27205" y="80415"/>
                  </a:lnTo>
                  <a:lnTo>
                    <a:pt x="23834" y="82127"/>
                  </a:lnTo>
                  <a:lnTo>
                    <a:pt x="21951" y="82707"/>
                  </a:lnTo>
                  <a:lnTo>
                    <a:pt x="20698" y="82132"/>
                  </a:lnTo>
                  <a:lnTo>
                    <a:pt x="19837" y="78238"/>
                  </a:lnTo>
                  <a:lnTo>
                    <a:pt x="18033" y="66801"/>
                  </a:lnTo>
                  <a:lnTo>
                    <a:pt x="17733" y="66028"/>
                  </a:lnTo>
                  <a:lnTo>
                    <a:pt x="17365" y="65549"/>
                  </a:lnTo>
                  <a:lnTo>
                    <a:pt x="16929" y="65365"/>
                  </a:lnTo>
                  <a:lnTo>
                    <a:pt x="10874" y="66836"/>
                  </a:lnTo>
                  <a:lnTo>
                    <a:pt x="7533" y="66672"/>
                  </a:lnTo>
                  <a:lnTo>
                    <a:pt x="4228" y="69244"/>
                  </a:lnTo>
                  <a:lnTo>
                    <a:pt x="3395" y="69430"/>
                  </a:lnTo>
                  <a:lnTo>
                    <a:pt x="1717" y="69347"/>
                  </a:lnTo>
                  <a:lnTo>
                    <a:pt x="511" y="68938"/>
                  </a:lnTo>
                  <a:lnTo>
                    <a:pt x="203" y="68658"/>
                  </a:lnTo>
                  <a:lnTo>
                    <a:pt x="0" y="67544"/>
                  </a:lnTo>
                  <a:lnTo>
                    <a:pt x="60" y="66378"/>
                  </a:lnTo>
                  <a:lnTo>
                    <a:pt x="480" y="65119"/>
                  </a:lnTo>
                  <a:lnTo>
                    <a:pt x="1973" y="61705"/>
                  </a:lnTo>
                  <a:lnTo>
                    <a:pt x="3190" y="59600"/>
                  </a:lnTo>
                  <a:lnTo>
                    <a:pt x="3751" y="58948"/>
                  </a:lnTo>
                  <a:lnTo>
                    <a:pt x="9409" y="55170"/>
                  </a:lnTo>
                  <a:lnTo>
                    <a:pt x="10788" y="53926"/>
                  </a:lnTo>
                  <a:lnTo>
                    <a:pt x="11477" y="52650"/>
                  </a:lnTo>
                  <a:lnTo>
                    <a:pt x="11476" y="51338"/>
                  </a:lnTo>
                  <a:lnTo>
                    <a:pt x="11208" y="49660"/>
                  </a:lnTo>
                  <a:lnTo>
                    <a:pt x="10229" y="45568"/>
                  </a:lnTo>
                  <a:lnTo>
                    <a:pt x="9980" y="41831"/>
                  </a:lnTo>
                  <a:lnTo>
                    <a:pt x="9988" y="39975"/>
                  </a:lnTo>
                  <a:lnTo>
                    <a:pt x="10359" y="37122"/>
                  </a:lnTo>
                  <a:lnTo>
                    <a:pt x="11775" y="30208"/>
                  </a:lnTo>
                  <a:lnTo>
                    <a:pt x="12255" y="26841"/>
                  </a:lnTo>
                  <a:lnTo>
                    <a:pt x="13157" y="14815"/>
                  </a:lnTo>
                  <a:lnTo>
                    <a:pt x="13640" y="11371"/>
                  </a:lnTo>
                  <a:lnTo>
                    <a:pt x="14341" y="8225"/>
                  </a:lnTo>
                  <a:lnTo>
                    <a:pt x="15016" y="6335"/>
                  </a:lnTo>
                  <a:lnTo>
                    <a:pt x="16816" y="2562"/>
                  </a:lnTo>
                  <a:lnTo>
                    <a:pt x="18217" y="1049"/>
                  </a:lnTo>
                  <a:lnTo>
                    <a:pt x="19976" y="0"/>
                  </a:lnTo>
                  <a:lnTo>
                    <a:pt x="20362" y="121"/>
                  </a:lnTo>
                  <a:lnTo>
                    <a:pt x="20698" y="559"/>
                  </a:lnTo>
                  <a:lnTo>
                    <a:pt x="21344" y="2159"/>
                  </a:lnTo>
                  <a:lnTo>
                    <a:pt x="23798" y="3638"/>
                  </a:lnTo>
                  <a:lnTo>
                    <a:pt x="24589" y="5076"/>
                  </a:lnTo>
                  <a:lnTo>
                    <a:pt x="25148" y="6670"/>
                  </a:lnTo>
                  <a:lnTo>
                    <a:pt x="25452" y="8745"/>
                  </a:lnTo>
                  <a:lnTo>
                    <a:pt x="25148" y="9649"/>
                  </a:lnTo>
                  <a:lnTo>
                    <a:pt x="23978" y="11018"/>
                  </a:lnTo>
                  <a:lnTo>
                    <a:pt x="23778" y="11596"/>
                  </a:lnTo>
                  <a:lnTo>
                    <a:pt x="23812" y="12066"/>
                  </a:lnTo>
                  <a:lnTo>
                    <a:pt x="26053" y="14220"/>
                  </a:lnTo>
                  <a:close/>
                </a:path>
              </a:pathLst>
            </a:custGeom>
            <a:solidFill>
              <a:srgbClr val="C3DDB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g318"/>
            <p:cNvSpPr/>
            <p:nvPr/>
          </p:nvSpPr>
          <p:spPr>
            <a:xfrm>
              <a:off x="2295672" y="1683080"/>
              <a:ext cx="6988" cy="13644"/>
            </a:xfrm>
            <a:custGeom>
              <a:avLst/>
              <a:pathLst>
                <a:path w="6988" h="13644">
                  <a:moveTo>
                    <a:pt x="6104" y="13311"/>
                  </a:moveTo>
                  <a:lnTo>
                    <a:pt x="5468" y="13644"/>
                  </a:lnTo>
                  <a:lnTo>
                    <a:pt x="4786" y="13457"/>
                  </a:lnTo>
                  <a:lnTo>
                    <a:pt x="4209" y="12602"/>
                  </a:lnTo>
                  <a:lnTo>
                    <a:pt x="3738" y="11079"/>
                  </a:lnTo>
                  <a:lnTo>
                    <a:pt x="2980" y="9937"/>
                  </a:lnTo>
                  <a:lnTo>
                    <a:pt x="1263" y="8514"/>
                  </a:lnTo>
                  <a:lnTo>
                    <a:pt x="967" y="7957"/>
                  </a:lnTo>
                  <a:lnTo>
                    <a:pt x="480" y="6046"/>
                  </a:lnTo>
                  <a:lnTo>
                    <a:pt x="385" y="4140"/>
                  </a:lnTo>
                  <a:lnTo>
                    <a:pt x="18" y="2415"/>
                  </a:lnTo>
                  <a:lnTo>
                    <a:pt x="0" y="1568"/>
                  </a:lnTo>
                  <a:lnTo>
                    <a:pt x="317" y="298"/>
                  </a:lnTo>
                  <a:lnTo>
                    <a:pt x="1758" y="0"/>
                  </a:lnTo>
                  <a:lnTo>
                    <a:pt x="2889" y="500"/>
                  </a:lnTo>
                  <a:lnTo>
                    <a:pt x="3118" y="840"/>
                  </a:lnTo>
                  <a:lnTo>
                    <a:pt x="3488" y="1578"/>
                  </a:lnTo>
                  <a:lnTo>
                    <a:pt x="3731" y="2481"/>
                  </a:lnTo>
                  <a:lnTo>
                    <a:pt x="5097" y="4921"/>
                  </a:lnTo>
                  <a:lnTo>
                    <a:pt x="5897" y="6864"/>
                  </a:lnTo>
                  <a:lnTo>
                    <a:pt x="6983" y="10877"/>
                  </a:lnTo>
                  <a:lnTo>
                    <a:pt x="6988" y="11642"/>
                  </a:lnTo>
                  <a:lnTo>
                    <a:pt x="6695" y="12452"/>
                  </a:lnTo>
                  <a:close/>
                </a:path>
              </a:pathLst>
            </a:custGeom>
            <a:solidFill>
              <a:srgbClr val="C3DDB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g319"/>
            <p:cNvSpPr/>
            <p:nvPr/>
          </p:nvSpPr>
          <p:spPr>
            <a:xfrm>
              <a:off x="2304304" y="1679962"/>
              <a:ext cx="15034" cy="14804"/>
            </a:xfrm>
            <a:custGeom>
              <a:avLst/>
              <a:pathLst>
                <a:path w="15034" h="14804">
                  <a:moveTo>
                    <a:pt x="9035" y="9877"/>
                  </a:moveTo>
                  <a:lnTo>
                    <a:pt x="10601" y="11037"/>
                  </a:lnTo>
                  <a:lnTo>
                    <a:pt x="12162" y="11695"/>
                  </a:lnTo>
                  <a:lnTo>
                    <a:pt x="14675" y="12047"/>
                  </a:lnTo>
                  <a:lnTo>
                    <a:pt x="15034" y="12291"/>
                  </a:lnTo>
                  <a:lnTo>
                    <a:pt x="15032" y="12836"/>
                  </a:lnTo>
                  <a:lnTo>
                    <a:pt x="14669" y="13686"/>
                  </a:lnTo>
                  <a:lnTo>
                    <a:pt x="13832" y="14772"/>
                  </a:lnTo>
                  <a:lnTo>
                    <a:pt x="13234" y="14804"/>
                  </a:lnTo>
                  <a:lnTo>
                    <a:pt x="11845" y="14037"/>
                  </a:lnTo>
                  <a:lnTo>
                    <a:pt x="11337" y="13646"/>
                  </a:lnTo>
                  <a:lnTo>
                    <a:pt x="10775" y="12776"/>
                  </a:lnTo>
                  <a:lnTo>
                    <a:pt x="10491" y="12695"/>
                  </a:lnTo>
                  <a:lnTo>
                    <a:pt x="10127" y="12986"/>
                  </a:lnTo>
                  <a:lnTo>
                    <a:pt x="10030" y="13370"/>
                  </a:lnTo>
                  <a:lnTo>
                    <a:pt x="10197" y="13848"/>
                  </a:lnTo>
                  <a:lnTo>
                    <a:pt x="9967" y="13983"/>
                  </a:lnTo>
                  <a:lnTo>
                    <a:pt x="8285" y="13654"/>
                  </a:lnTo>
                  <a:lnTo>
                    <a:pt x="8021" y="13376"/>
                  </a:lnTo>
                  <a:lnTo>
                    <a:pt x="8155" y="12439"/>
                  </a:lnTo>
                  <a:lnTo>
                    <a:pt x="9329" y="11075"/>
                  </a:lnTo>
                  <a:lnTo>
                    <a:pt x="8297" y="10655"/>
                  </a:lnTo>
                  <a:lnTo>
                    <a:pt x="7968" y="10150"/>
                  </a:lnTo>
                  <a:lnTo>
                    <a:pt x="6439" y="11008"/>
                  </a:lnTo>
                  <a:lnTo>
                    <a:pt x="5592" y="11213"/>
                  </a:lnTo>
                  <a:lnTo>
                    <a:pt x="4254" y="10614"/>
                  </a:lnTo>
                  <a:lnTo>
                    <a:pt x="4112" y="7492"/>
                  </a:lnTo>
                  <a:lnTo>
                    <a:pt x="3950" y="6354"/>
                  </a:lnTo>
                  <a:lnTo>
                    <a:pt x="3341" y="5580"/>
                  </a:lnTo>
                  <a:lnTo>
                    <a:pt x="2979" y="4764"/>
                  </a:lnTo>
                  <a:lnTo>
                    <a:pt x="2394" y="4148"/>
                  </a:lnTo>
                  <a:lnTo>
                    <a:pt x="1185" y="3521"/>
                  </a:lnTo>
                  <a:lnTo>
                    <a:pt x="204" y="1967"/>
                  </a:lnTo>
                  <a:lnTo>
                    <a:pt x="0" y="1262"/>
                  </a:lnTo>
                  <a:lnTo>
                    <a:pt x="134" y="731"/>
                  </a:lnTo>
                  <a:lnTo>
                    <a:pt x="733" y="0"/>
                  </a:lnTo>
                  <a:lnTo>
                    <a:pt x="4206" y="1571"/>
                  </a:lnTo>
                  <a:lnTo>
                    <a:pt x="6300" y="3058"/>
                  </a:lnTo>
                  <a:lnTo>
                    <a:pt x="8292" y="4882"/>
                  </a:lnTo>
                  <a:lnTo>
                    <a:pt x="9335" y="6231"/>
                  </a:lnTo>
                  <a:lnTo>
                    <a:pt x="9429" y="7110"/>
                  </a:lnTo>
                  <a:lnTo>
                    <a:pt x="9170" y="7986"/>
                  </a:lnTo>
                  <a:lnTo>
                    <a:pt x="8558" y="8860"/>
                  </a:lnTo>
                  <a:close/>
                </a:path>
              </a:pathLst>
            </a:custGeom>
            <a:solidFill>
              <a:srgbClr val="C3DDB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g320"/>
            <p:cNvSpPr/>
            <p:nvPr/>
          </p:nvSpPr>
          <p:spPr>
            <a:xfrm>
              <a:off x="2319289" y="1673890"/>
              <a:ext cx="3735" cy="4054"/>
            </a:xfrm>
            <a:custGeom>
              <a:avLst/>
              <a:pathLst>
                <a:path w="3735" h="4054">
                  <a:moveTo>
                    <a:pt x="1393" y="1585"/>
                  </a:moveTo>
                  <a:lnTo>
                    <a:pt x="2607" y="1945"/>
                  </a:lnTo>
                  <a:lnTo>
                    <a:pt x="3530" y="1907"/>
                  </a:lnTo>
                  <a:lnTo>
                    <a:pt x="3735" y="2338"/>
                  </a:lnTo>
                  <a:lnTo>
                    <a:pt x="2766" y="3783"/>
                  </a:lnTo>
                  <a:lnTo>
                    <a:pt x="2169" y="4054"/>
                  </a:lnTo>
                  <a:lnTo>
                    <a:pt x="1096" y="3021"/>
                  </a:lnTo>
                  <a:lnTo>
                    <a:pt x="291" y="1756"/>
                  </a:lnTo>
                  <a:lnTo>
                    <a:pt x="64" y="989"/>
                  </a:lnTo>
                  <a:lnTo>
                    <a:pt x="0" y="145"/>
                  </a:lnTo>
                  <a:lnTo>
                    <a:pt x="189" y="0"/>
                  </a:lnTo>
                  <a:close/>
                </a:path>
              </a:pathLst>
            </a:custGeom>
            <a:solidFill>
              <a:srgbClr val="C3DDB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g321"/>
            <p:cNvSpPr/>
            <p:nvPr/>
          </p:nvSpPr>
          <p:spPr>
            <a:xfrm>
              <a:off x="2016377" y="1654131"/>
              <a:ext cx="3500" cy="4354"/>
            </a:xfrm>
            <a:custGeom>
              <a:avLst/>
              <a:pathLst>
                <a:path w="3500" h="4354">
                  <a:moveTo>
                    <a:pt x="0" y="0"/>
                  </a:moveTo>
                  <a:lnTo>
                    <a:pt x="1538" y="233"/>
                  </a:lnTo>
                  <a:lnTo>
                    <a:pt x="3500" y="194"/>
                  </a:lnTo>
                  <a:lnTo>
                    <a:pt x="3161" y="2477"/>
                  </a:lnTo>
                  <a:lnTo>
                    <a:pt x="2407" y="3938"/>
                  </a:lnTo>
                  <a:lnTo>
                    <a:pt x="1813" y="4354"/>
                  </a:lnTo>
                  <a:lnTo>
                    <a:pt x="1554" y="3555"/>
                  </a:lnTo>
                  <a:lnTo>
                    <a:pt x="402" y="1722"/>
                  </a:lnTo>
                  <a:close/>
                </a:path>
              </a:pathLst>
            </a:custGeom>
            <a:solidFill>
              <a:srgbClr val="C3DDB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g322"/>
            <p:cNvSpPr/>
            <p:nvPr/>
          </p:nvSpPr>
          <p:spPr>
            <a:xfrm>
              <a:off x="2567496" y="1648668"/>
              <a:ext cx="5792" cy="4764"/>
            </a:xfrm>
            <a:custGeom>
              <a:avLst/>
              <a:pathLst>
                <a:path w="5792" h="4764">
                  <a:moveTo>
                    <a:pt x="2316" y="3951"/>
                  </a:moveTo>
                  <a:lnTo>
                    <a:pt x="806" y="4764"/>
                  </a:lnTo>
                  <a:lnTo>
                    <a:pt x="0" y="3765"/>
                  </a:lnTo>
                  <a:lnTo>
                    <a:pt x="567" y="3484"/>
                  </a:lnTo>
                  <a:lnTo>
                    <a:pt x="1397" y="2289"/>
                  </a:lnTo>
                  <a:lnTo>
                    <a:pt x="2525" y="1235"/>
                  </a:lnTo>
                  <a:lnTo>
                    <a:pt x="3002" y="386"/>
                  </a:lnTo>
                  <a:lnTo>
                    <a:pt x="4898" y="0"/>
                  </a:lnTo>
                  <a:lnTo>
                    <a:pt x="5543" y="46"/>
                  </a:lnTo>
                  <a:lnTo>
                    <a:pt x="5792" y="346"/>
                  </a:lnTo>
                  <a:lnTo>
                    <a:pt x="4716" y="1649"/>
                  </a:lnTo>
                  <a:close/>
                </a:path>
              </a:pathLst>
            </a:custGeom>
            <a:solidFill>
              <a:srgbClr val="C3DDB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g323"/>
            <p:cNvSpPr/>
            <p:nvPr/>
          </p:nvSpPr>
          <p:spPr>
            <a:xfrm>
              <a:off x="2015652" y="1634637"/>
              <a:ext cx="3184" cy="10244"/>
            </a:xfrm>
            <a:custGeom>
              <a:avLst/>
              <a:pathLst>
                <a:path w="3184" h="10244">
                  <a:moveTo>
                    <a:pt x="3075" y="7773"/>
                  </a:moveTo>
                  <a:lnTo>
                    <a:pt x="2461" y="10244"/>
                  </a:lnTo>
                  <a:lnTo>
                    <a:pt x="2226" y="10013"/>
                  </a:lnTo>
                  <a:lnTo>
                    <a:pt x="1807" y="8834"/>
                  </a:lnTo>
                  <a:lnTo>
                    <a:pt x="961" y="8268"/>
                  </a:lnTo>
                  <a:lnTo>
                    <a:pt x="0" y="6957"/>
                  </a:lnTo>
                  <a:lnTo>
                    <a:pt x="13" y="4139"/>
                  </a:lnTo>
                  <a:lnTo>
                    <a:pt x="382" y="2858"/>
                  </a:lnTo>
                  <a:lnTo>
                    <a:pt x="301" y="1073"/>
                  </a:lnTo>
                  <a:lnTo>
                    <a:pt x="1258" y="0"/>
                  </a:lnTo>
                  <a:lnTo>
                    <a:pt x="1966" y="1264"/>
                  </a:lnTo>
                  <a:lnTo>
                    <a:pt x="2161" y="3413"/>
                  </a:lnTo>
                  <a:lnTo>
                    <a:pt x="1985" y="4471"/>
                  </a:lnTo>
                  <a:lnTo>
                    <a:pt x="2686" y="5567"/>
                  </a:lnTo>
                  <a:lnTo>
                    <a:pt x="3011" y="5846"/>
                  </a:lnTo>
                  <a:lnTo>
                    <a:pt x="3184" y="6727"/>
                  </a:lnTo>
                  <a:close/>
                </a:path>
              </a:pathLst>
            </a:custGeom>
            <a:solidFill>
              <a:srgbClr val="C3DDB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g324"/>
            <p:cNvSpPr/>
            <p:nvPr/>
          </p:nvSpPr>
          <p:spPr>
            <a:xfrm>
              <a:off x="2003083" y="1625256"/>
              <a:ext cx="3626" cy="3060"/>
            </a:xfrm>
            <a:custGeom>
              <a:avLst/>
              <a:pathLst>
                <a:path w="3626" h="3060">
                  <a:moveTo>
                    <a:pt x="209" y="0"/>
                  </a:moveTo>
                  <a:lnTo>
                    <a:pt x="1580" y="310"/>
                  </a:lnTo>
                  <a:lnTo>
                    <a:pt x="2596" y="78"/>
                  </a:lnTo>
                  <a:lnTo>
                    <a:pt x="3338" y="1269"/>
                  </a:lnTo>
                  <a:lnTo>
                    <a:pt x="3626" y="2477"/>
                  </a:lnTo>
                  <a:lnTo>
                    <a:pt x="3531" y="2893"/>
                  </a:lnTo>
                  <a:lnTo>
                    <a:pt x="3210" y="3060"/>
                  </a:lnTo>
                  <a:lnTo>
                    <a:pt x="1064" y="1724"/>
                  </a:lnTo>
                  <a:lnTo>
                    <a:pt x="268" y="906"/>
                  </a:lnTo>
                  <a:lnTo>
                    <a:pt x="0" y="218"/>
                  </a:lnTo>
                  <a:close/>
                </a:path>
              </a:pathLst>
            </a:custGeom>
            <a:solidFill>
              <a:srgbClr val="C3DDB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g325"/>
            <p:cNvSpPr/>
            <p:nvPr/>
          </p:nvSpPr>
          <p:spPr>
            <a:xfrm>
              <a:off x="2422741" y="1621973"/>
              <a:ext cx="16465" cy="9187"/>
            </a:xfrm>
            <a:custGeom>
              <a:avLst/>
              <a:pathLst>
                <a:path w="16465" h="9187">
                  <a:moveTo>
                    <a:pt x="13741" y="9148"/>
                  </a:moveTo>
                  <a:lnTo>
                    <a:pt x="7802" y="9187"/>
                  </a:lnTo>
                  <a:lnTo>
                    <a:pt x="4572" y="8978"/>
                  </a:lnTo>
                  <a:lnTo>
                    <a:pt x="3272" y="8527"/>
                  </a:lnTo>
                  <a:lnTo>
                    <a:pt x="2143" y="7824"/>
                  </a:lnTo>
                  <a:lnTo>
                    <a:pt x="861" y="5551"/>
                  </a:lnTo>
                  <a:lnTo>
                    <a:pt x="39" y="3210"/>
                  </a:lnTo>
                  <a:lnTo>
                    <a:pt x="0" y="2215"/>
                  </a:lnTo>
                  <a:lnTo>
                    <a:pt x="217" y="1319"/>
                  </a:lnTo>
                  <a:lnTo>
                    <a:pt x="520" y="778"/>
                  </a:lnTo>
                  <a:lnTo>
                    <a:pt x="4507" y="0"/>
                  </a:lnTo>
                  <a:lnTo>
                    <a:pt x="7774" y="970"/>
                  </a:lnTo>
                  <a:lnTo>
                    <a:pt x="10585" y="2113"/>
                  </a:lnTo>
                  <a:lnTo>
                    <a:pt x="14200" y="2308"/>
                  </a:lnTo>
                  <a:lnTo>
                    <a:pt x="15301" y="2742"/>
                  </a:lnTo>
                  <a:lnTo>
                    <a:pt x="15721" y="3059"/>
                  </a:lnTo>
                  <a:lnTo>
                    <a:pt x="16014" y="3647"/>
                  </a:lnTo>
                  <a:lnTo>
                    <a:pt x="16424" y="6345"/>
                  </a:lnTo>
                  <a:lnTo>
                    <a:pt x="16465" y="7786"/>
                  </a:lnTo>
                  <a:lnTo>
                    <a:pt x="16356" y="8876"/>
                  </a:lnTo>
                  <a:close/>
                </a:path>
              </a:pathLst>
            </a:custGeom>
            <a:solidFill>
              <a:srgbClr val="C3DDB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g326"/>
            <p:cNvSpPr/>
            <p:nvPr/>
          </p:nvSpPr>
          <p:spPr>
            <a:xfrm>
              <a:off x="1999251" y="1621839"/>
              <a:ext cx="2130" cy="3262"/>
            </a:xfrm>
            <a:custGeom>
              <a:avLst/>
              <a:pathLst>
                <a:path w="2130" h="3262">
                  <a:moveTo>
                    <a:pt x="2130" y="3165"/>
                  </a:moveTo>
                  <a:lnTo>
                    <a:pt x="1671" y="3262"/>
                  </a:lnTo>
                  <a:lnTo>
                    <a:pt x="0" y="1506"/>
                  </a:lnTo>
                  <a:lnTo>
                    <a:pt x="351" y="0"/>
                  </a:lnTo>
                  <a:lnTo>
                    <a:pt x="1904" y="1541"/>
                  </a:lnTo>
                  <a:lnTo>
                    <a:pt x="2125" y="2501"/>
                  </a:lnTo>
                  <a:close/>
                </a:path>
              </a:pathLst>
            </a:custGeom>
            <a:solidFill>
              <a:srgbClr val="C3DDB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g327"/>
            <p:cNvSpPr/>
            <p:nvPr/>
          </p:nvSpPr>
          <p:spPr>
            <a:xfrm>
              <a:off x="2273929" y="1615704"/>
              <a:ext cx="7036" cy="16865"/>
            </a:xfrm>
            <a:custGeom>
              <a:avLst/>
              <a:pathLst>
                <a:path w="7036" h="16865">
                  <a:moveTo>
                    <a:pt x="4439" y="16833"/>
                  </a:moveTo>
                  <a:lnTo>
                    <a:pt x="3919" y="16865"/>
                  </a:lnTo>
                  <a:lnTo>
                    <a:pt x="3093" y="16413"/>
                  </a:lnTo>
                  <a:lnTo>
                    <a:pt x="1203" y="14630"/>
                  </a:lnTo>
                  <a:lnTo>
                    <a:pt x="820" y="13859"/>
                  </a:lnTo>
                  <a:lnTo>
                    <a:pt x="627" y="12959"/>
                  </a:lnTo>
                  <a:lnTo>
                    <a:pt x="626" y="11927"/>
                  </a:lnTo>
                  <a:lnTo>
                    <a:pt x="794" y="10859"/>
                  </a:lnTo>
                  <a:lnTo>
                    <a:pt x="1374" y="8727"/>
                  </a:lnTo>
                  <a:lnTo>
                    <a:pt x="268" y="7033"/>
                  </a:lnTo>
                  <a:lnTo>
                    <a:pt x="0" y="6068"/>
                  </a:lnTo>
                  <a:lnTo>
                    <a:pt x="129" y="5523"/>
                  </a:lnTo>
                  <a:lnTo>
                    <a:pt x="745" y="4217"/>
                  </a:lnTo>
                  <a:lnTo>
                    <a:pt x="913" y="3400"/>
                  </a:lnTo>
                  <a:lnTo>
                    <a:pt x="1533" y="2243"/>
                  </a:lnTo>
                  <a:lnTo>
                    <a:pt x="3140" y="0"/>
                  </a:lnTo>
                  <a:lnTo>
                    <a:pt x="4751" y="529"/>
                  </a:lnTo>
                  <a:lnTo>
                    <a:pt x="6189" y="2367"/>
                  </a:lnTo>
                  <a:lnTo>
                    <a:pt x="6564" y="3609"/>
                  </a:lnTo>
                  <a:lnTo>
                    <a:pt x="6453" y="4931"/>
                  </a:lnTo>
                  <a:lnTo>
                    <a:pt x="6578" y="6845"/>
                  </a:lnTo>
                  <a:lnTo>
                    <a:pt x="6940" y="9357"/>
                  </a:lnTo>
                  <a:lnTo>
                    <a:pt x="7036" y="11178"/>
                  </a:lnTo>
                  <a:lnTo>
                    <a:pt x="6866" y="12311"/>
                  </a:lnTo>
                  <a:lnTo>
                    <a:pt x="6250" y="14438"/>
                  </a:lnTo>
                  <a:lnTo>
                    <a:pt x="5730" y="15424"/>
                  </a:lnTo>
                  <a:lnTo>
                    <a:pt x="5042" y="16352"/>
                  </a:lnTo>
                  <a:close/>
                </a:path>
              </a:pathLst>
            </a:custGeom>
            <a:solidFill>
              <a:srgbClr val="C3DDB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g328"/>
            <p:cNvSpPr/>
            <p:nvPr/>
          </p:nvSpPr>
          <p:spPr>
            <a:xfrm>
              <a:off x="2391583" y="1614782"/>
              <a:ext cx="27342" cy="32532"/>
            </a:xfrm>
            <a:custGeom>
              <a:avLst/>
              <a:pathLst>
                <a:path w="27342" h="32532">
                  <a:moveTo>
                    <a:pt x="19865" y="422"/>
                  </a:moveTo>
                  <a:lnTo>
                    <a:pt x="26228" y="3037"/>
                  </a:lnTo>
                  <a:lnTo>
                    <a:pt x="26845" y="3986"/>
                  </a:lnTo>
                  <a:lnTo>
                    <a:pt x="27150" y="4836"/>
                  </a:lnTo>
                  <a:lnTo>
                    <a:pt x="27328" y="5779"/>
                  </a:lnTo>
                  <a:lnTo>
                    <a:pt x="27342" y="7724"/>
                  </a:lnTo>
                  <a:lnTo>
                    <a:pt x="27214" y="8503"/>
                  </a:lnTo>
                  <a:lnTo>
                    <a:pt x="26592" y="10388"/>
                  </a:lnTo>
                  <a:lnTo>
                    <a:pt x="26550" y="10979"/>
                  </a:lnTo>
                  <a:lnTo>
                    <a:pt x="27049" y="17298"/>
                  </a:lnTo>
                  <a:lnTo>
                    <a:pt x="26999" y="20744"/>
                  </a:lnTo>
                  <a:lnTo>
                    <a:pt x="26551" y="23624"/>
                  </a:lnTo>
                  <a:lnTo>
                    <a:pt x="25641" y="25933"/>
                  </a:lnTo>
                  <a:lnTo>
                    <a:pt x="24269" y="27669"/>
                  </a:lnTo>
                  <a:lnTo>
                    <a:pt x="23226" y="28665"/>
                  </a:lnTo>
                  <a:lnTo>
                    <a:pt x="18595" y="31123"/>
                  </a:lnTo>
                  <a:lnTo>
                    <a:pt x="15318" y="31759"/>
                  </a:lnTo>
                  <a:lnTo>
                    <a:pt x="11859" y="31874"/>
                  </a:lnTo>
                  <a:lnTo>
                    <a:pt x="7458" y="32532"/>
                  </a:lnTo>
                  <a:lnTo>
                    <a:pt x="5448" y="32395"/>
                  </a:lnTo>
                  <a:lnTo>
                    <a:pt x="4408" y="32105"/>
                  </a:lnTo>
                  <a:lnTo>
                    <a:pt x="3668" y="31613"/>
                  </a:lnTo>
                  <a:lnTo>
                    <a:pt x="2802" y="30056"/>
                  </a:lnTo>
                  <a:lnTo>
                    <a:pt x="1813" y="27435"/>
                  </a:lnTo>
                  <a:lnTo>
                    <a:pt x="995" y="24484"/>
                  </a:lnTo>
                  <a:lnTo>
                    <a:pt x="18" y="19257"/>
                  </a:lnTo>
                  <a:lnTo>
                    <a:pt x="0" y="18637"/>
                  </a:lnTo>
                  <a:lnTo>
                    <a:pt x="942" y="14382"/>
                  </a:lnTo>
                  <a:lnTo>
                    <a:pt x="2193" y="11516"/>
                  </a:lnTo>
                  <a:lnTo>
                    <a:pt x="4401" y="7264"/>
                  </a:lnTo>
                  <a:lnTo>
                    <a:pt x="6893" y="3119"/>
                  </a:lnTo>
                  <a:lnTo>
                    <a:pt x="7527" y="2435"/>
                  </a:lnTo>
                  <a:lnTo>
                    <a:pt x="8654" y="1709"/>
                  </a:lnTo>
                  <a:lnTo>
                    <a:pt x="11473" y="535"/>
                  </a:lnTo>
                  <a:lnTo>
                    <a:pt x="13809" y="828"/>
                  </a:lnTo>
                  <a:lnTo>
                    <a:pt x="14839" y="679"/>
                  </a:lnTo>
                  <a:lnTo>
                    <a:pt x="16125" y="132"/>
                  </a:lnTo>
                  <a:lnTo>
                    <a:pt x="17542" y="0"/>
                  </a:lnTo>
                  <a:close/>
                </a:path>
              </a:pathLst>
            </a:custGeom>
            <a:solidFill>
              <a:srgbClr val="C3DDB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g329"/>
            <p:cNvSpPr/>
            <p:nvPr/>
          </p:nvSpPr>
          <p:spPr>
            <a:xfrm>
              <a:off x="2368807" y="1614303"/>
              <a:ext cx="4219" cy="5059"/>
            </a:xfrm>
            <a:custGeom>
              <a:avLst/>
              <a:pathLst>
                <a:path w="4219" h="5059">
                  <a:moveTo>
                    <a:pt x="2340" y="4734"/>
                  </a:moveTo>
                  <a:lnTo>
                    <a:pt x="1348" y="5059"/>
                  </a:lnTo>
                  <a:lnTo>
                    <a:pt x="8" y="3488"/>
                  </a:lnTo>
                  <a:lnTo>
                    <a:pt x="0" y="2617"/>
                  </a:lnTo>
                  <a:lnTo>
                    <a:pt x="259" y="525"/>
                  </a:lnTo>
                  <a:lnTo>
                    <a:pt x="2707" y="0"/>
                  </a:lnTo>
                  <a:lnTo>
                    <a:pt x="3729" y="1262"/>
                  </a:lnTo>
                  <a:lnTo>
                    <a:pt x="4219" y="2507"/>
                  </a:lnTo>
                  <a:close/>
                </a:path>
              </a:pathLst>
            </a:custGeom>
            <a:solidFill>
              <a:srgbClr val="C3DDB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g330"/>
            <p:cNvSpPr/>
            <p:nvPr/>
          </p:nvSpPr>
          <p:spPr>
            <a:xfrm>
              <a:off x="2053443" y="1607544"/>
              <a:ext cx="7445" cy="5306"/>
            </a:xfrm>
            <a:custGeom>
              <a:avLst/>
              <a:pathLst>
                <a:path w="7445" h="5306">
                  <a:moveTo>
                    <a:pt x="6223" y="5197"/>
                  </a:moveTo>
                  <a:lnTo>
                    <a:pt x="5549" y="5306"/>
                  </a:lnTo>
                  <a:lnTo>
                    <a:pt x="4288" y="4831"/>
                  </a:lnTo>
                  <a:lnTo>
                    <a:pt x="2440" y="3777"/>
                  </a:lnTo>
                  <a:lnTo>
                    <a:pt x="1049" y="2660"/>
                  </a:lnTo>
                  <a:lnTo>
                    <a:pt x="117" y="1484"/>
                  </a:lnTo>
                  <a:lnTo>
                    <a:pt x="0" y="672"/>
                  </a:lnTo>
                  <a:lnTo>
                    <a:pt x="699" y="223"/>
                  </a:lnTo>
                  <a:lnTo>
                    <a:pt x="1756" y="0"/>
                  </a:lnTo>
                  <a:lnTo>
                    <a:pt x="4277" y="149"/>
                  </a:lnTo>
                  <a:lnTo>
                    <a:pt x="5476" y="598"/>
                  </a:lnTo>
                  <a:lnTo>
                    <a:pt x="7059" y="2312"/>
                  </a:lnTo>
                  <a:lnTo>
                    <a:pt x="7395" y="3282"/>
                  </a:lnTo>
                  <a:lnTo>
                    <a:pt x="7445" y="3908"/>
                  </a:lnTo>
                  <a:lnTo>
                    <a:pt x="7242" y="4451"/>
                  </a:lnTo>
                  <a:close/>
                </a:path>
              </a:pathLst>
            </a:custGeom>
            <a:solidFill>
              <a:srgbClr val="C3DDB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g331"/>
            <p:cNvSpPr/>
            <p:nvPr/>
          </p:nvSpPr>
          <p:spPr>
            <a:xfrm>
              <a:off x="2414769" y="1604166"/>
              <a:ext cx="7375" cy="10456"/>
            </a:xfrm>
            <a:custGeom>
              <a:avLst/>
              <a:pathLst>
                <a:path w="7375" h="10456">
                  <a:moveTo>
                    <a:pt x="6368" y="10265"/>
                  </a:moveTo>
                  <a:lnTo>
                    <a:pt x="5412" y="10456"/>
                  </a:lnTo>
                  <a:lnTo>
                    <a:pt x="4032" y="8626"/>
                  </a:lnTo>
                  <a:lnTo>
                    <a:pt x="1136" y="6549"/>
                  </a:lnTo>
                  <a:lnTo>
                    <a:pt x="38" y="5041"/>
                  </a:lnTo>
                  <a:lnTo>
                    <a:pt x="0" y="4312"/>
                  </a:lnTo>
                  <a:lnTo>
                    <a:pt x="88" y="3169"/>
                  </a:lnTo>
                  <a:lnTo>
                    <a:pt x="405" y="1773"/>
                  </a:lnTo>
                  <a:lnTo>
                    <a:pt x="1413" y="246"/>
                  </a:lnTo>
                  <a:lnTo>
                    <a:pt x="2482" y="0"/>
                  </a:lnTo>
                  <a:lnTo>
                    <a:pt x="4006" y="336"/>
                  </a:lnTo>
                  <a:lnTo>
                    <a:pt x="5115" y="1432"/>
                  </a:lnTo>
                  <a:lnTo>
                    <a:pt x="6320" y="4475"/>
                  </a:lnTo>
                  <a:lnTo>
                    <a:pt x="7123" y="5958"/>
                  </a:lnTo>
                  <a:lnTo>
                    <a:pt x="7375" y="7036"/>
                  </a:lnTo>
                  <a:lnTo>
                    <a:pt x="6976" y="7546"/>
                  </a:lnTo>
                  <a:lnTo>
                    <a:pt x="7013" y="8046"/>
                  </a:lnTo>
                  <a:lnTo>
                    <a:pt x="7196" y="8355"/>
                  </a:lnTo>
                  <a:lnTo>
                    <a:pt x="7127" y="8924"/>
                  </a:lnTo>
                  <a:lnTo>
                    <a:pt x="6805" y="9755"/>
                  </a:lnTo>
                  <a:close/>
                </a:path>
              </a:pathLst>
            </a:custGeom>
            <a:solidFill>
              <a:srgbClr val="C3DDB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g332"/>
            <p:cNvSpPr/>
            <p:nvPr/>
          </p:nvSpPr>
          <p:spPr>
            <a:xfrm>
              <a:off x="2086875" y="1600345"/>
              <a:ext cx="7148" cy="7104"/>
            </a:xfrm>
            <a:custGeom>
              <a:avLst/>
              <a:pathLst>
                <a:path w="7148" h="7104">
                  <a:moveTo>
                    <a:pt x="5633" y="7064"/>
                  </a:moveTo>
                  <a:lnTo>
                    <a:pt x="5130" y="7104"/>
                  </a:lnTo>
                  <a:lnTo>
                    <a:pt x="4430" y="6576"/>
                  </a:lnTo>
                  <a:lnTo>
                    <a:pt x="509" y="4778"/>
                  </a:lnTo>
                  <a:lnTo>
                    <a:pt x="0" y="4237"/>
                  </a:lnTo>
                  <a:lnTo>
                    <a:pt x="458" y="3481"/>
                  </a:lnTo>
                  <a:lnTo>
                    <a:pt x="1886" y="2509"/>
                  </a:lnTo>
                  <a:lnTo>
                    <a:pt x="2849" y="1517"/>
                  </a:lnTo>
                  <a:lnTo>
                    <a:pt x="3592" y="0"/>
                  </a:lnTo>
                  <a:lnTo>
                    <a:pt x="5847" y="780"/>
                  </a:lnTo>
                  <a:lnTo>
                    <a:pt x="6688" y="1500"/>
                  </a:lnTo>
                  <a:lnTo>
                    <a:pt x="7010" y="2126"/>
                  </a:lnTo>
                  <a:lnTo>
                    <a:pt x="7148" y="2992"/>
                  </a:lnTo>
                  <a:lnTo>
                    <a:pt x="7021" y="5119"/>
                  </a:lnTo>
                  <a:lnTo>
                    <a:pt x="6262" y="5570"/>
                  </a:lnTo>
                  <a:close/>
                </a:path>
              </a:pathLst>
            </a:custGeom>
            <a:solidFill>
              <a:srgbClr val="C3DDB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g333"/>
            <p:cNvSpPr/>
            <p:nvPr/>
          </p:nvSpPr>
          <p:spPr>
            <a:xfrm>
              <a:off x="2107383" y="1594150"/>
              <a:ext cx="5446" cy="9196"/>
            </a:xfrm>
            <a:custGeom>
              <a:avLst/>
              <a:pathLst>
                <a:path w="5446" h="9196">
                  <a:moveTo>
                    <a:pt x="4974" y="6747"/>
                  </a:moveTo>
                  <a:lnTo>
                    <a:pt x="4589" y="7683"/>
                  </a:lnTo>
                  <a:lnTo>
                    <a:pt x="4112" y="7948"/>
                  </a:lnTo>
                  <a:lnTo>
                    <a:pt x="3164" y="9049"/>
                  </a:lnTo>
                  <a:lnTo>
                    <a:pt x="2779" y="9196"/>
                  </a:lnTo>
                  <a:lnTo>
                    <a:pt x="2228" y="8495"/>
                  </a:lnTo>
                  <a:lnTo>
                    <a:pt x="1763" y="7354"/>
                  </a:lnTo>
                  <a:lnTo>
                    <a:pt x="1565" y="7175"/>
                  </a:lnTo>
                  <a:lnTo>
                    <a:pt x="1271" y="7221"/>
                  </a:lnTo>
                  <a:lnTo>
                    <a:pt x="633" y="7948"/>
                  </a:lnTo>
                  <a:lnTo>
                    <a:pt x="351" y="7938"/>
                  </a:lnTo>
                  <a:lnTo>
                    <a:pt x="114" y="7450"/>
                  </a:lnTo>
                  <a:lnTo>
                    <a:pt x="0" y="6475"/>
                  </a:lnTo>
                  <a:lnTo>
                    <a:pt x="9" y="5016"/>
                  </a:lnTo>
                  <a:lnTo>
                    <a:pt x="310" y="2768"/>
                  </a:lnTo>
                  <a:lnTo>
                    <a:pt x="329" y="1949"/>
                  </a:lnTo>
                  <a:lnTo>
                    <a:pt x="168" y="1326"/>
                  </a:lnTo>
                  <a:lnTo>
                    <a:pt x="301" y="757"/>
                  </a:lnTo>
                  <a:lnTo>
                    <a:pt x="730" y="243"/>
                  </a:lnTo>
                  <a:lnTo>
                    <a:pt x="1280" y="0"/>
                  </a:lnTo>
                  <a:lnTo>
                    <a:pt x="2576" y="206"/>
                  </a:lnTo>
                  <a:lnTo>
                    <a:pt x="3600" y="1108"/>
                  </a:lnTo>
                  <a:lnTo>
                    <a:pt x="4100" y="2286"/>
                  </a:lnTo>
                  <a:lnTo>
                    <a:pt x="5100" y="3217"/>
                  </a:lnTo>
                  <a:lnTo>
                    <a:pt x="5446" y="3875"/>
                  </a:lnTo>
                  <a:close/>
                </a:path>
              </a:pathLst>
            </a:custGeom>
            <a:solidFill>
              <a:srgbClr val="C3DDB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g334"/>
            <p:cNvSpPr/>
            <p:nvPr/>
          </p:nvSpPr>
          <p:spPr>
            <a:xfrm>
              <a:off x="2111990" y="1591359"/>
              <a:ext cx="3079" cy="5185"/>
            </a:xfrm>
            <a:custGeom>
              <a:avLst/>
              <a:pathLst>
                <a:path w="3079" h="5185">
                  <a:moveTo>
                    <a:pt x="3079" y="3426"/>
                  </a:moveTo>
                  <a:lnTo>
                    <a:pt x="2795" y="5185"/>
                  </a:lnTo>
                  <a:lnTo>
                    <a:pt x="1292" y="4715"/>
                  </a:lnTo>
                  <a:lnTo>
                    <a:pt x="629" y="4078"/>
                  </a:lnTo>
                  <a:lnTo>
                    <a:pt x="65" y="2633"/>
                  </a:lnTo>
                  <a:lnTo>
                    <a:pt x="0" y="2266"/>
                  </a:lnTo>
                  <a:lnTo>
                    <a:pt x="125" y="1714"/>
                  </a:lnTo>
                  <a:lnTo>
                    <a:pt x="736" y="457"/>
                  </a:lnTo>
                  <a:lnTo>
                    <a:pt x="1148" y="0"/>
                  </a:lnTo>
                  <a:lnTo>
                    <a:pt x="2127" y="532"/>
                  </a:lnTo>
                  <a:lnTo>
                    <a:pt x="2583" y="1268"/>
                  </a:lnTo>
                  <a:lnTo>
                    <a:pt x="2946" y="2434"/>
                  </a:lnTo>
                  <a:close/>
                </a:path>
              </a:pathLst>
            </a:custGeom>
            <a:solidFill>
              <a:srgbClr val="C3DDB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g335"/>
            <p:cNvSpPr/>
            <p:nvPr/>
          </p:nvSpPr>
          <p:spPr>
            <a:xfrm>
              <a:off x="2227474" y="1584130"/>
              <a:ext cx="3488" cy="4867"/>
            </a:xfrm>
            <a:custGeom>
              <a:avLst/>
              <a:pathLst>
                <a:path w="3488" h="4867">
                  <a:moveTo>
                    <a:pt x="3400" y="4523"/>
                  </a:moveTo>
                  <a:lnTo>
                    <a:pt x="2402" y="4867"/>
                  </a:lnTo>
                  <a:lnTo>
                    <a:pt x="1776" y="3641"/>
                  </a:lnTo>
                  <a:lnTo>
                    <a:pt x="1269" y="3389"/>
                  </a:lnTo>
                  <a:lnTo>
                    <a:pt x="1044" y="2570"/>
                  </a:lnTo>
                  <a:lnTo>
                    <a:pt x="0" y="2410"/>
                  </a:lnTo>
                  <a:lnTo>
                    <a:pt x="72" y="1128"/>
                  </a:lnTo>
                  <a:lnTo>
                    <a:pt x="355" y="497"/>
                  </a:lnTo>
                  <a:lnTo>
                    <a:pt x="1325" y="0"/>
                  </a:lnTo>
                  <a:lnTo>
                    <a:pt x="2094" y="187"/>
                  </a:lnTo>
                  <a:lnTo>
                    <a:pt x="2824" y="1464"/>
                  </a:lnTo>
                  <a:lnTo>
                    <a:pt x="3180" y="2474"/>
                  </a:lnTo>
                  <a:lnTo>
                    <a:pt x="3488" y="3768"/>
                  </a:lnTo>
                  <a:close/>
                </a:path>
              </a:pathLst>
            </a:custGeom>
            <a:solidFill>
              <a:srgbClr val="C3DDB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g336"/>
            <p:cNvSpPr/>
            <p:nvPr/>
          </p:nvSpPr>
          <p:spPr>
            <a:xfrm>
              <a:off x="2365991" y="1583676"/>
              <a:ext cx="14341" cy="16275"/>
            </a:xfrm>
            <a:custGeom>
              <a:avLst/>
              <a:pathLst>
                <a:path w="14341" h="16275">
                  <a:moveTo>
                    <a:pt x="2377" y="16075"/>
                  </a:moveTo>
                  <a:lnTo>
                    <a:pt x="1535" y="16275"/>
                  </a:lnTo>
                  <a:lnTo>
                    <a:pt x="540" y="15715"/>
                  </a:lnTo>
                  <a:lnTo>
                    <a:pt x="186" y="14754"/>
                  </a:lnTo>
                  <a:lnTo>
                    <a:pt x="0" y="13783"/>
                  </a:lnTo>
                  <a:lnTo>
                    <a:pt x="177" y="13284"/>
                  </a:lnTo>
                  <a:lnTo>
                    <a:pt x="621" y="12812"/>
                  </a:lnTo>
                  <a:lnTo>
                    <a:pt x="1225" y="11736"/>
                  </a:lnTo>
                  <a:lnTo>
                    <a:pt x="1987" y="10053"/>
                  </a:lnTo>
                  <a:lnTo>
                    <a:pt x="3178" y="8925"/>
                  </a:lnTo>
                  <a:lnTo>
                    <a:pt x="5792" y="7877"/>
                  </a:lnTo>
                  <a:lnTo>
                    <a:pt x="6163" y="7508"/>
                  </a:lnTo>
                  <a:lnTo>
                    <a:pt x="7332" y="4562"/>
                  </a:lnTo>
                  <a:lnTo>
                    <a:pt x="7725" y="4057"/>
                  </a:lnTo>
                  <a:lnTo>
                    <a:pt x="9064" y="3757"/>
                  </a:lnTo>
                  <a:lnTo>
                    <a:pt x="9208" y="3377"/>
                  </a:lnTo>
                  <a:lnTo>
                    <a:pt x="8734" y="2652"/>
                  </a:lnTo>
                  <a:lnTo>
                    <a:pt x="8734" y="1903"/>
                  </a:lnTo>
                  <a:lnTo>
                    <a:pt x="9208" y="1131"/>
                  </a:lnTo>
                  <a:lnTo>
                    <a:pt x="9860" y="558"/>
                  </a:lnTo>
                  <a:lnTo>
                    <a:pt x="11551" y="0"/>
                  </a:lnTo>
                  <a:lnTo>
                    <a:pt x="13079" y="102"/>
                  </a:lnTo>
                  <a:lnTo>
                    <a:pt x="13470" y="318"/>
                  </a:lnTo>
                  <a:lnTo>
                    <a:pt x="13811" y="835"/>
                  </a:lnTo>
                  <a:lnTo>
                    <a:pt x="14279" y="2213"/>
                  </a:lnTo>
                  <a:lnTo>
                    <a:pt x="14341" y="2526"/>
                  </a:lnTo>
                  <a:lnTo>
                    <a:pt x="13634" y="3747"/>
                  </a:lnTo>
                  <a:lnTo>
                    <a:pt x="11782" y="5624"/>
                  </a:lnTo>
                  <a:lnTo>
                    <a:pt x="10637" y="7194"/>
                  </a:lnTo>
                  <a:lnTo>
                    <a:pt x="10407" y="7707"/>
                  </a:lnTo>
                  <a:lnTo>
                    <a:pt x="10303" y="8369"/>
                  </a:lnTo>
                  <a:lnTo>
                    <a:pt x="9872" y="9173"/>
                  </a:lnTo>
                  <a:lnTo>
                    <a:pt x="8535" y="11105"/>
                  </a:lnTo>
                  <a:lnTo>
                    <a:pt x="7636" y="12972"/>
                  </a:lnTo>
                  <a:lnTo>
                    <a:pt x="6740" y="14001"/>
                  </a:lnTo>
                  <a:lnTo>
                    <a:pt x="4291" y="14969"/>
                  </a:lnTo>
                  <a:close/>
                </a:path>
              </a:pathLst>
            </a:custGeom>
            <a:solidFill>
              <a:srgbClr val="C3DDB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g337"/>
            <p:cNvSpPr/>
            <p:nvPr/>
          </p:nvSpPr>
          <p:spPr>
            <a:xfrm>
              <a:off x="2230881" y="1582301"/>
              <a:ext cx="3834" cy="5432"/>
            </a:xfrm>
            <a:custGeom>
              <a:avLst/>
              <a:pathLst>
                <a:path w="3834" h="5432">
                  <a:moveTo>
                    <a:pt x="3561" y="500"/>
                  </a:moveTo>
                  <a:lnTo>
                    <a:pt x="3834" y="2333"/>
                  </a:lnTo>
                  <a:lnTo>
                    <a:pt x="2739" y="4820"/>
                  </a:lnTo>
                  <a:lnTo>
                    <a:pt x="2395" y="5266"/>
                  </a:lnTo>
                  <a:lnTo>
                    <a:pt x="1971" y="5432"/>
                  </a:lnTo>
                  <a:lnTo>
                    <a:pt x="1559" y="5124"/>
                  </a:lnTo>
                  <a:lnTo>
                    <a:pt x="333" y="3171"/>
                  </a:lnTo>
                  <a:lnTo>
                    <a:pt x="0" y="1955"/>
                  </a:lnTo>
                  <a:lnTo>
                    <a:pt x="449" y="1346"/>
                  </a:lnTo>
                  <a:lnTo>
                    <a:pt x="1398" y="585"/>
                  </a:lnTo>
                  <a:lnTo>
                    <a:pt x="2071" y="216"/>
                  </a:lnTo>
                  <a:lnTo>
                    <a:pt x="2915" y="535"/>
                  </a:lnTo>
                  <a:lnTo>
                    <a:pt x="3211" y="0"/>
                  </a:lnTo>
                  <a:close/>
                </a:path>
              </a:pathLst>
            </a:custGeom>
            <a:solidFill>
              <a:srgbClr val="C3DDB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g338"/>
            <p:cNvSpPr/>
            <p:nvPr/>
          </p:nvSpPr>
          <p:spPr>
            <a:xfrm>
              <a:off x="2390687" y="1582182"/>
              <a:ext cx="8659" cy="9099"/>
            </a:xfrm>
            <a:custGeom>
              <a:avLst/>
              <a:pathLst>
                <a:path w="8659" h="9099">
                  <a:moveTo>
                    <a:pt x="4680" y="8756"/>
                  </a:moveTo>
                  <a:lnTo>
                    <a:pt x="3141" y="9099"/>
                  </a:lnTo>
                  <a:lnTo>
                    <a:pt x="2003" y="8923"/>
                  </a:lnTo>
                  <a:lnTo>
                    <a:pt x="1265" y="8227"/>
                  </a:lnTo>
                  <a:lnTo>
                    <a:pt x="700" y="7283"/>
                  </a:lnTo>
                  <a:lnTo>
                    <a:pt x="0" y="4906"/>
                  </a:lnTo>
                  <a:lnTo>
                    <a:pt x="260" y="3798"/>
                  </a:lnTo>
                  <a:lnTo>
                    <a:pt x="339" y="1815"/>
                  </a:lnTo>
                  <a:lnTo>
                    <a:pt x="468" y="1070"/>
                  </a:lnTo>
                  <a:lnTo>
                    <a:pt x="739" y="702"/>
                  </a:lnTo>
                  <a:lnTo>
                    <a:pt x="2338" y="0"/>
                  </a:lnTo>
                  <a:lnTo>
                    <a:pt x="3293" y="79"/>
                  </a:lnTo>
                  <a:lnTo>
                    <a:pt x="4695" y="836"/>
                  </a:lnTo>
                  <a:lnTo>
                    <a:pt x="7722" y="1066"/>
                  </a:lnTo>
                  <a:lnTo>
                    <a:pt x="8473" y="1763"/>
                  </a:lnTo>
                  <a:lnTo>
                    <a:pt x="8659" y="2184"/>
                  </a:lnTo>
                  <a:lnTo>
                    <a:pt x="8645" y="2703"/>
                  </a:lnTo>
                  <a:lnTo>
                    <a:pt x="8432" y="3321"/>
                  </a:lnTo>
                  <a:lnTo>
                    <a:pt x="6935" y="5121"/>
                  </a:lnTo>
                  <a:lnTo>
                    <a:pt x="6216" y="6359"/>
                  </a:lnTo>
                  <a:lnTo>
                    <a:pt x="5705" y="7843"/>
                  </a:lnTo>
                  <a:close/>
                </a:path>
              </a:pathLst>
            </a:custGeom>
            <a:solidFill>
              <a:srgbClr val="C3DDB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g339"/>
            <p:cNvSpPr/>
            <p:nvPr/>
          </p:nvSpPr>
          <p:spPr>
            <a:xfrm>
              <a:off x="2098473" y="1578163"/>
              <a:ext cx="4337" cy="5543"/>
            </a:xfrm>
            <a:custGeom>
              <a:avLst/>
              <a:pathLst>
                <a:path w="4337" h="5543">
                  <a:moveTo>
                    <a:pt x="2251" y="5289"/>
                  </a:moveTo>
                  <a:lnTo>
                    <a:pt x="1255" y="5543"/>
                  </a:lnTo>
                  <a:lnTo>
                    <a:pt x="1072" y="5481"/>
                  </a:lnTo>
                  <a:lnTo>
                    <a:pt x="1157" y="4676"/>
                  </a:lnTo>
                  <a:lnTo>
                    <a:pt x="1083" y="4272"/>
                  </a:lnTo>
                  <a:lnTo>
                    <a:pt x="816" y="3983"/>
                  </a:lnTo>
                  <a:lnTo>
                    <a:pt x="1690" y="3343"/>
                  </a:lnTo>
                  <a:lnTo>
                    <a:pt x="1817" y="2843"/>
                  </a:lnTo>
                  <a:lnTo>
                    <a:pt x="1540" y="2460"/>
                  </a:lnTo>
                  <a:lnTo>
                    <a:pt x="341" y="1732"/>
                  </a:lnTo>
                  <a:lnTo>
                    <a:pt x="0" y="1074"/>
                  </a:lnTo>
                  <a:lnTo>
                    <a:pt x="63" y="497"/>
                  </a:lnTo>
                  <a:lnTo>
                    <a:pt x="531" y="0"/>
                  </a:lnTo>
                  <a:lnTo>
                    <a:pt x="1360" y="75"/>
                  </a:lnTo>
                  <a:lnTo>
                    <a:pt x="3146" y="1043"/>
                  </a:lnTo>
                  <a:lnTo>
                    <a:pt x="3965" y="2382"/>
                  </a:lnTo>
                  <a:lnTo>
                    <a:pt x="4337" y="3373"/>
                  </a:lnTo>
                  <a:lnTo>
                    <a:pt x="3745" y="3520"/>
                  </a:lnTo>
                  <a:lnTo>
                    <a:pt x="3286" y="3921"/>
                  </a:lnTo>
                  <a:lnTo>
                    <a:pt x="2797" y="4768"/>
                  </a:lnTo>
                  <a:close/>
                </a:path>
              </a:pathLst>
            </a:custGeom>
            <a:solidFill>
              <a:srgbClr val="C3DDB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g340"/>
            <p:cNvSpPr/>
            <p:nvPr/>
          </p:nvSpPr>
          <p:spPr>
            <a:xfrm>
              <a:off x="2163818" y="1576696"/>
              <a:ext cx="7481" cy="8570"/>
            </a:xfrm>
            <a:custGeom>
              <a:avLst/>
              <a:pathLst>
                <a:path w="7481" h="8570">
                  <a:moveTo>
                    <a:pt x="5863" y="1539"/>
                  </a:moveTo>
                  <a:lnTo>
                    <a:pt x="7481" y="3520"/>
                  </a:lnTo>
                  <a:lnTo>
                    <a:pt x="7467" y="4481"/>
                  </a:lnTo>
                  <a:lnTo>
                    <a:pt x="7255" y="6085"/>
                  </a:lnTo>
                  <a:lnTo>
                    <a:pt x="6792" y="7306"/>
                  </a:lnTo>
                  <a:lnTo>
                    <a:pt x="6075" y="8144"/>
                  </a:lnTo>
                  <a:lnTo>
                    <a:pt x="5072" y="8566"/>
                  </a:lnTo>
                  <a:lnTo>
                    <a:pt x="3782" y="8570"/>
                  </a:lnTo>
                  <a:lnTo>
                    <a:pt x="3225" y="8219"/>
                  </a:lnTo>
                  <a:lnTo>
                    <a:pt x="3642" y="6978"/>
                  </a:lnTo>
                  <a:lnTo>
                    <a:pt x="3956" y="6611"/>
                  </a:lnTo>
                  <a:lnTo>
                    <a:pt x="4008" y="5518"/>
                  </a:lnTo>
                  <a:lnTo>
                    <a:pt x="3801" y="3706"/>
                  </a:lnTo>
                  <a:lnTo>
                    <a:pt x="3542" y="2591"/>
                  </a:lnTo>
                  <a:lnTo>
                    <a:pt x="2817" y="1953"/>
                  </a:lnTo>
                  <a:lnTo>
                    <a:pt x="2298" y="1927"/>
                  </a:lnTo>
                  <a:lnTo>
                    <a:pt x="2157" y="2516"/>
                  </a:lnTo>
                  <a:lnTo>
                    <a:pt x="2393" y="3721"/>
                  </a:lnTo>
                  <a:lnTo>
                    <a:pt x="2229" y="5280"/>
                  </a:lnTo>
                  <a:lnTo>
                    <a:pt x="1664" y="7195"/>
                  </a:lnTo>
                  <a:lnTo>
                    <a:pt x="1234" y="8095"/>
                  </a:lnTo>
                  <a:lnTo>
                    <a:pt x="471" y="7641"/>
                  </a:lnTo>
                  <a:lnTo>
                    <a:pt x="107" y="6909"/>
                  </a:lnTo>
                  <a:lnTo>
                    <a:pt x="205" y="5703"/>
                  </a:lnTo>
                  <a:lnTo>
                    <a:pt x="0" y="4611"/>
                  </a:lnTo>
                  <a:lnTo>
                    <a:pt x="193" y="3453"/>
                  </a:lnTo>
                  <a:lnTo>
                    <a:pt x="713" y="1734"/>
                  </a:lnTo>
                  <a:lnTo>
                    <a:pt x="1449" y="582"/>
                  </a:lnTo>
                  <a:lnTo>
                    <a:pt x="2401" y="0"/>
                  </a:lnTo>
                  <a:lnTo>
                    <a:pt x="3511" y="41"/>
                  </a:lnTo>
                  <a:lnTo>
                    <a:pt x="4780" y="706"/>
                  </a:lnTo>
                  <a:close/>
                </a:path>
              </a:pathLst>
            </a:custGeom>
            <a:solidFill>
              <a:srgbClr val="C3DDB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g341"/>
            <p:cNvSpPr/>
            <p:nvPr/>
          </p:nvSpPr>
          <p:spPr>
            <a:xfrm>
              <a:off x="1636152" y="1575990"/>
              <a:ext cx="5028" cy="3259"/>
            </a:xfrm>
            <a:custGeom>
              <a:avLst/>
              <a:pathLst>
                <a:path w="5028" h="3259">
                  <a:moveTo>
                    <a:pt x="3025" y="2148"/>
                  </a:moveTo>
                  <a:lnTo>
                    <a:pt x="2019" y="3259"/>
                  </a:lnTo>
                  <a:lnTo>
                    <a:pt x="419" y="2099"/>
                  </a:lnTo>
                  <a:lnTo>
                    <a:pt x="0" y="1529"/>
                  </a:lnTo>
                  <a:lnTo>
                    <a:pt x="1850" y="0"/>
                  </a:lnTo>
                  <a:lnTo>
                    <a:pt x="2666" y="57"/>
                  </a:lnTo>
                  <a:lnTo>
                    <a:pt x="4385" y="965"/>
                  </a:lnTo>
                  <a:lnTo>
                    <a:pt x="5028" y="1770"/>
                  </a:lnTo>
                  <a:close/>
                </a:path>
              </a:pathLst>
            </a:custGeom>
            <a:solidFill>
              <a:srgbClr val="C3DDB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g342"/>
            <p:cNvSpPr/>
            <p:nvPr/>
          </p:nvSpPr>
          <p:spPr>
            <a:xfrm>
              <a:off x="2502298" y="1575038"/>
              <a:ext cx="5688" cy="4342"/>
            </a:xfrm>
            <a:custGeom>
              <a:avLst/>
              <a:pathLst>
                <a:path w="5688" h="4342">
                  <a:moveTo>
                    <a:pt x="3737" y="4162"/>
                  </a:moveTo>
                  <a:lnTo>
                    <a:pt x="3425" y="4342"/>
                  </a:lnTo>
                  <a:lnTo>
                    <a:pt x="232" y="2996"/>
                  </a:lnTo>
                  <a:lnTo>
                    <a:pt x="0" y="1923"/>
                  </a:lnTo>
                  <a:lnTo>
                    <a:pt x="1561" y="733"/>
                  </a:lnTo>
                  <a:lnTo>
                    <a:pt x="2830" y="90"/>
                  </a:lnTo>
                  <a:lnTo>
                    <a:pt x="3809" y="0"/>
                  </a:lnTo>
                  <a:lnTo>
                    <a:pt x="4780" y="202"/>
                  </a:lnTo>
                  <a:lnTo>
                    <a:pt x="5688" y="1489"/>
                  </a:lnTo>
                  <a:lnTo>
                    <a:pt x="4587" y="2662"/>
                  </a:lnTo>
                  <a:close/>
                </a:path>
              </a:pathLst>
            </a:custGeom>
            <a:solidFill>
              <a:srgbClr val="C3DDB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g343"/>
            <p:cNvSpPr/>
            <p:nvPr/>
          </p:nvSpPr>
          <p:spPr>
            <a:xfrm>
              <a:off x="2372787" y="1573334"/>
              <a:ext cx="10713" cy="7675"/>
            </a:xfrm>
            <a:custGeom>
              <a:avLst/>
              <a:pathLst>
                <a:path w="10713" h="7675">
                  <a:moveTo>
                    <a:pt x="9982" y="727"/>
                  </a:moveTo>
                  <a:lnTo>
                    <a:pt x="10607" y="2204"/>
                  </a:lnTo>
                  <a:lnTo>
                    <a:pt x="10713" y="2970"/>
                  </a:lnTo>
                  <a:lnTo>
                    <a:pt x="9849" y="3873"/>
                  </a:lnTo>
                  <a:lnTo>
                    <a:pt x="6593" y="5546"/>
                  </a:lnTo>
                  <a:lnTo>
                    <a:pt x="4608" y="7002"/>
                  </a:lnTo>
                  <a:lnTo>
                    <a:pt x="3605" y="7326"/>
                  </a:lnTo>
                  <a:lnTo>
                    <a:pt x="2268" y="6999"/>
                  </a:lnTo>
                  <a:lnTo>
                    <a:pt x="644" y="7675"/>
                  </a:lnTo>
                  <a:lnTo>
                    <a:pt x="0" y="7584"/>
                  </a:lnTo>
                  <a:lnTo>
                    <a:pt x="717" y="6393"/>
                  </a:lnTo>
                  <a:lnTo>
                    <a:pt x="3286" y="2975"/>
                  </a:lnTo>
                  <a:lnTo>
                    <a:pt x="5439" y="2625"/>
                  </a:lnTo>
                  <a:lnTo>
                    <a:pt x="6142" y="1911"/>
                  </a:lnTo>
                  <a:lnTo>
                    <a:pt x="6735" y="2138"/>
                  </a:lnTo>
                  <a:lnTo>
                    <a:pt x="7079" y="1546"/>
                  </a:lnTo>
                  <a:lnTo>
                    <a:pt x="7138" y="669"/>
                  </a:lnTo>
                  <a:lnTo>
                    <a:pt x="7890" y="0"/>
                  </a:lnTo>
                  <a:lnTo>
                    <a:pt x="8567" y="8"/>
                  </a:lnTo>
                  <a:close/>
                </a:path>
              </a:pathLst>
            </a:custGeom>
            <a:solidFill>
              <a:srgbClr val="C3DDB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g344"/>
            <p:cNvSpPr/>
            <p:nvPr/>
          </p:nvSpPr>
          <p:spPr>
            <a:xfrm>
              <a:off x="2349063" y="1571237"/>
              <a:ext cx="17425" cy="8889"/>
            </a:xfrm>
            <a:custGeom>
              <a:avLst/>
              <a:pathLst>
                <a:path w="17425" h="8889">
                  <a:moveTo>
                    <a:pt x="16624" y="670"/>
                  </a:moveTo>
                  <a:lnTo>
                    <a:pt x="17116" y="2366"/>
                  </a:lnTo>
                  <a:lnTo>
                    <a:pt x="17425" y="2899"/>
                  </a:lnTo>
                  <a:lnTo>
                    <a:pt x="16968" y="3703"/>
                  </a:lnTo>
                  <a:lnTo>
                    <a:pt x="15135" y="5308"/>
                  </a:lnTo>
                  <a:lnTo>
                    <a:pt x="11127" y="5963"/>
                  </a:lnTo>
                  <a:lnTo>
                    <a:pt x="9107" y="5205"/>
                  </a:lnTo>
                  <a:lnTo>
                    <a:pt x="10037" y="7509"/>
                  </a:lnTo>
                  <a:lnTo>
                    <a:pt x="10240" y="8480"/>
                  </a:lnTo>
                  <a:lnTo>
                    <a:pt x="9956" y="8889"/>
                  </a:lnTo>
                  <a:lnTo>
                    <a:pt x="9114" y="8764"/>
                  </a:lnTo>
                  <a:lnTo>
                    <a:pt x="7718" y="8112"/>
                  </a:lnTo>
                  <a:lnTo>
                    <a:pt x="6915" y="7330"/>
                  </a:lnTo>
                  <a:lnTo>
                    <a:pt x="6706" y="6421"/>
                  </a:lnTo>
                  <a:lnTo>
                    <a:pt x="6411" y="6219"/>
                  </a:lnTo>
                  <a:lnTo>
                    <a:pt x="6033" y="6726"/>
                  </a:lnTo>
                  <a:lnTo>
                    <a:pt x="5669" y="6610"/>
                  </a:lnTo>
                  <a:lnTo>
                    <a:pt x="4837" y="5256"/>
                  </a:lnTo>
                  <a:lnTo>
                    <a:pt x="4225" y="4751"/>
                  </a:lnTo>
                  <a:lnTo>
                    <a:pt x="201" y="3944"/>
                  </a:lnTo>
                  <a:lnTo>
                    <a:pt x="0" y="3582"/>
                  </a:lnTo>
                  <a:lnTo>
                    <a:pt x="209" y="2959"/>
                  </a:lnTo>
                  <a:lnTo>
                    <a:pt x="830" y="2070"/>
                  </a:lnTo>
                  <a:lnTo>
                    <a:pt x="1733" y="1770"/>
                  </a:lnTo>
                  <a:lnTo>
                    <a:pt x="4007" y="2168"/>
                  </a:lnTo>
                  <a:lnTo>
                    <a:pt x="4193" y="1941"/>
                  </a:lnTo>
                  <a:lnTo>
                    <a:pt x="4343" y="820"/>
                  </a:lnTo>
                  <a:lnTo>
                    <a:pt x="4515" y="380"/>
                  </a:lnTo>
                  <a:lnTo>
                    <a:pt x="6091" y="493"/>
                  </a:lnTo>
                  <a:lnTo>
                    <a:pt x="7081" y="252"/>
                  </a:lnTo>
                  <a:lnTo>
                    <a:pt x="7628" y="829"/>
                  </a:lnTo>
                  <a:lnTo>
                    <a:pt x="8167" y="2164"/>
                  </a:lnTo>
                  <a:lnTo>
                    <a:pt x="8933" y="1920"/>
                  </a:lnTo>
                  <a:lnTo>
                    <a:pt x="10041" y="2113"/>
                  </a:lnTo>
                  <a:lnTo>
                    <a:pt x="11275" y="1624"/>
                  </a:lnTo>
                  <a:lnTo>
                    <a:pt x="13161" y="437"/>
                  </a:lnTo>
                  <a:lnTo>
                    <a:pt x="14634" y="0"/>
                  </a:lnTo>
                  <a:close/>
                </a:path>
              </a:pathLst>
            </a:custGeom>
            <a:solidFill>
              <a:srgbClr val="C3DDB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g345"/>
            <p:cNvSpPr/>
            <p:nvPr/>
          </p:nvSpPr>
          <p:spPr>
            <a:xfrm>
              <a:off x="2120318" y="1569726"/>
              <a:ext cx="52359" cy="41391"/>
            </a:xfrm>
            <a:custGeom>
              <a:avLst/>
              <a:pathLst>
                <a:path w="52359" h="41391">
                  <a:moveTo>
                    <a:pt x="25893" y="6469"/>
                  </a:moveTo>
                  <a:lnTo>
                    <a:pt x="26268" y="6821"/>
                  </a:lnTo>
                  <a:lnTo>
                    <a:pt x="26974" y="6522"/>
                  </a:lnTo>
                  <a:lnTo>
                    <a:pt x="27522" y="5558"/>
                  </a:lnTo>
                  <a:lnTo>
                    <a:pt x="27855" y="5377"/>
                  </a:lnTo>
                  <a:lnTo>
                    <a:pt x="28371" y="5558"/>
                  </a:lnTo>
                  <a:lnTo>
                    <a:pt x="30074" y="7287"/>
                  </a:lnTo>
                  <a:lnTo>
                    <a:pt x="31382" y="9101"/>
                  </a:lnTo>
                  <a:lnTo>
                    <a:pt x="32769" y="10389"/>
                  </a:lnTo>
                  <a:lnTo>
                    <a:pt x="34971" y="11539"/>
                  </a:lnTo>
                  <a:lnTo>
                    <a:pt x="39780" y="15283"/>
                  </a:lnTo>
                  <a:lnTo>
                    <a:pt x="41196" y="17815"/>
                  </a:lnTo>
                  <a:lnTo>
                    <a:pt x="42692" y="21753"/>
                  </a:lnTo>
                  <a:lnTo>
                    <a:pt x="44028" y="24758"/>
                  </a:lnTo>
                  <a:lnTo>
                    <a:pt x="45204" y="26832"/>
                  </a:lnTo>
                  <a:lnTo>
                    <a:pt x="46466" y="28484"/>
                  </a:lnTo>
                  <a:lnTo>
                    <a:pt x="48487" y="30332"/>
                  </a:lnTo>
                  <a:lnTo>
                    <a:pt x="50290" y="28987"/>
                  </a:lnTo>
                  <a:lnTo>
                    <a:pt x="51063" y="28647"/>
                  </a:lnTo>
                  <a:lnTo>
                    <a:pt x="51728" y="29206"/>
                  </a:lnTo>
                  <a:lnTo>
                    <a:pt x="52359" y="30599"/>
                  </a:lnTo>
                  <a:lnTo>
                    <a:pt x="52025" y="31221"/>
                  </a:lnTo>
                  <a:lnTo>
                    <a:pt x="51242" y="32008"/>
                  </a:lnTo>
                  <a:lnTo>
                    <a:pt x="49949" y="32927"/>
                  </a:lnTo>
                  <a:lnTo>
                    <a:pt x="48137" y="32994"/>
                  </a:lnTo>
                  <a:lnTo>
                    <a:pt x="47267" y="33265"/>
                  </a:lnTo>
                  <a:lnTo>
                    <a:pt x="45847" y="34724"/>
                  </a:lnTo>
                  <a:lnTo>
                    <a:pt x="44720" y="36474"/>
                  </a:lnTo>
                  <a:lnTo>
                    <a:pt x="43143" y="37064"/>
                  </a:lnTo>
                  <a:lnTo>
                    <a:pt x="40174" y="40000"/>
                  </a:lnTo>
                  <a:lnTo>
                    <a:pt x="38542" y="41100"/>
                  </a:lnTo>
                  <a:lnTo>
                    <a:pt x="36138" y="41391"/>
                  </a:lnTo>
                  <a:lnTo>
                    <a:pt x="31146" y="39091"/>
                  </a:lnTo>
                  <a:lnTo>
                    <a:pt x="28035" y="39415"/>
                  </a:lnTo>
                  <a:lnTo>
                    <a:pt x="25496" y="38943"/>
                  </a:lnTo>
                  <a:lnTo>
                    <a:pt x="22659" y="36513"/>
                  </a:lnTo>
                  <a:lnTo>
                    <a:pt x="20458" y="35138"/>
                  </a:lnTo>
                  <a:lnTo>
                    <a:pt x="16196" y="33161"/>
                  </a:lnTo>
                  <a:lnTo>
                    <a:pt x="15917" y="32868"/>
                  </a:lnTo>
                  <a:lnTo>
                    <a:pt x="15733" y="32200"/>
                  </a:lnTo>
                  <a:lnTo>
                    <a:pt x="15646" y="31157"/>
                  </a:lnTo>
                  <a:lnTo>
                    <a:pt x="15453" y="30460"/>
                  </a:lnTo>
                  <a:lnTo>
                    <a:pt x="15154" y="30107"/>
                  </a:lnTo>
                  <a:lnTo>
                    <a:pt x="14484" y="30137"/>
                  </a:lnTo>
                  <a:lnTo>
                    <a:pt x="13798" y="30827"/>
                  </a:lnTo>
                  <a:lnTo>
                    <a:pt x="12484" y="31421"/>
                  </a:lnTo>
                  <a:lnTo>
                    <a:pt x="10484" y="31287"/>
                  </a:lnTo>
                  <a:lnTo>
                    <a:pt x="9613" y="30875"/>
                  </a:lnTo>
                  <a:lnTo>
                    <a:pt x="8950" y="30228"/>
                  </a:lnTo>
                  <a:lnTo>
                    <a:pt x="8591" y="29468"/>
                  </a:lnTo>
                  <a:lnTo>
                    <a:pt x="8535" y="28598"/>
                  </a:lnTo>
                  <a:lnTo>
                    <a:pt x="8350" y="27928"/>
                  </a:lnTo>
                  <a:lnTo>
                    <a:pt x="8038" y="27456"/>
                  </a:lnTo>
                  <a:lnTo>
                    <a:pt x="7312" y="27443"/>
                  </a:lnTo>
                  <a:lnTo>
                    <a:pt x="6175" y="27892"/>
                  </a:lnTo>
                  <a:lnTo>
                    <a:pt x="5730" y="28447"/>
                  </a:lnTo>
                  <a:lnTo>
                    <a:pt x="5979" y="29107"/>
                  </a:lnTo>
                  <a:lnTo>
                    <a:pt x="5769" y="29498"/>
                  </a:lnTo>
                  <a:lnTo>
                    <a:pt x="3778" y="29502"/>
                  </a:lnTo>
                  <a:lnTo>
                    <a:pt x="2999" y="29116"/>
                  </a:lnTo>
                  <a:lnTo>
                    <a:pt x="1501" y="27892"/>
                  </a:lnTo>
                  <a:lnTo>
                    <a:pt x="845" y="26654"/>
                  </a:lnTo>
                  <a:lnTo>
                    <a:pt x="0" y="24451"/>
                  </a:lnTo>
                  <a:lnTo>
                    <a:pt x="81" y="23855"/>
                  </a:lnTo>
                  <a:lnTo>
                    <a:pt x="618" y="22516"/>
                  </a:lnTo>
                  <a:lnTo>
                    <a:pt x="1320" y="21583"/>
                  </a:lnTo>
                  <a:lnTo>
                    <a:pt x="5832" y="21034"/>
                  </a:lnTo>
                  <a:lnTo>
                    <a:pt x="7944" y="20508"/>
                  </a:lnTo>
                  <a:lnTo>
                    <a:pt x="10242" y="18984"/>
                  </a:lnTo>
                  <a:lnTo>
                    <a:pt x="12925" y="16350"/>
                  </a:lnTo>
                  <a:lnTo>
                    <a:pt x="13504" y="15570"/>
                  </a:lnTo>
                  <a:lnTo>
                    <a:pt x="13572" y="14997"/>
                  </a:lnTo>
                  <a:lnTo>
                    <a:pt x="13374" y="14379"/>
                  </a:lnTo>
                  <a:lnTo>
                    <a:pt x="12537" y="12862"/>
                  </a:lnTo>
                  <a:lnTo>
                    <a:pt x="12254" y="11825"/>
                  </a:lnTo>
                  <a:lnTo>
                    <a:pt x="12520" y="11334"/>
                  </a:lnTo>
                  <a:lnTo>
                    <a:pt x="13596" y="11290"/>
                  </a:lnTo>
                  <a:lnTo>
                    <a:pt x="13030" y="10704"/>
                  </a:lnTo>
                  <a:lnTo>
                    <a:pt x="12549" y="9874"/>
                  </a:lnTo>
                  <a:lnTo>
                    <a:pt x="12380" y="9356"/>
                  </a:lnTo>
                  <a:lnTo>
                    <a:pt x="12407" y="8531"/>
                  </a:lnTo>
                  <a:lnTo>
                    <a:pt x="13262" y="8349"/>
                  </a:lnTo>
                  <a:lnTo>
                    <a:pt x="14316" y="8763"/>
                  </a:lnTo>
                  <a:lnTo>
                    <a:pt x="16352" y="11142"/>
                  </a:lnTo>
                  <a:lnTo>
                    <a:pt x="17163" y="11605"/>
                  </a:lnTo>
                  <a:lnTo>
                    <a:pt x="18557" y="11966"/>
                  </a:lnTo>
                  <a:lnTo>
                    <a:pt x="17075" y="10324"/>
                  </a:lnTo>
                  <a:lnTo>
                    <a:pt x="15541" y="6873"/>
                  </a:lnTo>
                  <a:lnTo>
                    <a:pt x="15350" y="5683"/>
                  </a:lnTo>
                  <a:lnTo>
                    <a:pt x="15390" y="5021"/>
                  </a:lnTo>
                  <a:lnTo>
                    <a:pt x="15792" y="3166"/>
                  </a:lnTo>
                  <a:lnTo>
                    <a:pt x="16152" y="2410"/>
                  </a:lnTo>
                  <a:lnTo>
                    <a:pt x="16618" y="1910"/>
                  </a:lnTo>
                  <a:lnTo>
                    <a:pt x="18077" y="844"/>
                  </a:lnTo>
                  <a:lnTo>
                    <a:pt x="20414" y="99"/>
                  </a:lnTo>
                  <a:lnTo>
                    <a:pt x="21612" y="0"/>
                  </a:lnTo>
                  <a:lnTo>
                    <a:pt x="22824" y="601"/>
                  </a:lnTo>
                  <a:lnTo>
                    <a:pt x="23883" y="1755"/>
                  </a:lnTo>
                  <a:lnTo>
                    <a:pt x="26235" y="3638"/>
                  </a:lnTo>
                  <a:lnTo>
                    <a:pt x="26586" y="4409"/>
                  </a:lnTo>
                  <a:lnTo>
                    <a:pt x="26548" y="4768"/>
                  </a:lnTo>
                  <a:lnTo>
                    <a:pt x="25640" y="5286"/>
                  </a:lnTo>
                  <a:lnTo>
                    <a:pt x="25527" y="5756"/>
                  </a:lnTo>
                  <a:close/>
                </a:path>
              </a:pathLst>
            </a:custGeom>
            <a:solidFill>
              <a:srgbClr val="C3DDB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g346"/>
            <p:cNvSpPr/>
            <p:nvPr/>
          </p:nvSpPr>
          <p:spPr>
            <a:xfrm>
              <a:off x="2269499" y="1561303"/>
              <a:ext cx="9847" cy="5033"/>
            </a:xfrm>
            <a:custGeom>
              <a:avLst/>
              <a:pathLst>
                <a:path w="9847" h="5033">
                  <a:moveTo>
                    <a:pt x="4999" y="988"/>
                  </a:moveTo>
                  <a:lnTo>
                    <a:pt x="6391" y="1223"/>
                  </a:lnTo>
                  <a:lnTo>
                    <a:pt x="7702" y="934"/>
                  </a:lnTo>
                  <a:lnTo>
                    <a:pt x="8659" y="1210"/>
                  </a:lnTo>
                  <a:lnTo>
                    <a:pt x="9260" y="2051"/>
                  </a:lnTo>
                  <a:lnTo>
                    <a:pt x="9656" y="2926"/>
                  </a:lnTo>
                  <a:lnTo>
                    <a:pt x="9847" y="3830"/>
                  </a:lnTo>
                  <a:lnTo>
                    <a:pt x="9330" y="4472"/>
                  </a:lnTo>
                  <a:lnTo>
                    <a:pt x="7177" y="5033"/>
                  </a:lnTo>
                  <a:lnTo>
                    <a:pt x="5707" y="4755"/>
                  </a:lnTo>
                  <a:lnTo>
                    <a:pt x="4134" y="4005"/>
                  </a:lnTo>
                  <a:lnTo>
                    <a:pt x="3405" y="4338"/>
                  </a:lnTo>
                  <a:lnTo>
                    <a:pt x="1613" y="3785"/>
                  </a:lnTo>
                  <a:lnTo>
                    <a:pt x="723" y="3035"/>
                  </a:lnTo>
                  <a:lnTo>
                    <a:pt x="0" y="1966"/>
                  </a:lnTo>
                  <a:lnTo>
                    <a:pt x="1" y="1312"/>
                  </a:lnTo>
                  <a:lnTo>
                    <a:pt x="1890" y="574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rgbClr val="C3DDB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g347"/>
            <p:cNvSpPr/>
            <p:nvPr/>
          </p:nvSpPr>
          <p:spPr>
            <a:xfrm>
              <a:off x="2106738" y="1545830"/>
              <a:ext cx="4901" cy="5396"/>
            </a:xfrm>
            <a:custGeom>
              <a:avLst/>
              <a:pathLst>
                <a:path w="4901" h="5396">
                  <a:moveTo>
                    <a:pt x="4508" y="5156"/>
                  </a:moveTo>
                  <a:lnTo>
                    <a:pt x="4351" y="5396"/>
                  </a:lnTo>
                  <a:lnTo>
                    <a:pt x="1719" y="4293"/>
                  </a:lnTo>
                  <a:lnTo>
                    <a:pt x="702" y="3645"/>
                  </a:lnTo>
                  <a:lnTo>
                    <a:pt x="372" y="3166"/>
                  </a:lnTo>
                  <a:lnTo>
                    <a:pt x="138" y="2188"/>
                  </a:lnTo>
                  <a:lnTo>
                    <a:pt x="0" y="712"/>
                  </a:lnTo>
                  <a:lnTo>
                    <a:pt x="524" y="0"/>
                  </a:lnTo>
                  <a:lnTo>
                    <a:pt x="1710" y="50"/>
                  </a:lnTo>
                  <a:lnTo>
                    <a:pt x="2978" y="617"/>
                  </a:lnTo>
                  <a:lnTo>
                    <a:pt x="4901" y="2236"/>
                  </a:lnTo>
                  <a:lnTo>
                    <a:pt x="4353" y="2716"/>
                  </a:lnTo>
                  <a:lnTo>
                    <a:pt x="4327" y="3778"/>
                  </a:lnTo>
                  <a:lnTo>
                    <a:pt x="4543" y="4784"/>
                  </a:lnTo>
                  <a:close/>
                </a:path>
              </a:pathLst>
            </a:custGeom>
            <a:solidFill>
              <a:srgbClr val="C3DDB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g348"/>
            <p:cNvSpPr/>
            <p:nvPr/>
          </p:nvSpPr>
          <p:spPr>
            <a:xfrm>
              <a:off x="1615303" y="1506927"/>
              <a:ext cx="1039927" cy="895691"/>
            </a:xfrm>
            <a:custGeom>
              <a:avLst/>
              <a:pathLst>
                <a:path w="1039927" h="895691">
                  <a:moveTo>
                    <a:pt x="807930" y="797322"/>
                  </a:moveTo>
                  <a:lnTo>
                    <a:pt x="807277" y="797463"/>
                  </a:lnTo>
                  <a:lnTo>
                    <a:pt x="806129" y="797320"/>
                  </a:lnTo>
                  <a:lnTo>
                    <a:pt x="804429" y="798319"/>
                  </a:lnTo>
                  <a:lnTo>
                    <a:pt x="802196" y="800409"/>
                  </a:lnTo>
                  <a:lnTo>
                    <a:pt x="799491" y="804165"/>
                  </a:lnTo>
                  <a:lnTo>
                    <a:pt x="794730" y="812297"/>
                  </a:lnTo>
                  <a:lnTo>
                    <a:pt x="794396" y="813155"/>
                  </a:lnTo>
                  <a:lnTo>
                    <a:pt x="793707" y="814663"/>
                  </a:lnTo>
                  <a:lnTo>
                    <a:pt x="791948" y="816270"/>
                  </a:lnTo>
                  <a:lnTo>
                    <a:pt x="790352" y="818003"/>
                  </a:lnTo>
                  <a:lnTo>
                    <a:pt x="789930" y="819827"/>
                  </a:lnTo>
                  <a:lnTo>
                    <a:pt x="789166" y="820658"/>
                  </a:lnTo>
                  <a:lnTo>
                    <a:pt x="786532" y="825282"/>
                  </a:lnTo>
                  <a:lnTo>
                    <a:pt x="785051" y="829221"/>
                  </a:lnTo>
                  <a:lnTo>
                    <a:pt x="783706" y="833343"/>
                  </a:lnTo>
                  <a:lnTo>
                    <a:pt x="782201" y="837953"/>
                  </a:lnTo>
                  <a:lnTo>
                    <a:pt x="779114" y="838011"/>
                  </a:lnTo>
                  <a:lnTo>
                    <a:pt x="776757" y="837992"/>
                  </a:lnTo>
                  <a:lnTo>
                    <a:pt x="772737" y="837959"/>
                  </a:lnTo>
                  <a:lnTo>
                    <a:pt x="769292" y="837932"/>
                  </a:lnTo>
                  <a:lnTo>
                    <a:pt x="765202" y="837898"/>
                  </a:lnTo>
                  <a:lnTo>
                    <a:pt x="762235" y="837874"/>
                  </a:lnTo>
                  <a:lnTo>
                    <a:pt x="759040" y="838067"/>
                  </a:lnTo>
                  <a:lnTo>
                    <a:pt x="757515" y="839296"/>
                  </a:lnTo>
                  <a:lnTo>
                    <a:pt x="755603" y="840957"/>
                  </a:lnTo>
                  <a:lnTo>
                    <a:pt x="753538" y="842748"/>
                  </a:lnTo>
                  <a:lnTo>
                    <a:pt x="754621" y="846741"/>
                  </a:lnTo>
                  <a:lnTo>
                    <a:pt x="754911" y="848317"/>
                  </a:lnTo>
                  <a:lnTo>
                    <a:pt x="754828" y="853399"/>
                  </a:lnTo>
                  <a:lnTo>
                    <a:pt x="755048" y="853954"/>
                  </a:lnTo>
                  <a:lnTo>
                    <a:pt x="755279" y="854709"/>
                  </a:lnTo>
                  <a:lnTo>
                    <a:pt x="755314" y="856022"/>
                  </a:lnTo>
                  <a:lnTo>
                    <a:pt x="755491" y="856622"/>
                  </a:lnTo>
                  <a:lnTo>
                    <a:pt x="755867" y="857107"/>
                  </a:lnTo>
                  <a:lnTo>
                    <a:pt x="756291" y="857676"/>
                  </a:lnTo>
                  <a:lnTo>
                    <a:pt x="756598" y="858449"/>
                  </a:lnTo>
                  <a:lnTo>
                    <a:pt x="756668" y="859219"/>
                  </a:lnTo>
                  <a:lnTo>
                    <a:pt x="756373" y="860561"/>
                  </a:lnTo>
                  <a:lnTo>
                    <a:pt x="755186" y="862374"/>
                  </a:lnTo>
                  <a:lnTo>
                    <a:pt x="753516" y="863964"/>
                  </a:lnTo>
                  <a:lnTo>
                    <a:pt x="750194" y="866833"/>
                  </a:lnTo>
                  <a:lnTo>
                    <a:pt x="746346" y="870157"/>
                  </a:lnTo>
                  <a:lnTo>
                    <a:pt x="743010" y="873038"/>
                  </a:lnTo>
                  <a:lnTo>
                    <a:pt x="740429" y="875268"/>
                  </a:lnTo>
                  <a:lnTo>
                    <a:pt x="735127" y="877225"/>
                  </a:lnTo>
                  <a:lnTo>
                    <a:pt x="730915" y="878779"/>
                  </a:lnTo>
                  <a:lnTo>
                    <a:pt x="727875" y="879902"/>
                  </a:lnTo>
                  <a:lnTo>
                    <a:pt x="725076" y="883025"/>
                  </a:lnTo>
                  <a:lnTo>
                    <a:pt x="721985" y="886472"/>
                  </a:lnTo>
                  <a:lnTo>
                    <a:pt x="719386" y="889371"/>
                  </a:lnTo>
                  <a:lnTo>
                    <a:pt x="716471" y="892622"/>
                  </a:lnTo>
                  <a:lnTo>
                    <a:pt x="713720" y="895691"/>
                  </a:lnTo>
                  <a:lnTo>
                    <a:pt x="710662" y="895681"/>
                  </a:lnTo>
                  <a:lnTo>
                    <a:pt x="708515" y="893381"/>
                  </a:lnTo>
                  <a:lnTo>
                    <a:pt x="706519" y="891019"/>
                  </a:lnTo>
                  <a:lnTo>
                    <a:pt x="705154" y="886796"/>
                  </a:lnTo>
                  <a:lnTo>
                    <a:pt x="705060" y="881889"/>
                  </a:lnTo>
                  <a:lnTo>
                    <a:pt x="705549" y="878675"/>
                  </a:lnTo>
                  <a:lnTo>
                    <a:pt x="705993" y="877210"/>
                  </a:lnTo>
                  <a:lnTo>
                    <a:pt x="706839" y="876280"/>
                  </a:lnTo>
                  <a:lnTo>
                    <a:pt x="708496" y="874700"/>
                  </a:lnTo>
                  <a:lnTo>
                    <a:pt x="710002" y="871502"/>
                  </a:lnTo>
                  <a:lnTo>
                    <a:pt x="711209" y="869593"/>
                  </a:lnTo>
                  <a:lnTo>
                    <a:pt x="712425" y="867623"/>
                  </a:lnTo>
                  <a:lnTo>
                    <a:pt x="713120" y="864231"/>
                  </a:lnTo>
                  <a:lnTo>
                    <a:pt x="713986" y="856020"/>
                  </a:lnTo>
                  <a:lnTo>
                    <a:pt x="714096" y="854387"/>
                  </a:lnTo>
                  <a:lnTo>
                    <a:pt x="715357" y="848756"/>
                  </a:lnTo>
                  <a:lnTo>
                    <a:pt x="716751" y="842525"/>
                  </a:lnTo>
                  <a:lnTo>
                    <a:pt x="717391" y="839664"/>
                  </a:lnTo>
                  <a:lnTo>
                    <a:pt x="716676" y="832238"/>
                  </a:lnTo>
                  <a:lnTo>
                    <a:pt x="716137" y="826532"/>
                  </a:lnTo>
                  <a:lnTo>
                    <a:pt x="715644" y="821304"/>
                  </a:lnTo>
                  <a:lnTo>
                    <a:pt x="715088" y="815415"/>
                  </a:lnTo>
                  <a:lnTo>
                    <a:pt x="714583" y="810053"/>
                  </a:lnTo>
                  <a:lnTo>
                    <a:pt x="714107" y="805002"/>
                  </a:lnTo>
                  <a:lnTo>
                    <a:pt x="713629" y="799932"/>
                  </a:lnTo>
                  <a:lnTo>
                    <a:pt x="713160" y="794961"/>
                  </a:lnTo>
                  <a:lnTo>
                    <a:pt x="712792" y="791396"/>
                  </a:lnTo>
                  <a:lnTo>
                    <a:pt x="712355" y="787172"/>
                  </a:lnTo>
                  <a:lnTo>
                    <a:pt x="709804" y="784206"/>
                  </a:lnTo>
                  <a:lnTo>
                    <a:pt x="707867" y="782130"/>
                  </a:lnTo>
                  <a:lnTo>
                    <a:pt x="704699" y="778738"/>
                  </a:lnTo>
                  <a:lnTo>
                    <a:pt x="702042" y="775893"/>
                  </a:lnTo>
                  <a:lnTo>
                    <a:pt x="699661" y="773290"/>
                  </a:lnTo>
                  <a:lnTo>
                    <a:pt x="701162" y="768044"/>
                  </a:lnTo>
                  <a:lnTo>
                    <a:pt x="701033" y="767185"/>
                  </a:lnTo>
                  <a:lnTo>
                    <a:pt x="700489" y="766152"/>
                  </a:lnTo>
                  <a:lnTo>
                    <a:pt x="699377" y="764434"/>
                  </a:lnTo>
                  <a:lnTo>
                    <a:pt x="698727" y="764259"/>
                  </a:lnTo>
                  <a:lnTo>
                    <a:pt x="697583" y="764663"/>
                  </a:lnTo>
                  <a:lnTo>
                    <a:pt x="695757" y="765732"/>
                  </a:lnTo>
                  <a:lnTo>
                    <a:pt x="694968" y="765378"/>
                  </a:lnTo>
                  <a:lnTo>
                    <a:pt x="694341" y="763542"/>
                  </a:lnTo>
                  <a:lnTo>
                    <a:pt x="693620" y="761193"/>
                  </a:lnTo>
                  <a:lnTo>
                    <a:pt x="693384" y="759358"/>
                  </a:lnTo>
                  <a:lnTo>
                    <a:pt x="693293" y="756930"/>
                  </a:lnTo>
                  <a:lnTo>
                    <a:pt x="692863" y="754744"/>
                  </a:lnTo>
                  <a:lnTo>
                    <a:pt x="693135" y="753597"/>
                  </a:lnTo>
                  <a:lnTo>
                    <a:pt x="693196" y="753026"/>
                  </a:lnTo>
                  <a:lnTo>
                    <a:pt x="693171" y="752307"/>
                  </a:lnTo>
                  <a:lnTo>
                    <a:pt x="692875" y="751848"/>
                  </a:lnTo>
                  <a:lnTo>
                    <a:pt x="692355" y="751648"/>
                  </a:lnTo>
                  <a:lnTo>
                    <a:pt x="690593" y="752565"/>
                  </a:lnTo>
                  <a:lnTo>
                    <a:pt x="689801" y="752650"/>
                  </a:lnTo>
                  <a:lnTo>
                    <a:pt x="689329" y="753167"/>
                  </a:lnTo>
                  <a:lnTo>
                    <a:pt x="688584" y="754239"/>
                  </a:lnTo>
                  <a:lnTo>
                    <a:pt x="687851" y="754372"/>
                  </a:lnTo>
                  <a:lnTo>
                    <a:pt x="686583" y="751834"/>
                  </a:lnTo>
                  <a:lnTo>
                    <a:pt x="685198" y="749055"/>
                  </a:lnTo>
                  <a:lnTo>
                    <a:pt x="684617" y="745227"/>
                  </a:lnTo>
                  <a:lnTo>
                    <a:pt x="684021" y="741295"/>
                  </a:lnTo>
                  <a:lnTo>
                    <a:pt x="681656" y="738931"/>
                  </a:lnTo>
                  <a:lnTo>
                    <a:pt x="679291" y="736566"/>
                  </a:lnTo>
                  <a:lnTo>
                    <a:pt x="676926" y="734202"/>
                  </a:lnTo>
                  <a:lnTo>
                    <a:pt x="674561" y="731838"/>
                  </a:lnTo>
                  <a:lnTo>
                    <a:pt x="672195" y="729473"/>
                  </a:lnTo>
                  <a:lnTo>
                    <a:pt x="669830" y="727108"/>
                  </a:lnTo>
                  <a:lnTo>
                    <a:pt x="667465" y="724743"/>
                  </a:lnTo>
                  <a:lnTo>
                    <a:pt x="665099" y="722379"/>
                  </a:lnTo>
                  <a:lnTo>
                    <a:pt x="664283" y="721595"/>
                  </a:lnTo>
                  <a:lnTo>
                    <a:pt x="662131" y="719532"/>
                  </a:lnTo>
                  <a:lnTo>
                    <a:pt x="659088" y="716613"/>
                  </a:lnTo>
                  <a:lnTo>
                    <a:pt x="655600" y="713266"/>
                  </a:lnTo>
                  <a:lnTo>
                    <a:pt x="652112" y="709918"/>
                  </a:lnTo>
                  <a:lnTo>
                    <a:pt x="649069" y="707000"/>
                  </a:lnTo>
                  <a:lnTo>
                    <a:pt x="646917" y="704936"/>
                  </a:lnTo>
                  <a:lnTo>
                    <a:pt x="646101" y="704153"/>
                  </a:lnTo>
                  <a:lnTo>
                    <a:pt x="643990" y="702129"/>
                  </a:lnTo>
                  <a:lnTo>
                    <a:pt x="641339" y="699833"/>
                  </a:lnTo>
                  <a:lnTo>
                    <a:pt x="638492" y="700987"/>
                  </a:lnTo>
                  <a:lnTo>
                    <a:pt x="634996" y="704187"/>
                  </a:lnTo>
                  <a:lnTo>
                    <a:pt x="632998" y="706017"/>
                  </a:lnTo>
                  <a:lnTo>
                    <a:pt x="631498" y="707388"/>
                  </a:lnTo>
                  <a:lnTo>
                    <a:pt x="630431" y="708199"/>
                  </a:lnTo>
                  <a:lnTo>
                    <a:pt x="628208" y="708900"/>
                  </a:lnTo>
                  <a:lnTo>
                    <a:pt x="627051" y="708792"/>
                  </a:lnTo>
                  <a:lnTo>
                    <a:pt x="624311" y="708336"/>
                  </a:lnTo>
                  <a:lnTo>
                    <a:pt x="622780" y="708923"/>
                  </a:lnTo>
                  <a:lnTo>
                    <a:pt x="621651" y="708336"/>
                  </a:lnTo>
                  <a:lnTo>
                    <a:pt x="621087" y="706479"/>
                  </a:lnTo>
                  <a:lnTo>
                    <a:pt x="620455" y="705298"/>
                  </a:lnTo>
                  <a:lnTo>
                    <a:pt x="617672" y="705858"/>
                  </a:lnTo>
                  <a:lnTo>
                    <a:pt x="614175" y="705461"/>
                  </a:lnTo>
                  <a:lnTo>
                    <a:pt x="612502" y="705698"/>
                  </a:lnTo>
                  <a:lnTo>
                    <a:pt x="611857" y="704916"/>
                  </a:lnTo>
                  <a:lnTo>
                    <a:pt x="611332" y="702863"/>
                  </a:lnTo>
                  <a:lnTo>
                    <a:pt x="610409" y="702609"/>
                  </a:lnTo>
                  <a:lnTo>
                    <a:pt x="608857" y="703065"/>
                  </a:lnTo>
                  <a:lnTo>
                    <a:pt x="606697" y="705698"/>
                  </a:lnTo>
                  <a:lnTo>
                    <a:pt x="604667" y="707059"/>
                  </a:lnTo>
                  <a:lnTo>
                    <a:pt x="603070" y="707066"/>
                  </a:lnTo>
                  <a:lnTo>
                    <a:pt x="601497" y="705698"/>
                  </a:lnTo>
                  <a:lnTo>
                    <a:pt x="598925" y="702951"/>
                  </a:lnTo>
                  <a:lnTo>
                    <a:pt x="597136" y="699869"/>
                  </a:lnTo>
                  <a:lnTo>
                    <a:pt x="595106" y="698790"/>
                  </a:lnTo>
                  <a:lnTo>
                    <a:pt x="593559" y="699070"/>
                  </a:lnTo>
                  <a:lnTo>
                    <a:pt x="592953" y="700615"/>
                  </a:lnTo>
                  <a:lnTo>
                    <a:pt x="592146" y="700615"/>
                  </a:lnTo>
                  <a:lnTo>
                    <a:pt x="591582" y="697977"/>
                  </a:lnTo>
                  <a:lnTo>
                    <a:pt x="591099" y="695924"/>
                  </a:lnTo>
                  <a:lnTo>
                    <a:pt x="590091" y="695046"/>
                  </a:lnTo>
                  <a:lnTo>
                    <a:pt x="588270" y="693073"/>
                  </a:lnTo>
                  <a:lnTo>
                    <a:pt x="587002" y="692011"/>
                  </a:lnTo>
                  <a:lnTo>
                    <a:pt x="585058" y="690710"/>
                  </a:lnTo>
                  <a:lnTo>
                    <a:pt x="584382" y="690472"/>
                  </a:lnTo>
                  <a:lnTo>
                    <a:pt x="583120" y="690310"/>
                  </a:lnTo>
                  <a:lnTo>
                    <a:pt x="581868" y="690206"/>
                  </a:lnTo>
                  <a:lnTo>
                    <a:pt x="580407" y="690570"/>
                  </a:lnTo>
                  <a:lnTo>
                    <a:pt x="579362" y="692203"/>
                  </a:lnTo>
                  <a:lnTo>
                    <a:pt x="578135" y="692923"/>
                  </a:lnTo>
                  <a:lnTo>
                    <a:pt x="576387" y="693262"/>
                  </a:lnTo>
                  <a:lnTo>
                    <a:pt x="575219" y="692568"/>
                  </a:lnTo>
                  <a:lnTo>
                    <a:pt x="574633" y="690844"/>
                  </a:lnTo>
                  <a:lnTo>
                    <a:pt x="572152" y="689315"/>
                  </a:lnTo>
                  <a:lnTo>
                    <a:pt x="567777" y="687983"/>
                  </a:lnTo>
                  <a:lnTo>
                    <a:pt x="565258" y="686845"/>
                  </a:lnTo>
                  <a:lnTo>
                    <a:pt x="564594" y="685905"/>
                  </a:lnTo>
                  <a:lnTo>
                    <a:pt x="564232" y="684898"/>
                  </a:lnTo>
                  <a:lnTo>
                    <a:pt x="564138" y="683275"/>
                  </a:lnTo>
                  <a:lnTo>
                    <a:pt x="563033" y="679153"/>
                  </a:lnTo>
                  <a:lnTo>
                    <a:pt x="562556" y="675718"/>
                  </a:lnTo>
                  <a:lnTo>
                    <a:pt x="562339" y="671598"/>
                  </a:lnTo>
                  <a:lnTo>
                    <a:pt x="562413" y="670239"/>
                  </a:lnTo>
                  <a:lnTo>
                    <a:pt x="562163" y="669812"/>
                  </a:lnTo>
                  <a:lnTo>
                    <a:pt x="561377" y="668915"/>
                  </a:lnTo>
                  <a:lnTo>
                    <a:pt x="558745" y="668316"/>
                  </a:lnTo>
                  <a:lnTo>
                    <a:pt x="558709" y="673239"/>
                  </a:lnTo>
                  <a:lnTo>
                    <a:pt x="558662" y="679483"/>
                  </a:lnTo>
                  <a:lnTo>
                    <a:pt x="555788" y="679442"/>
                  </a:lnTo>
                  <a:lnTo>
                    <a:pt x="550591" y="679442"/>
                  </a:lnTo>
                  <a:lnTo>
                    <a:pt x="545395" y="679442"/>
                  </a:lnTo>
                  <a:lnTo>
                    <a:pt x="540199" y="679442"/>
                  </a:lnTo>
                  <a:lnTo>
                    <a:pt x="535002" y="679442"/>
                  </a:lnTo>
                  <a:lnTo>
                    <a:pt x="529806" y="679442"/>
                  </a:lnTo>
                  <a:lnTo>
                    <a:pt x="524610" y="679442"/>
                  </a:lnTo>
                  <a:lnTo>
                    <a:pt x="519413" y="679442"/>
                  </a:lnTo>
                  <a:lnTo>
                    <a:pt x="514217" y="679442"/>
                  </a:lnTo>
                  <a:lnTo>
                    <a:pt x="509020" y="679443"/>
                  </a:lnTo>
                  <a:lnTo>
                    <a:pt x="503824" y="679443"/>
                  </a:lnTo>
                  <a:lnTo>
                    <a:pt x="498627" y="679443"/>
                  </a:lnTo>
                  <a:lnTo>
                    <a:pt x="493431" y="679443"/>
                  </a:lnTo>
                  <a:lnTo>
                    <a:pt x="488235" y="679443"/>
                  </a:lnTo>
                  <a:lnTo>
                    <a:pt x="483038" y="679443"/>
                  </a:lnTo>
                  <a:lnTo>
                    <a:pt x="477842" y="679443"/>
                  </a:lnTo>
                  <a:lnTo>
                    <a:pt x="472646" y="679443"/>
                  </a:lnTo>
                  <a:lnTo>
                    <a:pt x="467449" y="679443"/>
                  </a:lnTo>
                  <a:lnTo>
                    <a:pt x="462253" y="679443"/>
                  </a:lnTo>
                  <a:lnTo>
                    <a:pt x="457056" y="679443"/>
                  </a:lnTo>
                  <a:lnTo>
                    <a:pt x="451860" y="679443"/>
                  </a:lnTo>
                  <a:lnTo>
                    <a:pt x="446663" y="679443"/>
                  </a:lnTo>
                  <a:lnTo>
                    <a:pt x="441467" y="679443"/>
                  </a:lnTo>
                  <a:lnTo>
                    <a:pt x="436271" y="679443"/>
                  </a:lnTo>
                  <a:lnTo>
                    <a:pt x="431074" y="679443"/>
                  </a:lnTo>
                  <a:lnTo>
                    <a:pt x="425878" y="679443"/>
                  </a:lnTo>
                  <a:lnTo>
                    <a:pt x="420682" y="679443"/>
                  </a:lnTo>
                  <a:lnTo>
                    <a:pt x="415485" y="679443"/>
                  </a:lnTo>
                  <a:lnTo>
                    <a:pt x="410288" y="679443"/>
                  </a:lnTo>
                  <a:lnTo>
                    <a:pt x="405092" y="679443"/>
                  </a:lnTo>
                  <a:lnTo>
                    <a:pt x="399895" y="679443"/>
                  </a:lnTo>
                  <a:lnTo>
                    <a:pt x="394699" y="679443"/>
                  </a:lnTo>
                  <a:lnTo>
                    <a:pt x="389503" y="679443"/>
                  </a:lnTo>
                  <a:lnTo>
                    <a:pt x="384306" y="679444"/>
                  </a:lnTo>
                  <a:lnTo>
                    <a:pt x="379110" y="679444"/>
                  </a:lnTo>
                  <a:lnTo>
                    <a:pt x="373914" y="679444"/>
                  </a:lnTo>
                  <a:lnTo>
                    <a:pt x="368717" y="679444"/>
                  </a:lnTo>
                  <a:lnTo>
                    <a:pt x="363521" y="679444"/>
                  </a:lnTo>
                  <a:lnTo>
                    <a:pt x="358324" y="679444"/>
                  </a:lnTo>
                  <a:lnTo>
                    <a:pt x="353128" y="679444"/>
                  </a:lnTo>
                  <a:lnTo>
                    <a:pt x="347931" y="679444"/>
                  </a:lnTo>
                  <a:lnTo>
                    <a:pt x="342735" y="679444"/>
                  </a:lnTo>
                  <a:lnTo>
                    <a:pt x="337539" y="679444"/>
                  </a:lnTo>
                  <a:lnTo>
                    <a:pt x="332342" y="679444"/>
                  </a:lnTo>
                  <a:lnTo>
                    <a:pt x="327146" y="679444"/>
                  </a:lnTo>
                  <a:lnTo>
                    <a:pt x="321950" y="679444"/>
                  </a:lnTo>
                  <a:lnTo>
                    <a:pt x="316753" y="679444"/>
                  </a:lnTo>
                  <a:lnTo>
                    <a:pt x="311557" y="679444"/>
                  </a:lnTo>
                  <a:lnTo>
                    <a:pt x="306360" y="679444"/>
                  </a:lnTo>
                  <a:lnTo>
                    <a:pt x="301164" y="679444"/>
                  </a:lnTo>
                  <a:lnTo>
                    <a:pt x="295967" y="679444"/>
                  </a:lnTo>
                  <a:lnTo>
                    <a:pt x="290771" y="679444"/>
                  </a:lnTo>
                  <a:lnTo>
                    <a:pt x="285575" y="679444"/>
                  </a:lnTo>
                  <a:lnTo>
                    <a:pt x="280378" y="679444"/>
                  </a:lnTo>
                  <a:lnTo>
                    <a:pt x="275182" y="679444"/>
                  </a:lnTo>
                  <a:lnTo>
                    <a:pt x="269986" y="679444"/>
                  </a:lnTo>
                  <a:lnTo>
                    <a:pt x="264789" y="679444"/>
                  </a:lnTo>
                  <a:lnTo>
                    <a:pt x="259592" y="679446"/>
                  </a:lnTo>
                  <a:lnTo>
                    <a:pt x="254396" y="679446"/>
                  </a:lnTo>
                  <a:lnTo>
                    <a:pt x="249200" y="679446"/>
                  </a:lnTo>
                  <a:lnTo>
                    <a:pt x="244003" y="679446"/>
                  </a:lnTo>
                  <a:lnTo>
                    <a:pt x="238807" y="679446"/>
                  </a:lnTo>
                  <a:lnTo>
                    <a:pt x="233611" y="679446"/>
                  </a:lnTo>
                  <a:lnTo>
                    <a:pt x="228414" y="679446"/>
                  </a:lnTo>
                  <a:lnTo>
                    <a:pt x="223218" y="679446"/>
                  </a:lnTo>
                  <a:lnTo>
                    <a:pt x="221970" y="679446"/>
                  </a:lnTo>
                  <a:lnTo>
                    <a:pt x="221508" y="678400"/>
                  </a:lnTo>
                  <a:lnTo>
                    <a:pt x="220320" y="677034"/>
                  </a:lnTo>
                  <a:lnTo>
                    <a:pt x="219850" y="677035"/>
                  </a:lnTo>
                  <a:lnTo>
                    <a:pt x="219368" y="677440"/>
                  </a:lnTo>
                  <a:lnTo>
                    <a:pt x="219063" y="678101"/>
                  </a:lnTo>
                  <a:lnTo>
                    <a:pt x="218796" y="679446"/>
                  </a:lnTo>
                  <a:lnTo>
                    <a:pt x="218624" y="679897"/>
                  </a:lnTo>
                  <a:lnTo>
                    <a:pt x="218454" y="679824"/>
                  </a:lnTo>
                  <a:lnTo>
                    <a:pt x="218342" y="679446"/>
                  </a:lnTo>
                  <a:lnTo>
                    <a:pt x="217962" y="677575"/>
                  </a:lnTo>
                  <a:lnTo>
                    <a:pt x="218063" y="676739"/>
                  </a:lnTo>
                  <a:lnTo>
                    <a:pt x="218454" y="675742"/>
                  </a:lnTo>
                  <a:lnTo>
                    <a:pt x="218426" y="675380"/>
                  </a:lnTo>
                  <a:lnTo>
                    <a:pt x="217566" y="675663"/>
                  </a:lnTo>
                  <a:lnTo>
                    <a:pt x="217179" y="675413"/>
                  </a:lnTo>
                  <a:lnTo>
                    <a:pt x="217003" y="674875"/>
                  </a:lnTo>
                  <a:lnTo>
                    <a:pt x="217067" y="672753"/>
                  </a:lnTo>
                  <a:lnTo>
                    <a:pt x="216599" y="671542"/>
                  </a:lnTo>
                  <a:lnTo>
                    <a:pt x="217154" y="671033"/>
                  </a:lnTo>
                  <a:lnTo>
                    <a:pt x="218575" y="670624"/>
                  </a:lnTo>
                  <a:lnTo>
                    <a:pt x="220034" y="670574"/>
                  </a:lnTo>
                  <a:lnTo>
                    <a:pt x="220456" y="669690"/>
                  </a:lnTo>
                  <a:lnTo>
                    <a:pt x="220869" y="667452"/>
                  </a:lnTo>
                  <a:lnTo>
                    <a:pt x="219829" y="669508"/>
                  </a:lnTo>
                  <a:lnTo>
                    <a:pt x="219206" y="669720"/>
                  </a:lnTo>
                  <a:lnTo>
                    <a:pt x="217272" y="668951"/>
                  </a:lnTo>
                  <a:lnTo>
                    <a:pt x="216023" y="669076"/>
                  </a:lnTo>
                  <a:lnTo>
                    <a:pt x="215855" y="668618"/>
                  </a:lnTo>
                  <a:lnTo>
                    <a:pt x="215907" y="668160"/>
                  </a:lnTo>
                  <a:lnTo>
                    <a:pt x="216177" y="667701"/>
                  </a:lnTo>
                  <a:lnTo>
                    <a:pt x="216377" y="666149"/>
                  </a:lnTo>
                  <a:lnTo>
                    <a:pt x="216678" y="661791"/>
                  </a:lnTo>
                  <a:lnTo>
                    <a:pt x="217072" y="660201"/>
                  </a:lnTo>
                  <a:lnTo>
                    <a:pt x="217207" y="659337"/>
                  </a:lnTo>
                  <a:lnTo>
                    <a:pt x="217110" y="659137"/>
                  </a:lnTo>
                  <a:lnTo>
                    <a:pt x="215435" y="662169"/>
                  </a:lnTo>
                  <a:lnTo>
                    <a:pt x="215292" y="663132"/>
                  </a:lnTo>
                  <a:lnTo>
                    <a:pt x="215466" y="663963"/>
                  </a:lnTo>
                  <a:lnTo>
                    <a:pt x="215305" y="665671"/>
                  </a:lnTo>
                  <a:lnTo>
                    <a:pt x="214533" y="666182"/>
                  </a:lnTo>
                  <a:lnTo>
                    <a:pt x="214070" y="665904"/>
                  </a:lnTo>
                  <a:lnTo>
                    <a:pt x="213202" y="667348"/>
                  </a:lnTo>
                  <a:lnTo>
                    <a:pt x="212929" y="667499"/>
                  </a:lnTo>
                  <a:lnTo>
                    <a:pt x="208927" y="664971"/>
                  </a:lnTo>
                  <a:lnTo>
                    <a:pt x="208526" y="664621"/>
                  </a:lnTo>
                  <a:lnTo>
                    <a:pt x="207837" y="663439"/>
                  </a:lnTo>
                  <a:lnTo>
                    <a:pt x="206860" y="661425"/>
                  </a:lnTo>
                  <a:lnTo>
                    <a:pt x="206553" y="659686"/>
                  </a:lnTo>
                  <a:lnTo>
                    <a:pt x="206916" y="658220"/>
                  </a:lnTo>
                  <a:lnTo>
                    <a:pt x="207298" y="657486"/>
                  </a:lnTo>
                  <a:lnTo>
                    <a:pt x="207702" y="657486"/>
                  </a:lnTo>
                  <a:lnTo>
                    <a:pt x="208150" y="658037"/>
                  </a:lnTo>
                  <a:lnTo>
                    <a:pt x="209072" y="660427"/>
                  </a:lnTo>
                  <a:lnTo>
                    <a:pt x="209436" y="661907"/>
                  </a:lnTo>
                  <a:lnTo>
                    <a:pt x="210388" y="661701"/>
                  </a:lnTo>
                  <a:lnTo>
                    <a:pt x="211928" y="659809"/>
                  </a:lnTo>
                  <a:lnTo>
                    <a:pt x="212297" y="659109"/>
                  </a:lnTo>
                  <a:lnTo>
                    <a:pt x="210763" y="659828"/>
                  </a:lnTo>
                  <a:lnTo>
                    <a:pt x="210100" y="659782"/>
                  </a:lnTo>
                  <a:lnTo>
                    <a:pt x="209426" y="658994"/>
                  </a:lnTo>
                  <a:lnTo>
                    <a:pt x="208739" y="657467"/>
                  </a:lnTo>
                  <a:lnTo>
                    <a:pt x="208381" y="655734"/>
                  </a:lnTo>
                  <a:lnTo>
                    <a:pt x="208375" y="650247"/>
                  </a:lnTo>
                  <a:lnTo>
                    <a:pt x="208610" y="649187"/>
                  </a:lnTo>
                  <a:lnTo>
                    <a:pt x="209355" y="648399"/>
                  </a:lnTo>
                  <a:lnTo>
                    <a:pt x="209833" y="647091"/>
                  </a:lnTo>
                  <a:lnTo>
                    <a:pt x="209796" y="646536"/>
                  </a:lnTo>
                  <a:lnTo>
                    <a:pt x="209336" y="645428"/>
                  </a:lnTo>
                  <a:lnTo>
                    <a:pt x="208669" y="644560"/>
                  </a:lnTo>
                  <a:lnTo>
                    <a:pt x="208018" y="644127"/>
                  </a:lnTo>
                  <a:lnTo>
                    <a:pt x="207868" y="644255"/>
                  </a:lnTo>
                  <a:lnTo>
                    <a:pt x="208878" y="646659"/>
                  </a:lnTo>
                  <a:lnTo>
                    <a:pt x="208845" y="647561"/>
                  </a:lnTo>
                  <a:lnTo>
                    <a:pt x="207727" y="649904"/>
                  </a:lnTo>
                  <a:lnTo>
                    <a:pt x="207557" y="650591"/>
                  </a:lnTo>
                  <a:lnTo>
                    <a:pt x="207548" y="652881"/>
                  </a:lnTo>
                  <a:lnTo>
                    <a:pt x="207392" y="653367"/>
                  </a:lnTo>
                  <a:lnTo>
                    <a:pt x="206492" y="654015"/>
                  </a:lnTo>
                  <a:lnTo>
                    <a:pt x="205483" y="655817"/>
                  </a:lnTo>
                  <a:lnTo>
                    <a:pt x="203781" y="656424"/>
                  </a:lnTo>
                  <a:lnTo>
                    <a:pt x="202180" y="656247"/>
                  </a:lnTo>
                  <a:lnTo>
                    <a:pt x="201319" y="655358"/>
                  </a:lnTo>
                  <a:lnTo>
                    <a:pt x="198649" y="650941"/>
                  </a:lnTo>
                  <a:lnTo>
                    <a:pt x="197673" y="649096"/>
                  </a:lnTo>
                  <a:lnTo>
                    <a:pt x="197650" y="647539"/>
                  </a:lnTo>
                  <a:lnTo>
                    <a:pt x="195823" y="642065"/>
                  </a:lnTo>
                  <a:lnTo>
                    <a:pt x="195833" y="640888"/>
                  </a:lnTo>
                  <a:lnTo>
                    <a:pt x="195197" y="639182"/>
                  </a:lnTo>
                  <a:lnTo>
                    <a:pt x="194490" y="638941"/>
                  </a:lnTo>
                  <a:lnTo>
                    <a:pt x="194330" y="637320"/>
                  </a:lnTo>
                  <a:lnTo>
                    <a:pt x="195791" y="633811"/>
                  </a:lnTo>
                  <a:lnTo>
                    <a:pt x="196695" y="630859"/>
                  </a:lnTo>
                  <a:lnTo>
                    <a:pt x="196797" y="629932"/>
                  </a:lnTo>
                  <a:lnTo>
                    <a:pt x="196758" y="628494"/>
                  </a:lnTo>
                  <a:lnTo>
                    <a:pt x="196539" y="625294"/>
                  </a:lnTo>
                  <a:lnTo>
                    <a:pt x="196729" y="623912"/>
                  </a:lnTo>
                  <a:lnTo>
                    <a:pt x="195830" y="625738"/>
                  </a:lnTo>
                  <a:lnTo>
                    <a:pt x="195639" y="627094"/>
                  </a:lnTo>
                  <a:lnTo>
                    <a:pt x="195861" y="628462"/>
                  </a:lnTo>
                  <a:lnTo>
                    <a:pt x="195721" y="630021"/>
                  </a:lnTo>
                  <a:lnTo>
                    <a:pt x="195199" y="632199"/>
                  </a:lnTo>
                  <a:lnTo>
                    <a:pt x="194305" y="634506"/>
                  </a:lnTo>
                  <a:lnTo>
                    <a:pt x="192463" y="635616"/>
                  </a:lnTo>
                  <a:lnTo>
                    <a:pt x="189216" y="635000"/>
                  </a:lnTo>
                  <a:lnTo>
                    <a:pt x="188840" y="634701"/>
                  </a:lnTo>
                  <a:lnTo>
                    <a:pt x="188611" y="633907"/>
                  </a:lnTo>
                  <a:lnTo>
                    <a:pt x="188448" y="630513"/>
                  </a:lnTo>
                  <a:lnTo>
                    <a:pt x="188250" y="630931"/>
                  </a:lnTo>
                  <a:lnTo>
                    <a:pt x="187881" y="632740"/>
                  </a:lnTo>
                  <a:lnTo>
                    <a:pt x="187585" y="635329"/>
                  </a:lnTo>
                  <a:lnTo>
                    <a:pt x="187205" y="635914"/>
                  </a:lnTo>
                  <a:lnTo>
                    <a:pt x="186520" y="635963"/>
                  </a:lnTo>
                  <a:lnTo>
                    <a:pt x="185988" y="635549"/>
                  </a:lnTo>
                  <a:lnTo>
                    <a:pt x="185608" y="634674"/>
                  </a:lnTo>
                  <a:lnTo>
                    <a:pt x="184789" y="634601"/>
                  </a:lnTo>
                  <a:lnTo>
                    <a:pt x="183260" y="635290"/>
                  </a:lnTo>
                  <a:lnTo>
                    <a:pt x="182540" y="635013"/>
                  </a:lnTo>
                  <a:lnTo>
                    <a:pt x="181684" y="634987"/>
                  </a:lnTo>
                  <a:lnTo>
                    <a:pt x="179951" y="634228"/>
                  </a:lnTo>
                  <a:lnTo>
                    <a:pt x="177904" y="634033"/>
                  </a:lnTo>
                  <a:lnTo>
                    <a:pt x="177350" y="633447"/>
                  </a:lnTo>
                  <a:lnTo>
                    <a:pt x="177381" y="632323"/>
                  </a:lnTo>
                  <a:lnTo>
                    <a:pt x="177763" y="631755"/>
                  </a:lnTo>
                  <a:lnTo>
                    <a:pt x="179922" y="631257"/>
                  </a:lnTo>
                  <a:lnTo>
                    <a:pt x="182015" y="630061"/>
                  </a:lnTo>
                  <a:lnTo>
                    <a:pt x="184082" y="629468"/>
                  </a:lnTo>
                  <a:lnTo>
                    <a:pt x="184003" y="628861"/>
                  </a:lnTo>
                  <a:lnTo>
                    <a:pt x="183069" y="628670"/>
                  </a:lnTo>
                  <a:lnTo>
                    <a:pt x="178321" y="629989"/>
                  </a:lnTo>
                  <a:lnTo>
                    <a:pt x="176826" y="629830"/>
                  </a:lnTo>
                  <a:lnTo>
                    <a:pt x="176565" y="629615"/>
                  </a:lnTo>
                  <a:lnTo>
                    <a:pt x="176529" y="628283"/>
                  </a:lnTo>
                  <a:lnTo>
                    <a:pt x="177079" y="627018"/>
                  </a:lnTo>
                  <a:lnTo>
                    <a:pt x="177994" y="625842"/>
                  </a:lnTo>
                  <a:lnTo>
                    <a:pt x="178269" y="624948"/>
                  </a:lnTo>
                  <a:lnTo>
                    <a:pt x="177737" y="624568"/>
                  </a:lnTo>
                  <a:lnTo>
                    <a:pt x="176884" y="624815"/>
                  </a:lnTo>
                  <a:lnTo>
                    <a:pt x="176475" y="624099"/>
                  </a:lnTo>
                  <a:lnTo>
                    <a:pt x="176928" y="621309"/>
                  </a:lnTo>
                  <a:lnTo>
                    <a:pt x="176529" y="618462"/>
                  </a:lnTo>
                  <a:lnTo>
                    <a:pt x="175974" y="621162"/>
                  </a:lnTo>
                  <a:lnTo>
                    <a:pt x="175134" y="622649"/>
                  </a:lnTo>
                  <a:lnTo>
                    <a:pt x="171129" y="623283"/>
                  </a:lnTo>
                  <a:lnTo>
                    <a:pt x="170475" y="624078"/>
                  </a:lnTo>
                  <a:lnTo>
                    <a:pt x="169945" y="624056"/>
                  </a:lnTo>
                  <a:lnTo>
                    <a:pt x="167387" y="622622"/>
                  </a:lnTo>
                  <a:lnTo>
                    <a:pt x="166297" y="621750"/>
                  </a:lnTo>
                  <a:lnTo>
                    <a:pt x="165270" y="620455"/>
                  </a:lnTo>
                  <a:lnTo>
                    <a:pt x="163446" y="617555"/>
                  </a:lnTo>
                  <a:lnTo>
                    <a:pt x="162017" y="615675"/>
                  </a:lnTo>
                  <a:lnTo>
                    <a:pt x="161941" y="612203"/>
                  </a:lnTo>
                  <a:lnTo>
                    <a:pt x="162248" y="609993"/>
                  </a:lnTo>
                  <a:lnTo>
                    <a:pt x="162936" y="607515"/>
                  </a:lnTo>
                  <a:lnTo>
                    <a:pt x="165532" y="602174"/>
                  </a:lnTo>
                  <a:lnTo>
                    <a:pt x="166423" y="601160"/>
                  </a:lnTo>
                  <a:lnTo>
                    <a:pt x="167226" y="600813"/>
                  </a:lnTo>
                  <a:lnTo>
                    <a:pt x="171035" y="600346"/>
                  </a:lnTo>
                  <a:lnTo>
                    <a:pt x="173871" y="599675"/>
                  </a:lnTo>
                  <a:lnTo>
                    <a:pt x="174407" y="599356"/>
                  </a:lnTo>
                  <a:lnTo>
                    <a:pt x="170231" y="598964"/>
                  </a:lnTo>
                  <a:lnTo>
                    <a:pt x="166519" y="599239"/>
                  </a:lnTo>
                  <a:lnTo>
                    <a:pt x="165251" y="600079"/>
                  </a:lnTo>
                  <a:lnTo>
                    <a:pt x="163630" y="603507"/>
                  </a:lnTo>
                  <a:lnTo>
                    <a:pt x="163218" y="604951"/>
                  </a:lnTo>
                  <a:lnTo>
                    <a:pt x="162788" y="606003"/>
                  </a:lnTo>
                  <a:lnTo>
                    <a:pt x="162497" y="606029"/>
                  </a:lnTo>
                  <a:lnTo>
                    <a:pt x="161944" y="605657"/>
                  </a:lnTo>
                  <a:lnTo>
                    <a:pt x="161766" y="605204"/>
                  </a:lnTo>
                  <a:lnTo>
                    <a:pt x="161537" y="604080"/>
                  </a:lnTo>
                  <a:lnTo>
                    <a:pt x="160666" y="602297"/>
                  </a:lnTo>
                  <a:lnTo>
                    <a:pt x="160281" y="600249"/>
                  </a:lnTo>
                  <a:lnTo>
                    <a:pt x="160054" y="597234"/>
                  </a:lnTo>
                  <a:lnTo>
                    <a:pt x="160126" y="595888"/>
                  </a:lnTo>
                  <a:lnTo>
                    <a:pt x="160532" y="594168"/>
                  </a:lnTo>
                  <a:lnTo>
                    <a:pt x="161779" y="590793"/>
                  </a:lnTo>
                  <a:lnTo>
                    <a:pt x="160180" y="590880"/>
                  </a:lnTo>
                  <a:lnTo>
                    <a:pt x="160369" y="588037"/>
                  </a:lnTo>
                  <a:lnTo>
                    <a:pt x="160953" y="584948"/>
                  </a:lnTo>
                  <a:lnTo>
                    <a:pt x="162441" y="583119"/>
                  </a:lnTo>
                  <a:lnTo>
                    <a:pt x="163947" y="581798"/>
                  </a:lnTo>
                  <a:lnTo>
                    <a:pt x="165309" y="580068"/>
                  </a:lnTo>
                  <a:lnTo>
                    <a:pt x="167695" y="578917"/>
                  </a:lnTo>
                  <a:lnTo>
                    <a:pt x="168505" y="581289"/>
                  </a:lnTo>
                  <a:lnTo>
                    <a:pt x="170550" y="582003"/>
                  </a:lnTo>
                  <a:lnTo>
                    <a:pt x="171141" y="583071"/>
                  </a:lnTo>
                  <a:lnTo>
                    <a:pt x="171866" y="585027"/>
                  </a:lnTo>
                  <a:lnTo>
                    <a:pt x="172764" y="586895"/>
                  </a:lnTo>
                  <a:lnTo>
                    <a:pt x="173833" y="588673"/>
                  </a:lnTo>
                  <a:lnTo>
                    <a:pt x="174133" y="588799"/>
                  </a:lnTo>
                  <a:lnTo>
                    <a:pt x="173661" y="587273"/>
                  </a:lnTo>
                  <a:lnTo>
                    <a:pt x="171924" y="583930"/>
                  </a:lnTo>
                  <a:lnTo>
                    <a:pt x="171848" y="582752"/>
                  </a:lnTo>
                  <a:lnTo>
                    <a:pt x="171400" y="581474"/>
                  </a:lnTo>
                  <a:lnTo>
                    <a:pt x="169098" y="579631"/>
                  </a:lnTo>
                  <a:lnTo>
                    <a:pt x="168689" y="578924"/>
                  </a:lnTo>
                  <a:lnTo>
                    <a:pt x="168282" y="577069"/>
                  </a:lnTo>
                  <a:lnTo>
                    <a:pt x="168109" y="575870"/>
                  </a:lnTo>
                  <a:lnTo>
                    <a:pt x="168366" y="574704"/>
                  </a:lnTo>
                  <a:lnTo>
                    <a:pt x="170705" y="571152"/>
                  </a:lnTo>
                  <a:lnTo>
                    <a:pt x="171240" y="569280"/>
                  </a:lnTo>
                  <a:lnTo>
                    <a:pt x="171239" y="568400"/>
                  </a:lnTo>
                  <a:lnTo>
                    <a:pt x="171056" y="567406"/>
                  </a:lnTo>
                  <a:lnTo>
                    <a:pt x="170546" y="565695"/>
                  </a:lnTo>
                  <a:lnTo>
                    <a:pt x="170411" y="565698"/>
                  </a:lnTo>
                  <a:lnTo>
                    <a:pt x="170569" y="568295"/>
                  </a:lnTo>
                  <a:lnTo>
                    <a:pt x="170485" y="569318"/>
                  </a:lnTo>
                  <a:lnTo>
                    <a:pt x="170222" y="570448"/>
                  </a:lnTo>
                  <a:lnTo>
                    <a:pt x="169840" y="571306"/>
                  </a:lnTo>
                  <a:lnTo>
                    <a:pt x="169342" y="571893"/>
                  </a:lnTo>
                  <a:lnTo>
                    <a:pt x="164319" y="579976"/>
                  </a:lnTo>
                  <a:lnTo>
                    <a:pt x="163818" y="580451"/>
                  </a:lnTo>
                  <a:lnTo>
                    <a:pt x="161953" y="581181"/>
                  </a:lnTo>
                  <a:lnTo>
                    <a:pt x="160996" y="582042"/>
                  </a:lnTo>
                  <a:lnTo>
                    <a:pt x="160479" y="583176"/>
                  </a:lnTo>
                  <a:lnTo>
                    <a:pt x="159652" y="586134"/>
                  </a:lnTo>
                  <a:lnTo>
                    <a:pt x="158515" y="592054"/>
                  </a:lnTo>
                  <a:lnTo>
                    <a:pt x="157213" y="596844"/>
                  </a:lnTo>
                  <a:lnTo>
                    <a:pt x="156101" y="590643"/>
                  </a:lnTo>
                  <a:lnTo>
                    <a:pt x="154101" y="585897"/>
                  </a:lnTo>
                  <a:lnTo>
                    <a:pt x="158003" y="581191"/>
                  </a:lnTo>
                  <a:lnTo>
                    <a:pt x="158104" y="580472"/>
                  </a:lnTo>
                  <a:lnTo>
                    <a:pt x="157725" y="577959"/>
                  </a:lnTo>
                  <a:lnTo>
                    <a:pt x="157831" y="577197"/>
                  </a:lnTo>
                  <a:lnTo>
                    <a:pt x="158200" y="576094"/>
                  </a:lnTo>
                  <a:lnTo>
                    <a:pt x="159188" y="574483"/>
                  </a:lnTo>
                  <a:lnTo>
                    <a:pt x="159150" y="574319"/>
                  </a:lnTo>
                  <a:lnTo>
                    <a:pt x="157993" y="574897"/>
                  </a:lnTo>
                  <a:lnTo>
                    <a:pt x="156217" y="578539"/>
                  </a:lnTo>
                  <a:lnTo>
                    <a:pt x="155523" y="579711"/>
                  </a:lnTo>
                  <a:lnTo>
                    <a:pt x="155150" y="579866"/>
                  </a:lnTo>
                  <a:lnTo>
                    <a:pt x="155106" y="577724"/>
                  </a:lnTo>
                  <a:lnTo>
                    <a:pt x="156061" y="572175"/>
                  </a:lnTo>
                  <a:lnTo>
                    <a:pt x="156846" y="566781"/>
                  </a:lnTo>
                  <a:lnTo>
                    <a:pt x="157134" y="565238"/>
                  </a:lnTo>
                  <a:lnTo>
                    <a:pt x="157810" y="563682"/>
                  </a:lnTo>
                  <a:lnTo>
                    <a:pt x="157168" y="563795"/>
                  </a:lnTo>
                  <a:lnTo>
                    <a:pt x="154011" y="566191"/>
                  </a:lnTo>
                  <a:lnTo>
                    <a:pt x="152951" y="564689"/>
                  </a:lnTo>
                  <a:lnTo>
                    <a:pt x="152065" y="556887"/>
                  </a:lnTo>
                  <a:lnTo>
                    <a:pt x="150509" y="553838"/>
                  </a:lnTo>
                  <a:lnTo>
                    <a:pt x="147874" y="551348"/>
                  </a:lnTo>
                  <a:lnTo>
                    <a:pt x="145286" y="550190"/>
                  </a:lnTo>
                  <a:lnTo>
                    <a:pt x="144694" y="547974"/>
                  </a:lnTo>
                  <a:lnTo>
                    <a:pt x="144181" y="545276"/>
                  </a:lnTo>
                  <a:lnTo>
                    <a:pt x="144877" y="542099"/>
                  </a:lnTo>
                  <a:lnTo>
                    <a:pt x="146011" y="540591"/>
                  </a:lnTo>
                  <a:lnTo>
                    <a:pt x="147057" y="539910"/>
                  </a:lnTo>
                  <a:lnTo>
                    <a:pt x="148044" y="540225"/>
                  </a:lnTo>
                  <a:lnTo>
                    <a:pt x="148095" y="541388"/>
                  </a:lnTo>
                  <a:lnTo>
                    <a:pt x="147423" y="544516"/>
                  </a:lnTo>
                  <a:lnTo>
                    <a:pt x="148307" y="544809"/>
                  </a:lnTo>
                  <a:lnTo>
                    <a:pt x="151852" y="548613"/>
                  </a:lnTo>
                  <a:lnTo>
                    <a:pt x="152626" y="548919"/>
                  </a:lnTo>
                  <a:lnTo>
                    <a:pt x="154096" y="547456"/>
                  </a:lnTo>
                  <a:lnTo>
                    <a:pt x="154912" y="547514"/>
                  </a:lnTo>
                  <a:lnTo>
                    <a:pt x="156842" y="548699"/>
                  </a:lnTo>
                  <a:lnTo>
                    <a:pt x="157494" y="550127"/>
                  </a:lnTo>
                  <a:lnTo>
                    <a:pt x="159339" y="552926"/>
                  </a:lnTo>
                  <a:lnTo>
                    <a:pt x="159068" y="551297"/>
                  </a:lnTo>
                  <a:lnTo>
                    <a:pt x="157056" y="547866"/>
                  </a:lnTo>
                  <a:lnTo>
                    <a:pt x="155934" y="546765"/>
                  </a:lnTo>
                  <a:lnTo>
                    <a:pt x="153961" y="546553"/>
                  </a:lnTo>
                  <a:lnTo>
                    <a:pt x="152736" y="547129"/>
                  </a:lnTo>
                  <a:lnTo>
                    <a:pt x="152223" y="546961"/>
                  </a:lnTo>
                  <a:lnTo>
                    <a:pt x="151143" y="546089"/>
                  </a:lnTo>
                  <a:lnTo>
                    <a:pt x="150227" y="544656"/>
                  </a:lnTo>
                  <a:lnTo>
                    <a:pt x="149309" y="541516"/>
                  </a:lnTo>
                  <a:lnTo>
                    <a:pt x="149101" y="540057"/>
                  </a:lnTo>
                  <a:lnTo>
                    <a:pt x="149152" y="538974"/>
                  </a:lnTo>
                  <a:lnTo>
                    <a:pt x="149368" y="537990"/>
                  </a:lnTo>
                  <a:lnTo>
                    <a:pt x="149749" y="537108"/>
                  </a:lnTo>
                  <a:lnTo>
                    <a:pt x="150503" y="536469"/>
                  </a:lnTo>
                  <a:lnTo>
                    <a:pt x="151629" y="536072"/>
                  </a:lnTo>
                  <a:lnTo>
                    <a:pt x="151974" y="535687"/>
                  </a:lnTo>
                  <a:lnTo>
                    <a:pt x="150527" y="533892"/>
                  </a:lnTo>
                  <a:lnTo>
                    <a:pt x="149870" y="533900"/>
                  </a:lnTo>
                  <a:lnTo>
                    <a:pt x="147610" y="536524"/>
                  </a:lnTo>
                  <a:lnTo>
                    <a:pt x="147152" y="536730"/>
                  </a:lnTo>
                  <a:lnTo>
                    <a:pt x="146955" y="536221"/>
                  </a:lnTo>
                  <a:lnTo>
                    <a:pt x="146767" y="536179"/>
                  </a:lnTo>
                  <a:lnTo>
                    <a:pt x="146102" y="537479"/>
                  </a:lnTo>
                  <a:lnTo>
                    <a:pt x="145585" y="538061"/>
                  </a:lnTo>
                  <a:lnTo>
                    <a:pt x="143736" y="542085"/>
                  </a:lnTo>
                  <a:lnTo>
                    <a:pt x="143448" y="544011"/>
                  </a:lnTo>
                  <a:lnTo>
                    <a:pt x="143343" y="546888"/>
                  </a:lnTo>
                  <a:lnTo>
                    <a:pt x="143130" y="548693"/>
                  </a:lnTo>
                  <a:lnTo>
                    <a:pt x="142808" y="549426"/>
                  </a:lnTo>
                  <a:lnTo>
                    <a:pt x="140637" y="550802"/>
                  </a:lnTo>
                  <a:lnTo>
                    <a:pt x="139402" y="553613"/>
                  </a:lnTo>
                  <a:lnTo>
                    <a:pt x="137903" y="551187"/>
                  </a:lnTo>
                  <a:lnTo>
                    <a:pt x="136257" y="548847"/>
                  </a:lnTo>
                  <a:lnTo>
                    <a:pt x="135159" y="544751"/>
                  </a:lnTo>
                  <a:lnTo>
                    <a:pt x="133179" y="544034"/>
                  </a:lnTo>
                  <a:lnTo>
                    <a:pt x="130876" y="541714"/>
                  </a:lnTo>
                  <a:lnTo>
                    <a:pt x="129999" y="539652"/>
                  </a:lnTo>
                  <a:lnTo>
                    <a:pt x="131247" y="535412"/>
                  </a:lnTo>
                  <a:lnTo>
                    <a:pt x="133038" y="532210"/>
                  </a:lnTo>
                  <a:lnTo>
                    <a:pt x="133311" y="528372"/>
                  </a:lnTo>
                  <a:lnTo>
                    <a:pt x="133557" y="527548"/>
                  </a:lnTo>
                  <a:lnTo>
                    <a:pt x="136635" y="526596"/>
                  </a:lnTo>
                  <a:lnTo>
                    <a:pt x="138643" y="524690"/>
                  </a:lnTo>
                  <a:lnTo>
                    <a:pt x="136584" y="524517"/>
                  </a:lnTo>
                  <a:lnTo>
                    <a:pt x="135323" y="524805"/>
                  </a:lnTo>
                  <a:lnTo>
                    <a:pt x="133059" y="526134"/>
                  </a:lnTo>
                  <a:lnTo>
                    <a:pt x="130547" y="523505"/>
                  </a:lnTo>
                  <a:lnTo>
                    <a:pt x="129249" y="521103"/>
                  </a:lnTo>
                  <a:lnTo>
                    <a:pt x="128841" y="519054"/>
                  </a:lnTo>
                  <a:lnTo>
                    <a:pt x="129290" y="517322"/>
                  </a:lnTo>
                  <a:lnTo>
                    <a:pt x="129349" y="515557"/>
                  </a:lnTo>
                  <a:lnTo>
                    <a:pt x="129575" y="513173"/>
                  </a:lnTo>
                  <a:lnTo>
                    <a:pt x="129814" y="512130"/>
                  </a:lnTo>
                  <a:lnTo>
                    <a:pt x="130341" y="510801"/>
                  </a:lnTo>
                  <a:lnTo>
                    <a:pt x="131417" y="509916"/>
                  </a:lnTo>
                  <a:lnTo>
                    <a:pt x="132368" y="507183"/>
                  </a:lnTo>
                  <a:lnTo>
                    <a:pt x="132761" y="505277"/>
                  </a:lnTo>
                  <a:lnTo>
                    <a:pt x="134712" y="499550"/>
                  </a:lnTo>
                  <a:lnTo>
                    <a:pt x="135424" y="497080"/>
                  </a:lnTo>
                  <a:lnTo>
                    <a:pt x="136757" y="493658"/>
                  </a:lnTo>
                  <a:lnTo>
                    <a:pt x="139440" y="488277"/>
                  </a:lnTo>
                  <a:lnTo>
                    <a:pt x="138593" y="488582"/>
                  </a:lnTo>
                  <a:lnTo>
                    <a:pt x="138148" y="489042"/>
                  </a:lnTo>
                  <a:lnTo>
                    <a:pt x="137725" y="488986"/>
                  </a:lnTo>
                  <a:lnTo>
                    <a:pt x="137325" y="488412"/>
                  </a:lnTo>
                  <a:lnTo>
                    <a:pt x="136943" y="487223"/>
                  </a:lnTo>
                  <a:lnTo>
                    <a:pt x="136581" y="485411"/>
                  </a:lnTo>
                  <a:lnTo>
                    <a:pt x="136377" y="486207"/>
                  </a:lnTo>
                  <a:lnTo>
                    <a:pt x="136332" y="489606"/>
                  </a:lnTo>
                  <a:lnTo>
                    <a:pt x="136063" y="492516"/>
                  </a:lnTo>
                  <a:lnTo>
                    <a:pt x="135582" y="494539"/>
                  </a:lnTo>
                  <a:lnTo>
                    <a:pt x="134265" y="498651"/>
                  </a:lnTo>
                  <a:lnTo>
                    <a:pt x="133494" y="500253"/>
                  </a:lnTo>
                  <a:lnTo>
                    <a:pt x="132966" y="498761"/>
                  </a:lnTo>
                  <a:lnTo>
                    <a:pt x="133373" y="496190"/>
                  </a:lnTo>
                  <a:lnTo>
                    <a:pt x="134136" y="494143"/>
                  </a:lnTo>
                  <a:lnTo>
                    <a:pt x="134266" y="491342"/>
                  </a:lnTo>
                  <a:lnTo>
                    <a:pt x="133548" y="488000"/>
                  </a:lnTo>
                  <a:lnTo>
                    <a:pt x="133110" y="485312"/>
                  </a:lnTo>
                  <a:lnTo>
                    <a:pt x="132952" y="483275"/>
                  </a:lnTo>
                  <a:lnTo>
                    <a:pt x="132931" y="481415"/>
                  </a:lnTo>
                  <a:lnTo>
                    <a:pt x="133048" y="479733"/>
                  </a:lnTo>
                  <a:lnTo>
                    <a:pt x="133350" y="477901"/>
                  </a:lnTo>
                  <a:lnTo>
                    <a:pt x="133838" y="475920"/>
                  </a:lnTo>
                  <a:lnTo>
                    <a:pt x="133779" y="475699"/>
                  </a:lnTo>
                  <a:lnTo>
                    <a:pt x="133914" y="473858"/>
                  </a:lnTo>
                  <a:lnTo>
                    <a:pt x="133806" y="471968"/>
                  </a:lnTo>
                  <a:lnTo>
                    <a:pt x="133403" y="470469"/>
                  </a:lnTo>
                  <a:lnTo>
                    <a:pt x="132892" y="469167"/>
                  </a:lnTo>
                  <a:lnTo>
                    <a:pt x="131468" y="469949"/>
                  </a:lnTo>
                  <a:lnTo>
                    <a:pt x="129050" y="468776"/>
                  </a:lnTo>
                  <a:lnTo>
                    <a:pt x="128271" y="465583"/>
                  </a:lnTo>
                  <a:lnTo>
                    <a:pt x="126175" y="464605"/>
                  </a:lnTo>
                  <a:lnTo>
                    <a:pt x="125046" y="462325"/>
                  </a:lnTo>
                  <a:lnTo>
                    <a:pt x="122748" y="461208"/>
                  </a:lnTo>
                  <a:lnTo>
                    <a:pt x="120887" y="460434"/>
                  </a:lnTo>
                  <a:lnTo>
                    <a:pt x="119468" y="459122"/>
                  </a:lnTo>
                  <a:lnTo>
                    <a:pt x="117805" y="457586"/>
                  </a:lnTo>
                  <a:lnTo>
                    <a:pt x="116147" y="455945"/>
                  </a:lnTo>
                  <a:lnTo>
                    <a:pt x="114889" y="454701"/>
                  </a:lnTo>
                  <a:lnTo>
                    <a:pt x="113958" y="454782"/>
                  </a:lnTo>
                  <a:lnTo>
                    <a:pt x="111852" y="454963"/>
                  </a:lnTo>
                  <a:lnTo>
                    <a:pt x="111745" y="452161"/>
                  </a:lnTo>
                  <a:lnTo>
                    <a:pt x="111100" y="450467"/>
                  </a:lnTo>
                  <a:lnTo>
                    <a:pt x="111342" y="448969"/>
                  </a:lnTo>
                  <a:lnTo>
                    <a:pt x="110168" y="448204"/>
                  </a:lnTo>
                  <a:lnTo>
                    <a:pt x="108440" y="447079"/>
                  </a:lnTo>
                  <a:lnTo>
                    <a:pt x="108944" y="444225"/>
                  </a:lnTo>
                  <a:lnTo>
                    <a:pt x="109326" y="442062"/>
                  </a:lnTo>
                  <a:lnTo>
                    <a:pt x="107797" y="441423"/>
                  </a:lnTo>
                  <a:lnTo>
                    <a:pt x="105592" y="440500"/>
                  </a:lnTo>
                  <a:lnTo>
                    <a:pt x="106305" y="438552"/>
                  </a:lnTo>
                  <a:lnTo>
                    <a:pt x="106881" y="436981"/>
                  </a:lnTo>
                  <a:lnTo>
                    <a:pt x="106034" y="434682"/>
                  </a:lnTo>
                  <a:lnTo>
                    <a:pt x="104318" y="430829"/>
                  </a:lnTo>
                  <a:lnTo>
                    <a:pt x="103002" y="428076"/>
                  </a:lnTo>
                  <a:lnTo>
                    <a:pt x="101283" y="423785"/>
                  </a:lnTo>
                  <a:lnTo>
                    <a:pt x="99772" y="420014"/>
                  </a:lnTo>
                  <a:lnTo>
                    <a:pt x="98537" y="416933"/>
                  </a:lnTo>
                  <a:lnTo>
                    <a:pt x="97506" y="414806"/>
                  </a:lnTo>
                  <a:lnTo>
                    <a:pt x="96056" y="411001"/>
                  </a:lnTo>
                  <a:lnTo>
                    <a:pt x="94168" y="406713"/>
                  </a:lnTo>
                  <a:lnTo>
                    <a:pt x="92374" y="403338"/>
                  </a:lnTo>
                  <a:lnTo>
                    <a:pt x="92635" y="401157"/>
                  </a:lnTo>
                  <a:lnTo>
                    <a:pt x="90864" y="398421"/>
                  </a:lnTo>
                  <a:lnTo>
                    <a:pt x="89310" y="395652"/>
                  </a:lnTo>
                  <a:lnTo>
                    <a:pt x="87521" y="392465"/>
                  </a:lnTo>
                  <a:lnTo>
                    <a:pt x="85754" y="390904"/>
                  </a:lnTo>
                  <a:lnTo>
                    <a:pt x="84493" y="389792"/>
                  </a:lnTo>
                  <a:lnTo>
                    <a:pt x="82673" y="388184"/>
                  </a:lnTo>
                  <a:lnTo>
                    <a:pt x="81717" y="386749"/>
                  </a:lnTo>
                  <a:lnTo>
                    <a:pt x="81319" y="385531"/>
                  </a:lnTo>
                  <a:lnTo>
                    <a:pt x="80906" y="384672"/>
                  </a:lnTo>
                  <a:lnTo>
                    <a:pt x="80546" y="383478"/>
                  </a:lnTo>
                  <a:lnTo>
                    <a:pt x="80337" y="382087"/>
                  </a:lnTo>
                  <a:lnTo>
                    <a:pt x="79965" y="381227"/>
                  </a:lnTo>
                  <a:lnTo>
                    <a:pt x="77756" y="379160"/>
                  </a:lnTo>
                  <a:lnTo>
                    <a:pt x="77082" y="377861"/>
                  </a:lnTo>
                  <a:lnTo>
                    <a:pt x="75557" y="376362"/>
                  </a:lnTo>
                  <a:lnTo>
                    <a:pt x="74280" y="375736"/>
                  </a:lnTo>
                  <a:lnTo>
                    <a:pt x="73835" y="375231"/>
                  </a:lnTo>
                  <a:lnTo>
                    <a:pt x="72280" y="370705"/>
                  </a:lnTo>
                  <a:lnTo>
                    <a:pt x="72530" y="369091"/>
                  </a:lnTo>
                  <a:lnTo>
                    <a:pt x="72702" y="367477"/>
                  </a:lnTo>
                  <a:lnTo>
                    <a:pt x="72527" y="366650"/>
                  </a:lnTo>
                  <a:lnTo>
                    <a:pt x="69971" y="363212"/>
                  </a:lnTo>
                  <a:lnTo>
                    <a:pt x="68666" y="361785"/>
                  </a:lnTo>
                  <a:lnTo>
                    <a:pt x="67349" y="360309"/>
                  </a:lnTo>
                  <a:lnTo>
                    <a:pt x="64586" y="362215"/>
                  </a:lnTo>
                  <a:lnTo>
                    <a:pt x="61758" y="364169"/>
                  </a:lnTo>
                  <a:lnTo>
                    <a:pt x="59778" y="364886"/>
                  </a:lnTo>
                  <a:lnTo>
                    <a:pt x="57040" y="365877"/>
                  </a:lnTo>
                  <a:lnTo>
                    <a:pt x="57950" y="368002"/>
                  </a:lnTo>
                  <a:lnTo>
                    <a:pt x="57574" y="369556"/>
                  </a:lnTo>
                  <a:lnTo>
                    <a:pt x="56722" y="370273"/>
                  </a:lnTo>
                  <a:lnTo>
                    <a:pt x="55278" y="370184"/>
                  </a:lnTo>
                  <a:lnTo>
                    <a:pt x="55274" y="375477"/>
                  </a:lnTo>
                  <a:lnTo>
                    <a:pt x="53908" y="379250"/>
                  </a:lnTo>
                  <a:lnTo>
                    <a:pt x="51050" y="379315"/>
                  </a:lnTo>
                  <a:lnTo>
                    <a:pt x="49514" y="380614"/>
                  </a:lnTo>
                  <a:lnTo>
                    <a:pt x="47236" y="382538"/>
                  </a:lnTo>
                  <a:lnTo>
                    <a:pt x="45392" y="384098"/>
                  </a:lnTo>
                  <a:lnTo>
                    <a:pt x="43430" y="386612"/>
                  </a:lnTo>
                  <a:lnTo>
                    <a:pt x="42426" y="386249"/>
                  </a:lnTo>
                  <a:lnTo>
                    <a:pt x="42874" y="384009"/>
                  </a:lnTo>
                  <a:lnTo>
                    <a:pt x="42148" y="380220"/>
                  </a:lnTo>
                  <a:lnTo>
                    <a:pt x="41544" y="377063"/>
                  </a:lnTo>
                  <a:lnTo>
                    <a:pt x="40285" y="375441"/>
                  </a:lnTo>
                  <a:lnTo>
                    <a:pt x="38165" y="372710"/>
                  </a:lnTo>
                  <a:lnTo>
                    <a:pt x="36574" y="370661"/>
                  </a:lnTo>
                  <a:lnTo>
                    <a:pt x="34303" y="367735"/>
                  </a:lnTo>
                  <a:lnTo>
                    <a:pt x="32716" y="365691"/>
                  </a:lnTo>
                  <a:lnTo>
                    <a:pt x="31059" y="363555"/>
                  </a:lnTo>
                  <a:lnTo>
                    <a:pt x="28882" y="360752"/>
                  </a:lnTo>
                  <a:lnTo>
                    <a:pt x="27990" y="357116"/>
                  </a:lnTo>
                  <a:lnTo>
                    <a:pt x="26000" y="355803"/>
                  </a:lnTo>
                  <a:lnTo>
                    <a:pt x="23871" y="354399"/>
                  </a:lnTo>
                  <a:lnTo>
                    <a:pt x="22144" y="351730"/>
                  </a:lnTo>
                  <a:lnTo>
                    <a:pt x="22731" y="349097"/>
                  </a:lnTo>
                  <a:lnTo>
                    <a:pt x="23434" y="345943"/>
                  </a:lnTo>
                  <a:lnTo>
                    <a:pt x="23434" y="344044"/>
                  </a:lnTo>
                  <a:lnTo>
                    <a:pt x="21539" y="344161"/>
                  </a:lnTo>
                  <a:lnTo>
                    <a:pt x="18697" y="344340"/>
                  </a:lnTo>
                  <a:lnTo>
                    <a:pt x="16158" y="344498"/>
                  </a:lnTo>
                  <a:lnTo>
                    <a:pt x="14277" y="346728"/>
                  </a:lnTo>
                  <a:lnTo>
                    <a:pt x="12538" y="348788"/>
                  </a:lnTo>
                  <a:lnTo>
                    <a:pt x="9813" y="347182"/>
                  </a:lnTo>
                  <a:lnTo>
                    <a:pt x="6694" y="345344"/>
                  </a:lnTo>
                  <a:lnTo>
                    <a:pt x="5809" y="347748"/>
                  </a:lnTo>
                  <a:lnTo>
                    <a:pt x="2917" y="346543"/>
                  </a:lnTo>
                  <a:lnTo>
                    <a:pt x="0" y="345328"/>
                  </a:lnTo>
                  <a:lnTo>
                    <a:pt x="0" y="336694"/>
                  </a:lnTo>
                  <a:lnTo>
                    <a:pt x="0" y="328059"/>
                  </a:lnTo>
                  <a:lnTo>
                    <a:pt x="0" y="319425"/>
                  </a:lnTo>
                  <a:lnTo>
                    <a:pt x="0" y="310791"/>
                  </a:lnTo>
                  <a:lnTo>
                    <a:pt x="0" y="302156"/>
                  </a:lnTo>
                  <a:lnTo>
                    <a:pt x="0" y="293522"/>
                  </a:lnTo>
                  <a:lnTo>
                    <a:pt x="0" y="284887"/>
                  </a:lnTo>
                  <a:lnTo>
                    <a:pt x="0" y="276253"/>
                  </a:lnTo>
                  <a:lnTo>
                    <a:pt x="0" y="267619"/>
                  </a:lnTo>
                  <a:lnTo>
                    <a:pt x="0" y="258985"/>
                  </a:lnTo>
                  <a:lnTo>
                    <a:pt x="0" y="250351"/>
                  </a:lnTo>
                  <a:lnTo>
                    <a:pt x="0" y="241716"/>
                  </a:lnTo>
                  <a:lnTo>
                    <a:pt x="0" y="233082"/>
                  </a:lnTo>
                  <a:lnTo>
                    <a:pt x="0" y="224447"/>
                  </a:lnTo>
                  <a:lnTo>
                    <a:pt x="0" y="215813"/>
                  </a:lnTo>
                  <a:lnTo>
                    <a:pt x="0" y="207178"/>
                  </a:lnTo>
                  <a:lnTo>
                    <a:pt x="0" y="198544"/>
                  </a:lnTo>
                  <a:lnTo>
                    <a:pt x="0" y="189910"/>
                  </a:lnTo>
                  <a:lnTo>
                    <a:pt x="0" y="181275"/>
                  </a:lnTo>
                  <a:lnTo>
                    <a:pt x="0" y="172641"/>
                  </a:lnTo>
                  <a:lnTo>
                    <a:pt x="0" y="164007"/>
                  </a:lnTo>
                  <a:lnTo>
                    <a:pt x="0" y="155372"/>
                  </a:lnTo>
                  <a:lnTo>
                    <a:pt x="0" y="146738"/>
                  </a:lnTo>
                  <a:lnTo>
                    <a:pt x="0" y="138104"/>
                  </a:lnTo>
                  <a:lnTo>
                    <a:pt x="0" y="129469"/>
                  </a:lnTo>
                  <a:lnTo>
                    <a:pt x="0" y="120835"/>
                  </a:lnTo>
                  <a:lnTo>
                    <a:pt x="0" y="112201"/>
                  </a:lnTo>
                  <a:lnTo>
                    <a:pt x="0" y="103565"/>
                  </a:lnTo>
                  <a:lnTo>
                    <a:pt x="0" y="94932"/>
                  </a:lnTo>
                  <a:lnTo>
                    <a:pt x="0" y="86298"/>
                  </a:lnTo>
                  <a:lnTo>
                    <a:pt x="0" y="77662"/>
                  </a:lnTo>
                  <a:lnTo>
                    <a:pt x="0" y="69029"/>
                  </a:lnTo>
                  <a:lnTo>
                    <a:pt x="1732" y="69488"/>
                  </a:lnTo>
                  <a:lnTo>
                    <a:pt x="7276" y="70456"/>
                  </a:lnTo>
                  <a:lnTo>
                    <a:pt x="12498" y="69887"/>
                  </a:lnTo>
                  <a:lnTo>
                    <a:pt x="22188" y="73025"/>
                  </a:lnTo>
                  <a:lnTo>
                    <a:pt x="28180" y="78898"/>
                  </a:lnTo>
                  <a:lnTo>
                    <a:pt x="33041" y="81786"/>
                  </a:lnTo>
                  <a:lnTo>
                    <a:pt x="35023" y="83769"/>
                  </a:lnTo>
                  <a:lnTo>
                    <a:pt x="38179" y="85516"/>
                  </a:lnTo>
                  <a:lnTo>
                    <a:pt x="45606" y="89319"/>
                  </a:lnTo>
                  <a:lnTo>
                    <a:pt x="47917" y="89710"/>
                  </a:lnTo>
                  <a:lnTo>
                    <a:pt x="52220" y="91534"/>
                  </a:lnTo>
                  <a:lnTo>
                    <a:pt x="54884" y="91293"/>
                  </a:lnTo>
                  <a:lnTo>
                    <a:pt x="59471" y="91739"/>
                  </a:lnTo>
                  <a:lnTo>
                    <a:pt x="62587" y="93205"/>
                  </a:lnTo>
                  <a:lnTo>
                    <a:pt x="68735" y="97229"/>
                  </a:lnTo>
                  <a:lnTo>
                    <a:pt x="69995" y="97587"/>
                  </a:lnTo>
                  <a:lnTo>
                    <a:pt x="70331" y="97292"/>
                  </a:lnTo>
                  <a:lnTo>
                    <a:pt x="68190" y="93313"/>
                  </a:lnTo>
                  <a:lnTo>
                    <a:pt x="67853" y="92928"/>
                  </a:lnTo>
                  <a:lnTo>
                    <a:pt x="65374" y="91443"/>
                  </a:lnTo>
                  <a:lnTo>
                    <a:pt x="62469" y="90711"/>
                  </a:lnTo>
                  <a:lnTo>
                    <a:pt x="62245" y="90424"/>
                  </a:lnTo>
                  <a:lnTo>
                    <a:pt x="61705" y="89022"/>
                  </a:lnTo>
                  <a:lnTo>
                    <a:pt x="61879" y="88476"/>
                  </a:lnTo>
                  <a:lnTo>
                    <a:pt x="62511" y="88228"/>
                  </a:lnTo>
                  <a:lnTo>
                    <a:pt x="64676" y="88240"/>
                  </a:lnTo>
                  <a:lnTo>
                    <a:pt x="65959" y="88015"/>
                  </a:lnTo>
                  <a:lnTo>
                    <a:pt x="66135" y="87462"/>
                  </a:lnTo>
                  <a:lnTo>
                    <a:pt x="65212" y="87334"/>
                  </a:lnTo>
                  <a:lnTo>
                    <a:pt x="64098" y="86798"/>
                  </a:lnTo>
                  <a:lnTo>
                    <a:pt x="62794" y="85854"/>
                  </a:lnTo>
                  <a:lnTo>
                    <a:pt x="62056" y="84965"/>
                  </a:lnTo>
                  <a:lnTo>
                    <a:pt x="64722" y="79064"/>
                  </a:lnTo>
                  <a:lnTo>
                    <a:pt x="65655" y="79659"/>
                  </a:lnTo>
                  <a:lnTo>
                    <a:pt x="67061" y="78296"/>
                  </a:lnTo>
                  <a:lnTo>
                    <a:pt x="69580" y="79162"/>
                  </a:lnTo>
                  <a:lnTo>
                    <a:pt x="70041" y="78690"/>
                  </a:lnTo>
                  <a:lnTo>
                    <a:pt x="70349" y="75694"/>
                  </a:lnTo>
                  <a:lnTo>
                    <a:pt x="70723" y="74973"/>
                  </a:lnTo>
                  <a:lnTo>
                    <a:pt x="71433" y="74435"/>
                  </a:lnTo>
                  <a:lnTo>
                    <a:pt x="74942" y="73901"/>
                  </a:lnTo>
                  <a:lnTo>
                    <a:pt x="79318" y="74432"/>
                  </a:lnTo>
                  <a:lnTo>
                    <a:pt x="79769" y="74145"/>
                  </a:lnTo>
                  <a:lnTo>
                    <a:pt x="79350" y="72145"/>
                  </a:lnTo>
                  <a:lnTo>
                    <a:pt x="79299" y="71359"/>
                  </a:lnTo>
                  <a:lnTo>
                    <a:pt x="79563" y="69560"/>
                  </a:lnTo>
                  <a:lnTo>
                    <a:pt x="79834" y="68595"/>
                  </a:lnTo>
                  <a:lnTo>
                    <a:pt x="80352" y="68113"/>
                  </a:lnTo>
                  <a:lnTo>
                    <a:pt x="82386" y="68495"/>
                  </a:lnTo>
                  <a:lnTo>
                    <a:pt x="83022" y="69382"/>
                  </a:lnTo>
                  <a:lnTo>
                    <a:pt x="83703" y="70906"/>
                  </a:lnTo>
                  <a:lnTo>
                    <a:pt x="84392" y="71774"/>
                  </a:lnTo>
                  <a:lnTo>
                    <a:pt x="86555" y="72650"/>
                  </a:lnTo>
                  <a:lnTo>
                    <a:pt x="86801" y="73256"/>
                  </a:lnTo>
                  <a:lnTo>
                    <a:pt x="85977" y="75567"/>
                  </a:lnTo>
                  <a:lnTo>
                    <a:pt x="85112" y="76779"/>
                  </a:lnTo>
                  <a:lnTo>
                    <a:pt x="83325" y="79968"/>
                  </a:lnTo>
                  <a:lnTo>
                    <a:pt x="83212" y="80788"/>
                  </a:lnTo>
                  <a:lnTo>
                    <a:pt x="85969" y="79355"/>
                  </a:lnTo>
                  <a:lnTo>
                    <a:pt x="89065" y="77373"/>
                  </a:lnTo>
                  <a:lnTo>
                    <a:pt x="91723" y="76280"/>
                  </a:lnTo>
                  <a:lnTo>
                    <a:pt x="93945" y="76080"/>
                  </a:lnTo>
                  <a:lnTo>
                    <a:pt x="95535" y="75438"/>
                  </a:lnTo>
                  <a:lnTo>
                    <a:pt x="96495" y="74351"/>
                  </a:lnTo>
                  <a:lnTo>
                    <a:pt x="97179" y="73240"/>
                  </a:lnTo>
                  <a:lnTo>
                    <a:pt x="98555" y="69653"/>
                  </a:lnTo>
                  <a:lnTo>
                    <a:pt x="99469" y="69032"/>
                  </a:lnTo>
                  <a:lnTo>
                    <a:pt x="103290" y="69251"/>
                  </a:lnTo>
                  <a:lnTo>
                    <a:pt x="104198" y="69143"/>
                  </a:lnTo>
                  <a:lnTo>
                    <a:pt x="104788" y="68793"/>
                  </a:lnTo>
                  <a:lnTo>
                    <a:pt x="104681" y="68340"/>
                  </a:lnTo>
                  <a:lnTo>
                    <a:pt x="103874" y="67785"/>
                  </a:lnTo>
                  <a:lnTo>
                    <a:pt x="102784" y="67629"/>
                  </a:lnTo>
                  <a:lnTo>
                    <a:pt x="102756" y="67377"/>
                  </a:lnTo>
                  <a:lnTo>
                    <a:pt x="103159" y="66789"/>
                  </a:lnTo>
                  <a:lnTo>
                    <a:pt x="103758" y="66449"/>
                  </a:lnTo>
                  <a:lnTo>
                    <a:pt x="105640" y="66044"/>
                  </a:lnTo>
                  <a:lnTo>
                    <a:pt x="106878" y="67333"/>
                  </a:lnTo>
                  <a:lnTo>
                    <a:pt x="107719" y="67427"/>
                  </a:lnTo>
                  <a:lnTo>
                    <a:pt x="110513" y="65995"/>
                  </a:lnTo>
                  <a:lnTo>
                    <a:pt x="114807" y="62192"/>
                  </a:lnTo>
                  <a:lnTo>
                    <a:pt x="116524" y="61135"/>
                  </a:lnTo>
                  <a:lnTo>
                    <a:pt x="118011" y="60950"/>
                  </a:lnTo>
                  <a:lnTo>
                    <a:pt x="119267" y="61641"/>
                  </a:lnTo>
                  <a:lnTo>
                    <a:pt x="120236" y="61461"/>
                  </a:lnTo>
                  <a:lnTo>
                    <a:pt x="121510" y="59316"/>
                  </a:lnTo>
                  <a:lnTo>
                    <a:pt x="122012" y="58174"/>
                  </a:lnTo>
                  <a:lnTo>
                    <a:pt x="122798" y="57185"/>
                  </a:lnTo>
                  <a:lnTo>
                    <a:pt x="125975" y="54956"/>
                  </a:lnTo>
                  <a:lnTo>
                    <a:pt x="128010" y="54479"/>
                  </a:lnTo>
                  <a:lnTo>
                    <a:pt x="129254" y="54890"/>
                  </a:lnTo>
                  <a:lnTo>
                    <a:pt x="130734" y="55814"/>
                  </a:lnTo>
                  <a:lnTo>
                    <a:pt x="131953" y="56172"/>
                  </a:lnTo>
                  <a:lnTo>
                    <a:pt x="133557" y="55900"/>
                  </a:lnTo>
                  <a:lnTo>
                    <a:pt x="134756" y="56023"/>
                  </a:lnTo>
                  <a:lnTo>
                    <a:pt x="135328" y="55573"/>
                  </a:lnTo>
                  <a:lnTo>
                    <a:pt x="137375" y="53033"/>
                  </a:lnTo>
                  <a:lnTo>
                    <a:pt x="138038" y="53008"/>
                  </a:lnTo>
                  <a:lnTo>
                    <a:pt x="138680" y="53756"/>
                  </a:lnTo>
                  <a:lnTo>
                    <a:pt x="139710" y="55602"/>
                  </a:lnTo>
                  <a:lnTo>
                    <a:pt x="139713" y="56525"/>
                  </a:lnTo>
                  <a:lnTo>
                    <a:pt x="138371" y="58776"/>
                  </a:lnTo>
                  <a:lnTo>
                    <a:pt x="128493" y="65211"/>
                  </a:lnTo>
                  <a:lnTo>
                    <a:pt x="125450" y="67988"/>
                  </a:lnTo>
                  <a:lnTo>
                    <a:pt x="123944" y="69009"/>
                  </a:lnTo>
                  <a:lnTo>
                    <a:pt x="122384" y="69583"/>
                  </a:lnTo>
                  <a:lnTo>
                    <a:pt x="119363" y="70063"/>
                  </a:lnTo>
                  <a:lnTo>
                    <a:pt x="118164" y="70629"/>
                  </a:lnTo>
                  <a:lnTo>
                    <a:pt x="116134" y="71135"/>
                  </a:lnTo>
                  <a:lnTo>
                    <a:pt x="111383" y="72026"/>
                  </a:lnTo>
                  <a:lnTo>
                    <a:pt x="110469" y="72458"/>
                  </a:lnTo>
                  <a:lnTo>
                    <a:pt x="109848" y="72963"/>
                  </a:lnTo>
                  <a:lnTo>
                    <a:pt x="108141" y="76370"/>
                  </a:lnTo>
                  <a:lnTo>
                    <a:pt x="107312" y="77482"/>
                  </a:lnTo>
                  <a:lnTo>
                    <a:pt x="105680" y="79159"/>
                  </a:lnTo>
                  <a:lnTo>
                    <a:pt x="103846" y="80187"/>
                  </a:lnTo>
                  <a:lnTo>
                    <a:pt x="101341" y="80580"/>
                  </a:lnTo>
                  <a:lnTo>
                    <a:pt x="99748" y="82178"/>
                  </a:lnTo>
                  <a:lnTo>
                    <a:pt x="97914" y="85262"/>
                  </a:lnTo>
                  <a:lnTo>
                    <a:pt x="96433" y="87409"/>
                  </a:lnTo>
                  <a:lnTo>
                    <a:pt x="94742" y="89230"/>
                  </a:lnTo>
                  <a:lnTo>
                    <a:pt x="92905" y="91607"/>
                  </a:lnTo>
                  <a:lnTo>
                    <a:pt x="92425" y="92860"/>
                  </a:lnTo>
                  <a:lnTo>
                    <a:pt x="92973" y="94509"/>
                  </a:lnTo>
                  <a:lnTo>
                    <a:pt x="93278" y="95059"/>
                  </a:lnTo>
                  <a:lnTo>
                    <a:pt x="95125" y="95946"/>
                  </a:lnTo>
                  <a:lnTo>
                    <a:pt x="95841" y="95747"/>
                  </a:lnTo>
                  <a:lnTo>
                    <a:pt x="95181" y="94863"/>
                  </a:lnTo>
                  <a:lnTo>
                    <a:pt x="93629" y="93585"/>
                  </a:lnTo>
                  <a:lnTo>
                    <a:pt x="93420" y="93127"/>
                  </a:lnTo>
                  <a:lnTo>
                    <a:pt x="93818" y="92767"/>
                  </a:lnTo>
                  <a:lnTo>
                    <a:pt x="101107" y="93728"/>
                  </a:lnTo>
                  <a:lnTo>
                    <a:pt x="102671" y="92756"/>
                  </a:lnTo>
                  <a:lnTo>
                    <a:pt x="103219" y="91934"/>
                  </a:lnTo>
                  <a:lnTo>
                    <a:pt x="103102" y="91511"/>
                  </a:lnTo>
                  <a:lnTo>
                    <a:pt x="101127" y="91335"/>
                  </a:lnTo>
                  <a:lnTo>
                    <a:pt x="100703" y="90550"/>
                  </a:lnTo>
                  <a:lnTo>
                    <a:pt x="100391" y="89072"/>
                  </a:lnTo>
                  <a:lnTo>
                    <a:pt x="100325" y="87900"/>
                  </a:lnTo>
                  <a:lnTo>
                    <a:pt x="100504" y="87029"/>
                  </a:lnTo>
                  <a:lnTo>
                    <a:pt x="100949" y="85918"/>
                  </a:lnTo>
                  <a:lnTo>
                    <a:pt x="103067" y="84103"/>
                  </a:lnTo>
                  <a:lnTo>
                    <a:pt x="105347" y="83326"/>
                  </a:lnTo>
                  <a:lnTo>
                    <a:pt x="107103" y="82300"/>
                  </a:lnTo>
                  <a:lnTo>
                    <a:pt x="108073" y="81330"/>
                  </a:lnTo>
                  <a:lnTo>
                    <a:pt x="110690" y="79674"/>
                  </a:lnTo>
                  <a:lnTo>
                    <a:pt x="111741" y="78330"/>
                  </a:lnTo>
                  <a:lnTo>
                    <a:pt x="112308" y="77288"/>
                  </a:lnTo>
                  <a:lnTo>
                    <a:pt x="112379" y="76768"/>
                  </a:lnTo>
                  <a:lnTo>
                    <a:pt x="111902" y="76391"/>
                  </a:lnTo>
                  <a:lnTo>
                    <a:pt x="112290" y="75494"/>
                  </a:lnTo>
                  <a:lnTo>
                    <a:pt x="114198" y="74693"/>
                  </a:lnTo>
                  <a:lnTo>
                    <a:pt x="115037" y="74625"/>
                  </a:lnTo>
                  <a:lnTo>
                    <a:pt x="117719" y="75393"/>
                  </a:lnTo>
                  <a:lnTo>
                    <a:pt x="118205" y="75993"/>
                  </a:lnTo>
                  <a:lnTo>
                    <a:pt x="117941" y="77586"/>
                  </a:lnTo>
                  <a:lnTo>
                    <a:pt x="118316" y="77511"/>
                  </a:lnTo>
                  <a:lnTo>
                    <a:pt x="119350" y="75488"/>
                  </a:lnTo>
                  <a:lnTo>
                    <a:pt x="119927" y="74814"/>
                  </a:lnTo>
                  <a:lnTo>
                    <a:pt x="120523" y="74682"/>
                  </a:lnTo>
                  <a:lnTo>
                    <a:pt x="121125" y="74941"/>
                  </a:lnTo>
                  <a:lnTo>
                    <a:pt x="121734" y="75591"/>
                  </a:lnTo>
                  <a:lnTo>
                    <a:pt x="122065" y="77536"/>
                  </a:lnTo>
                  <a:lnTo>
                    <a:pt x="122117" y="80775"/>
                  </a:lnTo>
                  <a:lnTo>
                    <a:pt x="122255" y="82080"/>
                  </a:lnTo>
                  <a:lnTo>
                    <a:pt x="122942" y="79841"/>
                  </a:lnTo>
                  <a:lnTo>
                    <a:pt x="123421" y="78802"/>
                  </a:lnTo>
                  <a:lnTo>
                    <a:pt x="126033" y="74037"/>
                  </a:lnTo>
                  <a:lnTo>
                    <a:pt x="127797" y="71425"/>
                  </a:lnTo>
                  <a:lnTo>
                    <a:pt x="129776" y="68880"/>
                  </a:lnTo>
                  <a:lnTo>
                    <a:pt x="132651" y="66981"/>
                  </a:lnTo>
                  <a:lnTo>
                    <a:pt x="139300" y="63830"/>
                  </a:lnTo>
                  <a:lnTo>
                    <a:pt x="143045" y="62982"/>
                  </a:lnTo>
                  <a:lnTo>
                    <a:pt x="144942" y="62198"/>
                  </a:lnTo>
                  <a:lnTo>
                    <a:pt x="145871" y="61517"/>
                  </a:lnTo>
                  <a:lnTo>
                    <a:pt x="146463" y="60676"/>
                  </a:lnTo>
                  <a:lnTo>
                    <a:pt x="147504" y="59709"/>
                  </a:lnTo>
                  <a:lnTo>
                    <a:pt x="147690" y="59789"/>
                  </a:lnTo>
                  <a:lnTo>
                    <a:pt x="147286" y="61816"/>
                  </a:lnTo>
                  <a:lnTo>
                    <a:pt x="147020" y="62403"/>
                  </a:lnTo>
                  <a:lnTo>
                    <a:pt x="144586" y="63658"/>
                  </a:lnTo>
                  <a:lnTo>
                    <a:pt x="144348" y="64616"/>
                  </a:lnTo>
                  <a:lnTo>
                    <a:pt x="144612" y="66096"/>
                  </a:lnTo>
                  <a:lnTo>
                    <a:pt x="145033" y="67071"/>
                  </a:lnTo>
                  <a:lnTo>
                    <a:pt x="145610" y="67543"/>
                  </a:lnTo>
                  <a:lnTo>
                    <a:pt x="146620" y="67208"/>
                  </a:lnTo>
                  <a:lnTo>
                    <a:pt x="148063" y="66067"/>
                  </a:lnTo>
                  <a:lnTo>
                    <a:pt x="149861" y="64319"/>
                  </a:lnTo>
                  <a:lnTo>
                    <a:pt x="153746" y="59887"/>
                  </a:lnTo>
                  <a:lnTo>
                    <a:pt x="154082" y="59076"/>
                  </a:lnTo>
                  <a:lnTo>
                    <a:pt x="155064" y="55515"/>
                  </a:lnTo>
                  <a:lnTo>
                    <a:pt x="157291" y="53942"/>
                  </a:lnTo>
                  <a:lnTo>
                    <a:pt x="161324" y="52153"/>
                  </a:lnTo>
                  <a:lnTo>
                    <a:pt x="162313" y="51016"/>
                  </a:lnTo>
                  <a:lnTo>
                    <a:pt x="158776" y="50054"/>
                  </a:lnTo>
                  <a:lnTo>
                    <a:pt x="158043" y="49392"/>
                  </a:lnTo>
                  <a:lnTo>
                    <a:pt x="157927" y="48995"/>
                  </a:lnTo>
                  <a:lnTo>
                    <a:pt x="158595" y="47979"/>
                  </a:lnTo>
                  <a:lnTo>
                    <a:pt x="156979" y="46968"/>
                  </a:lnTo>
                  <a:lnTo>
                    <a:pt x="156386" y="46345"/>
                  </a:lnTo>
                  <a:lnTo>
                    <a:pt x="156411" y="44532"/>
                  </a:lnTo>
                  <a:lnTo>
                    <a:pt x="156908" y="43231"/>
                  </a:lnTo>
                  <a:lnTo>
                    <a:pt x="157966" y="41973"/>
                  </a:lnTo>
                  <a:lnTo>
                    <a:pt x="158569" y="41753"/>
                  </a:lnTo>
                  <a:lnTo>
                    <a:pt x="160146" y="42485"/>
                  </a:lnTo>
                  <a:lnTo>
                    <a:pt x="161472" y="43429"/>
                  </a:lnTo>
                  <a:lnTo>
                    <a:pt x="166054" y="47813"/>
                  </a:lnTo>
                  <a:lnTo>
                    <a:pt x="167893" y="49959"/>
                  </a:lnTo>
                  <a:lnTo>
                    <a:pt x="168959" y="51637"/>
                  </a:lnTo>
                  <a:lnTo>
                    <a:pt x="171539" y="56886"/>
                  </a:lnTo>
                  <a:lnTo>
                    <a:pt x="172676" y="59919"/>
                  </a:lnTo>
                  <a:lnTo>
                    <a:pt x="173588" y="63042"/>
                  </a:lnTo>
                  <a:lnTo>
                    <a:pt x="174487" y="65296"/>
                  </a:lnTo>
                  <a:lnTo>
                    <a:pt x="175373" y="66678"/>
                  </a:lnTo>
                  <a:lnTo>
                    <a:pt x="179782" y="72147"/>
                  </a:lnTo>
                  <a:lnTo>
                    <a:pt x="182056" y="74457"/>
                  </a:lnTo>
                  <a:lnTo>
                    <a:pt x="183962" y="75891"/>
                  </a:lnTo>
                  <a:lnTo>
                    <a:pt x="186151" y="77031"/>
                  </a:lnTo>
                  <a:lnTo>
                    <a:pt x="188623" y="77870"/>
                  </a:lnTo>
                  <a:lnTo>
                    <a:pt x="190307" y="77940"/>
                  </a:lnTo>
                  <a:lnTo>
                    <a:pt x="192926" y="75612"/>
                  </a:lnTo>
                  <a:lnTo>
                    <a:pt x="192988" y="74082"/>
                  </a:lnTo>
                  <a:lnTo>
                    <a:pt x="191833" y="71529"/>
                  </a:lnTo>
                  <a:lnTo>
                    <a:pt x="190671" y="69762"/>
                  </a:lnTo>
                  <a:lnTo>
                    <a:pt x="190810" y="68684"/>
                  </a:lnTo>
                  <a:lnTo>
                    <a:pt x="192347" y="66618"/>
                  </a:lnTo>
                  <a:lnTo>
                    <a:pt x="192244" y="65898"/>
                  </a:lnTo>
                  <a:lnTo>
                    <a:pt x="192569" y="63768"/>
                  </a:lnTo>
                  <a:lnTo>
                    <a:pt x="193632" y="64175"/>
                  </a:lnTo>
                  <a:lnTo>
                    <a:pt x="194051" y="64093"/>
                  </a:lnTo>
                  <a:lnTo>
                    <a:pt x="194643" y="63311"/>
                  </a:lnTo>
                  <a:lnTo>
                    <a:pt x="195408" y="61830"/>
                  </a:lnTo>
                  <a:lnTo>
                    <a:pt x="196372" y="60607"/>
                  </a:lnTo>
                  <a:lnTo>
                    <a:pt x="197536" y="59640"/>
                  </a:lnTo>
                  <a:lnTo>
                    <a:pt x="197849" y="59004"/>
                  </a:lnTo>
                  <a:lnTo>
                    <a:pt x="196696" y="58547"/>
                  </a:lnTo>
                  <a:lnTo>
                    <a:pt x="195996" y="58545"/>
                  </a:lnTo>
                  <a:lnTo>
                    <a:pt x="195477" y="58337"/>
                  </a:lnTo>
                  <a:lnTo>
                    <a:pt x="195138" y="57923"/>
                  </a:lnTo>
                  <a:lnTo>
                    <a:pt x="195601" y="57476"/>
                  </a:lnTo>
                  <a:lnTo>
                    <a:pt x="198128" y="56340"/>
                  </a:lnTo>
                  <a:lnTo>
                    <a:pt x="198600" y="55252"/>
                  </a:lnTo>
                  <a:lnTo>
                    <a:pt x="199409" y="54530"/>
                  </a:lnTo>
                  <a:lnTo>
                    <a:pt x="200444" y="54241"/>
                  </a:lnTo>
                  <a:lnTo>
                    <a:pt x="201083" y="54540"/>
                  </a:lnTo>
                  <a:lnTo>
                    <a:pt x="201791" y="55442"/>
                  </a:lnTo>
                  <a:lnTo>
                    <a:pt x="201828" y="56880"/>
                  </a:lnTo>
                  <a:lnTo>
                    <a:pt x="201515" y="59225"/>
                  </a:lnTo>
                  <a:lnTo>
                    <a:pt x="201457" y="61118"/>
                  </a:lnTo>
                  <a:lnTo>
                    <a:pt x="202249" y="65582"/>
                  </a:lnTo>
                  <a:lnTo>
                    <a:pt x="202950" y="66554"/>
                  </a:lnTo>
                  <a:lnTo>
                    <a:pt x="205690" y="67870"/>
                  </a:lnTo>
                  <a:lnTo>
                    <a:pt x="205521" y="68958"/>
                  </a:lnTo>
                  <a:lnTo>
                    <a:pt x="202353" y="73666"/>
                  </a:lnTo>
                  <a:lnTo>
                    <a:pt x="201677" y="74819"/>
                  </a:lnTo>
                  <a:lnTo>
                    <a:pt x="201342" y="75696"/>
                  </a:lnTo>
                  <a:lnTo>
                    <a:pt x="201455" y="76438"/>
                  </a:lnTo>
                  <a:lnTo>
                    <a:pt x="202015" y="77047"/>
                  </a:lnTo>
                  <a:lnTo>
                    <a:pt x="203088" y="77478"/>
                  </a:lnTo>
                  <a:lnTo>
                    <a:pt x="205847" y="77654"/>
                  </a:lnTo>
                  <a:lnTo>
                    <a:pt x="206603" y="77241"/>
                  </a:lnTo>
                  <a:lnTo>
                    <a:pt x="211972" y="77106"/>
                  </a:lnTo>
                  <a:lnTo>
                    <a:pt x="212956" y="76754"/>
                  </a:lnTo>
                  <a:lnTo>
                    <a:pt x="213784" y="75847"/>
                  </a:lnTo>
                  <a:lnTo>
                    <a:pt x="214990" y="73584"/>
                  </a:lnTo>
                  <a:lnTo>
                    <a:pt x="216361" y="72893"/>
                  </a:lnTo>
                  <a:lnTo>
                    <a:pt x="216791" y="72258"/>
                  </a:lnTo>
                  <a:lnTo>
                    <a:pt x="217635" y="69570"/>
                  </a:lnTo>
                  <a:lnTo>
                    <a:pt x="218050" y="66447"/>
                  </a:lnTo>
                  <a:lnTo>
                    <a:pt x="218462" y="65137"/>
                  </a:lnTo>
                  <a:lnTo>
                    <a:pt x="219081" y="64324"/>
                  </a:lnTo>
                  <a:lnTo>
                    <a:pt x="219924" y="64062"/>
                  </a:lnTo>
                  <a:lnTo>
                    <a:pt x="222011" y="64370"/>
                  </a:lnTo>
                  <a:lnTo>
                    <a:pt x="222992" y="64106"/>
                  </a:lnTo>
                  <a:lnTo>
                    <a:pt x="226860" y="64370"/>
                  </a:lnTo>
                  <a:lnTo>
                    <a:pt x="230729" y="64142"/>
                  </a:lnTo>
                  <a:lnTo>
                    <a:pt x="234729" y="64693"/>
                  </a:lnTo>
                  <a:lnTo>
                    <a:pt x="237297" y="65335"/>
                  </a:lnTo>
                  <a:lnTo>
                    <a:pt x="239672" y="66346"/>
                  </a:lnTo>
                  <a:lnTo>
                    <a:pt x="244228" y="68744"/>
                  </a:lnTo>
                  <a:lnTo>
                    <a:pt x="246029" y="70031"/>
                  </a:lnTo>
                  <a:lnTo>
                    <a:pt x="252392" y="75832"/>
                  </a:lnTo>
                  <a:lnTo>
                    <a:pt x="254251" y="77013"/>
                  </a:lnTo>
                  <a:lnTo>
                    <a:pt x="257751" y="78143"/>
                  </a:lnTo>
                  <a:lnTo>
                    <a:pt x="269745" y="80659"/>
                  </a:lnTo>
                  <a:lnTo>
                    <a:pt x="271254" y="81336"/>
                  </a:lnTo>
                  <a:lnTo>
                    <a:pt x="274413" y="83978"/>
                  </a:lnTo>
                  <a:lnTo>
                    <a:pt x="276590" y="85519"/>
                  </a:lnTo>
                  <a:lnTo>
                    <a:pt x="279171" y="86990"/>
                  </a:lnTo>
                  <a:lnTo>
                    <a:pt x="282400" y="88262"/>
                  </a:lnTo>
                  <a:lnTo>
                    <a:pt x="288725" y="90182"/>
                  </a:lnTo>
                  <a:lnTo>
                    <a:pt x="289753" y="90817"/>
                  </a:lnTo>
                  <a:lnTo>
                    <a:pt x="290913" y="91003"/>
                  </a:lnTo>
                  <a:lnTo>
                    <a:pt x="292205" y="90742"/>
                  </a:lnTo>
                  <a:lnTo>
                    <a:pt x="298004" y="91840"/>
                  </a:lnTo>
                  <a:lnTo>
                    <a:pt x="299532" y="91786"/>
                  </a:lnTo>
                  <a:lnTo>
                    <a:pt x="300635" y="91993"/>
                  </a:lnTo>
                  <a:lnTo>
                    <a:pt x="301992" y="92785"/>
                  </a:lnTo>
                  <a:lnTo>
                    <a:pt x="303981" y="93075"/>
                  </a:lnTo>
                  <a:lnTo>
                    <a:pt x="303911" y="92531"/>
                  </a:lnTo>
                  <a:lnTo>
                    <a:pt x="301640" y="89502"/>
                  </a:lnTo>
                  <a:lnTo>
                    <a:pt x="301739" y="89025"/>
                  </a:lnTo>
                  <a:lnTo>
                    <a:pt x="302674" y="88987"/>
                  </a:lnTo>
                  <a:lnTo>
                    <a:pt x="305485" y="89497"/>
                  </a:lnTo>
                  <a:lnTo>
                    <a:pt x="306129" y="88634"/>
                  </a:lnTo>
                  <a:lnTo>
                    <a:pt x="307066" y="88654"/>
                  </a:lnTo>
                  <a:lnTo>
                    <a:pt x="309201" y="89069"/>
                  </a:lnTo>
                  <a:lnTo>
                    <a:pt x="311503" y="90004"/>
                  </a:lnTo>
                  <a:lnTo>
                    <a:pt x="313970" y="91455"/>
                  </a:lnTo>
                  <a:lnTo>
                    <a:pt x="316969" y="92689"/>
                  </a:lnTo>
                  <a:lnTo>
                    <a:pt x="321522" y="95761"/>
                  </a:lnTo>
                  <a:lnTo>
                    <a:pt x="324037" y="98318"/>
                  </a:lnTo>
                  <a:lnTo>
                    <a:pt x="326422" y="101495"/>
                  </a:lnTo>
                  <a:lnTo>
                    <a:pt x="327730" y="103703"/>
                  </a:lnTo>
                  <a:lnTo>
                    <a:pt x="327959" y="104942"/>
                  </a:lnTo>
                  <a:lnTo>
                    <a:pt x="328458" y="105555"/>
                  </a:lnTo>
                  <a:lnTo>
                    <a:pt x="329225" y="105545"/>
                  </a:lnTo>
                  <a:lnTo>
                    <a:pt x="329514" y="106016"/>
                  </a:lnTo>
                  <a:lnTo>
                    <a:pt x="328827" y="108751"/>
                  </a:lnTo>
                  <a:lnTo>
                    <a:pt x="328432" y="109434"/>
                  </a:lnTo>
                  <a:lnTo>
                    <a:pt x="327911" y="109924"/>
                  </a:lnTo>
                  <a:lnTo>
                    <a:pt x="325732" y="110484"/>
                  </a:lnTo>
                  <a:lnTo>
                    <a:pt x="319754" y="109823"/>
                  </a:lnTo>
                  <a:lnTo>
                    <a:pt x="318695" y="112038"/>
                  </a:lnTo>
                  <a:lnTo>
                    <a:pt x="315345" y="113906"/>
                  </a:lnTo>
                  <a:lnTo>
                    <a:pt x="314749" y="114723"/>
                  </a:lnTo>
                  <a:lnTo>
                    <a:pt x="314617" y="115320"/>
                  </a:lnTo>
                  <a:lnTo>
                    <a:pt x="314857" y="117259"/>
                  </a:lnTo>
                  <a:lnTo>
                    <a:pt x="314433" y="117854"/>
                  </a:lnTo>
                  <a:lnTo>
                    <a:pt x="311691" y="120067"/>
                  </a:lnTo>
                  <a:lnTo>
                    <a:pt x="311598" y="120693"/>
                  </a:lnTo>
                  <a:lnTo>
                    <a:pt x="313378" y="121599"/>
                  </a:lnTo>
                  <a:lnTo>
                    <a:pt x="315270" y="123150"/>
                  </a:lnTo>
                  <a:lnTo>
                    <a:pt x="316757" y="123528"/>
                  </a:lnTo>
                  <a:lnTo>
                    <a:pt x="318639" y="123316"/>
                  </a:lnTo>
                  <a:lnTo>
                    <a:pt x="321002" y="123859"/>
                  </a:lnTo>
                  <a:lnTo>
                    <a:pt x="323847" y="125159"/>
                  </a:lnTo>
                  <a:lnTo>
                    <a:pt x="325826" y="125752"/>
                  </a:lnTo>
                  <a:lnTo>
                    <a:pt x="326939" y="125638"/>
                  </a:lnTo>
                  <a:lnTo>
                    <a:pt x="328458" y="125877"/>
                  </a:lnTo>
                  <a:lnTo>
                    <a:pt x="330382" y="126469"/>
                  </a:lnTo>
                  <a:lnTo>
                    <a:pt x="332957" y="126674"/>
                  </a:lnTo>
                  <a:lnTo>
                    <a:pt x="338648" y="126620"/>
                  </a:lnTo>
                  <a:lnTo>
                    <a:pt x="340354" y="127066"/>
                  </a:lnTo>
                  <a:lnTo>
                    <a:pt x="342737" y="127267"/>
                  </a:lnTo>
                  <a:lnTo>
                    <a:pt x="347324" y="127206"/>
                  </a:lnTo>
                  <a:lnTo>
                    <a:pt x="348152" y="127123"/>
                  </a:lnTo>
                  <a:lnTo>
                    <a:pt x="349621" y="126094"/>
                  </a:lnTo>
                  <a:lnTo>
                    <a:pt x="350570" y="125753"/>
                  </a:lnTo>
                  <a:lnTo>
                    <a:pt x="352220" y="125735"/>
                  </a:lnTo>
                  <a:lnTo>
                    <a:pt x="356978" y="124979"/>
                  </a:lnTo>
                  <a:lnTo>
                    <a:pt x="358626" y="124993"/>
                  </a:lnTo>
                  <a:lnTo>
                    <a:pt x="360150" y="124422"/>
                  </a:lnTo>
                  <a:lnTo>
                    <a:pt x="362098" y="123267"/>
                  </a:lnTo>
                  <a:lnTo>
                    <a:pt x="363300" y="123051"/>
                  </a:lnTo>
                  <a:lnTo>
                    <a:pt x="363756" y="123769"/>
                  </a:lnTo>
                  <a:lnTo>
                    <a:pt x="364577" y="124083"/>
                  </a:lnTo>
                  <a:lnTo>
                    <a:pt x="365763" y="123989"/>
                  </a:lnTo>
                  <a:lnTo>
                    <a:pt x="368020" y="122762"/>
                  </a:lnTo>
                  <a:lnTo>
                    <a:pt x="373296" y="119161"/>
                  </a:lnTo>
                  <a:lnTo>
                    <a:pt x="375194" y="119167"/>
                  </a:lnTo>
                  <a:lnTo>
                    <a:pt x="376587" y="118037"/>
                  </a:lnTo>
                  <a:lnTo>
                    <a:pt x="376928" y="118017"/>
                  </a:lnTo>
                  <a:lnTo>
                    <a:pt x="377312" y="118482"/>
                  </a:lnTo>
                  <a:lnTo>
                    <a:pt x="378603" y="121120"/>
                  </a:lnTo>
                  <a:lnTo>
                    <a:pt x="378996" y="121545"/>
                  </a:lnTo>
                  <a:lnTo>
                    <a:pt x="379885" y="121773"/>
                  </a:lnTo>
                  <a:lnTo>
                    <a:pt x="380752" y="123123"/>
                  </a:lnTo>
                  <a:lnTo>
                    <a:pt x="381656" y="125143"/>
                  </a:lnTo>
                  <a:lnTo>
                    <a:pt x="382334" y="125706"/>
                  </a:lnTo>
                  <a:lnTo>
                    <a:pt x="387283" y="125792"/>
                  </a:lnTo>
                  <a:lnTo>
                    <a:pt x="389026" y="126355"/>
                  </a:lnTo>
                  <a:lnTo>
                    <a:pt x="389553" y="126934"/>
                  </a:lnTo>
                  <a:lnTo>
                    <a:pt x="390084" y="128531"/>
                  </a:lnTo>
                  <a:lnTo>
                    <a:pt x="390411" y="131626"/>
                  </a:lnTo>
                  <a:lnTo>
                    <a:pt x="390627" y="132761"/>
                  </a:lnTo>
                  <a:lnTo>
                    <a:pt x="391345" y="134412"/>
                  </a:lnTo>
                  <a:lnTo>
                    <a:pt x="391820" y="134888"/>
                  </a:lnTo>
                  <a:lnTo>
                    <a:pt x="392269" y="134429"/>
                  </a:lnTo>
                  <a:lnTo>
                    <a:pt x="393488" y="130135"/>
                  </a:lnTo>
                  <a:lnTo>
                    <a:pt x="393914" y="129444"/>
                  </a:lnTo>
                  <a:lnTo>
                    <a:pt x="394729" y="129685"/>
                  </a:lnTo>
                  <a:lnTo>
                    <a:pt x="394978" y="129897"/>
                  </a:lnTo>
                  <a:lnTo>
                    <a:pt x="396214" y="133076"/>
                  </a:lnTo>
                  <a:lnTo>
                    <a:pt x="397975" y="135436"/>
                  </a:lnTo>
                  <a:lnTo>
                    <a:pt x="402341" y="139781"/>
                  </a:lnTo>
                  <a:lnTo>
                    <a:pt x="403051" y="141373"/>
                  </a:lnTo>
                  <a:lnTo>
                    <a:pt x="403311" y="142554"/>
                  </a:lnTo>
                  <a:lnTo>
                    <a:pt x="403064" y="143610"/>
                  </a:lnTo>
                  <a:lnTo>
                    <a:pt x="402310" y="144545"/>
                  </a:lnTo>
                  <a:lnTo>
                    <a:pt x="401126" y="145295"/>
                  </a:lnTo>
                  <a:lnTo>
                    <a:pt x="399513" y="145862"/>
                  </a:lnTo>
                  <a:lnTo>
                    <a:pt x="398007" y="145657"/>
                  </a:lnTo>
                  <a:lnTo>
                    <a:pt x="396609" y="144685"/>
                  </a:lnTo>
                  <a:lnTo>
                    <a:pt x="396158" y="144630"/>
                  </a:lnTo>
                  <a:lnTo>
                    <a:pt x="396655" y="145495"/>
                  </a:lnTo>
                  <a:lnTo>
                    <a:pt x="399545" y="149093"/>
                  </a:lnTo>
                  <a:lnTo>
                    <a:pt x="400282" y="150530"/>
                  </a:lnTo>
                  <a:lnTo>
                    <a:pt x="400967" y="151483"/>
                  </a:lnTo>
                  <a:lnTo>
                    <a:pt x="401599" y="151956"/>
                  </a:lnTo>
                  <a:lnTo>
                    <a:pt x="402182" y="152734"/>
                  </a:lnTo>
                  <a:lnTo>
                    <a:pt x="402716" y="153819"/>
                  </a:lnTo>
                  <a:lnTo>
                    <a:pt x="405117" y="156703"/>
                  </a:lnTo>
                  <a:lnTo>
                    <a:pt x="405800" y="158080"/>
                  </a:lnTo>
                  <a:lnTo>
                    <a:pt x="408537" y="162374"/>
                  </a:lnTo>
                  <a:lnTo>
                    <a:pt x="409837" y="164062"/>
                  </a:lnTo>
                  <a:lnTo>
                    <a:pt x="410840" y="165033"/>
                  </a:lnTo>
                  <a:lnTo>
                    <a:pt x="411229" y="165129"/>
                  </a:lnTo>
                  <a:lnTo>
                    <a:pt x="411002" y="164350"/>
                  </a:lnTo>
                  <a:lnTo>
                    <a:pt x="407512" y="158630"/>
                  </a:lnTo>
                  <a:lnTo>
                    <a:pt x="405734" y="155038"/>
                  </a:lnTo>
                  <a:lnTo>
                    <a:pt x="405484" y="154177"/>
                  </a:lnTo>
                  <a:lnTo>
                    <a:pt x="405370" y="152860"/>
                  </a:lnTo>
                  <a:lnTo>
                    <a:pt x="405299" y="148495"/>
                  </a:lnTo>
                  <a:lnTo>
                    <a:pt x="405554" y="147826"/>
                  </a:lnTo>
                  <a:lnTo>
                    <a:pt x="406760" y="147264"/>
                  </a:lnTo>
                  <a:lnTo>
                    <a:pt x="408307" y="149243"/>
                  </a:lnTo>
                  <a:lnTo>
                    <a:pt x="408891" y="149521"/>
                  </a:lnTo>
                  <a:lnTo>
                    <a:pt x="409286" y="149404"/>
                  </a:lnTo>
                  <a:lnTo>
                    <a:pt x="409491" y="148893"/>
                  </a:lnTo>
                  <a:lnTo>
                    <a:pt x="410379" y="149367"/>
                  </a:lnTo>
                  <a:lnTo>
                    <a:pt x="411951" y="150827"/>
                  </a:lnTo>
                  <a:lnTo>
                    <a:pt x="412484" y="150851"/>
                  </a:lnTo>
                  <a:lnTo>
                    <a:pt x="411298" y="148055"/>
                  </a:lnTo>
                  <a:lnTo>
                    <a:pt x="410450" y="146690"/>
                  </a:lnTo>
                  <a:lnTo>
                    <a:pt x="410152" y="145738"/>
                  </a:lnTo>
                  <a:lnTo>
                    <a:pt x="410940" y="144305"/>
                  </a:lnTo>
                  <a:lnTo>
                    <a:pt x="410510" y="143581"/>
                  </a:lnTo>
                  <a:lnTo>
                    <a:pt x="408512" y="141473"/>
                  </a:lnTo>
                  <a:lnTo>
                    <a:pt x="407475" y="139288"/>
                  </a:lnTo>
                  <a:lnTo>
                    <a:pt x="406542" y="135987"/>
                  </a:lnTo>
                  <a:lnTo>
                    <a:pt x="406458" y="134703"/>
                  </a:lnTo>
                  <a:lnTo>
                    <a:pt x="406611" y="133344"/>
                  </a:lnTo>
                  <a:lnTo>
                    <a:pt x="406470" y="132249"/>
                  </a:lnTo>
                  <a:lnTo>
                    <a:pt x="405214" y="130015"/>
                  </a:lnTo>
                  <a:lnTo>
                    <a:pt x="403848" y="128469"/>
                  </a:lnTo>
                  <a:lnTo>
                    <a:pt x="402764" y="126672"/>
                  </a:lnTo>
                  <a:lnTo>
                    <a:pt x="402544" y="125726"/>
                  </a:lnTo>
                  <a:lnTo>
                    <a:pt x="402711" y="123168"/>
                  </a:lnTo>
                  <a:lnTo>
                    <a:pt x="403533" y="122053"/>
                  </a:lnTo>
                  <a:lnTo>
                    <a:pt x="405091" y="120561"/>
                  </a:lnTo>
                  <a:lnTo>
                    <a:pt x="405511" y="119024"/>
                  </a:lnTo>
                  <a:lnTo>
                    <a:pt x="404794" y="117438"/>
                  </a:lnTo>
                  <a:lnTo>
                    <a:pt x="404662" y="116717"/>
                  </a:lnTo>
                  <a:lnTo>
                    <a:pt x="405116" y="116857"/>
                  </a:lnTo>
                  <a:lnTo>
                    <a:pt x="408183" y="116060"/>
                  </a:lnTo>
                  <a:lnTo>
                    <a:pt x="408953" y="116340"/>
                  </a:lnTo>
                  <a:lnTo>
                    <a:pt x="410112" y="116000"/>
                  </a:lnTo>
                  <a:lnTo>
                    <a:pt x="411660" y="115036"/>
                  </a:lnTo>
                  <a:lnTo>
                    <a:pt x="412870" y="114603"/>
                  </a:lnTo>
                  <a:lnTo>
                    <a:pt x="414468" y="114667"/>
                  </a:lnTo>
                  <a:lnTo>
                    <a:pt x="415335" y="114434"/>
                  </a:lnTo>
                  <a:lnTo>
                    <a:pt x="416394" y="114007"/>
                  </a:lnTo>
                  <a:lnTo>
                    <a:pt x="416941" y="113528"/>
                  </a:lnTo>
                  <a:lnTo>
                    <a:pt x="417913" y="111697"/>
                  </a:lnTo>
                  <a:lnTo>
                    <a:pt x="418432" y="111425"/>
                  </a:lnTo>
                  <a:lnTo>
                    <a:pt x="420060" y="111624"/>
                  </a:lnTo>
                  <a:lnTo>
                    <a:pt x="420979" y="112026"/>
                  </a:lnTo>
                  <a:lnTo>
                    <a:pt x="421408" y="111881"/>
                  </a:lnTo>
                  <a:lnTo>
                    <a:pt x="421344" y="109284"/>
                  </a:lnTo>
                  <a:lnTo>
                    <a:pt x="421650" y="108372"/>
                  </a:lnTo>
                  <a:lnTo>
                    <a:pt x="423273" y="106484"/>
                  </a:lnTo>
                  <a:lnTo>
                    <a:pt x="424968" y="106287"/>
                  </a:lnTo>
                  <a:lnTo>
                    <a:pt x="426099" y="105772"/>
                  </a:lnTo>
                  <a:lnTo>
                    <a:pt x="427394" y="104714"/>
                  </a:lnTo>
                  <a:lnTo>
                    <a:pt x="428322" y="103768"/>
                  </a:lnTo>
                  <a:lnTo>
                    <a:pt x="429245" y="102248"/>
                  </a:lnTo>
                  <a:lnTo>
                    <a:pt x="429623" y="100306"/>
                  </a:lnTo>
                  <a:lnTo>
                    <a:pt x="429329" y="99749"/>
                  </a:lnTo>
                  <a:lnTo>
                    <a:pt x="427404" y="98999"/>
                  </a:lnTo>
                  <a:lnTo>
                    <a:pt x="426247" y="99388"/>
                  </a:lnTo>
                  <a:lnTo>
                    <a:pt x="423686" y="100771"/>
                  </a:lnTo>
                  <a:lnTo>
                    <a:pt x="420996" y="102547"/>
                  </a:lnTo>
                  <a:lnTo>
                    <a:pt x="419957" y="104198"/>
                  </a:lnTo>
                  <a:lnTo>
                    <a:pt x="419672" y="106314"/>
                  </a:lnTo>
                  <a:lnTo>
                    <a:pt x="419162" y="107248"/>
                  </a:lnTo>
                  <a:lnTo>
                    <a:pt x="417067" y="106363"/>
                  </a:lnTo>
                  <a:lnTo>
                    <a:pt x="416174" y="106378"/>
                  </a:lnTo>
                  <a:lnTo>
                    <a:pt x="415052" y="106746"/>
                  </a:lnTo>
                  <a:lnTo>
                    <a:pt x="413863" y="107559"/>
                  </a:lnTo>
                  <a:lnTo>
                    <a:pt x="412609" y="108819"/>
                  </a:lnTo>
                  <a:lnTo>
                    <a:pt x="410757" y="109048"/>
                  </a:lnTo>
                  <a:lnTo>
                    <a:pt x="408308" y="108247"/>
                  </a:lnTo>
                  <a:lnTo>
                    <a:pt x="406843" y="108025"/>
                  </a:lnTo>
                  <a:lnTo>
                    <a:pt x="405354" y="109364"/>
                  </a:lnTo>
                  <a:lnTo>
                    <a:pt x="405443" y="110360"/>
                  </a:lnTo>
                  <a:lnTo>
                    <a:pt x="406132" y="111811"/>
                  </a:lnTo>
                  <a:lnTo>
                    <a:pt x="405443" y="112674"/>
                  </a:lnTo>
                  <a:lnTo>
                    <a:pt x="401872" y="112993"/>
                  </a:lnTo>
                  <a:lnTo>
                    <a:pt x="400929" y="112805"/>
                  </a:lnTo>
                  <a:lnTo>
                    <a:pt x="399023" y="113378"/>
                  </a:lnTo>
                  <a:lnTo>
                    <a:pt x="398270" y="113254"/>
                  </a:lnTo>
                  <a:lnTo>
                    <a:pt x="397720" y="112561"/>
                  </a:lnTo>
                  <a:lnTo>
                    <a:pt x="393836" y="109612"/>
                  </a:lnTo>
                  <a:lnTo>
                    <a:pt x="393452" y="109018"/>
                  </a:lnTo>
                  <a:lnTo>
                    <a:pt x="394393" y="106623"/>
                  </a:lnTo>
                  <a:lnTo>
                    <a:pt x="397990" y="100143"/>
                  </a:lnTo>
                  <a:lnTo>
                    <a:pt x="398383" y="99759"/>
                  </a:lnTo>
                  <a:lnTo>
                    <a:pt x="405051" y="98633"/>
                  </a:lnTo>
                  <a:lnTo>
                    <a:pt x="409078" y="97452"/>
                  </a:lnTo>
                  <a:lnTo>
                    <a:pt x="416455" y="93889"/>
                  </a:lnTo>
                  <a:lnTo>
                    <a:pt x="417883" y="93593"/>
                  </a:lnTo>
                  <a:lnTo>
                    <a:pt x="422626" y="91229"/>
                  </a:lnTo>
                  <a:lnTo>
                    <a:pt x="424574" y="90626"/>
                  </a:lnTo>
                  <a:lnTo>
                    <a:pt x="426387" y="91035"/>
                  </a:lnTo>
                  <a:lnTo>
                    <a:pt x="429041" y="92254"/>
                  </a:lnTo>
                  <a:lnTo>
                    <a:pt x="430410" y="93336"/>
                  </a:lnTo>
                  <a:lnTo>
                    <a:pt x="431379" y="94688"/>
                  </a:lnTo>
                  <a:lnTo>
                    <a:pt x="432186" y="96572"/>
                  </a:lnTo>
                  <a:lnTo>
                    <a:pt x="433197" y="100726"/>
                  </a:lnTo>
                  <a:lnTo>
                    <a:pt x="433542" y="104267"/>
                  </a:lnTo>
                  <a:lnTo>
                    <a:pt x="434165" y="105580"/>
                  </a:lnTo>
                  <a:lnTo>
                    <a:pt x="436389" y="108045"/>
                  </a:lnTo>
                  <a:lnTo>
                    <a:pt x="437531" y="109002"/>
                  </a:lnTo>
                  <a:lnTo>
                    <a:pt x="438234" y="109301"/>
                  </a:lnTo>
                  <a:lnTo>
                    <a:pt x="438841" y="108724"/>
                  </a:lnTo>
                  <a:lnTo>
                    <a:pt x="439255" y="108631"/>
                  </a:lnTo>
                  <a:lnTo>
                    <a:pt x="439537" y="108854"/>
                  </a:lnTo>
                  <a:lnTo>
                    <a:pt x="439838" y="110406"/>
                  </a:lnTo>
                  <a:lnTo>
                    <a:pt x="440235" y="110560"/>
                  </a:lnTo>
                  <a:lnTo>
                    <a:pt x="441573" y="110369"/>
                  </a:lnTo>
                  <a:lnTo>
                    <a:pt x="442992" y="111009"/>
                  </a:lnTo>
                  <a:lnTo>
                    <a:pt x="443197" y="111487"/>
                  </a:lnTo>
                  <a:lnTo>
                    <a:pt x="442895" y="113411"/>
                  </a:lnTo>
                  <a:lnTo>
                    <a:pt x="443297" y="114218"/>
                  </a:lnTo>
                  <a:lnTo>
                    <a:pt x="445020" y="115941"/>
                  </a:lnTo>
                  <a:lnTo>
                    <a:pt x="446678" y="116590"/>
                  </a:lnTo>
                  <a:lnTo>
                    <a:pt x="448594" y="116886"/>
                  </a:lnTo>
                  <a:lnTo>
                    <a:pt x="452152" y="116594"/>
                  </a:lnTo>
                  <a:lnTo>
                    <a:pt x="455130" y="115766"/>
                  </a:lnTo>
                  <a:lnTo>
                    <a:pt x="457362" y="114408"/>
                  </a:lnTo>
                  <a:lnTo>
                    <a:pt x="459200" y="115922"/>
                  </a:lnTo>
                  <a:lnTo>
                    <a:pt x="462874" y="119574"/>
                  </a:lnTo>
                  <a:lnTo>
                    <a:pt x="465071" y="122159"/>
                  </a:lnTo>
                  <a:lnTo>
                    <a:pt x="466894" y="123376"/>
                  </a:lnTo>
                  <a:lnTo>
                    <a:pt x="470585" y="124834"/>
                  </a:lnTo>
                  <a:lnTo>
                    <a:pt x="471423" y="125619"/>
                  </a:lnTo>
                  <a:lnTo>
                    <a:pt x="472771" y="125706"/>
                  </a:lnTo>
                  <a:lnTo>
                    <a:pt x="474630" y="125097"/>
                  </a:lnTo>
                  <a:lnTo>
                    <a:pt x="476745" y="125333"/>
                  </a:lnTo>
                  <a:lnTo>
                    <a:pt x="479119" y="126417"/>
                  </a:lnTo>
                  <a:lnTo>
                    <a:pt x="480751" y="126874"/>
                  </a:lnTo>
                  <a:lnTo>
                    <a:pt x="486340" y="124830"/>
                  </a:lnTo>
                  <a:lnTo>
                    <a:pt x="487192" y="124732"/>
                  </a:lnTo>
                  <a:lnTo>
                    <a:pt x="489274" y="123748"/>
                  </a:lnTo>
                  <a:lnTo>
                    <a:pt x="490615" y="123449"/>
                  </a:lnTo>
                  <a:lnTo>
                    <a:pt x="492193" y="123474"/>
                  </a:lnTo>
                  <a:lnTo>
                    <a:pt x="493369" y="123173"/>
                  </a:lnTo>
                  <a:lnTo>
                    <a:pt x="494143" y="122552"/>
                  </a:lnTo>
                  <a:lnTo>
                    <a:pt x="497106" y="122578"/>
                  </a:lnTo>
                  <a:lnTo>
                    <a:pt x="502469" y="123279"/>
                  </a:lnTo>
                  <a:lnTo>
                    <a:pt x="506133" y="124188"/>
                  </a:lnTo>
                  <a:lnTo>
                    <a:pt x="508311" y="125333"/>
                  </a:lnTo>
                  <a:lnTo>
                    <a:pt x="510099" y="125974"/>
                  </a:lnTo>
                  <a:lnTo>
                    <a:pt x="511497" y="126115"/>
                  </a:lnTo>
                  <a:lnTo>
                    <a:pt x="512858" y="125911"/>
                  </a:lnTo>
                  <a:lnTo>
                    <a:pt x="514183" y="125360"/>
                  </a:lnTo>
                  <a:lnTo>
                    <a:pt x="515578" y="124316"/>
                  </a:lnTo>
                  <a:lnTo>
                    <a:pt x="518558" y="123780"/>
                  </a:lnTo>
                  <a:lnTo>
                    <a:pt x="519053" y="123505"/>
                  </a:lnTo>
                  <a:lnTo>
                    <a:pt x="518992" y="122936"/>
                  </a:lnTo>
                  <a:lnTo>
                    <a:pt x="518374" y="122068"/>
                  </a:lnTo>
                  <a:lnTo>
                    <a:pt x="516684" y="120425"/>
                  </a:lnTo>
                  <a:lnTo>
                    <a:pt x="515501" y="118821"/>
                  </a:lnTo>
                  <a:lnTo>
                    <a:pt x="515274" y="117802"/>
                  </a:lnTo>
                  <a:lnTo>
                    <a:pt x="515300" y="116567"/>
                  </a:lnTo>
                  <a:lnTo>
                    <a:pt x="515669" y="115854"/>
                  </a:lnTo>
                  <a:lnTo>
                    <a:pt x="516379" y="115664"/>
                  </a:lnTo>
                  <a:lnTo>
                    <a:pt x="517497" y="116430"/>
                  </a:lnTo>
                  <a:lnTo>
                    <a:pt x="519021" y="118150"/>
                  </a:lnTo>
                  <a:lnTo>
                    <a:pt x="523314" y="124614"/>
                  </a:lnTo>
                  <a:lnTo>
                    <a:pt x="524348" y="125531"/>
                  </a:lnTo>
                  <a:lnTo>
                    <a:pt x="524920" y="126354"/>
                  </a:lnTo>
                  <a:lnTo>
                    <a:pt x="528860" y="128710"/>
                  </a:lnTo>
                  <a:lnTo>
                    <a:pt x="530719" y="129125"/>
                  </a:lnTo>
                  <a:lnTo>
                    <a:pt x="532921" y="127669"/>
                  </a:lnTo>
                  <a:lnTo>
                    <a:pt x="533893" y="126763"/>
                  </a:lnTo>
                  <a:lnTo>
                    <a:pt x="534369" y="125892"/>
                  </a:lnTo>
                  <a:lnTo>
                    <a:pt x="534348" y="125052"/>
                  </a:lnTo>
                  <a:lnTo>
                    <a:pt x="534559" y="123829"/>
                  </a:lnTo>
                  <a:lnTo>
                    <a:pt x="534337" y="123069"/>
                  </a:lnTo>
                  <a:lnTo>
                    <a:pt x="533746" y="122090"/>
                  </a:lnTo>
                  <a:lnTo>
                    <a:pt x="532167" y="120722"/>
                  </a:lnTo>
                  <a:lnTo>
                    <a:pt x="529601" y="118968"/>
                  </a:lnTo>
                  <a:lnTo>
                    <a:pt x="527255" y="118453"/>
                  </a:lnTo>
                  <a:lnTo>
                    <a:pt x="525132" y="119180"/>
                  </a:lnTo>
                  <a:lnTo>
                    <a:pt x="522729" y="120673"/>
                  </a:lnTo>
                  <a:lnTo>
                    <a:pt x="521730" y="120083"/>
                  </a:lnTo>
                  <a:lnTo>
                    <a:pt x="518733" y="115896"/>
                  </a:lnTo>
                  <a:lnTo>
                    <a:pt x="517979" y="114330"/>
                  </a:lnTo>
                  <a:lnTo>
                    <a:pt x="517979" y="113899"/>
                  </a:lnTo>
                  <a:lnTo>
                    <a:pt x="519371" y="114400"/>
                  </a:lnTo>
                  <a:lnTo>
                    <a:pt x="519434" y="113893"/>
                  </a:lnTo>
                  <a:lnTo>
                    <a:pt x="518602" y="111875"/>
                  </a:lnTo>
                  <a:lnTo>
                    <a:pt x="518089" y="111200"/>
                  </a:lnTo>
                  <a:lnTo>
                    <a:pt x="516361" y="108022"/>
                  </a:lnTo>
                  <a:lnTo>
                    <a:pt x="516148" y="107066"/>
                  </a:lnTo>
                  <a:lnTo>
                    <a:pt x="517224" y="106849"/>
                  </a:lnTo>
                  <a:lnTo>
                    <a:pt x="517712" y="106479"/>
                  </a:lnTo>
                  <a:lnTo>
                    <a:pt x="518365" y="106516"/>
                  </a:lnTo>
                  <a:lnTo>
                    <a:pt x="521412" y="108428"/>
                  </a:lnTo>
                  <a:lnTo>
                    <a:pt x="522973" y="107574"/>
                  </a:lnTo>
                  <a:lnTo>
                    <a:pt x="526584" y="106355"/>
                  </a:lnTo>
                  <a:lnTo>
                    <a:pt x="525160" y="104525"/>
                  </a:lnTo>
                  <a:lnTo>
                    <a:pt x="524821" y="102724"/>
                  </a:lnTo>
                  <a:lnTo>
                    <a:pt x="524989" y="102333"/>
                  </a:lnTo>
                  <a:lnTo>
                    <a:pt x="526165" y="102065"/>
                  </a:lnTo>
                  <a:lnTo>
                    <a:pt x="528469" y="103565"/>
                  </a:lnTo>
                  <a:lnTo>
                    <a:pt x="529584" y="103774"/>
                  </a:lnTo>
                  <a:lnTo>
                    <a:pt x="530400" y="103176"/>
                  </a:lnTo>
                  <a:lnTo>
                    <a:pt x="531262" y="103136"/>
                  </a:lnTo>
                  <a:lnTo>
                    <a:pt x="532171" y="103649"/>
                  </a:lnTo>
                  <a:lnTo>
                    <a:pt x="533022" y="104424"/>
                  </a:lnTo>
                  <a:lnTo>
                    <a:pt x="534606" y="106639"/>
                  </a:lnTo>
                  <a:lnTo>
                    <a:pt x="535388" y="107972"/>
                  </a:lnTo>
                  <a:lnTo>
                    <a:pt x="536269" y="109979"/>
                  </a:lnTo>
                  <a:lnTo>
                    <a:pt x="536547" y="110260"/>
                  </a:lnTo>
                  <a:lnTo>
                    <a:pt x="540795" y="110412"/>
                  </a:lnTo>
                  <a:lnTo>
                    <a:pt x="543202" y="108630"/>
                  </a:lnTo>
                  <a:lnTo>
                    <a:pt x="543149" y="109236"/>
                  </a:lnTo>
                  <a:lnTo>
                    <a:pt x="542598" y="110633"/>
                  </a:lnTo>
                  <a:lnTo>
                    <a:pt x="539613" y="115998"/>
                  </a:lnTo>
                  <a:lnTo>
                    <a:pt x="539650" y="116662"/>
                  </a:lnTo>
                  <a:lnTo>
                    <a:pt x="541233" y="116376"/>
                  </a:lnTo>
                  <a:lnTo>
                    <a:pt x="541975" y="115942"/>
                  </a:lnTo>
                  <a:lnTo>
                    <a:pt x="542433" y="115297"/>
                  </a:lnTo>
                  <a:lnTo>
                    <a:pt x="542830" y="113794"/>
                  </a:lnTo>
                  <a:lnTo>
                    <a:pt x="543096" y="113349"/>
                  </a:lnTo>
                  <a:lnTo>
                    <a:pt x="547529" y="110819"/>
                  </a:lnTo>
                  <a:lnTo>
                    <a:pt x="548812" y="110446"/>
                  </a:lnTo>
                  <a:lnTo>
                    <a:pt x="548011" y="113146"/>
                  </a:lnTo>
                  <a:lnTo>
                    <a:pt x="546362" y="122781"/>
                  </a:lnTo>
                  <a:lnTo>
                    <a:pt x="546027" y="126146"/>
                  </a:lnTo>
                  <a:lnTo>
                    <a:pt x="545666" y="127287"/>
                  </a:lnTo>
                  <a:lnTo>
                    <a:pt x="543924" y="130991"/>
                  </a:lnTo>
                  <a:lnTo>
                    <a:pt x="543952" y="132294"/>
                  </a:lnTo>
                  <a:lnTo>
                    <a:pt x="545856" y="135410"/>
                  </a:lnTo>
                  <a:lnTo>
                    <a:pt x="546196" y="136258"/>
                  </a:lnTo>
                  <a:lnTo>
                    <a:pt x="546388" y="138818"/>
                  </a:lnTo>
                  <a:lnTo>
                    <a:pt x="546726" y="139324"/>
                  </a:lnTo>
                  <a:lnTo>
                    <a:pt x="548297" y="139352"/>
                  </a:lnTo>
                  <a:lnTo>
                    <a:pt x="549924" y="138537"/>
                  </a:lnTo>
                  <a:lnTo>
                    <a:pt x="551864" y="137996"/>
                  </a:lnTo>
                  <a:lnTo>
                    <a:pt x="552165" y="138530"/>
                  </a:lnTo>
                  <a:lnTo>
                    <a:pt x="551101" y="141630"/>
                  </a:lnTo>
                  <a:lnTo>
                    <a:pt x="551160" y="141902"/>
                  </a:lnTo>
                  <a:lnTo>
                    <a:pt x="553003" y="141105"/>
                  </a:lnTo>
                  <a:lnTo>
                    <a:pt x="553849" y="140995"/>
                  </a:lnTo>
                  <a:lnTo>
                    <a:pt x="554194" y="141176"/>
                  </a:lnTo>
                  <a:lnTo>
                    <a:pt x="555569" y="142760"/>
                  </a:lnTo>
                  <a:lnTo>
                    <a:pt x="555707" y="143942"/>
                  </a:lnTo>
                  <a:lnTo>
                    <a:pt x="555678" y="145699"/>
                  </a:lnTo>
                  <a:lnTo>
                    <a:pt x="555532" y="146966"/>
                  </a:lnTo>
                  <a:lnTo>
                    <a:pt x="555068" y="147669"/>
                  </a:lnTo>
                  <a:lnTo>
                    <a:pt x="554517" y="147951"/>
                  </a:lnTo>
                  <a:lnTo>
                    <a:pt x="553820" y="148162"/>
                  </a:lnTo>
                  <a:lnTo>
                    <a:pt x="553195" y="148075"/>
                  </a:lnTo>
                  <a:lnTo>
                    <a:pt x="551270" y="148341"/>
                  </a:lnTo>
                  <a:lnTo>
                    <a:pt x="550134" y="148002"/>
                  </a:lnTo>
                  <a:lnTo>
                    <a:pt x="549010" y="147035"/>
                  </a:lnTo>
                  <a:lnTo>
                    <a:pt x="548212" y="146803"/>
                  </a:lnTo>
                  <a:lnTo>
                    <a:pt x="547287" y="147547"/>
                  </a:lnTo>
                  <a:lnTo>
                    <a:pt x="545823" y="147424"/>
                  </a:lnTo>
                  <a:lnTo>
                    <a:pt x="544179" y="145288"/>
                  </a:lnTo>
                  <a:lnTo>
                    <a:pt x="543524" y="145488"/>
                  </a:lnTo>
                  <a:lnTo>
                    <a:pt x="543300" y="145827"/>
                  </a:lnTo>
                  <a:lnTo>
                    <a:pt x="543328" y="146287"/>
                  </a:lnTo>
                  <a:lnTo>
                    <a:pt x="544069" y="147670"/>
                  </a:lnTo>
                  <a:lnTo>
                    <a:pt x="549848" y="154999"/>
                  </a:lnTo>
                  <a:lnTo>
                    <a:pt x="550726" y="156513"/>
                  </a:lnTo>
                  <a:lnTo>
                    <a:pt x="551039" y="158680"/>
                  </a:lnTo>
                  <a:lnTo>
                    <a:pt x="551580" y="156504"/>
                  </a:lnTo>
                  <a:lnTo>
                    <a:pt x="551228" y="155451"/>
                  </a:lnTo>
                  <a:lnTo>
                    <a:pt x="548254" y="151185"/>
                  </a:lnTo>
                  <a:lnTo>
                    <a:pt x="547897" y="149628"/>
                  </a:lnTo>
                  <a:lnTo>
                    <a:pt x="548001" y="149204"/>
                  </a:lnTo>
                  <a:lnTo>
                    <a:pt x="548787" y="148768"/>
                  </a:lnTo>
                  <a:lnTo>
                    <a:pt x="553020" y="149831"/>
                  </a:lnTo>
                  <a:lnTo>
                    <a:pt x="554661" y="149599"/>
                  </a:lnTo>
                  <a:lnTo>
                    <a:pt x="555767" y="148850"/>
                  </a:lnTo>
                  <a:lnTo>
                    <a:pt x="556322" y="147927"/>
                  </a:lnTo>
                  <a:lnTo>
                    <a:pt x="556724" y="142851"/>
                  </a:lnTo>
                  <a:lnTo>
                    <a:pt x="557484" y="139599"/>
                  </a:lnTo>
                  <a:lnTo>
                    <a:pt x="557035" y="136689"/>
                  </a:lnTo>
                  <a:lnTo>
                    <a:pt x="555890" y="132056"/>
                  </a:lnTo>
                  <a:lnTo>
                    <a:pt x="554990" y="129326"/>
                  </a:lnTo>
                  <a:lnTo>
                    <a:pt x="552915" y="126558"/>
                  </a:lnTo>
                  <a:lnTo>
                    <a:pt x="552710" y="125566"/>
                  </a:lnTo>
                  <a:lnTo>
                    <a:pt x="555023" y="117176"/>
                  </a:lnTo>
                  <a:lnTo>
                    <a:pt x="555440" y="116470"/>
                  </a:lnTo>
                  <a:lnTo>
                    <a:pt x="555957" y="116166"/>
                  </a:lnTo>
                  <a:lnTo>
                    <a:pt x="557777" y="116043"/>
                  </a:lnTo>
                  <a:lnTo>
                    <a:pt x="559103" y="115346"/>
                  </a:lnTo>
                  <a:lnTo>
                    <a:pt x="561183" y="116322"/>
                  </a:lnTo>
                  <a:lnTo>
                    <a:pt x="562331" y="116577"/>
                  </a:lnTo>
                  <a:lnTo>
                    <a:pt x="563752" y="115713"/>
                  </a:lnTo>
                  <a:lnTo>
                    <a:pt x="566910" y="112191"/>
                  </a:lnTo>
                  <a:lnTo>
                    <a:pt x="568147" y="111100"/>
                  </a:lnTo>
                  <a:lnTo>
                    <a:pt x="569720" y="109037"/>
                  </a:lnTo>
                  <a:lnTo>
                    <a:pt x="571629" y="106005"/>
                  </a:lnTo>
                  <a:lnTo>
                    <a:pt x="573705" y="103806"/>
                  </a:lnTo>
                  <a:lnTo>
                    <a:pt x="577069" y="101759"/>
                  </a:lnTo>
                  <a:lnTo>
                    <a:pt x="579125" y="100111"/>
                  </a:lnTo>
                  <a:lnTo>
                    <a:pt x="579541" y="99520"/>
                  </a:lnTo>
                  <a:lnTo>
                    <a:pt x="577629" y="99379"/>
                  </a:lnTo>
                  <a:lnTo>
                    <a:pt x="577164" y="99100"/>
                  </a:lnTo>
                  <a:lnTo>
                    <a:pt x="576771" y="97537"/>
                  </a:lnTo>
                  <a:lnTo>
                    <a:pt x="576970" y="94649"/>
                  </a:lnTo>
                  <a:lnTo>
                    <a:pt x="576934" y="93040"/>
                  </a:lnTo>
                  <a:lnTo>
                    <a:pt x="576707" y="91590"/>
                  </a:lnTo>
                  <a:lnTo>
                    <a:pt x="576289" y="90296"/>
                  </a:lnTo>
                  <a:lnTo>
                    <a:pt x="575680" y="89157"/>
                  </a:lnTo>
                  <a:lnTo>
                    <a:pt x="575124" y="88475"/>
                  </a:lnTo>
                  <a:lnTo>
                    <a:pt x="574623" y="88249"/>
                  </a:lnTo>
                  <a:lnTo>
                    <a:pt x="574279" y="88352"/>
                  </a:lnTo>
                  <a:lnTo>
                    <a:pt x="574091" y="88785"/>
                  </a:lnTo>
                  <a:lnTo>
                    <a:pt x="573579" y="91537"/>
                  </a:lnTo>
                  <a:lnTo>
                    <a:pt x="572928" y="93560"/>
                  </a:lnTo>
                  <a:lnTo>
                    <a:pt x="572034" y="94619"/>
                  </a:lnTo>
                  <a:lnTo>
                    <a:pt x="570181" y="95334"/>
                  </a:lnTo>
                  <a:lnTo>
                    <a:pt x="566995" y="95859"/>
                  </a:lnTo>
                  <a:lnTo>
                    <a:pt x="565674" y="94891"/>
                  </a:lnTo>
                  <a:lnTo>
                    <a:pt x="565507" y="94073"/>
                  </a:lnTo>
                  <a:lnTo>
                    <a:pt x="565969" y="90869"/>
                  </a:lnTo>
                  <a:lnTo>
                    <a:pt x="567028" y="89495"/>
                  </a:lnTo>
                  <a:lnTo>
                    <a:pt x="569941" y="86788"/>
                  </a:lnTo>
                  <a:lnTo>
                    <a:pt x="571805" y="84621"/>
                  </a:lnTo>
                  <a:lnTo>
                    <a:pt x="571836" y="84245"/>
                  </a:lnTo>
                  <a:lnTo>
                    <a:pt x="570121" y="84229"/>
                  </a:lnTo>
                  <a:lnTo>
                    <a:pt x="569712" y="83783"/>
                  </a:lnTo>
                  <a:lnTo>
                    <a:pt x="569352" y="81120"/>
                  </a:lnTo>
                  <a:lnTo>
                    <a:pt x="569452" y="80126"/>
                  </a:lnTo>
                  <a:lnTo>
                    <a:pt x="569720" y="78987"/>
                  </a:lnTo>
                  <a:lnTo>
                    <a:pt x="570919" y="78160"/>
                  </a:lnTo>
                  <a:lnTo>
                    <a:pt x="574599" y="77137"/>
                  </a:lnTo>
                  <a:lnTo>
                    <a:pt x="577462" y="75937"/>
                  </a:lnTo>
                  <a:lnTo>
                    <a:pt x="577545" y="76355"/>
                  </a:lnTo>
                  <a:lnTo>
                    <a:pt x="575250" y="79958"/>
                  </a:lnTo>
                  <a:lnTo>
                    <a:pt x="575013" y="80794"/>
                  </a:lnTo>
                  <a:lnTo>
                    <a:pt x="575889" y="81577"/>
                  </a:lnTo>
                  <a:lnTo>
                    <a:pt x="578096" y="79486"/>
                  </a:lnTo>
                  <a:lnTo>
                    <a:pt x="579521" y="77763"/>
                  </a:lnTo>
                  <a:lnTo>
                    <a:pt x="579760" y="77176"/>
                  </a:lnTo>
                  <a:lnTo>
                    <a:pt x="578467" y="76961"/>
                  </a:lnTo>
                  <a:lnTo>
                    <a:pt x="578396" y="76249"/>
                  </a:lnTo>
                  <a:lnTo>
                    <a:pt x="578645" y="74941"/>
                  </a:lnTo>
                  <a:lnTo>
                    <a:pt x="578525" y="74048"/>
                  </a:lnTo>
                  <a:lnTo>
                    <a:pt x="577093" y="72921"/>
                  </a:lnTo>
                  <a:lnTo>
                    <a:pt x="575331" y="73548"/>
                  </a:lnTo>
                  <a:lnTo>
                    <a:pt x="573860" y="74735"/>
                  </a:lnTo>
                  <a:lnTo>
                    <a:pt x="572638" y="75058"/>
                  </a:lnTo>
                  <a:lnTo>
                    <a:pt x="570836" y="75081"/>
                  </a:lnTo>
                  <a:lnTo>
                    <a:pt x="569524" y="74810"/>
                  </a:lnTo>
                  <a:lnTo>
                    <a:pt x="568704" y="74245"/>
                  </a:lnTo>
                  <a:lnTo>
                    <a:pt x="567716" y="72980"/>
                  </a:lnTo>
                  <a:lnTo>
                    <a:pt x="566562" y="71018"/>
                  </a:lnTo>
                  <a:lnTo>
                    <a:pt x="565100" y="69062"/>
                  </a:lnTo>
                  <a:lnTo>
                    <a:pt x="564583" y="68848"/>
                  </a:lnTo>
                  <a:lnTo>
                    <a:pt x="564139" y="69069"/>
                  </a:lnTo>
                  <a:lnTo>
                    <a:pt x="563206" y="70959"/>
                  </a:lnTo>
                  <a:lnTo>
                    <a:pt x="562801" y="71186"/>
                  </a:lnTo>
                  <a:lnTo>
                    <a:pt x="557078" y="68538"/>
                  </a:lnTo>
                  <a:lnTo>
                    <a:pt x="554650" y="67053"/>
                  </a:lnTo>
                  <a:lnTo>
                    <a:pt x="553476" y="65928"/>
                  </a:lnTo>
                  <a:lnTo>
                    <a:pt x="552016" y="65263"/>
                  </a:lnTo>
                  <a:lnTo>
                    <a:pt x="550270" y="65059"/>
                  </a:lnTo>
                  <a:lnTo>
                    <a:pt x="548878" y="64537"/>
                  </a:lnTo>
                  <a:lnTo>
                    <a:pt x="547839" y="63699"/>
                  </a:lnTo>
                  <a:lnTo>
                    <a:pt x="546999" y="62496"/>
                  </a:lnTo>
                  <a:lnTo>
                    <a:pt x="546357" y="60927"/>
                  </a:lnTo>
                  <a:lnTo>
                    <a:pt x="545167" y="58952"/>
                  </a:lnTo>
                  <a:lnTo>
                    <a:pt x="542450" y="55019"/>
                  </a:lnTo>
                  <a:lnTo>
                    <a:pt x="541731" y="52495"/>
                  </a:lnTo>
                  <a:lnTo>
                    <a:pt x="541631" y="51529"/>
                  </a:lnTo>
                  <a:lnTo>
                    <a:pt x="541801" y="49040"/>
                  </a:lnTo>
                  <a:lnTo>
                    <a:pt x="544348" y="44817"/>
                  </a:lnTo>
                  <a:lnTo>
                    <a:pt x="544822" y="43599"/>
                  </a:lnTo>
                  <a:lnTo>
                    <a:pt x="545691" y="42703"/>
                  </a:lnTo>
                  <a:lnTo>
                    <a:pt x="546954" y="42126"/>
                  </a:lnTo>
                  <a:lnTo>
                    <a:pt x="547864" y="41953"/>
                  </a:lnTo>
                  <a:lnTo>
                    <a:pt x="549930" y="42488"/>
                  </a:lnTo>
                  <a:lnTo>
                    <a:pt x="548692" y="41181"/>
                  </a:lnTo>
                  <a:lnTo>
                    <a:pt x="548594" y="40482"/>
                  </a:lnTo>
                  <a:lnTo>
                    <a:pt x="549836" y="38194"/>
                  </a:lnTo>
                  <a:lnTo>
                    <a:pt x="549591" y="38092"/>
                  </a:lnTo>
                  <a:lnTo>
                    <a:pt x="546178" y="39849"/>
                  </a:lnTo>
                  <a:lnTo>
                    <a:pt x="545306" y="39731"/>
                  </a:lnTo>
                  <a:lnTo>
                    <a:pt x="544077" y="38656"/>
                  </a:lnTo>
                  <a:lnTo>
                    <a:pt x="541760" y="34812"/>
                  </a:lnTo>
                  <a:lnTo>
                    <a:pt x="541734" y="32418"/>
                  </a:lnTo>
                  <a:lnTo>
                    <a:pt x="542463" y="29091"/>
                  </a:lnTo>
                  <a:lnTo>
                    <a:pt x="542717" y="27100"/>
                  </a:lnTo>
                  <a:lnTo>
                    <a:pt x="542055" y="25406"/>
                  </a:lnTo>
                  <a:lnTo>
                    <a:pt x="542303" y="24930"/>
                  </a:lnTo>
                  <a:lnTo>
                    <a:pt x="543021" y="24456"/>
                  </a:lnTo>
                  <a:lnTo>
                    <a:pt x="543323" y="23946"/>
                  </a:lnTo>
                  <a:lnTo>
                    <a:pt x="543008" y="22072"/>
                  </a:lnTo>
                  <a:lnTo>
                    <a:pt x="543506" y="21075"/>
                  </a:lnTo>
                  <a:lnTo>
                    <a:pt x="545143" y="19140"/>
                  </a:lnTo>
                  <a:lnTo>
                    <a:pt x="546748" y="17448"/>
                  </a:lnTo>
                  <a:lnTo>
                    <a:pt x="547695" y="16931"/>
                  </a:lnTo>
                  <a:lnTo>
                    <a:pt x="548518" y="17026"/>
                  </a:lnTo>
                  <a:lnTo>
                    <a:pt x="549376" y="17546"/>
                  </a:lnTo>
                  <a:lnTo>
                    <a:pt x="550268" y="18491"/>
                  </a:lnTo>
                  <a:lnTo>
                    <a:pt x="551797" y="19463"/>
                  </a:lnTo>
                  <a:lnTo>
                    <a:pt x="552928" y="19740"/>
                  </a:lnTo>
                  <a:lnTo>
                    <a:pt x="553761" y="19209"/>
                  </a:lnTo>
                  <a:lnTo>
                    <a:pt x="555184" y="15566"/>
                  </a:lnTo>
                  <a:lnTo>
                    <a:pt x="555686" y="14633"/>
                  </a:lnTo>
                  <a:lnTo>
                    <a:pt x="555209" y="14227"/>
                  </a:lnTo>
                  <a:lnTo>
                    <a:pt x="552421" y="14266"/>
                  </a:lnTo>
                  <a:lnTo>
                    <a:pt x="551212" y="13965"/>
                  </a:lnTo>
                  <a:lnTo>
                    <a:pt x="550518" y="13615"/>
                  </a:lnTo>
                  <a:lnTo>
                    <a:pt x="550006" y="12225"/>
                  </a:lnTo>
                  <a:lnTo>
                    <a:pt x="550428" y="11483"/>
                  </a:lnTo>
                  <a:lnTo>
                    <a:pt x="553131" y="8908"/>
                  </a:lnTo>
                  <a:lnTo>
                    <a:pt x="554402" y="6207"/>
                  </a:lnTo>
                  <a:lnTo>
                    <a:pt x="558185" y="2457"/>
                  </a:lnTo>
                  <a:lnTo>
                    <a:pt x="562015" y="694"/>
                  </a:lnTo>
                  <a:lnTo>
                    <a:pt x="563869" y="115"/>
                  </a:lnTo>
                  <a:lnTo>
                    <a:pt x="565377" y="0"/>
                  </a:lnTo>
                  <a:lnTo>
                    <a:pt x="566036" y="233"/>
                  </a:lnTo>
                  <a:lnTo>
                    <a:pt x="566840" y="2108"/>
                  </a:lnTo>
                  <a:lnTo>
                    <a:pt x="566989" y="4086"/>
                  </a:lnTo>
                  <a:lnTo>
                    <a:pt x="569067" y="6559"/>
                  </a:lnTo>
                  <a:lnTo>
                    <a:pt x="570738" y="6749"/>
                  </a:lnTo>
                  <a:lnTo>
                    <a:pt x="571777" y="6374"/>
                  </a:lnTo>
                  <a:lnTo>
                    <a:pt x="575138" y="6518"/>
                  </a:lnTo>
                  <a:lnTo>
                    <a:pt x="575917" y="7211"/>
                  </a:lnTo>
                  <a:lnTo>
                    <a:pt x="575861" y="7984"/>
                  </a:lnTo>
                  <a:lnTo>
                    <a:pt x="575486" y="9235"/>
                  </a:lnTo>
                  <a:lnTo>
                    <a:pt x="575715" y="10307"/>
                  </a:lnTo>
                  <a:lnTo>
                    <a:pt x="577994" y="12356"/>
                  </a:lnTo>
                  <a:lnTo>
                    <a:pt x="580046" y="13774"/>
                  </a:lnTo>
                  <a:lnTo>
                    <a:pt x="581888" y="15543"/>
                  </a:lnTo>
                  <a:lnTo>
                    <a:pt x="584630" y="19241"/>
                  </a:lnTo>
                  <a:lnTo>
                    <a:pt x="585224" y="20286"/>
                  </a:lnTo>
                  <a:lnTo>
                    <a:pt x="585637" y="21416"/>
                  </a:lnTo>
                  <a:lnTo>
                    <a:pt x="586350" y="25545"/>
                  </a:lnTo>
                  <a:lnTo>
                    <a:pt x="586441" y="27112"/>
                  </a:lnTo>
                  <a:lnTo>
                    <a:pt x="586180" y="31641"/>
                  </a:lnTo>
                  <a:lnTo>
                    <a:pt x="585963" y="32496"/>
                  </a:lnTo>
                  <a:lnTo>
                    <a:pt x="585238" y="33527"/>
                  </a:lnTo>
                  <a:lnTo>
                    <a:pt x="585489" y="33944"/>
                  </a:lnTo>
                  <a:lnTo>
                    <a:pt x="587656" y="35125"/>
                  </a:lnTo>
                  <a:lnTo>
                    <a:pt x="589379" y="37470"/>
                  </a:lnTo>
                  <a:lnTo>
                    <a:pt x="590283" y="38226"/>
                  </a:lnTo>
                  <a:lnTo>
                    <a:pt x="592465" y="39490"/>
                  </a:lnTo>
                  <a:lnTo>
                    <a:pt x="592863" y="39967"/>
                  </a:lnTo>
                  <a:lnTo>
                    <a:pt x="593356" y="40758"/>
                  </a:lnTo>
                  <a:lnTo>
                    <a:pt x="594586" y="44144"/>
                  </a:lnTo>
                  <a:lnTo>
                    <a:pt x="596601" y="47196"/>
                  </a:lnTo>
                  <a:lnTo>
                    <a:pt x="596746" y="47854"/>
                  </a:lnTo>
                  <a:lnTo>
                    <a:pt x="596314" y="49291"/>
                  </a:lnTo>
                  <a:lnTo>
                    <a:pt x="596622" y="49747"/>
                  </a:lnTo>
                  <a:lnTo>
                    <a:pt x="597400" y="50272"/>
                  </a:lnTo>
                  <a:lnTo>
                    <a:pt x="598098" y="49999"/>
                  </a:lnTo>
                  <a:lnTo>
                    <a:pt x="598716" y="48924"/>
                  </a:lnTo>
                  <a:lnTo>
                    <a:pt x="599388" y="48614"/>
                  </a:lnTo>
                  <a:lnTo>
                    <a:pt x="600114" y="49069"/>
                  </a:lnTo>
                  <a:lnTo>
                    <a:pt x="600665" y="49868"/>
                  </a:lnTo>
                  <a:lnTo>
                    <a:pt x="601415" y="51826"/>
                  </a:lnTo>
                  <a:lnTo>
                    <a:pt x="602512" y="53442"/>
                  </a:lnTo>
                  <a:lnTo>
                    <a:pt x="602420" y="53935"/>
                  </a:lnTo>
                  <a:lnTo>
                    <a:pt x="601878" y="54341"/>
                  </a:lnTo>
                  <a:lnTo>
                    <a:pt x="598923" y="54789"/>
                  </a:lnTo>
                  <a:lnTo>
                    <a:pt x="597260" y="54478"/>
                  </a:lnTo>
                  <a:lnTo>
                    <a:pt x="595724" y="53689"/>
                  </a:lnTo>
                  <a:lnTo>
                    <a:pt x="594656" y="52873"/>
                  </a:lnTo>
                  <a:lnTo>
                    <a:pt x="593661" y="51622"/>
                  </a:lnTo>
                  <a:lnTo>
                    <a:pt x="593293" y="51755"/>
                  </a:lnTo>
                  <a:lnTo>
                    <a:pt x="592772" y="52775"/>
                  </a:lnTo>
                  <a:lnTo>
                    <a:pt x="591658" y="54264"/>
                  </a:lnTo>
                  <a:lnTo>
                    <a:pt x="590961" y="55641"/>
                  </a:lnTo>
                  <a:lnTo>
                    <a:pt x="591767" y="56252"/>
                  </a:lnTo>
                  <a:lnTo>
                    <a:pt x="595651" y="56212"/>
                  </a:lnTo>
                  <a:lnTo>
                    <a:pt x="596496" y="56599"/>
                  </a:lnTo>
                  <a:lnTo>
                    <a:pt x="597483" y="57567"/>
                  </a:lnTo>
                  <a:lnTo>
                    <a:pt x="596358" y="59183"/>
                  </a:lnTo>
                  <a:lnTo>
                    <a:pt x="593729" y="61897"/>
                  </a:lnTo>
                  <a:lnTo>
                    <a:pt x="588047" y="67163"/>
                  </a:lnTo>
                  <a:lnTo>
                    <a:pt x="586379" y="68514"/>
                  </a:lnTo>
                  <a:lnTo>
                    <a:pt x="586785" y="68907"/>
                  </a:lnTo>
                  <a:lnTo>
                    <a:pt x="587417" y="69009"/>
                  </a:lnTo>
                  <a:lnTo>
                    <a:pt x="589365" y="68778"/>
                  </a:lnTo>
                  <a:lnTo>
                    <a:pt x="591185" y="68071"/>
                  </a:lnTo>
                  <a:lnTo>
                    <a:pt x="593401" y="68375"/>
                  </a:lnTo>
                  <a:lnTo>
                    <a:pt x="594387" y="68952"/>
                  </a:lnTo>
                  <a:lnTo>
                    <a:pt x="594051" y="69515"/>
                  </a:lnTo>
                  <a:lnTo>
                    <a:pt x="594651" y="70431"/>
                  </a:lnTo>
                  <a:lnTo>
                    <a:pt x="598272" y="72561"/>
                  </a:lnTo>
                  <a:lnTo>
                    <a:pt x="600561" y="72136"/>
                  </a:lnTo>
                  <a:lnTo>
                    <a:pt x="602898" y="70085"/>
                  </a:lnTo>
                  <a:lnTo>
                    <a:pt x="604704" y="69068"/>
                  </a:lnTo>
                  <a:lnTo>
                    <a:pt x="606927" y="69206"/>
                  </a:lnTo>
                  <a:lnTo>
                    <a:pt x="607548" y="69431"/>
                  </a:lnTo>
                  <a:lnTo>
                    <a:pt x="607311" y="69929"/>
                  </a:lnTo>
                  <a:lnTo>
                    <a:pt x="605669" y="71082"/>
                  </a:lnTo>
                  <a:lnTo>
                    <a:pt x="604184" y="72363"/>
                  </a:lnTo>
                  <a:lnTo>
                    <a:pt x="604025" y="72725"/>
                  </a:lnTo>
                  <a:lnTo>
                    <a:pt x="605875" y="72207"/>
                  </a:lnTo>
                  <a:lnTo>
                    <a:pt x="609993" y="73027"/>
                  </a:lnTo>
                  <a:lnTo>
                    <a:pt x="611998" y="73230"/>
                  </a:lnTo>
                  <a:lnTo>
                    <a:pt x="613449" y="73025"/>
                  </a:lnTo>
                  <a:lnTo>
                    <a:pt x="614811" y="73351"/>
                  </a:lnTo>
                  <a:lnTo>
                    <a:pt x="616083" y="74210"/>
                  </a:lnTo>
                  <a:lnTo>
                    <a:pt x="616509" y="74755"/>
                  </a:lnTo>
                  <a:lnTo>
                    <a:pt x="615318" y="75106"/>
                  </a:lnTo>
                  <a:lnTo>
                    <a:pt x="614193" y="75100"/>
                  </a:lnTo>
                  <a:lnTo>
                    <a:pt x="613238" y="75620"/>
                  </a:lnTo>
                  <a:lnTo>
                    <a:pt x="612451" y="76661"/>
                  </a:lnTo>
                  <a:lnTo>
                    <a:pt x="611890" y="78013"/>
                  </a:lnTo>
                  <a:lnTo>
                    <a:pt x="611554" y="79675"/>
                  </a:lnTo>
                  <a:lnTo>
                    <a:pt x="610699" y="80361"/>
                  </a:lnTo>
                  <a:lnTo>
                    <a:pt x="609326" y="80071"/>
                  </a:lnTo>
                  <a:lnTo>
                    <a:pt x="608786" y="79600"/>
                  </a:lnTo>
                  <a:lnTo>
                    <a:pt x="609084" y="78944"/>
                  </a:lnTo>
                  <a:lnTo>
                    <a:pt x="608682" y="78850"/>
                  </a:lnTo>
                  <a:lnTo>
                    <a:pt x="607585" y="79317"/>
                  </a:lnTo>
                  <a:lnTo>
                    <a:pt x="606730" y="79332"/>
                  </a:lnTo>
                  <a:lnTo>
                    <a:pt x="606496" y="79821"/>
                  </a:lnTo>
                  <a:lnTo>
                    <a:pt x="612497" y="85129"/>
                  </a:lnTo>
                  <a:lnTo>
                    <a:pt x="614416" y="89828"/>
                  </a:lnTo>
                  <a:lnTo>
                    <a:pt x="615736" y="91770"/>
                  </a:lnTo>
                  <a:lnTo>
                    <a:pt x="615866" y="92284"/>
                  </a:lnTo>
                  <a:lnTo>
                    <a:pt x="615005" y="93590"/>
                  </a:lnTo>
                  <a:lnTo>
                    <a:pt x="614962" y="94583"/>
                  </a:lnTo>
                  <a:lnTo>
                    <a:pt x="615356" y="97452"/>
                  </a:lnTo>
                  <a:lnTo>
                    <a:pt x="615172" y="99745"/>
                  </a:lnTo>
                  <a:lnTo>
                    <a:pt x="614583" y="103781"/>
                  </a:lnTo>
                  <a:lnTo>
                    <a:pt x="615135" y="105036"/>
                  </a:lnTo>
                  <a:lnTo>
                    <a:pt x="616418" y="106144"/>
                  </a:lnTo>
                  <a:lnTo>
                    <a:pt x="617186" y="107562"/>
                  </a:lnTo>
                  <a:lnTo>
                    <a:pt x="617707" y="108047"/>
                  </a:lnTo>
                  <a:lnTo>
                    <a:pt x="618097" y="109190"/>
                  </a:lnTo>
                  <a:lnTo>
                    <a:pt x="618554" y="109905"/>
                  </a:lnTo>
                  <a:lnTo>
                    <a:pt x="619078" y="110200"/>
                  </a:lnTo>
                  <a:lnTo>
                    <a:pt x="619448" y="109823"/>
                  </a:lnTo>
                  <a:lnTo>
                    <a:pt x="619662" y="108780"/>
                  </a:lnTo>
                  <a:lnTo>
                    <a:pt x="620155" y="107803"/>
                  </a:lnTo>
                  <a:lnTo>
                    <a:pt x="621509" y="106046"/>
                  </a:lnTo>
                  <a:lnTo>
                    <a:pt x="622820" y="103306"/>
                  </a:lnTo>
                  <a:lnTo>
                    <a:pt x="623042" y="102397"/>
                  </a:lnTo>
                  <a:lnTo>
                    <a:pt x="622834" y="100244"/>
                  </a:lnTo>
                  <a:lnTo>
                    <a:pt x="622985" y="99322"/>
                  </a:lnTo>
                  <a:lnTo>
                    <a:pt x="624217" y="96061"/>
                  </a:lnTo>
                  <a:lnTo>
                    <a:pt x="624610" y="93801"/>
                  </a:lnTo>
                  <a:lnTo>
                    <a:pt x="624984" y="90280"/>
                  </a:lnTo>
                  <a:lnTo>
                    <a:pt x="625637" y="87827"/>
                  </a:lnTo>
                  <a:lnTo>
                    <a:pt x="627033" y="85749"/>
                  </a:lnTo>
                  <a:lnTo>
                    <a:pt x="629472" y="81551"/>
                  </a:lnTo>
                  <a:lnTo>
                    <a:pt x="630354" y="80710"/>
                  </a:lnTo>
                  <a:lnTo>
                    <a:pt x="631342" y="80296"/>
                  </a:lnTo>
                  <a:lnTo>
                    <a:pt x="633069" y="80395"/>
                  </a:lnTo>
                  <a:lnTo>
                    <a:pt x="634327" y="81746"/>
                  </a:lnTo>
                  <a:lnTo>
                    <a:pt x="636021" y="84243"/>
                  </a:lnTo>
                  <a:lnTo>
                    <a:pt x="638176" y="86520"/>
                  </a:lnTo>
                  <a:lnTo>
                    <a:pt x="642103" y="89605"/>
                  </a:lnTo>
                  <a:lnTo>
                    <a:pt x="643224" y="90769"/>
                  </a:lnTo>
                  <a:lnTo>
                    <a:pt x="645444" y="93822"/>
                  </a:lnTo>
                  <a:lnTo>
                    <a:pt x="646382" y="96849"/>
                  </a:lnTo>
                  <a:lnTo>
                    <a:pt x="647026" y="101121"/>
                  </a:lnTo>
                  <a:lnTo>
                    <a:pt x="647582" y="103694"/>
                  </a:lnTo>
                  <a:lnTo>
                    <a:pt x="648047" y="104567"/>
                  </a:lnTo>
                  <a:lnTo>
                    <a:pt x="648260" y="105865"/>
                  </a:lnTo>
                  <a:lnTo>
                    <a:pt x="648220" y="107592"/>
                  </a:lnTo>
                  <a:lnTo>
                    <a:pt x="648045" y="108944"/>
                  </a:lnTo>
                  <a:lnTo>
                    <a:pt x="647736" y="109921"/>
                  </a:lnTo>
                  <a:lnTo>
                    <a:pt x="647256" y="110475"/>
                  </a:lnTo>
                  <a:lnTo>
                    <a:pt x="646058" y="110656"/>
                  </a:lnTo>
                  <a:lnTo>
                    <a:pt x="644594" y="110386"/>
                  </a:lnTo>
                  <a:lnTo>
                    <a:pt x="644171" y="109947"/>
                  </a:lnTo>
                  <a:lnTo>
                    <a:pt x="643400" y="107913"/>
                  </a:lnTo>
                  <a:lnTo>
                    <a:pt x="643081" y="107789"/>
                  </a:lnTo>
                  <a:lnTo>
                    <a:pt x="641719" y="109289"/>
                  </a:lnTo>
                  <a:lnTo>
                    <a:pt x="641552" y="110129"/>
                  </a:lnTo>
                  <a:lnTo>
                    <a:pt x="642053" y="112909"/>
                  </a:lnTo>
                  <a:lnTo>
                    <a:pt x="641986" y="118140"/>
                  </a:lnTo>
                  <a:lnTo>
                    <a:pt x="642123" y="119275"/>
                  </a:lnTo>
                  <a:lnTo>
                    <a:pt x="643561" y="124728"/>
                  </a:lnTo>
                  <a:lnTo>
                    <a:pt x="645983" y="128869"/>
                  </a:lnTo>
                  <a:lnTo>
                    <a:pt x="652052" y="136857"/>
                  </a:lnTo>
                  <a:lnTo>
                    <a:pt x="652397" y="137765"/>
                  </a:lnTo>
                  <a:lnTo>
                    <a:pt x="653042" y="141028"/>
                  </a:lnTo>
                  <a:lnTo>
                    <a:pt x="653359" y="141711"/>
                  </a:lnTo>
                  <a:lnTo>
                    <a:pt x="653755" y="142119"/>
                  </a:lnTo>
                  <a:lnTo>
                    <a:pt x="654232" y="142249"/>
                  </a:lnTo>
                  <a:lnTo>
                    <a:pt x="654890" y="141925"/>
                  </a:lnTo>
                  <a:lnTo>
                    <a:pt x="657121" y="139444"/>
                  </a:lnTo>
                  <a:lnTo>
                    <a:pt x="659062" y="136830"/>
                  </a:lnTo>
                  <a:lnTo>
                    <a:pt x="660417" y="135467"/>
                  </a:lnTo>
                  <a:lnTo>
                    <a:pt x="661184" y="135357"/>
                  </a:lnTo>
                  <a:lnTo>
                    <a:pt x="662010" y="134878"/>
                  </a:lnTo>
                  <a:lnTo>
                    <a:pt x="662896" y="134035"/>
                  </a:lnTo>
                  <a:lnTo>
                    <a:pt x="663488" y="133110"/>
                  </a:lnTo>
                  <a:lnTo>
                    <a:pt x="663785" y="132105"/>
                  </a:lnTo>
                  <a:lnTo>
                    <a:pt x="664186" y="128166"/>
                  </a:lnTo>
                  <a:lnTo>
                    <a:pt x="664527" y="126284"/>
                  </a:lnTo>
                  <a:lnTo>
                    <a:pt x="665471" y="123715"/>
                  </a:lnTo>
                  <a:lnTo>
                    <a:pt x="665817" y="122985"/>
                  </a:lnTo>
                  <a:lnTo>
                    <a:pt x="670512" y="116467"/>
                  </a:lnTo>
                  <a:lnTo>
                    <a:pt x="670900" y="115667"/>
                  </a:lnTo>
                  <a:lnTo>
                    <a:pt x="672896" y="108115"/>
                  </a:lnTo>
                  <a:lnTo>
                    <a:pt x="673599" y="104658"/>
                  </a:lnTo>
                  <a:lnTo>
                    <a:pt x="673701" y="102576"/>
                  </a:lnTo>
                  <a:lnTo>
                    <a:pt x="673432" y="100720"/>
                  </a:lnTo>
                  <a:lnTo>
                    <a:pt x="673566" y="99188"/>
                  </a:lnTo>
                  <a:lnTo>
                    <a:pt x="674103" y="97982"/>
                  </a:lnTo>
                  <a:lnTo>
                    <a:pt x="674671" y="97132"/>
                  </a:lnTo>
                  <a:lnTo>
                    <a:pt x="675655" y="96272"/>
                  </a:lnTo>
                  <a:lnTo>
                    <a:pt x="676199" y="95060"/>
                  </a:lnTo>
                  <a:lnTo>
                    <a:pt x="676525" y="94938"/>
                  </a:lnTo>
                  <a:lnTo>
                    <a:pt x="677330" y="94929"/>
                  </a:lnTo>
                  <a:lnTo>
                    <a:pt x="678389" y="95755"/>
                  </a:lnTo>
                  <a:lnTo>
                    <a:pt x="679157" y="95901"/>
                  </a:lnTo>
                  <a:lnTo>
                    <a:pt x="684124" y="94956"/>
                  </a:lnTo>
                  <a:lnTo>
                    <a:pt x="684125" y="94453"/>
                  </a:lnTo>
                  <a:lnTo>
                    <a:pt x="681210" y="92867"/>
                  </a:lnTo>
                  <a:lnTo>
                    <a:pt x="681238" y="92072"/>
                  </a:lnTo>
                  <a:lnTo>
                    <a:pt x="681493" y="90980"/>
                  </a:lnTo>
                  <a:lnTo>
                    <a:pt x="682409" y="89759"/>
                  </a:lnTo>
                  <a:lnTo>
                    <a:pt x="683533" y="89374"/>
                  </a:lnTo>
                  <a:lnTo>
                    <a:pt x="683786" y="88598"/>
                  </a:lnTo>
                  <a:lnTo>
                    <a:pt x="683817" y="87638"/>
                  </a:lnTo>
                  <a:lnTo>
                    <a:pt x="684189" y="86073"/>
                  </a:lnTo>
                  <a:lnTo>
                    <a:pt x="683850" y="85517"/>
                  </a:lnTo>
                  <a:lnTo>
                    <a:pt x="681126" y="83357"/>
                  </a:lnTo>
                  <a:lnTo>
                    <a:pt x="679553" y="83450"/>
                  </a:lnTo>
                  <a:lnTo>
                    <a:pt x="679152" y="83167"/>
                  </a:lnTo>
                  <a:lnTo>
                    <a:pt x="677796" y="81407"/>
                  </a:lnTo>
                  <a:lnTo>
                    <a:pt x="677299" y="78850"/>
                  </a:lnTo>
                  <a:lnTo>
                    <a:pt x="677246" y="77802"/>
                  </a:lnTo>
                  <a:lnTo>
                    <a:pt x="677435" y="76117"/>
                  </a:lnTo>
                  <a:lnTo>
                    <a:pt x="677607" y="75648"/>
                  </a:lnTo>
                  <a:lnTo>
                    <a:pt x="677523" y="74888"/>
                  </a:lnTo>
                  <a:lnTo>
                    <a:pt x="677181" y="73832"/>
                  </a:lnTo>
                  <a:lnTo>
                    <a:pt x="677153" y="72896"/>
                  </a:lnTo>
                  <a:lnTo>
                    <a:pt x="677440" y="72073"/>
                  </a:lnTo>
                  <a:lnTo>
                    <a:pt x="677268" y="71101"/>
                  </a:lnTo>
                  <a:lnTo>
                    <a:pt x="676635" y="69975"/>
                  </a:lnTo>
                  <a:lnTo>
                    <a:pt x="676386" y="69007"/>
                  </a:lnTo>
                  <a:lnTo>
                    <a:pt x="677051" y="66152"/>
                  </a:lnTo>
                  <a:lnTo>
                    <a:pt x="677073" y="65276"/>
                  </a:lnTo>
                  <a:lnTo>
                    <a:pt x="676447" y="64057"/>
                  </a:lnTo>
                  <a:lnTo>
                    <a:pt x="675992" y="63583"/>
                  </a:lnTo>
                  <a:lnTo>
                    <a:pt x="676326" y="63282"/>
                  </a:lnTo>
                  <a:lnTo>
                    <a:pt x="677450" y="63156"/>
                  </a:lnTo>
                  <a:lnTo>
                    <a:pt x="678793" y="63552"/>
                  </a:lnTo>
                  <a:lnTo>
                    <a:pt x="680355" y="64468"/>
                  </a:lnTo>
                  <a:lnTo>
                    <a:pt x="682268" y="64478"/>
                  </a:lnTo>
                  <a:lnTo>
                    <a:pt x="684533" y="63583"/>
                  </a:lnTo>
                  <a:lnTo>
                    <a:pt x="686835" y="63151"/>
                  </a:lnTo>
                  <a:lnTo>
                    <a:pt x="690812" y="63328"/>
                  </a:lnTo>
                  <a:lnTo>
                    <a:pt x="691752" y="63585"/>
                  </a:lnTo>
                  <a:lnTo>
                    <a:pt x="695706" y="66234"/>
                  </a:lnTo>
                  <a:lnTo>
                    <a:pt x="698776" y="67583"/>
                  </a:lnTo>
                  <a:lnTo>
                    <a:pt x="700160" y="67458"/>
                  </a:lnTo>
                  <a:lnTo>
                    <a:pt x="706989" y="67991"/>
                  </a:lnTo>
                  <a:lnTo>
                    <a:pt x="709984" y="67718"/>
                  </a:lnTo>
                  <a:lnTo>
                    <a:pt x="711535" y="67838"/>
                  </a:lnTo>
                  <a:lnTo>
                    <a:pt x="714511" y="69294"/>
                  </a:lnTo>
                  <a:lnTo>
                    <a:pt x="714315" y="70503"/>
                  </a:lnTo>
                  <a:lnTo>
                    <a:pt x="713030" y="72532"/>
                  </a:lnTo>
                  <a:lnTo>
                    <a:pt x="711353" y="72949"/>
                  </a:lnTo>
                  <a:lnTo>
                    <a:pt x="709872" y="73650"/>
                  </a:lnTo>
                  <a:lnTo>
                    <a:pt x="711247" y="74713"/>
                  </a:lnTo>
                  <a:lnTo>
                    <a:pt x="715295" y="76143"/>
                  </a:lnTo>
                  <a:lnTo>
                    <a:pt x="716246" y="78432"/>
                  </a:lnTo>
                  <a:lnTo>
                    <a:pt x="716534" y="79482"/>
                  </a:lnTo>
                  <a:lnTo>
                    <a:pt x="716064" y="80428"/>
                  </a:lnTo>
                  <a:lnTo>
                    <a:pt x="716298" y="80905"/>
                  </a:lnTo>
                  <a:lnTo>
                    <a:pt x="717237" y="80905"/>
                  </a:lnTo>
                  <a:lnTo>
                    <a:pt x="719659" y="80101"/>
                  </a:lnTo>
                  <a:lnTo>
                    <a:pt x="722335" y="80632"/>
                  </a:lnTo>
                  <a:lnTo>
                    <a:pt x="726234" y="82404"/>
                  </a:lnTo>
                  <a:lnTo>
                    <a:pt x="726654" y="82773"/>
                  </a:lnTo>
                  <a:lnTo>
                    <a:pt x="727339" y="84154"/>
                  </a:lnTo>
                  <a:lnTo>
                    <a:pt x="727253" y="84715"/>
                  </a:lnTo>
                  <a:lnTo>
                    <a:pt x="723807" y="88169"/>
                  </a:lnTo>
                  <a:lnTo>
                    <a:pt x="722016" y="89537"/>
                  </a:lnTo>
                  <a:lnTo>
                    <a:pt x="719660" y="90945"/>
                  </a:lnTo>
                  <a:lnTo>
                    <a:pt x="719584" y="91697"/>
                  </a:lnTo>
                  <a:lnTo>
                    <a:pt x="722887" y="91836"/>
                  </a:lnTo>
                  <a:lnTo>
                    <a:pt x="725457" y="92231"/>
                  </a:lnTo>
                  <a:lnTo>
                    <a:pt x="726616" y="92689"/>
                  </a:lnTo>
                  <a:lnTo>
                    <a:pt x="727221" y="93342"/>
                  </a:lnTo>
                  <a:lnTo>
                    <a:pt x="728047" y="94741"/>
                  </a:lnTo>
                  <a:lnTo>
                    <a:pt x="728181" y="95848"/>
                  </a:lnTo>
                  <a:lnTo>
                    <a:pt x="728100" y="97347"/>
                  </a:lnTo>
                  <a:lnTo>
                    <a:pt x="727827" y="98387"/>
                  </a:lnTo>
                  <a:lnTo>
                    <a:pt x="724838" y="101380"/>
                  </a:lnTo>
                  <a:lnTo>
                    <a:pt x="723465" y="102313"/>
                  </a:lnTo>
                  <a:lnTo>
                    <a:pt x="721126" y="103421"/>
                  </a:lnTo>
                  <a:lnTo>
                    <a:pt x="720109" y="104251"/>
                  </a:lnTo>
                  <a:lnTo>
                    <a:pt x="718992" y="104137"/>
                  </a:lnTo>
                  <a:lnTo>
                    <a:pt x="717775" y="103076"/>
                  </a:lnTo>
                  <a:lnTo>
                    <a:pt x="716510" y="102849"/>
                  </a:lnTo>
                  <a:lnTo>
                    <a:pt x="714230" y="103696"/>
                  </a:lnTo>
                  <a:lnTo>
                    <a:pt x="712993" y="103665"/>
                  </a:lnTo>
                  <a:lnTo>
                    <a:pt x="712385" y="103961"/>
                  </a:lnTo>
                  <a:lnTo>
                    <a:pt x="712336" y="104614"/>
                  </a:lnTo>
                  <a:lnTo>
                    <a:pt x="713415" y="106507"/>
                  </a:lnTo>
                  <a:lnTo>
                    <a:pt x="714038" y="107253"/>
                  </a:lnTo>
                  <a:lnTo>
                    <a:pt x="714283" y="107810"/>
                  </a:lnTo>
                  <a:lnTo>
                    <a:pt x="713823" y="108748"/>
                  </a:lnTo>
                  <a:lnTo>
                    <a:pt x="713920" y="109044"/>
                  </a:lnTo>
                  <a:lnTo>
                    <a:pt x="714287" y="109379"/>
                  </a:lnTo>
                  <a:lnTo>
                    <a:pt x="716361" y="113515"/>
                  </a:lnTo>
                  <a:lnTo>
                    <a:pt x="716797" y="113836"/>
                  </a:lnTo>
                  <a:lnTo>
                    <a:pt x="717227" y="113680"/>
                  </a:lnTo>
                  <a:lnTo>
                    <a:pt x="718125" y="112498"/>
                  </a:lnTo>
                  <a:lnTo>
                    <a:pt x="718658" y="112018"/>
                  </a:lnTo>
                  <a:lnTo>
                    <a:pt x="718919" y="112078"/>
                  </a:lnTo>
                  <a:lnTo>
                    <a:pt x="718908" y="112684"/>
                  </a:lnTo>
                  <a:lnTo>
                    <a:pt x="717951" y="116287"/>
                  </a:lnTo>
                  <a:lnTo>
                    <a:pt x="717826" y="117249"/>
                  </a:lnTo>
                  <a:lnTo>
                    <a:pt x="717847" y="118108"/>
                  </a:lnTo>
                  <a:lnTo>
                    <a:pt x="718309" y="119930"/>
                  </a:lnTo>
                  <a:lnTo>
                    <a:pt x="719358" y="121885"/>
                  </a:lnTo>
                  <a:lnTo>
                    <a:pt x="720664" y="123644"/>
                  </a:lnTo>
                  <a:lnTo>
                    <a:pt x="722623" y="126012"/>
                  </a:lnTo>
                  <a:lnTo>
                    <a:pt x="725253" y="128537"/>
                  </a:lnTo>
                  <a:lnTo>
                    <a:pt x="726234" y="129764"/>
                  </a:lnTo>
                  <a:lnTo>
                    <a:pt x="727671" y="132659"/>
                  </a:lnTo>
                  <a:lnTo>
                    <a:pt x="727967" y="133767"/>
                  </a:lnTo>
                  <a:lnTo>
                    <a:pt x="727589" y="136808"/>
                  </a:lnTo>
                  <a:lnTo>
                    <a:pt x="726540" y="141785"/>
                  </a:lnTo>
                  <a:lnTo>
                    <a:pt x="725863" y="144612"/>
                  </a:lnTo>
                  <a:lnTo>
                    <a:pt x="725560" y="145292"/>
                  </a:lnTo>
                  <a:lnTo>
                    <a:pt x="723580" y="147297"/>
                  </a:lnTo>
                  <a:lnTo>
                    <a:pt x="722455" y="147768"/>
                  </a:lnTo>
                  <a:lnTo>
                    <a:pt x="720601" y="147713"/>
                  </a:lnTo>
                  <a:lnTo>
                    <a:pt x="719979" y="148104"/>
                  </a:lnTo>
                  <a:lnTo>
                    <a:pt x="719009" y="149709"/>
                  </a:lnTo>
                  <a:lnTo>
                    <a:pt x="717692" y="152525"/>
                  </a:lnTo>
                  <a:lnTo>
                    <a:pt x="716654" y="154311"/>
                  </a:lnTo>
                  <a:lnTo>
                    <a:pt x="715896" y="155066"/>
                  </a:lnTo>
                  <a:lnTo>
                    <a:pt x="714504" y="155943"/>
                  </a:lnTo>
                  <a:lnTo>
                    <a:pt x="712324" y="158544"/>
                  </a:lnTo>
                  <a:lnTo>
                    <a:pt x="711253" y="159546"/>
                  </a:lnTo>
                  <a:lnTo>
                    <a:pt x="707507" y="160629"/>
                  </a:lnTo>
                  <a:lnTo>
                    <a:pt x="704461" y="164156"/>
                  </a:lnTo>
                  <a:lnTo>
                    <a:pt x="703248" y="165319"/>
                  </a:lnTo>
                  <a:lnTo>
                    <a:pt x="701931" y="165936"/>
                  </a:lnTo>
                  <a:lnTo>
                    <a:pt x="700509" y="166010"/>
                  </a:lnTo>
                  <a:lnTo>
                    <a:pt x="699690" y="165445"/>
                  </a:lnTo>
                  <a:lnTo>
                    <a:pt x="699226" y="163293"/>
                  </a:lnTo>
                  <a:lnTo>
                    <a:pt x="698949" y="162586"/>
                  </a:lnTo>
                  <a:lnTo>
                    <a:pt x="697875" y="161115"/>
                  </a:lnTo>
                  <a:lnTo>
                    <a:pt x="695669" y="156840"/>
                  </a:lnTo>
                  <a:lnTo>
                    <a:pt x="694721" y="155379"/>
                  </a:lnTo>
                  <a:lnTo>
                    <a:pt x="694087" y="155054"/>
                  </a:lnTo>
                  <a:lnTo>
                    <a:pt x="692815" y="155285"/>
                  </a:lnTo>
                  <a:lnTo>
                    <a:pt x="692162" y="155148"/>
                  </a:lnTo>
                  <a:lnTo>
                    <a:pt x="690744" y="153805"/>
                  </a:lnTo>
                  <a:lnTo>
                    <a:pt x="690233" y="152938"/>
                  </a:lnTo>
                  <a:lnTo>
                    <a:pt x="690296" y="152600"/>
                  </a:lnTo>
                  <a:lnTo>
                    <a:pt x="691375" y="152108"/>
                  </a:lnTo>
                  <a:lnTo>
                    <a:pt x="690915" y="151412"/>
                  </a:lnTo>
                  <a:lnTo>
                    <a:pt x="689017" y="149501"/>
                  </a:lnTo>
                  <a:lnTo>
                    <a:pt x="688230" y="148499"/>
                  </a:lnTo>
                  <a:lnTo>
                    <a:pt x="688134" y="148160"/>
                  </a:lnTo>
                  <a:lnTo>
                    <a:pt x="686256" y="146866"/>
                  </a:lnTo>
                  <a:lnTo>
                    <a:pt x="684390" y="146508"/>
                  </a:lnTo>
                  <a:lnTo>
                    <a:pt x="682022" y="148655"/>
                  </a:lnTo>
                  <a:lnTo>
                    <a:pt x="681124" y="150107"/>
                  </a:lnTo>
                  <a:lnTo>
                    <a:pt x="681153" y="150580"/>
                  </a:lnTo>
                  <a:lnTo>
                    <a:pt x="682287" y="151137"/>
                  </a:lnTo>
                  <a:lnTo>
                    <a:pt x="682778" y="150866"/>
                  </a:lnTo>
                  <a:lnTo>
                    <a:pt x="683740" y="149527"/>
                  </a:lnTo>
                  <a:lnTo>
                    <a:pt x="684248" y="149110"/>
                  </a:lnTo>
                  <a:lnTo>
                    <a:pt x="685706" y="149319"/>
                  </a:lnTo>
                  <a:lnTo>
                    <a:pt x="686914" y="150242"/>
                  </a:lnTo>
                  <a:lnTo>
                    <a:pt x="687354" y="151046"/>
                  </a:lnTo>
                  <a:lnTo>
                    <a:pt x="687513" y="151593"/>
                  </a:lnTo>
                  <a:lnTo>
                    <a:pt x="690810" y="155872"/>
                  </a:lnTo>
                  <a:lnTo>
                    <a:pt x="691979" y="156740"/>
                  </a:lnTo>
                  <a:lnTo>
                    <a:pt x="692465" y="157762"/>
                  </a:lnTo>
                  <a:lnTo>
                    <a:pt x="692836" y="159465"/>
                  </a:lnTo>
                  <a:lnTo>
                    <a:pt x="693548" y="161356"/>
                  </a:lnTo>
                  <a:lnTo>
                    <a:pt x="695133" y="164479"/>
                  </a:lnTo>
                  <a:lnTo>
                    <a:pt x="696819" y="168337"/>
                  </a:lnTo>
                  <a:lnTo>
                    <a:pt x="697164" y="169859"/>
                  </a:lnTo>
                  <a:lnTo>
                    <a:pt x="696293" y="170595"/>
                  </a:lnTo>
                  <a:lnTo>
                    <a:pt x="695854" y="170648"/>
                  </a:lnTo>
                  <a:lnTo>
                    <a:pt x="694555" y="170074"/>
                  </a:lnTo>
                  <a:lnTo>
                    <a:pt x="691125" y="168284"/>
                  </a:lnTo>
                  <a:lnTo>
                    <a:pt x="690745" y="168317"/>
                  </a:lnTo>
                  <a:lnTo>
                    <a:pt x="689841" y="169260"/>
                  </a:lnTo>
                  <a:lnTo>
                    <a:pt x="689098" y="171403"/>
                  </a:lnTo>
                  <a:lnTo>
                    <a:pt x="688866" y="171608"/>
                  </a:lnTo>
                  <a:lnTo>
                    <a:pt x="687042" y="170768"/>
                  </a:lnTo>
                  <a:lnTo>
                    <a:pt x="683626" y="168888"/>
                  </a:lnTo>
                  <a:lnTo>
                    <a:pt x="681337" y="167292"/>
                  </a:lnTo>
                  <a:lnTo>
                    <a:pt x="680176" y="165982"/>
                  </a:lnTo>
                  <a:lnTo>
                    <a:pt x="678770" y="163894"/>
                  </a:lnTo>
                  <a:lnTo>
                    <a:pt x="677120" y="161028"/>
                  </a:lnTo>
                  <a:lnTo>
                    <a:pt x="675150" y="160114"/>
                  </a:lnTo>
                  <a:lnTo>
                    <a:pt x="672860" y="161157"/>
                  </a:lnTo>
                  <a:lnTo>
                    <a:pt x="669552" y="161530"/>
                  </a:lnTo>
                  <a:lnTo>
                    <a:pt x="662606" y="161205"/>
                  </a:lnTo>
                  <a:lnTo>
                    <a:pt x="661692" y="161450"/>
                  </a:lnTo>
                  <a:lnTo>
                    <a:pt x="661339" y="161810"/>
                  </a:lnTo>
                  <a:lnTo>
                    <a:pt x="661930" y="163388"/>
                  </a:lnTo>
                  <a:lnTo>
                    <a:pt x="661790" y="163822"/>
                  </a:lnTo>
                  <a:lnTo>
                    <a:pt x="661324" y="164115"/>
                  </a:lnTo>
                  <a:lnTo>
                    <a:pt x="661219" y="164581"/>
                  </a:lnTo>
                  <a:lnTo>
                    <a:pt x="661973" y="166256"/>
                  </a:lnTo>
                  <a:lnTo>
                    <a:pt x="663196" y="167393"/>
                  </a:lnTo>
                  <a:lnTo>
                    <a:pt x="666654" y="168930"/>
                  </a:lnTo>
                  <a:lnTo>
                    <a:pt x="668944" y="170249"/>
                  </a:lnTo>
                  <a:lnTo>
                    <a:pt x="670312" y="171386"/>
                  </a:lnTo>
                  <a:lnTo>
                    <a:pt x="670758" y="172342"/>
                  </a:lnTo>
                  <a:lnTo>
                    <a:pt x="670825" y="173388"/>
                  </a:lnTo>
                  <a:lnTo>
                    <a:pt x="670173" y="175473"/>
                  </a:lnTo>
                  <a:lnTo>
                    <a:pt x="669800" y="176239"/>
                  </a:lnTo>
                  <a:lnTo>
                    <a:pt x="661768" y="186641"/>
                  </a:lnTo>
                  <a:lnTo>
                    <a:pt x="658706" y="190845"/>
                  </a:lnTo>
                  <a:lnTo>
                    <a:pt x="657147" y="193429"/>
                  </a:lnTo>
                  <a:lnTo>
                    <a:pt x="655773" y="195136"/>
                  </a:lnTo>
                  <a:lnTo>
                    <a:pt x="654583" y="195970"/>
                  </a:lnTo>
                  <a:lnTo>
                    <a:pt x="652616" y="196439"/>
                  </a:lnTo>
                  <a:lnTo>
                    <a:pt x="649871" y="196546"/>
                  </a:lnTo>
                  <a:lnTo>
                    <a:pt x="646314" y="196144"/>
                  </a:lnTo>
                  <a:lnTo>
                    <a:pt x="644473" y="194795"/>
                  </a:lnTo>
                  <a:lnTo>
                    <a:pt x="641136" y="191201"/>
                  </a:lnTo>
                  <a:lnTo>
                    <a:pt x="638798" y="189090"/>
                  </a:lnTo>
                  <a:lnTo>
                    <a:pt x="637753" y="188383"/>
                  </a:lnTo>
                  <a:lnTo>
                    <a:pt x="636881" y="186398"/>
                  </a:lnTo>
                  <a:lnTo>
                    <a:pt x="636095" y="186017"/>
                  </a:lnTo>
                  <a:lnTo>
                    <a:pt x="634417" y="185681"/>
                  </a:lnTo>
                  <a:lnTo>
                    <a:pt x="632691" y="184619"/>
                  </a:lnTo>
                  <a:lnTo>
                    <a:pt x="628638" y="181019"/>
                  </a:lnTo>
                  <a:lnTo>
                    <a:pt x="626538" y="179585"/>
                  </a:lnTo>
                  <a:lnTo>
                    <a:pt x="624627" y="178796"/>
                  </a:lnTo>
                  <a:lnTo>
                    <a:pt x="622908" y="178655"/>
                  </a:lnTo>
                  <a:lnTo>
                    <a:pt x="622256" y="178868"/>
                  </a:lnTo>
                  <a:lnTo>
                    <a:pt x="623429" y="180680"/>
                  </a:lnTo>
                  <a:lnTo>
                    <a:pt x="622918" y="180790"/>
                  </a:lnTo>
                  <a:lnTo>
                    <a:pt x="621527" y="180376"/>
                  </a:lnTo>
                  <a:lnTo>
                    <a:pt x="620153" y="180380"/>
                  </a:lnTo>
                  <a:lnTo>
                    <a:pt x="617719" y="179082"/>
                  </a:lnTo>
                  <a:lnTo>
                    <a:pt x="615318" y="179255"/>
                  </a:lnTo>
                  <a:lnTo>
                    <a:pt x="613585" y="178994"/>
                  </a:lnTo>
                  <a:lnTo>
                    <a:pt x="611510" y="178269"/>
                  </a:lnTo>
                  <a:lnTo>
                    <a:pt x="609270" y="177919"/>
                  </a:lnTo>
                  <a:lnTo>
                    <a:pt x="605664" y="177953"/>
                  </a:lnTo>
                  <a:lnTo>
                    <a:pt x="604371" y="178106"/>
                  </a:lnTo>
                  <a:lnTo>
                    <a:pt x="604179" y="178445"/>
                  </a:lnTo>
                  <a:lnTo>
                    <a:pt x="605911" y="180025"/>
                  </a:lnTo>
                  <a:lnTo>
                    <a:pt x="608885" y="181934"/>
                  </a:lnTo>
                  <a:lnTo>
                    <a:pt x="608489" y="180288"/>
                  </a:lnTo>
                  <a:lnTo>
                    <a:pt x="608595" y="179864"/>
                  </a:lnTo>
                  <a:lnTo>
                    <a:pt x="609588" y="179292"/>
                  </a:lnTo>
                  <a:lnTo>
                    <a:pt x="614300" y="180309"/>
                  </a:lnTo>
                  <a:lnTo>
                    <a:pt x="619640" y="182440"/>
                  </a:lnTo>
                  <a:lnTo>
                    <a:pt x="620994" y="182650"/>
                  </a:lnTo>
                  <a:lnTo>
                    <a:pt x="622499" y="183398"/>
                  </a:lnTo>
                  <a:lnTo>
                    <a:pt x="624157" y="184686"/>
                  </a:lnTo>
                  <a:lnTo>
                    <a:pt x="626444" y="187314"/>
                  </a:lnTo>
                  <a:lnTo>
                    <a:pt x="630815" y="193264"/>
                  </a:lnTo>
                  <a:lnTo>
                    <a:pt x="632218" y="194765"/>
                  </a:lnTo>
                  <a:lnTo>
                    <a:pt x="634077" y="196163"/>
                  </a:lnTo>
                  <a:lnTo>
                    <a:pt x="643537" y="198185"/>
                  </a:lnTo>
                  <a:lnTo>
                    <a:pt x="646807" y="198171"/>
                  </a:lnTo>
                  <a:lnTo>
                    <a:pt x="653359" y="198756"/>
                  </a:lnTo>
                  <a:lnTo>
                    <a:pt x="656819" y="199812"/>
                  </a:lnTo>
                  <a:lnTo>
                    <a:pt x="657800" y="200601"/>
                  </a:lnTo>
                  <a:lnTo>
                    <a:pt x="658103" y="203246"/>
                  </a:lnTo>
                  <a:lnTo>
                    <a:pt x="657788" y="204575"/>
                  </a:lnTo>
                  <a:lnTo>
                    <a:pt x="655906" y="208617"/>
                  </a:lnTo>
                  <a:lnTo>
                    <a:pt x="654717" y="211591"/>
                  </a:lnTo>
                  <a:lnTo>
                    <a:pt x="647349" y="224171"/>
                  </a:lnTo>
                  <a:lnTo>
                    <a:pt x="646392" y="227066"/>
                  </a:lnTo>
                  <a:lnTo>
                    <a:pt x="645978" y="228795"/>
                  </a:lnTo>
                  <a:lnTo>
                    <a:pt x="644661" y="230587"/>
                  </a:lnTo>
                  <a:lnTo>
                    <a:pt x="641330" y="233366"/>
                  </a:lnTo>
                  <a:lnTo>
                    <a:pt x="637989" y="235727"/>
                  </a:lnTo>
                  <a:lnTo>
                    <a:pt x="635982" y="236233"/>
                  </a:lnTo>
                  <a:lnTo>
                    <a:pt x="634195" y="235672"/>
                  </a:lnTo>
                  <a:lnTo>
                    <a:pt x="633034" y="234987"/>
                  </a:lnTo>
                  <a:lnTo>
                    <a:pt x="631316" y="232642"/>
                  </a:lnTo>
                  <a:lnTo>
                    <a:pt x="631209" y="232889"/>
                  </a:lnTo>
                  <a:lnTo>
                    <a:pt x="632449" y="236562"/>
                  </a:lnTo>
                  <a:lnTo>
                    <a:pt x="632158" y="236934"/>
                  </a:lnTo>
                  <a:lnTo>
                    <a:pt x="631146" y="236473"/>
                  </a:lnTo>
                  <a:lnTo>
                    <a:pt x="628843" y="234822"/>
                  </a:lnTo>
                  <a:lnTo>
                    <a:pt x="628097" y="235126"/>
                  </a:lnTo>
                  <a:lnTo>
                    <a:pt x="627656" y="235575"/>
                  </a:lnTo>
                  <a:lnTo>
                    <a:pt x="627042" y="235567"/>
                  </a:lnTo>
                  <a:lnTo>
                    <a:pt x="626256" y="235099"/>
                  </a:lnTo>
                  <a:lnTo>
                    <a:pt x="624831" y="233730"/>
                  </a:lnTo>
                  <a:lnTo>
                    <a:pt x="624452" y="233063"/>
                  </a:lnTo>
                  <a:lnTo>
                    <a:pt x="624107" y="231032"/>
                  </a:lnTo>
                  <a:lnTo>
                    <a:pt x="623873" y="230668"/>
                  </a:lnTo>
                  <a:lnTo>
                    <a:pt x="621066" y="231841"/>
                  </a:lnTo>
                  <a:lnTo>
                    <a:pt x="620598" y="232229"/>
                  </a:lnTo>
                  <a:lnTo>
                    <a:pt x="621749" y="233043"/>
                  </a:lnTo>
                  <a:lnTo>
                    <a:pt x="622139" y="233622"/>
                  </a:lnTo>
                  <a:lnTo>
                    <a:pt x="623273" y="236630"/>
                  </a:lnTo>
                  <a:lnTo>
                    <a:pt x="623332" y="237275"/>
                  </a:lnTo>
                  <a:lnTo>
                    <a:pt x="622526" y="237672"/>
                  </a:lnTo>
                  <a:lnTo>
                    <a:pt x="619844" y="236536"/>
                  </a:lnTo>
                  <a:lnTo>
                    <a:pt x="619524" y="236632"/>
                  </a:lnTo>
                  <a:lnTo>
                    <a:pt x="620847" y="239624"/>
                  </a:lnTo>
                  <a:lnTo>
                    <a:pt x="621355" y="241047"/>
                  </a:lnTo>
                  <a:lnTo>
                    <a:pt x="621410" y="241787"/>
                  </a:lnTo>
                  <a:lnTo>
                    <a:pt x="619688" y="245174"/>
                  </a:lnTo>
                  <a:lnTo>
                    <a:pt x="618584" y="246586"/>
                  </a:lnTo>
                  <a:lnTo>
                    <a:pt x="617078" y="247102"/>
                  </a:lnTo>
                  <a:lnTo>
                    <a:pt x="616135" y="246754"/>
                  </a:lnTo>
                  <a:lnTo>
                    <a:pt x="615072" y="245890"/>
                  </a:lnTo>
                  <a:lnTo>
                    <a:pt x="614305" y="246013"/>
                  </a:lnTo>
                  <a:lnTo>
                    <a:pt x="613835" y="247121"/>
                  </a:lnTo>
                  <a:lnTo>
                    <a:pt x="612959" y="247914"/>
                  </a:lnTo>
                  <a:lnTo>
                    <a:pt x="611679" y="248388"/>
                  </a:lnTo>
                  <a:lnTo>
                    <a:pt x="610049" y="248183"/>
                  </a:lnTo>
                  <a:lnTo>
                    <a:pt x="608070" y="247297"/>
                  </a:lnTo>
                  <a:lnTo>
                    <a:pt x="602820" y="244113"/>
                  </a:lnTo>
                  <a:lnTo>
                    <a:pt x="601164" y="243621"/>
                  </a:lnTo>
                  <a:lnTo>
                    <a:pt x="598101" y="243182"/>
                  </a:lnTo>
                  <a:lnTo>
                    <a:pt x="597735" y="242732"/>
                  </a:lnTo>
                  <a:lnTo>
                    <a:pt x="597762" y="242303"/>
                  </a:lnTo>
                  <a:lnTo>
                    <a:pt x="598181" y="241896"/>
                  </a:lnTo>
                  <a:lnTo>
                    <a:pt x="598066" y="241546"/>
                  </a:lnTo>
                  <a:lnTo>
                    <a:pt x="597416" y="241251"/>
                  </a:lnTo>
                  <a:lnTo>
                    <a:pt x="596741" y="241528"/>
                  </a:lnTo>
                  <a:lnTo>
                    <a:pt x="596043" y="242374"/>
                  </a:lnTo>
                  <a:lnTo>
                    <a:pt x="594820" y="242624"/>
                  </a:lnTo>
                  <a:lnTo>
                    <a:pt x="593075" y="242279"/>
                  </a:lnTo>
                  <a:lnTo>
                    <a:pt x="590495" y="241041"/>
                  </a:lnTo>
                  <a:lnTo>
                    <a:pt x="585375" y="237846"/>
                  </a:lnTo>
                  <a:lnTo>
                    <a:pt x="579775" y="235153"/>
                  </a:lnTo>
                  <a:lnTo>
                    <a:pt x="576526" y="231655"/>
                  </a:lnTo>
                  <a:lnTo>
                    <a:pt x="577740" y="234805"/>
                  </a:lnTo>
                  <a:lnTo>
                    <a:pt x="577640" y="235871"/>
                  </a:lnTo>
                  <a:lnTo>
                    <a:pt x="577019" y="236808"/>
                  </a:lnTo>
                  <a:lnTo>
                    <a:pt x="576918" y="237735"/>
                  </a:lnTo>
                  <a:lnTo>
                    <a:pt x="578189" y="239985"/>
                  </a:lnTo>
                  <a:lnTo>
                    <a:pt x="579947" y="240791"/>
                  </a:lnTo>
                  <a:lnTo>
                    <a:pt x="581719" y="240706"/>
                  </a:lnTo>
                  <a:lnTo>
                    <a:pt x="581768" y="240338"/>
                  </a:lnTo>
                  <a:lnTo>
                    <a:pt x="581028" y="239778"/>
                  </a:lnTo>
                  <a:lnTo>
                    <a:pt x="580377" y="238957"/>
                  </a:lnTo>
                  <a:lnTo>
                    <a:pt x="580066" y="237741"/>
                  </a:lnTo>
                  <a:lnTo>
                    <a:pt x="580399" y="237526"/>
                  </a:lnTo>
                  <a:lnTo>
                    <a:pt x="581960" y="238164"/>
                  </a:lnTo>
                  <a:lnTo>
                    <a:pt x="582990" y="238907"/>
                  </a:lnTo>
                  <a:lnTo>
                    <a:pt x="590749" y="243059"/>
                  </a:lnTo>
                  <a:lnTo>
                    <a:pt x="593065" y="243837"/>
                  </a:lnTo>
                  <a:lnTo>
                    <a:pt x="594805" y="244638"/>
                  </a:lnTo>
                  <a:lnTo>
                    <a:pt x="595287" y="245114"/>
                  </a:lnTo>
                  <a:lnTo>
                    <a:pt x="594701" y="246145"/>
                  </a:lnTo>
                  <a:lnTo>
                    <a:pt x="591580" y="248727"/>
                  </a:lnTo>
                  <a:lnTo>
                    <a:pt x="591531" y="249151"/>
                  </a:lnTo>
                  <a:lnTo>
                    <a:pt x="593670" y="248917"/>
                  </a:lnTo>
                  <a:lnTo>
                    <a:pt x="596265" y="246642"/>
                  </a:lnTo>
                  <a:lnTo>
                    <a:pt x="597725" y="245589"/>
                  </a:lnTo>
                  <a:lnTo>
                    <a:pt x="599127" y="244941"/>
                  </a:lnTo>
                  <a:lnTo>
                    <a:pt x="601026" y="246059"/>
                  </a:lnTo>
                  <a:lnTo>
                    <a:pt x="603423" y="248940"/>
                  </a:lnTo>
                  <a:lnTo>
                    <a:pt x="605364" y="250577"/>
                  </a:lnTo>
                  <a:lnTo>
                    <a:pt x="608130" y="251491"/>
                  </a:lnTo>
                  <a:lnTo>
                    <a:pt x="609751" y="252469"/>
                  </a:lnTo>
                  <a:lnTo>
                    <a:pt x="612475" y="255165"/>
                  </a:lnTo>
                  <a:lnTo>
                    <a:pt x="612905" y="256569"/>
                  </a:lnTo>
                  <a:lnTo>
                    <a:pt x="613156" y="262286"/>
                  </a:lnTo>
                  <a:lnTo>
                    <a:pt x="613060" y="263666"/>
                  </a:lnTo>
                  <a:lnTo>
                    <a:pt x="612706" y="265036"/>
                  </a:lnTo>
                  <a:lnTo>
                    <a:pt x="612093" y="266391"/>
                  </a:lnTo>
                  <a:lnTo>
                    <a:pt x="610956" y="267150"/>
                  </a:lnTo>
                  <a:lnTo>
                    <a:pt x="609292" y="267313"/>
                  </a:lnTo>
                  <a:lnTo>
                    <a:pt x="607986" y="267870"/>
                  </a:lnTo>
                  <a:lnTo>
                    <a:pt x="605127" y="270904"/>
                  </a:lnTo>
                  <a:lnTo>
                    <a:pt x="603915" y="271343"/>
                  </a:lnTo>
                  <a:lnTo>
                    <a:pt x="598788" y="270437"/>
                  </a:lnTo>
                  <a:lnTo>
                    <a:pt x="596782" y="269588"/>
                  </a:lnTo>
                  <a:lnTo>
                    <a:pt x="595858" y="269639"/>
                  </a:lnTo>
                  <a:lnTo>
                    <a:pt x="595346" y="270308"/>
                  </a:lnTo>
                  <a:lnTo>
                    <a:pt x="594809" y="270611"/>
                  </a:lnTo>
                  <a:lnTo>
                    <a:pt x="592796" y="270890"/>
                  </a:lnTo>
                  <a:lnTo>
                    <a:pt x="592469" y="271437"/>
                  </a:lnTo>
                  <a:lnTo>
                    <a:pt x="592596" y="272278"/>
                  </a:lnTo>
                  <a:lnTo>
                    <a:pt x="592991" y="273418"/>
                  </a:lnTo>
                  <a:lnTo>
                    <a:pt x="593480" y="274073"/>
                  </a:lnTo>
                  <a:lnTo>
                    <a:pt x="594236" y="274901"/>
                  </a:lnTo>
                  <a:lnTo>
                    <a:pt x="595382" y="275443"/>
                  </a:lnTo>
                  <a:lnTo>
                    <a:pt x="597737" y="276049"/>
                  </a:lnTo>
                  <a:lnTo>
                    <a:pt x="597981" y="277597"/>
                  </a:lnTo>
                  <a:lnTo>
                    <a:pt x="597876" y="278097"/>
                  </a:lnTo>
                  <a:lnTo>
                    <a:pt x="597103" y="279130"/>
                  </a:lnTo>
                  <a:lnTo>
                    <a:pt x="596210" y="279025"/>
                  </a:lnTo>
                  <a:lnTo>
                    <a:pt x="594674" y="277805"/>
                  </a:lnTo>
                  <a:lnTo>
                    <a:pt x="593914" y="277758"/>
                  </a:lnTo>
                  <a:lnTo>
                    <a:pt x="593250" y="278419"/>
                  </a:lnTo>
                  <a:lnTo>
                    <a:pt x="592324" y="278637"/>
                  </a:lnTo>
                  <a:lnTo>
                    <a:pt x="591138" y="278411"/>
                  </a:lnTo>
                  <a:lnTo>
                    <a:pt x="590479" y="278947"/>
                  </a:lnTo>
                  <a:lnTo>
                    <a:pt x="590348" y="280242"/>
                  </a:lnTo>
                  <a:lnTo>
                    <a:pt x="589948" y="281212"/>
                  </a:lnTo>
                  <a:lnTo>
                    <a:pt x="588578" y="282744"/>
                  </a:lnTo>
                  <a:lnTo>
                    <a:pt x="587840" y="283874"/>
                  </a:lnTo>
                  <a:lnTo>
                    <a:pt x="587864" y="284761"/>
                  </a:lnTo>
                  <a:lnTo>
                    <a:pt x="588650" y="285403"/>
                  </a:lnTo>
                  <a:lnTo>
                    <a:pt x="589552" y="286856"/>
                  </a:lnTo>
                  <a:lnTo>
                    <a:pt x="590569" y="289124"/>
                  </a:lnTo>
                  <a:lnTo>
                    <a:pt x="590765" y="290126"/>
                  </a:lnTo>
                  <a:lnTo>
                    <a:pt x="590140" y="289862"/>
                  </a:lnTo>
                  <a:lnTo>
                    <a:pt x="589301" y="288963"/>
                  </a:lnTo>
                  <a:lnTo>
                    <a:pt x="588244" y="287428"/>
                  </a:lnTo>
                  <a:lnTo>
                    <a:pt x="586647" y="286054"/>
                  </a:lnTo>
                  <a:lnTo>
                    <a:pt x="583130" y="284262"/>
                  </a:lnTo>
                  <a:lnTo>
                    <a:pt x="582509" y="284318"/>
                  </a:lnTo>
                  <a:lnTo>
                    <a:pt x="582827" y="284773"/>
                  </a:lnTo>
                  <a:lnTo>
                    <a:pt x="585161" y="286653"/>
                  </a:lnTo>
                  <a:lnTo>
                    <a:pt x="586055" y="287863"/>
                  </a:lnTo>
                  <a:lnTo>
                    <a:pt x="586163" y="288745"/>
                  </a:lnTo>
                  <a:lnTo>
                    <a:pt x="584209" y="290677"/>
                  </a:lnTo>
                  <a:lnTo>
                    <a:pt x="584156" y="291325"/>
                  </a:lnTo>
                  <a:lnTo>
                    <a:pt x="584674" y="291892"/>
                  </a:lnTo>
                  <a:lnTo>
                    <a:pt x="584814" y="292364"/>
                  </a:lnTo>
                  <a:lnTo>
                    <a:pt x="584118" y="293313"/>
                  </a:lnTo>
                  <a:lnTo>
                    <a:pt x="582971" y="294108"/>
                  </a:lnTo>
                  <a:lnTo>
                    <a:pt x="580749" y="294222"/>
                  </a:lnTo>
                  <a:lnTo>
                    <a:pt x="580547" y="294672"/>
                  </a:lnTo>
                  <a:lnTo>
                    <a:pt x="581394" y="295646"/>
                  </a:lnTo>
                  <a:lnTo>
                    <a:pt x="581680" y="296252"/>
                  </a:lnTo>
                  <a:lnTo>
                    <a:pt x="580953" y="297084"/>
                  </a:lnTo>
                  <a:lnTo>
                    <a:pt x="580478" y="297201"/>
                  </a:lnTo>
                  <a:lnTo>
                    <a:pt x="577922" y="296815"/>
                  </a:lnTo>
                  <a:lnTo>
                    <a:pt x="578593" y="298895"/>
                  </a:lnTo>
                  <a:lnTo>
                    <a:pt x="578989" y="299625"/>
                  </a:lnTo>
                  <a:lnTo>
                    <a:pt x="579772" y="300654"/>
                  </a:lnTo>
                  <a:lnTo>
                    <a:pt x="581180" y="301609"/>
                  </a:lnTo>
                  <a:lnTo>
                    <a:pt x="581209" y="301978"/>
                  </a:lnTo>
                  <a:lnTo>
                    <a:pt x="580718" y="302798"/>
                  </a:lnTo>
                  <a:lnTo>
                    <a:pt x="579886" y="303795"/>
                  </a:lnTo>
                  <a:lnTo>
                    <a:pt x="576363" y="306846"/>
                  </a:lnTo>
                  <a:lnTo>
                    <a:pt x="573888" y="310425"/>
                  </a:lnTo>
                  <a:lnTo>
                    <a:pt x="573545" y="311542"/>
                  </a:lnTo>
                  <a:lnTo>
                    <a:pt x="574174" y="313893"/>
                  </a:lnTo>
                  <a:lnTo>
                    <a:pt x="574180" y="314485"/>
                  </a:lnTo>
                  <a:lnTo>
                    <a:pt x="573532" y="315550"/>
                  </a:lnTo>
                  <a:lnTo>
                    <a:pt x="572085" y="315260"/>
                  </a:lnTo>
                  <a:lnTo>
                    <a:pt x="571808" y="315678"/>
                  </a:lnTo>
                  <a:lnTo>
                    <a:pt x="572152" y="316786"/>
                  </a:lnTo>
                  <a:lnTo>
                    <a:pt x="572216" y="318408"/>
                  </a:lnTo>
                  <a:lnTo>
                    <a:pt x="571999" y="320548"/>
                  </a:lnTo>
                  <a:lnTo>
                    <a:pt x="570947" y="323899"/>
                  </a:lnTo>
                  <a:lnTo>
                    <a:pt x="569063" y="328463"/>
                  </a:lnTo>
                  <a:lnTo>
                    <a:pt x="567618" y="332608"/>
                  </a:lnTo>
                  <a:lnTo>
                    <a:pt x="566617" y="336336"/>
                  </a:lnTo>
                  <a:lnTo>
                    <a:pt x="565892" y="338185"/>
                  </a:lnTo>
                  <a:lnTo>
                    <a:pt x="564553" y="338312"/>
                  </a:lnTo>
                  <a:lnTo>
                    <a:pt x="563542" y="339477"/>
                  </a:lnTo>
                  <a:lnTo>
                    <a:pt x="564229" y="340089"/>
                  </a:lnTo>
                  <a:lnTo>
                    <a:pt x="564651" y="340805"/>
                  </a:lnTo>
                  <a:lnTo>
                    <a:pt x="564942" y="341896"/>
                  </a:lnTo>
                  <a:lnTo>
                    <a:pt x="564654" y="345304"/>
                  </a:lnTo>
                  <a:lnTo>
                    <a:pt x="563787" y="351027"/>
                  </a:lnTo>
                  <a:lnTo>
                    <a:pt x="563248" y="355580"/>
                  </a:lnTo>
                  <a:lnTo>
                    <a:pt x="563359" y="369621"/>
                  </a:lnTo>
                  <a:lnTo>
                    <a:pt x="563218" y="375834"/>
                  </a:lnTo>
                  <a:lnTo>
                    <a:pt x="562837" y="379278"/>
                  </a:lnTo>
                  <a:lnTo>
                    <a:pt x="562219" y="381149"/>
                  </a:lnTo>
                  <a:lnTo>
                    <a:pt x="561158" y="381715"/>
                  </a:lnTo>
                  <a:lnTo>
                    <a:pt x="562507" y="382262"/>
                  </a:lnTo>
                  <a:lnTo>
                    <a:pt x="563365" y="383140"/>
                  </a:lnTo>
                  <a:lnTo>
                    <a:pt x="563761" y="384475"/>
                  </a:lnTo>
                  <a:lnTo>
                    <a:pt x="564131" y="386606"/>
                  </a:lnTo>
                  <a:lnTo>
                    <a:pt x="564618" y="387587"/>
                  </a:lnTo>
                  <a:lnTo>
                    <a:pt x="565223" y="387421"/>
                  </a:lnTo>
                  <a:lnTo>
                    <a:pt x="565766" y="387636"/>
                  </a:lnTo>
                  <a:lnTo>
                    <a:pt x="566247" y="388229"/>
                  </a:lnTo>
                  <a:lnTo>
                    <a:pt x="567715" y="391269"/>
                  </a:lnTo>
                  <a:lnTo>
                    <a:pt x="569326" y="392141"/>
                  </a:lnTo>
                  <a:lnTo>
                    <a:pt x="569402" y="393827"/>
                  </a:lnTo>
                  <a:lnTo>
                    <a:pt x="568771" y="403278"/>
                  </a:lnTo>
                  <a:lnTo>
                    <a:pt x="568776" y="404511"/>
                  </a:lnTo>
                  <a:lnTo>
                    <a:pt x="569508" y="402128"/>
                  </a:lnTo>
                  <a:lnTo>
                    <a:pt x="570278" y="394790"/>
                  </a:lnTo>
                  <a:lnTo>
                    <a:pt x="571323" y="391529"/>
                  </a:lnTo>
                  <a:lnTo>
                    <a:pt x="572145" y="390841"/>
                  </a:lnTo>
                  <a:lnTo>
                    <a:pt x="575506" y="390470"/>
                  </a:lnTo>
                  <a:lnTo>
                    <a:pt x="579087" y="391299"/>
                  </a:lnTo>
                  <a:lnTo>
                    <a:pt x="580441" y="391402"/>
                  </a:lnTo>
                  <a:lnTo>
                    <a:pt x="581622" y="390947"/>
                  </a:lnTo>
                  <a:lnTo>
                    <a:pt x="582833" y="391856"/>
                  </a:lnTo>
                  <a:lnTo>
                    <a:pt x="583128" y="392774"/>
                  </a:lnTo>
                  <a:lnTo>
                    <a:pt x="583470" y="396621"/>
                  </a:lnTo>
                  <a:lnTo>
                    <a:pt x="583791" y="398824"/>
                  </a:lnTo>
                  <a:lnTo>
                    <a:pt x="585924" y="406664"/>
                  </a:lnTo>
                  <a:lnTo>
                    <a:pt x="586941" y="411056"/>
                  </a:lnTo>
                  <a:lnTo>
                    <a:pt x="588183" y="417907"/>
                  </a:lnTo>
                  <a:lnTo>
                    <a:pt x="588648" y="419864"/>
                  </a:lnTo>
                  <a:lnTo>
                    <a:pt x="591232" y="429000"/>
                  </a:lnTo>
                  <a:lnTo>
                    <a:pt x="591722" y="431475"/>
                  </a:lnTo>
                  <a:lnTo>
                    <a:pt x="591924" y="433382"/>
                  </a:lnTo>
                  <a:lnTo>
                    <a:pt x="591839" y="434720"/>
                  </a:lnTo>
                  <a:lnTo>
                    <a:pt x="591369" y="436782"/>
                  </a:lnTo>
                  <a:lnTo>
                    <a:pt x="590515" y="439569"/>
                  </a:lnTo>
                  <a:lnTo>
                    <a:pt x="589715" y="441694"/>
                  </a:lnTo>
                  <a:lnTo>
                    <a:pt x="588970" y="443156"/>
                  </a:lnTo>
                  <a:lnTo>
                    <a:pt x="588205" y="444247"/>
                  </a:lnTo>
                  <a:lnTo>
                    <a:pt x="587420" y="444965"/>
                  </a:lnTo>
                  <a:lnTo>
                    <a:pt x="587472" y="445153"/>
                  </a:lnTo>
                  <a:lnTo>
                    <a:pt x="588360" y="444811"/>
                  </a:lnTo>
                  <a:lnTo>
                    <a:pt x="589266" y="444079"/>
                  </a:lnTo>
                  <a:lnTo>
                    <a:pt x="590980" y="442188"/>
                  </a:lnTo>
                  <a:lnTo>
                    <a:pt x="591638" y="441762"/>
                  </a:lnTo>
                  <a:lnTo>
                    <a:pt x="593502" y="441492"/>
                  </a:lnTo>
                  <a:lnTo>
                    <a:pt x="593564" y="442175"/>
                  </a:lnTo>
                  <a:lnTo>
                    <a:pt x="592664" y="443582"/>
                  </a:lnTo>
                  <a:lnTo>
                    <a:pt x="592864" y="443716"/>
                  </a:lnTo>
                  <a:lnTo>
                    <a:pt x="594164" y="442582"/>
                  </a:lnTo>
                  <a:lnTo>
                    <a:pt x="596980" y="440963"/>
                  </a:lnTo>
                  <a:lnTo>
                    <a:pt x="608030" y="435720"/>
                  </a:lnTo>
                  <a:lnTo>
                    <a:pt x="610636" y="435255"/>
                  </a:lnTo>
                  <a:lnTo>
                    <a:pt x="614357" y="436215"/>
                  </a:lnTo>
                  <a:lnTo>
                    <a:pt x="617371" y="438442"/>
                  </a:lnTo>
                  <a:lnTo>
                    <a:pt x="620657" y="441314"/>
                  </a:lnTo>
                  <a:lnTo>
                    <a:pt x="624123" y="443398"/>
                  </a:lnTo>
                  <a:lnTo>
                    <a:pt x="629589" y="445346"/>
                  </a:lnTo>
                  <a:lnTo>
                    <a:pt x="631182" y="446280"/>
                  </a:lnTo>
                  <a:lnTo>
                    <a:pt x="634389" y="447241"/>
                  </a:lnTo>
                  <a:lnTo>
                    <a:pt x="635876" y="448336"/>
                  </a:lnTo>
                  <a:lnTo>
                    <a:pt x="637662" y="450972"/>
                  </a:lnTo>
                  <a:lnTo>
                    <a:pt x="640500" y="454410"/>
                  </a:lnTo>
                  <a:lnTo>
                    <a:pt x="642641" y="456567"/>
                  </a:lnTo>
                  <a:lnTo>
                    <a:pt x="645033" y="458588"/>
                  </a:lnTo>
                  <a:lnTo>
                    <a:pt x="647433" y="462302"/>
                  </a:lnTo>
                  <a:lnTo>
                    <a:pt x="651300" y="470731"/>
                  </a:lnTo>
                  <a:lnTo>
                    <a:pt x="652256" y="471767"/>
                  </a:lnTo>
                  <a:lnTo>
                    <a:pt x="654639" y="473145"/>
                  </a:lnTo>
                  <a:lnTo>
                    <a:pt x="659118" y="474921"/>
                  </a:lnTo>
                  <a:lnTo>
                    <a:pt x="665728" y="479097"/>
                  </a:lnTo>
                  <a:lnTo>
                    <a:pt x="668632" y="480733"/>
                  </a:lnTo>
                  <a:lnTo>
                    <a:pt x="670512" y="481382"/>
                  </a:lnTo>
                  <a:lnTo>
                    <a:pt x="672388" y="482534"/>
                  </a:lnTo>
                  <a:lnTo>
                    <a:pt x="674263" y="484184"/>
                  </a:lnTo>
                  <a:lnTo>
                    <a:pt x="675693" y="485983"/>
                  </a:lnTo>
                  <a:lnTo>
                    <a:pt x="676679" y="487931"/>
                  </a:lnTo>
                  <a:lnTo>
                    <a:pt x="677546" y="489205"/>
                  </a:lnTo>
                  <a:lnTo>
                    <a:pt x="679064" y="490619"/>
                  </a:lnTo>
                  <a:lnTo>
                    <a:pt x="679853" y="491633"/>
                  </a:lnTo>
                  <a:lnTo>
                    <a:pt x="679926" y="493156"/>
                  </a:lnTo>
                  <a:lnTo>
                    <a:pt x="678098" y="499125"/>
                  </a:lnTo>
                  <a:lnTo>
                    <a:pt x="678058" y="499602"/>
                  </a:lnTo>
                  <a:lnTo>
                    <a:pt x="679907" y="495316"/>
                  </a:lnTo>
                  <a:lnTo>
                    <a:pt x="680939" y="494079"/>
                  </a:lnTo>
                  <a:lnTo>
                    <a:pt x="681767" y="493505"/>
                  </a:lnTo>
                  <a:lnTo>
                    <a:pt x="683486" y="493573"/>
                  </a:lnTo>
                  <a:lnTo>
                    <a:pt x="686096" y="494285"/>
                  </a:lnTo>
                  <a:lnTo>
                    <a:pt x="688384" y="494295"/>
                  </a:lnTo>
                  <a:lnTo>
                    <a:pt x="690352" y="493597"/>
                  </a:lnTo>
                  <a:lnTo>
                    <a:pt x="692029" y="493284"/>
                  </a:lnTo>
                  <a:lnTo>
                    <a:pt x="693413" y="493352"/>
                  </a:lnTo>
                  <a:lnTo>
                    <a:pt x="694417" y="493146"/>
                  </a:lnTo>
                  <a:lnTo>
                    <a:pt x="695041" y="492662"/>
                  </a:lnTo>
                  <a:lnTo>
                    <a:pt x="695786" y="492648"/>
                  </a:lnTo>
                  <a:lnTo>
                    <a:pt x="698747" y="494129"/>
                  </a:lnTo>
                  <a:lnTo>
                    <a:pt x="699944" y="494209"/>
                  </a:lnTo>
                  <a:lnTo>
                    <a:pt x="704272" y="495604"/>
                  </a:lnTo>
                  <a:lnTo>
                    <a:pt x="707051" y="495108"/>
                  </a:lnTo>
                  <a:lnTo>
                    <a:pt x="707530" y="495379"/>
                  </a:lnTo>
                  <a:lnTo>
                    <a:pt x="708496" y="497197"/>
                  </a:lnTo>
                  <a:lnTo>
                    <a:pt x="709313" y="497338"/>
                  </a:lnTo>
                  <a:lnTo>
                    <a:pt x="710693" y="497054"/>
                  </a:lnTo>
                  <a:lnTo>
                    <a:pt x="712034" y="497550"/>
                  </a:lnTo>
                  <a:lnTo>
                    <a:pt x="714279" y="499941"/>
                  </a:lnTo>
                  <a:lnTo>
                    <a:pt x="715315" y="502000"/>
                  </a:lnTo>
                  <a:lnTo>
                    <a:pt x="716310" y="506203"/>
                  </a:lnTo>
                  <a:lnTo>
                    <a:pt x="716398" y="507457"/>
                  </a:lnTo>
                  <a:lnTo>
                    <a:pt x="714555" y="517207"/>
                  </a:lnTo>
                  <a:lnTo>
                    <a:pt x="713976" y="520981"/>
                  </a:lnTo>
                  <a:lnTo>
                    <a:pt x="713902" y="524267"/>
                  </a:lnTo>
                  <a:lnTo>
                    <a:pt x="714268" y="526162"/>
                  </a:lnTo>
                  <a:lnTo>
                    <a:pt x="715859" y="529337"/>
                  </a:lnTo>
                  <a:lnTo>
                    <a:pt x="716148" y="530170"/>
                  </a:lnTo>
                  <a:lnTo>
                    <a:pt x="717089" y="534872"/>
                  </a:lnTo>
                  <a:lnTo>
                    <a:pt x="717347" y="536883"/>
                  </a:lnTo>
                  <a:lnTo>
                    <a:pt x="717243" y="539190"/>
                  </a:lnTo>
                  <a:lnTo>
                    <a:pt x="716748" y="542991"/>
                  </a:lnTo>
                  <a:lnTo>
                    <a:pt x="716873" y="545889"/>
                  </a:lnTo>
                  <a:lnTo>
                    <a:pt x="717290" y="550270"/>
                  </a:lnTo>
                  <a:lnTo>
                    <a:pt x="717131" y="553238"/>
                  </a:lnTo>
                  <a:lnTo>
                    <a:pt x="716399" y="554795"/>
                  </a:lnTo>
                  <a:lnTo>
                    <a:pt x="715904" y="556321"/>
                  </a:lnTo>
                  <a:lnTo>
                    <a:pt x="715517" y="559090"/>
                  </a:lnTo>
                  <a:lnTo>
                    <a:pt x="715518" y="560136"/>
                  </a:lnTo>
                  <a:lnTo>
                    <a:pt x="715897" y="562192"/>
                  </a:lnTo>
                  <a:lnTo>
                    <a:pt x="716601" y="563358"/>
                  </a:lnTo>
                  <a:lnTo>
                    <a:pt x="717756" y="564666"/>
                  </a:lnTo>
                  <a:lnTo>
                    <a:pt x="718827" y="566610"/>
                  </a:lnTo>
                  <a:lnTo>
                    <a:pt x="720786" y="571344"/>
                  </a:lnTo>
                  <a:lnTo>
                    <a:pt x="722212" y="573938"/>
                  </a:lnTo>
                  <a:lnTo>
                    <a:pt x="723953" y="577809"/>
                  </a:lnTo>
                  <a:lnTo>
                    <a:pt x="724291" y="579739"/>
                  </a:lnTo>
                  <a:lnTo>
                    <a:pt x="723806" y="581016"/>
                  </a:lnTo>
                  <a:lnTo>
                    <a:pt x="723200" y="581908"/>
                  </a:lnTo>
                  <a:lnTo>
                    <a:pt x="721797" y="583098"/>
                  </a:lnTo>
                  <a:lnTo>
                    <a:pt x="721169" y="583967"/>
                  </a:lnTo>
                  <a:lnTo>
                    <a:pt x="721331" y="584175"/>
                  </a:lnTo>
                  <a:lnTo>
                    <a:pt x="723361" y="583528"/>
                  </a:lnTo>
                  <a:lnTo>
                    <a:pt x="724561" y="583596"/>
                  </a:lnTo>
                  <a:lnTo>
                    <a:pt x="725577" y="584550"/>
                  </a:lnTo>
                  <a:lnTo>
                    <a:pt x="726407" y="586390"/>
                  </a:lnTo>
                  <a:lnTo>
                    <a:pt x="727784" y="587956"/>
                  </a:lnTo>
                  <a:lnTo>
                    <a:pt x="729708" y="589251"/>
                  </a:lnTo>
                  <a:lnTo>
                    <a:pt x="731642" y="591413"/>
                  </a:lnTo>
                  <a:lnTo>
                    <a:pt x="734848" y="596551"/>
                  </a:lnTo>
                  <a:lnTo>
                    <a:pt x="735427" y="597733"/>
                  </a:lnTo>
                  <a:lnTo>
                    <a:pt x="736279" y="600425"/>
                  </a:lnTo>
                  <a:lnTo>
                    <a:pt x="737403" y="604625"/>
                  </a:lnTo>
                  <a:lnTo>
                    <a:pt x="737991" y="607370"/>
                  </a:lnTo>
                  <a:lnTo>
                    <a:pt x="738043" y="608660"/>
                  </a:lnTo>
                  <a:lnTo>
                    <a:pt x="737407" y="609957"/>
                  </a:lnTo>
                  <a:lnTo>
                    <a:pt x="735247" y="612318"/>
                  </a:lnTo>
                  <a:lnTo>
                    <a:pt x="733072" y="616448"/>
                  </a:lnTo>
                  <a:lnTo>
                    <a:pt x="733757" y="616246"/>
                  </a:lnTo>
                  <a:lnTo>
                    <a:pt x="735192" y="614501"/>
                  </a:lnTo>
                  <a:lnTo>
                    <a:pt x="737616" y="611060"/>
                  </a:lnTo>
                  <a:lnTo>
                    <a:pt x="738961" y="610394"/>
                  </a:lnTo>
                  <a:lnTo>
                    <a:pt x="740208" y="610793"/>
                  </a:lnTo>
                  <a:lnTo>
                    <a:pt x="742184" y="611783"/>
                  </a:lnTo>
                  <a:lnTo>
                    <a:pt x="743928" y="613193"/>
                  </a:lnTo>
                  <a:lnTo>
                    <a:pt x="745442" y="615019"/>
                  </a:lnTo>
                  <a:lnTo>
                    <a:pt x="747693" y="619911"/>
                  </a:lnTo>
                  <a:lnTo>
                    <a:pt x="750074" y="623818"/>
                  </a:lnTo>
                  <a:lnTo>
                    <a:pt x="751393" y="627155"/>
                  </a:lnTo>
                  <a:lnTo>
                    <a:pt x="750993" y="625031"/>
                  </a:lnTo>
                  <a:lnTo>
                    <a:pt x="750117" y="622586"/>
                  </a:lnTo>
                  <a:lnTo>
                    <a:pt x="747880" y="618693"/>
                  </a:lnTo>
                  <a:lnTo>
                    <a:pt x="746926" y="616667"/>
                  </a:lnTo>
                  <a:lnTo>
                    <a:pt x="746719" y="615695"/>
                  </a:lnTo>
                  <a:lnTo>
                    <a:pt x="746646" y="614637"/>
                  </a:lnTo>
                  <a:lnTo>
                    <a:pt x="746819" y="612705"/>
                  </a:lnTo>
                  <a:lnTo>
                    <a:pt x="747238" y="609900"/>
                  </a:lnTo>
                  <a:lnTo>
                    <a:pt x="747797" y="607922"/>
                  </a:lnTo>
                  <a:lnTo>
                    <a:pt x="748494" y="606772"/>
                  </a:lnTo>
                  <a:lnTo>
                    <a:pt x="748961" y="605549"/>
                  </a:lnTo>
                  <a:lnTo>
                    <a:pt x="749198" y="604253"/>
                  </a:lnTo>
                  <a:lnTo>
                    <a:pt x="749569" y="603301"/>
                  </a:lnTo>
                  <a:lnTo>
                    <a:pt x="751506" y="601580"/>
                  </a:lnTo>
                  <a:lnTo>
                    <a:pt x="752014" y="601738"/>
                  </a:lnTo>
                  <a:lnTo>
                    <a:pt x="752412" y="603830"/>
                  </a:lnTo>
                  <a:lnTo>
                    <a:pt x="752877" y="604265"/>
                  </a:lnTo>
                  <a:lnTo>
                    <a:pt x="753772" y="604592"/>
                  </a:lnTo>
                  <a:lnTo>
                    <a:pt x="754525" y="605316"/>
                  </a:lnTo>
                  <a:lnTo>
                    <a:pt x="755139" y="606438"/>
                  </a:lnTo>
                  <a:lnTo>
                    <a:pt x="755572" y="607573"/>
                  </a:lnTo>
                  <a:lnTo>
                    <a:pt x="755824" y="608724"/>
                  </a:lnTo>
                  <a:lnTo>
                    <a:pt x="756402" y="612484"/>
                  </a:lnTo>
                  <a:lnTo>
                    <a:pt x="756813" y="614223"/>
                  </a:lnTo>
                  <a:lnTo>
                    <a:pt x="756882" y="612114"/>
                  </a:lnTo>
                  <a:lnTo>
                    <a:pt x="757363" y="608796"/>
                  </a:lnTo>
                  <a:lnTo>
                    <a:pt x="757736" y="607436"/>
                  </a:lnTo>
                  <a:lnTo>
                    <a:pt x="758907" y="605442"/>
                  </a:lnTo>
                  <a:lnTo>
                    <a:pt x="758845" y="604581"/>
                  </a:lnTo>
                  <a:lnTo>
                    <a:pt x="758359" y="603424"/>
                  </a:lnTo>
                  <a:lnTo>
                    <a:pt x="755904" y="598459"/>
                  </a:lnTo>
                  <a:lnTo>
                    <a:pt x="755857" y="597254"/>
                  </a:lnTo>
                  <a:lnTo>
                    <a:pt x="756512" y="596537"/>
                  </a:lnTo>
                  <a:lnTo>
                    <a:pt x="756960" y="595169"/>
                  </a:lnTo>
                  <a:lnTo>
                    <a:pt x="757202" y="593151"/>
                  </a:lnTo>
                  <a:lnTo>
                    <a:pt x="757726" y="591686"/>
                  </a:lnTo>
                  <a:lnTo>
                    <a:pt x="759265" y="589626"/>
                  </a:lnTo>
                  <a:lnTo>
                    <a:pt x="760589" y="586464"/>
                  </a:lnTo>
                  <a:lnTo>
                    <a:pt x="761271" y="584290"/>
                  </a:lnTo>
                  <a:lnTo>
                    <a:pt x="761828" y="583143"/>
                  </a:lnTo>
                  <a:lnTo>
                    <a:pt x="762359" y="582869"/>
                  </a:lnTo>
                  <a:lnTo>
                    <a:pt x="761567" y="581990"/>
                  </a:lnTo>
                  <a:lnTo>
                    <a:pt x="761409" y="581412"/>
                  </a:lnTo>
                  <a:lnTo>
                    <a:pt x="761372" y="578797"/>
                  </a:lnTo>
                  <a:lnTo>
                    <a:pt x="761031" y="576057"/>
                  </a:lnTo>
                  <a:lnTo>
                    <a:pt x="760501" y="574781"/>
                  </a:lnTo>
                  <a:lnTo>
                    <a:pt x="758999" y="572043"/>
                  </a:lnTo>
                  <a:lnTo>
                    <a:pt x="758751" y="571227"/>
                  </a:lnTo>
                  <a:lnTo>
                    <a:pt x="758488" y="568133"/>
                  </a:lnTo>
                  <a:lnTo>
                    <a:pt x="758636" y="566587"/>
                  </a:lnTo>
                  <a:lnTo>
                    <a:pt x="759025" y="565285"/>
                  </a:lnTo>
                  <a:lnTo>
                    <a:pt x="758804" y="564029"/>
                  </a:lnTo>
                  <a:lnTo>
                    <a:pt x="757411" y="561750"/>
                  </a:lnTo>
                  <a:lnTo>
                    <a:pt x="756873" y="559762"/>
                  </a:lnTo>
                  <a:lnTo>
                    <a:pt x="756277" y="554950"/>
                  </a:lnTo>
                  <a:lnTo>
                    <a:pt x="755730" y="548918"/>
                  </a:lnTo>
                  <a:lnTo>
                    <a:pt x="755108" y="544481"/>
                  </a:lnTo>
                  <a:lnTo>
                    <a:pt x="754410" y="541640"/>
                  </a:lnTo>
                  <a:lnTo>
                    <a:pt x="754254" y="539851"/>
                  </a:lnTo>
                  <a:lnTo>
                    <a:pt x="754640" y="539110"/>
                  </a:lnTo>
                  <a:lnTo>
                    <a:pt x="755141" y="536873"/>
                  </a:lnTo>
                  <a:lnTo>
                    <a:pt x="755594" y="536324"/>
                  </a:lnTo>
                  <a:lnTo>
                    <a:pt x="756295" y="536471"/>
                  </a:lnTo>
                  <a:lnTo>
                    <a:pt x="756311" y="536215"/>
                  </a:lnTo>
                  <a:lnTo>
                    <a:pt x="755243" y="535009"/>
                  </a:lnTo>
                  <a:lnTo>
                    <a:pt x="754717" y="533493"/>
                  </a:lnTo>
                  <a:lnTo>
                    <a:pt x="754740" y="532930"/>
                  </a:lnTo>
                  <a:lnTo>
                    <a:pt x="755681" y="531421"/>
                  </a:lnTo>
                  <a:lnTo>
                    <a:pt x="755512" y="530786"/>
                  </a:lnTo>
                  <a:lnTo>
                    <a:pt x="754815" y="529959"/>
                  </a:lnTo>
                  <a:lnTo>
                    <a:pt x="752686" y="528573"/>
                  </a:lnTo>
                  <a:lnTo>
                    <a:pt x="753454" y="528039"/>
                  </a:lnTo>
                  <a:lnTo>
                    <a:pt x="753941" y="526848"/>
                  </a:lnTo>
                  <a:lnTo>
                    <a:pt x="753845" y="526494"/>
                  </a:lnTo>
                  <a:lnTo>
                    <a:pt x="753001" y="526007"/>
                  </a:lnTo>
                  <a:lnTo>
                    <a:pt x="752030" y="525087"/>
                  </a:lnTo>
                  <a:lnTo>
                    <a:pt x="751293" y="523712"/>
                  </a:lnTo>
                  <a:lnTo>
                    <a:pt x="750386" y="521548"/>
                  </a:lnTo>
                  <a:lnTo>
                    <a:pt x="749832" y="519829"/>
                  </a:lnTo>
                  <a:lnTo>
                    <a:pt x="749288" y="516969"/>
                  </a:lnTo>
                  <a:lnTo>
                    <a:pt x="748346" y="513716"/>
                  </a:lnTo>
                  <a:lnTo>
                    <a:pt x="747934" y="512905"/>
                  </a:lnTo>
                  <a:lnTo>
                    <a:pt x="747463" y="512381"/>
                  </a:lnTo>
                  <a:lnTo>
                    <a:pt x="746932" y="512140"/>
                  </a:lnTo>
                  <a:lnTo>
                    <a:pt x="746951" y="511643"/>
                  </a:lnTo>
                  <a:lnTo>
                    <a:pt x="747522" y="510885"/>
                  </a:lnTo>
                  <a:lnTo>
                    <a:pt x="756739" y="505447"/>
                  </a:lnTo>
                  <a:lnTo>
                    <a:pt x="757507" y="504664"/>
                  </a:lnTo>
                  <a:lnTo>
                    <a:pt x="762031" y="501619"/>
                  </a:lnTo>
                  <a:lnTo>
                    <a:pt x="764120" y="499920"/>
                  </a:lnTo>
                  <a:lnTo>
                    <a:pt x="766250" y="497474"/>
                  </a:lnTo>
                  <a:lnTo>
                    <a:pt x="769147" y="494959"/>
                  </a:lnTo>
                  <a:lnTo>
                    <a:pt x="770559" y="493339"/>
                  </a:lnTo>
                  <a:lnTo>
                    <a:pt x="771450" y="491775"/>
                  </a:lnTo>
                  <a:lnTo>
                    <a:pt x="776047" y="485530"/>
                  </a:lnTo>
                  <a:lnTo>
                    <a:pt x="777995" y="482339"/>
                  </a:lnTo>
                  <a:lnTo>
                    <a:pt x="779123" y="479597"/>
                  </a:lnTo>
                  <a:lnTo>
                    <a:pt x="780762" y="476319"/>
                  </a:lnTo>
                  <a:lnTo>
                    <a:pt x="782910" y="472502"/>
                  </a:lnTo>
                  <a:lnTo>
                    <a:pt x="784267" y="469228"/>
                  </a:lnTo>
                  <a:lnTo>
                    <a:pt x="784833" y="466499"/>
                  </a:lnTo>
                  <a:lnTo>
                    <a:pt x="785536" y="461794"/>
                  </a:lnTo>
                  <a:lnTo>
                    <a:pt x="785737" y="457623"/>
                  </a:lnTo>
                  <a:lnTo>
                    <a:pt x="785862" y="451506"/>
                  </a:lnTo>
                  <a:lnTo>
                    <a:pt x="785789" y="446045"/>
                  </a:lnTo>
                  <a:lnTo>
                    <a:pt x="785213" y="437493"/>
                  </a:lnTo>
                  <a:lnTo>
                    <a:pt x="784865" y="434802"/>
                  </a:lnTo>
                  <a:lnTo>
                    <a:pt x="784207" y="431602"/>
                  </a:lnTo>
                  <a:lnTo>
                    <a:pt x="782612" y="425160"/>
                  </a:lnTo>
                  <a:lnTo>
                    <a:pt x="782325" y="423405"/>
                  </a:lnTo>
                  <a:lnTo>
                    <a:pt x="781337" y="420446"/>
                  </a:lnTo>
                  <a:lnTo>
                    <a:pt x="778097" y="412740"/>
                  </a:lnTo>
                  <a:lnTo>
                    <a:pt x="774046" y="407527"/>
                  </a:lnTo>
                  <a:lnTo>
                    <a:pt x="773275" y="406218"/>
                  </a:lnTo>
                  <a:lnTo>
                    <a:pt x="771670" y="404689"/>
                  </a:lnTo>
                  <a:lnTo>
                    <a:pt x="769232" y="402934"/>
                  </a:lnTo>
                  <a:lnTo>
                    <a:pt x="767655" y="401503"/>
                  </a:lnTo>
                  <a:lnTo>
                    <a:pt x="763534" y="396140"/>
                  </a:lnTo>
                  <a:lnTo>
                    <a:pt x="762178" y="395497"/>
                  </a:lnTo>
                  <a:lnTo>
                    <a:pt x="761655" y="394117"/>
                  </a:lnTo>
                  <a:lnTo>
                    <a:pt x="761543" y="393135"/>
                  </a:lnTo>
                  <a:lnTo>
                    <a:pt x="761699" y="390572"/>
                  </a:lnTo>
                  <a:lnTo>
                    <a:pt x="761938" y="388799"/>
                  </a:lnTo>
                  <a:lnTo>
                    <a:pt x="762230" y="387493"/>
                  </a:lnTo>
                  <a:lnTo>
                    <a:pt x="762573" y="386652"/>
                  </a:lnTo>
                  <a:lnTo>
                    <a:pt x="764841" y="382713"/>
                  </a:lnTo>
                  <a:lnTo>
                    <a:pt x="766111" y="379561"/>
                  </a:lnTo>
                  <a:lnTo>
                    <a:pt x="766995" y="377834"/>
                  </a:lnTo>
                  <a:lnTo>
                    <a:pt x="767971" y="376495"/>
                  </a:lnTo>
                  <a:lnTo>
                    <a:pt x="769736" y="374736"/>
                  </a:lnTo>
                  <a:lnTo>
                    <a:pt x="770737" y="372520"/>
                  </a:lnTo>
                  <a:lnTo>
                    <a:pt x="770508" y="371622"/>
                  </a:lnTo>
                  <a:lnTo>
                    <a:pt x="769713" y="370644"/>
                  </a:lnTo>
                  <a:lnTo>
                    <a:pt x="769538" y="369690"/>
                  </a:lnTo>
                  <a:lnTo>
                    <a:pt x="770879" y="367256"/>
                  </a:lnTo>
                  <a:lnTo>
                    <a:pt x="771068" y="366582"/>
                  </a:lnTo>
                  <a:lnTo>
                    <a:pt x="770897" y="364291"/>
                  </a:lnTo>
                  <a:lnTo>
                    <a:pt x="771157" y="363777"/>
                  </a:lnTo>
                  <a:lnTo>
                    <a:pt x="772812" y="363640"/>
                  </a:lnTo>
                  <a:lnTo>
                    <a:pt x="775173" y="366929"/>
                  </a:lnTo>
                  <a:lnTo>
                    <a:pt x="775753" y="366642"/>
                  </a:lnTo>
                  <a:lnTo>
                    <a:pt x="774998" y="365735"/>
                  </a:lnTo>
                  <a:lnTo>
                    <a:pt x="774093" y="363521"/>
                  </a:lnTo>
                  <a:lnTo>
                    <a:pt x="774224" y="362602"/>
                  </a:lnTo>
                  <a:lnTo>
                    <a:pt x="775966" y="360209"/>
                  </a:lnTo>
                  <a:lnTo>
                    <a:pt x="776014" y="359123"/>
                  </a:lnTo>
                  <a:lnTo>
                    <a:pt x="775518" y="357617"/>
                  </a:lnTo>
                  <a:lnTo>
                    <a:pt x="775462" y="356413"/>
                  </a:lnTo>
                  <a:lnTo>
                    <a:pt x="776483" y="353549"/>
                  </a:lnTo>
                  <a:lnTo>
                    <a:pt x="776207" y="352948"/>
                  </a:lnTo>
                  <a:lnTo>
                    <a:pt x="773339" y="352394"/>
                  </a:lnTo>
                  <a:lnTo>
                    <a:pt x="772867" y="351594"/>
                  </a:lnTo>
                  <a:lnTo>
                    <a:pt x="773034" y="351216"/>
                  </a:lnTo>
                  <a:lnTo>
                    <a:pt x="774384" y="350255"/>
                  </a:lnTo>
                  <a:lnTo>
                    <a:pt x="774488" y="349892"/>
                  </a:lnTo>
                  <a:lnTo>
                    <a:pt x="772102" y="343489"/>
                  </a:lnTo>
                  <a:lnTo>
                    <a:pt x="771703" y="341580"/>
                  </a:lnTo>
                  <a:lnTo>
                    <a:pt x="772718" y="339226"/>
                  </a:lnTo>
                  <a:lnTo>
                    <a:pt x="773870" y="338163"/>
                  </a:lnTo>
                  <a:lnTo>
                    <a:pt x="773724" y="337558"/>
                  </a:lnTo>
                  <a:lnTo>
                    <a:pt x="772214" y="337449"/>
                  </a:lnTo>
                  <a:lnTo>
                    <a:pt x="771294" y="337127"/>
                  </a:lnTo>
                  <a:lnTo>
                    <a:pt x="770370" y="335293"/>
                  </a:lnTo>
                  <a:lnTo>
                    <a:pt x="770730" y="334135"/>
                  </a:lnTo>
                  <a:lnTo>
                    <a:pt x="771059" y="333605"/>
                  </a:lnTo>
                  <a:lnTo>
                    <a:pt x="771956" y="330871"/>
                  </a:lnTo>
                  <a:lnTo>
                    <a:pt x="772822" y="330307"/>
                  </a:lnTo>
                  <a:lnTo>
                    <a:pt x="772658" y="329816"/>
                  </a:lnTo>
                  <a:lnTo>
                    <a:pt x="769386" y="330979"/>
                  </a:lnTo>
                  <a:lnTo>
                    <a:pt x="767843" y="330023"/>
                  </a:lnTo>
                  <a:lnTo>
                    <a:pt x="766328" y="330277"/>
                  </a:lnTo>
                  <a:lnTo>
                    <a:pt x="765610" y="329995"/>
                  </a:lnTo>
                  <a:lnTo>
                    <a:pt x="765874" y="329018"/>
                  </a:lnTo>
                  <a:lnTo>
                    <a:pt x="768622" y="324573"/>
                  </a:lnTo>
                  <a:lnTo>
                    <a:pt x="769890" y="322168"/>
                  </a:lnTo>
                  <a:lnTo>
                    <a:pt x="770684" y="319996"/>
                  </a:lnTo>
                  <a:lnTo>
                    <a:pt x="771103" y="318552"/>
                  </a:lnTo>
                  <a:lnTo>
                    <a:pt x="771150" y="317835"/>
                  </a:lnTo>
                  <a:lnTo>
                    <a:pt x="770872" y="313038"/>
                  </a:lnTo>
                  <a:lnTo>
                    <a:pt x="771035" y="311728"/>
                  </a:lnTo>
                  <a:lnTo>
                    <a:pt x="772099" y="310507"/>
                  </a:lnTo>
                  <a:lnTo>
                    <a:pt x="773739" y="308213"/>
                  </a:lnTo>
                  <a:lnTo>
                    <a:pt x="771495" y="306141"/>
                  </a:lnTo>
                  <a:lnTo>
                    <a:pt x="770090" y="304121"/>
                  </a:lnTo>
                  <a:lnTo>
                    <a:pt x="769162" y="303118"/>
                  </a:lnTo>
                  <a:lnTo>
                    <a:pt x="768459" y="302139"/>
                  </a:lnTo>
                  <a:lnTo>
                    <a:pt x="767560" y="300064"/>
                  </a:lnTo>
                  <a:lnTo>
                    <a:pt x="766876" y="297366"/>
                  </a:lnTo>
                  <a:lnTo>
                    <a:pt x="766149" y="291929"/>
                  </a:lnTo>
                  <a:lnTo>
                    <a:pt x="766029" y="288935"/>
                  </a:lnTo>
                  <a:lnTo>
                    <a:pt x="766194" y="286761"/>
                  </a:lnTo>
                  <a:lnTo>
                    <a:pt x="766497" y="285702"/>
                  </a:lnTo>
                  <a:lnTo>
                    <a:pt x="766990" y="284600"/>
                  </a:lnTo>
                  <a:lnTo>
                    <a:pt x="769040" y="282497"/>
                  </a:lnTo>
                  <a:lnTo>
                    <a:pt x="772647" y="279400"/>
                  </a:lnTo>
                  <a:lnTo>
                    <a:pt x="775469" y="278185"/>
                  </a:lnTo>
                  <a:lnTo>
                    <a:pt x="777506" y="278851"/>
                  </a:lnTo>
                  <a:lnTo>
                    <a:pt x="781477" y="279577"/>
                  </a:lnTo>
                  <a:lnTo>
                    <a:pt x="784683" y="281342"/>
                  </a:lnTo>
                  <a:lnTo>
                    <a:pt x="794426" y="285768"/>
                  </a:lnTo>
                  <a:lnTo>
                    <a:pt x="796149" y="287729"/>
                  </a:lnTo>
                  <a:lnTo>
                    <a:pt x="794520" y="289387"/>
                  </a:lnTo>
                  <a:lnTo>
                    <a:pt x="794756" y="289795"/>
                  </a:lnTo>
                  <a:lnTo>
                    <a:pt x="798424" y="286638"/>
                  </a:lnTo>
                  <a:lnTo>
                    <a:pt x="799394" y="286028"/>
                  </a:lnTo>
                  <a:lnTo>
                    <a:pt x="800223" y="285879"/>
                  </a:lnTo>
                  <a:lnTo>
                    <a:pt x="802992" y="287102"/>
                  </a:lnTo>
                  <a:lnTo>
                    <a:pt x="804104" y="287288"/>
                  </a:lnTo>
                  <a:lnTo>
                    <a:pt x="805508" y="288305"/>
                  </a:lnTo>
                  <a:lnTo>
                    <a:pt x="808860" y="291684"/>
                  </a:lnTo>
                  <a:lnTo>
                    <a:pt x="809100" y="291403"/>
                  </a:lnTo>
                  <a:lnTo>
                    <a:pt x="808161" y="289681"/>
                  </a:lnTo>
                  <a:lnTo>
                    <a:pt x="808699" y="288863"/>
                  </a:lnTo>
                  <a:lnTo>
                    <a:pt x="811338" y="287070"/>
                  </a:lnTo>
                  <a:lnTo>
                    <a:pt x="814065" y="285605"/>
                  </a:lnTo>
                  <a:lnTo>
                    <a:pt x="816002" y="284168"/>
                  </a:lnTo>
                  <a:lnTo>
                    <a:pt x="818058" y="282267"/>
                  </a:lnTo>
                  <a:lnTo>
                    <a:pt x="819446" y="281251"/>
                  </a:lnTo>
                  <a:lnTo>
                    <a:pt x="820163" y="281121"/>
                  </a:lnTo>
                  <a:lnTo>
                    <a:pt x="821079" y="281681"/>
                  </a:lnTo>
                  <a:lnTo>
                    <a:pt x="823536" y="284203"/>
                  </a:lnTo>
                  <a:lnTo>
                    <a:pt x="825113" y="285497"/>
                  </a:lnTo>
                  <a:lnTo>
                    <a:pt x="826378" y="286853"/>
                  </a:lnTo>
                  <a:lnTo>
                    <a:pt x="828155" y="289244"/>
                  </a:lnTo>
                  <a:lnTo>
                    <a:pt x="828849" y="289771"/>
                  </a:lnTo>
                  <a:lnTo>
                    <a:pt x="830196" y="291397"/>
                  </a:lnTo>
                  <a:lnTo>
                    <a:pt x="831986" y="291228"/>
                  </a:lnTo>
                  <a:lnTo>
                    <a:pt x="832571" y="291421"/>
                  </a:lnTo>
                  <a:lnTo>
                    <a:pt x="832768" y="291737"/>
                  </a:lnTo>
                  <a:lnTo>
                    <a:pt x="833071" y="292838"/>
                  </a:lnTo>
                  <a:lnTo>
                    <a:pt x="833228" y="293542"/>
                  </a:lnTo>
                  <a:lnTo>
                    <a:pt x="833240" y="294297"/>
                  </a:lnTo>
                  <a:lnTo>
                    <a:pt x="832827" y="296422"/>
                  </a:lnTo>
                  <a:lnTo>
                    <a:pt x="831539" y="299817"/>
                  </a:lnTo>
                  <a:lnTo>
                    <a:pt x="832079" y="299871"/>
                  </a:lnTo>
                  <a:lnTo>
                    <a:pt x="832892" y="299143"/>
                  </a:lnTo>
                  <a:lnTo>
                    <a:pt x="833950" y="297846"/>
                  </a:lnTo>
                  <a:lnTo>
                    <a:pt x="834782" y="297387"/>
                  </a:lnTo>
                  <a:lnTo>
                    <a:pt x="836547" y="298418"/>
                  </a:lnTo>
                  <a:lnTo>
                    <a:pt x="838188" y="300078"/>
                  </a:lnTo>
                  <a:lnTo>
                    <a:pt x="838768" y="300958"/>
                  </a:lnTo>
                  <a:lnTo>
                    <a:pt x="839406" y="302394"/>
                  </a:lnTo>
                  <a:lnTo>
                    <a:pt x="839951" y="303131"/>
                  </a:lnTo>
                  <a:lnTo>
                    <a:pt x="840455" y="304550"/>
                  </a:lnTo>
                  <a:lnTo>
                    <a:pt x="840420" y="305010"/>
                  </a:lnTo>
                  <a:lnTo>
                    <a:pt x="839944" y="305698"/>
                  </a:lnTo>
                  <a:lnTo>
                    <a:pt x="837932" y="306861"/>
                  </a:lnTo>
                  <a:lnTo>
                    <a:pt x="838313" y="307298"/>
                  </a:lnTo>
                  <a:lnTo>
                    <a:pt x="840662" y="306568"/>
                  </a:lnTo>
                  <a:lnTo>
                    <a:pt x="841377" y="305850"/>
                  </a:lnTo>
                  <a:lnTo>
                    <a:pt x="841891" y="304648"/>
                  </a:lnTo>
                  <a:lnTo>
                    <a:pt x="842575" y="304306"/>
                  </a:lnTo>
                  <a:lnTo>
                    <a:pt x="845352" y="306414"/>
                  </a:lnTo>
                  <a:lnTo>
                    <a:pt x="845760" y="307147"/>
                  </a:lnTo>
                  <a:lnTo>
                    <a:pt x="845582" y="307722"/>
                  </a:lnTo>
                  <a:lnTo>
                    <a:pt x="845133" y="308372"/>
                  </a:lnTo>
                  <a:lnTo>
                    <a:pt x="843920" y="309086"/>
                  </a:lnTo>
                  <a:lnTo>
                    <a:pt x="842881" y="310881"/>
                  </a:lnTo>
                  <a:lnTo>
                    <a:pt x="842718" y="311656"/>
                  </a:lnTo>
                  <a:lnTo>
                    <a:pt x="843458" y="312205"/>
                  </a:lnTo>
                  <a:lnTo>
                    <a:pt x="845266" y="312443"/>
                  </a:lnTo>
                  <a:lnTo>
                    <a:pt x="845252" y="312869"/>
                  </a:lnTo>
                  <a:lnTo>
                    <a:pt x="844208" y="313657"/>
                  </a:lnTo>
                  <a:lnTo>
                    <a:pt x="844070" y="314685"/>
                  </a:lnTo>
                  <a:lnTo>
                    <a:pt x="846409" y="318349"/>
                  </a:lnTo>
                  <a:lnTo>
                    <a:pt x="847979" y="319955"/>
                  </a:lnTo>
                  <a:lnTo>
                    <a:pt x="848884" y="320249"/>
                  </a:lnTo>
                  <a:lnTo>
                    <a:pt x="850996" y="320321"/>
                  </a:lnTo>
                  <a:lnTo>
                    <a:pt x="852705" y="320942"/>
                  </a:lnTo>
                  <a:lnTo>
                    <a:pt x="856504" y="323021"/>
                  </a:lnTo>
                  <a:lnTo>
                    <a:pt x="858727" y="323396"/>
                  </a:lnTo>
                  <a:lnTo>
                    <a:pt x="860642" y="322761"/>
                  </a:lnTo>
                  <a:lnTo>
                    <a:pt x="861914" y="322622"/>
                  </a:lnTo>
                  <a:lnTo>
                    <a:pt x="863036" y="323453"/>
                  </a:lnTo>
                  <a:lnTo>
                    <a:pt x="863393" y="324041"/>
                  </a:lnTo>
                  <a:lnTo>
                    <a:pt x="863561" y="325209"/>
                  </a:lnTo>
                  <a:lnTo>
                    <a:pt x="863540" y="326961"/>
                  </a:lnTo>
                  <a:lnTo>
                    <a:pt x="864156" y="328189"/>
                  </a:lnTo>
                  <a:lnTo>
                    <a:pt x="865410" y="328891"/>
                  </a:lnTo>
                  <a:lnTo>
                    <a:pt x="866424" y="328785"/>
                  </a:lnTo>
                  <a:lnTo>
                    <a:pt x="867750" y="327408"/>
                  </a:lnTo>
                  <a:lnTo>
                    <a:pt x="868872" y="327173"/>
                  </a:lnTo>
                  <a:lnTo>
                    <a:pt x="869247" y="326141"/>
                  </a:lnTo>
                  <a:lnTo>
                    <a:pt x="869578" y="324233"/>
                  </a:lnTo>
                  <a:lnTo>
                    <a:pt x="869905" y="323188"/>
                  </a:lnTo>
                  <a:lnTo>
                    <a:pt x="870717" y="322888"/>
                  </a:lnTo>
                  <a:lnTo>
                    <a:pt x="871371" y="323456"/>
                  </a:lnTo>
                  <a:lnTo>
                    <a:pt x="871754" y="324328"/>
                  </a:lnTo>
                  <a:lnTo>
                    <a:pt x="872455" y="326942"/>
                  </a:lnTo>
                  <a:lnTo>
                    <a:pt x="872650" y="328112"/>
                  </a:lnTo>
                  <a:lnTo>
                    <a:pt x="872573" y="329179"/>
                  </a:lnTo>
                  <a:lnTo>
                    <a:pt x="872223" y="330140"/>
                  </a:lnTo>
                  <a:lnTo>
                    <a:pt x="871534" y="331164"/>
                  </a:lnTo>
                  <a:lnTo>
                    <a:pt x="870507" y="332253"/>
                  </a:lnTo>
                  <a:lnTo>
                    <a:pt x="869699" y="333817"/>
                  </a:lnTo>
                  <a:lnTo>
                    <a:pt x="868713" y="337433"/>
                  </a:lnTo>
                  <a:lnTo>
                    <a:pt x="868349" y="339796"/>
                  </a:lnTo>
                  <a:lnTo>
                    <a:pt x="868249" y="341192"/>
                  </a:lnTo>
                  <a:lnTo>
                    <a:pt x="868293" y="342720"/>
                  </a:lnTo>
                  <a:lnTo>
                    <a:pt x="868480" y="344382"/>
                  </a:lnTo>
                  <a:lnTo>
                    <a:pt x="868871" y="345751"/>
                  </a:lnTo>
                  <a:lnTo>
                    <a:pt x="869789" y="347689"/>
                  </a:lnTo>
                  <a:lnTo>
                    <a:pt x="869842" y="348332"/>
                  </a:lnTo>
                  <a:lnTo>
                    <a:pt x="869911" y="349902"/>
                  </a:lnTo>
                  <a:lnTo>
                    <a:pt x="869830" y="350592"/>
                  </a:lnTo>
                  <a:lnTo>
                    <a:pt x="869294" y="351958"/>
                  </a:lnTo>
                  <a:lnTo>
                    <a:pt x="867808" y="353322"/>
                  </a:lnTo>
                  <a:lnTo>
                    <a:pt x="865771" y="353673"/>
                  </a:lnTo>
                  <a:lnTo>
                    <a:pt x="859111" y="353751"/>
                  </a:lnTo>
                  <a:lnTo>
                    <a:pt x="857337" y="353425"/>
                  </a:lnTo>
                  <a:lnTo>
                    <a:pt x="857765" y="354665"/>
                  </a:lnTo>
                  <a:lnTo>
                    <a:pt x="859631" y="355061"/>
                  </a:lnTo>
                  <a:lnTo>
                    <a:pt x="861334" y="355045"/>
                  </a:lnTo>
                  <a:lnTo>
                    <a:pt x="867686" y="355829"/>
                  </a:lnTo>
                  <a:lnTo>
                    <a:pt x="868560" y="356623"/>
                  </a:lnTo>
                  <a:lnTo>
                    <a:pt x="869298" y="358019"/>
                  </a:lnTo>
                  <a:lnTo>
                    <a:pt x="869824" y="359465"/>
                  </a:lnTo>
                  <a:lnTo>
                    <a:pt x="870346" y="362405"/>
                  </a:lnTo>
                  <a:lnTo>
                    <a:pt x="870444" y="363801"/>
                  </a:lnTo>
                  <a:lnTo>
                    <a:pt x="870164" y="365349"/>
                  </a:lnTo>
                  <a:lnTo>
                    <a:pt x="869508" y="367051"/>
                  </a:lnTo>
                  <a:lnTo>
                    <a:pt x="869067" y="369317"/>
                  </a:lnTo>
                  <a:lnTo>
                    <a:pt x="868841" y="372150"/>
                  </a:lnTo>
                  <a:lnTo>
                    <a:pt x="869195" y="373651"/>
                  </a:lnTo>
                  <a:lnTo>
                    <a:pt x="872630" y="373768"/>
                  </a:lnTo>
                  <a:lnTo>
                    <a:pt x="873312" y="374793"/>
                  </a:lnTo>
                  <a:lnTo>
                    <a:pt x="873234" y="375558"/>
                  </a:lnTo>
                  <a:lnTo>
                    <a:pt x="872015" y="378429"/>
                  </a:lnTo>
                  <a:lnTo>
                    <a:pt x="871902" y="379245"/>
                  </a:lnTo>
                  <a:lnTo>
                    <a:pt x="872458" y="381182"/>
                  </a:lnTo>
                  <a:lnTo>
                    <a:pt x="872383" y="381733"/>
                  </a:lnTo>
                  <a:lnTo>
                    <a:pt x="872044" y="382296"/>
                  </a:lnTo>
                  <a:lnTo>
                    <a:pt x="871720" y="383749"/>
                  </a:lnTo>
                  <a:lnTo>
                    <a:pt x="871410" y="386094"/>
                  </a:lnTo>
                  <a:lnTo>
                    <a:pt x="871026" y="387613"/>
                  </a:lnTo>
                  <a:lnTo>
                    <a:pt x="870093" y="388787"/>
                  </a:lnTo>
                  <a:lnTo>
                    <a:pt x="869603" y="389044"/>
                  </a:lnTo>
                  <a:lnTo>
                    <a:pt x="869250" y="388733"/>
                  </a:lnTo>
                  <a:lnTo>
                    <a:pt x="868328" y="385534"/>
                  </a:lnTo>
                  <a:lnTo>
                    <a:pt x="867948" y="385058"/>
                  </a:lnTo>
                  <a:lnTo>
                    <a:pt x="867589" y="385358"/>
                  </a:lnTo>
                  <a:lnTo>
                    <a:pt x="867408" y="385854"/>
                  </a:lnTo>
                  <a:lnTo>
                    <a:pt x="867407" y="386545"/>
                  </a:lnTo>
                  <a:lnTo>
                    <a:pt x="867248" y="387261"/>
                  </a:lnTo>
                  <a:lnTo>
                    <a:pt x="866932" y="388000"/>
                  </a:lnTo>
                  <a:lnTo>
                    <a:pt x="865572" y="389176"/>
                  </a:lnTo>
                  <a:lnTo>
                    <a:pt x="863368" y="389972"/>
                  </a:lnTo>
                  <a:lnTo>
                    <a:pt x="863437" y="390823"/>
                  </a:lnTo>
                  <a:lnTo>
                    <a:pt x="864916" y="391279"/>
                  </a:lnTo>
                  <a:lnTo>
                    <a:pt x="866798" y="392703"/>
                  </a:lnTo>
                  <a:lnTo>
                    <a:pt x="867879" y="392930"/>
                  </a:lnTo>
                  <a:lnTo>
                    <a:pt x="869577" y="391779"/>
                  </a:lnTo>
                  <a:lnTo>
                    <a:pt x="872852" y="388160"/>
                  </a:lnTo>
                  <a:lnTo>
                    <a:pt x="874201" y="387179"/>
                  </a:lnTo>
                  <a:lnTo>
                    <a:pt x="875391" y="386803"/>
                  </a:lnTo>
                  <a:lnTo>
                    <a:pt x="876730" y="386756"/>
                  </a:lnTo>
                  <a:lnTo>
                    <a:pt x="878218" y="387032"/>
                  </a:lnTo>
                  <a:lnTo>
                    <a:pt x="881183" y="386570"/>
                  </a:lnTo>
                  <a:lnTo>
                    <a:pt x="881925" y="386915"/>
                  </a:lnTo>
                  <a:lnTo>
                    <a:pt x="882832" y="387711"/>
                  </a:lnTo>
                  <a:lnTo>
                    <a:pt x="883905" y="388965"/>
                  </a:lnTo>
                  <a:lnTo>
                    <a:pt x="884643" y="390170"/>
                  </a:lnTo>
                  <a:lnTo>
                    <a:pt x="885047" y="391328"/>
                  </a:lnTo>
                  <a:lnTo>
                    <a:pt x="885714" y="395704"/>
                  </a:lnTo>
                  <a:lnTo>
                    <a:pt x="886609" y="396850"/>
                  </a:lnTo>
                  <a:lnTo>
                    <a:pt x="886826" y="397691"/>
                  </a:lnTo>
                  <a:lnTo>
                    <a:pt x="886897" y="398980"/>
                  </a:lnTo>
                  <a:lnTo>
                    <a:pt x="886842" y="401502"/>
                  </a:lnTo>
                  <a:lnTo>
                    <a:pt x="885857" y="406593"/>
                  </a:lnTo>
                  <a:lnTo>
                    <a:pt x="885347" y="408475"/>
                  </a:lnTo>
                  <a:lnTo>
                    <a:pt x="883987" y="411043"/>
                  </a:lnTo>
                  <a:lnTo>
                    <a:pt x="882418" y="412209"/>
                  </a:lnTo>
                  <a:lnTo>
                    <a:pt x="879628" y="413302"/>
                  </a:lnTo>
                  <a:lnTo>
                    <a:pt x="878172" y="414220"/>
                  </a:lnTo>
                  <a:lnTo>
                    <a:pt x="877073" y="415484"/>
                  </a:lnTo>
                  <a:lnTo>
                    <a:pt x="877008" y="416179"/>
                  </a:lnTo>
                  <a:lnTo>
                    <a:pt x="880175" y="414012"/>
                  </a:lnTo>
                  <a:lnTo>
                    <a:pt x="883659" y="412953"/>
                  </a:lnTo>
                  <a:lnTo>
                    <a:pt x="884652" y="411769"/>
                  </a:lnTo>
                  <a:lnTo>
                    <a:pt x="885404" y="410617"/>
                  </a:lnTo>
                  <a:lnTo>
                    <a:pt x="886169" y="408048"/>
                  </a:lnTo>
                  <a:lnTo>
                    <a:pt x="887553" y="401402"/>
                  </a:lnTo>
                  <a:lnTo>
                    <a:pt x="888339" y="399311"/>
                  </a:lnTo>
                  <a:lnTo>
                    <a:pt x="889436" y="398958"/>
                  </a:lnTo>
                  <a:lnTo>
                    <a:pt x="889922" y="399669"/>
                  </a:lnTo>
                  <a:lnTo>
                    <a:pt x="891060" y="403565"/>
                  </a:lnTo>
                  <a:lnTo>
                    <a:pt x="891054" y="404559"/>
                  </a:lnTo>
                  <a:lnTo>
                    <a:pt x="890772" y="405402"/>
                  </a:lnTo>
                  <a:lnTo>
                    <a:pt x="888914" y="409192"/>
                  </a:lnTo>
                  <a:lnTo>
                    <a:pt x="889583" y="408805"/>
                  </a:lnTo>
                  <a:lnTo>
                    <a:pt x="891449" y="405243"/>
                  </a:lnTo>
                  <a:lnTo>
                    <a:pt x="891845" y="404130"/>
                  </a:lnTo>
                  <a:lnTo>
                    <a:pt x="892066" y="402499"/>
                  </a:lnTo>
                  <a:lnTo>
                    <a:pt x="892667" y="401343"/>
                  </a:lnTo>
                  <a:lnTo>
                    <a:pt x="892897" y="401909"/>
                  </a:lnTo>
                  <a:lnTo>
                    <a:pt x="893474" y="406094"/>
                  </a:lnTo>
                  <a:lnTo>
                    <a:pt x="893492" y="409154"/>
                  </a:lnTo>
                  <a:lnTo>
                    <a:pt x="893585" y="410136"/>
                  </a:lnTo>
                  <a:lnTo>
                    <a:pt x="893377" y="413040"/>
                  </a:lnTo>
                  <a:lnTo>
                    <a:pt x="893613" y="413561"/>
                  </a:lnTo>
                  <a:lnTo>
                    <a:pt x="894174" y="411049"/>
                  </a:lnTo>
                  <a:lnTo>
                    <a:pt x="894358" y="409151"/>
                  </a:lnTo>
                  <a:lnTo>
                    <a:pt x="894612" y="407798"/>
                  </a:lnTo>
                  <a:lnTo>
                    <a:pt x="894937" y="406990"/>
                  </a:lnTo>
                  <a:lnTo>
                    <a:pt x="897224" y="404433"/>
                  </a:lnTo>
                  <a:lnTo>
                    <a:pt x="899895" y="402354"/>
                  </a:lnTo>
                  <a:lnTo>
                    <a:pt x="901643" y="400506"/>
                  </a:lnTo>
                  <a:lnTo>
                    <a:pt x="903093" y="399623"/>
                  </a:lnTo>
                  <a:lnTo>
                    <a:pt x="905266" y="398789"/>
                  </a:lnTo>
                  <a:lnTo>
                    <a:pt x="906658" y="397078"/>
                  </a:lnTo>
                  <a:lnTo>
                    <a:pt x="907270" y="394487"/>
                  </a:lnTo>
                  <a:lnTo>
                    <a:pt x="907790" y="392693"/>
                  </a:lnTo>
                  <a:lnTo>
                    <a:pt x="908217" y="391700"/>
                  </a:lnTo>
                  <a:lnTo>
                    <a:pt x="909650" y="389920"/>
                  </a:lnTo>
                  <a:lnTo>
                    <a:pt x="910428" y="389821"/>
                  </a:lnTo>
                  <a:lnTo>
                    <a:pt x="911173" y="390478"/>
                  </a:lnTo>
                  <a:lnTo>
                    <a:pt x="912017" y="391813"/>
                  </a:lnTo>
                  <a:lnTo>
                    <a:pt x="912959" y="393824"/>
                  </a:lnTo>
                  <a:lnTo>
                    <a:pt x="913523" y="395403"/>
                  </a:lnTo>
                  <a:lnTo>
                    <a:pt x="913707" y="396550"/>
                  </a:lnTo>
                  <a:lnTo>
                    <a:pt x="913859" y="400568"/>
                  </a:lnTo>
                  <a:lnTo>
                    <a:pt x="914038" y="400557"/>
                  </a:lnTo>
                  <a:lnTo>
                    <a:pt x="914905" y="397488"/>
                  </a:lnTo>
                  <a:lnTo>
                    <a:pt x="915006" y="396397"/>
                  </a:lnTo>
                  <a:lnTo>
                    <a:pt x="914945" y="395245"/>
                  </a:lnTo>
                  <a:lnTo>
                    <a:pt x="914680" y="394096"/>
                  </a:lnTo>
                  <a:lnTo>
                    <a:pt x="913807" y="391587"/>
                  </a:lnTo>
                  <a:lnTo>
                    <a:pt x="913465" y="390017"/>
                  </a:lnTo>
                  <a:lnTo>
                    <a:pt x="913542" y="389049"/>
                  </a:lnTo>
                  <a:lnTo>
                    <a:pt x="914468" y="388500"/>
                  </a:lnTo>
                  <a:lnTo>
                    <a:pt x="915836" y="388281"/>
                  </a:lnTo>
                  <a:lnTo>
                    <a:pt x="916066" y="387871"/>
                  </a:lnTo>
                  <a:lnTo>
                    <a:pt x="915061" y="386834"/>
                  </a:lnTo>
                  <a:lnTo>
                    <a:pt x="915033" y="386271"/>
                  </a:lnTo>
                  <a:lnTo>
                    <a:pt x="916000" y="384427"/>
                  </a:lnTo>
                  <a:lnTo>
                    <a:pt x="916567" y="384326"/>
                  </a:lnTo>
                  <a:lnTo>
                    <a:pt x="917679" y="384618"/>
                  </a:lnTo>
                  <a:lnTo>
                    <a:pt x="917456" y="383673"/>
                  </a:lnTo>
                  <a:lnTo>
                    <a:pt x="917467" y="383047"/>
                  </a:lnTo>
                  <a:lnTo>
                    <a:pt x="917781" y="382802"/>
                  </a:lnTo>
                  <a:lnTo>
                    <a:pt x="919624" y="383399"/>
                  </a:lnTo>
                  <a:lnTo>
                    <a:pt x="919840" y="382679"/>
                  </a:lnTo>
                  <a:lnTo>
                    <a:pt x="921425" y="382614"/>
                  </a:lnTo>
                  <a:lnTo>
                    <a:pt x="921580" y="381970"/>
                  </a:lnTo>
                  <a:lnTo>
                    <a:pt x="920209" y="381051"/>
                  </a:lnTo>
                  <a:lnTo>
                    <a:pt x="918865" y="380477"/>
                  </a:lnTo>
                  <a:lnTo>
                    <a:pt x="918456" y="379975"/>
                  </a:lnTo>
                  <a:lnTo>
                    <a:pt x="918142" y="379234"/>
                  </a:lnTo>
                  <a:lnTo>
                    <a:pt x="917723" y="377445"/>
                  </a:lnTo>
                  <a:lnTo>
                    <a:pt x="917824" y="376971"/>
                  </a:lnTo>
                  <a:lnTo>
                    <a:pt x="918201" y="376962"/>
                  </a:lnTo>
                  <a:lnTo>
                    <a:pt x="918855" y="377451"/>
                  </a:lnTo>
                  <a:lnTo>
                    <a:pt x="919209" y="376510"/>
                  </a:lnTo>
                  <a:lnTo>
                    <a:pt x="919608" y="374301"/>
                  </a:lnTo>
                  <a:lnTo>
                    <a:pt x="920004" y="373395"/>
                  </a:lnTo>
                  <a:lnTo>
                    <a:pt x="921236" y="374442"/>
                  </a:lnTo>
                  <a:lnTo>
                    <a:pt x="921290" y="373991"/>
                  </a:lnTo>
                  <a:lnTo>
                    <a:pt x="920290" y="370518"/>
                  </a:lnTo>
                  <a:lnTo>
                    <a:pt x="920464" y="369852"/>
                  </a:lnTo>
                  <a:lnTo>
                    <a:pt x="921992" y="369601"/>
                  </a:lnTo>
                  <a:lnTo>
                    <a:pt x="922917" y="370034"/>
                  </a:lnTo>
                  <a:lnTo>
                    <a:pt x="925348" y="372579"/>
                  </a:lnTo>
                  <a:lnTo>
                    <a:pt x="925788" y="372287"/>
                  </a:lnTo>
                  <a:lnTo>
                    <a:pt x="925415" y="371590"/>
                  </a:lnTo>
                  <a:lnTo>
                    <a:pt x="924171" y="370090"/>
                  </a:lnTo>
                  <a:lnTo>
                    <a:pt x="923046" y="369109"/>
                  </a:lnTo>
                  <a:lnTo>
                    <a:pt x="922043" y="368648"/>
                  </a:lnTo>
                  <a:lnTo>
                    <a:pt x="921289" y="367812"/>
                  </a:lnTo>
                  <a:lnTo>
                    <a:pt x="920463" y="365523"/>
                  </a:lnTo>
                  <a:lnTo>
                    <a:pt x="920325" y="364581"/>
                  </a:lnTo>
                  <a:lnTo>
                    <a:pt x="920394" y="363353"/>
                  </a:lnTo>
                  <a:lnTo>
                    <a:pt x="920972" y="360804"/>
                  </a:lnTo>
                  <a:lnTo>
                    <a:pt x="921304" y="360251"/>
                  </a:lnTo>
                  <a:lnTo>
                    <a:pt x="921892" y="359841"/>
                  </a:lnTo>
                  <a:lnTo>
                    <a:pt x="922735" y="359576"/>
                  </a:lnTo>
                  <a:lnTo>
                    <a:pt x="923667" y="359829"/>
                  </a:lnTo>
                  <a:lnTo>
                    <a:pt x="925590" y="361505"/>
                  </a:lnTo>
                  <a:lnTo>
                    <a:pt x="925911" y="360975"/>
                  </a:lnTo>
                  <a:lnTo>
                    <a:pt x="924873" y="360062"/>
                  </a:lnTo>
                  <a:lnTo>
                    <a:pt x="924313" y="359220"/>
                  </a:lnTo>
                  <a:lnTo>
                    <a:pt x="924043" y="358140"/>
                  </a:lnTo>
                  <a:lnTo>
                    <a:pt x="924161" y="356918"/>
                  </a:lnTo>
                  <a:lnTo>
                    <a:pt x="924976" y="354395"/>
                  </a:lnTo>
                  <a:lnTo>
                    <a:pt x="925359" y="352362"/>
                  </a:lnTo>
                  <a:lnTo>
                    <a:pt x="927092" y="346754"/>
                  </a:lnTo>
                  <a:lnTo>
                    <a:pt x="927600" y="345734"/>
                  </a:lnTo>
                  <a:lnTo>
                    <a:pt x="928143" y="345090"/>
                  </a:lnTo>
                  <a:lnTo>
                    <a:pt x="928480" y="344418"/>
                  </a:lnTo>
                  <a:lnTo>
                    <a:pt x="929839" y="344268"/>
                  </a:lnTo>
                  <a:lnTo>
                    <a:pt x="932355" y="346273"/>
                  </a:lnTo>
                  <a:lnTo>
                    <a:pt x="933124" y="347459"/>
                  </a:lnTo>
                  <a:lnTo>
                    <a:pt x="933328" y="349136"/>
                  </a:lnTo>
                  <a:lnTo>
                    <a:pt x="932010" y="351407"/>
                  </a:lnTo>
                  <a:lnTo>
                    <a:pt x="929748" y="353102"/>
                  </a:lnTo>
                  <a:lnTo>
                    <a:pt x="929076" y="353842"/>
                  </a:lnTo>
                  <a:lnTo>
                    <a:pt x="929513" y="354272"/>
                  </a:lnTo>
                  <a:lnTo>
                    <a:pt x="931626" y="352917"/>
                  </a:lnTo>
                  <a:lnTo>
                    <a:pt x="933472" y="352285"/>
                  </a:lnTo>
                  <a:lnTo>
                    <a:pt x="934986" y="352307"/>
                  </a:lnTo>
                  <a:lnTo>
                    <a:pt x="936213" y="354999"/>
                  </a:lnTo>
                  <a:lnTo>
                    <a:pt x="936384" y="358735"/>
                  </a:lnTo>
                  <a:lnTo>
                    <a:pt x="935683" y="361847"/>
                  </a:lnTo>
                  <a:lnTo>
                    <a:pt x="936605" y="360299"/>
                  </a:lnTo>
                  <a:lnTo>
                    <a:pt x="937758" y="359443"/>
                  </a:lnTo>
                  <a:lnTo>
                    <a:pt x="938701" y="361478"/>
                  </a:lnTo>
                  <a:lnTo>
                    <a:pt x="938813" y="363135"/>
                  </a:lnTo>
                  <a:lnTo>
                    <a:pt x="939309" y="364692"/>
                  </a:lnTo>
                  <a:lnTo>
                    <a:pt x="940376" y="366776"/>
                  </a:lnTo>
                  <a:lnTo>
                    <a:pt x="941486" y="368602"/>
                  </a:lnTo>
                  <a:lnTo>
                    <a:pt x="940264" y="370517"/>
                  </a:lnTo>
                  <a:lnTo>
                    <a:pt x="938798" y="371661"/>
                  </a:lnTo>
                  <a:lnTo>
                    <a:pt x="939106" y="372515"/>
                  </a:lnTo>
                  <a:lnTo>
                    <a:pt x="941112" y="373429"/>
                  </a:lnTo>
                  <a:lnTo>
                    <a:pt x="941383" y="374333"/>
                  </a:lnTo>
                  <a:lnTo>
                    <a:pt x="941173" y="375560"/>
                  </a:lnTo>
                  <a:lnTo>
                    <a:pt x="941464" y="375554"/>
                  </a:lnTo>
                  <a:lnTo>
                    <a:pt x="942859" y="373659"/>
                  </a:lnTo>
                  <a:lnTo>
                    <a:pt x="944049" y="373913"/>
                  </a:lnTo>
                  <a:lnTo>
                    <a:pt x="945569" y="378005"/>
                  </a:lnTo>
                  <a:lnTo>
                    <a:pt x="944459" y="380346"/>
                  </a:lnTo>
                  <a:lnTo>
                    <a:pt x="942761" y="381418"/>
                  </a:lnTo>
                  <a:lnTo>
                    <a:pt x="941410" y="381874"/>
                  </a:lnTo>
                  <a:lnTo>
                    <a:pt x="939532" y="381811"/>
                  </a:lnTo>
                  <a:lnTo>
                    <a:pt x="938793" y="382159"/>
                  </a:lnTo>
                  <a:lnTo>
                    <a:pt x="939160" y="382940"/>
                  </a:lnTo>
                  <a:lnTo>
                    <a:pt x="940956" y="382951"/>
                  </a:lnTo>
                  <a:lnTo>
                    <a:pt x="943708" y="382360"/>
                  </a:lnTo>
                  <a:lnTo>
                    <a:pt x="945766" y="381396"/>
                  </a:lnTo>
                  <a:lnTo>
                    <a:pt x="946661" y="381338"/>
                  </a:lnTo>
                  <a:lnTo>
                    <a:pt x="947601" y="381731"/>
                  </a:lnTo>
                  <a:lnTo>
                    <a:pt x="947917" y="382060"/>
                  </a:lnTo>
                  <a:lnTo>
                    <a:pt x="946927" y="382732"/>
                  </a:lnTo>
                  <a:lnTo>
                    <a:pt x="946852" y="382967"/>
                  </a:lnTo>
                  <a:lnTo>
                    <a:pt x="947223" y="383655"/>
                  </a:lnTo>
                  <a:lnTo>
                    <a:pt x="947991" y="385877"/>
                  </a:lnTo>
                  <a:lnTo>
                    <a:pt x="947924" y="386378"/>
                  </a:lnTo>
                  <a:lnTo>
                    <a:pt x="947190" y="387668"/>
                  </a:lnTo>
                  <a:lnTo>
                    <a:pt x="948369" y="387952"/>
                  </a:lnTo>
                  <a:lnTo>
                    <a:pt x="950015" y="387349"/>
                  </a:lnTo>
                  <a:lnTo>
                    <a:pt x="950527" y="388021"/>
                  </a:lnTo>
                  <a:lnTo>
                    <a:pt x="951529" y="390692"/>
                  </a:lnTo>
                  <a:lnTo>
                    <a:pt x="952165" y="393428"/>
                  </a:lnTo>
                  <a:lnTo>
                    <a:pt x="949381" y="397172"/>
                  </a:lnTo>
                  <a:lnTo>
                    <a:pt x="947964" y="397946"/>
                  </a:lnTo>
                  <a:lnTo>
                    <a:pt x="945876" y="399926"/>
                  </a:lnTo>
                  <a:lnTo>
                    <a:pt x="945291" y="401513"/>
                  </a:lnTo>
                  <a:lnTo>
                    <a:pt x="944083" y="403549"/>
                  </a:lnTo>
                  <a:lnTo>
                    <a:pt x="944856" y="403527"/>
                  </a:lnTo>
                  <a:lnTo>
                    <a:pt x="947015" y="400261"/>
                  </a:lnTo>
                  <a:lnTo>
                    <a:pt x="948070" y="399500"/>
                  </a:lnTo>
                  <a:lnTo>
                    <a:pt x="948855" y="399692"/>
                  </a:lnTo>
                  <a:lnTo>
                    <a:pt x="949172" y="400245"/>
                  </a:lnTo>
                  <a:lnTo>
                    <a:pt x="949018" y="401158"/>
                  </a:lnTo>
                  <a:lnTo>
                    <a:pt x="949706" y="401041"/>
                  </a:lnTo>
                  <a:lnTo>
                    <a:pt x="952610" y="399132"/>
                  </a:lnTo>
                  <a:lnTo>
                    <a:pt x="953830" y="398754"/>
                  </a:lnTo>
                  <a:lnTo>
                    <a:pt x="955407" y="398630"/>
                  </a:lnTo>
                  <a:lnTo>
                    <a:pt x="955578" y="399291"/>
                  </a:lnTo>
                  <a:lnTo>
                    <a:pt x="954598" y="403866"/>
                  </a:lnTo>
                  <a:lnTo>
                    <a:pt x="952919" y="407377"/>
                  </a:lnTo>
                  <a:lnTo>
                    <a:pt x="949863" y="409542"/>
                  </a:lnTo>
                  <a:lnTo>
                    <a:pt x="948780" y="410811"/>
                  </a:lnTo>
                  <a:lnTo>
                    <a:pt x="947441" y="412864"/>
                  </a:lnTo>
                  <a:lnTo>
                    <a:pt x="947947" y="413235"/>
                  </a:lnTo>
                  <a:lnTo>
                    <a:pt x="950861" y="410541"/>
                  </a:lnTo>
                  <a:lnTo>
                    <a:pt x="952852" y="409479"/>
                  </a:lnTo>
                  <a:lnTo>
                    <a:pt x="955648" y="408626"/>
                  </a:lnTo>
                  <a:lnTo>
                    <a:pt x="956890" y="408746"/>
                  </a:lnTo>
                  <a:lnTo>
                    <a:pt x="959090" y="414118"/>
                  </a:lnTo>
                  <a:lnTo>
                    <a:pt x="960360" y="414639"/>
                  </a:lnTo>
                  <a:lnTo>
                    <a:pt x="961384" y="414359"/>
                  </a:lnTo>
                  <a:lnTo>
                    <a:pt x="963320" y="415905"/>
                  </a:lnTo>
                  <a:lnTo>
                    <a:pt x="964046" y="417396"/>
                  </a:lnTo>
                  <a:lnTo>
                    <a:pt x="963863" y="418468"/>
                  </a:lnTo>
                  <a:lnTo>
                    <a:pt x="963208" y="419110"/>
                  </a:lnTo>
                  <a:lnTo>
                    <a:pt x="962877" y="420111"/>
                  </a:lnTo>
                  <a:lnTo>
                    <a:pt x="963653" y="423092"/>
                  </a:lnTo>
                  <a:lnTo>
                    <a:pt x="963206" y="424766"/>
                  </a:lnTo>
                  <a:lnTo>
                    <a:pt x="961792" y="426243"/>
                  </a:lnTo>
                  <a:lnTo>
                    <a:pt x="960782" y="426992"/>
                  </a:lnTo>
                  <a:lnTo>
                    <a:pt x="959725" y="427223"/>
                  </a:lnTo>
                  <a:lnTo>
                    <a:pt x="958689" y="428530"/>
                  </a:lnTo>
                  <a:lnTo>
                    <a:pt x="958219" y="428723"/>
                  </a:lnTo>
                  <a:lnTo>
                    <a:pt x="956776" y="428391"/>
                  </a:lnTo>
                  <a:lnTo>
                    <a:pt x="957271" y="429197"/>
                  </a:lnTo>
                  <a:lnTo>
                    <a:pt x="957984" y="429603"/>
                  </a:lnTo>
                  <a:lnTo>
                    <a:pt x="959120" y="429826"/>
                  </a:lnTo>
                  <a:lnTo>
                    <a:pt x="960448" y="429414"/>
                  </a:lnTo>
                  <a:lnTo>
                    <a:pt x="961742" y="429466"/>
                  </a:lnTo>
                  <a:lnTo>
                    <a:pt x="963777" y="430413"/>
                  </a:lnTo>
                  <a:lnTo>
                    <a:pt x="964631" y="431580"/>
                  </a:lnTo>
                  <a:lnTo>
                    <a:pt x="964646" y="431902"/>
                  </a:lnTo>
                  <a:lnTo>
                    <a:pt x="964207" y="432568"/>
                  </a:lnTo>
                  <a:lnTo>
                    <a:pt x="963561" y="434740"/>
                  </a:lnTo>
                  <a:lnTo>
                    <a:pt x="963090" y="435521"/>
                  </a:lnTo>
                  <a:lnTo>
                    <a:pt x="963492" y="436106"/>
                  </a:lnTo>
                  <a:lnTo>
                    <a:pt x="964512" y="437010"/>
                  </a:lnTo>
                  <a:lnTo>
                    <a:pt x="965273" y="437344"/>
                  </a:lnTo>
                  <a:lnTo>
                    <a:pt x="966273" y="437050"/>
                  </a:lnTo>
                  <a:lnTo>
                    <a:pt x="967343" y="437435"/>
                  </a:lnTo>
                  <a:lnTo>
                    <a:pt x="970935" y="442534"/>
                  </a:lnTo>
                  <a:lnTo>
                    <a:pt x="970789" y="445164"/>
                  </a:lnTo>
                  <a:lnTo>
                    <a:pt x="970244" y="447192"/>
                  </a:lnTo>
                  <a:lnTo>
                    <a:pt x="970459" y="449471"/>
                  </a:lnTo>
                  <a:lnTo>
                    <a:pt x="970474" y="452279"/>
                  </a:lnTo>
                  <a:lnTo>
                    <a:pt x="968523" y="453054"/>
                  </a:lnTo>
                  <a:lnTo>
                    <a:pt x="962054" y="451739"/>
                  </a:lnTo>
                  <a:lnTo>
                    <a:pt x="958354" y="449732"/>
                  </a:lnTo>
                  <a:lnTo>
                    <a:pt x="958163" y="449121"/>
                  </a:lnTo>
                  <a:lnTo>
                    <a:pt x="959211" y="447787"/>
                  </a:lnTo>
                  <a:lnTo>
                    <a:pt x="958282" y="447688"/>
                  </a:lnTo>
                  <a:lnTo>
                    <a:pt x="957207" y="448212"/>
                  </a:lnTo>
                  <a:lnTo>
                    <a:pt x="956755" y="448707"/>
                  </a:lnTo>
                  <a:lnTo>
                    <a:pt x="957995" y="450825"/>
                  </a:lnTo>
                  <a:lnTo>
                    <a:pt x="961396" y="452692"/>
                  </a:lnTo>
                  <a:lnTo>
                    <a:pt x="962918" y="454938"/>
                  </a:lnTo>
                  <a:lnTo>
                    <a:pt x="964584" y="455131"/>
                  </a:lnTo>
                  <a:lnTo>
                    <a:pt x="965090" y="455538"/>
                  </a:lnTo>
                  <a:lnTo>
                    <a:pt x="966012" y="456853"/>
                  </a:lnTo>
                  <a:lnTo>
                    <a:pt x="965740" y="457304"/>
                  </a:lnTo>
                  <a:lnTo>
                    <a:pt x="964041" y="457462"/>
                  </a:lnTo>
                  <a:lnTo>
                    <a:pt x="962698" y="458985"/>
                  </a:lnTo>
                  <a:lnTo>
                    <a:pt x="963542" y="459880"/>
                  </a:lnTo>
                  <a:lnTo>
                    <a:pt x="966563" y="460663"/>
                  </a:lnTo>
                  <a:lnTo>
                    <a:pt x="968731" y="460862"/>
                  </a:lnTo>
                  <a:lnTo>
                    <a:pt x="969820" y="461740"/>
                  </a:lnTo>
                  <a:lnTo>
                    <a:pt x="968925" y="462716"/>
                  </a:lnTo>
                  <a:lnTo>
                    <a:pt x="966385" y="463865"/>
                  </a:lnTo>
                  <a:lnTo>
                    <a:pt x="966312" y="465572"/>
                  </a:lnTo>
                  <a:lnTo>
                    <a:pt x="968195" y="466256"/>
                  </a:lnTo>
                  <a:lnTo>
                    <a:pt x="969871" y="465841"/>
                  </a:lnTo>
                  <a:lnTo>
                    <a:pt x="970558" y="466013"/>
                  </a:lnTo>
                  <a:lnTo>
                    <a:pt x="971049" y="470144"/>
                  </a:lnTo>
                  <a:lnTo>
                    <a:pt x="971333" y="471002"/>
                  </a:lnTo>
                  <a:lnTo>
                    <a:pt x="969532" y="471735"/>
                  </a:lnTo>
                  <a:lnTo>
                    <a:pt x="969525" y="472523"/>
                  </a:lnTo>
                  <a:lnTo>
                    <a:pt x="970722" y="473174"/>
                  </a:lnTo>
                  <a:lnTo>
                    <a:pt x="972713" y="473715"/>
                  </a:lnTo>
                  <a:lnTo>
                    <a:pt x="973371" y="474457"/>
                  </a:lnTo>
                  <a:lnTo>
                    <a:pt x="973504" y="475689"/>
                  </a:lnTo>
                  <a:lnTo>
                    <a:pt x="973914" y="476345"/>
                  </a:lnTo>
                  <a:lnTo>
                    <a:pt x="975055" y="476464"/>
                  </a:lnTo>
                  <a:lnTo>
                    <a:pt x="976311" y="474931"/>
                  </a:lnTo>
                  <a:lnTo>
                    <a:pt x="977052" y="473641"/>
                  </a:lnTo>
                  <a:lnTo>
                    <a:pt x="978132" y="474126"/>
                  </a:lnTo>
                  <a:lnTo>
                    <a:pt x="978213" y="475736"/>
                  </a:lnTo>
                  <a:lnTo>
                    <a:pt x="979500" y="477567"/>
                  </a:lnTo>
                  <a:lnTo>
                    <a:pt x="979968" y="477867"/>
                  </a:lnTo>
                  <a:lnTo>
                    <a:pt x="980339" y="480463"/>
                  </a:lnTo>
                  <a:lnTo>
                    <a:pt x="981391" y="478154"/>
                  </a:lnTo>
                  <a:lnTo>
                    <a:pt x="982162" y="478644"/>
                  </a:lnTo>
                  <a:lnTo>
                    <a:pt x="983034" y="478759"/>
                  </a:lnTo>
                  <a:lnTo>
                    <a:pt x="982736" y="480993"/>
                  </a:lnTo>
                  <a:lnTo>
                    <a:pt x="982214" y="482751"/>
                  </a:lnTo>
                  <a:lnTo>
                    <a:pt x="982901" y="483851"/>
                  </a:lnTo>
                  <a:lnTo>
                    <a:pt x="983433" y="485487"/>
                  </a:lnTo>
                  <a:lnTo>
                    <a:pt x="984845" y="487735"/>
                  </a:lnTo>
                  <a:lnTo>
                    <a:pt x="984460" y="488814"/>
                  </a:lnTo>
                  <a:lnTo>
                    <a:pt x="982791" y="491121"/>
                  </a:lnTo>
                  <a:lnTo>
                    <a:pt x="981912" y="494772"/>
                  </a:lnTo>
                  <a:lnTo>
                    <a:pt x="981705" y="496037"/>
                  </a:lnTo>
                  <a:lnTo>
                    <a:pt x="980846" y="498133"/>
                  </a:lnTo>
                  <a:lnTo>
                    <a:pt x="979669" y="500166"/>
                  </a:lnTo>
                  <a:lnTo>
                    <a:pt x="980407" y="499951"/>
                  </a:lnTo>
                  <a:lnTo>
                    <a:pt x="983037" y="496214"/>
                  </a:lnTo>
                  <a:lnTo>
                    <a:pt x="984600" y="494959"/>
                  </a:lnTo>
                  <a:lnTo>
                    <a:pt x="988039" y="494280"/>
                  </a:lnTo>
                  <a:lnTo>
                    <a:pt x="988871" y="493232"/>
                  </a:lnTo>
                  <a:lnTo>
                    <a:pt x="990130" y="492798"/>
                  </a:lnTo>
                  <a:lnTo>
                    <a:pt x="990901" y="493993"/>
                  </a:lnTo>
                  <a:lnTo>
                    <a:pt x="990979" y="496144"/>
                  </a:lnTo>
                  <a:lnTo>
                    <a:pt x="991998" y="496823"/>
                  </a:lnTo>
                  <a:lnTo>
                    <a:pt x="993068" y="496113"/>
                  </a:lnTo>
                  <a:lnTo>
                    <a:pt x="994041" y="496747"/>
                  </a:lnTo>
                  <a:lnTo>
                    <a:pt x="993456" y="498099"/>
                  </a:lnTo>
                  <a:lnTo>
                    <a:pt x="990338" y="503642"/>
                  </a:lnTo>
                  <a:lnTo>
                    <a:pt x="989428" y="505868"/>
                  </a:lnTo>
                  <a:lnTo>
                    <a:pt x="989167" y="507442"/>
                  </a:lnTo>
                  <a:lnTo>
                    <a:pt x="990238" y="505284"/>
                  </a:lnTo>
                  <a:lnTo>
                    <a:pt x="994154" y="500305"/>
                  </a:lnTo>
                  <a:lnTo>
                    <a:pt x="994573" y="499560"/>
                  </a:lnTo>
                  <a:lnTo>
                    <a:pt x="995427" y="497429"/>
                  </a:lnTo>
                  <a:lnTo>
                    <a:pt x="996214" y="496037"/>
                  </a:lnTo>
                  <a:lnTo>
                    <a:pt x="998325" y="496530"/>
                  </a:lnTo>
                  <a:lnTo>
                    <a:pt x="999412" y="497529"/>
                  </a:lnTo>
                  <a:lnTo>
                    <a:pt x="999916" y="500318"/>
                  </a:lnTo>
                  <a:lnTo>
                    <a:pt x="1000769" y="503356"/>
                  </a:lnTo>
                  <a:lnTo>
                    <a:pt x="1002056" y="506721"/>
                  </a:lnTo>
                  <a:lnTo>
                    <a:pt x="1005472" y="508354"/>
                  </a:lnTo>
                  <a:lnTo>
                    <a:pt x="1006712" y="508620"/>
                  </a:lnTo>
                  <a:lnTo>
                    <a:pt x="1008848" y="507480"/>
                  </a:lnTo>
                  <a:lnTo>
                    <a:pt x="1009185" y="505907"/>
                  </a:lnTo>
                  <a:lnTo>
                    <a:pt x="1010852" y="505425"/>
                  </a:lnTo>
                  <a:lnTo>
                    <a:pt x="1012022" y="505617"/>
                  </a:lnTo>
                  <a:lnTo>
                    <a:pt x="1012426" y="508649"/>
                  </a:lnTo>
                  <a:lnTo>
                    <a:pt x="1013675" y="510259"/>
                  </a:lnTo>
                  <a:lnTo>
                    <a:pt x="1014917" y="511586"/>
                  </a:lnTo>
                  <a:lnTo>
                    <a:pt x="1016115" y="512277"/>
                  </a:lnTo>
                  <a:lnTo>
                    <a:pt x="1017865" y="512575"/>
                  </a:lnTo>
                  <a:lnTo>
                    <a:pt x="1018822" y="514035"/>
                  </a:lnTo>
                  <a:lnTo>
                    <a:pt x="1018823" y="514639"/>
                  </a:lnTo>
                  <a:lnTo>
                    <a:pt x="1017837" y="516203"/>
                  </a:lnTo>
                  <a:lnTo>
                    <a:pt x="1016887" y="518480"/>
                  </a:lnTo>
                  <a:lnTo>
                    <a:pt x="1015230" y="520071"/>
                  </a:lnTo>
                  <a:lnTo>
                    <a:pt x="1012916" y="520145"/>
                  </a:lnTo>
                  <a:lnTo>
                    <a:pt x="1009720" y="521139"/>
                  </a:lnTo>
                  <a:lnTo>
                    <a:pt x="1009591" y="522039"/>
                  </a:lnTo>
                  <a:lnTo>
                    <a:pt x="1008887" y="523029"/>
                  </a:lnTo>
                  <a:lnTo>
                    <a:pt x="1007188" y="524009"/>
                  </a:lnTo>
                  <a:lnTo>
                    <a:pt x="1006261" y="524753"/>
                  </a:lnTo>
                  <a:lnTo>
                    <a:pt x="1004759" y="528451"/>
                  </a:lnTo>
                  <a:lnTo>
                    <a:pt x="1003847" y="530030"/>
                  </a:lnTo>
                  <a:lnTo>
                    <a:pt x="1002797" y="530330"/>
                  </a:lnTo>
                  <a:lnTo>
                    <a:pt x="1001317" y="530180"/>
                  </a:lnTo>
                  <a:lnTo>
                    <a:pt x="1000350" y="530516"/>
                  </a:lnTo>
                  <a:lnTo>
                    <a:pt x="999640" y="531191"/>
                  </a:lnTo>
                  <a:lnTo>
                    <a:pt x="999223" y="532196"/>
                  </a:lnTo>
                  <a:lnTo>
                    <a:pt x="998904" y="532569"/>
                  </a:lnTo>
                  <a:lnTo>
                    <a:pt x="996923" y="533589"/>
                  </a:lnTo>
                  <a:lnTo>
                    <a:pt x="993326" y="536394"/>
                  </a:lnTo>
                  <a:lnTo>
                    <a:pt x="991423" y="536481"/>
                  </a:lnTo>
                  <a:lnTo>
                    <a:pt x="990243" y="536155"/>
                  </a:lnTo>
                  <a:lnTo>
                    <a:pt x="989347" y="536387"/>
                  </a:lnTo>
                  <a:lnTo>
                    <a:pt x="988734" y="537175"/>
                  </a:lnTo>
                  <a:lnTo>
                    <a:pt x="987017" y="538540"/>
                  </a:lnTo>
                  <a:lnTo>
                    <a:pt x="986501" y="539374"/>
                  </a:lnTo>
                  <a:lnTo>
                    <a:pt x="986199" y="540329"/>
                  </a:lnTo>
                  <a:lnTo>
                    <a:pt x="985965" y="542303"/>
                  </a:lnTo>
                  <a:lnTo>
                    <a:pt x="985761" y="543015"/>
                  </a:lnTo>
                  <a:lnTo>
                    <a:pt x="985424" y="543428"/>
                  </a:lnTo>
                  <a:lnTo>
                    <a:pt x="983981" y="543017"/>
                  </a:lnTo>
                  <a:lnTo>
                    <a:pt x="982371" y="541738"/>
                  </a:lnTo>
                  <a:lnTo>
                    <a:pt x="982686" y="543093"/>
                  </a:lnTo>
                  <a:lnTo>
                    <a:pt x="985237" y="545383"/>
                  </a:lnTo>
                  <a:lnTo>
                    <a:pt x="985968" y="546654"/>
                  </a:lnTo>
                  <a:lnTo>
                    <a:pt x="985275" y="547752"/>
                  </a:lnTo>
                  <a:lnTo>
                    <a:pt x="983652" y="549476"/>
                  </a:lnTo>
                  <a:lnTo>
                    <a:pt x="983464" y="550403"/>
                  </a:lnTo>
                  <a:lnTo>
                    <a:pt x="984129" y="550892"/>
                  </a:lnTo>
                  <a:lnTo>
                    <a:pt x="983867" y="551674"/>
                  </a:lnTo>
                  <a:lnTo>
                    <a:pt x="982977" y="552503"/>
                  </a:lnTo>
                  <a:lnTo>
                    <a:pt x="983077" y="552845"/>
                  </a:lnTo>
                  <a:lnTo>
                    <a:pt x="983174" y="553180"/>
                  </a:lnTo>
                  <a:lnTo>
                    <a:pt x="985382" y="551985"/>
                  </a:lnTo>
                  <a:lnTo>
                    <a:pt x="987347" y="549436"/>
                  </a:lnTo>
                  <a:lnTo>
                    <a:pt x="988631" y="546858"/>
                  </a:lnTo>
                  <a:lnTo>
                    <a:pt x="989273" y="546135"/>
                  </a:lnTo>
                  <a:lnTo>
                    <a:pt x="991808" y="545181"/>
                  </a:lnTo>
                  <a:lnTo>
                    <a:pt x="993306" y="544060"/>
                  </a:lnTo>
                  <a:lnTo>
                    <a:pt x="995450" y="542021"/>
                  </a:lnTo>
                  <a:lnTo>
                    <a:pt x="997800" y="539060"/>
                  </a:lnTo>
                  <a:lnTo>
                    <a:pt x="1000357" y="535179"/>
                  </a:lnTo>
                  <a:lnTo>
                    <a:pt x="1003618" y="532148"/>
                  </a:lnTo>
                  <a:lnTo>
                    <a:pt x="1007583" y="529964"/>
                  </a:lnTo>
                  <a:lnTo>
                    <a:pt x="1010491" y="528850"/>
                  </a:lnTo>
                  <a:lnTo>
                    <a:pt x="1012345" y="528801"/>
                  </a:lnTo>
                  <a:lnTo>
                    <a:pt x="1012439" y="528434"/>
                  </a:lnTo>
                  <a:lnTo>
                    <a:pt x="1010774" y="527749"/>
                  </a:lnTo>
                  <a:lnTo>
                    <a:pt x="1009402" y="527615"/>
                  </a:lnTo>
                  <a:lnTo>
                    <a:pt x="1007695" y="528112"/>
                  </a:lnTo>
                  <a:lnTo>
                    <a:pt x="1007167" y="526929"/>
                  </a:lnTo>
                  <a:lnTo>
                    <a:pt x="1007224" y="526414"/>
                  </a:lnTo>
                  <a:lnTo>
                    <a:pt x="1007787" y="525535"/>
                  </a:lnTo>
                  <a:lnTo>
                    <a:pt x="1009223" y="524752"/>
                  </a:lnTo>
                  <a:lnTo>
                    <a:pt x="1016257" y="525847"/>
                  </a:lnTo>
                  <a:lnTo>
                    <a:pt x="1018681" y="526685"/>
                  </a:lnTo>
                  <a:lnTo>
                    <a:pt x="1021328" y="533729"/>
                  </a:lnTo>
                  <a:lnTo>
                    <a:pt x="1021936" y="535994"/>
                  </a:lnTo>
                  <a:lnTo>
                    <a:pt x="1022107" y="537645"/>
                  </a:lnTo>
                  <a:lnTo>
                    <a:pt x="1021839" y="538678"/>
                  </a:lnTo>
                  <a:lnTo>
                    <a:pt x="1020778" y="539902"/>
                  </a:lnTo>
                  <a:lnTo>
                    <a:pt x="1017787" y="542336"/>
                  </a:lnTo>
                  <a:lnTo>
                    <a:pt x="1017365" y="542976"/>
                  </a:lnTo>
                  <a:lnTo>
                    <a:pt x="1017325" y="543317"/>
                  </a:lnTo>
                  <a:lnTo>
                    <a:pt x="1018630" y="543809"/>
                  </a:lnTo>
                  <a:lnTo>
                    <a:pt x="1019046" y="544480"/>
                  </a:lnTo>
                  <a:lnTo>
                    <a:pt x="1019709" y="547182"/>
                  </a:lnTo>
                  <a:lnTo>
                    <a:pt x="1021054" y="545426"/>
                  </a:lnTo>
                  <a:lnTo>
                    <a:pt x="1023603" y="541168"/>
                  </a:lnTo>
                  <a:lnTo>
                    <a:pt x="1025691" y="539193"/>
                  </a:lnTo>
                  <a:lnTo>
                    <a:pt x="1027450" y="538655"/>
                  </a:lnTo>
                  <a:lnTo>
                    <a:pt x="1029549" y="538395"/>
                  </a:lnTo>
                  <a:lnTo>
                    <a:pt x="1030272" y="538437"/>
                  </a:lnTo>
                  <a:lnTo>
                    <a:pt x="1030524" y="539818"/>
                  </a:lnTo>
                  <a:lnTo>
                    <a:pt x="1031625" y="542591"/>
                  </a:lnTo>
                  <a:lnTo>
                    <a:pt x="1032646" y="543311"/>
                  </a:lnTo>
                  <a:lnTo>
                    <a:pt x="1034596" y="543680"/>
                  </a:lnTo>
                  <a:lnTo>
                    <a:pt x="1036352" y="547122"/>
                  </a:lnTo>
                  <a:lnTo>
                    <a:pt x="1037021" y="549495"/>
                  </a:lnTo>
                  <a:lnTo>
                    <a:pt x="1037653" y="550881"/>
                  </a:lnTo>
                  <a:lnTo>
                    <a:pt x="1037604" y="551817"/>
                  </a:lnTo>
                  <a:lnTo>
                    <a:pt x="1037709" y="552597"/>
                  </a:lnTo>
                  <a:lnTo>
                    <a:pt x="1038170" y="553782"/>
                  </a:lnTo>
                  <a:lnTo>
                    <a:pt x="1038401" y="554780"/>
                  </a:lnTo>
                  <a:lnTo>
                    <a:pt x="1038276" y="557064"/>
                  </a:lnTo>
                  <a:lnTo>
                    <a:pt x="1037251" y="561030"/>
                  </a:lnTo>
                  <a:lnTo>
                    <a:pt x="1038012" y="564636"/>
                  </a:lnTo>
                  <a:lnTo>
                    <a:pt x="1037671" y="566262"/>
                  </a:lnTo>
                  <a:lnTo>
                    <a:pt x="1037493" y="568853"/>
                  </a:lnTo>
                  <a:lnTo>
                    <a:pt x="1038149" y="570583"/>
                  </a:lnTo>
                  <a:lnTo>
                    <a:pt x="1038342" y="571587"/>
                  </a:lnTo>
                  <a:lnTo>
                    <a:pt x="1037786" y="572173"/>
                  </a:lnTo>
                  <a:lnTo>
                    <a:pt x="1033904" y="573609"/>
                  </a:lnTo>
                  <a:lnTo>
                    <a:pt x="1032376" y="573638"/>
                  </a:lnTo>
                  <a:lnTo>
                    <a:pt x="1031979" y="574502"/>
                  </a:lnTo>
                  <a:lnTo>
                    <a:pt x="1033155" y="574754"/>
                  </a:lnTo>
                  <a:lnTo>
                    <a:pt x="1035298" y="574713"/>
                  </a:lnTo>
                  <a:lnTo>
                    <a:pt x="1037887" y="575593"/>
                  </a:lnTo>
                  <a:lnTo>
                    <a:pt x="1039029" y="576570"/>
                  </a:lnTo>
                  <a:lnTo>
                    <a:pt x="1039522" y="577937"/>
                  </a:lnTo>
                  <a:lnTo>
                    <a:pt x="1039397" y="579024"/>
                  </a:lnTo>
                  <a:lnTo>
                    <a:pt x="1038655" y="579829"/>
                  </a:lnTo>
                  <a:lnTo>
                    <a:pt x="1037198" y="579672"/>
                  </a:lnTo>
                  <a:lnTo>
                    <a:pt x="1035796" y="578936"/>
                  </a:lnTo>
                  <a:lnTo>
                    <a:pt x="1035882" y="579647"/>
                  </a:lnTo>
                  <a:lnTo>
                    <a:pt x="1037966" y="581420"/>
                  </a:lnTo>
                  <a:lnTo>
                    <a:pt x="1038577" y="582321"/>
                  </a:lnTo>
                  <a:lnTo>
                    <a:pt x="1039704" y="583453"/>
                  </a:lnTo>
                  <a:lnTo>
                    <a:pt x="1039927" y="584974"/>
                  </a:lnTo>
                  <a:lnTo>
                    <a:pt x="1039653" y="586521"/>
                  </a:lnTo>
                  <a:lnTo>
                    <a:pt x="1035726" y="592682"/>
                  </a:lnTo>
                  <a:lnTo>
                    <a:pt x="1032495" y="596589"/>
                  </a:lnTo>
                  <a:lnTo>
                    <a:pt x="1029253" y="600018"/>
                  </a:lnTo>
                  <a:lnTo>
                    <a:pt x="1024044" y="606618"/>
                  </a:lnTo>
                  <a:lnTo>
                    <a:pt x="1023529" y="606940"/>
                  </a:lnTo>
                  <a:lnTo>
                    <a:pt x="1022587" y="607065"/>
                  </a:lnTo>
                  <a:lnTo>
                    <a:pt x="1020105" y="606009"/>
                  </a:lnTo>
                  <a:lnTo>
                    <a:pt x="1018125" y="606280"/>
                  </a:lnTo>
                  <a:lnTo>
                    <a:pt x="1014373" y="607556"/>
                  </a:lnTo>
                  <a:lnTo>
                    <a:pt x="1013347" y="608336"/>
                  </a:lnTo>
                  <a:lnTo>
                    <a:pt x="1011288" y="610625"/>
                  </a:lnTo>
                  <a:lnTo>
                    <a:pt x="1010475" y="610952"/>
                  </a:lnTo>
                  <a:lnTo>
                    <a:pt x="1008268" y="611418"/>
                  </a:lnTo>
                  <a:lnTo>
                    <a:pt x="1006174" y="611102"/>
                  </a:lnTo>
                  <a:lnTo>
                    <a:pt x="1005345" y="611422"/>
                  </a:lnTo>
                  <a:lnTo>
                    <a:pt x="1004334" y="612544"/>
                  </a:lnTo>
                  <a:lnTo>
                    <a:pt x="1004072" y="613137"/>
                  </a:lnTo>
                  <a:lnTo>
                    <a:pt x="1003794" y="615069"/>
                  </a:lnTo>
                  <a:lnTo>
                    <a:pt x="998708" y="623714"/>
                  </a:lnTo>
                  <a:lnTo>
                    <a:pt x="997362" y="626646"/>
                  </a:lnTo>
                  <a:lnTo>
                    <a:pt x="994770" y="629732"/>
                  </a:lnTo>
                  <a:lnTo>
                    <a:pt x="991920" y="635150"/>
                  </a:lnTo>
                  <a:lnTo>
                    <a:pt x="989441" y="637331"/>
                  </a:lnTo>
                  <a:lnTo>
                    <a:pt x="988575" y="640341"/>
                  </a:lnTo>
                  <a:lnTo>
                    <a:pt x="986213" y="642168"/>
                  </a:lnTo>
                  <a:lnTo>
                    <a:pt x="981851" y="642632"/>
                  </a:lnTo>
                  <a:lnTo>
                    <a:pt x="979778" y="643156"/>
                  </a:lnTo>
                  <a:lnTo>
                    <a:pt x="977352" y="642309"/>
                  </a:lnTo>
                  <a:lnTo>
                    <a:pt x="975535" y="643621"/>
                  </a:lnTo>
                  <a:lnTo>
                    <a:pt x="972800" y="644032"/>
                  </a:lnTo>
                  <a:lnTo>
                    <a:pt x="971472" y="643723"/>
                  </a:lnTo>
                  <a:lnTo>
                    <a:pt x="966169" y="646616"/>
                  </a:lnTo>
                  <a:lnTo>
                    <a:pt x="964822" y="643870"/>
                  </a:lnTo>
                  <a:lnTo>
                    <a:pt x="963796" y="642810"/>
                  </a:lnTo>
                  <a:lnTo>
                    <a:pt x="960802" y="642631"/>
                  </a:lnTo>
                  <a:lnTo>
                    <a:pt x="958408" y="641497"/>
                  </a:lnTo>
                  <a:lnTo>
                    <a:pt x="956223" y="641283"/>
                  </a:lnTo>
                  <a:lnTo>
                    <a:pt x="954096" y="640777"/>
                  </a:lnTo>
                  <a:lnTo>
                    <a:pt x="952697" y="640783"/>
                  </a:lnTo>
                  <a:lnTo>
                    <a:pt x="951241" y="641081"/>
                  </a:lnTo>
                  <a:lnTo>
                    <a:pt x="948975" y="641009"/>
                  </a:lnTo>
                  <a:lnTo>
                    <a:pt x="947720" y="642523"/>
                  </a:lnTo>
                  <a:lnTo>
                    <a:pt x="943479" y="642061"/>
                  </a:lnTo>
                  <a:lnTo>
                    <a:pt x="941688" y="640689"/>
                  </a:lnTo>
                  <a:lnTo>
                    <a:pt x="940221" y="640402"/>
                  </a:lnTo>
                  <a:lnTo>
                    <a:pt x="938248" y="640709"/>
                  </a:lnTo>
                  <a:lnTo>
                    <a:pt x="936364" y="641729"/>
                  </a:lnTo>
                  <a:lnTo>
                    <a:pt x="932239" y="640562"/>
                  </a:lnTo>
                  <a:lnTo>
                    <a:pt x="927864" y="641550"/>
                  </a:lnTo>
                  <a:lnTo>
                    <a:pt x="924049" y="640888"/>
                  </a:lnTo>
                  <a:lnTo>
                    <a:pt x="922980" y="640234"/>
                  </a:lnTo>
                  <a:lnTo>
                    <a:pt x="916962" y="642029"/>
                  </a:lnTo>
                  <a:lnTo>
                    <a:pt x="914611" y="640999"/>
                  </a:lnTo>
                  <a:lnTo>
                    <a:pt x="912537" y="643750"/>
                  </a:lnTo>
                  <a:lnTo>
                    <a:pt x="911115" y="643179"/>
                  </a:lnTo>
                  <a:lnTo>
                    <a:pt x="909572" y="643584"/>
                  </a:lnTo>
                  <a:lnTo>
                    <a:pt x="909057" y="643064"/>
                  </a:lnTo>
                  <a:lnTo>
                    <a:pt x="908028" y="643430"/>
                  </a:lnTo>
                  <a:lnTo>
                    <a:pt x="907363" y="644928"/>
                  </a:lnTo>
                  <a:lnTo>
                    <a:pt x="906490" y="645098"/>
                  </a:lnTo>
                  <a:lnTo>
                    <a:pt x="905038" y="647754"/>
                  </a:lnTo>
                  <a:lnTo>
                    <a:pt x="902597" y="649877"/>
                  </a:lnTo>
                  <a:lnTo>
                    <a:pt x="899023" y="661458"/>
                  </a:lnTo>
                  <a:lnTo>
                    <a:pt x="898687" y="665908"/>
                  </a:lnTo>
                  <a:lnTo>
                    <a:pt x="897346" y="668944"/>
                  </a:lnTo>
                  <a:lnTo>
                    <a:pt x="896161" y="669352"/>
                  </a:lnTo>
                  <a:lnTo>
                    <a:pt x="895186" y="669421"/>
                  </a:lnTo>
                  <a:lnTo>
                    <a:pt x="889007" y="671652"/>
                  </a:lnTo>
                  <a:lnTo>
                    <a:pt x="886256" y="673413"/>
                  </a:lnTo>
                  <a:lnTo>
                    <a:pt x="887004" y="674817"/>
                  </a:lnTo>
                  <a:lnTo>
                    <a:pt x="886103" y="675860"/>
                  </a:lnTo>
                  <a:lnTo>
                    <a:pt x="884642" y="676299"/>
                  </a:lnTo>
                  <a:lnTo>
                    <a:pt x="883064" y="677580"/>
                  </a:lnTo>
                  <a:lnTo>
                    <a:pt x="882040" y="679027"/>
                  </a:lnTo>
                  <a:lnTo>
                    <a:pt x="881539" y="681027"/>
                  </a:lnTo>
                  <a:lnTo>
                    <a:pt x="878370" y="684294"/>
                  </a:lnTo>
                  <a:lnTo>
                    <a:pt x="874693" y="691838"/>
                  </a:lnTo>
                  <a:lnTo>
                    <a:pt x="872936" y="697370"/>
                  </a:lnTo>
                  <a:lnTo>
                    <a:pt x="870801" y="701378"/>
                  </a:lnTo>
                  <a:lnTo>
                    <a:pt x="869292" y="702903"/>
                  </a:lnTo>
                  <a:lnTo>
                    <a:pt x="868220" y="703140"/>
                  </a:lnTo>
                  <a:lnTo>
                    <a:pt x="867125" y="702661"/>
                  </a:lnTo>
                  <a:lnTo>
                    <a:pt x="865305" y="700782"/>
                  </a:lnTo>
                  <a:lnTo>
                    <a:pt x="863969" y="700575"/>
                  </a:lnTo>
                  <a:lnTo>
                    <a:pt x="860642" y="697959"/>
                  </a:lnTo>
                  <a:lnTo>
                    <a:pt x="852908" y="695326"/>
                  </a:lnTo>
                  <a:lnTo>
                    <a:pt x="854074" y="696310"/>
                  </a:lnTo>
                  <a:lnTo>
                    <a:pt x="855096" y="697933"/>
                  </a:lnTo>
                  <a:lnTo>
                    <a:pt x="857139" y="698351"/>
                  </a:lnTo>
                  <a:lnTo>
                    <a:pt x="859217" y="698318"/>
                  </a:lnTo>
                  <a:lnTo>
                    <a:pt x="863547" y="701592"/>
                  </a:lnTo>
                  <a:lnTo>
                    <a:pt x="865669" y="702709"/>
                  </a:lnTo>
                  <a:lnTo>
                    <a:pt x="866957" y="703698"/>
                  </a:lnTo>
                  <a:lnTo>
                    <a:pt x="868060" y="705890"/>
                  </a:lnTo>
                  <a:lnTo>
                    <a:pt x="867270" y="710190"/>
                  </a:lnTo>
                  <a:lnTo>
                    <a:pt x="866469" y="713746"/>
                  </a:lnTo>
                  <a:lnTo>
                    <a:pt x="865386" y="716474"/>
                  </a:lnTo>
                  <a:lnTo>
                    <a:pt x="861661" y="723474"/>
                  </a:lnTo>
                  <a:lnTo>
                    <a:pt x="859857" y="725825"/>
                  </a:lnTo>
                  <a:lnTo>
                    <a:pt x="856715" y="734207"/>
                  </a:lnTo>
                  <a:lnTo>
                    <a:pt x="853463" y="738140"/>
                  </a:lnTo>
                  <a:lnTo>
                    <a:pt x="851722" y="740555"/>
                  </a:lnTo>
                  <a:lnTo>
                    <a:pt x="849867" y="744367"/>
                  </a:lnTo>
                  <a:lnTo>
                    <a:pt x="845517" y="747250"/>
                  </a:lnTo>
                  <a:lnTo>
                    <a:pt x="843902" y="747983"/>
                  </a:lnTo>
                  <a:lnTo>
                    <a:pt x="842411" y="747592"/>
                  </a:lnTo>
                  <a:lnTo>
                    <a:pt x="840597" y="749938"/>
                  </a:lnTo>
                  <a:lnTo>
                    <a:pt x="838449" y="751372"/>
                  </a:lnTo>
                  <a:lnTo>
                    <a:pt x="837816" y="753554"/>
                  </a:lnTo>
                  <a:lnTo>
                    <a:pt x="832655" y="759397"/>
                  </a:lnTo>
                  <a:lnTo>
                    <a:pt x="830674" y="760133"/>
                  </a:lnTo>
                  <a:lnTo>
                    <a:pt x="828988" y="761690"/>
                  </a:lnTo>
                  <a:lnTo>
                    <a:pt x="828489" y="764333"/>
                  </a:lnTo>
                  <a:lnTo>
                    <a:pt x="826984" y="765927"/>
                  </a:lnTo>
                  <a:lnTo>
                    <a:pt x="826566" y="767148"/>
                  </a:lnTo>
                  <a:lnTo>
                    <a:pt x="825301" y="770846"/>
                  </a:lnTo>
                  <a:lnTo>
                    <a:pt x="822948" y="775622"/>
                  </a:lnTo>
                  <a:lnTo>
                    <a:pt x="820081" y="776421"/>
                  </a:lnTo>
                  <a:lnTo>
                    <a:pt x="819033" y="778083"/>
                  </a:lnTo>
                  <a:lnTo>
                    <a:pt x="817819" y="780765"/>
                  </a:lnTo>
                  <a:lnTo>
                    <a:pt x="816108" y="782606"/>
                  </a:lnTo>
                  <a:lnTo>
                    <a:pt x="812729" y="781744"/>
                  </a:lnTo>
                  <a:lnTo>
                    <a:pt x="813551" y="782872"/>
                  </a:lnTo>
                  <a:lnTo>
                    <a:pt x="816574" y="784631"/>
                  </a:lnTo>
                  <a:lnTo>
                    <a:pt x="816888" y="787238"/>
                  </a:lnTo>
                  <a:lnTo>
                    <a:pt x="815374" y="787861"/>
                  </a:lnTo>
                  <a:lnTo>
                    <a:pt x="812202" y="791337"/>
                  </a:lnTo>
                  <a:close/>
                </a:path>
              </a:pathLst>
            </a:custGeom>
            <a:solidFill>
              <a:srgbClr val="C3DDB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g349"/>
            <p:cNvSpPr/>
            <p:nvPr/>
          </p:nvSpPr>
          <p:spPr>
            <a:xfrm>
              <a:off x="2150377" y="1471410"/>
              <a:ext cx="6083" cy="7745"/>
            </a:xfrm>
            <a:custGeom>
              <a:avLst/>
              <a:pathLst>
                <a:path w="6083" h="7745">
                  <a:moveTo>
                    <a:pt x="3843" y="7452"/>
                  </a:moveTo>
                  <a:lnTo>
                    <a:pt x="1875" y="7745"/>
                  </a:lnTo>
                  <a:lnTo>
                    <a:pt x="59" y="5670"/>
                  </a:lnTo>
                  <a:lnTo>
                    <a:pt x="0" y="3735"/>
                  </a:lnTo>
                  <a:lnTo>
                    <a:pt x="121" y="2669"/>
                  </a:lnTo>
                  <a:lnTo>
                    <a:pt x="346" y="1732"/>
                  </a:lnTo>
                  <a:lnTo>
                    <a:pt x="1007" y="932"/>
                  </a:lnTo>
                  <a:lnTo>
                    <a:pt x="2867" y="0"/>
                  </a:lnTo>
                  <a:lnTo>
                    <a:pt x="3710" y="689"/>
                  </a:lnTo>
                  <a:lnTo>
                    <a:pt x="4020" y="1522"/>
                  </a:lnTo>
                  <a:lnTo>
                    <a:pt x="4304" y="1848"/>
                  </a:lnTo>
                  <a:lnTo>
                    <a:pt x="5504" y="2568"/>
                  </a:lnTo>
                  <a:lnTo>
                    <a:pt x="6083" y="3397"/>
                  </a:lnTo>
                  <a:lnTo>
                    <a:pt x="6022" y="4351"/>
                  </a:lnTo>
                  <a:lnTo>
                    <a:pt x="5633" y="5803"/>
                  </a:lnTo>
                  <a:lnTo>
                    <a:pt x="5204" y="6733"/>
                  </a:lnTo>
                  <a:lnTo>
                    <a:pt x="4733" y="7146"/>
                  </a:lnTo>
                  <a:close/>
                </a:path>
              </a:pathLst>
            </a:custGeom>
            <a:solidFill>
              <a:srgbClr val="C3DDB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g350"/>
            <p:cNvSpPr/>
            <p:nvPr/>
          </p:nvSpPr>
          <p:spPr>
            <a:xfrm>
              <a:off x="1883524" y="1465978"/>
              <a:ext cx="220442" cy="144659"/>
            </a:xfrm>
            <a:custGeom>
              <a:avLst/>
              <a:pathLst>
                <a:path w="220442" h="144659">
                  <a:moveTo>
                    <a:pt x="54503" y="23040"/>
                  </a:moveTo>
                  <a:lnTo>
                    <a:pt x="55276" y="23411"/>
                  </a:lnTo>
                  <a:lnTo>
                    <a:pt x="56686" y="23103"/>
                  </a:lnTo>
                  <a:lnTo>
                    <a:pt x="58733" y="22120"/>
                  </a:lnTo>
                  <a:lnTo>
                    <a:pt x="61374" y="21310"/>
                  </a:lnTo>
                  <a:lnTo>
                    <a:pt x="64608" y="20679"/>
                  </a:lnTo>
                  <a:lnTo>
                    <a:pt x="65464" y="21447"/>
                  </a:lnTo>
                  <a:lnTo>
                    <a:pt x="66002" y="21291"/>
                  </a:lnTo>
                  <a:lnTo>
                    <a:pt x="66952" y="20040"/>
                  </a:lnTo>
                  <a:lnTo>
                    <a:pt x="67122" y="19218"/>
                  </a:lnTo>
                  <a:lnTo>
                    <a:pt x="67003" y="18290"/>
                  </a:lnTo>
                  <a:lnTo>
                    <a:pt x="67058" y="16269"/>
                  </a:lnTo>
                  <a:lnTo>
                    <a:pt x="67564" y="15052"/>
                  </a:lnTo>
                  <a:lnTo>
                    <a:pt x="69483" y="12495"/>
                  </a:lnTo>
                  <a:lnTo>
                    <a:pt x="70512" y="11572"/>
                  </a:lnTo>
                  <a:lnTo>
                    <a:pt x="72150" y="11151"/>
                  </a:lnTo>
                  <a:lnTo>
                    <a:pt x="76049" y="11424"/>
                  </a:lnTo>
                  <a:lnTo>
                    <a:pt x="79704" y="12884"/>
                  </a:lnTo>
                  <a:lnTo>
                    <a:pt x="84648" y="14320"/>
                  </a:lnTo>
                  <a:lnTo>
                    <a:pt x="91871" y="17928"/>
                  </a:lnTo>
                  <a:lnTo>
                    <a:pt x="94134" y="19470"/>
                  </a:lnTo>
                  <a:lnTo>
                    <a:pt x="94370" y="20805"/>
                  </a:lnTo>
                  <a:lnTo>
                    <a:pt x="93088" y="23655"/>
                  </a:lnTo>
                  <a:lnTo>
                    <a:pt x="89976" y="27689"/>
                  </a:lnTo>
                  <a:lnTo>
                    <a:pt x="87476" y="29145"/>
                  </a:lnTo>
                  <a:lnTo>
                    <a:pt x="86511" y="30038"/>
                  </a:lnTo>
                  <a:lnTo>
                    <a:pt x="88139" y="30654"/>
                  </a:lnTo>
                  <a:lnTo>
                    <a:pt x="89194" y="31691"/>
                  </a:lnTo>
                  <a:lnTo>
                    <a:pt x="90797" y="30191"/>
                  </a:lnTo>
                  <a:lnTo>
                    <a:pt x="91969" y="28513"/>
                  </a:lnTo>
                  <a:lnTo>
                    <a:pt x="93629" y="27120"/>
                  </a:lnTo>
                  <a:lnTo>
                    <a:pt x="94194" y="26996"/>
                  </a:lnTo>
                  <a:lnTo>
                    <a:pt x="94333" y="27291"/>
                  </a:lnTo>
                  <a:lnTo>
                    <a:pt x="94043" y="28006"/>
                  </a:lnTo>
                  <a:lnTo>
                    <a:pt x="93920" y="28707"/>
                  </a:lnTo>
                  <a:lnTo>
                    <a:pt x="93963" y="29391"/>
                  </a:lnTo>
                  <a:lnTo>
                    <a:pt x="94154" y="29808"/>
                  </a:lnTo>
                  <a:lnTo>
                    <a:pt x="95171" y="30022"/>
                  </a:lnTo>
                  <a:lnTo>
                    <a:pt x="95716" y="29765"/>
                  </a:lnTo>
                  <a:lnTo>
                    <a:pt x="97921" y="27796"/>
                  </a:lnTo>
                  <a:lnTo>
                    <a:pt x="100083" y="24785"/>
                  </a:lnTo>
                  <a:lnTo>
                    <a:pt x="103362" y="22839"/>
                  </a:lnTo>
                  <a:lnTo>
                    <a:pt x="104254" y="21845"/>
                  </a:lnTo>
                  <a:lnTo>
                    <a:pt x="107108" y="21020"/>
                  </a:lnTo>
                  <a:lnTo>
                    <a:pt x="107074" y="20436"/>
                  </a:lnTo>
                  <a:lnTo>
                    <a:pt x="107205" y="18136"/>
                  </a:lnTo>
                  <a:lnTo>
                    <a:pt x="106207" y="17156"/>
                  </a:lnTo>
                  <a:lnTo>
                    <a:pt x="102861" y="15106"/>
                  </a:lnTo>
                  <a:lnTo>
                    <a:pt x="101206" y="12650"/>
                  </a:lnTo>
                  <a:lnTo>
                    <a:pt x="101554" y="10769"/>
                  </a:lnTo>
                  <a:lnTo>
                    <a:pt x="103402" y="11043"/>
                  </a:lnTo>
                  <a:lnTo>
                    <a:pt x="108455" y="11243"/>
                  </a:lnTo>
                  <a:lnTo>
                    <a:pt x="109505" y="11495"/>
                  </a:lnTo>
                  <a:lnTo>
                    <a:pt x="114362" y="14685"/>
                  </a:lnTo>
                  <a:lnTo>
                    <a:pt x="116079" y="16671"/>
                  </a:lnTo>
                  <a:lnTo>
                    <a:pt x="117443" y="17658"/>
                  </a:lnTo>
                  <a:lnTo>
                    <a:pt x="120310" y="19096"/>
                  </a:lnTo>
                  <a:lnTo>
                    <a:pt x="121271" y="20264"/>
                  </a:lnTo>
                  <a:lnTo>
                    <a:pt x="121949" y="20739"/>
                  </a:lnTo>
                  <a:lnTo>
                    <a:pt x="122183" y="21232"/>
                  </a:lnTo>
                  <a:lnTo>
                    <a:pt x="121973" y="21743"/>
                  </a:lnTo>
                  <a:lnTo>
                    <a:pt x="121863" y="22949"/>
                  </a:lnTo>
                  <a:lnTo>
                    <a:pt x="122395" y="23337"/>
                  </a:lnTo>
                  <a:lnTo>
                    <a:pt x="124259" y="23790"/>
                  </a:lnTo>
                  <a:lnTo>
                    <a:pt x="124782" y="24276"/>
                  </a:lnTo>
                  <a:lnTo>
                    <a:pt x="125472" y="25807"/>
                  </a:lnTo>
                  <a:lnTo>
                    <a:pt x="126332" y="28386"/>
                  </a:lnTo>
                  <a:lnTo>
                    <a:pt x="127080" y="31183"/>
                  </a:lnTo>
                  <a:lnTo>
                    <a:pt x="128260" y="36460"/>
                  </a:lnTo>
                  <a:lnTo>
                    <a:pt x="130614" y="43504"/>
                  </a:lnTo>
                  <a:lnTo>
                    <a:pt x="131418" y="47913"/>
                  </a:lnTo>
                  <a:lnTo>
                    <a:pt x="131689" y="48722"/>
                  </a:lnTo>
                  <a:lnTo>
                    <a:pt x="132219" y="49279"/>
                  </a:lnTo>
                  <a:lnTo>
                    <a:pt x="133729" y="50090"/>
                  </a:lnTo>
                  <a:lnTo>
                    <a:pt x="134893" y="51237"/>
                  </a:lnTo>
                  <a:lnTo>
                    <a:pt x="136264" y="51606"/>
                  </a:lnTo>
                  <a:lnTo>
                    <a:pt x="136598" y="51502"/>
                  </a:lnTo>
                  <a:lnTo>
                    <a:pt x="136938" y="50517"/>
                  </a:lnTo>
                  <a:lnTo>
                    <a:pt x="137794" y="48949"/>
                  </a:lnTo>
                  <a:lnTo>
                    <a:pt x="141942" y="45901"/>
                  </a:lnTo>
                  <a:lnTo>
                    <a:pt x="142157" y="45428"/>
                  </a:lnTo>
                  <a:lnTo>
                    <a:pt x="141668" y="44727"/>
                  </a:lnTo>
                  <a:lnTo>
                    <a:pt x="141517" y="44250"/>
                  </a:lnTo>
                  <a:lnTo>
                    <a:pt x="141577" y="43927"/>
                  </a:lnTo>
                  <a:lnTo>
                    <a:pt x="142441" y="43672"/>
                  </a:lnTo>
                  <a:lnTo>
                    <a:pt x="139557" y="39811"/>
                  </a:lnTo>
                  <a:lnTo>
                    <a:pt x="137689" y="36148"/>
                  </a:lnTo>
                  <a:lnTo>
                    <a:pt x="136493" y="31618"/>
                  </a:lnTo>
                  <a:lnTo>
                    <a:pt x="136310" y="30293"/>
                  </a:lnTo>
                  <a:lnTo>
                    <a:pt x="136131" y="27477"/>
                  </a:lnTo>
                  <a:lnTo>
                    <a:pt x="135742" y="26737"/>
                  </a:lnTo>
                  <a:lnTo>
                    <a:pt x="135082" y="26058"/>
                  </a:lnTo>
                  <a:lnTo>
                    <a:pt x="134805" y="25183"/>
                  </a:lnTo>
                  <a:lnTo>
                    <a:pt x="134913" y="24112"/>
                  </a:lnTo>
                  <a:lnTo>
                    <a:pt x="134783" y="23193"/>
                  </a:lnTo>
                  <a:lnTo>
                    <a:pt x="134017" y="21274"/>
                  </a:lnTo>
                  <a:lnTo>
                    <a:pt x="131079" y="7885"/>
                  </a:lnTo>
                  <a:lnTo>
                    <a:pt x="131089" y="6582"/>
                  </a:lnTo>
                  <a:lnTo>
                    <a:pt x="131495" y="5602"/>
                  </a:lnTo>
                  <a:lnTo>
                    <a:pt x="132541" y="5041"/>
                  </a:lnTo>
                  <a:lnTo>
                    <a:pt x="134227" y="4902"/>
                  </a:lnTo>
                  <a:lnTo>
                    <a:pt x="134760" y="4595"/>
                  </a:lnTo>
                  <a:lnTo>
                    <a:pt x="134140" y="4123"/>
                  </a:lnTo>
                  <a:lnTo>
                    <a:pt x="133038" y="2696"/>
                  </a:lnTo>
                  <a:lnTo>
                    <a:pt x="132893" y="2037"/>
                  </a:lnTo>
                  <a:lnTo>
                    <a:pt x="133629" y="706"/>
                  </a:lnTo>
                  <a:lnTo>
                    <a:pt x="137395" y="1288"/>
                  </a:lnTo>
                  <a:lnTo>
                    <a:pt x="140121" y="2490"/>
                  </a:lnTo>
                  <a:lnTo>
                    <a:pt x="144787" y="5334"/>
                  </a:lnTo>
                  <a:lnTo>
                    <a:pt x="145263" y="5178"/>
                  </a:lnTo>
                  <a:lnTo>
                    <a:pt x="145774" y="3763"/>
                  </a:lnTo>
                  <a:lnTo>
                    <a:pt x="146770" y="2855"/>
                  </a:lnTo>
                  <a:lnTo>
                    <a:pt x="148262" y="3154"/>
                  </a:lnTo>
                  <a:lnTo>
                    <a:pt x="152481" y="5214"/>
                  </a:lnTo>
                  <a:lnTo>
                    <a:pt x="157362" y="8886"/>
                  </a:lnTo>
                  <a:lnTo>
                    <a:pt x="160640" y="10697"/>
                  </a:lnTo>
                  <a:lnTo>
                    <a:pt x="162937" y="13154"/>
                  </a:lnTo>
                  <a:lnTo>
                    <a:pt x="164500" y="15474"/>
                  </a:lnTo>
                  <a:lnTo>
                    <a:pt x="165485" y="17266"/>
                  </a:lnTo>
                  <a:lnTo>
                    <a:pt x="165527" y="17966"/>
                  </a:lnTo>
                  <a:lnTo>
                    <a:pt x="165303" y="18683"/>
                  </a:lnTo>
                  <a:lnTo>
                    <a:pt x="165534" y="19618"/>
                  </a:lnTo>
                  <a:lnTo>
                    <a:pt x="166224" y="20770"/>
                  </a:lnTo>
                  <a:lnTo>
                    <a:pt x="166606" y="21802"/>
                  </a:lnTo>
                  <a:lnTo>
                    <a:pt x="166918" y="24000"/>
                  </a:lnTo>
                  <a:lnTo>
                    <a:pt x="167535" y="26862"/>
                  </a:lnTo>
                  <a:lnTo>
                    <a:pt x="167691" y="28295"/>
                  </a:lnTo>
                  <a:lnTo>
                    <a:pt x="172027" y="41152"/>
                  </a:lnTo>
                  <a:lnTo>
                    <a:pt x="172856" y="43421"/>
                  </a:lnTo>
                  <a:lnTo>
                    <a:pt x="173384" y="44473"/>
                  </a:lnTo>
                  <a:lnTo>
                    <a:pt x="176415" y="49448"/>
                  </a:lnTo>
                  <a:lnTo>
                    <a:pt x="178028" y="53061"/>
                  </a:lnTo>
                  <a:lnTo>
                    <a:pt x="178184" y="55479"/>
                  </a:lnTo>
                  <a:lnTo>
                    <a:pt x="178401" y="56172"/>
                  </a:lnTo>
                  <a:lnTo>
                    <a:pt x="178471" y="57285"/>
                  </a:lnTo>
                  <a:lnTo>
                    <a:pt x="178395" y="58819"/>
                  </a:lnTo>
                  <a:lnTo>
                    <a:pt x="178041" y="60135"/>
                  </a:lnTo>
                  <a:lnTo>
                    <a:pt x="177408" y="61236"/>
                  </a:lnTo>
                  <a:lnTo>
                    <a:pt x="176796" y="62784"/>
                  </a:lnTo>
                  <a:lnTo>
                    <a:pt x="175869" y="66196"/>
                  </a:lnTo>
                  <a:lnTo>
                    <a:pt x="175790" y="67035"/>
                  </a:lnTo>
                  <a:lnTo>
                    <a:pt x="176458" y="68210"/>
                  </a:lnTo>
                  <a:lnTo>
                    <a:pt x="180698" y="72260"/>
                  </a:lnTo>
                  <a:lnTo>
                    <a:pt x="183299" y="77123"/>
                  </a:lnTo>
                  <a:lnTo>
                    <a:pt x="184517" y="77976"/>
                  </a:lnTo>
                  <a:lnTo>
                    <a:pt x="187794" y="81017"/>
                  </a:lnTo>
                  <a:lnTo>
                    <a:pt x="191327" y="82743"/>
                  </a:lnTo>
                  <a:lnTo>
                    <a:pt x="192516" y="83486"/>
                  </a:lnTo>
                  <a:lnTo>
                    <a:pt x="193639" y="84581"/>
                  </a:lnTo>
                  <a:lnTo>
                    <a:pt x="193978" y="84623"/>
                  </a:lnTo>
                  <a:lnTo>
                    <a:pt x="194660" y="84416"/>
                  </a:lnTo>
                  <a:lnTo>
                    <a:pt x="194856" y="84118"/>
                  </a:lnTo>
                  <a:lnTo>
                    <a:pt x="194904" y="83673"/>
                  </a:lnTo>
                  <a:lnTo>
                    <a:pt x="193910" y="81365"/>
                  </a:lnTo>
                  <a:lnTo>
                    <a:pt x="193839" y="80460"/>
                  </a:lnTo>
                  <a:lnTo>
                    <a:pt x="194315" y="80301"/>
                  </a:lnTo>
                  <a:lnTo>
                    <a:pt x="197960" y="84237"/>
                  </a:lnTo>
                  <a:lnTo>
                    <a:pt x="199926" y="85804"/>
                  </a:lnTo>
                  <a:lnTo>
                    <a:pt x="202612" y="87448"/>
                  </a:lnTo>
                  <a:lnTo>
                    <a:pt x="207230" y="91235"/>
                  </a:lnTo>
                  <a:lnTo>
                    <a:pt x="207871" y="91545"/>
                  </a:lnTo>
                  <a:lnTo>
                    <a:pt x="210369" y="91196"/>
                  </a:lnTo>
                  <a:lnTo>
                    <a:pt x="211051" y="91436"/>
                  </a:lnTo>
                  <a:lnTo>
                    <a:pt x="211479" y="91811"/>
                  </a:lnTo>
                  <a:lnTo>
                    <a:pt x="211654" y="92320"/>
                  </a:lnTo>
                  <a:lnTo>
                    <a:pt x="211756" y="94564"/>
                  </a:lnTo>
                  <a:lnTo>
                    <a:pt x="212439" y="95669"/>
                  </a:lnTo>
                  <a:lnTo>
                    <a:pt x="216379" y="95197"/>
                  </a:lnTo>
                  <a:lnTo>
                    <a:pt x="217483" y="95297"/>
                  </a:lnTo>
                  <a:lnTo>
                    <a:pt x="218187" y="95649"/>
                  </a:lnTo>
                  <a:lnTo>
                    <a:pt x="218773" y="96384"/>
                  </a:lnTo>
                  <a:lnTo>
                    <a:pt x="219618" y="98787"/>
                  </a:lnTo>
                  <a:lnTo>
                    <a:pt x="220401" y="103524"/>
                  </a:lnTo>
                  <a:lnTo>
                    <a:pt x="220442" y="105222"/>
                  </a:lnTo>
                  <a:lnTo>
                    <a:pt x="220084" y="108070"/>
                  </a:lnTo>
                  <a:lnTo>
                    <a:pt x="219508" y="109117"/>
                  </a:lnTo>
                  <a:lnTo>
                    <a:pt x="218761" y="109448"/>
                  </a:lnTo>
                  <a:lnTo>
                    <a:pt x="216658" y="109125"/>
                  </a:lnTo>
                  <a:lnTo>
                    <a:pt x="215183" y="108220"/>
                  </a:lnTo>
                  <a:lnTo>
                    <a:pt x="214417" y="107067"/>
                  </a:lnTo>
                  <a:lnTo>
                    <a:pt x="213727" y="104567"/>
                  </a:lnTo>
                  <a:lnTo>
                    <a:pt x="213397" y="104085"/>
                  </a:lnTo>
                  <a:lnTo>
                    <a:pt x="213097" y="104588"/>
                  </a:lnTo>
                  <a:lnTo>
                    <a:pt x="212406" y="106878"/>
                  </a:lnTo>
                  <a:lnTo>
                    <a:pt x="211950" y="107894"/>
                  </a:lnTo>
                  <a:lnTo>
                    <a:pt x="211400" y="108566"/>
                  </a:lnTo>
                  <a:lnTo>
                    <a:pt x="210353" y="108400"/>
                  </a:lnTo>
                  <a:lnTo>
                    <a:pt x="208809" y="107398"/>
                  </a:lnTo>
                  <a:lnTo>
                    <a:pt x="205912" y="104841"/>
                  </a:lnTo>
                  <a:lnTo>
                    <a:pt x="204886" y="104210"/>
                  </a:lnTo>
                  <a:lnTo>
                    <a:pt x="204250" y="104320"/>
                  </a:lnTo>
                  <a:lnTo>
                    <a:pt x="202864" y="105184"/>
                  </a:lnTo>
                  <a:lnTo>
                    <a:pt x="200726" y="106803"/>
                  </a:lnTo>
                  <a:lnTo>
                    <a:pt x="199844" y="107994"/>
                  </a:lnTo>
                  <a:lnTo>
                    <a:pt x="200217" y="108754"/>
                  </a:lnTo>
                  <a:lnTo>
                    <a:pt x="200465" y="109711"/>
                  </a:lnTo>
                  <a:lnTo>
                    <a:pt x="200588" y="110863"/>
                  </a:lnTo>
                  <a:lnTo>
                    <a:pt x="200514" y="111712"/>
                  </a:lnTo>
                  <a:lnTo>
                    <a:pt x="200243" y="112258"/>
                  </a:lnTo>
                  <a:lnTo>
                    <a:pt x="199537" y="112911"/>
                  </a:lnTo>
                  <a:lnTo>
                    <a:pt x="198043" y="113022"/>
                  </a:lnTo>
                  <a:lnTo>
                    <a:pt x="195896" y="112522"/>
                  </a:lnTo>
                  <a:lnTo>
                    <a:pt x="194198" y="111635"/>
                  </a:lnTo>
                  <a:lnTo>
                    <a:pt x="191223" y="109282"/>
                  </a:lnTo>
                  <a:lnTo>
                    <a:pt x="190540" y="108956"/>
                  </a:lnTo>
                  <a:lnTo>
                    <a:pt x="189620" y="109478"/>
                  </a:lnTo>
                  <a:lnTo>
                    <a:pt x="189253" y="110164"/>
                  </a:lnTo>
                  <a:lnTo>
                    <a:pt x="189824" y="111140"/>
                  </a:lnTo>
                  <a:lnTo>
                    <a:pt x="191335" y="112410"/>
                  </a:lnTo>
                  <a:lnTo>
                    <a:pt x="193183" y="114514"/>
                  </a:lnTo>
                  <a:lnTo>
                    <a:pt x="193677" y="114925"/>
                  </a:lnTo>
                  <a:lnTo>
                    <a:pt x="194154" y="114879"/>
                  </a:lnTo>
                  <a:lnTo>
                    <a:pt x="194322" y="115267"/>
                  </a:lnTo>
                  <a:lnTo>
                    <a:pt x="194531" y="116398"/>
                  </a:lnTo>
                  <a:lnTo>
                    <a:pt x="194434" y="118346"/>
                  </a:lnTo>
                  <a:lnTo>
                    <a:pt x="193545" y="122234"/>
                  </a:lnTo>
                  <a:lnTo>
                    <a:pt x="193454" y="123162"/>
                  </a:lnTo>
                  <a:lnTo>
                    <a:pt x="193818" y="122943"/>
                  </a:lnTo>
                  <a:lnTo>
                    <a:pt x="196332" y="119122"/>
                  </a:lnTo>
                  <a:lnTo>
                    <a:pt x="197631" y="118050"/>
                  </a:lnTo>
                  <a:lnTo>
                    <a:pt x="200446" y="116369"/>
                  </a:lnTo>
                  <a:lnTo>
                    <a:pt x="201661" y="115133"/>
                  </a:lnTo>
                  <a:lnTo>
                    <a:pt x="205261" y="114796"/>
                  </a:lnTo>
                  <a:lnTo>
                    <a:pt x="206546" y="115472"/>
                  </a:lnTo>
                  <a:lnTo>
                    <a:pt x="207371" y="116646"/>
                  </a:lnTo>
                  <a:lnTo>
                    <a:pt x="207404" y="117180"/>
                  </a:lnTo>
                  <a:lnTo>
                    <a:pt x="206462" y="118556"/>
                  </a:lnTo>
                  <a:lnTo>
                    <a:pt x="206291" y="119246"/>
                  </a:lnTo>
                  <a:lnTo>
                    <a:pt x="206242" y="120118"/>
                  </a:lnTo>
                  <a:lnTo>
                    <a:pt x="206326" y="120900"/>
                  </a:lnTo>
                  <a:lnTo>
                    <a:pt x="206544" y="121594"/>
                  </a:lnTo>
                  <a:lnTo>
                    <a:pt x="207192" y="122233"/>
                  </a:lnTo>
                  <a:lnTo>
                    <a:pt x="208335" y="121953"/>
                  </a:lnTo>
                  <a:lnTo>
                    <a:pt x="208656" y="122117"/>
                  </a:lnTo>
                  <a:lnTo>
                    <a:pt x="209269" y="122793"/>
                  </a:lnTo>
                  <a:lnTo>
                    <a:pt x="209674" y="123840"/>
                  </a:lnTo>
                  <a:lnTo>
                    <a:pt x="209692" y="125299"/>
                  </a:lnTo>
                  <a:lnTo>
                    <a:pt x="208847" y="128499"/>
                  </a:lnTo>
                  <a:lnTo>
                    <a:pt x="207343" y="129546"/>
                  </a:lnTo>
                  <a:lnTo>
                    <a:pt x="202733" y="131487"/>
                  </a:lnTo>
                  <a:lnTo>
                    <a:pt x="201153" y="132490"/>
                  </a:lnTo>
                  <a:lnTo>
                    <a:pt x="198108" y="133197"/>
                  </a:lnTo>
                  <a:lnTo>
                    <a:pt x="196931" y="134135"/>
                  </a:lnTo>
                  <a:lnTo>
                    <a:pt x="196198" y="134419"/>
                  </a:lnTo>
                  <a:lnTo>
                    <a:pt x="192941" y="134269"/>
                  </a:lnTo>
                  <a:lnTo>
                    <a:pt x="189213" y="134865"/>
                  </a:lnTo>
                  <a:lnTo>
                    <a:pt x="184921" y="133699"/>
                  </a:lnTo>
                  <a:lnTo>
                    <a:pt x="181911" y="133180"/>
                  </a:lnTo>
                  <a:lnTo>
                    <a:pt x="178433" y="131330"/>
                  </a:lnTo>
                  <a:lnTo>
                    <a:pt x="177124" y="131796"/>
                  </a:lnTo>
                  <a:lnTo>
                    <a:pt x="175767" y="132986"/>
                  </a:lnTo>
                  <a:lnTo>
                    <a:pt x="169254" y="131559"/>
                  </a:lnTo>
                  <a:lnTo>
                    <a:pt x="168481" y="130526"/>
                  </a:lnTo>
                  <a:lnTo>
                    <a:pt x="168737" y="129854"/>
                  </a:lnTo>
                  <a:lnTo>
                    <a:pt x="170281" y="127656"/>
                  </a:lnTo>
                  <a:lnTo>
                    <a:pt x="170379" y="127196"/>
                  </a:lnTo>
                  <a:lnTo>
                    <a:pt x="170306" y="126806"/>
                  </a:lnTo>
                  <a:lnTo>
                    <a:pt x="167347" y="126430"/>
                  </a:lnTo>
                  <a:lnTo>
                    <a:pt x="164048" y="125261"/>
                  </a:lnTo>
                  <a:lnTo>
                    <a:pt x="160734" y="124681"/>
                  </a:lnTo>
                  <a:lnTo>
                    <a:pt x="158255" y="124846"/>
                  </a:lnTo>
                  <a:lnTo>
                    <a:pt x="156640" y="124420"/>
                  </a:lnTo>
                  <a:lnTo>
                    <a:pt x="155064" y="123458"/>
                  </a:lnTo>
                  <a:lnTo>
                    <a:pt x="154199" y="122578"/>
                  </a:lnTo>
                  <a:lnTo>
                    <a:pt x="154043" y="121784"/>
                  </a:lnTo>
                  <a:lnTo>
                    <a:pt x="154022" y="120915"/>
                  </a:lnTo>
                  <a:lnTo>
                    <a:pt x="154162" y="119171"/>
                  </a:lnTo>
                  <a:lnTo>
                    <a:pt x="153953" y="117947"/>
                  </a:lnTo>
                  <a:lnTo>
                    <a:pt x="153239" y="116981"/>
                  </a:lnTo>
                  <a:lnTo>
                    <a:pt x="151779" y="116115"/>
                  </a:lnTo>
                  <a:lnTo>
                    <a:pt x="150325" y="116218"/>
                  </a:lnTo>
                  <a:lnTo>
                    <a:pt x="149095" y="117177"/>
                  </a:lnTo>
                  <a:lnTo>
                    <a:pt x="147927" y="118945"/>
                  </a:lnTo>
                  <a:lnTo>
                    <a:pt x="145762" y="123866"/>
                  </a:lnTo>
                  <a:lnTo>
                    <a:pt x="144677" y="124707"/>
                  </a:lnTo>
                  <a:lnTo>
                    <a:pt x="141863" y="128271"/>
                  </a:lnTo>
                  <a:lnTo>
                    <a:pt x="140809" y="129144"/>
                  </a:lnTo>
                  <a:lnTo>
                    <a:pt x="135648" y="130556"/>
                  </a:lnTo>
                  <a:lnTo>
                    <a:pt x="129534" y="131135"/>
                  </a:lnTo>
                  <a:lnTo>
                    <a:pt x="127249" y="132239"/>
                  </a:lnTo>
                  <a:lnTo>
                    <a:pt x="125081" y="134306"/>
                  </a:lnTo>
                  <a:lnTo>
                    <a:pt x="122455" y="136305"/>
                  </a:lnTo>
                  <a:lnTo>
                    <a:pt x="116042" y="138760"/>
                  </a:lnTo>
                  <a:lnTo>
                    <a:pt x="110113" y="140132"/>
                  </a:lnTo>
                  <a:lnTo>
                    <a:pt x="103909" y="140731"/>
                  </a:lnTo>
                  <a:lnTo>
                    <a:pt x="99272" y="141665"/>
                  </a:lnTo>
                  <a:lnTo>
                    <a:pt x="97942" y="141199"/>
                  </a:lnTo>
                  <a:lnTo>
                    <a:pt x="95866" y="141372"/>
                  </a:lnTo>
                  <a:lnTo>
                    <a:pt x="93632" y="142740"/>
                  </a:lnTo>
                  <a:lnTo>
                    <a:pt x="91107" y="143005"/>
                  </a:lnTo>
                  <a:lnTo>
                    <a:pt x="81518" y="143503"/>
                  </a:lnTo>
                  <a:lnTo>
                    <a:pt x="77115" y="144418"/>
                  </a:lnTo>
                  <a:lnTo>
                    <a:pt x="74701" y="144659"/>
                  </a:lnTo>
                  <a:lnTo>
                    <a:pt x="72809" y="144533"/>
                  </a:lnTo>
                  <a:lnTo>
                    <a:pt x="71490" y="144155"/>
                  </a:lnTo>
                  <a:lnTo>
                    <a:pt x="70227" y="142936"/>
                  </a:lnTo>
                  <a:lnTo>
                    <a:pt x="68926" y="141063"/>
                  </a:lnTo>
                  <a:lnTo>
                    <a:pt x="66285" y="136075"/>
                  </a:lnTo>
                  <a:lnTo>
                    <a:pt x="65529" y="133980"/>
                  </a:lnTo>
                  <a:lnTo>
                    <a:pt x="65825" y="130393"/>
                  </a:lnTo>
                  <a:lnTo>
                    <a:pt x="65630" y="128316"/>
                  </a:lnTo>
                  <a:lnTo>
                    <a:pt x="64751" y="123830"/>
                  </a:lnTo>
                  <a:lnTo>
                    <a:pt x="64587" y="123445"/>
                  </a:lnTo>
                  <a:lnTo>
                    <a:pt x="59964" y="121781"/>
                  </a:lnTo>
                  <a:lnTo>
                    <a:pt x="56924" y="121254"/>
                  </a:lnTo>
                  <a:lnTo>
                    <a:pt x="52340" y="121148"/>
                  </a:lnTo>
                  <a:lnTo>
                    <a:pt x="46734" y="121385"/>
                  </a:lnTo>
                  <a:lnTo>
                    <a:pt x="41139" y="120846"/>
                  </a:lnTo>
                  <a:lnTo>
                    <a:pt x="38182" y="120237"/>
                  </a:lnTo>
                  <a:lnTo>
                    <a:pt x="35247" y="119245"/>
                  </a:lnTo>
                  <a:lnTo>
                    <a:pt x="30227" y="116660"/>
                  </a:lnTo>
                  <a:lnTo>
                    <a:pt x="29943" y="116396"/>
                  </a:lnTo>
                  <a:lnTo>
                    <a:pt x="29553" y="115535"/>
                  </a:lnTo>
                  <a:lnTo>
                    <a:pt x="29057" y="114078"/>
                  </a:lnTo>
                  <a:lnTo>
                    <a:pt x="27808" y="112181"/>
                  </a:lnTo>
                  <a:lnTo>
                    <a:pt x="24386" y="107950"/>
                  </a:lnTo>
                  <a:lnTo>
                    <a:pt x="23030" y="105443"/>
                  </a:lnTo>
                  <a:lnTo>
                    <a:pt x="22811" y="104804"/>
                  </a:lnTo>
                  <a:lnTo>
                    <a:pt x="22486" y="102964"/>
                  </a:lnTo>
                  <a:lnTo>
                    <a:pt x="22055" y="99922"/>
                  </a:lnTo>
                  <a:lnTo>
                    <a:pt x="21916" y="98061"/>
                  </a:lnTo>
                  <a:lnTo>
                    <a:pt x="22314" y="96926"/>
                  </a:lnTo>
                  <a:lnTo>
                    <a:pt x="22647" y="96699"/>
                  </a:lnTo>
                  <a:lnTo>
                    <a:pt x="29736" y="94486"/>
                  </a:lnTo>
                  <a:lnTo>
                    <a:pt x="42224" y="92060"/>
                  </a:lnTo>
                  <a:lnTo>
                    <a:pt x="53640" y="90426"/>
                  </a:lnTo>
                  <a:lnTo>
                    <a:pt x="58824" y="90573"/>
                  </a:lnTo>
                  <a:lnTo>
                    <a:pt x="61876" y="91339"/>
                  </a:lnTo>
                  <a:lnTo>
                    <a:pt x="64936" y="91690"/>
                  </a:lnTo>
                  <a:lnTo>
                    <a:pt x="70478" y="91863"/>
                  </a:lnTo>
                  <a:lnTo>
                    <a:pt x="77460" y="93003"/>
                  </a:lnTo>
                  <a:lnTo>
                    <a:pt x="78863" y="92905"/>
                  </a:lnTo>
                  <a:lnTo>
                    <a:pt x="81992" y="92132"/>
                  </a:lnTo>
                  <a:lnTo>
                    <a:pt x="82923" y="91515"/>
                  </a:lnTo>
                  <a:lnTo>
                    <a:pt x="87870" y="91594"/>
                  </a:lnTo>
                  <a:lnTo>
                    <a:pt x="88831" y="91215"/>
                  </a:lnTo>
                  <a:lnTo>
                    <a:pt x="89712" y="90532"/>
                  </a:lnTo>
                  <a:lnTo>
                    <a:pt x="88575" y="89256"/>
                  </a:lnTo>
                  <a:lnTo>
                    <a:pt x="83843" y="86454"/>
                  </a:lnTo>
                  <a:lnTo>
                    <a:pt x="71273" y="81446"/>
                  </a:lnTo>
                  <a:lnTo>
                    <a:pt x="68208" y="80381"/>
                  </a:lnTo>
                  <a:lnTo>
                    <a:pt x="63818" y="79248"/>
                  </a:lnTo>
                  <a:lnTo>
                    <a:pt x="61273" y="79086"/>
                  </a:lnTo>
                  <a:lnTo>
                    <a:pt x="58030" y="79734"/>
                  </a:lnTo>
                  <a:lnTo>
                    <a:pt x="56821" y="79705"/>
                  </a:lnTo>
                  <a:lnTo>
                    <a:pt x="53637" y="80681"/>
                  </a:lnTo>
                  <a:lnTo>
                    <a:pt x="50613" y="81297"/>
                  </a:lnTo>
                  <a:lnTo>
                    <a:pt x="44879" y="81894"/>
                  </a:lnTo>
                  <a:lnTo>
                    <a:pt x="36596" y="82334"/>
                  </a:lnTo>
                  <a:lnTo>
                    <a:pt x="35436" y="82204"/>
                  </a:lnTo>
                  <a:lnTo>
                    <a:pt x="33732" y="81444"/>
                  </a:lnTo>
                  <a:lnTo>
                    <a:pt x="32496" y="81228"/>
                  </a:lnTo>
                  <a:lnTo>
                    <a:pt x="24389" y="81820"/>
                  </a:lnTo>
                  <a:lnTo>
                    <a:pt x="17143" y="81056"/>
                  </a:lnTo>
                  <a:lnTo>
                    <a:pt x="8892" y="73409"/>
                  </a:lnTo>
                  <a:lnTo>
                    <a:pt x="7522" y="71063"/>
                  </a:lnTo>
                  <a:lnTo>
                    <a:pt x="7814" y="70108"/>
                  </a:lnTo>
                  <a:lnTo>
                    <a:pt x="8831" y="69083"/>
                  </a:lnTo>
                  <a:lnTo>
                    <a:pt x="12917" y="66130"/>
                  </a:lnTo>
                  <a:lnTo>
                    <a:pt x="14377" y="65427"/>
                  </a:lnTo>
                  <a:lnTo>
                    <a:pt x="20471" y="63842"/>
                  </a:lnTo>
                  <a:lnTo>
                    <a:pt x="26549" y="61926"/>
                  </a:lnTo>
                  <a:lnTo>
                    <a:pt x="31348" y="60122"/>
                  </a:lnTo>
                  <a:lnTo>
                    <a:pt x="33704" y="59496"/>
                  </a:lnTo>
                  <a:lnTo>
                    <a:pt x="35972" y="59422"/>
                  </a:lnTo>
                  <a:lnTo>
                    <a:pt x="37806" y="58828"/>
                  </a:lnTo>
                  <a:lnTo>
                    <a:pt x="37432" y="58258"/>
                  </a:lnTo>
                  <a:lnTo>
                    <a:pt x="35933" y="57607"/>
                  </a:lnTo>
                  <a:lnTo>
                    <a:pt x="35949" y="56685"/>
                  </a:lnTo>
                  <a:lnTo>
                    <a:pt x="36725" y="56242"/>
                  </a:lnTo>
                  <a:lnTo>
                    <a:pt x="39730" y="55775"/>
                  </a:lnTo>
                  <a:lnTo>
                    <a:pt x="42921" y="56345"/>
                  </a:lnTo>
                  <a:lnTo>
                    <a:pt x="44516" y="56150"/>
                  </a:lnTo>
                  <a:lnTo>
                    <a:pt x="44974" y="55521"/>
                  </a:lnTo>
                  <a:lnTo>
                    <a:pt x="44551" y="55013"/>
                  </a:lnTo>
                  <a:lnTo>
                    <a:pt x="41522" y="53964"/>
                  </a:lnTo>
                  <a:lnTo>
                    <a:pt x="26976" y="56984"/>
                  </a:lnTo>
                  <a:lnTo>
                    <a:pt x="20189" y="57267"/>
                  </a:lnTo>
                  <a:lnTo>
                    <a:pt x="15482" y="58565"/>
                  </a:lnTo>
                  <a:lnTo>
                    <a:pt x="12895" y="58523"/>
                  </a:lnTo>
                  <a:lnTo>
                    <a:pt x="9817" y="57228"/>
                  </a:lnTo>
                  <a:lnTo>
                    <a:pt x="9407" y="56840"/>
                  </a:lnTo>
                  <a:lnTo>
                    <a:pt x="9351" y="56307"/>
                  </a:lnTo>
                  <a:lnTo>
                    <a:pt x="10303" y="54574"/>
                  </a:lnTo>
                  <a:lnTo>
                    <a:pt x="13592" y="53537"/>
                  </a:lnTo>
                  <a:lnTo>
                    <a:pt x="15251" y="50627"/>
                  </a:lnTo>
                  <a:lnTo>
                    <a:pt x="13480" y="50576"/>
                  </a:lnTo>
                  <a:lnTo>
                    <a:pt x="7583" y="51200"/>
                  </a:lnTo>
                  <a:lnTo>
                    <a:pt x="5005" y="50931"/>
                  </a:lnTo>
                  <a:lnTo>
                    <a:pt x="1527" y="49816"/>
                  </a:lnTo>
                  <a:lnTo>
                    <a:pt x="507" y="48487"/>
                  </a:lnTo>
                  <a:lnTo>
                    <a:pt x="73" y="47526"/>
                  </a:lnTo>
                  <a:lnTo>
                    <a:pt x="0" y="46381"/>
                  </a:lnTo>
                  <a:lnTo>
                    <a:pt x="116" y="43128"/>
                  </a:lnTo>
                  <a:lnTo>
                    <a:pt x="413" y="41381"/>
                  </a:lnTo>
                  <a:lnTo>
                    <a:pt x="598" y="40987"/>
                  </a:lnTo>
                  <a:lnTo>
                    <a:pt x="4922" y="35611"/>
                  </a:lnTo>
                  <a:lnTo>
                    <a:pt x="7618" y="34489"/>
                  </a:lnTo>
                  <a:lnTo>
                    <a:pt x="9509" y="32792"/>
                  </a:lnTo>
                  <a:lnTo>
                    <a:pt x="9582" y="32082"/>
                  </a:lnTo>
                  <a:lnTo>
                    <a:pt x="9114" y="31369"/>
                  </a:lnTo>
                  <a:lnTo>
                    <a:pt x="7352" y="29641"/>
                  </a:lnTo>
                  <a:lnTo>
                    <a:pt x="6643" y="28764"/>
                  </a:lnTo>
                  <a:lnTo>
                    <a:pt x="6245" y="27922"/>
                  </a:lnTo>
                  <a:lnTo>
                    <a:pt x="6546" y="26598"/>
                  </a:lnTo>
                  <a:lnTo>
                    <a:pt x="7546" y="24785"/>
                  </a:lnTo>
                  <a:lnTo>
                    <a:pt x="10488" y="21861"/>
                  </a:lnTo>
                  <a:lnTo>
                    <a:pt x="17574" y="16002"/>
                  </a:lnTo>
                  <a:lnTo>
                    <a:pt x="21172" y="13540"/>
                  </a:lnTo>
                  <a:lnTo>
                    <a:pt x="24643" y="12213"/>
                  </a:lnTo>
                  <a:lnTo>
                    <a:pt x="29499" y="9388"/>
                  </a:lnTo>
                  <a:lnTo>
                    <a:pt x="41942" y="4703"/>
                  </a:lnTo>
                  <a:lnTo>
                    <a:pt x="53081" y="0"/>
                  </a:lnTo>
                  <a:lnTo>
                    <a:pt x="57180" y="1239"/>
                  </a:lnTo>
                  <a:lnTo>
                    <a:pt x="58344" y="2212"/>
                  </a:lnTo>
                  <a:lnTo>
                    <a:pt x="58861" y="3038"/>
                  </a:lnTo>
                  <a:lnTo>
                    <a:pt x="59311" y="4194"/>
                  </a:lnTo>
                  <a:lnTo>
                    <a:pt x="59696" y="5684"/>
                  </a:lnTo>
                  <a:lnTo>
                    <a:pt x="60229" y="8913"/>
                  </a:lnTo>
                  <a:lnTo>
                    <a:pt x="60297" y="10580"/>
                  </a:lnTo>
                  <a:lnTo>
                    <a:pt x="60204" y="12250"/>
                  </a:lnTo>
                  <a:lnTo>
                    <a:pt x="59948" y="13764"/>
                  </a:lnTo>
                  <a:lnTo>
                    <a:pt x="59529" y="15119"/>
                  </a:lnTo>
                  <a:lnTo>
                    <a:pt x="58694" y="16771"/>
                  </a:lnTo>
                  <a:lnTo>
                    <a:pt x="57443" y="18722"/>
                  </a:lnTo>
                  <a:lnTo>
                    <a:pt x="54792" y="22066"/>
                  </a:lnTo>
                  <a:close/>
                </a:path>
              </a:pathLst>
            </a:custGeom>
            <a:solidFill>
              <a:srgbClr val="C3DDB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g351"/>
            <p:cNvSpPr/>
            <p:nvPr/>
          </p:nvSpPr>
          <p:spPr>
            <a:xfrm>
              <a:off x="2030308" y="1454322"/>
              <a:ext cx="29216" cy="25182"/>
            </a:xfrm>
            <a:custGeom>
              <a:avLst/>
              <a:pathLst>
                <a:path w="29216" h="25182">
                  <a:moveTo>
                    <a:pt x="20239" y="25034"/>
                  </a:moveTo>
                  <a:lnTo>
                    <a:pt x="19625" y="25182"/>
                  </a:lnTo>
                  <a:lnTo>
                    <a:pt x="18470" y="24500"/>
                  </a:lnTo>
                  <a:lnTo>
                    <a:pt x="16777" y="22984"/>
                  </a:lnTo>
                  <a:lnTo>
                    <a:pt x="14009" y="19910"/>
                  </a:lnTo>
                  <a:lnTo>
                    <a:pt x="10707" y="16865"/>
                  </a:lnTo>
                  <a:lnTo>
                    <a:pt x="10200" y="15041"/>
                  </a:lnTo>
                  <a:lnTo>
                    <a:pt x="9379" y="13682"/>
                  </a:lnTo>
                  <a:lnTo>
                    <a:pt x="5166" y="10453"/>
                  </a:lnTo>
                  <a:lnTo>
                    <a:pt x="2428" y="9142"/>
                  </a:lnTo>
                  <a:lnTo>
                    <a:pt x="342" y="8489"/>
                  </a:lnTo>
                  <a:lnTo>
                    <a:pt x="0" y="7587"/>
                  </a:lnTo>
                  <a:lnTo>
                    <a:pt x="1445" y="4966"/>
                  </a:lnTo>
                  <a:lnTo>
                    <a:pt x="3105" y="2872"/>
                  </a:lnTo>
                  <a:lnTo>
                    <a:pt x="4091" y="2113"/>
                  </a:lnTo>
                  <a:lnTo>
                    <a:pt x="7160" y="1434"/>
                  </a:lnTo>
                  <a:lnTo>
                    <a:pt x="17517" y="40"/>
                  </a:lnTo>
                  <a:lnTo>
                    <a:pt x="19885" y="0"/>
                  </a:lnTo>
                  <a:lnTo>
                    <a:pt x="22365" y="670"/>
                  </a:lnTo>
                  <a:lnTo>
                    <a:pt x="25775" y="3542"/>
                  </a:lnTo>
                  <a:lnTo>
                    <a:pt x="27194" y="3866"/>
                  </a:lnTo>
                  <a:lnTo>
                    <a:pt x="28041" y="4513"/>
                  </a:lnTo>
                  <a:lnTo>
                    <a:pt x="28788" y="5586"/>
                  </a:lnTo>
                  <a:lnTo>
                    <a:pt x="29183" y="6678"/>
                  </a:lnTo>
                  <a:lnTo>
                    <a:pt x="29216" y="8910"/>
                  </a:lnTo>
                  <a:lnTo>
                    <a:pt x="28844" y="12210"/>
                  </a:lnTo>
                  <a:lnTo>
                    <a:pt x="28370" y="13474"/>
                  </a:lnTo>
                  <a:lnTo>
                    <a:pt x="26307" y="17714"/>
                  </a:lnTo>
                  <a:lnTo>
                    <a:pt x="24142" y="20047"/>
                  </a:lnTo>
                  <a:lnTo>
                    <a:pt x="23729" y="21558"/>
                  </a:lnTo>
                  <a:lnTo>
                    <a:pt x="22851" y="22756"/>
                  </a:lnTo>
                  <a:lnTo>
                    <a:pt x="21315" y="24225"/>
                  </a:lnTo>
                  <a:close/>
                </a:path>
              </a:pathLst>
            </a:custGeom>
            <a:solidFill>
              <a:srgbClr val="C3DDB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g352"/>
            <p:cNvSpPr/>
            <p:nvPr/>
          </p:nvSpPr>
          <p:spPr>
            <a:xfrm>
              <a:off x="2348259" y="1454316"/>
              <a:ext cx="58142" cy="29885"/>
            </a:xfrm>
            <a:custGeom>
              <a:avLst/>
              <a:pathLst>
                <a:path w="58142" h="29885">
                  <a:moveTo>
                    <a:pt x="16129" y="3334"/>
                  </a:moveTo>
                  <a:lnTo>
                    <a:pt x="18207" y="3722"/>
                  </a:lnTo>
                  <a:lnTo>
                    <a:pt x="31372" y="2999"/>
                  </a:lnTo>
                  <a:lnTo>
                    <a:pt x="34097" y="3536"/>
                  </a:lnTo>
                  <a:lnTo>
                    <a:pt x="42394" y="6815"/>
                  </a:lnTo>
                  <a:lnTo>
                    <a:pt x="44534" y="7912"/>
                  </a:lnTo>
                  <a:lnTo>
                    <a:pt x="45592" y="9362"/>
                  </a:lnTo>
                  <a:lnTo>
                    <a:pt x="46545" y="11650"/>
                  </a:lnTo>
                  <a:lnTo>
                    <a:pt x="46986" y="12152"/>
                  </a:lnTo>
                  <a:lnTo>
                    <a:pt x="49992" y="13513"/>
                  </a:lnTo>
                  <a:lnTo>
                    <a:pt x="51228" y="15162"/>
                  </a:lnTo>
                  <a:lnTo>
                    <a:pt x="51663" y="16015"/>
                  </a:lnTo>
                  <a:lnTo>
                    <a:pt x="52295" y="17967"/>
                  </a:lnTo>
                  <a:lnTo>
                    <a:pt x="53651" y="19074"/>
                  </a:lnTo>
                  <a:lnTo>
                    <a:pt x="55203" y="19704"/>
                  </a:lnTo>
                  <a:lnTo>
                    <a:pt x="55710" y="20280"/>
                  </a:lnTo>
                  <a:lnTo>
                    <a:pt x="55466" y="22735"/>
                  </a:lnTo>
                  <a:lnTo>
                    <a:pt x="56127" y="23878"/>
                  </a:lnTo>
                  <a:lnTo>
                    <a:pt x="57592" y="25262"/>
                  </a:lnTo>
                  <a:lnTo>
                    <a:pt x="58142" y="26184"/>
                  </a:lnTo>
                  <a:lnTo>
                    <a:pt x="57003" y="27311"/>
                  </a:lnTo>
                  <a:lnTo>
                    <a:pt x="54357" y="27973"/>
                  </a:lnTo>
                  <a:lnTo>
                    <a:pt x="46886" y="27283"/>
                  </a:lnTo>
                  <a:lnTo>
                    <a:pt x="36864" y="25722"/>
                  </a:lnTo>
                  <a:lnTo>
                    <a:pt x="31035" y="26165"/>
                  </a:lnTo>
                  <a:lnTo>
                    <a:pt x="28112" y="26878"/>
                  </a:lnTo>
                  <a:lnTo>
                    <a:pt x="21041" y="29422"/>
                  </a:lnTo>
                  <a:lnTo>
                    <a:pt x="18785" y="29833"/>
                  </a:lnTo>
                  <a:lnTo>
                    <a:pt x="16577" y="29885"/>
                  </a:lnTo>
                  <a:lnTo>
                    <a:pt x="12675" y="27806"/>
                  </a:lnTo>
                  <a:lnTo>
                    <a:pt x="11259" y="26703"/>
                  </a:lnTo>
                  <a:lnTo>
                    <a:pt x="10791" y="25851"/>
                  </a:lnTo>
                  <a:lnTo>
                    <a:pt x="9861" y="23353"/>
                  </a:lnTo>
                  <a:lnTo>
                    <a:pt x="9095" y="20362"/>
                  </a:lnTo>
                  <a:lnTo>
                    <a:pt x="8705" y="17907"/>
                  </a:lnTo>
                  <a:lnTo>
                    <a:pt x="8256" y="16035"/>
                  </a:lnTo>
                  <a:lnTo>
                    <a:pt x="6922" y="15416"/>
                  </a:lnTo>
                  <a:lnTo>
                    <a:pt x="2959" y="14672"/>
                  </a:lnTo>
                  <a:lnTo>
                    <a:pt x="1631" y="13647"/>
                  </a:lnTo>
                  <a:lnTo>
                    <a:pt x="1027" y="12799"/>
                  </a:lnTo>
                  <a:lnTo>
                    <a:pt x="445" y="11425"/>
                  </a:lnTo>
                  <a:lnTo>
                    <a:pt x="460" y="9998"/>
                  </a:lnTo>
                  <a:lnTo>
                    <a:pt x="764" y="8740"/>
                  </a:lnTo>
                  <a:lnTo>
                    <a:pt x="1021" y="8431"/>
                  </a:lnTo>
                  <a:lnTo>
                    <a:pt x="1522" y="8398"/>
                  </a:lnTo>
                  <a:lnTo>
                    <a:pt x="411" y="6875"/>
                  </a:lnTo>
                  <a:lnTo>
                    <a:pt x="27" y="5198"/>
                  </a:lnTo>
                  <a:lnTo>
                    <a:pt x="0" y="2859"/>
                  </a:lnTo>
                  <a:lnTo>
                    <a:pt x="144" y="1362"/>
                  </a:lnTo>
                  <a:lnTo>
                    <a:pt x="461" y="705"/>
                  </a:lnTo>
                  <a:lnTo>
                    <a:pt x="1194" y="282"/>
                  </a:lnTo>
                  <a:lnTo>
                    <a:pt x="2917" y="0"/>
                  </a:lnTo>
                  <a:lnTo>
                    <a:pt x="5465" y="56"/>
                  </a:lnTo>
                  <a:lnTo>
                    <a:pt x="9024" y="1780"/>
                  </a:lnTo>
                  <a:lnTo>
                    <a:pt x="11838" y="1944"/>
                  </a:lnTo>
                  <a:close/>
                </a:path>
              </a:pathLst>
            </a:custGeom>
            <a:solidFill>
              <a:srgbClr val="C3DDB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g353"/>
            <p:cNvSpPr/>
            <p:nvPr/>
          </p:nvSpPr>
          <p:spPr>
            <a:xfrm>
              <a:off x="2236570" y="1451731"/>
              <a:ext cx="350083" cy="354190"/>
            </a:xfrm>
            <a:custGeom>
              <a:avLst/>
              <a:pathLst>
                <a:path w="350083" h="354190">
                  <a:moveTo>
                    <a:pt x="41873" y="84037"/>
                  </a:moveTo>
                  <a:lnTo>
                    <a:pt x="42357" y="84688"/>
                  </a:lnTo>
                  <a:lnTo>
                    <a:pt x="45140" y="83859"/>
                  </a:lnTo>
                  <a:lnTo>
                    <a:pt x="47506" y="82909"/>
                  </a:lnTo>
                  <a:lnTo>
                    <a:pt x="51194" y="80641"/>
                  </a:lnTo>
                  <a:lnTo>
                    <a:pt x="53396" y="79851"/>
                  </a:lnTo>
                  <a:lnTo>
                    <a:pt x="60086" y="79866"/>
                  </a:lnTo>
                  <a:lnTo>
                    <a:pt x="61224" y="80294"/>
                  </a:lnTo>
                  <a:lnTo>
                    <a:pt x="60721" y="81649"/>
                  </a:lnTo>
                  <a:lnTo>
                    <a:pt x="60441" y="82033"/>
                  </a:lnTo>
                  <a:lnTo>
                    <a:pt x="60662" y="82621"/>
                  </a:lnTo>
                  <a:lnTo>
                    <a:pt x="61383" y="83418"/>
                  </a:lnTo>
                  <a:lnTo>
                    <a:pt x="62823" y="84303"/>
                  </a:lnTo>
                  <a:lnTo>
                    <a:pt x="63391" y="83510"/>
                  </a:lnTo>
                  <a:lnTo>
                    <a:pt x="63807" y="81600"/>
                  </a:lnTo>
                  <a:lnTo>
                    <a:pt x="64794" y="73757"/>
                  </a:lnTo>
                  <a:lnTo>
                    <a:pt x="65212" y="71390"/>
                  </a:lnTo>
                  <a:lnTo>
                    <a:pt x="65409" y="69150"/>
                  </a:lnTo>
                  <a:lnTo>
                    <a:pt x="65387" y="67036"/>
                  </a:lnTo>
                  <a:lnTo>
                    <a:pt x="64906" y="65697"/>
                  </a:lnTo>
                  <a:lnTo>
                    <a:pt x="63191" y="64893"/>
                  </a:lnTo>
                  <a:lnTo>
                    <a:pt x="60850" y="65029"/>
                  </a:lnTo>
                  <a:lnTo>
                    <a:pt x="59647" y="64817"/>
                  </a:lnTo>
                  <a:lnTo>
                    <a:pt x="58190" y="64402"/>
                  </a:lnTo>
                  <a:lnTo>
                    <a:pt x="57110" y="63752"/>
                  </a:lnTo>
                  <a:lnTo>
                    <a:pt x="56408" y="62872"/>
                  </a:lnTo>
                  <a:lnTo>
                    <a:pt x="55009" y="60228"/>
                  </a:lnTo>
                  <a:lnTo>
                    <a:pt x="53977" y="58754"/>
                  </a:lnTo>
                  <a:lnTo>
                    <a:pt x="51330" y="56094"/>
                  </a:lnTo>
                  <a:lnTo>
                    <a:pt x="50132" y="55205"/>
                  </a:lnTo>
                  <a:lnTo>
                    <a:pt x="50736" y="54157"/>
                  </a:lnTo>
                  <a:lnTo>
                    <a:pt x="53141" y="52951"/>
                  </a:lnTo>
                  <a:lnTo>
                    <a:pt x="54591" y="51806"/>
                  </a:lnTo>
                  <a:lnTo>
                    <a:pt x="56296" y="48458"/>
                  </a:lnTo>
                  <a:lnTo>
                    <a:pt x="57320" y="47917"/>
                  </a:lnTo>
                  <a:lnTo>
                    <a:pt x="61014" y="48360"/>
                  </a:lnTo>
                  <a:lnTo>
                    <a:pt x="66014" y="50980"/>
                  </a:lnTo>
                  <a:lnTo>
                    <a:pt x="69144" y="53251"/>
                  </a:lnTo>
                  <a:lnTo>
                    <a:pt x="69972" y="53492"/>
                  </a:lnTo>
                  <a:lnTo>
                    <a:pt x="69989" y="53080"/>
                  </a:lnTo>
                  <a:lnTo>
                    <a:pt x="69195" y="52016"/>
                  </a:lnTo>
                  <a:lnTo>
                    <a:pt x="65594" y="49206"/>
                  </a:lnTo>
                  <a:lnTo>
                    <a:pt x="63954" y="47160"/>
                  </a:lnTo>
                  <a:lnTo>
                    <a:pt x="63168" y="45701"/>
                  </a:lnTo>
                  <a:lnTo>
                    <a:pt x="63546" y="45069"/>
                  </a:lnTo>
                  <a:lnTo>
                    <a:pt x="65573" y="44423"/>
                  </a:lnTo>
                  <a:lnTo>
                    <a:pt x="65837" y="43680"/>
                  </a:lnTo>
                  <a:lnTo>
                    <a:pt x="63078" y="42802"/>
                  </a:lnTo>
                  <a:lnTo>
                    <a:pt x="61679" y="42821"/>
                  </a:lnTo>
                  <a:lnTo>
                    <a:pt x="60550" y="43449"/>
                  </a:lnTo>
                  <a:lnTo>
                    <a:pt x="59337" y="43492"/>
                  </a:lnTo>
                  <a:lnTo>
                    <a:pt x="57085" y="42351"/>
                  </a:lnTo>
                  <a:lnTo>
                    <a:pt x="56474" y="41687"/>
                  </a:lnTo>
                  <a:lnTo>
                    <a:pt x="55176" y="39719"/>
                  </a:lnTo>
                  <a:lnTo>
                    <a:pt x="54494" y="38005"/>
                  </a:lnTo>
                  <a:lnTo>
                    <a:pt x="53740" y="36940"/>
                  </a:lnTo>
                  <a:lnTo>
                    <a:pt x="53469" y="36096"/>
                  </a:lnTo>
                  <a:lnTo>
                    <a:pt x="53322" y="33467"/>
                  </a:lnTo>
                  <a:lnTo>
                    <a:pt x="53388" y="31922"/>
                  </a:lnTo>
                  <a:lnTo>
                    <a:pt x="53693" y="30600"/>
                  </a:lnTo>
                  <a:lnTo>
                    <a:pt x="54240" y="29501"/>
                  </a:lnTo>
                  <a:lnTo>
                    <a:pt x="55700" y="27470"/>
                  </a:lnTo>
                  <a:lnTo>
                    <a:pt x="56519" y="26882"/>
                  </a:lnTo>
                  <a:lnTo>
                    <a:pt x="58048" y="26617"/>
                  </a:lnTo>
                  <a:lnTo>
                    <a:pt x="61370" y="27626"/>
                  </a:lnTo>
                  <a:lnTo>
                    <a:pt x="70302" y="31264"/>
                  </a:lnTo>
                  <a:lnTo>
                    <a:pt x="70087" y="30091"/>
                  </a:lnTo>
                  <a:lnTo>
                    <a:pt x="60097" y="25180"/>
                  </a:lnTo>
                  <a:lnTo>
                    <a:pt x="56564" y="23916"/>
                  </a:lnTo>
                  <a:lnTo>
                    <a:pt x="55701" y="22141"/>
                  </a:lnTo>
                  <a:lnTo>
                    <a:pt x="61018" y="15344"/>
                  </a:lnTo>
                  <a:lnTo>
                    <a:pt x="65922" y="13747"/>
                  </a:lnTo>
                  <a:lnTo>
                    <a:pt x="68359" y="11769"/>
                  </a:lnTo>
                  <a:lnTo>
                    <a:pt x="72346" y="11684"/>
                  </a:lnTo>
                  <a:lnTo>
                    <a:pt x="76088" y="12939"/>
                  </a:lnTo>
                  <a:lnTo>
                    <a:pt x="76153" y="12597"/>
                  </a:lnTo>
                  <a:lnTo>
                    <a:pt x="74466" y="10235"/>
                  </a:lnTo>
                  <a:lnTo>
                    <a:pt x="74599" y="9646"/>
                  </a:lnTo>
                  <a:lnTo>
                    <a:pt x="76722" y="8241"/>
                  </a:lnTo>
                  <a:lnTo>
                    <a:pt x="80616" y="6592"/>
                  </a:lnTo>
                  <a:lnTo>
                    <a:pt x="85368" y="5282"/>
                  </a:lnTo>
                  <a:lnTo>
                    <a:pt x="86309" y="4599"/>
                  </a:lnTo>
                  <a:lnTo>
                    <a:pt x="87527" y="4117"/>
                  </a:lnTo>
                  <a:lnTo>
                    <a:pt x="89765" y="3699"/>
                  </a:lnTo>
                  <a:lnTo>
                    <a:pt x="95333" y="3496"/>
                  </a:lnTo>
                  <a:lnTo>
                    <a:pt x="98461" y="3692"/>
                  </a:lnTo>
                  <a:lnTo>
                    <a:pt x="102614" y="4692"/>
                  </a:lnTo>
                  <a:lnTo>
                    <a:pt x="105042" y="6508"/>
                  </a:lnTo>
                  <a:lnTo>
                    <a:pt x="105798" y="7595"/>
                  </a:lnTo>
                  <a:lnTo>
                    <a:pt x="107087" y="11088"/>
                  </a:lnTo>
                  <a:lnTo>
                    <a:pt x="108142" y="15979"/>
                  </a:lnTo>
                  <a:lnTo>
                    <a:pt x="109685" y="18012"/>
                  </a:lnTo>
                  <a:lnTo>
                    <a:pt x="112164" y="19136"/>
                  </a:lnTo>
                  <a:lnTo>
                    <a:pt x="113877" y="20358"/>
                  </a:lnTo>
                  <a:lnTo>
                    <a:pt x="114824" y="21677"/>
                  </a:lnTo>
                  <a:lnTo>
                    <a:pt x="115076" y="23339"/>
                  </a:lnTo>
                  <a:lnTo>
                    <a:pt x="114633" y="25341"/>
                  </a:lnTo>
                  <a:lnTo>
                    <a:pt x="114965" y="27394"/>
                  </a:lnTo>
                  <a:lnTo>
                    <a:pt x="116074" y="29495"/>
                  </a:lnTo>
                  <a:lnTo>
                    <a:pt x="116928" y="30687"/>
                  </a:lnTo>
                  <a:lnTo>
                    <a:pt x="118800" y="32049"/>
                  </a:lnTo>
                  <a:lnTo>
                    <a:pt x="118831" y="32776"/>
                  </a:lnTo>
                  <a:lnTo>
                    <a:pt x="118246" y="33606"/>
                  </a:lnTo>
                  <a:lnTo>
                    <a:pt x="117007" y="34746"/>
                  </a:lnTo>
                  <a:lnTo>
                    <a:pt x="113951" y="38300"/>
                  </a:lnTo>
                  <a:lnTo>
                    <a:pt x="110007" y="42212"/>
                  </a:lnTo>
                  <a:lnTo>
                    <a:pt x="107196" y="45596"/>
                  </a:lnTo>
                  <a:lnTo>
                    <a:pt x="107059" y="46594"/>
                  </a:lnTo>
                  <a:lnTo>
                    <a:pt x="112907" y="41297"/>
                  </a:lnTo>
                  <a:lnTo>
                    <a:pt x="114726" y="41485"/>
                  </a:lnTo>
                  <a:lnTo>
                    <a:pt x="114809" y="42225"/>
                  </a:lnTo>
                  <a:lnTo>
                    <a:pt x="113618" y="44811"/>
                  </a:lnTo>
                  <a:lnTo>
                    <a:pt x="112167" y="47117"/>
                  </a:lnTo>
                  <a:lnTo>
                    <a:pt x="110708" y="48597"/>
                  </a:lnTo>
                  <a:lnTo>
                    <a:pt x="110975" y="49155"/>
                  </a:lnTo>
                  <a:lnTo>
                    <a:pt x="113752" y="51750"/>
                  </a:lnTo>
                  <a:lnTo>
                    <a:pt x="113242" y="52177"/>
                  </a:lnTo>
                  <a:lnTo>
                    <a:pt x="111902" y="51964"/>
                  </a:lnTo>
                  <a:lnTo>
                    <a:pt x="111352" y="52198"/>
                  </a:lnTo>
                  <a:lnTo>
                    <a:pt x="110953" y="52670"/>
                  </a:lnTo>
                  <a:lnTo>
                    <a:pt x="110706" y="53381"/>
                  </a:lnTo>
                  <a:lnTo>
                    <a:pt x="110690" y="54383"/>
                  </a:lnTo>
                  <a:lnTo>
                    <a:pt x="110905" y="55672"/>
                  </a:lnTo>
                  <a:lnTo>
                    <a:pt x="110884" y="56636"/>
                  </a:lnTo>
                  <a:lnTo>
                    <a:pt x="110626" y="57273"/>
                  </a:lnTo>
                  <a:lnTo>
                    <a:pt x="110904" y="57535"/>
                  </a:lnTo>
                  <a:lnTo>
                    <a:pt x="111717" y="57424"/>
                  </a:lnTo>
                  <a:lnTo>
                    <a:pt x="112402" y="56899"/>
                  </a:lnTo>
                  <a:lnTo>
                    <a:pt x="113582" y="55158"/>
                  </a:lnTo>
                  <a:lnTo>
                    <a:pt x="117473" y="50410"/>
                  </a:lnTo>
                  <a:lnTo>
                    <a:pt x="119961" y="48637"/>
                  </a:lnTo>
                  <a:lnTo>
                    <a:pt x="120764" y="48482"/>
                  </a:lnTo>
                  <a:lnTo>
                    <a:pt x="123052" y="49637"/>
                  </a:lnTo>
                  <a:lnTo>
                    <a:pt x="123588" y="49571"/>
                  </a:lnTo>
                  <a:lnTo>
                    <a:pt x="121071" y="45916"/>
                  </a:lnTo>
                  <a:lnTo>
                    <a:pt x="120851" y="44991"/>
                  </a:lnTo>
                  <a:lnTo>
                    <a:pt x="121362" y="43628"/>
                  </a:lnTo>
                  <a:lnTo>
                    <a:pt x="121669" y="43157"/>
                  </a:lnTo>
                  <a:lnTo>
                    <a:pt x="123072" y="42155"/>
                  </a:lnTo>
                  <a:lnTo>
                    <a:pt x="124235" y="41619"/>
                  </a:lnTo>
                  <a:lnTo>
                    <a:pt x="124886" y="41843"/>
                  </a:lnTo>
                  <a:lnTo>
                    <a:pt x="125916" y="43698"/>
                  </a:lnTo>
                  <a:lnTo>
                    <a:pt x="126397" y="44991"/>
                  </a:lnTo>
                  <a:lnTo>
                    <a:pt x="127252" y="45509"/>
                  </a:lnTo>
                  <a:lnTo>
                    <a:pt x="129157" y="44840"/>
                  </a:lnTo>
                  <a:lnTo>
                    <a:pt x="130425" y="43259"/>
                  </a:lnTo>
                  <a:lnTo>
                    <a:pt x="131997" y="44296"/>
                  </a:lnTo>
                  <a:lnTo>
                    <a:pt x="134363" y="46769"/>
                  </a:lnTo>
                  <a:lnTo>
                    <a:pt x="134147" y="49245"/>
                  </a:lnTo>
                  <a:lnTo>
                    <a:pt x="134149" y="51723"/>
                  </a:lnTo>
                  <a:lnTo>
                    <a:pt x="134271" y="53538"/>
                  </a:lnTo>
                  <a:lnTo>
                    <a:pt x="137097" y="56864"/>
                  </a:lnTo>
                  <a:lnTo>
                    <a:pt x="139065" y="58323"/>
                  </a:lnTo>
                  <a:lnTo>
                    <a:pt x="139422" y="58334"/>
                  </a:lnTo>
                  <a:lnTo>
                    <a:pt x="139376" y="57835"/>
                  </a:lnTo>
                  <a:lnTo>
                    <a:pt x="138966" y="56729"/>
                  </a:lnTo>
                  <a:lnTo>
                    <a:pt x="137886" y="55622"/>
                  </a:lnTo>
                  <a:lnTo>
                    <a:pt x="136915" y="53912"/>
                  </a:lnTo>
                  <a:lnTo>
                    <a:pt x="136039" y="51827"/>
                  </a:lnTo>
                  <a:lnTo>
                    <a:pt x="136558" y="46964"/>
                  </a:lnTo>
                  <a:lnTo>
                    <a:pt x="138031" y="44423"/>
                  </a:lnTo>
                  <a:lnTo>
                    <a:pt x="139454" y="45075"/>
                  </a:lnTo>
                  <a:lnTo>
                    <a:pt x="141327" y="46539"/>
                  </a:lnTo>
                  <a:lnTo>
                    <a:pt x="142806" y="46676"/>
                  </a:lnTo>
                  <a:lnTo>
                    <a:pt x="145135" y="46524"/>
                  </a:lnTo>
                  <a:lnTo>
                    <a:pt x="149892" y="49489"/>
                  </a:lnTo>
                  <a:lnTo>
                    <a:pt x="152445" y="49553"/>
                  </a:lnTo>
                  <a:lnTo>
                    <a:pt x="152211" y="48343"/>
                  </a:lnTo>
                  <a:lnTo>
                    <a:pt x="150277" y="47761"/>
                  </a:lnTo>
                  <a:lnTo>
                    <a:pt x="147453" y="46124"/>
                  </a:lnTo>
                  <a:lnTo>
                    <a:pt x="143053" y="44175"/>
                  </a:lnTo>
                  <a:lnTo>
                    <a:pt x="141031" y="41947"/>
                  </a:lnTo>
                  <a:lnTo>
                    <a:pt x="140651" y="40901"/>
                  </a:lnTo>
                  <a:lnTo>
                    <a:pt x="140709" y="39774"/>
                  </a:lnTo>
                  <a:lnTo>
                    <a:pt x="140961" y="38781"/>
                  </a:lnTo>
                  <a:lnTo>
                    <a:pt x="141405" y="37919"/>
                  </a:lnTo>
                  <a:lnTo>
                    <a:pt x="142285" y="37072"/>
                  </a:lnTo>
                  <a:lnTo>
                    <a:pt x="146541" y="34489"/>
                  </a:lnTo>
                  <a:lnTo>
                    <a:pt x="149561" y="33391"/>
                  </a:lnTo>
                  <a:lnTo>
                    <a:pt x="151833" y="33033"/>
                  </a:lnTo>
                  <a:lnTo>
                    <a:pt x="155628" y="33062"/>
                  </a:lnTo>
                  <a:lnTo>
                    <a:pt x="160038" y="33512"/>
                  </a:lnTo>
                  <a:lnTo>
                    <a:pt x="162421" y="34268"/>
                  </a:lnTo>
                  <a:lnTo>
                    <a:pt x="165160" y="36092"/>
                  </a:lnTo>
                  <a:lnTo>
                    <a:pt x="168627" y="37898"/>
                  </a:lnTo>
                  <a:lnTo>
                    <a:pt x="169864" y="38220"/>
                  </a:lnTo>
                  <a:lnTo>
                    <a:pt x="171308" y="38178"/>
                  </a:lnTo>
                  <a:lnTo>
                    <a:pt x="172960" y="37772"/>
                  </a:lnTo>
                  <a:lnTo>
                    <a:pt x="174531" y="37919"/>
                  </a:lnTo>
                  <a:lnTo>
                    <a:pt x="179529" y="40598"/>
                  </a:lnTo>
                  <a:lnTo>
                    <a:pt x="180850" y="41976"/>
                  </a:lnTo>
                  <a:lnTo>
                    <a:pt x="181651" y="43645"/>
                  </a:lnTo>
                  <a:lnTo>
                    <a:pt x="182244" y="45267"/>
                  </a:lnTo>
                  <a:lnTo>
                    <a:pt x="182629" y="46841"/>
                  </a:lnTo>
                  <a:lnTo>
                    <a:pt x="182473" y="48118"/>
                  </a:lnTo>
                  <a:lnTo>
                    <a:pt x="178311" y="53631"/>
                  </a:lnTo>
                  <a:lnTo>
                    <a:pt x="176500" y="54572"/>
                  </a:lnTo>
                  <a:lnTo>
                    <a:pt x="175303" y="56664"/>
                  </a:lnTo>
                  <a:lnTo>
                    <a:pt x="173518" y="60626"/>
                  </a:lnTo>
                  <a:lnTo>
                    <a:pt x="172009" y="62747"/>
                  </a:lnTo>
                  <a:lnTo>
                    <a:pt x="171868" y="63162"/>
                  </a:lnTo>
                  <a:lnTo>
                    <a:pt x="172185" y="63266"/>
                  </a:lnTo>
                  <a:lnTo>
                    <a:pt x="173096" y="62315"/>
                  </a:lnTo>
                  <a:lnTo>
                    <a:pt x="174665" y="59577"/>
                  </a:lnTo>
                  <a:lnTo>
                    <a:pt x="175804" y="57216"/>
                  </a:lnTo>
                  <a:lnTo>
                    <a:pt x="177894" y="55268"/>
                  </a:lnTo>
                  <a:lnTo>
                    <a:pt x="181315" y="52946"/>
                  </a:lnTo>
                  <a:lnTo>
                    <a:pt x="184295" y="51837"/>
                  </a:lnTo>
                  <a:lnTo>
                    <a:pt x="186833" y="51943"/>
                  </a:lnTo>
                  <a:lnTo>
                    <a:pt x="188969" y="52276"/>
                  </a:lnTo>
                  <a:lnTo>
                    <a:pt x="190702" y="52840"/>
                  </a:lnTo>
                  <a:lnTo>
                    <a:pt x="191731" y="53312"/>
                  </a:lnTo>
                  <a:lnTo>
                    <a:pt x="192056" y="53693"/>
                  </a:lnTo>
                  <a:lnTo>
                    <a:pt x="192751" y="55437"/>
                  </a:lnTo>
                  <a:lnTo>
                    <a:pt x="192711" y="56619"/>
                  </a:lnTo>
                  <a:lnTo>
                    <a:pt x="192277" y="57949"/>
                  </a:lnTo>
                  <a:lnTo>
                    <a:pt x="191454" y="59456"/>
                  </a:lnTo>
                  <a:lnTo>
                    <a:pt x="187728" y="61122"/>
                  </a:lnTo>
                  <a:lnTo>
                    <a:pt x="185685" y="62431"/>
                  </a:lnTo>
                  <a:lnTo>
                    <a:pt x="184419" y="62917"/>
                  </a:lnTo>
                  <a:lnTo>
                    <a:pt x="180619" y="63402"/>
                  </a:lnTo>
                  <a:lnTo>
                    <a:pt x="180786" y="63920"/>
                  </a:lnTo>
                  <a:lnTo>
                    <a:pt x="183609" y="64632"/>
                  </a:lnTo>
                  <a:lnTo>
                    <a:pt x="186761" y="64393"/>
                  </a:lnTo>
                  <a:lnTo>
                    <a:pt x="186681" y="65240"/>
                  </a:lnTo>
                  <a:lnTo>
                    <a:pt x="185199" y="67486"/>
                  </a:lnTo>
                  <a:lnTo>
                    <a:pt x="184720" y="69441"/>
                  </a:lnTo>
                  <a:lnTo>
                    <a:pt x="185132" y="71041"/>
                  </a:lnTo>
                  <a:lnTo>
                    <a:pt x="185056" y="72342"/>
                  </a:lnTo>
                  <a:lnTo>
                    <a:pt x="183952" y="75076"/>
                  </a:lnTo>
                  <a:lnTo>
                    <a:pt x="182684" y="77544"/>
                  </a:lnTo>
                  <a:lnTo>
                    <a:pt x="183161" y="77911"/>
                  </a:lnTo>
                  <a:lnTo>
                    <a:pt x="186053" y="74364"/>
                  </a:lnTo>
                  <a:lnTo>
                    <a:pt x="186828" y="70484"/>
                  </a:lnTo>
                  <a:lnTo>
                    <a:pt x="187995" y="67074"/>
                  </a:lnTo>
                  <a:lnTo>
                    <a:pt x="189354" y="65196"/>
                  </a:lnTo>
                  <a:lnTo>
                    <a:pt x="190377" y="64484"/>
                  </a:lnTo>
                  <a:lnTo>
                    <a:pt x="193607" y="64197"/>
                  </a:lnTo>
                  <a:lnTo>
                    <a:pt x="195398" y="62206"/>
                  </a:lnTo>
                  <a:lnTo>
                    <a:pt x="196928" y="61572"/>
                  </a:lnTo>
                  <a:lnTo>
                    <a:pt x="197568" y="61561"/>
                  </a:lnTo>
                  <a:lnTo>
                    <a:pt x="198870" y="62302"/>
                  </a:lnTo>
                  <a:lnTo>
                    <a:pt x="198793" y="63084"/>
                  </a:lnTo>
                  <a:lnTo>
                    <a:pt x="196903" y="66645"/>
                  </a:lnTo>
                  <a:lnTo>
                    <a:pt x="192898" y="72414"/>
                  </a:lnTo>
                  <a:lnTo>
                    <a:pt x="194530" y="71754"/>
                  </a:lnTo>
                  <a:lnTo>
                    <a:pt x="195637" y="70383"/>
                  </a:lnTo>
                  <a:lnTo>
                    <a:pt x="197119" y="69016"/>
                  </a:lnTo>
                  <a:lnTo>
                    <a:pt x="198802" y="66993"/>
                  </a:lnTo>
                  <a:lnTo>
                    <a:pt x="199913" y="68827"/>
                  </a:lnTo>
                  <a:lnTo>
                    <a:pt x="201620" y="70194"/>
                  </a:lnTo>
                  <a:lnTo>
                    <a:pt x="202641" y="73321"/>
                  </a:lnTo>
                  <a:lnTo>
                    <a:pt x="204291" y="74827"/>
                  </a:lnTo>
                  <a:lnTo>
                    <a:pt x="205288" y="75998"/>
                  </a:lnTo>
                  <a:lnTo>
                    <a:pt x="205147" y="74018"/>
                  </a:lnTo>
                  <a:lnTo>
                    <a:pt x="203706" y="70046"/>
                  </a:lnTo>
                  <a:lnTo>
                    <a:pt x="204098" y="68459"/>
                  </a:lnTo>
                  <a:lnTo>
                    <a:pt x="205212" y="67664"/>
                  </a:lnTo>
                  <a:lnTo>
                    <a:pt x="208684" y="64328"/>
                  </a:lnTo>
                  <a:lnTo>
                    <a:pt x="211108" y="65440"/>
                  </a:lnTo>
                  <a:lnTo>
                    <a:pt x="212600" y="66426"/>
                  </a:lnTo>
                  <a:lnTo>
                    <a:pt x="213348" y="66165"/>
                  </a:lnTo>
                  <a:lnTo>
                    <a:pt x="215233" y="66302"/>
                  </a:lnTo>
                  <a:lnTo>
                    <a:pt x="218257" y="66840"/>
                  </a:lnTo>
                  <a:lnTo>
                    <a:pt x="221197" y="67772"/>
                  </a:lnTo>
                  <a:lnTo>
                    <a:pt x="224056" y="69101"/>
                  </a:lnTo>
                  <a:lnTo>
                    <a:pt x="226258" y="70653"/>
                  </a:lnTo>
                  <a:lnTo>
                    <a:pt x="227806" y="72434"/>
                  </a:lnTo>
                  <a:lnTo>
                    <a:pt x="228743" y="73664"/>
                  </a:lnTo>
                  <a:lnTo>
                    <a:pt x="229068" y="74346"/>
                  </a:lnTo>
                  <a:lnTo>
                    <a:pt x="229590" y="76120"/>
                  </a:lnTo>
                  <a:lnTo>
                    <a:pt x="229190" y="77299"/>
                  </a:lnTo>
                  <a:lnTo>
                    <a:pt x="227030" y="80016"/>
                  </a:lnTo>
                  <a:lnTo>
                    <a:pt x="225831" y="81249"/>
                  </a:lnTo>
                  <a:lnTo>
                    <a:pt x="224636" y="81804"/>
                  </a:lnTo>
                  <a:lnTo>
                    <a:pt x="221430" y="81260"/>
                  </a:lnTo>
                  <a:lnTo>
                    <a:pt x="220433" y="81570"/>
                  </a:lnTo>
                  <a:lnTo>
                    <a:pt x="219385" y="82425"/>
                  </a:lnTo>
                  <a:lnTo>
                    <a:pt x="216048" y="86164"/>
                  </a:lnTo>
                  <a:lnTo>
                    <a:pt x="214203" y="87781"/>
                  </a:lnTo>
                  <a:lnTo>
                    <a:pt x="212388" y="88811"/>
                  </a:lnTo>
                  <a:lnTo>
                    <a:pt x="211965" y="89357"/>
                  </a:lnTo>
                  <a:lnTo>
                    <a:pt x="215867" y="89305"/>
                  </a:lnTo>
                  <a:lnTo>
                    <a:pt x="216947" y="88192"/>
                  </a:lnTo>
                  <a:lnTo>
                    <a:pt x="217848" y="86109"/>
                  </a:lnTo>
                  <a:lnTo>
                    <a:pt x="219565" y="83959"/>
                  </a:lnTo>
                  <a:lnTo>
                    <a:pt x="222814" y="82971"/>
                  </a:lnTo>
                  <a:lnTo>
                    <a:pt x="227344" y="85090"/>
                  </a:lnTo>
                  <a:lnTo>
                    <a:pt x="229594" y="85005"/>
                  </a:lnTo>
                  <a:lnTo>
                    <a:pt x="231311" y="82878"/>
                  </a:lnTo>
                  <a:lnTo>
                    <a:pt x="233228" y="81430"/>
                  </a:lnTo>
                  <a:lnTo>
                    <a:pt x="233983" y="81143"/>
                  </a:lnTo>
                  <a:lnTo>
                    <a:pt x="234393" y="81303"/>
                  </a:lnTo>
                  <a:lnTo>
                    <a:pt x="235853" y="82813"/>
                  </a:lnTo>
                  <a:lnTo>
                    <a:pt x="236294" y="84161"/>
                  </a:lnTo>
                  <a:lnTo>
                    <a:pt x="236262" y="87239"/>
                  </a:lnTo>
                  <a:lnTo>
                    <a:pt x="236065" y="88171"/>
                  </a:lnTo>
                  <a:lnTo>
                    <a:pt x="234768" y="90495"/>
                  </a:lnTo>
                  <a:lnTo>
                    <a:pt x="231598" y="93985"/>
                  </a:lnTo>
                  <a:lnTo>
                    <a:pt x="229526" y="95295"/>
                  </a:lnTo>
                  <a:lnTo>
                    <a:pt x="227227" y="95999"/>
                  </a:lnTo>
                  <a:lnTo>
                    <a:pt x="224723" y="97184"/>
                  </a:lnTo>
                  <a:lnTo>
                    <a:pt x="223839" y="98139"/>
                  </a:lnTo>
                  <a:lnTo>
                    <a:pt x="222974" y="99494"/>
                  </a:lnTo>
                  <a:lnTo>
                    <a:pt x="222112" y="100400"/>
                  </a:lnTo>
                  <a:lnTo>
                    <a:pt x="221015" y="101153"/>
                  </a:lnTo>
                  <a:lnTo>
                    <a:pt x="222451" y="102257"/>
                  </a:lnTo>
                  <a:lnTo>
                    <a:pt x="223001" y="102227"/>
                  </a:lnTo>
                  <a:lnTo>
                    <a:pt x="223531" y="101566"/>
                  </a:lnTo>
                  <a:lnTo>
                    <a:pt x="224978" y="98963"/>
                  </a:lnTo>
                  <a:lnTo>
                    <a:pt x="226054" y="97829"/>
                  </a:lnTo>
                  <a:lnTo>
                    <a:pt x="226664" y="97591"/>
                  </a:lnTo>
                  <a:lnTo>
                    <a:pt x="227292" y="97699"/>
                  </a:lnTo>
                  <a:lnTo>
                    <a:pt x="227905" y="98210"/>
                  </a:lnTo>
                  <a:lnTo>
                    <a:pt x="228501" y="99122"/>
                  </a:lnTo>
                  <a:lnTo>
                    <a:pt x="228456" y="101341"/>
                  </a:lnTo>
                  <a:lnTo>
                    <a:pt x="226630" y="110129"/>
                  </a:lnTo>
                  <a:lnTo>
                    <a:pt x="226926" y="110103"/>
                  </a:lnTo>
                  <a:lnTo>
                    <a:pt x="228048" y="107719"/>
                  </a:lnTo>
                  <a:lnTo>
                    <a:pt x="231312" y="98568"/>
                  </a:lnTo>
                  <a:lnTo>
                    <a:pt x="232110" y="96735"/>
                  </a:lnTo>
                  <a:lnTo>
                    <a:pt x="233685" y="94887"/>
                  </a:lnTo>
                  <a:lnTo>
                    <a:pt x="237215" y="92089"/>
                  </a:lnTo>
                  <a:lnTo>
                    <a:pt x="239941" y="90625"/>
                  </a:lnTo>
                  <a:lnTo>
                    <a:pt x="243018" y="89393"/>
                  </a:lnTo>
                  <a:lnTo>
                    <a:pt x="244663" y="88935"/>
                  </a:lnTo>
                  <a:lnTo>
                    <a:pt x="246541" y="89244"/>
                  </a:lnTo>
                  <a:lnTo>
                    <a:pt x="247762" y="90683"/>
                  </a:lnTo>
                  <a:lnTo>
                    <a:pt x="249412" y="90941"/>
                  </a:lnTo>
                  <a:lnTo>
                    <a:pt x="251420" y="90583"/>
                  </a:lnTo>
                  <a:lnTo>
                    <a:pt x="252715" y="90755"/>
                  </a:lnTo>
                  <a:lnTo>
                    <a:pt x="254182" y="91325"/>
                  </a:lnTo>
                  <a:lnTo>
                    <a:pt x="255437" y="92391"/>
                  </a:lnTo>
                  <a:lnTo>
                    <a:pt x="257570" y="93601"/>
                  </a:lnTo>
                  <a:lnTo>
                    <a:pt x="262383" y="95872"/>
                  </a:lnTo>
                  <a:lnTo>
                    <a:pt x="262981" y="96350"/>
                  </a:lnTo>
                  <a:lnTo>
                    <a:pt x="263540" y="97210"/>
                  </a:lnTo>
                  <a:lnTo>
                    <a:pt x="264059" y="98454"/>
                  </a:lnTo>
                  <a:lnTo>
                    <a:pt x="263995" y="99684"/>
                  </a:lnTo>
                  <a:lnTo>
                    <a:pt x="263347" y="100904"/>
                  </a:lnTo>
                  <a:lnTo>
                    <a:pt x="262544" y="101646"/>
                  </a:lnTo>
                  <a:lnTo>
                    <a:pt x="261584" y="101918"/>
                  </a:lnTo>
                  <a:lnTo>
                    <a:pt x="260591" y="102582"/>
                  </a:lnTo>
                  <a:lnTo>
                    <a:pt x="258753" y="104319"/>
                  </a:lnTo>
                  <a:lnTo>
                    <a:pt x="258152" y="104613"/>
                  </a:lnTo>
                  <a:lnTo>
                    <a:pt x="255270" y="105360"/>
                  </a:lnTo>
                  <a:lnTo>
                    <a:pt x="252597" y="105725"/>
                  </a:lnTo>
                  <a:lnTo>
                    <a:pt x="250928" y="106425"/>
                  </a:lnTo>
                  <a:lnTo>
                    <a:pt x="247719" y="108311"/>
                  </a:lnTo>
                  <a:lnTo>
                    <a:pt x="243302" y="111811"/>
                  </a:lnTo>
                  <a:lnTo>
                    <a:pt x="243347" y="112645"/>
                  </a:lnTo>
                  <a:lnTo>
                    <a:pt x="245110" y="113046"/>
                  </a:lnTo>
                  <a:lnTo>
                    <a:pt x="246539" y="112518"/>
                  </a:lnTo>
                  <a:lnTo>
                    <a:pt x="248504" y="110100"/>
                  </a:lnTo>
                  <a:lnTo>
                    <a:pt x="250351" y="109175"/>
                  </a:lnTo>
                  <a:lnTo>
                    <a:pt x="253238" y="108435"/>
                  </a:lnTo>
                  <a:lnTo>
                    <a:pt x="257231" y="107789"/>
                  </a:lnTo>
                  <a:lnTo>
                    <a:pt x="258941" y="107890"/>
                  </a:lnTo>
                  <a:lnTo>
                    <a:pt x="259249" y="108020"/>
                  </a:lnTo>
                  <a:lnTo>
                    <a:pt x="259472" y="108591"/>
                  </a:lnTo>
                  <a:lnTo>
                    <a:pt x="259610" y="109601"/>
                  </a:lnTo>
                  <a:lnTo>
                    <a:pt x="258956" y="110920"/>
                  </a:lnTo>
                  <a:lnTo>
                    <a:pt x="258199" y="111543"/>
                  </a:lnTo>
                  <a:lnTo>
                    <a:pt x="256137" y="114527"/>
                  </a:lnTo>
                  <a:lnTo>
                    <a:pt x="257493" y="115301"/>
                  </a:lnTo>
                  <a:lnTo>
                    <a:pt x="259357" y="115636"/>
                  </a:lnTo>
                  <a:lnTo>
                    <a:pt x="260421" y="114837"/>
                  </a:lnTo>
                  <a:lnTo>
                    <a:pt x="261383" y="113004"/>
                  </a:lnTo>
                  <a:lnTo>
                    <a:pt x="262461" y="111989"/>
                  </a:lnTo>
                  <a:lnTo>
                    <a:pt x="263657" y="111788"/>
                  </a:lnTo>
                  <a:lnTo>
                    <a:pt x="264707" y="111322"/>
                  </a:lnTo>
                  <a:lnTo>
                    <a:pt x="265614" y="110589"/>
                  </a:lnTo>
                  <a:lnTo>
                    <a:pt x="265860" y="110110"/>
                  </a:lnTo>
                  <a:lnTo>
                    <a:pt x="264542" y="109159"/>
                  </a:lnTo>
                  <a:lnTo>
                    <a:pt x="264438" y="108581"/>
                  </a:lnTo>
                  <a:lnTo>
                    <a:pt x="264975" y="107160"/>
                  </a:lnTo>
                  <a:lnTo>
                    <a:pt x="265945" y="105587"/>
                  </a:lnTo>
                  <a:lnTo>
                    <a:pt x="266955" y="104609"/>
                  </a:lnTo>
                  <a:lnTo>
                    <a:pt x="267705" y="104531"/>
                  </a:lnTo>
                  <a:lnTo>
                    <a:pt x="270188" y="105578"/>
                  </a:lnTo>
                  <a:lnTo>
                    <a:pt x="271886" y="107409"/>
                  </a:lnTo>
                  <a:lnTo>
                    <a:pt x="276180" y="112888"/>
                  </a:lnTo>
                  <a:lnTo>
                    <a:pt x="276732" y="113951"/>
                  </a:lnTo>
                  <a:lnTo>
                    <a:pt x="278225" y="118021"/>
                  </a:lnTo>
                  <a:lnTo>
                    <a:pt x="278508" y="119830"/>
                  </a:lnTo>
                  <a:lnTo>
                    <a:pt x="278263" y="121090"/>
                  </a:lnTo>
                  <a:lnTo>
                    <a:pt x="277911" y="121862"/>
                  </a:lnTo>
                  <a:lnTo>
                    <a:pt x="277453" y="122140"/>
                  </a:lnTo>
                  <a:lnTo>
                    <a:pt x="276509" y="122149"/>
                  </a:lnTo>
                  <a:lnTo>
                    <a:pt x="270787" y="120483"/>
                  </a:lnTo>
                  <a:lnTo>
                    <a:pt x="268176" y="120699"/>
                  </a:lnTo>
                  <a:lnTo>
                    <a:pt x="267036" y="121165"/>
                  </a:lnTo>
                  <a:lnTo>
                    <a:pt x="266116" y="121865"/>
                  </a:lnTo>
                  <a:lnTo>
                    <a:pt x="265402" y="122746"/>
                  </a:lnTo>
                  <a:lnTo>
                    <a:pt x="264893" y="123813"/>
                  </a:lnTo>
                  <a:lnTo>
                    <a:pt x="263891" y="124413"/>
                  </a:lnTo>
                  <a:lnTo>
                    <a:pt x="260261" y="124435"/>
                  </a:lnTo>
                  <a:lnTo>
                    <a:pt x="258223" y="125029"/>
                  </a:lnTo>
                  <a:lnTo>
                    <a:pt x="254721" y="126477"/>
                  </a:lnTo>
                  <a:lnTo>
                    <a:pt x="253463" y="127278"/>
                  </a:lnTo>
                  <a:lnTo>
                    <a:pt x="253182" y="128327"/>
                  </a:lnTo>
                  <a:lnTo>
                    <a:pt x="255325" y="128144"/>
                  </a:lnTo>
                  <a:lnTo>
                    <a:pt x="258855" y="126782"/>
                  </a:lnTo>
                  <a:lnTo>
                    <a:pt x="262173" y="126395"/>
                  </a:lnTo>
                  <a:lnTo>
                    <a:pt x="267716" y="129392"/>
                  </a:lnTo>
                  <a:lnTo>
                    <a:pt x="269543" y="129858"/>
                  </a:lnTo>
                  <a:lnTo>
                    <a:pt x="270560" y="129427"/>
                  </a:lnTo>
                  <a:lnTo>
                    <a:pt x="271783" y="129293"/>
                  </a:lnTo>
                  <a:lnTo>
                    <a:pt x="276214" y="129492"/>
                  </a:lnTo>
                  <a:lnTo>
                    <a:pt x="277725" y="129858"/>
                  </a:lnTo>
                  <a:lnTo>
                    <a:pt x="279970" y="131008"/>
                  </a:lnTo>
                  <a:lnTo>
                    <a:pt x="283405" y="133506"/>
                  </a:lnTo>
                  <a:lnTo>
                    <a:pt x="284064" y="134239"/>
                  </a:lnTo>
                  <a:lnTo>
                    <a:pt x="284448" y="135011"/>
                  </a:lnTo>
                  <a:lnTo>
                    <a:pt x="284558" y="135817"/>
                  </a:lnTo>
                  <a:lnTo>
                    <a:pt x="284521" y="137808"/>
                  </a:lnTo>
                  <a:lnTo>
                    <a:pt x="284178" y="138483"/>
                  </a:lnTo>
                  <a:lnTo>
                    <a:pt x="283015" y="138941"/>
                  </a:lnTo>
                  <a:lnTo>
                    <a:pt x="278077" y="138411"/>
                  </a:lnTo>
                  <a:lnTo>
                    <a:pt x="276571" y="137996"/>
                  </a:lnTo>
                  <a:lnTo>
                    <a:pt x="274716" y="138519"/>
                  </a:lnTo>
                  <a:lnTo>
                    <a:pt x="273212" y="138336"/>
                  </a:lnTo>
                  <a:lnTo>
                    <a:pt x="271289" y="137537"/>
                  </a:lnTo>
                  <a:lnTo>
                    <a:pt x="269175" y="136121"/>
                  </a:lnTo>
                  <a:lnTo>
                    <a:pt x="266010" y="137465"/>
                  </a:lnTo>
                  <a:lnTo>
                    <a:pt x="263474" y="136592"/>
                  </a:lnTo>
                  <a:lnTo>
                    <a:pt x="260883" y="137367"/>
                  </a:lnTo>
                  <a:lnTo>
                    <a:pt x="255743" y="140558"/>
                  </a:lnTo>
                  <a:lnTo>
                    <a:pt x="256318" y="141109"/>
                  </a:lnTo>
                  <a:lnTo>
                    <a:pt x="263361" y="138369"/>
                  </a:lnTo>
                  <a:lnTo>
                    <a:pt x="264721" y="138537"/>
                  </a:lnTo>
                  <a:lnTo>
                    <a:pt x="266947" y="139535"/>
                  </a:lnTo>
                  <a:lnTo>
                    <a:pt x="270465" y="141505"/>
                  </a:lnTo>
                  <a:lnTo>
                    <a:pt x="271451" y="142311"/>
                  </a:lnTo>
                  <a:lnTo>
                    <a:pt x="271460" y="145409"/>
                  </a:lnTo>
                  <a:lnTo>
                    <a:pt x="270922" y="147492"/>
                  </a:lnTo>
                  <a:lnTo>
                    <a:pt x="269849" y="149837"/>
                  </a:lnTo>
                  <a:lnTo>
                    <a:pt x="268235" y="149521"/>
                  </a:lnTo>
                  <a:lnTo>
                    <a:pt x="264474" y="148062"/>
                  </a:lnTo>
                  <a:lnTo>
                    <a:pt x="262936" y="147862"/>
                  </a:lnTo>
                  <a:lnTo>
                    <a:pt x="261810" y="148100"/>
                  </a:lnTo>
                  <a:lnTo>
                    <a:pt x="260300" y="149029"/>
                  </a:lnTo>
                  <a:lnTo>
                    <a:pt x="259586" y="149062"/>
                  </a:lnTo>
                  <a:lnTo>
                    <a:pt x="253571" y="147212"/>
                  </a:lnTo>
                  <a:lnTo>
                    <a:pt x="252219" y="147124"/>
                  </a:lnTo>
                  <a:lnTo>
                    <a:pt x="252062" y="147313"/>
                  </a:lnTo>
                  <a:lnTo>
                    <a:pt x="252349" y="147680"/>
                  </a:lnTo>
                  <a:lnTo>
                    <a:pt x="257805" y="150547"/>
                  </a:lnTo>
                  <a:lnTo>
                    <a:pt x="261836" y="150860"/>
                  </a:lnTo>
                  <a:lnTo>
                    <a:pt x="264364" y="151356"/>
                  </a:lnTo>
                  <a:lnTo>
                    <a:pt x="265861" y="152231"/>
                  </a:lnTo>
                  <a:lnTo>
                    <a:pt x="266567" y="152878"/>
                  </a:lnTo>
                  <a:lnTo>
                    <a:pt x="266617" y="154797"/>
                  </a:lnTo>
                  <a:lnTo>
                    <a:pt x="267963" y="156729"/>
                  </a:lnTo>
                  <a:lnTo>
                    <a:pt x="269175" y="157514"/>
                  </a:lnTo>
                  <a:lnTo>
                    <a:pt x="269948" y="157550"/>
                  </a:lnTo>
                  <a:lnTo>
                    <a:pt x="271277" y="156839"/>
                  </a:lnTo>
                  <a:lnTo>
                    <a:pt x="272618" y="156729"/>
                  </a:lnTo>
                  <a:lnTo>
                    <a:pt x="273703" y="157224"/>
                  </a:lnTo>
                  <a:lnTo>
                    <a:pt x="275061" y="158291"/>
                  </a:lnTo>
                  <a:lnTo>
                    <a:pt x="276704" y="158589"/>
                  </a:lnTo>
                  <a:lnTo>
                    <a:pt x="278145" y="159237"/>
                  </a:lnTo>
                  <a:lnTo>
                    <a:pt x="279258" y="159367"/>
                  </a:lnTo>
                  <a:lnTo>
                    <a:pt x="282389" y="159067"/>
                  </a:lnTo>
                  <a:lnTo>
                    <a:pt x="283748" y="159476"/>
                  </a:lnTo>
                  <a:lnTo>
                    <a:pt x="284099" y="159833"/>
                  </a:lnTo>
                  <a:lnTo>
                    <a:pt x="283508" y="160455"/>
                  </a:lnTo>
                  <a:lnTo>
                    <a:pt x="280646" y="161947"/>
                  </a:lnTo>
                  <a:lnTo>
                    <a:pt x="280211" y="163368"/>
                  </a:lnTo>
                  <a:lnTo>
                    <a:pt x="281826" y="165216"/>
                  </a:lnTo>
                  <a:lnTo>
                    <a:pt x="282673" y="166631"/>
                  </a:lnTo>
                  <a:lnTo>
                    <a:pt x="282632" y="167687"/>
                  </a:lnTo>
                  <a:lnTo>
                    <a:pt x="281769" y="170093"/>
                  </a:lnTo>
                  <a:lnTo>
                    <a:pt x="281550" y="171061"/>
                  </a:lnTo>
                  <a:lnTo>
                    <a:pt x="281834" y="171139"/>
                  </a:lnTo>
                  <a:lnTo>
                    <a:pt x="283915" y="169191"/>
                  </a:lnTo>
                  <a:lnTo>
                    <a:pt x="284240" y="169441"/>
                  </a:lnTo>
                  <a:lnTo>
                    <a:pt x="284457" y="172139"/>
                  </a:lnTo>
                  <a:lnTo>
                    <a:pt x="284723" y="171986"/>
                  </a:lnTo>
                  <a:lnTo>
                    <a:pt x="285421" y="169752"/>
                  </a:lnTo>
                  <a:lnTo>
                    <a:pt x="285110" y="166779"/>
                  </a:lnTo>
                  <a:lnTo>
                    <a:pt x="286331" y="165606"/>
                  </a:lnTo>
                  <a:lnTo>
                    <a:pt x="290211" y="164717"/>
                  </a:lnTo>
                  <a:lnTo>
                    <a:pt x="289554" y="169377"/>
                  </a:lnTo>
                  <a:lnTo>
                    <a:pt x="289452" y="171798"/>
                  </a:lnTo>
                  <a:lnTo>
                    <a:pt x="287756" y="175831"/>
                  </a:lnTo>
                  <a:lnTo>
                    <a:pt x="286341" y="177131"/>
                  </a:lnTo>
                  <a:lnTo>
                    <a:pt x="286383" y="177401"/>
                  </a:lnTo>
                  <a:lnTo>
                    <a:pt x="287389" y="177913"/>
                  </a:lnTo>
                  <a:lnTo>
                    <a:pt x="288018" y="177969"/>
                  </a:lnTo>
                  <a:lnTo>
                    <a:pt x="288620" y="177339"/>
                  </a:lnTo>
                  <a:lnTo>
                    <a:pt x="290055" y="174222"/>
                  </a:lnTo>
                  <a:lnTo>
                    <a:pt x="292972" y="170977"/>
                  </a:lnTo>
                  <a:lnTo>
                    <a:pt x="293502" y="170907"/>
                  </a:lnTo>
                  <a:lnTo>
                    <a:pt x="293482" y="172081"/>
                  </a:lnTo>
                  <a:lnTo>
                    <a:pt x="293106" y="174261"/>
                  </a:lnTo>
                  <a:lnTo>
                    <a:pt x="294453" y="175283"/>
                  </a:lnTo>
                  <a:lnTo>
                    <a:pt x="295738" y="174271"/>
                  </a:lnTo>
                  <a:lnTo>
                    <a:pt x="296435" y="173397"/>
                  </a:lnTo>
                  <a:lnTo>
                    <a:pt x="298048" y="173525"/>
                  </a:lnTo>
                  <a:lnTo>
                    <a:pt x="298783" y="173941"/>
                  </a:lnTo>
                  <a:lnTo>
                    <a:pt x="299002" y="174903"/>
                  </a:lnTo>
                  <a:lnTo>
                    <a:pt x="298259" y="178931"/>
                  </a:lnTo>
                  <a:lnTo>
                    <a:pt x="298395" y="179929"/>
                  </a:lnTo>
                  <a:lnTo>
                    <a:pt x="300097" y="182611"/>
                  </a:lnTo>
                  <a:lnTo>
                    <a:pt x="300269" y="182451"/>
                  </a:lnTo>
                  <a:lnTo>
                    <a:pt x="299948" y="181156"/>
                  </a:lnTo>
                  <a:lnTo>
                    <a:pt x="299597" y="177958"/>
                  </a:lnTo>
                  <a:lnTo>
                    <a:pt x="299925" y="176571"/>
                  </a:lnTo>
                  <a:lnTo>
                    <a:pt x="301326" y="174791"/>
                  </a:lnTo>
                  <a:lnTo>
                    <a:pt x="304202" y="172228"/>
                  </a:lnTo>
                  <a:lnTo>
                    <a:pt x="305268" y="171720"/>
                  </a:lnTo>
                  <a:lnTo>
                    <a:pt x="305934" y="172068"/>
                  </a:lnTo>
                  <a:lnTo>
                    <a:pt x="306992" y="173299"/>
                  </a:lnTo>
                  <a:lnTo>
                    <a:pt x="306662" y="174033"/>
                  </a:lnTo>
                  <a:lnTo>
                    <a:pt x="305518" y="174802"/>
                  </a:lnTo>
                  <a:lnTo>
                    <a:pt x="304670" y="176193"/>
                  </a:lnTo>
                  <a:lnTo>
                    <a:pt x="304116" y="178209"/>
                  </a:lnTo>
                  <a:lnTo>
                    <a:pt x="304730" y="179281"/>
                  </a:lnTo>
                  <a:lnTo>
                    <a:pt x="307060" y="179377"/>
                  </a:lnTo>
                  <a:lnTo>
                    <a:pt x="309401" y="177724"/>
                  </a:lnTo>
                  <a:lnTo>
                    <a:pt x="310745" y="178538"/>
                  </a:lnTo>
                  <a:lnTo>
                    <a:pt x="312343" y="180688"/>
                  </a:lnTo>
                  <a:lnTo>
                    <a:pt x="315270" y="184143"/>
                  </a:lnTo>
                  <a:lnTo>
                    <a:pt x="316937" y="183201"/>
                  </a:lnTo>
                  <a:lnTo>
                    <a:pt x="319000" y="185825"/>
                  </a:lnTo>
                  <a:lnTo>
                    <a:pt x="316230" y="187907"/>
                  </a:lnTo>
                  <a:lnTo>
                    <a:pt x="317077" y="192289"/>
                  </a:lnTo>
                  <a:lnTo>
                    <a:pt x="313478" y="192108"/>
                  </a:lnTo>
                  <a:lnTo>
                    <a:pt x="311455" y="192451"/>
                  </a:lnTo>
                  <a:lnTo>
                    <a:pt x="310100" y="192057"/>
                  </a:lnTo>
                  <a:lnTo>
                    <a:pt x="308644" y="192194"/>
                  </a:lnTo>
                  <a:lnTo>
                    <a:pt x="309993" y="193228"/>
                  </a:lnTo>
                  <a:lnTo>
                    <a:pt x="312593" y="193655"/>
                  </a:lnTo>
                  <a:lnTo>
                    <a:pt x="312830" y="194983"/>
                  </a:lnTo>
                  <a:lnTo>
                    <a:pt x="314871" y="194950"/>
                  </a:lnTo>
                  <a:lnTo>
                    <a:pt x="316403" y="194694"/>
                  </a:lnTo>
                  <a:lnTo>
                    <a:pt x="319170" y="194748"/>
                  </a:lnTo>
                  <a:lnTo>
                    <a:pt x="319318" y="193224"/>
                  </a:lnTo>
                  <a:lnTo>
                    <a:pt x="321117" y="192354"/>
                  </a:lnTo>
                  <a:lnTo>
                    <a:pt x="322151" y="191396"/>
                  </a:lnTo>
                  <a:lnTo>
                    <a:pt x="323011" y="191963"/>
                  </a:lnTo>
                  <a:lnTo>
                    <a:pt x="325512" y="192614"/>
                  </a:lnTo>
                  <a:lnTo>
                    <a:pt x="328872" y="195608"/>
                  </a:lnTo>
                  <a:lnTo>
                    <a:pt x="327392" y="197400"/>
                  </a:lnTo>
                  <a:lnTo>
                    <a:pt x="326989" y="199094"/>
                  </a:lnTo>
                  <a:lnTo>
                    <a:pt x="326491" y="200528"/>
                  </a:lnTo>
                  <a:lnTo>
                    <a:pt x="326212" y="201823"/>
                  </a:lnTo>
                  <a:lnTo>
                    <a:pt x="325622" y="202715"/>
                  </a:lnTo>
                  <a:lnTo>
                    <a:pt x="320811" y="207801"/>
                  </a:lnTo>
                  <a:lnTo>
                    <a:pt x="321607" y="207847"/>
                  </a:lnTo>
                  <a:lnTo>
                    <a:pt x="323643" y="206618"/>
                  </a:lnTo>
                  <a:lnTo>
                    <a:pt x="327610" y="204788"/>
                  </a:lnTo>
                  <a:lnTo>
                    <a:pt x="329821" y="204051"/>
                  </a:lnTo>
                  <a:lnTo>
                    <a:pt x="331392" y="204540"/>
                  </a:lnTo>
                  <a:lnTo>
                    <a:pt x="332187" y="204562"/>
                  </a:lnTo>
                  <a:lnTo>
                    <a:pt x="332890" y="203908"/>
                  </a:lnTo>
                  <a:lnTo>
                    <a:pt x="334201" y="204661"/>
                  </a:lnTo>
                  <a:lnTo>
                    <a:pt x="336921" y="205348"/>
                  </a:lnTo>
                  <a:lnTo>
                    <a:pt x="340042" y="201171"/>
                  </a:lnTo>
                  <a:lnTo>
                    <a:pt x="341932" y="201989"/>
                  </a:lnTo>
                  <a:lnTo>
                    <a:pt x="343692" y="204569"/>
                  </a:lnTo>
                  <a:lnTo>
                    <a:pt x="347463" y="209098"/>
                  </a:lnTo>
                  <a:lnTo>
                    <a:pt x="349429" y="211736"/>
                  </a:lnTo>
                  <a:lnTo>
                    <a:pt x="350083" y="212932"/>
                  </a:lnTo>
                  <a:lnTo>
                    <a:pt x="349992" y="214110"/>
                  </a:lnTo>
                  <a:lnTo>
                    <a:pt x="348214" y="215359"/>
                  </a:lnTo>
                  <a:lnTo>
                    <a:pt x="347303" y="215610"/>
                  </a:lnTo>
                  <a:lnTo>
                    <a:pt x="344911" y="213255"/>
                  </a:lnTo>
                  <a:lnTo>
                    <a:pt x="342712" y="212063"/>
                  </a:lnTo>
                  <a:lnTo>
                    <a:pt x="341375" y="212191"/>
                  </a:lnTo>
                  <a:lnTo>
                    <a:pt x="340045" y="213099"/>
                  </a:lnTo>
                  <a:lnTo>
                    <a:pt x="340460" y="213605"/>
                  </a:lnTo>
                  <a:lnTo>
                    <a:pt x="345782" y="217234"/>
                  </a:lnTo>
                  <a:lnTo>
                    <a:pt x="346711" y="219912"/>
                  </a:lnTo>
                  <a:lnTo>
                    <a:pt x="346779" y="221082"/>
                  </a:lnTo>
                  <a:lnTo>
                    <a:pt x="343222" y="222857"/>
                  </a:lnTo>
                  <a:lnTo>
                    <a:pt x="342081" y="222961"/>
                  </a:lnTo>
                  <a:lnTo>
                    <a:pt x="339618" y="222114"/>
                  </a:lnTo>
                  <a:lnTo>
                    <a:pt x="338174" y="220533"/>
                  </a:lnTo>
                  <a:lnTo>
                    <a:pt x="336984" y="219961"/>
                  </a:lnTo>
                  <a:lnTo>
                    <a:pt x="335335" y="219773"/>
                  </a:lnTo>
                  <a:lnTo>
                    <a:pt x="334807" y="220079"/>
                  </a:lnTo>
                  <a:lnTo>
                    <a:pt x="336605" y="222766"/>
                  </a:lnTo>
                  <a:lnTo>
                    <a:pt x="336432" y="223574"/>
                  </a:lnTo>
                  <a:lnTo>
                    <a:pt x="335504" y="224096"/>
                  </a:lnTo>
                  <a:lnTo>
                    <a:pt x="335046" y="225393"/>
                  </a:lnTo>
                  <a:lnTo>
                    <a:pt x="338598" y="227729"/>
                  </a:lnTo>
                  <a:lnTo>
                    <a:pt x="341257" y="230105"/>
                  </a:lnTo>
                  <a:lnTo>
                    <a:pt x="341651" y="231058"/>
                  </a:lnTo>
                  <a:lnTo>
                    <a:pt x="339858" y="231765"/>
                  </a:lnTo>
                  <a:lnTo>
                    <a:pt x="338571" y="231928"/>
                  </a:lnTo>
                  <a:lnTo>
                    <a:pt x="335848" y="231585"/>
                  </a:lnTo>
                  <a:lnTo>
                    <a:pt x="334354" y="231084"/>
                  </a:lnTo>
                  <a:lnTo>
                    <a:pt x="333942" y="231621"/>
                  </a:lnTo>
                  <a:lnTo>
                    <a:pt x="335487" y="232868"/>
                  </a:lnTo>
                  <a:lnTo>
                    <a:pt x="336084" y="233711"/>
                  </a:lnTo>
                  <a:lnTo>
                    <a:pt x="336548" y="234886"/>
                  </a:lnTo>
                  <a:lnTo>
                    <a:pt x="336818" y="235992"/>
                  </a:lnTo>
                  <a:lnTo>
                    <a:pt x="336893" y="237027"/>
                  </a:lnTo>
                  <a:lnTo>
                    <a:pt x="335630" y="237878"/>
                  </a:lnTo>
                  <a:lnTo>
                    <a:pt x="334111" y="240267"/>
                  </a:lnTo>
                  <a:lnTo>
                    <a:pt x="333519" y="242741"/>
                  </a:lnTo>
                  <a:lnTo>
                    <a:pt x="332143" y="242976"/>
                  </a:lnTo>
                  <a:lnTo>
                    <a:pt x="331588" y="242511"/>
                  </a:lnTo>
                  <a:lnTo>
                    <a:pt x="329740" y="243260"/>
                  </a:lnTo>
                  <a:lnTo>
                    <a:pt x="327302" y="242227"/>
                  </a:lnTo>
                  <a:lnTo>
                    <a:pt x="326428" y="241097"/>
                  </a:lnTo>
                  <a:lnTo>
                    <a:pt x="323771" y="236444"/>
                  </a:lnTo>
                  <a:lnTo>
                    <a:pt x="323702" y="236966"/>
                  </a:lnTo>
                  <a:lnTo>
                    <a:pt x="324367" y="239317"/>
                  </a:lnTo>
                  <a:lnTo>
                    <a:pt x="324232" y="240712"/>
                  </a:lnTo>
                  <a:lnTo>
                    <a:pt x="321416" y="241725"/>
                  </a:lnTo>
                  <a:lnTo>
                    <a:pt x="321427" y="242119"/>
                  </a:lnTo>
                  <a:lnTo>
                    <a:pt x="323155" y="242856"/>
                  </a:lnTo>
                  <a:lnTo>
                    <a:pt x="325249" y="243426"/>
                  </a:lnTo>
                  <a:lnTo>
                    <a:pt x="324922" y="245599"/>
                  </a:lnTo>
                  <a:lnTo>
                    <a:pt x="324933" y="254862"/>
                  </a:lnTo>
                  <a:lnTo>
                    <a:pt x="324464" y="258150"/>
                  </a:lnTo>
                  <a:lnTo>
                    <a:pt x="323440" y="261022"/>
                  </a:lnTo>
                  <a:lnTo>
                    <a:pt x="321969" y="263775"/>
                  </a:lnTo>
                  <a:lnTo>
                    <a:pt x="320377" y="261972"/>
                  </a:lnTo>
                  <a:lnTo>
                    <a:pt x="319741" y="260132"/>
                  </a:lnTo>
                  <a:lnTo>
                    <a:pt x="319207" y="259188"/>
                  </a:lnTo>
                  <a:lnTo>
                    <a:pt x="318446" y="258421"/>
                  </a:lnTo>
                  <a:lnTo>
                    <a:pt x="317463" y="258060"/>
                  </a:lnTo>
                  <a:lnTo>
                    <a:pt x="316425" y="258047"/>
                  </a:lnTo>
                  <a:lnTo>
                    <a:pt x="315323" y="259695"/>
                  </a:lnTo>
                  <a:lnTo>
                    <a:pt x="314122" y="258273"/>
                  </a:lnTo>
                  <a:lnTo>
                    <a:pt x="312961" y="256555"/>
                  </a:lnTo>
                  <a:lnTo>
                    <a:pt x="313399" y="252060"/>
                  </a:lnTo>
                  <a:lnTo>
                    <a:pt x="313887" y="249807"/>
                  </a:lnTo>
                  <a:lnTo>
                    <a:pt x="313692" y="249825"/>
                  </a:lnTo>
                  <a:lnTo>
                    <a:pt x="313031" y="250890"/>
                  </a:lnTo>
                  <a:lnTo>
                    <a:pt x="311448" y="254182"/>
                  </a:lnTo>
                  <a:lnTo>
                    <a:pt x="310409" y="258205"/>
                  </a:lnTo>
                  <a:lnTo>
                    <a:pt x="309065" y="256658"/>
                  </a:lnTo>
                  <a:lnTo>
                    <a:pt x="307853" y="254733"/>
                  </a:lnTo>
                  <a:lnTo>
                    <a:pt x="306852" y="252798"/>
                  </a:lnTo>
                  <a:lnTo>
                    <a:pt x="305235" y="250566"/>
                  </a:lnTo>
                  <a:lnTo>
                    <a:pt x="303665" y="247946"/>
                  </a:lnTo>
                  <a:lnTo>
                    <a:pt x="302846" y="244861"/>
                  </a:lnTo>
                  <a:lnTo>
                    <a:pt x="302464" y="244226"/>
                  </a:lnTo>
                  <a:lnTo>
                    <a:pt x="301550" y="241655"/>
                  </a:lnTo>
                  <a:lnTo>
                    <a:pt x="301191" y="240921"/>
                  </a:lnTo>
                  <a:lnTo>
                    <a:pt x="300875" y="240677"/>
                  </a:lnTo>
                  <a:lnTo>
                    <a:pt x="300092" y="239074"/>
                  </a:lnTo>
                  <a:lnTo>
                    <a:pt x="300379" y="237359"/>
                  </a:lnTo>
                  <a:lnTo>
                    <a:pt x="301612" y="235332"/>
                  </a:lnTo>
                  <a:lnTo>
                    <a:pt x="302734" y="233876"/>
                  </a:lnTo>
                  <a:lnTo>
                    <a:pt x="304594" y="232440"/>
                  </a:lnTo>
                  <a:lnTo>
                    <a:pt x="306770" y="231631"/>
                  </a:lnTo>
                  <a:lnTo>
                    <a:pt x="307759" y="229780"/>
                  </a:lnTo>
                  <a:lnTo>
                    <a:pt x="308972" y="226406"/>
                  </a:lnTo>
                  <a:lnTo>
                    <a:pt x="310301" y="224059"/>
                  </a:lnTo>
                  <a:lnTo>
                    <a:pt x="311746" y="222730"/>
                  </a:lnTo>
                  <a:lnTo>
                    <a:pt x="311027" y="222483"/>
                  </a:lnTo>
                  <a:lnTo>
                    <a:pt x="309189" y="223620"/>
                  </a:lnTo>
                  <a:lnTo>
                    <a:pt x="307898" y="225278"/>
                  </a:lnTo>
                  <a:lnTo>
                    <a:pt x="306361" y="228041"/>
                  </a:lnTo>
                  <a:lnTo>
                    <a:pt x="304932" y="229804"/>
                  </a:lnTo>
                  <a:lnTo>
                    <a:pt x="301265" y="231851"/>
                  </a:lnTo>
                  <a:lnTo>
                    <a:pt x="299922" y="232261"/>
                  </a:lnTo>
                  <a:lnTo>
                    <a:pt x="298361" y="232479"/>
                  </a:lnTo>
                  <a:lnTo>
                    <a:pt x="294924" y="232192"/>
                  </a:lnTo>
                  <a:lnTo>
                    <a:pt x="294127" y="231504"/>
                  </a:lnTo>
                  <a:lnTo>
                    <a:pt x="294540" y="229547"/>
                  </a:lnTo>
                  <a:lnTo>
                    <a:pt x="296988" y="226051"/>
                  </a:lnTo>
                  <a:lnTo>
                    <a:pt x="296597" y="225805"/>
                  </a:lnTo>
                  <a:lnTo>
                    <a:pt x="295737" y="227042"/>
                  </a:lnTo>
                  <a:lnTo>
                    <a:pt x="294555" y="227898"/>
                  </a:lnTo>
                  <a:lnTo>
                    <a:pt x="293530" y="228335"/>
                  </a:lnTo>
                  <a:lnTo>
                    <a:pt x="292023" y="228179"/>
                  </a:lnTo>
                  <a:lnTo>
                    <a:pt x="290257" y="226002"/>
                  </a:lnTo>
                  <a:lnTo>
                    <a:pt x="289419" y="225331"/>
                  </a:lnTo>
                  <a:lnTo>
                    <a:pt x="287691" y="224581"/>
                  </a:lnTo>
                  <a:lnTo>
                    <a:pt x="286987" y="223835"/>
                  </a:lnTo>
                  <a:lnTo>
                    <a:pt x="284119" y="218495"/>
                  </a:lnTo>
                  <a:lnTo>
                    <a:pt x="283540" y="217075"/>
                  </a:lnTo>
                  <a:lnTo>
                    <a:pt x="283203" y="215682"/>
                  </a:lnTo>
                  <a:lnTo>
                    <a:pt x="282283" y="214510"/>
                  </a:lnTo>
                  <a:lnTo>
                    <a:pt x="280779" y="213559"/>
                  </a:lnTo>
                  <a:lnTo>
                    <a:pt x="280432" y="213715"/>
                  </a:lnTo>
                  <a:lnTo>
                    <a:pt x="280973" y="214907"/>
                  </a:lnTo>
                  <a:lnTo>
                    <a:pt x="280990" y="215933"/>
                  </a:lnTo>
                  <a:lnTo>
                    <a:pt x="279676" y="216573"/>
                  </a:lnTo>
                  <a:lnTo>
                    <a:pt x="278301" y="216351"/>
                  </a:lnTo>
                  <a:lnTo>
                    <a:pt x="276867" y="215266"/>
                  </a:lnTo>
                  <a:lnTo>
                    <a:pt x="276741" y="216725"/>
                  </a:lnTo>
                  <a:lnTo>
                    <a:pt x="278276" y="219313"/>
                  </a:lnTo>
                  <a:lnTo>
                    <a:pt x="278300" y="222594"/>
                  </a:lnTo>
                  <a:lnTo>
                    <a:pt x="277865" y="222933"/>
                  </a:lnTo>
                  <a:lnTo>
                    <a:pt x="276819" y="223125"/>
                  </a:lnTo>
                  <a:lnTo>
                    <a:pt x="276117" y="222720"/>
                  </a:lnTo>
                  <a:lnTo>
                    <a:pt x="273791" y="220268"/>
                  </a:lnTo>
                  <a:lnTo>
                    <a:pt x="271585" y="218561"/>
                  </a:lnTo>
                  <a:lnTo>
                    <a:pt x="270028" y="217618"/>
                  </a:lnTo>
                  <a:lnTo>
                    <a:pt x="269846" y="218289"/>
                  </a:lnTo>
                  <a:lnTo>
                    <a:pt x="270856" y="221247"/>
                  </a:lnTo>
                  <a:lnTo>
                    <a:pt x="272027" y="224164"/>
                  </a:lnTo>
                  <a:lnTo>
                    <a:pt x="273943" y="226569"/>
                  </a:lnTo>
                  <a:lnTo>
                    <a:pt x="276996" y="229433"/>
                  </a:lnTo>
                  <a:lnTo>
                    <a:pt x="278380" y="231084"/>
                  </a:lnTo>
                  <a:lnTo>
                    <a:pt x="277289" y="233414"/>
                  </a:lnTo>
                  <a:lnTo>
                    <a:pt x="276342" y="234177"/>
                  </a:lnTo>
                  <a:lnTo>
                    <a:pt x="275753" y="234414"/>
                  </a:lnTo>
                  <a:lnTo>
                    <a:pt x="273900" y="234417"/>
                  </a:lnTo>
                  <a:lnTo>
                    <a:pt x="270521" y="233130"/>
                  </a:lnTo>
                  <a:lnTo>
                    <a:pt x="268935" y="231693"/>
                  </a:lnTo>
                  <a:lnTo>
                    <a:pt x="266631" y="228264"/>
                  </a:lnTo>
                  <a:lnTo>
                    <a:pt x="262820" y="224735"/>
                  </a:lnTo>
                  <a:lnTo>
                    <a:pt x="261993" y="224754"/>
                  </a:lnTo>
                  <a:lnTo>
                    <a:pt x="259298" y="226190"/>
                  </a:lnTo>
                  <a:lnTo>
                    <a:pt x="259721" y="226421"/>
                  </a:lnTo>
                  <a:lnTo>
                    <a:pt x="261458" y="226525"/>
                  </a:lnTo>
                  <a:lnTo>
                    <a:pt x="262733" y="226983"/>
                  </a:lnTo>
                  <a:lnTo>
                    <a:pt x="265778" y="229771"/>
                  </a:lnTo>
                  <a:lnTo>
                    <a:pt x="266008" y="230949"/>
                  </a:lnTo>
                  <a:lnTo>
                    <a:pt x="265248" y="232261"/>
                  </a:lnTo>
                  <a:lnTo>
                    <a:pt x="265295" y="233914"/>
                  </a:lnTo>
                  <a:lnTo>
                    <a:pt x="266150" y="235913"/>
                  </a:lnTo>
                  <a:lnTo>
                    <a:pt x="267023" y="237190"/>
                  </a:lnTo>
                  <a:lnTo>
                    <a:pt x="268814" y="238091"/>
                  </a:lnTo>
                  <a:lnTo>
                    <a:pt x="269715" y="238210"/>
                  </a:lnTo>
                  <a:lnTo>
                    <a:pt x="270053" y="238789"/>
                  </a:lnTo>
                  <a:lnTo>
                    <a:pt x="268982" y="243238"/>
                  </a:lnTo>
                  <a:lnTo>
                    <a:pt x="268891" y="244455"/>
                  </a:lnTo>
                  <a:lnTo>
                    <a:pt x="269196" y="244958"/>
                  </a:lnTo>
                  <a:lnTo>
                    <a:pt x="269570" y="245000"/>
                  </a:lnTo>
                  <a:lnTo>
                    <a:pt x="271872" y="243172"/>
                  </a:lnTo>
                  <a:lnTo>
                    <a:pt x="272836" y="242726"/>
                  </a:lnTo>
                  <a:lnTo>
                    <a:pt x="273670" y="242634"/>
                  </a:lnTo>
                  <a:lnTo>
                    <a:pt x="274639" y="243146"/>
                  </a:lnTo>
                  <a:lnTo>
                    <a:pt x="275741" y="244264"/>
                  </a:lnTo>
                  <a:lnTo>
                    <a:pt x="276391" y="245417"/>
                  </a:lnTo>
                  <a:lnTo>
                    <a:pt x="276587" y="246604"/>
                  </a:lnTo>
                  <a:lnTo>
                    <a:pt x="276915" y="247381"/>
                  </a:lnTo>
                  <a:lnTo>
                    <a:pt x="279175" y="248637"/>
                  </a:lnTo>
                  <a:lnTo>
                    <a:pt x="278968" y="249224"/>
                  </a:lnTo>
                  <a:lnTo>
                    <a:pt x="276639" y="251112"/>
                  </a:lnTo>
                  <a:lnTo>
                    <a:pt x="276511" y="251409"/>
                  </a:lnTo>
                  <a:lnTo>
                    <a:pt x="276977" y="251546"/>
                  </a:lnTo>
                  <a:lnTo>
                    <a:pt x="278448" y="252673"/>
                  </a:lnTo>
                  <a:lnTo>
                    <a:pt x="279802" y="254437"/>
                  </a:lnTo>
                  <a:lnTo>
                    <a:pt x="280630" y="256538"/>
                  </a:lnTo>
                  <a:lnTo>
                    <a:pt x="280796" y="257571"/>
                  </a:lnTo>
                  <a:lnTo>
                    <a:pt x="280787" y="258552"/>
                  </a:lnTo>
                  <a:lnTo>
                    <a:pt x="280974" y="259141"/>
                  </a:lnTo>
                  <a:lnTo>
                    <a:pt x="281691" y="259246"/>
                  </a:lnTo>
                  <a:lnTo>
                    <a:pt x="281983" y="258873"/>
                  </a:lnTo>
                  <a:lnTo>
                    <a:pt x="282311" y="258943"/>
                  </a:lnTo>
                  <a:lnTo>
                    <a:pt x="282673" y="259458"/>
                  </a:lnTo>
                  <a:lnTo>
                    <a:pt x="283055" y="261069"/>
                  </a:lnTo>
                  <a:lnTo>
                    <a:pt x="283869" y="265785"/>
                  </a:lnTo>
                  <a:lnTo>
                    <a:pt x="284300" y="267111"/>
                  </a:lnTo>
                  <a:lnTo>
                    <a:pt x="284547" y="267156"/>
                  </a:lnTo>
                  <a:lnTo>
                    <a:pt x="284674" y="262423"/>
                  </a:lnTo>
                  <a:lnTo>
                    <a:pt x="285055" y="261640"/>
                  </a:lnTo>
                  <a:lnTo>
                    <a:pt x="286489" y="262478"/>
                  </a:lnTo>
                  <a:lnTo>
                    <a:pt x="288592" y="264321"/>
                  </a:lnTo>
                  <a:lnTo>
                    <a:pt x="290073" y="265961"/>
                  </a:lnTo>
                  <a:lnTo>
                    <a:pt x="290244" y="266729"/>
                  </a:lnTo>
                  <a:lnTo>
                    <a:pt x="289125" y="268218"/>
                  </a:lnTo>
                  <a:lnTo>
                    <a:pt x="289361" y="268880"/>
                  </a:lnTo>
                  <a:lnTo>
                    <a:pt x="290184" y="269853"/>
                  </a:lnTo>
                  <a:lnTo>
                    <a:pt x="290941" y="269483"/>
                  </a:lnTo>
                  <a:lnTo>
                    <a:pt x="291489" y="267820"/>
                  </a:lnTo>
                  <a:lnTo>
                    <a:pt x="292432" y="266183"/>
                  </a:lnTo>
                  <a:lnTo>
                    <a:pt x="293549" y="265026"/>
                  </a:lnTo>
                  <a:lnTo>
                    <a:pt x="295626" y="265977"/>
                  </a:lnTo>
                  <a:lnTo>
                    <a:pt x="297348" y="268424"/>
                  </a:lnTo>
                  <a:lnTo>
                    <a:pt x="297610" y="269264"/>
                  </a:lnTo>
                  <a:lnTo>
                    <a:pt x="298733" y="270323"/>
                  </a:lnTo>
                  <a:lnTo>
                    <a:pt x="299723" y="269734"/>
                  </a:lnTo>
                  <a:lnTo>
                    <a:pt x="301638" y="272538"/>
                  </a:lnTo>
                  <a:lnTo>
                    <a:pt x="300730" y="273809"/>
                  </a:lnTo>
                  <a:lnTo>
                    <a:pt x="298737" y="275657"/>
                  </a:lnTo>
                  <a:lnTo>
                    <a:pt x="298536" y="276283"/>
                  </a:lnTo>
                  <a:lnTo>
                    <a:pt x="299015" y="276140"/>
                  </a:lnTo>
                  <a:lnTo>
                    <a:pt x="302810" y="276138"/>
                  </a:lnTo>
                  <a:lnTo>
                    <a:pt x="303835" y="276881"/>
                  </a:lnTo>
                  <a:lnTo>
                    <a:pt x="304078" y="278296"/>
                  </a:lnTo>
                  <a:lnTo>
                    <a:pt x="302391" y="282238"/>
                  </a:lnTo>
                  <a:lnTo>
                    <a:pt x="300845" y="281889"/>
                  </a:lnTo>
                  <a:lnTo>
                    <a:pt x="298802" y="281793"/>
                  </a:lnTo>
                  <a:lnTo>
                    <a:pt x="297752" y="282005"/>
                  </a:lnTo>
                  <a:lnTo>
                    <a:pt x="297914" y="282516"/>
                  </a:lnTo>
                  <a:lnTo>
                    <a:pt x="300748" y="284334"/>
                  </a:lnTo>
                  <a:lnTo>
                    <a:pt x="301550" y="285832"/>
                  </a:lnTo>
                  <a:lnTo>
                    <a:pt x="302637" y="287363"/>
                  </a:lnTo>
                  <a:lnTo>
                    <a:pt x="303164" y="288624"/>
                  </a:lnTo>
                  <a:lnTo>
                    <a:pt x="303151" y="289204"/>
                  </a:lnTo>
                  <a:lnTo>
                    <a:pt x="302704" y="290077"/>
                  </a:lnTo>
                  <a:lnTo>
                    <a:pt x="302917" y="290367"/>
                  </a:lnTo>
                  <a:lnTo>
                    <a:pt x="304858" y="290938"/>
                  </a:lnTo>
                  <a:lnTo>
                    <a:pt x="306062" y="290426"/>
                  </a:lnTo>
                  <a:lnTo>
                    <a:pt x="307573" y="290231"/>
                  </a:lnTo>
                  <a:lnTo>
                    <a:pt x="308905" y="290372"/>
                  </a:lnTo>
                  <a:lnTo>
                    <a:pt x="309012" y="290916"/>
                  </a:lnTo>
                  <a:lnTo>
                    <a:pt x="308811" y="292353"/>
                  </a:lnTo>
                  <a:lnTo>
                    <a:pt x="307447" y="293682"/>
                  </a:lnTo>
                  <a:lnTo>
                    <a:pt x="307812" y="293994"/>
                  </a:lnTo>
                  <a:lnTo>
                    <a:pt x="309414" y="293612"/>
                  </a:lnTo>
                  <a:lnTo>
                    <a:pt x="310150" y="294232"/>
                  </a:lnTo>
                  <a:lnTo>
                    <a:pt x="311099" y="297395"/>
                  </a:lnTo>
                  <a:lnTo>
                    <a:pt x="312166" y="299876"/>
                  </a:lnTo>
                  <a:lnTo>
                    <a:pt x="311297" y="300446"/>
                  </a:lnTo>
                  <a:lnTo>
                    <a:pt x="310330" y="300664"/>
                  </a:lnTo>
                  <a:lnTo>
                    <a:pt x="310468" y="303830"/>
                  </a:lnTo>
                  <a:lnTo>
                    <a:pt x="311097" y="307073"/>
                  </a:lnTo>
                  <a:lnTo>
                    <a:pt x="311104" y="310182"/>
                  </a:lnTo>
                  <a:lnTo>
                    <a:pt x="310906" y="312948"/>
                  </a:lnTo>
                  <a:lnTo>
                    <a:pt x="310021" y="313563"/>
                  </a:lnTo>
                  <a:lnTo>
                    <a:pt x="309074" y="313498"/>
                  </a:lnTo>
                  <a:lnTo>
                    <a:pt x="308697" y="312804"/>
                  </a:lnTo>
                  <a:lnTo>
                    <a:pt x="306373" y="304534"/>
                  </a:lnTo>
                  <a:lnTo>
                    <a:pt x="305800" y="303040"/>
                  </a:lnTo>
                  <a:lnTo>
                    <a:pt x="305112" y="301737"/>
                  </a:lnTo>
                  <a:lnTo>
                    <a:pt x="302649" y="298165"/>
                  </a:lnTo>
                  <a:lnTo>
                    <a:pt x="302745" y="298739"/>
                  </a:lnTo>
                  <a:lnTo>
                    <a:pt x="303356" y="300387"/>
                  </a:lnTo>
                  <a:lnTo>
                    <a:pt x="303897" y="302843"/>
                  </a:lnTo>
                  <a:lnTo>
                    <a:pt x="304605" y="307743"/>
                  </a:lnTo>
                  <a:lnTo>
                    <a:pt x="304929" y="310897"/>
                  </a:lnTo>
                  <a:lnTo>
                    <a:pt x="304783" y="312096"/>
                  </a:lnTo>
                  <a:lnTo>
                    <a:pt x="304279" y="312390"/>
                  </a:lnTo>
                  <a:lnTo>
                    <a:pt x="304147" y="312963"/>
                  </a:lnTo>
                  <a:lnTo>
                    <a:pt x="304386" y="313815"/>
                  </a:lnTo>
                  <a:lnTo>
                    <a:pt x="306269" y="317036"/>
                  </a:lnTo>
                  <a:lnTo>
                    <a:pt x="307179" y="318975"/>
                  </a:lnTo>
                  <a:lnTo>
                    <a:pt x="307822" y="320991"/>
                  </a:lnTo>
                  <a:lnTo>
                    <a:pt x="308422" y="322350"/>
                  </a:lnTo>
                  <a:lnTo>
                    <a:pt x="308980" y="323054"/>
                  </a:lnTo>
                  <a:lnTo>
                    <a:pt x="308842" y="323632"/>
                  </a:lnTo>
                  <a:lnTo>
                    <a:pt x="308011" y="324083"/>
                  </a:lnTo>
                  <a:lnTo>
                    <a:pt x="306587" y="324298"/>
                  </a:lnTo>
                  <a:lnTo>
                    <a:pt x="305922" y="324023"/>
                  </a:lnTo>
                  <a:lnTo>
                    <a:pt x="303366" y="322156"/>
                  </a:lnTo>
                  <a:lnTo>
                    <a:pt x="303003" y="322739"/>
                  </a:lnTo>
                  <a:lnTo>
                    <a:pt x="304419" y="329570"/>
                  </a:lnTo>
                  <a:lnTo>
                    <a:pt x="304375" y="331204"/>
                  </a:lnTo>
                  <a:lnTo>
                    <a:pt x="303665" y="331786"/>
                  </a:lnTo>
                  <a:lnTo>
                    <a:pt x="302789" y="331106"/>
                  </a:lnTo>
                  <a:lnTo>
                    <a:pt x="301747" y="329167"/>
                  </a:lnTo>
                  <a:lnTo>
                    <a:pt x="300154" y="327007"/>
                  </a:lnTo>
                  <a:lnTo>
                    <a:pt x="298011" y="324622"/>
                  </a:lnTo>
                  <a:lnTo>
                    <a:pt x="295964" y="322758"/>
                  </a:lnTo>
                  <a:lnTo>
                    <a:pt x="295482" y="322808"/>
                  </a:lnTo>
                  <a:lnTo>
                    <a:pt x="295168" y="323361"/>
                  </a:lnTo>
                  <a:lnTo>
                    <a:pt x="294826" y="323451"/>
                  </a:lnTo>
                  <a:lnTo>
                    <a:pt x="294456" y="323078"/>
                  </a:lnTo>
                  <a:lnTo>
                    <a:pt x="293771" y="321679"/>
                  </a:lnTo>
                  <a:lnTo>
                    <a:pt x="293057" y="320728"/>
                  </a:lnTo>
                  <a:lnTo>
                    <a:pt x="290069" y="317581"/>
                  </a:lnTo>
                  <a:lnTo>
                    <a:pt x="289762" y="317549"/>
                  </a:lnTo>
                  <a:lnTo>
                    <a:pt x="290044" y="318493"/>
                  </a:lnTo>
                  <a:lnTo>
                    <a:pt x="290349" y="320564"/>
                  </a:lnTo>
                  <a:lnTo>
                    <a:pt x="290013" y="321015"/>
                  </a:lnTo>
                  <a:lnTo>
                    <a:pt x="289232" y="320846"/>
                  </a:lnTo>
                  <a:lnTo>
                    <a:pt x="287749" y="319945"/>
                  </a:lnTo>
                  <a:lnTo>
                    <a:pt x="286750" y="317874"/>
                  </a:lnTo>
                  <a:lnTo>
                    <a:pt x="285481" y="314280"/>
                  </a:lnTo>
                  <a:lnTo>
                    <a:pt x="284817" y="312925"/>
                  </a:lnTo>
                  <a:lnTo>
                    <a:pt x="284758" y="313807"/>
                  </a:lnTo>
                  <a:lnTo>
                    <a:pt x="285111" y="317231"/>
                  </a:lnTo>
                  <a:lnTo>
                    <a:pt x="285043" y="318380"/>
                  </a:lnTo>
                  <a:lnTo>
                    <a:pt x="284300" y="318694"/>
                  </a:lnTo>
                  <a:lnTo>
                    <a:pt x="283985" y="318379"/>
                  </a:lnTo>
                  <a:lnTo>
                    <a:pt x="283677" y="317466"/>
                  </a:lnTo>
                  <a:lnTo>
                    <a:pt x="283376" y="315954"/>
                  </a:lnTo>
                  <a:lnTo>
                    <a:pt x="282667" y="314805"/>
                  </a:lnTo>
                  <a:lnTo>
                    <a:pt x="281547" y="314020"/>
                  </a:lnTo>
                  <a:lnTo>
                    <a:pt x="280921" y="313197"/>
                  </a:lnTo>
                  <a:lnTo>
                    <a:pt x="280611" y="311732"/>
                  </a:lnTo>
                  <a:lnTo>
                    <a:pt x="280394" y="311396"/>
                  </a:lnTo>
                  <a:lnTo>
                    <a:pt x="278421" y="311735"/>
                  </a:lnTo>
                  <a:lnTo>
                    <a:pt x="277432" y="310680"/>
                  </a:lnTo>
                  <a:lnTo>
                    <a:pt x="274580" y="306522"/>
                  </a:lnTo>
                  <a:lnTo>
                    <a:pt x="271969" y="302016"/>
                  </a:lnTo>
                  <a:lnTo>
                    <a:pt x="270324" y="299634"/>
                  </a:lnTo>
                  <a:lnTo>
                    <a:pt x="269726" y="299067"/>
                  </a:lnTo>
                  <a:lnTo>
                    <a:pt x="270601" y="301984"/>
                  </a:lnTo>
                  <a:lnTo>
                    <a:pt x="271563" y="306291"/>
                  </a:lnTo>
                  <a:lnTo>
                    <a:pt x="271806" y="308256"/>
                  </a:lnTo>
                  <a:lnTo>
                    <a:pt x="271365" y="308346"/>
                  </a:lnTo>
                  <a:lnTo>
                    <a:pt x="270401" y="307474"/>
                  </a:lnTo>
                  <a:lnTo>
                    <a:pt x="265457" y="301924"/>
                  </a:lnTo>
                  <a:lnTo>
                    <a:pt x="262408" y="299311"/>
                  </a:lnTo>
                  <a:lnTo>
                    <a:pt x="260712" y="298849"/>
                  </a:lnTo>
                  <a:lnTo>
                    <a:pt x="257957" y="298531"/>
                  </a:lnTo>
                  <a:lnTo>
                    <a:pt x="257322" y="299969"/>
                  </a:lnTo>
                  <a:lnTo>
                    <a:pt x="258806" y="303163"/>
                  </a:lnTo>
                  <a:lnTo>
                    <a:pt x="260253" y="305570"/>
                  </a:lnTo>
                  <a:lnTo>
                    <a:pt x="261660" y="307187"/>
                  </a:lnTo>
                  <a:lnTo>
                    <a:pt x="263868" y="310341"/>
                  </a:lnTo>
                  <a:lnTo>
                    <a:pt x="265890" y="314404"/>
                  </a:lnTo>
                  <a:lnTo>
                    <a:pt x="266704" y="315656"/>
                  </a:lnTo>
                  <a:lnTo>
                    <a:pt x="269457" y="317389"/>
                  </a:lnTo>
                  <a:lnTo>
                    <a:pt x="270894" y="317850"/>
                  </a:lnTo>
                  <a:lnTo>
                    <a:pt x="272374" y="317984"/>
                  </a:lnTo>
                  <a:lnTo>
                    <a:pt x="272509" y="318601"/>
                  </a:lnTo>
                  <a:lnTo>
                    <a:pt x="271792" y="319753"/>
                  </a:lnTo>
                  <a:lnTo>
                    <a:pt x="271631" y="320465"/>
                  </a:lnTo>
                  <a:lnTo>
                    <a:pt x="274906" y="322278"/>
                  </a:lnTo>
                  <a:lnTo>
                    <a:pt x="276144" y="323285"/>
                  </a:lnTo>
                  <a:lnTo>
                    <a:pt x="277340" y="324957"/>
                  </a:lnTo>
                  <a:lnTo>
                    <a:pt x="278020" y="325372"/>
                  </a:lnTo>
                  <a:lnTo>
                    <a:pt x="280862" y="329588"/>
                  </a:lnTo>
                  <a:lnTo>
                    <a:pt x="281569" y="330261"/>
                  </a:lnTo>
                  <a:lnTo>
                    <a:pt x="284098" y="331628"/>
                  </a:lnTo>
                  <a:lnTo>
                    <a:pt x="284940" y="332507"/>
                  </a:lnTo>
                  <a:lnTo>
                    <a:pt x="286334" y="335228"/>
                  </a:lnTo>
                  <a:lnTo>
                    <a:pt x="287209" y="336612"/>
                  </a:lnTo>
                  <a:lnTo>
                    <a:pt x="288445" y="339899"/>
                  </a:lnTo>
                  <a:lnTo>
                    <a:pt x="289372" y="341353"/>
                  </a:lnTo>
                  <a:lnTo>
                    <a:pt x="291642" y="343017"/>
                  </a:lnTo>
                  <a:lnTo>
                    <a:pt x="292609" y="343493"/>
                  </a:lnTo>
                  <a:lnTo>
                    <a:pt x="293041" y="344125"/>
                  </a:lnTo>
                  <a:lnTo>
                    <a:pt x="292747" y="345620"/>
                  </a:lnTo>
                  <a:lnTo>
                    <a:pt x="292471" y="346243"/>
                  </a:lnTo>
                  <a:lnTo>
                    <a:pt x="291177" y="347272"/>
                  </a:lnTo>
                  <a:lnTo>
                    <a:pt x="291381" y="348704"/>
                  </a:lnTo>
                  <a:lnTo>
                    <a:pt x="292112" y="351258"/>
                  </a:lnTo>
                  <a:lnTo>
                    <a:pt x="292082" y="352842"/>
                  </a:lnTo>
                  <a:lnTo>
                    <a:pt x="291290" y="353457"/>
                  </a:lnTo>
                  <a:lnTo>
                    <a:pt x="289671" y="354190"/>
                  </a:lnTo>
                  <a:lnTo>
                    <a:pt x="288854" y="354131"/>
                  </a:lnTo>
                  <a:lnTo>
                    <a:pt x="287626" y="353526"/>
                  </a:lnTo>
                  <a:lnTo>
                    <a:pt x="286081" y="352496"/>
                  </a:lnTo>
                  <a:lnTo>
                    <a:pt x="283012" y="349925"/>
                  </a:lnTo>
                  <a:lnTo>
                    <a:pt x="278406" y="348144"/>
                  </a:lnTo>
                  <a:lnTo>
                    <a:pt x="276688" y="347194"/>
                  </a:lnTo>
                  <a:lnTo>
                    <a:pt x="276115" y="346335"/>
                  </a:lnTo>
                  <a:lnTo>
                    <a:pt x="275248" y="345827"/>
                  </a:lnTo>
                  <a:lnTo>
                    <a:pt x="263811" y="343349"/>
                  </a:lnTo>
                  <a:lnTo>
                    <a:pt x="261894" y="342744"/>
                  </a:lnTo>
                  <a:lnTo>
                    <a:pt x="260703" y="341985"/>
                  </a:lnTo>
                  <a:lnTo>
                    <a:pt x="259597" y="340871"/>
                  </a:lnTo>
                  <a:lnTo>
                    <a:pt x="255235" y="338325"/>
                  </a:lnTo>
                  <a:lnTo>
                    <a:pt x="254707" y="337769"/>
                  </a:lnTo>
                  <a:lnTo>
                    <a:pt x="251777" y="333399"/>
                  </a:lnTo>
                  <a:lnTo>
                    <a:pt x="249594" y="328295"/>
                  </a:lnTo>
                  <a:lnTo>
                    <a:pt x="248868" y="327612"/>
                  </a:lnTo>
                  <a:lnTo>
                    <a:pt x="246494" y="326939"/>
                  </a:lnTo>
                  <a:lnTo>
                    <a:pt x="244513" y="327362"/>
                  </a:lnTo>
                  <a:lnTo>
                    <a:pt x="243186" y="327922"/>
                  </a:lnTo>
                  <a:lnTo>
                    <a:pt x="241173" y="327740"/>
                  </a:lnTo>
                  <a:lnTo>
                    <a:pt x="239858" y="326909"/>
                  </a:lnTo>
                  <a:lnTo>
                    <a:pt x="237088" y="324614"/>
                  </a:lnTo>
                  <a:lnTo>
                    <a:pt x="234284" y="323393"/>
                  </a:lnTo>
                  <a:lnTo>
                    <a:pt x="231837" y="321390"/>
                  </a:lnTo>
                  <a:lnTo>
                    <a:pt x="230575" y="320682"/>
                  </a:lnTo>
                  <a:lnTo>
                    <a:pt x="230691" y="320167"/>
                  </a:lnTo>
                  <a:lnTo>
                    <a:pt x="232521" y="317182"/>
                  </a:lnTo>
                  <a:lnTo>
                    <a:pt x="231953" y="317223"/>
                  </a:lnTo>
                  <a:lnTo>
                    <a:pt x="228772" y="319491"/>
                  </a:lnTo>
                  <a:lnTo>
                    <a:pt x="227631" y="318794"/>
                  </a:lnTo>
                  <a:lnTo>
                    <a:pt x="225755" y="317013"/>
                  </a:lnTo>
                  <a:lnTo>
                    <a:pt x="224342" y="315216"/>
                  </a:lnTo>
                  <a:lnTo>
                    <a:pt x="221438" y="310250"/>
                  </a:lnTo>
                  <a:lnTo>
                    <a:pt x="219771" y="308451"/>
                  </a:lnTo>
                  <a:lnTo>
                    <a:pt x="220005" y="308046"/>
                  </a:lnTo>
                  <a:lnTo>
                    <a:pt x="221880" y="307881"/>
                  </a:lnTo>
                  <a:lnTo>
                    <a:pt x="223375" y="308035"/>
                  </a:lnTo>
                  <a:lnTo>
                    <a:pt x="224377" y="307626"/>
                  </a:lnTo>
                  <a:lnTo>
                    <a:pt x="226308" y="305611"/>
                  </a:lnTo>
                  <a:lnTo>
                    <a:pt x="227142" y="304348"/>
                  </a:lnTo>
                  <a:lnTo>
                    <a:pt x="227222" y="303600"/>
                  </a:lnTo>
                  <a:lnTo>
                    <a:pt x="225606" y="303415"/>
                  </a:lnTo>
                  <a:lnTo>
                    <a:pt x="225259" y="303053"/>
                  </a:lnTo>
                  <a:lnTo>
                    <a:pt x="224970" y="302228"/>
                  </a:lnTo>
                  <a:lnTo>
                    <a:pt x="224225" y="301169"/>
                  </a:lnTo>
                  <a:lnTo>
                    <a:pt x="223024" y="299882"/>
                  </a:lnTo>
                  <a:lnTo>
                    <a:pt x="221656" y="299327"/>
                  </a:lnTo>
                  <a:lnTo>
                    <a:pt x="216959" y="299801"/>
                  </a:lnTo>
                  <a:lnTo>
                    <a:pt x="216140" y="299237"/>
                  </a:lnTo>
                  <a:lnTo>
                    <a:pt x="216157" y="298380"/>
                  </a:lnTo>
                  <a:lnTo>
                    <a:pt x="217075" y="295965"/>
                  </a:lnTo>
                  <a:lnTo>
                    <a:pt x="217575" y="294991"/>
                  </a:lnTo>
                  <a:lnTo>
                    <a:pt x="217734" y="294453"/>
                  </a:lnTo>
                  <a:lnTo>
                    <a:pt x="217552" y="294349"/>
                  </a:lnTo>
                  <a:lnTo>
                    <a:pt x="216916" y="294409"/>
                  </a:lnTo>
                  <a:lnTo>
                    <a:pt x="214192" y="296574"/>
                  </a:lnTo>
                  <a:lnTo>
                    <a:pt x="213602" y="296415"/>
                  </a:lnTo>
                  <a:lnTo>
                    <a:pt x="212533" y="294131"/>
                  </a:lnTo>
                  <a:lnTo>
                    <a:pt x="211885" y="291522"/>
                  </a:lnTo>
                  <a:lnTo>
                    <a:pt x="211412" y="290608"/>
                  </a:lnTo>
                  <a:lnTo>
                    <a:pt x="210785" y="290299"/>
                  </a:lnTo>
                  <a:lnTo>
                    <a:pt x="208547" y="287736"/>
                  </a:lnTo>
                  <a:lnTo>
                    <a:pt x="205365" y="282870"/>
                  </a:lnTo>
                  <a:lnTo>
                    <a:pt x="204195" y="281345"/>
                  </a:lnTo>
                  <a:lnTo>
                    <a:pt x="202893" y="279983"/>
                  </a:lnTo>
                  <a:lnTo>
                    <a:pt x="201950" y="279401"/>
                  </a:lnTo>
                  <a:lnTo>
                    <a:pt x="202082" y="278686"/>
                  </a:lnTo>
                  <a:lnTo>
                    <a:pt x="204099" y="274644"/>
                  </a:lnTo>
                  <a:lnTo>
                    <a:pt x="204183" y="273986"/>
                  </a:lnTo>
                  <a:lnTo>
                    <a:pt x="202455" y="274233"/>
                  </a:lnTo>
                  <a:lnTo>
                    <a:pt x="199848" y="273395"/>
                  </a:lnTo>
                  <a:lnTo>
                    <a:pt x="198612" y="274407"/>
                  </a:lnTo>
                  <a:lnTo>
                    <a:pt x="197827" y="274468"/>
                  </a:lnTo>
                  <a:lnTo>
                    <a:pt x="196912" y="273903"/>
                  </a:lnTo>
                  <a:lnTo>
                    <a:pt x="196394" y="274116"/>
                  </a:lnTo>
                  <a:lnTo>
                    <a:pt x="195907" y="277435"/>
                  </a:lnTo>
                  <a:lnTo>
                    <a:pt x="195532" y="278264"/>
                  </a:lnTo>
                  <a:lnTo>
                    <a:pt x="194990" y="278710"/>
                  </a:lnTo>
                  <a:lnTo>
                    <a:pt x="194512" y="278651"/>
                  </a:lnTo>
                  <a:lnTo>
                    <a:pt x="194099" y="278088"/>
                  </a:lnTo>
                  <a:lnTo>
                    <a:pt x="194109" y="277313"/>
                  </a:lnTo>
                  <a:lnTo>
                    <a:pt x="193712" y="273239"/>
                  </a:lnTo>
                  <a:lnTo>
                    <a:pt x="192803" y="272639"/>
                  </a:lnTo>
                  <a:lnTo>
                    <a:pt x="190234" y="272480"/>
                  </a:lnTo>
                  <a:lnTo>
                    <a:pt x="189681" y="272149"/>
                  </a:lnTo>
                  <a:lnTo>
                    <a:pt x="189057" y="271396"/>
                  </a:lnTo>
                  <a:lnTo>
                    <a:pt x="188523" y="270003"/>
                  </a:lnTo>
                  <a:lnTo>
                    <a:pt x="188080" y="267968"/>
                  </a:lnTo>
                  <a:lnTo>
                    <a:pt x="187572" y="266853"/>
                  </a:lnTo>
                  <a:lnTo>
                    <a:pt x="186998" y="266654"/>
                  </a:lnTo>
                  <a:lnTo>
                    <a:pt x="186537" y="266817"/>
                  </a:lnTo>
                  <a:lnTo>
                    <a:pt x="186189" y="267344"/>
                  </a:lnTo>
                  <a:lnTo>
                    <a:pt x="185389" y="267671"/>
                  </a:lnTo>
                  <a:lnTo>
                    <a:pt x="184135" y="267797"/>
                  </a:lnTo>
                  <a:lnTo>
                    <a:pt x="184097" y="268579"/>
                  </a:lnTo>
                  <a:lnTo>
                    <a:pt x="185271" y="270016"/>
                  </a:lnTo>
                  <a:lnTo>
                    <a:pt x="186407" y="272070"/>
                  </a:lnTo>
                  <a:lnTo>
                    <a:pt x="187502" y="274738"/>
                  </a:lnTo>
                  <a:lnTo>
                    <a:pt x="186835" y="276526"/>
                  </a:lnTo>
                  <a:lnTo>
                    <a:pt x="184407" y="277438"/>
                  </a:lnTo>
                  <a:lnTo>
                    <a:pt x="182294" y="277704"/>
                  </a:lnTo>
                  <a:lnTo>
                    <a:pt x="180494" y="277329"/>
                  </a:lnTo>
                  <a:lnTo>
                    <a:pt x="179112" y="276708"/>
                  </a:lnTo>
                  <a:lnTo>
                    <a:pt x="177170" y="275220"/>
                  </a:lnTo>
                  <a:lnTo>
                    <a:pt x="174400" y="275705"/>
                  </a:lnTo>
                  <a:lnTo>
                    <a:pt x="173771" y="279618"/>
                  </a:lnTo>
                  <a:lnTo>
                    <a:pt x="173179" y="279833"/>
                  </a:lnTo>
                  <a:lnTo>
                    <a:pt x="170540" y="279732"/>
                  </a:lnTo>
                  <a:lnTo>
                    <a:pt x="169489" y="280079"/>
                  </a:lnTo>
                  <a:lnTo>
                    <a:pt x="165969" y="282241"/>
                  </a:lnTo>
                  <a:lnTo>
                    <a:pt x="164898" y="282542"/>
                  </a:lnTo>
                  <a:lnTo>
                    <a:pt x="164084" y="282287"/>
                  </a:lnTo>
                  <a:lnTo>
                    <a:pt x="163292" y="282809"/>
                  </a:lnTo>
                  <a:lnTo>
                    <a:pt x="162106" y="284047"/>
                  </a:lnTo>
                  <a:lnTo>
                    <a:pt x="160493" y="284177"/>
                  </a:lnTo>
                  <a:lnTo>
                    <a:pt x="158453" y="283196"/>
                  </a:lnTo>
                  <a:lnTo>
                    <a:pt x="156721" y="282776"/>
                  </a:lnTo>
                  <a:lnTo>
                    <a:pt x="155297" y="282914"/>
                  </a:lnTo>
                  <a:lnTo>
                    <a:pt x="153830" y="282337"/>
                  </a:lnTo>
                  <a:lnTo>
                    <a:pt x="152321" y="281042"/>
                  </a:lnTo>
                  <a:lnTo>
                    <a:pt x="151089" y="280459"/>
                  </a:lnTo>
                  <a:lnTo>
                    <a:pt x="149472" y="280557"/>
                  </a:lnTo>
                  <a:lnTo>
                    <a:pt x="149098" y="280352"/>
                  </a:lnTo>
                  <a:lnTo>
                    <a:pt x="146738" y="277575"/>
                  </a:lnTo>
                  <a:lnTo>
                    <a:pt x="146002" y="276446"/>
                  </a:lnTo>
                  <a:lnTo>
                    <a:pt x="144426" y="272946"/>
                  </a:lnTo>
                  <a:lnTo>
                    <a:pt x="144145" y="271560"/>
                  </a:lnTo>
                  <a:lnTo>
                    <a:pt x="144105" y="270079"/>
                  </a:lnTo>
                  <a:lnTo>
                    <a:pt x="144241" y="268984"/>
                  </a:lnTo>
                  <a:lnTo>
                    <a:pt x="144790" y="267332"/>
                  </a:lnTo>
                  <a:lnTo>
                    <a:pt x="145388" y="263445"/>
                  </a:lnTo>
                  <a:lnTo>
                    <a:pt x="145879" y="262155"/>
                  </a:lnTo>
                  <a:lnTo>
                    <a:pt x="146619" y="260982"/>
                  </a:lnTo>
                  <a:lnTo>
                    <a:pt x="148062" y="259495"/>
                  </a:lnTo>
                  <a:lnTo>
                    <a:pt x="153287" y="256876"/>
                  </a:lnTo>
                  <a:lnTo>
                    <a:pt x="154342" y="255843"/>
                  </a:lnTo>
                  <a:lnTo>
                    <a:pt x="154306" y="255156"/>
                  </a:lnTo>
                  <a:lnTo>
                    <a:pt x="153116" y="251953"/>
                  </a:lnTo>
                  <a:lnTo>
                    <a:pt x="153129" y="251133"/>
                  </a:lnTo>
                  <a:lnTo>
                    <a:pt x="153528" y="250654"/>
                  </a:lnTo>
                  <a:lnTo>
                    <a:pt x="154377" y="248783"/>
                  </a:lnTo>
                  <a:lnTo>
                    <a:pt x="154759" y="248261"/>
                  </a:lnTo>
                  <a:lnTo>
                    <a:pt x="155679" y="247972"/>
                  </a:lnTo>
                  <a:lnTo>
                    <a:pt x="157593" y="248919"/>
                  </a:lnTo>
                  <a:lnTo>
                    <a:pt x="159245" y="249298"/>
                  </a:lnTo>
                  <a:lnTo>
                    <a:pt x="161435" y="249421"/>
                  </a:lnTo>
                  <a:lnTo>
                    <a:pt x="165057" y="250725"/>
                  </a:lnTo>
                  <a:lnTo>
                    <a:pt x="170111" y="253215"/>
                  </a:lnTo>
                  <a:lnTo>
                    <a:pt x="173020" y="254941"/>
                  </a:lnTo>
                  <a:lnTo>
                    <a:pt x="175216" y="257489"/>
                  </a:lnTo>
                  <a:lnTo>
                    <a:pt x="176778" y="259995"/>
                  </a:lnTo>
                  <a:lnTo>
                    <a:pt x="177002" y="261263"/>
                  </a:lnTo>
                  <a:lnTo>
                    <a:pt x="176278" y="263216"/>
                  </a:lnTo>
                  <a:lnTo>
                    <a:pt x="175914" y="263787"/>
                  </a:lnTo>
                  <a:lnTo>
                    <a:pt x="175935" y="264456"/>
                  </a:lnTo>
                  <a:lnTo>
                    <a:pt x="176342" y="265219"/>
                  </a:lnTo>
                  <a:lnTo>
                    <a:pt x="177605" y="266331"/>
                  </a:lnTo>
                  <a:lnTo>
                    <a:pt x="177909" y="265909"/>
                  </a:lnTo>
                  <a:lnTo>
                    <a:pt x="177811" y="264582"/>
                  </a:lnTo>
                  <a:lnTo>
                    <a:pt x="178073" y="263467"/>
                  </a:lnTo>
                  <a:lnTo>
                    <a:pt x="178693" y="262565"/>
                  </a:lnTo>
                  <a:lnTo>
                    <a:pt x="178762" y="261392"/>
                  </a:lnTo>
                  <a:lnTo>
                    <a:pt x="178280" y="259949"/>
                  </a:lnTo>
                  <a:lnTo>
                    <a:pt x="177682" y="258704"/>
                  </a:lnTo>
                  <a:lnTo>
                    <a:pt x="176964" y="257656"/>
                  </a:lnTo>
                  <a:lnTo>
                    <a:pt x="173695" y="254055"/>
                  </a:lnTo>
                  <a:lnTo>
                    <a:pt x="173381" y="252859"/>
                  </a:lnTo>
                  <a:lnTo>
                    <a:pt x="174479" y="252321"/>
                  </a:lnTo>
                  <a:lnTo>
                    <a:pt x="179256" y="253530"/>
                  </a:lnTo>
                  <a:lnTo>
                    <a:pt x="181088" y="253260"/>
                  </a:lnTo>
                  <a:lnTo>
                    <a:pt x="181783" y="251856"/>
                  </a:lnTo>
                  <a:lnTo>
                    <a:pt x="182533" y="250895"/>
                  </a:lnTo>
                  <a:lnTo>
                    <a:pt x="183337" y="250379"/>
                  </a:lnTo>
                  <a:lnTo>
                    <a:pt x="184945" y="250154"/>
                  </a:lnTo>
                  <a:lnTo>
                    <a:pt x="187192" y="250807"/>
                  </a:lnTo>
                  <a:lnTo>
                    <a:pt x="188296" y="250904"/>
                  </a:lnTo>
                  <a:lnTo>
                    <a:pt x="189272" y="250667"/>
                  </a:lnTo>
                  <a:lnTo>
                    <a:pt x="190540" y="249903"/>
                  </a:lnTo>
                  <a:lnTo>
                    <a:pt x="192415" y="247352"/>
                  </a:lnTo>
                  <a:lnTo>
                    <a:pt x="193614" y="246773"/>
                  </a:lnTo>
                  <a:lnTo>
                    <a:pt x="195429" y="246374"/>
                  </a:lnTo>
                  <a:lnTo>
                    <a:pt x="196790" y="246318"/>
                  </a:lnTo>
                  <a:lnTo>
                    <a:pt x="199258" y="247339"/>
                  </a:lnTo>
                  <a:lnTo>
                    <a:pt x="200777" y="247311"/>
                  </a:lnTo>
                  <a:lnTo>
                    <a:pt x="200655" y="245607"/>
                  </a:lnTo>
                  <a:lnTo>
                    <a:pt x="199648" y="242348"/>
                  </a:lnTo>
                  <a:lnTo>
                    <a:pt x="198396" y="238995"/>
                  </a:lnTo>
                  <a:lnTo>
                    <a:pt x="197422" y="237858"/>
                  </a:lnTo>
                  <a:lnTo>
                    <a:pt x="194898" y="235734"/>
                  </a:lnTo>
                  <a:lnTo>
                    <a:pt x="191936" y="231724"/>
                  </a:lnTo>
                  <a:lnTo>
                    <a:pt x="190414" y="229236"/>
                  </a:lnTo>
                  <a:lnTo>
                    <a:pt x="190014" y="227993"/>
                  </a:lnTo>
                  <a:lnTo>
                    <a:pt x="190227" y="227164"/>
                  </a:lnTo>
                  <a:lnTo>
                    <a:pt x="190733" y="225950"/>
                  </a:lnTo>
                  <a:lnTo>
                    <a:pt x="196110" y="221521"/>
                  </a:lnTo>
                  <a:lnTo>
                    <a:pt x="200369" y="217122"/>
                  </a:lnTo>
                  <a:lnTo>
                    <a:pt x="202237" y="214869"/>
                  </a:lnTo>
                  <a:lnTo>
                    <a:pt x="203134" y="213299"/>
                  </a:lnTo>
                  <a:lnTo>
                    <a:pt x="204067" y="212157"/>
                  </a:lnTo>
                  <a:lnTo>
                    <a:pt x="205038" y="211441"/>
                  </a:lnTo>
                  <a:lnTo>
                    <a:pt x="207084" y="210584"/>
                  </a:lnTo>
                  <a:lnTo>
                    <a:pt x="207668" y="209485"/>
                  </a:lnTo>
                  <a:lnTo>
                    <a:pt x="207796" y="207619"/>
                  </a:lnTo>
                  <a:lnTo>
                    <a:pt x="208138" y="206002"/>
                  </a:lnTo>
                  <a:lnTo>
                    <a:pt x="210063" y="201647"/>
                  </a:lnTo>
                  <a:lnTo>
                    <a:pt x="211539" y="200470"/>
                  </a:lnTo>
                  <a:lnTo>
                    <a:pt x="213764" y="199653"/>
                  </a:lnTo>
                  <a:lnTo>
                    <a:pt x="215229" y="198610"/>
                  </a:lnTo>
                  <a:lnTo>
                    <a:pt x="216995" y="195038"/>
                  </a:lnTo>
                  <a:lnTo>
                    <a:pt x="216823" y="194148"/>
                  </a:lnTo>
                  <a:lnTo>
                    <a:pt x="216007" y="193472"/>
                  </a:lnTo>
                  <a:lnTo>
                    <a:pt x="215376" y="192449"/>
                  </a:lnTo>
                  <a:lnTo>
                    <a:pt x="212651" y="183090"/>
                  </a:lnTo>
                  <a:lnTo>
                    <a:pt x="210837" y="178569"/>
                  </a:lnTo>
                  <a:lnTo>
                    <a:pt x="208660" y="174635"/>
                  </a:lnTo>
                  <a:lnTo>
                    <a:pt x="206716" y="169842"/>
                  </a:lnTo>
                  <a:lnTo>
                    <a:pt x="203489" y="165121"/>
                  </a:lnTo>
                  <a:lnTo>
                    <a:pt x="203450" y="163873"/>
                  </a:lnTo>
                  <a:lnTo>
                    <a:pt x="204022" y="162454"/>
                  </a:lnTo>
                  <a:lnTo>
                    <a:pt x="203749" y="162134"/>
                  </a:lnTo>
                  <a:lnTo>
                    <a:pt x="200419" y="164205"/>
                  </a:lnTo>
                  <a:lnTo>
                    <a:pt x="199635" y="164300"/>
                  </a:lnTo>
                  <a:lnTo>
                    <a:pt x="198355" y="163400"/>
                  </a:lnTo>
                  <a:lnTo>
                    <a:pt x="197490" y="162278"/>
                  </a:lnTo>
                  <a:lnTo>
                    <a:pt x="196772" y="160315"/>
                  </a:lnTo>
                  <a:lnTo>
                    <a:pt x="196846" y="159288"/>
                  </a:lnTo>
                  <a:lnTo>
                    <a:pt x="197320" y="158315"/>
                  </a:lnTo>
                  <a:lnTo>
                    <a:pt x="197952" y="155923"/>
                  </a:lnTo>
                  <a:lnTo>
                    <a:pt x="197976" y="154704"/>
                  </a:lnTo>
                  <a:lnTo>
                    <a:pt x="197758" y="153541"/>
                  </a:lnTo>
                  <a:lnTo>
                    <a:pt x="197470" y="152733"/>
                  </a:lnTo>
                  <a:lnTo>
                    <a:pt x="197111" y="152278"/>
                  </a:lnTo>
                  <a:lnTo>
                    <a:pt x="196092" y="151994"/>
                  </a:lnTo>
                  <a:lnTo>
                    <a:pt x="194412" y="151877"/>
                  </a:lnTo>
                  <a:lnTo>
                    <a:pt x="193864" y="152291"/>
                  </a:lnTo>
                  <a:lnTo>
                    <a:pt x="195716" y="155901"/>
                  </a:lnTo>
                  <a:lnTo>
                    <a:pt x="195433" y="156791"/>
                  </a:lnTo>
                  <a:lnTo>
                    <a:pt x="193074" y="157181"/>
                  </a:lnTo>
                  <a:lnTo>
                    <a:pt x="192010" y="157011"/>
                  </a:lnTo>
                  <a:lnTo>
                    <a:pt x="191036" y="156572"/>
                  </a:lnTo>
                  <a:lnTo>
                    <a:pt x="190154" y="155866"/>
                  </a:lnTo>
                  <a:lnTo>
                    <a:pt x="187405" y="152096"/>
                  </a:lnTo>
                  <a:lnTo>
                    <a:pt x="186822" y="150677"/>
                  </a:lnTo>
                  <a:lnTo>
                    <a:pt x="187008" y="149651"/>
                  </a:lnTo>
                  <a:lnTo>
                    <a:pt x="186771" y="149117"/>
                  </a:lnTo>
                  <a:lnTo>
                    <a:pt x="186210" y="149460"/>
                  </a:lnTo>
                  <a:lnTo>
                    <a:pt x="185450" y="149485"/>
                  </a:lnTo>
                  <a:lnTo>
                    <a:pt x="184419" y="149123"/>
                  </a:lnTo>
                  <a:lnTo>
                    <a:pt x="184207" y="148680"/>
                  </a:lnTo>
                  <a:lnTo>
                    <a:pt x="186132" y="146643"/>
                  </a:lnTo>
                  <a:lnTo>
                    <a:pt x="186244" y="146014"/>
                  </a:lnTo>
                  <a:lnTo>
                    <a:pt x="185356" y="145341"/>
                  </a:lnTo>
                  <a:lnTo>
                    <a:pt x="184028" y="145205"/>
                  </a:lnTo>
                  <a:lnTo>
                    <a:pt x="183675" y="144604"/>
                  </a:lnTo>
                  <a:lnTo>
                    <a:pt x="184123" y="143960"/>
                  </a:lnTo>
                  <a:lnTo>
                    <a:pt x="185926" y="142844"/>
                  </a:lnTo>
                  <a:lnTo>
                    <a:pt x="186567" y="142109"/>
                  </a:lnTo>
                  <a:lnTo>
                    <a:pt x="185486" y="141555"/>
                  </a:lnTo>
                  <a:lnTo>
                    <a:pt x="184883" y="141509"/>
                  </a:lnTo>
                  <a:lnTo>
                    <a:pt x="183670" y="142727"/>
                  </a:lnTo>
                  <a:lnTo>
                    <a:pt x="181844" y="145210"/>
                  </a:lnTo>
                  <a:lnTo>
                    <a:pt x="180515" y="146132"/>
                  </a:lnTo>
                  <a:lnTo>
                    <a:pt x="178694" y="144982"/>
                  </a:lnTo>
                  <a:lnTo>
                    <a:pt x="177545" y="144598"/>
                  </a:lnTo>
                  <a:lnTo>
                    <a:pt x="176745" y="144851"/>
                  </a:lnTo>
                  <a:lnTo>
                    <a:pt x="175522" y="146771"/>
                  </a:lnTo>
                  <a:lnTo>
                    <a:pt x="172850" y="148176"/>
                  </a:lnTo>
                  <a:lnTo>
                    <a:pt x="168067" y="151490"/>
                  </a:lnTo>
                  <a:lnTo>
                    <a:pt x="166011" y="152545"/>
                  </a:lnTo>
                  <a:lnTo>
                    <a:pt x="163797" y="152356"/>
                  </a:lnTo>
                  <a:lnTo>
                    <a:pt x="163378" y="151687"/>
                  </a:lnTo>
                  <a:lnTo>
                    <a:pt x="163417" y="150550"/>
                  </a:lnTo>
                  <a:lnTo>
                    <a:pt x="163571" y="149613"/>
                  </a:lnTo>
                  <a:lnTo>
                    <a:pt x="163838" y="148882"/>
                  </a:lnTo>
                  <a:lnTo>
                    <a:pt x="163925" y="147984"/>
                  </a:lnTo>
                  <a:lnTo>
                    <a:pt x="163765" y="144209"/>
                  </a:lnTo>
                  <a:lnTo>
                    <a:pt x="164136" y="143174"/>
                  </a:lnTo>
                  <a:lnTo>
                    <a:pt x="164893" y="142555"/>
                  </a:lnTo>
                  <a:lnTo>
                    <a:pt x="166285" y="141904"/>
                  </a:lnTo>
                  <a:lnTo>
                    <a:pt x="169840" y="142681"/>
                  </a:lnTo>
                  <a:lnTo>
                    <a:pt x="171492" y="142544"/>
                  </a:lnTo>
                  <a:lnTo>
                    <a:pt x="172651" y="141672"/>
                  </a:lnTo>
                  <a:lnTo>
                    <a:pt x="173811" y="140412"/>
                  </a:lnTo>
                  <a:lnTo>
                    <a:pt x="174974" y="138760"/>
                  </a:lnTo>
                  <a:lnTo>
                    <a:pt x="175220" y="137173"/>
                  </a:lnTo>
                  <a:lnTo>
                    <a:pt x="173986" y="134602"/>
                  </a:lnTo>
                  <a:lnTo>
                    <a:pt x="173521" y="134038"/>
                  </a:lnTo>
                  <a:lnTo>
                    <a:pt x="170361" y="132037"/>
                  </a:lnTo>
                  <a:lnTo>
                    <a:pt x="168614" y="131310"/>
                  </a:lnTo>
                  <a:lnTo>
                    <a:pt x="167074" y="130995"/>
                  </a:lnTo>
                  <a:lnTo>
                    <a:pt x="165956" y="130419"/>
                  </a:lnTo>
                  <a:lnTo>
                    <a:pt x="165261" y="129583"/>
                  </a:lnTo>
                  <a:lnTo>
                    <a:pt x="164586" y="128189"/>
                  </a:lnTo>
                  <a:lnTo>
                    <a:pt x="164530" y="127241"/>
                  </a:lnTo>
                  <a:lnTo>
                    <a:pt x="164638" y="125993"/>
                  </a:lnTo>
                  <a:lnTo>
                    <a:pt x="165281" y="125135"/>
                  </a:lnTo>
                  <a:lnTo>
                    <a:pt x="168111" y="124144"/>
                  </a:lnTo>
                  <a:lnTo>
                    <a:pt x="168075" y="123889"/>
                  </a:lnTo>
                  <a:lnTo>
                    <a:pt x="165762" y="123159"/>
                  </a:lnTo>
                  <a:lnTo>
                    <a:pt x="164672" y="123244"/>
                  </a:lnTo>
                  <a:lnTo>
                    <a:pt x="163737" y="124062"/>
                  </a:lnTo>
                  <a:lnTo>
                    <a:pt x="162561" y="125983"/>
                  </a:lnTo>
                  <a:lnTo>
                    <a:pt x="161881" y="126525"/>
                  </a:lnTo>
                  <a:lnTo>
                    <a:pt x="159769" y="125394"/>
                  </a:lnTo>
                  <a:lnTo>
                    <a:pt x="158501" y="125227"/>
                  </a:lnTo>
                  <a:lnTo>
                    <a:pt x="157644" y="124687"/>
                  </a:lnTo>
                  <a:lnTo>
                    <a:pt x="157170" y="124166"/>
                  </a:lnTo>
                  <a:lnTo>
                    <a:pt x="157460" y="123634"/>
                  </a:lnTo>
                  <a:lnTo>
                    <a:pt x="158512" y="123093"/>
                  </a:lnTo>
                  <a:lnTo>
                    <a:pt x="160342" y="121435"/>
                  </a:lnTo>
                  <a:lnTo>
                    <a:pt x="160464" y="120542"/>
                  </a:lnTo>
                  <a:lnTo>
                    <a:pt x="159200" y="119080"/>
                  </a:lnTo>
                  <a:lnTo>
                    <a:pt x="158546" y="118747"/>
                  </a:lnTo>
                  <a:lnTo>
                    <a:pt x="155907" y="118202"/>
                  </a:lnTo>
                  <a:lnTo>
                    <a:pt x="152716" y="118744"/>
                  </a:lnTo>
                  <a:lnTo>
                    <a:pt x="151530" y="118467"/>
                  </a:lnTo>
                  <a:lnTo>
                    <a:pt x="150998" y="116847"/>
                  </a:lnTo>
                  <a:lnTo>
                    <a:pt x="150660" y="114918"/>
                  </a:lnTo>
                  <a:lnTo>
                    <a:pt x="150517" y="112678"/>
                  </a:lnTo>
                  <a:lnTo>
                    <a:pt x="149942" y="108858"/>
                  </a:lnTo>
                  <a:lnTo>
                    <a:pt x="149307" y="106857"/>
                  </a:lnTo>
                  <a:lnTo>
                    <a:pt x="148472" y="106604"/>
                  </a:lnTo>
                  <a:lnTo>
                    <a:pt x="144642" y="107430"/>
                  </a:lnTo>
                  <a:lnTo>
                    <a:pt x="143732" y="107440"/>
                  </a:lnTo>
                  <a:lnTo>
                    <a:pt x="143106" y="107134"/>
                  </a:lnTo>
                  <a:lnTo>
                    <a:pt x="140573" y="104580"/>
                  </a:lnTo>
                  <a:lnTo>
                    <a:pt x="139548" y="103675"/>
                  </a:lnTo>
                  <a:lnTo>
                    <a:pt x="138979" y="103462"/>
                  </a:lnTo>
                  <a:lnTo>
                    <a:pt x="137137" y="100746"/>
                  </a:lnTo>
                  <a:lnTo>
                    <a:pt x="136427" y="100218"/>
                  </a:lnTo>
                  <a:lnTo>
                    <a:pt x="135586" y="98878"/>
                  </a:lnTo>
                  <a:lnTo>
                    <a:pt x="134612" y="96726"/>
                  </a:lnTo>
                  <a:lnTo>
                    <a:pt x="133557" y="96070"/>
                  </a:lnTo>
                  <a:lnTo>
                    <a:pt x="132419" y="96907"/>
                  </a:lnTo>
                  <a:lnTo>
                    <a:pt x="131280" y="98105"/>
                  </a:lnTo>
                  <a:lnTo>
                    <a:pt x="130141" y="99666"/>
                  </a:lnTo>
                  <a:lnTo>
                    <a:pt x="129524" y="100984"/>
                  </a:lnTo>
                  <a:lnTo>
                    <a:pt x="129427" y="102064"/>
                  </a:lnTo>
                  <a:lnTo>
                    <a:pt x="130132" y="102903"/>
                  </a:lnTo>
                  <a:lnTo>
                    <a:pt x="134152" y="104296"/>
                  </a:lnTo>
                  <a:lnTo>
                    <a:pt x="135172" y="105226"/>
                  </a:lnTo>
                  <a:lnTo>
                    <a:pt x="136037" y="106757"/>
                  </a:lnTo>
                  <a:lnTo>
                    <a:pt x="136684" y="108629"/>
                  </a:lnTo>
                  <a:lnTo>
                    <a:pt x="137110" y="110843"/>
                  </a:lnTo>
                  <a:lnTo>
                    <a:pt x="137073" y="112497"/>
                  </a:lnTo>
                  <a:lnTo>
                    <a:pt x="136574" y="113596"/>
                  </a:lnTo>
                  <a:lnTo>
                    <a:pt x="135711" y="114570"/>
                  </a:lnTo>
                  <a:lnTo>
                    <a:pt x="133234" y="116111"/>
                  </a:lnTo>
                  <a:lnTo>
                    <a:pt x="130669" y="117013"/>
                  </a:lnTo>
                  <a:lnTo>
                    <a:pt x="128084" y="117226"/>
                  </a:lnTo>
                  <a:lnTo>
                    <a:pt x="126860" y="117015"/>
                  </a:lnTo>
                  <a:lnTo>
                    <a:pt x="120203" y="114023"/>
                  </a:lnTo>
                  <a:lnTo>
                    <a:pt x="119005" y="114000"/>
                  </a:lnTo>
                  <a:lnTo>
                    <a:pt x="117464" y="113596"/>
                  </a:lnTo>
                  <a:lnTo>
                    <a:pt x="114009" y="112365"/>
                  </a:lnTo>
                  <a:lnTo>
                    <a:pt x="112115" y="112231"/>
                  </a:lnTo>
                  <a:lnTo>
                    <a:pt x="108794" y="111211"/>
                  </a:lnTo>
                  <a:lnTo>
                    <a:pt x="103172" y="110618"/>
                  </a:lnTo>
                  <a:lnTo>
                    <a:pt x="102046" y="111108"/>
                  </a:lnTo>
                  <a:lnTo>
                    <a:pt x="103541" y="112485"/>
                  </a:lnTo>
                  <a:lnTo>
                    <a:pt x="104852" y="113178"/>
                  </a:lnTo>
                  <a:lnTo>
                    <a:pt x="105976" y="113185"/>
                  </a:lnTo>
                  <a:lnTo>
                    <a:pt x="107593" y="114413"/>
                  </a:lnTo>
                  <a:lnTo>
                    <a:pt x="109702" y="116860"/>
                  </a:lnTo>
                  <a:lnTo>
                    <a:pt x="110908" y="118320"/>
                  </a:lnTo>
                  <a:lnTo>
                    <a:pt x="111906" y="120061"/>
                  </a:lnTo>
                  <a:lnTo>
                    <a:pt x="111938" y="120660"/>
                  </a:lnTo>
                  <a:lnTo>
                    <a:pt x="110945" y="121856"/>
                  </a:lnTo>
                  <a:lnTo>
                    <a:pt x="103109" y="115597"/>
                  </a:lnTo>
                  <a:lnTo>
                    <a:pt x="98320" y="117783"/>
                  </a:lnTo>
                  <a:lnTo>
                    <a:pt x="96114" y="118597"/>
                  </a:lnTo>
                  <a:lnTo>
                    <a:pt x="94223" y="118724"/>
                  </a:lnTo>
                  <a:lnTo>
                    <a:pt x="91860" y="117865"/>
                  </a:lnTo>
                  <a:lnTo>
                    <a:pt x="86526" y="114846"/>
                  </a:lnTo>
                  <a:lnTo>
                    <a:pt x="84506" y="113789"/>
                  </a:lnTo>
                  <a:lnTo>
                    <a:pt x="83790" y="113636"/>
                  </a:lnTo>
                  <a:lnTo>
                    <a:pt x="79149" y="114945"/>
                  </a:lnTo>
                  <a:lnTo>
                    <a:pt x="75147" y="115006"/>
                  </a:lnTo>
                  <a:lnTo>
                    <a:pt x="67070" y="113750"/>
                  </a:lnTo>
                  <a:lnTo>
                    <a:pt x="64105" y="112911"/>
                  </a:lnTo>
                  <a:lnTo>
                    <a:pt x="63324" y="112033"/>
                  </a:lnTo>
                  <a:lnTo>
                    <a:pt x="62351" y="111593"/>
                  </a:lnTo>
                  <a:lnTo>
                    <a:pt x="60601" y="111593"/>
                  </a:lnTo>
                  <a:lnTo>
                    <a:pt x="55973" y="110614"/>
                  </a:lnTo>
                  <a:lnTo>
                    <a:pt x="51736" y="112821"/>
                  </a:lnTo>
                  <a:lnTo>
                    <a:pt x="46640" y="110798"/>
                  </a:lnTo>
                  <a:lnTo>
                    <a:pt x="45131" y="109608"/>
                  </a:lnTo>
                  <a:lnTo>
                    <a:pt x="44651" y="108791"/>
                  </a:lnTo>
                  <a:lnTo>
                    <a:pt x="43168" y="105378"/>
                  </a:lnTo>
                  <a:lnTo>
                    <a:pt x="42964" y="103551"/>
                  </a:lnTo>
                  <a:lnTo>
                    <a:pt x="43384" y="101901"/>
                  </a:lnTo>
                  <a:lnTo>
                    <a:pt x="43803" y="100770"/>
                  </a:lnTo>
                  <a:lnTo>
                    <a:pt x="44219" y="100155"/>
                  </a:lnTo>
                  <a:lnTo>
                    <a:pt x="41447" y="102048"/>
                  </a:lnTo>
                  <a:lnTo>
                    <a:pt x="40474" y="102359"/>
                  </a:lnTo>
                  <a:lnTo>
                    <a:pt x="39193" y="102431"/>
                  </a:lnTo>
                  <a:lnTo>
                    <a:pt x="35376" y="101732"/>
                  </a:lnTo>
                  <a:lnTo>
                    <a:pt x="34772" y="102090"/>
                  </a:lnTo>
                  <a:lnTo>
                    <a:pt x="34969" y="102752"/>
                  </a:lnTo>
                  <a:lnTo>
                    <a:pt x="35966" y="103716"/>
                  </a:lnTo>
                  <a:lnTo>
                    <a:pt x="36097" y="104299"/>
                  </a:lnTo>
                  <a:lnTo>
                    <a:pt x="33969" y="104753"/>
                  </a:lnTo>
                  <a:lnTo>
                    <a:pt x="30745" y="104281"/>
                  </a:lnTo>
                  <a:lnTo>
                    <a:pt x="29339" y="104486"/>
                  </a:lnTo>
                  <a:lnTo>
                    <a:pt x="28700" y="104750"/>
                  </a:lnTo>
                  <a:lnTo>
                    <a:pt x="27247" y="106274"/>
                  </a:lnTo>
                  <a:lnTo>
                    <a:pt x="26654" y="106619"/>
                  </a:lnTo>
                  <a:lnTo>
                    <a:pt x="25891" y="106461"/>
                  </a:lnTo>
                  <a:lnTo>
                    <a:pt x="22508" y="103013"/>
                  </a:lnTo>
                  <a:lnTo>
                    <a:pt x="19780" y="100830"/>
                  </a:lnTo>
                  <a:lnTo>
                    <a:pt x="16601" y="99992"/>
                  </a:lnTo>
                  <a:lnTo>
                    <a:pt x="15142" y="99293"/>
                  </a:lnTo>
                  <a:lnTo>
                    <a:pt x="14341" y="98454"/>
                  </a:lnTo>
                  <a:lnTo>
                    <a:pt x="9955" y="91456"/>
                  </a:lnTo>
                  <a:lnTo>
                    <a:pt x="9355" y="89950"/>
                  </a:lnTo>
                  <a:lnTo>
                    <a:pt x="7966" y="84470"/>
                  </a:lnTo>
                  <a:lnTo>
                    <a:pt x="7500" y="83301"/>
                  </a:lnTo>
                  <a:lnTo>
                    <a:pt x="6937" y="82532"/>
                  </a:lnTo>
                  <a:lnTo>
                    <a:pt x="8039" y="82370"/>
                  </a:lnTo>
                  <a:lnTo>
                    <a:pt x="12187" y="83037"/>
                  </a:lnTo>
                  <a:lnTo>
                    <a:pt x="16203" y="83008"/>
                  </a:lnTo>
                  <a:lnTo>
                    <a:pt x="18384" y="83453"/>
                  </a:lnTo>
                  <a:lnTo>
                    <a:pt x="20914" y="84819"/>
                  </a:lnTo>
                  <a:lnTo>
                    <a:pt x="24211" y="85794"/>
                  </a:lnTo>
                  <a:lnTo>
                    <a:pt x="26571" y="85999"/>
                  </a:lnTo>
                  <a:lnTo>
                    <a:pt x="30355" y="85638"/>
                  </a:lnTo>
                  <a:lnTo>
                    <a:pt x="34655" y="84724"/>
                  </a:lnTo>
                  <a:lnTo>
                    <a:pt x="35161" y="84012"/>
                  </a:lnTo>
                  <a:lnTo>
                    <a:pt x="32376" y="82795"/>
                  </a:lnTo>
                  <a:lnTo>
                    <a:pt x="29893" y="81177"/>
                  </a:lnTo>
                  <a:lnTo>
                    <a:pt x="27603" y="79081"/>
                  </a:lnTo>
                  <a:lnTo>
                    <a:pt x="26235" y="78193"/>
                  </a:lnTo>
                  <a:lnTo>
                    <a:pt x="23942" y="77641"/>
                  </a:lnTo>
                  <a:lnTo>
                    <a:pt x="17497" y="77256"/>
                  </a:lnTo>
                  <a:lnTo>
                    <a:pt x="11527" y="75847"/>
                  </a:lnTo>
                  <a:lnTo>
                    <a:pt x="7403" y="73949"/>
                  </a:lnTo>
                  <a:lnTo>
                    <a:pt x="4044" y="71842"/>
                  </a:lnTo>
                  <a:lnTo>
                    <a:pt x="2679" y="70695"/>
                  </a:lnTo>
                  <a:lnTo>
                    <a:pt x="2186" y="69809"/>
                  </a:lnTo>
                  <a:lnTo>
                    <a:pt x="1665" y="67048"/>
                  </a:lnTo>
                  <a:lnTo>
                    <a:pt x="1115" y="62409"/>
                  </a:lnTo>
                  <a:lnTo>
                    <a:pt x="583" y="59297"/>
                  </a:lnTo>
                  <a:lnTo>
                    <a:pt x="68" y="57708"/>
                  </a:lnTo>
                  <a:lnTo>
                    <a:pt x="0" y="56320"/>
                  </a:lnTo>
                  <a:lnTo>
                    <a:pt x="1141" y="53358"/>
                  </a:lnTo>
                  <a:lnTo>
                    <a:pt x="4404" y="50139"/>
                  </a:lnTo>
                  <a:lnTo>
                    <a:pt x="4483" y="49634"/>
                  </a:lnTo>
                  <a:lnTo>
                    <a:pt x="3834" y="49484"/>
                  </a:lnTo>
                  <a:lnTo>
                    <a:pt x="2465" y="48666"/>
                  </a:lnTo>
                  <a:lnTo>
                    <a:pt x="2029" y="47468"/>
                  </a:lnTo>
                  <a:lnTo>
                    <a:pt x="1853" y="45568"/>
                  </a:lnTo>
                  <a:lnTo>
                    <a:pt x="1842" y="43957"/>
                  </a:lnTo>
                  <a:lnTo>
                    <a:pt x="1994" y="42635"/>
                  </a:lnTo>
                  <a:lnTo>
                    <a:pt x="2539" y="40986"/>
                  </a:lnTo>
                  <a:lnTo>
                    <a:pt x="3944" y="38021"/>
                  </a:lnTo>
                  <a:lnTo>
                    <a:pt x="5956" y="34423"/>
                  </a:lnTo>
                  <a:lnTo>
                    <a:pt x="8134" y="31045"/>
                  </a:lnTo>
                  <a:lnTo>
                    <a:pt x="8507" y="29940"/>
                  </a:lnTo>
                  <a:lnTo>
                    <a:pt x="8699" y="26943"/>
                  </a:lnTo>
                  <a:lnTo>
                    <a:pt x="8988" y="24757"/>
                  </a:lnTo>
                  <a:lnTo>
                    <a:pt x="9286" y="23219"/>
                  </a:lnTo>
                  <a:lnTo>
                    <a:pt x="9747" y="22065"/>
                  </a:lnTo>
                  <a:lnTo>
                    <a:pt x="11095" y="19875"/>
                  </a:lnTo>
                  <a:lnTo>
                    <a:pt x="12776" y="17797"/>
                  </a:lnTo>
                  <a:lnTo>
                    <a:pt x="15407" y="16027"/>
                  </a:lnTo>
                  <a:lnTo>
                    <a:pt x="15632" y="15371"/>
                  </a:lnTo>
                  <a:lnTo>
                    <a:pt x="15667" y="14464"/>
                  </a:lnTo>
                  <a:lnTo>
                    <a:pt x="15819" y="13787"/>
                  </a:lnTo>
                  <a:lnTo>
                    <a:pt x="16087" y="13341"/>
                  </a:lnTo>
                  <a:lnTo>
                    <a:pt x="22609" y="7667"/>
                  </a:lnTo>
                  <a:lnTo>
                    <a:pt x="25578" y="5361"/>
                  </a:lnTo>
                  <a:lnTo>
                    <a:pt x="28096" y="3897"/>
                  </a:lnTo>
                  <a:lnTo>
                    <a:pt x="31111" y="2818"/>
                  </a:lnTo>
                  <a:lnTo>
                    <a:pt x="39686" y="614"/>
                  </a:lnTo>
                  <a:lnTo>
                    <a:pt x="44103" y="0"/>
                  </a:lnTo>
                  <a:lnTo>
                    <a:pt x="49655" y="137"/>
                  </a:lnTo>
                  <a:lnTo>
                    <a:pt x="59896" y="1378"/>
                  </a:lnTo>
                  <a:lnTo>
                    <a:pt x="61129" y="2251"/>
                  </a:lnTo>
                  <a:lnTo>
                    <a:pt x="61443" y="2691"/>
                  </a:lnTo>
                  <a:lnTo>
                    <a:pt x="61891" y="3934"/>
                  </a:lnTo>
                  <a:lnTo>
                    <a:pt x="61553" y="4728"/>
                  </a:lnTo>
                  <a:lnTo>
                    <a:pt x="58753" y="7423"/>
                  </a:lnTo>
                  <a:lnTo>
                    <a:pt x="55227" y="9665"/>
                  </a:lnTo>
                  <a:lnTo>
                    <a:pt x="52932" y="11621"/>
                  </a:lnTo>
                  <a:lnTo>
                    <a:pt x="49049" y="16022"/>
                  </a:lnTo>
                  <a:lnTo>
                    <a:pt x="48002" y="17567"/>
                  </a:lnTo>
                  <a:lnTo>
                    <a:pt x="43188" y="26432"/>
                  </a:lnTo>
                  <a:lnTo>
                    <a:pt x="42052" y="27901"/>
                  </a:lnTo>
                  <a:lnTo>
                    <a:pt x="41385" y="29075"/>
                  </a:lnTo>
                  <a:lnTo>
                    <a:pt x="40917" y="32274"/>
                  </a:lnTo>
                  <a:lnTo>
                    <a:pt x="41057" y="33413"/>
                  </a:lnTo>
                  <a:lnTo>
                    <a:pt x="41809" y="35271"/>
                  </a:lnTo>
                  <a:lnTo>
                    <a:pt x="44420" y="39304"/>
                  </a:lnTo>
                  <a:lnTo>
                    <a:pt x="45124" y="41189"/>
                  </a:lnTo>
                  <a:lnTo>
                    <a:pt x="45106" y="42924"/>
                  </a:lnTo>
                  <a:lnTo>
                    <a:pt x="44814" y="47057"/>
                  </a:lnTo>
                  <a:lnTo>
                    <a:pt x="44778" y="49154"/>
                  </a:lnTo>
                  <a:lnTo>
                    <a:pt x="44895" y="51167"/>
                  </a:lnTo>
                  <a:lnTo>
                    <a:pt x="45434" y="54045"/>
                  </a:lnTo>
                  <a:lnTo>
                    <a:pt x="46393" y="57788"/>
                  </a:lnTo>
                  <a:lnTo>
                    <a:pt x="48615" y="61575"/>
                  </a:lnTo>
                  <a:lnTo>
                    <a:pt x="52101" y="65404"/>
                  </a:lnTo>
                  <a:lnTo>
                    <a:pt x="54696" y="67944"/>
                  </a:lnTo>
                  <a:lnTo>
                    <a:pt x="57255" y="69814"/>
                  </a:lnTo>
                  <a:lnTo>
                    <a:pt x="60283" y="72581"/>
                  </a:lnTo>
                  <a:lnTo>
                    <a:pt x="60958" y="73918"/>
                  </a:lnTo>
                  <a:lnTo>
                    <a:pt x="59566" y="75390"/>
                  </a:lnTo>
                  <a:lnTo>
                    <a:pt x="56302" y="77655"/>
                  </a:lnTo>
                  <a:lnTo>
                    <a:pt x="52014" y="78625"/>
                  </a:lnTo>
                  <a:lnTo>
                    <a:pt x="49721" y="79550"/>
                  </a:lnTo>
                  <a:lnTo>
                    <a:pt x="46868" y="81522"/>
                  </a:lnTo>
                  <a:lnTo>
                    <a:pt x="43288" y="83096"/>
                  </a:lnTo>
                  <a:close/>
                </a:path>
              </a:pathLst>
            </a:custGeom>
            <a:solidFill>
              <a:srgbClr val="C3DDB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g354"/>
            <p:cNvSpPr/>
            <p:nvPr/>
          </p:nvSpPr>
          <p:spPr>
            <a:xfrm>
              <a:off x="2081933" y="1449039"/>
              <a:ext cx="76456" cy="78121"/>
            </a:xfrm>
            <a:custGeom>
              <a:avLst/>
              <a:pathLst>
                <a:path w="76456" h="78121">
                  <a:moveTo>
                    <a:pt x="33048" y="0"/>
                  </a:moveTo>
                  <a:lnTo>
                    <a:pt x="43334" y="6332"/>
                  </a:lnTo>
                  <a:lnTo>
                    <a:pt x="44776" y="5810"/>
                  </a:lnTo>
                  <a:lnTo>
                    <a:pt x="47885" y="5476"/>
                  </a:lnTo>
                  <a:lnTo>
                    <a:pt x="51117" y="4544"/>
                  </a:lnTo>
                  <a:lnTo>
                    <a:pt x="55595" y="3772"/>
                  </a:lnTo>
                  <a:lnTo>
                    <a:pt x="58327" y="2367"/>
                  </a:lnTo>
                  <a:lnTo>
                    <a:pt x="59491" y="1966"/>
                  </a:lnTo>
                  <a:lnTo>
                    <a:pt x="61468" y="1718"/>
                  </a:lnTo>
                  <a:lnTo>
                    <a:pt x="62542" y="1724"/>
                  </a:lnTo>
                  <a:lnTo>
                    <a:pt x="65647" y="2483"/>
                  </a:lnTo>
                  <a:lnTo>
                    <a:pt x="66894" y="3016"/>
                  </a:lnTo>
                  <a:lnTo>
                    <a:pt x="67555" y="3576"/>
                  </a:lnTo>
                  <a:lnTo>
                    <a:pt x="68272" y="4596"/>
                  </a:lnTo>
                  <a:lnTo>
                    <a:pt x="69496" y="7084"/>
                  </a:lnTo>
                  <a:lnTo>
                    <a:pt x="69675" y="8007"/>
                  </a:lnTo>
                  <a:lnTo>
                    <a:pt x="69612" y="8255"/>
                  </a:lnTo>
                  <a:lnTo>
                    <a:pt x="68481" y="9785"/>
                  </a:lnTo>
                  <a:lnTo>
                    <a:pt x="67727" y="10451"/>
                  </a:lnTo>
                  <a:lnTo>
                    <a:pt x="66170" y="11084"/>
                  </a:lnTo>
                  <a:lnTo>
                    <a:pt x="64822" y="11278"/>
                  </a:lnTo>
                  <a:lnTo>
                    <a:pt x="63664" y="12389"/>
                  </a:lnTo>
                  <a:lnTo>
                    <a:pt x="62358" y="12093"/>
                  </a:lnTo>
                  <a:lnTo>
                    <a:pt x="62005" y="13107"/>
                  </a:lnTo>
                  <a:lnTo>
                    <a:pt x="62143" y="13726"/>
                  </a:lnTo>
                  <a:lnTo>
                    <a:pt x="62493" y="14028"/>
                  </a:lnTo>
                  <a:lnTo>
                    <a:pt x="63152" y="13956"/>
                  </a:lnTo>
                  <a:lnTo>
                    <a:pt x="63904" y="13523"/>
                  </a:lnTo>
                  <a:lnTo>
                    <a:pt x="65364" y="13738"/>
                  </a:lnTo>
                  <a:lnTo>
                    <a:pt x="66134" y="14403"/>
                  </a:lnTo>
                  <a:lnTo>
                    <a:pt x="66826" y="15501"/>
                  </a:lnTo>
                  <a:lnTo>
                    <a:pt x="66312" y="16520"/>
                  </a:lnTo>
                  <a:lnTo>
                    <a:pt x="63734" y="17926"/>
                  </a:lnTo>
                  <a:lnTo>
                    <a:pt x="59933" y="19519"/>
                  </a:lnTo>
                  <a:lnTo>
                    <a:pt x="55303" y="24529"/>
                  </a:lnTo>
                  <a:lnTo>
                    <a:pt x="52869" y="26630"/>
                  </a:lnTo>
                  <a:lnTo>
                    <a:pt x="52366" y="27285"/>
                  </a:lnTo>
                  <a:lnTo>
                    <a:pt x="52121" y="27943"/>
                  </a:lnTo>
                  <a:lnTo>
                    <a:pt x="52194" y="29189"/>
                  </a:lnTo>
                  <a:lnTo>
                    <a:pt x="52306" y="29693"/>
                  </a:lnTo>
                  <a:lnTo>
                    <a:pt x="52978" y="29896"/>
                  </a:lnTo>
                  <a:lnTo>
                    <a:pt x="55242" y="28155"/>
                  </a:lnTo>
                  <a:lnTo>
                    <a:pt x="56702" y="27344"/>
                  </a:lnTo>
                  <a:lnTo>
                    <a:pt x="58184" y="26898"/>
                  </a:lnTo>
                  <a:lnTo>
                    <a:pt x="60800" y="26866"/>
                  </a:lnTo>
                  <a:lnTo>
                    <a:pt x="61878" y="27133"/>
                  </a:lnTo>
                  <a:lnTo>
                    <a:pt x="63836" y="28178"/>
                  </a:lnTo>
                  <a:lnTo>
                    <a:pt x="65627" y="29786"/>
                  </a:lnTo>
                  <a:lnTo>
                    <a:pt x="66028" y="30372"/>
                  </a:lnTo>
                  <a:lnTo>
                    <a:pt x="65856" y="30959"/>
                  </a:lnTo>
                  <a:lnTo>
                    <a:pt x="65112" y="31551"/>
                  </a:lnTo>
                  <a:lnTo>
                    <a:pt x="65030" y="31940"/>
                  </a:lnTo>
                  <a:lnTo>
                    <a:pt x="66737" y="32753"/>
                  </a:lnTo>
                  <a:lnTo>
                    <a:pt x="68622" y="34958"/>
                  </a:lnTo>
                  <a:lnTo>
                    <a:pt x="68745" y="36295"/>
                  </a:lnTo>
                  <a:lnTo>
                    <a:pt x="67921" y="37620"/>
                  </a:lnTo>
                  <a:lnTo>
                    <a:pt x="67696" y="38506"/>
                  </a:lnTo>
                  <a:lnTo>
                    <a:pt x="68072" y="38954"/>
                  </a:lnTo>
                  <a:lnTo>
                    <a:pt x="69002" y="38681"/>
                  </a:lnTo>
                  <a:lnTo>
                    <a:pt x="71229" y="37198"/>
                  </a:lnTo>
                  <a:lnTo>
                    <a:pt x="73639" y="36425"/>
                  </a:lnTo>
                  <a:lnTo>
                    <a:pt x="74604" y="36512"/>
                  </a:lnTo>
                  <a:lnTo>
                    <a:pt x="75214" y="36852"/>
                  </a:lnTo>
                  <a:lnTo>
                    <a:pt x="75858" y="38886"/>
                  </a:lnTo>
                  <a:lnTo>
                    <a:pt x="76390" y="41175"/>
                  </a:lnTo>
                  <a:lnTo>
                    <a:pt x="76456" y="43099"/>
                  </a:lnTo>
                  <a:lnTo>
                    <a:pt x="76058" y="44663"/>
                  </a:lnTo>
                  <a:lnTo>
                    <a:pt x="75485" y="45883"/>
                  </a:lnTo>
                  <a:lnTo>
                    <a:pt x="74042" y="47392"/>
                  </a:lnTo>
                  <a:lnTo>
                    <a:pt x="72735" y="47966"/>
                  </a:lnTo>
                  <a:lnTo>
                    <a:pt x="72053" y="47972"/>
                  </a:lnTo>
                  <a:lnTo>
                    <a:pt x="72121" y="48227"/>
                  </a:lnTo>
                  <a:lnTo>
                    <a:pt x="73670" y="49484"/>
                  </a:lnTo>
                  <a:lnTo>
                    <a:pt x="74318" y="50488"/>
                  </a:lnTo>
                  <a:lnTo>
                    <a:pt x="74595" y="51456"/>
                  </a:lnTo>
                  <a:lnTo>
                    <a:pt x="74501" y="52391"/>
                  </a:lnTo>
                  <a:lnTo>
                    <a:pt x="74287" y="53187"/>
                  </a:lnTo>
                  <a:lnTo>
                    <a:pt x="72481" y="56141"/>
                  </a:lnTo>
                  <a:lnTo>
                    <a:pt x="72579" y="56563"/>
                  </a:lnTo>
                  <a:lnTo>
                    <a:pt x="73079" y="56756"/>
                  </a:lnTo>
                  <a:lnTo>
                    <a:pt x="74211" y="58457"/>
                  </a:lnTo>
                  <a:lnTo>
                    <a:pt x="74344" y="62409"/>
                  </a:lnTo>
                  <a:lnTo>
                    <a:pt x="70285" y="63648"/>
                  </a:lnTo>
                  <a:lnTo>
                    <a:pt x="69333" y="64569"/>
                  </a:lnTo>
                  <a:lnTo>
                    <a:pt x="68211" y="66043"/>
                  </a:lnTo>
                  <a:lnTo>
                    <a:pt x="66925" y="67147"/>
                  </a:lnTo>
                  <a:lnTo>
                    <a:pt x="64012" y="68307"/>
                  </a:lnTo>
                  <a:lnTo>
                    <a:pt x="62537" y="68441"/>
                  </a:lnTo>
                  <a:lnTo>
                    <a:pt x="55236" y="67473"/>
                  </a:lnTo>
                  <a:lnTo>
                    <a:pt x="54497" y="66910"/>
                  </a:lnTo>
                  <a:lnTo>
                    <a:pt x="53986" y="65905"/>
                  </a:lnTo>
                  <a:lnTo>
                    <a:pt x="53704" y="64457"/>
                  </a:lnTo>
                  <a:lnTo>
                    <a:pt x="53627" y="63318"/>
                  </a:lnTo>
                  <a:lnTo>
                    <a:pt x="53757" y="62489"/>
                  </a:lnTo>
                  <a:lnTo>
                    <a:pt x="53719" y="62003"/>
                  </a:lnTo>
                  <a:lnTo>
                    <a:pt x="53513" y="61862"/>
                  </a:lnTo>
                  <a:lnTo>
                    <a:pt x="52701" y="62692"/>
                  </a:lnTo>
                  <a:lnTo>
                    <a:pt x="51854" y="64201"/>
                  </a:lnTo>
                  <a:lnTo>
                    <a:pt x="52318" y="65876"/>
                  </a:lnTo>
                  <a:lnTo>
                    <a:pt x="54625" y="70532"/>
                  </a:lnTo>
                  <a:lnTo>
                    <a:pt x="55066" y="72533"/>
                  </a:lnTo>
                  <a:lnTo>
                    <a:pt x="55129" y="73383"/>
                  </a:lnTo>
                  <a:lnTo>
                    <a:pt x="55025" y="74020"/>
                  </a:lnTo>
                  <a:lnTo>
                    <a:pt x="52421" y="76740"/>
                  </a:lnTo>
                  <a:lnTo>
                    <a:pt x="50914" y="77662"/>
                  </a:lnTo>
                  <a:lnTo>
                    <a:pt x="49367" y="78121"/>
                  </a:lnTo>
                  <a:lnTo>
                    <a:pt x="47893" y="77779"/>
                  </a:lnTo>
                  <a:lnTo>
                    <a:pt x="46492" y="76636"/>
                  </a:lnTo>
                  <a:lnTo>
                    <a:pt x="45427" y="76130"/>
                  </a:lnTo>
                  <a:lnTo>
                    <a:pt x="43222" y="76198"/>
                  </a:lnTo>
                  <a:lnTo>
                    <a:pt x="42533" y="75609"/>
                  </a:lnTo>
                  <a:lnTo>
                    <a:pt x="41893" y="74513"/>
                  </a:lnTo>
                  <a:lnTo>
                    <a:pt x="40339" y="70584"/>
                  </a:lnTo>
                  <a:lnTo>
                    <a:pt x="38173" y="67795"/>
                  </a:lnTo>
                  <a:lnTo>
                    <a:pt x="36305" y="64672"/>
                  </a:lnTo>
                  <a:lnTo>
                    <a:pt x="31559" y="60113"/>
                  </a:lnTo>
                  <a:lnTo>
                    <a:pt x="29102" y="57385"/>
                  </a:lnTo>
                  <a:lnTo>
                    <a:pt x="25826" y="52997"/>
                  </a:lnTo>
                  <a:lnTo>
                    <a:pt x="24457" y="52004"/>
                  </a:lnTo>
                  <a:lnTo>
                    <a:pt x="23319" y="51606"/>
                  </a:lnTo>
                  <a:lnTo>
                    <a:pt x="21084" y="51292"/>
                  </a:lnTo>
                  <a:lnTo>
                    <a:pt x="20565" y="50745"/>
                  </a:lnTo>
                  <a:lnTo>
                    <a:pt x="19750" y="49253"/>
                  </a:lnTo>
                  <a:lnTo>
                    <a:pt x="18343" y="48132"/>
                  </a:lnTo>
                  <a:lnTo>
                    <a:pt x="17829" y="47991"/>
                  </a:lnTo>
                  <a:lnTo>
                    <a:pt x="17000" y="48255"/>
                  </a:lnTo>
                  <a:lnTo>
                    <a:pt x="14811" y="49288"/>
                  </a:lnTo>
                  <a:lnTo>
                    <a:pt x="12062" y="48194"/>
                  </a:lnTo>
                  <a:lnTo>
                    <a:pt x="11445" y="47425"/>
                  </a:lnTo>
                  <a:lnTo>
                    <a:pt x="11080" y="46121"/>
                  </a:lnTo>
                  <a:lnTo>
                    <a:pt x="10734" y="45405"/>
                  </a:lnTo>
                  <a:lnTo>
                    <a:pt x="9802" y="44762"/>
                  </a:lnTo>
                  <a:lnTo>
                    <a:pt x="9018" y="43134"/>
                  </a:lnTo>
                  <a:lnTo>
                    <a:pt x="3795" y="39925"/>
                  </a:lnTo>
                  <a:lnTo>
                    <a:pt x="689" y="36240"/>
                  </a:lnTo>
                  <a:lnTo>
                    <a:pt x="60" y="34908"/>
                  </a:lnTo>
                  <a:lnTo>
                    <a:pt x="0" y="34364"/>
                  </a:lnTo>
                  <a:lnTo>
                    <a:pt x="318" y="32594"/>
                  </a:lnTo>
                  <a:lnTo>
                    <a:pt x="1038" y="30586"/>
                  </a:lnTo>
                  <a:lnTo>
                    <a:pt x="1981" y="28592"/>
                  </a:lnTo>
                  <a:lnTo>
                    <a:pt x="2557" y="27775"/>
                  </a:lnTo>
                  <a:lnTo>
                    <a:pt x="4601" y="26055"/>
                  </a:lnTo>
                  <a:lnTo>
                    <a:pt x="6211" y="25666"/>
                  </a:lnTo>
                  <a:lnTo>
                    <a:pt x="8458" y="25884"/>
                  </a:lnTo>
                  <a:lnTo>
                    <a:pt x="9642" y="26266"/>
                  </a:lnTo>
                  <a:lnTo>
                    <a:pt x="10703" y="27417"/>
                  </a:lnTo>
                  <a:lnTo>
                    <a:pt x="11158" y="28745"/>
                  </a:lnTo>
                  <a:lnTo>
                    <a:pt x="11689" y="29639"/>
                  </a:lnTo>
                  <a:lnTo>
                    <a:pt x="13355" y="30618"/>
                  </a:lnTo>
                  <a:lnTo>
                    <a:pt x="14259" y="31405"/>
                  </a:lnTo>
                  <a:lnTo>
                    <a:pt x="15587" y="33238"/>
                  </a:lnTo>
                  <a:lnTo>
                    <a:pt x="16612" y="35447"/>
                  </a:lnTo>
                  <a:lnTo>
                    <a:pt x="17555" y="36174"/>
                  </a:lnTo>
                  <a:lnTo>
                    <a:pt x="19817" y="36422"/>
                  </a:lnTo>
                  <a:lnTo>
                    <a:pt x="22151" y="36048"/>
                  </a:lnTo>
                  <a:lnTo>
                    <a:pt x="27164" y="34659"/>
                  </a:lnTo>
                  <a:lnTo>
                    <a:pt x="27368" y="34486"/>
                  </a:lnTo>
                  <a:lnTo>
                    <a:pt x="27678" y="33657"/>
                  </a:lnTo>
                  <a:lnTo>
                    <a:pt x="28249" y="28629"/>
                  </a:lnTo>
                  <a:lnTo>
                    <a:pt x="28592" y="28608"/>
                  </a:lnTo>
                  <a:lnTo>
                    <a:pt x="30294" y="30936"/>
                  </a:lnTo>
                  <a:lnTo>
                    <a:pt x="30776" y="31192"/>
                  </a:lnTo>
                  <a:lnTo>
                    <a:pt x="31510" y="30707"/>
                  </a:lnTo>
                  <a:lnTo>
                    <a:pt x="31946" y="29576"/>
                  </a:lnTo>
                  <a:lnTo>
                    <a:pt x="31893" y="29039"/>
                  </a:lnTo>
                  <a:lnTo>
                    <a:pt x="30823" y="26315"/>
                  </a:lnTo>
                  <a:lnTo>
                    <a:pt x="30193" y="25131"/>
                  </a:lnTo>
                  <a:lnTo>
                    <a:pt x="29627" y="24395"/>
                  </a:lnTo>
                  <a:lnTo>
                    <a:pt x="28996" y="24154"/>
                  </a:lnTo>
                  <a:lnTo>
                    <a:pt x="27634" y="24387"/>
                  </a:lnTo>
                  <a:lnTo>
                    <a:pt x="26595" y="23864"/>
                  </a:lnTo>
                  <a:lnTo>
                    <a:pt x="26366" y="23112"/>
                  </a:lnTo>
                  <a:lnTo>
                    <a:pt x="26535" y="22103"/>
                  </a:lnTo>
                  <a:lnTo>
                    <a:pt x="27108" y="21037"/>
                  </a:lnTo>
                  <a:lnTo>
                    <a:pt x="27724" y="20427"/>
                  </a:lnTo>
                  <a:lnTo>
                    <a:pt x="28919" y="20114"/>
                  </a:lnTo>
                  <a:lnTo>
                    <a:pt x="30319" y="20424"/>
                  </a:lnTo>
                  <a:lnTo>
                    <a:pt x="32255" y="21712"/>
                  </a:lnTo>
                  <a:lnTo>
                    <a:pt x="33481" y="21998"/>
                  </a:lnTo>
                  <a:lnTo>
                    <a:pt x="35203" y="21630"/>
                  </a:lnTo>
                  <a:lnTo>
                    <a:pt x="33000" y="20873"/>
                  </a:lnTo>
                  <a:lnTo>
                    <a:pt x="29928" y="17896"/>
                  </a:lnTo>
                  <a:lnTo>
                    <a:pt x="28610" y="17341"/>
                  </a:lnTo>
                  <a:lnTo>
                    <a:pt x="27002" y="18618"/>
                  </a:lnTo>
                  <a:lnTo>
                    <a:pt x="25918" y="19098"/>
                  </a:lnTo>
                  <a:lnTo>
                    <a:pt x="23866" y="19721"/>
                  </a:lnTo>
                  <a:lnTo>
                    <a:pt x="22233" y="19814"/>
                  </a:lnTo>
                  <a:lnTo>
                    <a:pt x="15389" y="15215"/>
                  </a:lnTo>
                  <a:lnTo>
                    <a:pt x="15009" y="14775"/>
                  </a:lnTo>
                  <a:lnTo>
                    <a:pt x="14508" y="13578"/>
                  </a:lnTo>
                  <a:lnTo>
                    <a:pt x="14566" y="13027"/>
                  </a:lnTo>
                  <a:lnTo>
                    <a:pt x="15241" y="12175"/>
                  </a:lnTo>
                  <a:lnTo>
                    <a:pt x="16946" y="11049"/>
                  </a:lnTo>
                  <a:lnTo>
                    <a:pt x="19484" y="10343"/>
                  </a:lnTo>
                  <a:lnTo>
                    <a:pt x="21179" y="10228"/>
                  </a:lnTo>
                  <a:lnTo>
                    <a:pt x="22662" y="11069"/>
                  </a:lnTo>
                  <a:lnTo>
                    <a:pt x="24823" y="13344"/>
                  </a:lnTo>
                  <a:lnTo>
                    <a:pt x="26714" y="14673"/>
                  </a:lnTo>
                  <a:lnTo>
                    <a:pt x="26869" y="14195"/>
                  </a:lnTo>
                  <a:lnTo>
                    <a:pt x="26535" y="12888"/>
                  </a:lnTo>
                  <a:lnTo>
                    <a:pt x="25672" y="10947"/>
                  </a:lnTo>
                  <a:lnTo>
                    <a:pt x="25053" y="10416"/>
                  </a:lnTo>
                  <a:lnTo>
                    <a:pt x="23532" y="9838"/>
                  </a:lnTo>
                  <a:lnTo>
                    <a:pt x="22124" y="8505"/>
                  </a:lnTo>
                  <a:lnTo>
                    <a:pt x="21462" y="7519"/>
                  </a:lnTo>
                  <a:lnTo>
                    <a:pt x="21109" y="6462"/>
                  </a:lnTo>
                  <a:lnTo>
                    <a:pt x="21066" y="5335"/>
                  </a:lnTo>
                  <a:lnTo>
                    <a:pt x="21335" y="4564"/>
                  </a:lnTo>
                  <a:lnTo>
                    <a:pt x="21919" y="4152"/>
                  </a:lnTo>
                  <a:lnTo>
                    <a:pt x="27177" y="3025"/>
                  </a:lnTo>
                  <a:lnTo>
                    <a:pt x="30850" y="4273"/>
                  </a:lnTo>
                  <a:lnTo>
                    <a:pt x="33180" y="4453"/>
                  </a:lnTo>
                  <a:lnTo>
                    <a:pt x="34146" y="2921"/>
                  </a:lnTo>
                  <a:lnTo>
                    <a:pt x="33809" y="2622"/>
                  </a:lnTo>
                  <a:lnTo>
                    <a:pt x="32583" y="3016"/>
                  </a:lnTo>
                  <a:lnTo>
                    <a:pt x="31197" y="3008"/>
                  </a:lnTo>
                  <a:lnTo>
                    <a:pt x="30332" y="2168"/>
                  </a:lnTo>
                  <a:lnTo>
                    <a:pt x="30304" y="1677"/>
                  </a:lnTo>
                  <a:lnTo>
                    <a:pt x="31384" y="503"/>
                  </a:lnTo>
                  <a:close/>
                </a:path>
              </a:pathLst>
            </a:custGeom>
            <a:solidFill>
              <a:srgbClr val="C3DDB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g355"/>
            <p:cNvSpPr/>
            <p:nvPr/>
          </p:nvSpPr>
          <p:spPr>
            <a:xfrm>
              <a:off x="2122110" y="1444053"/>
              <a:ext cx="21423" cy="8941"/>
            </a:xfrm>
            <a:custGeom>
              <a:avLst/>
              <a:pathLst>
                <a:path w="21423" h="8941">
                  <a:moveTo>
                    <a:pt x="13974" y="7273"/>
                  </a:moveTo>
                  <a:lnTo>
                    <a:pt x="10466" y="7896"/>
                  </a:lnTo>
                  <a:lnTo>
                    <a:pt x="8847" y="7628"/>
                  </a:lnTo>
                  <a:lnTo>
                    <a:pt x="7990" y="8444"/>
                  </a:lnTo>
                  <a:lnTo>
                    <a:pt x="7317" y="8791"/>
                  </a:lnTo>
                  <a:lnTo>
                    <a:pt x="5399" y="8941"/>
                  </a:lnTo>
                  <a:lnTo>
                    <a:pt x="1449" y="7466"/>
                  </a:lnTo>
                  <a:lnTo>
                    <a:pt x="388" y="6954"/>
                  </a:lnTo>
                  <a:lnTo>
                    <a:pt x="0" y="6478"/>
                  </a:lnTo>
                  <a:lnTo>
                    <a:pt x="160" y="6020"/>
                  </a:lnTo>
                  <a:lnTo>
                    <a:pt x="870" y="5582"/>
                  </a:lnTo>
                  <a:lnTo>
                    <a:pt x="3901" y="4915"/>
                  </a:lnTo>
                  <a:lnTo>
                    <a:pt x="5024" y="4423"/>
                  </a:lnTo>
                  <a:lnTo>
                    <a:pt x="5487" y="3736"/>
                  </a:lnTo>
                  <a:lnTo>
                    <a:pt x="6245" y="3184"/>
                  </a:lnTo>
                  <a:lnTo>
                    <a:pt x="7297" y="2767"/>
                  </a:lnTo>
                  <a:lnTo>
                    <a:pt x="10140" y="2367"/>
                  </a:lnTo>
                  <a:lnTo>
                    <a:pt x="16525" y="294"/>
                  </a:lnTo>
                  <a:lnTo>
                    <a:pt x="19701" y="0"/>
                  </a:lnTo>
                  <a:lnTo>
                    <a:pt x="20946" y="175"/>
                  </a:lnTo>
                  <a:lnTo>
                    <a:pt x="21322" y="724"/>
                  </a:lnTo>
                  <a:lnTo>
                    <a:pt x="21423" y="1271"/>
                  </a:lnTo>
                  <a:lnTo>
                    <a:pt x="21250" y="1820"/>
                  </a:lnTo>
                  <a:lnTo>
                    <a:pt x="20258" y="3224"/>
                  </a:lnTo>
                  <a:lnTo>
                    <a:pt x="18962" y="4319"/>
                  </a:lnTo>
                  <a:lnTo>
                    <a:pt x="15477" y="6673"/>
                  </a:lnTo>
                  <a:close/>
                </a:path>
              </a:pathLst>
            </a:custGeom>
            <a:solidFill>
              <a:srgbClr val="C3DDB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g356"/>
            <p:cNvSpPr/>
            <p:nvPr/>
          </p:nvSpPr>
          <p:spPr>
            <a:xfrm>
              <a:off x="2168044" y="1442159"/>
              <a:ext cx="64511" cy="64355"/>
            </a:xfrm>
            <a:custGeom>
              <a:avLst/>
              <a:pathLst>
                <a:path w="64511" h="64355">
                  <a:moveTo>
                    <a:pt x="30189" y="525"/>
                  </a:moveTo>
                  <a:lnTo>
                    <a:pt x="34976" y="1921"/>
                  </a:lnTo>
                  <a:lnTo>
                    <a:pt x="37307" y="2837"/>
                  </a:lnTo>
                  <a:lnTo>
                    <a:pt x="38452" y="3448"/>
                  </a:lnTo>
                  <a:lnTo>
                    <a:pt x="40633" y="5507"/>
                  </a:lnTo>
                  <a:lnTo>
                    <a:pt x="41744" y="6098"/>
                  </a:lnTo>
                  <a:lnTo>
                    <a:pt x="45992" y="4904"/>
                  </a:lnTo>
                  <a:lnTo>
                    <a:pt x="48963" y="4461"/>
                  </a:lnTo>
                  <a:lnTo>
                    <a:pt x="55573" y="5007"/>
                  </a:lnTo>
                  <a:lnTo>
                    <a:pt x="61186" y="6709"/>
                  </a:lnTo>
                  <a:lnTo>
                    <a:pt x="63251" y="7988"/>
                  </a:lnTo>
                  <a:lnTo>
                    <a:pt x="64511" y="9163"/>
                  </a:lnTo>
                  <a:lnTo>
                    <a:pt x="64185" y="10460"/>
                  </a:lnTo>
                  <a:lnTo>
                    <a:pt x="63152" y="12555"/>
                  </a:lnTo>
                  <a:lnTo>
                    <a:pt x="61940" y="14547"/>
                  </a:lnTo>
                  <a:lnTo>
                    <a:pt x="59515" y="17674"/>
                  </a:lnTo>
                  <a:lnTo>
                    <a:pt x="57454" y="19238"/>
                  </a:lnTo>
                  <a:lnTo>
                    <a:pt x="56944" y="19988"/>
                  </a:lnTo>
                  <a:lnTo>
                    <a:pt x="56622" y="21028"/>
                  </a:lnTo>
                  <a:lnTo>
                    <a:pt x="55821" y="22552"/>
                  </a:lnTo>
                  <a:lnTo>
                    <a:pt x="53607" y="25848"/>
                  </a:lnTo>
                  <a:lnTo>
                    <a:pt x="53016" y="26412"/>
                  </a:lnTo>
                  <a:lnTo>
                    <a:pt x="49897" y="27855"/>
                  </a:lnTo>
                  <a:lnTo>
                    <a:pt x="50966" y="28501"/>
                  </a:lnTo>
                  <a:lnTo>
                    <a:pt x="51455" y="29072"/>
                  </a:lnTo>
                  <a:lnTo>
                    <a:pt x="51044" y="30535"/>
                  </a:lnTo>
                  <a:lnTo>
                    <a:pt x="49077" y="34066"/>
                  </a:lnTo>
                  <a:lnTo>
                    <a:pt x="47038" y="37331"/>
                  </a:lnTo>
                  <a:lnTo>
                    <a:pt x="45612" y="39283"/>
                  </a:lnTo>
                  <a:lnTo>
                    <a:pt x="43021" y="42105"/>
                  </a:lnTo>
                  <a:lnTo>
                    <a:pt x="41596" y="42903"/>
                  </a:lnTo>
                  <a:lnTo>
                    <a:pt x="39682" y="43150"/>
                  </a:lnTo>
                  <a:lnTo>
                    <a:pt x="28120" y="40686"/>
                  </a:lnTo>
                  <a:lnTo>
                    <a:pt x="25219" y="40725"/>
                  </a:lnTo>
                  <a:lnTo>
                    <a:pt x="17508" y="42013"/>
                  </a:lnTo>
                  <a:lnTo>
                    <a:pt x="18235" y="42642"/>
                  </a:lnTo>
                  <a:lnTo>
                    <a:pt x="21059" y="43596"/>
                  </a:lnTo>
                  <a:lnTo>
                    <a:pt x="22880" y="44635"/>
                  </a:lnTo>
                  <a:lnTo>
                    <a:pt x="25297" y="47872"/>
                  </a:lnTo>
                  <a:lnTo>
                    <a:pt x="25611" y="48680"/>
                  </a:lnTo>
                  <a:lnTo>
                    <a:pt x="25764" y="49621"/>
                  </a:lnTo>
                  <a:lnTo>
                    <a:pt x="25671" y="51466"/>
                  </a:lnTo>
                  <a:lnTo>
                    <a:pt x="25505" y="51935"/>
                  </a:lnTo>
                  <a:lnTo>
                    <a:pt x="21661" y="56914"/>
                  </a:lnTo>
                  <a:lnTo>
                    <a:pt x="20418" y="60539"/>
                  </a:lnTo>
                  <a:lnTo>
                    <a:pt x="19626" y="63530"/>
                  </a:lnTo>
                  <a:lnTo>
                    <a:pt x="18332" y="64355"/>
                  </a:lnTo>
                  <a:lnTo>
                    <a:pt x="14025" y="63091"/>
                  </a:lnTo>
                  <a:lnTo>
                    <a:pt x="12635" y="63129"/>
                  </a:lnTo>
                  <a:lnTo>
                    <a:pt x="7801" y="64002"/>
                  </a:lnTo>
                  <a:lnTo>
                    <a:pt x="5545" y="63569"/>
                  </a:lnTo>
                  <a:lnTo>
                    <a:pt x="5864" y="59060"/>
                  </a:lnTo>
                  <a:lnTo>
                    <a:pt x="5549" y="54192"/>
                  </a:lnTo>
                  <a:lnTo>
                    <a:pt x="4837" y="49547"/>
                  </a:lnTo>
                  <a:lnTo>
                    <a:pt x="1223" y="41286"/>
                  </a:lnTo>
                  <a:lnTo>
                    <a:pt x="824" y="39820"/>
                  </a:lnTo>
                  <a:lnTo>
                    <a:pt x="558" y="38244"/>
                  </a:lnTo>
                  <a:lnTo>
                    <a:pt x="424" y="36556"/>
                  </a:lnTo>
                  <a:lnTo>
                    <a:pt x="436" y="34858"/>
                  </a:lnTo>
                  <a:lnTo>
                    <a:pt x="687" y="31424"/>
                  </a:lnTo>
                  <a:lnTo>
                    <a:pt x="715" y="29684"/>
                  </a:lnTo>
                  <a:lnTo>
                    <a:pt x="534" y="25146"/>
                  </a:lnTo>
                  <a:lnTo>
                    <a:pt x="45" y="18358"/>
                  </a:lnTo>
                  <a:lnTo>
                    <a:pt x="0" y="15963"/>
                  </a:lnTo>
                  <a:lnTo>
                    <a:pt x="33" y="15009"/>
                  </a:lnTo>
                  <a:lnTo>
                    <a:pt x="183" y="14281"/>
                  </a:lnTo>
                  <a:lnTo>
                    <a:pt x="957" y="13314"/>
                  </a:lnTo>
                  <a:lnTo>
                    <a:pt x="2444" y="12620"/>
                  </a:lnTo>
                  <a:lnTo>
                    <a:pt x="3193" y="12517"/>
                  </a:lnTo>
                  <a:lnTo>
                    <a:pt x="7944" y="14568"/>
                  </a:lnTo>
                  <a:lnTo>
                    <a:pt x="10129" y="15253"/>
                  </a:lnTo>
                  <a:lnTo>
                    <a:pt x="11582" y="15223"/>
                  </a:lnTo>
                  <a:lnTo>
                    <a:pt x="11662" y="14990"/>
                  </a:lnTo>
                  <a:lnTo>
                    <a:pt x="10369" y="14558"/>
                  </a:lnTo>
                  <a:lnTo>
                    <a:pt x="9153" y="13673"/>
                  </a:lnTo>
                  <a:lnTo>
                    <a:pt x="7172" y="11041"/>
                  </a:lnTo>
                  <a:lnTo>
                    <a:pt x="6262" y="8791"/>
                  </a:lnTo>
                  <a:lnTo>
                    <a:pt x="6081" y="8048"/>
                  </a:lnTo>
                  <a:lnTo>
                    <a:pt x="6037" y="7268"/>
                  </a:lnTo>
                  <a:lnTo>
                    <a:pt x="6132" y="6455"/>
                  </a:lnTo>
                  <a:lnTo>
                    <a:pt x="6420" y="5723"/>
                  </a:lnTo>
                  <a:lnTo>
                    <a:pt x="7411" y="4576"/>
                  </a:lnTo>
                  <a:lnTo>
                    <a:pt x="8219" y="4058"/>
                  </a:lnTo>
                  <a:lnTo>
                    <a:pt x="11200" y="2741"/>
                  </a:lnTo>
                  <a:lnTo>
                    <a:pt x="14203" y="1939"/>
                  </a:lnTo>
                  <a:lnTo>
                    <a:pt x="20830" y="1393"/>
                  </a:lnTo>
                  <a:lnTo>
                    <a:pt x="22709" y="1784"/>
                  </a:lnTo>
                  <a:lnTo>
                    <a:pt x="25578" y="343"/>
                  </a:lnTo>
                  <a:lnTo>
                    <a:pt x="27271" y="0"/>
                  </a:lnTo>
                  <a:close/>
                </a:path>
              </a:pathLst>
            </a:custGeom>
            <a:solidFill>
              <a:srgbClr val="C3DDB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g357"/>
            <p:cNvSpPr/>
            <p:nvPr/>
          </p:nvSpPr>
          <p:spPr>
            <a:xfrm>
              <a:off x="1800023" y="1431333"/>
              <a:ext cx="127386" cy="102154"/>
            </a:xfrm>
            <a:custGeom>
              <a:avLst/>
              <a:pathLst>
                <a:path w="127386" h="102154">
                  <a:moveTo>
                    <a:pt x="74546" y="12903"/>
                  </a:moveTo>
                  <a:lnTo>
                    <a:pt x="77684" y="10161"/>
                  </a:lnTo>
                  <a:lnTo>
                    <a:pt x="79588" y="10013"/>
                  </a:lnTo>
                  <a:lnTo>
                    <a:pt x="80915" y="10256"/>
                  </a:lnTo>
                  <a:lnTo>
                    <a:pt x="81335" y="10606"/>
                  </a:lnTo>
                  <a:lnTo>
                    <a:pt x="81601" y="11147"/>
                  </a:lnTo>
                  <a:lnTo>
                    <a:pt x="81733" y="12337"/>
                  </a:lnTo>
                  <a:lnTo>
                    <a:pt x="81817" y="15283"/>
                  </a:lnTo>
                  <a:lnTo>
                    <a:pt x="81987" y="15648"/>
                  </a:lnTo>
                  <a:lnTo>
                    <a:pt x="82419" y="15481"/>
                  </a:lnTo>
                  <a:lnTo>
                    <a:pt x="83112" y="14785"/>
                  </a:lnTo>
                  <a:lnTo>
                    <a:pt x="86543" y="10431"/>
                  </a:lnTo>
                  <a:lnTo>
                    <a:pt x="87991" y="9236"/>
                  </a:lnTo>
                  <a:lnTo>
                    <a:pt x="88982" y="8879"/>
                  </a:lnTo>
                  <a:lnTo>
                    <a:pt x="93179" y="8225"/>
                  </a:lnTo>
                  <a:lnTo>
                    <a:pt x="96028" y="8245"/>
                  </a:lnTo>
                  <a:lnTo>
                    <a:pt x="99177" y="8651"/>
                  </a:lnTo>
                  <a:lnTo>
                    <a:pt x="101525" y="9260"/>
                  </a:lnTo>
                  <a:lnTo>
                    <a:pt x="105376" y="11050"/>
                  </a:lnTo>
                  <a:lnTo>
                    <a:pt x="108404" y="13110"/>
                  </a:lnTo>
                  <a:lnTo>
                    <a:pt x="111183" y="15305"/>
                  </a:lnTo>
                  <a:lnTo>
                    <a:pt x="120502" y="23555"/>
                  </a:lnTo>
                  <a:lnTo>
                    <a:pt x="124443" y="25990"/>
                  </a:lnTo>
                  <a:lnTo>
                    <a:pt x="125950" y="27373"/>
                  </a:lnTo>
                  <a:lnTo>
                    <a:pt x="126620" y="28380"/>
                  </a:lnTo>
                  <a:lnTo>
                    <a:pt x="127207" y="29644"/>
                  </a:lnTo>
                  <a:lnTo>
                    <a:pt x="127386" y="30824"/>
                  </a:lnTo>
                  <a:lnTo>
                    <a:pt x="127158" y="31922"/>
                  </a:lnTo>
                  <a:lnTo>
                    <a:pt x="126727" y="32688"/>
                  </a:lnTo>
                  <a:lnTo>
                    <a:pt x="125782" y="33342"/>
                  </a:lnTo>
                  <a:lnTo>
                    <a:pt x="120080" y="36105"/>
                  </a:lnTo>
                  <a:lnTo>
                    <a:pt x="117078" y="36951"/>
                  </a:lnTo>
                  <a:lnTo>
                    <a:pt x="114106" y="38173"/>
                  </a:lnTo>
                  <a:lnTo>
                    <a:pt x="107002" y="42486"/>
                  </a:lnTo>
                  <a:lnTo>
                    <a:pt x="102139" y="44541"/>
                  </a:lnTo>
                  <a:lnTo>
                    <a:pt x="95817" y="48546"/>
                  </a:lnTo>
                  <a:lnTo>
                    <a:pt x="83893" y="54990"/>
                  </a:lnTo>
                  <a:lnTo>
                    <a:pt x="82474" y="56284"/>
                  </a:lnTo>
                  <a:lnTo>
                    <a:pt x="81822" y="57214"/>
                  </a:lnTo>
                  <a:lnTo>
                    <a:pt x="78455" y="64556"/>
                  </a:lnTo>
                  <a:lnTo>
                    <a:pt x="77175" y="66261"/>
                  </a:lnTo>
                  <a:lnTo>
                    <a:pt x="74071" y="68000"/>
                  </a:lnTo>
                  <a:lnTo>
                    <a:pt x="70144" y="68434"/>
                  </a:lnTo>
                  <a:lnTo>
                    <a:pt x="69045" y="68922"/>
                  </a:lnTo>
                  <a:lnTo>
                    <a:pt x="68868" y="71460"/>
                  </a:lnTo>
                  <a:lnTo>
                    <a:pt x="67459" y="75676"/>
                  </a:lnTo>
                  <a:lnTo>
                    <a:pt x="66774" y="78514"/>
                  </a:lnTo>
                  <a:lnTo>
                    <a:pt x="65837" y="86114"/>
                  </a:lnTo>
                  <a:lnTo>
                    <a:pt x="65620" y="86875"/>
                  </a:lnTo>
                  <a:lnTo>
                    <a:pt x="64904" y="88283"/>
                  </a:lnTo>
                  <a:lnTo>
                    <a:pt x="63689" y="89809"/>
                  </a:lnTo>
                  <a:lnTo>
                    <a:pt x="59900" y="91568"/>
                  </a:lnTo>
                  <a:lnTo>
                    <a:pt x="57103" y="92492"/>
                  </a:lnTo>
                  <a:lnTo>
                    <a:pt x="53296" y="93259"/>
                  </a:lnTo>
                  <a:lnTo>
                    <a:pt x="52386" y="92734"/>
                  </a:lnTo>
                  <a:lnTo>
                    <a:pt x="51468" y="91528"/>
                  </a:lnTo>
                  <a:lnTo>
                    <a:pt x="50511" y="91422"/>
                  </a:lnTo>
                  <a:lnTo>
                    <a:pt x="49918" y="91611"/>
                  </a:lnTo>
                  <a:lnTo>
                    <a:pt x="44954" y="96896"/>
                  </a:lnTo>
                  <a:lnTo>
                    <a:pt x="40166" y="99035"/>
                  </a:lnTo>
                  <a:lnTo>
                    <a:pt x="38091" y="100967"/>
                  </a:lnTo>
                  <a:lnTo>
                    <a:pt x="36627" y="101874"/>
                  </a:lnTo>
                  <a:lnTo>
                    <a:pt x="35449" y="102154"/>
                  </a:lnTo>
                  <a:lnTo>
                    <a:pt x="33510" y="101982"/>
                  </a:lnTo>
                  <a:lnTo>
                    <a:pt x="32109" y="101107"/>
                  </a:lnTo>
                  <a:lnTo>
                    <a:pt x="30840" y="99755"/>
                  </a:lnTo>
                  <a:lnTo>
                    <a:pt x="29882" y="98287"/>
                  </a:lnTo>
                  <a:lnTo>
                    <a:pt x="27422" y="92249"/>
                  </a:lnTo>
                  <a:lnTo>
                    <a:pt x="26366" y="90183"/>
                  </a:lnTo>
                  <a:lnTo>
                    <a:pt x="25468" y="89151"/>
                  </a:lnTo>
                  <a:lnTo>
                    <a:pt x="23058" y="85474"/>
                  </a:lnTo>
                  <a:lnTo>
                    <a:pt x="22394" y="84737"/>
                  </a:lnTo>
                  <a:lnTo>
                    <a:pt x="13227" y="80076"/>
                  </a:lnTo>
                  <a:lnTo>
                    <a:pt x="8764" y="77462"/>
                  </a:lnTo>
                  <a:lnTo>
                    <a:pt x="7686" y="76541"/>
                  </a:lnTo>
                  <a:lnTo>
                    <a:pt x="6686" y="76001"/>
                  </a:lnTo>
                  <a:lnTo>
                    <a:pt x="955" y="76362"/>
                  </a:lnTo>
                  <a:lnTo>
                    <a:pt x="197" y="76221"/>
                  </a:lnTo>
                  <a:lnTo>
                    <a:pt x="0" y="75835"/>
                  </a:lnTo>
                  <a:lnTo>
                    <a:pt x="678" y="74466"/>
                  </a:lnTo>
                  <a:lnTo>
                    <a:pt x="945" y="73602"/>
                  </a:lnTo>
                  <a:lnTo>
                    <a:pt x="1033" y="72755"/>
                  </a:lnTo>
                  <a:lnTo>
                    <a:pt x="934" y="71389"/>
                  </a:lnTo>
                  <a:lnTo>
                    <a:pt x="1008" y="71142"/>
                  </a:lnTo>
                  <a:lnTo>
                    <a:pt x="3187" y="69796"/>
                  </a:lnTo>
                  <a:lnTo>
                    <a:pt x="2833" y="69516"/>
                  </a:lnTo>
                  <a:lnTo>
                    <a:pt x="2577" y="68991"/>
                  </a:lnTo>
                  <a:lnTo>
                    <a:pt x="2419" y="68216"/>
                  </a:lnTo>
                  <a:lnTo>
                    <a:pt x="2656" y="67675"/>
                  </a:lnTo>
                  <a:lnTo>
                    <a:pt x="3288" y="67366"/>
                  </a:lnTo>
                  <a:lnTo>
                    <a:pt x="4057" y="66112"/>
                  </a:lnTo>
                  <a:lnTo>
                    <a:pt x="4962" y="63915"/>
                  </a:lnTo>
                  <a:lnTo>
                    <a:pt x="5637" y="62681"/>
                  </a:lnTo>
                  <a:lnTo>
                    <a:pt x="6572" y="61887"/>
                  </a:lnTo>
                  <a:lnTo>
                    <a:pt x="8250" y="59763"/>
                  </a:lnTo>
                  <a:lnTo>
                    <a:pt x="9446" y="58906"/>
                  </a:lnTo>
                  <a:lnTo>
                    <a:pt x="10459" y="57831"/>
                  </a:lnTo>
                  <a:lnTo>
                    <a:pt x="10488" y="57346"/>
                  </a:lnTo>
                  <a:lnTo>
                    <a:pt x="10075" y="56973"/>
                  </a:lnTo>
                  <a:lnTo>
                    <a:pt x="9933" y="56153"/>
                  </a:lnTo>
                  <a:lnTo>
                    <a:pt x="10122" y="53592"/>
                  </a:lnTo>
                  <a:lnTo>
                    <a:pt x="10113" y="52273"/>
                  </a:lnTo>
                  <a:lnTo>
                    <a:pt x="10297" y="51172"/>
                  </a:lnTo>
                  <a:lnTo>
                    <a:pt x="10671" y="50286"/>
                  </a:lnTo>
                  <a:lnTo>
                    <a:pt x="11144" y="49699"/>
                  </a:lnTo>
                  <a:lnTo>
                    <a:pt x="15389" y="47845"/>
                  </a:lnTo>
                  <a:lnTo>
                    <a:pt x="15603" y="47307"/>
                  </a:lnTo>
                  <a:lnTo>
                    <a:pt x="15654" y="46689"/>
                  </a:lnTo>
                  <a:lnTo>
                    <a:pt x="15539" y="45990"/>
                  </a:lnTo>
                  <a:lnTo>
                    <a:pt x="15319" y="45499"/>
                  </a:lnTo>
                  <a:lnTo>
                    <a:pt x="14648" y="45096"/>
                  </a:lnTo>
                  <a:lnTo>
                    <a:pt x="13514" y="44985"/>
                  </a:lnTo>
                  <a:lnTo>
                    <a:pt x="12531" y="43919"/>
                  </a:lnTo>
                  <a:lnTo>
                    <a:pt x="12295" y="43402"/>
                  </a:lnTo>
                  <a:lnTo>
                    <a:pt x="12689" y="41942"/>
                  </a:lnTo>
                  <a:lnTo>
                    <a:pt x="14605" y="39615"/>
                  </a:lnTo>
                  <a:lnTo>
                    <a:pt x="15250" y="38467"/>
                  </a:lnTo>
                  <a:lnTo>
                    <a:pt x="17319" y="33284"/>
                  </a:lnTo>
                  <a:lnTo>
                    <a:pt x="21097" y="30072"/>
                  </a:lnTo>
                  <a:lnTo>
                    <a:pt x="22121" y="26619"/>
                  </a:lnTo>
                  <a:lnTo>
                    <a:pt x="24959" y="22958"/>
                  </a:lnTo>
                  <a:lnTo>
                    <a:pt x="24953" y="22451"/>
                  </a:lnTo>
                  <a:lnTo>
                    <a:pt x="24036" y="21202"/>
                  </a:lnTo>
                  <a:lnTo>
                    <a:pt x="21416" y="20336"/>
                  </a:lnTo>
                  <a:lnTo>
                    <a:pt x="20155" y="19003"/>
                  </a:lnTo>
                  <a:lnTo>
                    <a:pt x="19311" y="17488"/>
                  </a:lnTo>
                  <a:lnTo>
                    <a:pt x="15477" y="8775"/>
                  </a:lnTo>
                  <a:lnTo>
                    <a:pt x="14822" y="8128"/>
                  </a:lnTo>
                  <a:lnTo>
                    <a:pt x="14628" y="7114"/>
                  </a:lnTo>
                  <a:lnTo>
                    <a:pt x="13844" y="6445"/>
                  </a:lnTo>
                  <a:lnTo>
                    <a:pt x="14003" y="5818"/>
                  </a:lnTo>
                  <a:lnTo>
                    <a:pt x="28968" y="3220"/>
                  </a:lnTo>
                  <a:lnTo>
                    <a:pt x="39269" y="2391"/>
                  </a:lnTo>
                  <a:lnTo>
                    <a:pt x="49935" y="132"/>
                  </a:lnTo>
                  <a:lnTo>
                    <a:pt x="52906" y="0"/>
                  </a:lnTo>
                  <a:lnTo>
                    <a:pt x="55208" y="447"/>
                  </a:lnTo>
                  <a:lnTo>
                    <a:pt x="57482" y="1621"/>
                  </a:lnTo>
                  <a:lnTo>
                    <a:pt x="60493" y="3674"/>
                  </a:lnTo>
                  <a:lnTo>
                    <a:pt x="64480" y="5678"/>
                  </a:lnTo>
                  <a:lnTo>
                    <a:pt x="71925" y="8610"/>
                  </a:lnTo>
                  <a:lnTo>
                    <a:pt x="76568" y="9228"/>
                  </a:lnTo>
                  <a:lnTo>
                    <a:pt x="74706" y="11566"/>
                  </a:lnTo>
                  <a:lnTo>
                    <a:pt x="74444" y="12268"/>
                  </a:lnTo>
                  <a:close/>
                </a:path>
              </a:pathLst>
            </a:custGeom>
            <a:solidFill>
              <a:srgbClr val="C3DDB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g358"/>
            <p:cNvSpPr/>
            <p:nvPr/>
          </p:nvSpPr>
          <p:spPr>
            <a:xfrm>
              <a:off x="2142426" y="1428926"/>
              <a:ext cx="5590" cy="4754"/>
            </a:xfrm>
            <a:custGeom>
              <a:avLst/>
              <a:pathLst>
                <a:path w="5590" h="4754">
                  <a:moveTo>
                    <a:pt x="4807" y="2962"/>
                  </a:moveTo>
                  <a:lnTo>
                    <a:pt x="1144" y="4754"/>
                  </a:lnTo>
                  <a:lnTo>
                    <a:pt x="346" y="4058"/>
                  </a:lnTo>
                  <a:lnTo>
                    <a:pt x="0" y="3428"/>
                  </a:lnTo>
                  <a:lnTo>
                    <a:pt x="2848" y="711"/>
                  </a:lnTo>
                  <a:lnTo>
                    <a:pt x="4064" y="0"/>
                  </a:lnTo>
                  <a:lnTo>
                    <a:pt x="5262" y="844"/>
                  </a:lnTo>
                  <a:lnTo>
                    <a:pt x="5590" y="1483"/>
                  </a:lnTo>
                  <a:lnTo>
                    <a:pt x="5437" y="1976"/>
                  </a:lnTo>
                  <a:close/>
                </a:path>
              </a:pathLst>
            </a:custGeom>
            <a:solidFill>
              <a:srgbClr val="C3DDB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g359"/>
            <p:cNvSpPr/>
            <p:nvPr/>
          </p:nvSpPr>
          <p:spPr>
            <a:xfrm>
              <a:off x="2165573" y="1428621"/>
              <a:ext cx="7023" cy="4034"/>
            </a:xfrm>
            <a:custGeom>
              <a:avLst/>
              <a:pathLst>
                <a:path w="7023" h="4034">
                  <a:moveTo>
                    <a:pt x="6631" y="3885"/>
                  </a:moveTo>
                  <a:lnTo>
                    <a:pt x="6072" y="4034"/>
                  </a:lnTo>
                  <a:lnTo>
                    <a:pt x="4987" y="3865"/>
                  </a:lnTo>
                  <a:lnTo>
                    <a:pt x="896" y="2546"/>
                  </a:lnTo>
                  <a:lnTo>
                    <a:pt x="199" y="2005"/>
                  </a:lnTo>
                  <a:lnTo>
                    <a:pt x="0" y="1608"/>
                  </a:lnTo>
                  <a:lnTo>
                    <a:pt x="930" y="1129"/>
                  </a:lnTo>
                  <a:lnTo>
                    <a:pt x="1281" y="618"/>
                  </a:lnTo>
                  <a:lnTo>
                    <a:pt x="2319" y="0"/>
                  </a:lnTo>
                  <a:lnTo>
                    <a:pt x="4150" y="4"/>
                  </a:lnTo>
                  <a:lnTo>
                    <a:pt x="6071" y="1513"/>
                  </a:lnTo>
                  <a:lnTo>
                    <a:pt x="6975" y="2876"/>
                  </a:lnTo>
                  <a:lnTo>
                    <a:pt x="7023" y="3478"/>
                  </a:lnTo>
                  <a:close/>
                </a:path>
              </a:pathLst>
            </a:custGeom>
            <a:solidFill>
              <a:srgbClr val="C3DDB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g360"/>
            <p:cNvSpPr/>
            <p:nvPr/>
          </p:nvSpPr>
          <p:spPr>
            <a:xfrm>
              <a:off x="2055441" y="1405187"/>
              <a:ext cx="15176" cy="11789"/>
            </a:xfrm>
            <a:custGeom>
              <a:avLst/>
              <a:pathLst>
                <a:path w="15176" h="11789">
                  <a:moveTo>
                    <a:pt x="9353" y="11630"/>
                  </a:moveTo>
                  <a:lnTo>
                    <a:pt x="7052" y="11789"/>
                  </a:lnTo>
                  <a:lnTo>
                    <a:pt x="3084" y="10893"/>
                  </a:lnTo>
                  <a:lnTo>
                    <a:pt x="722" y="9166"/>
                  </a:lnTo>
                  <a:lnTo>
                    <a:pt x="0" y="8337"/>
                  </a:lnTo>
                  <a:lnTo>
                    <a:pt x="70" y="7961"/>
                  </a:lnTo>
                  <a:lnTo>
                    <a:pt x="479" y="7590"/>
                  </a:lnTo>
                  <a:lnTo>
                    <a:pt x="1049" y="6468"/>
                  </a:lnTo>
                  <a:lnTo>
                    <a:pt x="2401" y="3227"/>
                  </a:lnTo>
                  <a:lnTo>
                    <a:pt x="2907" y="2368"/>
                  </a:lnTo>
                  <a:lnTo>
                    <a:pt x="5036" y="499"/>
                  </a:lnTo>
                  <a:lnTo>
                    <a:pt x="6595" y="0"/>
                  </a:lnTo>
                  <a:lnTo>
                    <a:pt x="9905" y="160"/>
                  </a:lnTo>
                  <a:lnTo>
                    <a:pt x="11826" y="1125"/>
                  </a:lnTo>
                  <a:lnTo>
                    <a:pt x="12628" y="1747"/>
                  </a:lnTo>
                  <a:lnTo>
                    <a:pt x="13202" y="2494"/>
                  </a:lnTo>
                  <a:lnTo>
                    <a:pt x="13765" y="4162"/>
                  </a:lnTo>
                  <a:lnTo>
                    <a:pt x="13904" y="5244"/>
                  </a:lnTo>
                  <a:lnTo>
                    <a:pt x="14870" y="6478"/>
                  </a:lnTo>
                  <a:lnTo>
                    <a:pt x="15159" y="7191"/>
                  </a:lnTo>
                  <a:lnTo>
                    <a:pt x="15176" y="7889"/>
                  </a:lnTo>
                  <a:lnTo>
                    <a:pt x="14906" y="8594"/>
                  </a:lnTo>
                  <a:lnTo>
                    <a:pt x="14352" y="9306"/>
                  </a:lnTo>
                  <a:lnTo>
                    <a:pt x="13082" y="10347"/>
                  </a:lnTo>
                  <a:close/>
                </a:path>
              </a:pathLst>
            </a:custGeom>
            <a:solidFill>
              <a:srgbClr val="C3DDB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g361"/>
            <p:cNvSpPr/>
            <p:nvPr/>
          </p:nvSpPr>
          <p:spPr>
            <a:xfrm>
              <a:off x="2156446" y="1399275"/>
              <a:ext cx="38220" cy="29351"/>
            </a:xfrm>
            <a:custGeom>
              <a:avLst/>
              <a:pathLst>
                <a:path w="38220" h="29351">
                  <a:moveTo>
                    <a:pt x="37256" y="17791"/>
                  </a:moveTo>
                  <a:lnTo>
                    <a:pt x="38040" y="20036"/>
                  </a:lnTo>
                  <a:lnTo>
                    <a:pt x="38182" y="20941"/>
                  </a:lnTo>
                  <a:lnTo>
                    <a:pt x="38220" y="22857"/>
                  </a:lnTo>
                  <a:lnTo>
                    <a:pt x="37886" y="25354"/>
                  </a:lnTo>
                  <a:lnTo>
                    <a:pt x="37663" y="25812"/>
                  </a:lnTo>
                  <a:lnTo>
                    <a:pt x="37341" y="26024"/>
                  </a:lnTo>
                  <a:lnTo>
                    <a:pt x="37187" y="26667"/>
                  </a:lnTo>
                  <a:lnTo>
                    <a:pt x="37200" y="27745"/>
                  </a:lnTo>
                  <a:lnTo>
                    <a:pt x="36884" y="28401"/>
                  </a:lnTo>
                  <a:lnTo>
                    <a:pt x="36237" y="28637"/>
                  </a:lnTo>
                  <a:lnTo>
                    <a:pt x="31870" y="29130"/>
                  </a:lnTo>
                  <a:lnTo>
                    <a:pt x="29170" y="29035"/>
                  </a:lnTo>
                  <a:lnTo>
                    <a:pt x="25167" y="29351"/>
                  </a:lnTo>
                  <a:lnTo>
                    <a:pt x="23184" y="29189"/>
                  </a:lnTo>
                  <a:lnTo>
                    <a:pt x="21885" y="28660"/>
                  </a:lnTo>
                  <a:lnTo>
                    <a:pt x="19997" y="27482"/>
                  </a:lnTo>
                  <a:lnTo>
                    <a:pt x="16008" y="24701"/>
                  </a:lnTo>
                  <a:lnTo>
                    <a:pt x="13995" y="24604"/>
                  </a:lnTo>
                  <a:lnTo>
                    <a:pt x="8947" y="23627"/>
                  </a:lnTo>
                  <a:lnTo>
                    <a:pt x="6159" y="20610"/>
                  </a:lnTo>
                  <a:lnTo>
                    <a:pt x="5092" y="20071"/>
                  </a:lnTo>
                  <a:lnTo>
                    <a:pt x="4015" y="20971"/>
                  </a:lnTo>
                  <a:lnTo>
                    <a:pt x="3722" y="20768"/>
                  </a:lnTo>
                  <a:lnTo>
                    <a:pt x="3425" y="20161"/>
                  </a:lnTo>
                  <a:lnTo>
                    <a:pt x="3125" y="19150"/>
                  </a:lnTo>
                  <a:lnTo>
                    <a:pt x="2599" y="18632"/>
                  </a:lnTo>
                  <a:lnTo>
                    <a:pt x="484" y="18901"/>
                  </a:lnTo>
                  <a:lnTo>
                    <a:pt x="102" y="18561"/>
                  </a:lnTo>
                  <a:lnTo>
                    <a:pt x="0" y="17677"/>
                  </a:lnTo>
                  <a:lnTo>
                    <a:pt x="32" y="16906"/>
                  </a:lnTo>
                  <a:lnTo>
                    <a:pt x="412" y="15699"/>
                  </a:lnTo>
                  <a:lnTo>
                    <a:pt x="2641" y="12370"/>
                  </a:lnTo>
                  <a:lnTo>
                    <a:pt x="3744" y="12136"/>
                  </a:lnTo>
                  <a:lnTo>
                    <a:pt x="5109" y="11522"/>
                  </a:lnTo>
                  <a:lnTo>
                    <a:pt x="5864" y="9724"/>
                  </a:lnTo>
                  <a:lnTo>
                    <a:pt x="5785" y="8029"/>
                  </a:lnTo>
                  <a:lnTo>
                    <a:pt x="7860" y="5503"/>
                  </a:lnTo>
                  <a:lnTo>
                    <a:pt x="9096" y="4757"/>
                  </a:lnTo>
                  <a:lnTo>
                    <a:pt x="11319" y="2995"/>
                  </a:lnTo>
                  <a:lnTo>
                    <a:pt x="18891" y="242"/>
                  </a:lnTo>
                  <a:lnTo>
                    <a:pt x="20979" y="0"/>
                  </a:lnTo>
                  <a:lnTo>
                    <a:pt x="23776" y="206"/>
                  </a:lnTo>
                  <a:lnTo>
                    <a:pt x="26475" y="1083"/>
                  </a:lnTo>
                  <a:lnTo>
                    <a:pt x="28553" y="2539"/>
                  </a:lnTo>
                  <a:lnTo>
                    <a:pt x="32790" y="6132"/>
                  </a:lnTo>
                  <a:lnTo>
                    <a:pt x="34718" y="8303"/>
                  </a:lnTo>
                  <a:lnTo>
                    <a:pt x="35742" y="10533"/>
                  </a:lnTo>
                  <a:lnTo>
                    <a:pt x="36663" y="11813"/>
                  </a:lnTo>
                  <a:lnTo>
                    <a:pt x="37805" y="14572"/>
                  </a:lnTo>
                  <a:lnTo>
                    <a:pt x="37388" y="15651"/>
                  </a:lnTo>
                  <a:lnTo>
                    <a:pt x="37144" y="17104"/>
                  </a:lnTo>
                  <a:close/>
                </a:path>
              </a:pathLst>
            </a:custGeom>
            <a:solidFill>
              <a:srgbClr val="C3DDB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g362"/>
            <p:cNvSpPr/>
            <p:nvPr/>
          </p:nvSpPr>
          <p:spPr>
            <a:xfrm>
              <a:off x="2151315" y="1398548"/>
              <a:ext cx="12928" cy="8436"/>
            </a:xfrm>
            <a:custGeom>
              <a:avLst/>
              <a:pathLst>
                <a:path w="12928" h="8436">
                  <a:moveTo>
                    <a:pt x="11481" y="4270"/>
                  </a:moveTo>
                  <a:lnTo>
                    <a:pt x="10532" y="5241"/>
                  </a:lnTo>
                  <a:lnTo>
                    <a:pt x="9555" y="5313"/>
                  </a:lnTo>
                  <a:lnTo>
                    <a:pt x="8240" y="4393"/>
                  </a:lnTo>
                  <a:lnTo>
                    <a:pt x="6813" y="4739"/>
                  </a:lnTo>
                  <a:lnTo>
                    <a:pt x="4858" y="6599"/>
                  </a:lnTo>
                  <a:lnTo>
                    <a:pt x="4163" y="7696"/>
                  </a:lnTo>
                  <a:lnTo>
                    <a:pt x="3629" y="8092"/>
                  </a:lnTo>
                  <a:lnTo>
                    <a:pt x="1992" y="8436"/>
                  </a:lnTo>
                  <a:lnTo>
                    <a:pt x="1285" y="8124"/>
                  </a:lnTo>
                  <a:lnTo>
                    <a:pt x="621" y="7150"/>
                  </a:lnTo>
                  <a:lnTo>
                    <a:pt x="0" y="5513"/>
                  </a:lnTo>
                  <a:lnTo>
                    <a:pt x="461" y="4279"/>
                  </a:lnTo>
                  <a:lnTo>
                    <a:pt x="2004" y="3448"/>
                  </a:lnTo>
                  <a:lnTo>
                    <a:pt x="6066" y="2097"/>
                  </a:lnTo>
                  <a:lnTo>
                    <a:pt x="7226" y="1427"/>
                  </a:lnTo>
                  <a:lnTo>
                    <a:pt x="7353" y="706"/>
                  </a:lnTo>
                  <a:lnTo>
                    <a:pt x="7597" y="230"/>
                  </a:lnTo>
                  <a:lnTo>
                    <a:pt x="7956" y="0"/>
                  </a:lnTo>
                  <a:lnTo>
                    <a:pt x="10666" y="1214"/>
                  </a:lnTo>
                  <a:lnTo>
                    <a:pt x="11953" y="2034"/>
                  </a:lnTo>
                  <a:lnTo>
                    <a:pt x="12928" y="2963"/>
                  </a:lnTo>
                  <a:lnTo>
                    <a:pt x="12821" y="3332"/>
                  </a:lnTo>
                  <a:close/>
                </a:path>
              </a:pathLst>
            </a:custGeom>
            <a:solidFill>
              <a:srgbClr val="C3DDB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g363"/>
            <p:cNvSpPr/>
            <p:nvPr/>
          </p:nvSpPr>
          <p:spPr>
            <a:xfrm>
              <a:off x="1856138" y="1390189"/>
              <a:ext cx="4414" cy="5817"/>
            </a:xfrm>
            <a:custGeom>
              <a:avLst/>
              <a:pathLst>
                <a:path w="4414" h="5817">
                  <a:moveTo>
                    <a:pt x="2007" y="5680"/>
                  </a:moveTo>
                  <a:lnTo>
                    <a:pt x="1055" y="5817"/>
                  </a:lnTo>
                  <a:lnTo>
                    <a:pt x="0" y="5485"/>
                  </a:lnTo>
                  <a:lnTo>
                    <a:pt x="241" y="4727"/>
                  </a:lnTo>
                  <a:lnTo>
                    <a:pt x="2615" y="2659"/>
                  </a:lnTo>
                  <a:lnTo>
                    <a:pt x="2747" y="2067"/>
                  </a:lnTo>
                  <a:lnTo>
                    <a:pt x="2715" y="1585"/>
                  </a:lnTo>
                  <a:lnTo>
                    <a:pt x="2420" y="1020"/>
                  </a:lnTo>
                  <a:lnTo>
                    <a:pt x="3021" y="297"/>
                  </a:lnTo>
                  <a:lnTo>
                    <a:pt x="3984" y="0"/>
                  </a:lnTo>
                  <a:lnTo>
                    <a:pt x="4303" y="281"/>
                  </a:lnTo>
                  <a:lnTo>
                    <a:pt x="4414" y="910"/>
                  </a:lnTo>
                  <a:lnTo>
                    <a:pt x="4192" y="2747"/>
                  </a:lnTo>
                  <a:lnTo>
                    <a:pt x="3895" y="3635"/>
                  </a:lnTo>
                  <a:lnTo>
                    <a:pt x="3485" y="4394"/>
                  </a:lnTo>
                  <a:lnTo>
                    <a:pt x="2855" y="5075"/>
                  </a:lnTo>
                  <a:close/>
                </a:path>
              </a:pathLst>
            </a:custGeom>
            <a:solidFill>
              <a:srgbClr val="C3DDB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g364"/>
            <p:cNvSpPr/>
            <p:nvPr/>
          </p:nvSpPr>
          <p:spPr>
            <a:xfrm>
              <a:off x="2177145" y="1388448"/>
              <a:ext cx="7372" cy="7315"/>
            </a:xfrm>
            <a:custGeom>
              <a:avLst/>
              <a:pathLst>
                <a:path w="7372" h="7315">
                  <a:moveTo>
                    <a:pt x="4566" y="7302"/>
                  </a:moveTo>
                  <a:lnTo>
                    <a:pt x="3374" y="7315"/>
                  </a:lnTo>
                  <a:lnTo>
                    <a:pt x="1825" y="6700"/>
                  </a:lnTo>
                  <a:lnTo>
                    <a:pt x="1387" y="6058"/>
                  </a:lnTo>
                  <a:lnTo>
                    <a:pt x="1053" y="5178"/>
                  </a:lnTo>
                  <a:lnTo>
                    <a:pt x="823" y="4061"/>
                  </a:lnTo>
                  <a:lnTo>
                    <a:pt x="501" y="3168"/>
                  </a:lnTo>
                  <a:lnTo>
                    <a:pt x="86" y="2499"/>
                  </a:lnTo>
                  <a:lnTo>
                    <a:pt x="0" y="1940"/>
                  </a:lnTo>
                  <a:lnTo>
                    <a:pt x="242" y="1491"/>
                  </a:lnTo>
                  <a:lnTo>
                    <a:pt x="748" y="1240"/>
                  </a:lnTo>
                  <a:lnTo>
                    <a:pt x="1906" y="1158"/>
                  </a:lnTo>
                  <a:lnTo>
                    <a:pt x="4427" y="0"/>
                  </a:lnTo>
                  <a:lnTo>
                    <a:pt x="4905" y="125"/>
                  </a:lnTo>
                  <a:lnTo>
                    <a:pt x="5239" y="738"/>
                  </a:lnTo>
                  <a:lnTo>
                    <a:pt x="5580" y="2344"/>
                  </a:lnTo>
                  <a:lnTo>
                    <a:pt x="5940" y="3296"/>
                  </a:lnTo>
                  <a:lnTo>
                    <a:pt x="6934" y="5037"/>
                  </a:lnTo>
                  <a:lnTo>
                    <a:pt x="7372" y="6156"/>
                  </a:lnTo>
                  <a:lnTo>
                    <a:pt x="7278" y="6504"/>
                  </a:lnTo>
                  <a:lnTo>
                    <a:pt x="6967" y="6811"/>
                  </a:lnTo>
                  <a:close/>
                </a:path>
              </a:pathLst>
            </a:custGeom>
            <a:solidFill>
              <a:srgbClr val="C3DDB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g365"/>
            <p:cNvSpPr/>
            <p:nvPr/>
          </p:nvSpPr>
          <p:spPr>
            <a:xfrm>
              <a:off x="1878639" y="1384942"/>
              <a:ext cx="23100" cy="17719"/>
            </a:xfrm>
            <a:custGeom>
              <a:avLst/>
              <a:pathLst>
                <a:path w="23100" h="17719">
                  <a:moveTo>
                    <a:pt x="12997" y="15820"/>
                  </a:moveTo>
                  <a:lnTo>
                    <a:pt x="9514" y="17719"/>
                  </a:lnTo>
                  <a:lnTo>
                    <a:pt x="7037" y="17521"/>
                  </a:lnTo>
                  <a:lnTo>
                    <a:pt x="3752" y="16126"/>
                  </a:lnTo>
                  <a:lnTo>
                    <a:pt x="1078" y="15653"/>
                  </a:lnTo>
                  <a:lnTo>
                    <a:pt x="138" y="15190"/>
                  </a:lnTo>
                  <a:lnTo>
                    <a:pt x="0" y="14708"/>
                  </a:lnTo>
                  <a:lnTo>
                    <a:pt x="906" y="13372"/>
                  </a:lnTo>
                  <a:lnTo>
                    <a:pt x="2044" y="12305"/>
                  </a:lnTo>
                  <a:lnTo>
                    <a:pt x="4766" y="10209"/>
                  </a:lnTo>
                  <a:lnTo>
                    <a:pt x="9365" y="6171"/>
                  </a:lnTo>
                  <a:lnTo>
                    <a:pt x="12376" y="4642"/>
                  </a:lnTo>
                  <a:lnTo>
                    <a:pt x="15330" y="3563"/>
                  </a:lnTo>
                  <a:lnTo>
                    <a:pt x="18344" y="1152"/>
                  </a:lnTo>
                  <a:lnTo>
                    <a:pt x="20012" y="78"/>
                  </a:lnTo>
                  <a:lnTo>
                    <a:pt x="21460" y="0"/>
                  </a:lnTo>
                  <a:lnTo>
                    <a:pt x="22936" y="463"/>
                  </a:lnTo>
                  <a:lnTo>
                    <a:pt x="23100" y="1119"/>
                  </a:lnTo>
                  <a:lnTo>
                    <a:pt x="21549" y="4406"/>
                  </a:lnTo>
                  <a:lnTo>
                    <a:pt x="20457" y="5730"/>
                  </a:lnTo>
                  <a:lnTo>
                    <a:pt x="18326" y="9149"/>
                  </a:lnTo>
                  <a:lnTo>
                    <a:pt x="14235" y="14889"/>
                  </a:lnTo>
                  <a:close/>
                </a:path>
              </a:pathLst>
            </a:custGeom>
            <a:solidFill>
              <a:srgbClr val="C3DDB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g366"/>
            <p:cNvSpPr/>
            <p:nvPr/>
          </p:nvSpPr>
          <p:spPr>
            <a:xfrm>
              <a:off x="2362421" y="1384031"/>
              <a:ext cx="10402" cy="9463"/>
            </a:xfrm>
            <a:custGeom>
              <a:avLst/>
              <a:pathLst>
                <a:path w="10402" h="9463">
                  <a:moveTo>
                    <a:pt x="7746" y="6501"/>
                  </a:moveTo>
                  <a:lnTo>
                    <a:pt x="7884" y="8241"/>
                  </a:lnTo>
                  <a:lnTo>
                    <a:pt x="6999" y="8161"/>
                  </a:lnTo>
                  <a:lnTo>
                    <a:pt x="4180" y="9300"/>
                  </a:lnTo>
                  <a:lnTo>
                    <a:pt x="1879" y="9463"/>
                  </a:lnTo>
                  <a:lnTo>
                    <a:pt x="730" y="8952"/>
                  </a:lnTo>
                  <a:lnTo>
                    <a:pt x="0" y="7760"/>
                  </a:lnTo>
                  <a:lnTo>
                    <a:pt x="1797" y="5541"/>
                  </a:lnTo>
                  <a:lnTo>
                    <a:pt x="3862" y="3990"/>
                  </a:lnTo>
                  <a:lnTo>
                    <a:pt x="6342" y="1581"/>
                  </a:lnTo>
                  <a:lnTo>
                    <a:pt x="8401" y="0"/>
                  </a:lnTo>
                  <a:lnTo>
                    <a:pt x="9418" y="331"/>
                  </a:lnTo>
                  <a:lnTo>
                    <a:pt x="10402" y="1170"/>
                  </a:lnTo>
                  <a:lnTo>
                    <a:pt x="9168" y="3559"/>
                  </a:lnTo>
                  <a:lnTo>
                    <a:pt x="7825" y="4749"/>
                  </a:lnTo>
                  <a:close/>
                </a:path>
              </a:pathLst>
            </a:custGeom>
            <a:solidFill>
              <a:srgbClr val="C3DDB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g367"/>
            <p:cNvSpPr/>
            <p:nvPr/>
          </p:nvSpPr>
          <p:spPr>
            <a:xfrm>
              <a:off x="2061308" y="1379139"/>
              <a:ext cx="29225" cy="16194"/>
            </a:xfrm>
            <a:custGeom>
              <a:avLst/>
              <a:pathLst>
                <a:path w="29225" h="16194">
                  <a:moveTo>
                    <a:pt x="26552" y="8763"/>
                  </a:moveTo>
                  <a:lnTo>
                    <a:pt x="29105" y="10577"/>
                  </a:lnTo>
                  <a:lnTo>
                    <a:pt x="29225" y="10994"/>
                  </a:lnTo>
                  <a:lnTo>
                    <a:pt x="28744" y="11339"/>
                  </a:lnTo>
                  <a:lnTo>
                    <a:pt x="25446" y="12301"/>
                  </a:lnTo>
                  <a:lnTo>
                    <a:pt x="24162" y="13069"/>
                  </a:lnTo>
                  <a:lnTo>
                    <a:pt x="23090" y="14865"/>
                  </a:lnTo>
                  <a:lnTo>
                    <a:pt x="22259" y="15697"/>
                  </a:lnTo>
                  <a:lnTo>
                    <a:pt x="17823" y="16194"/>
                  </a:lnTo>
                  <a:lnTo>
                    <a:pt x="13300" y="16171"/>
                  </a:lnTo>
                  <a:lnTo>
                    <a:pt x="14153" y="14435"/>
                  </a:lnTo>
                  <a:lnTo>
                    <a:pt x="16630" y="11601"/>
                  </a:lnTo>
                  <a:lnTo>
                    <a:pt x="14679" y="10430"/>
                  </a:lnTo>
                  <a:lnTo>
                    <a:pt x="7754" y="12383"/>
                  </a:lnTo>
                  <a:lnTo>
                    <a:pt x="5128" y="11180"/>
                  </a:lnTo>
                  <a:lnTo>
                    <a:pt x="7376" y="8110"/>
                  </a:lnTo>
                  <a:lnTo>
                    <a:pt x="5137" y="7828"/>
                  </a:lnTo>
                  <a:lnTo>
                    <a:pt x="1993" y="7815"/>
                  </a:lnTo>
                  <a:lnTo>
                    <a:pt x="0" y="5997"/>
                  </a:lnTo>
                  <a:lnTo>
                    <a:pt x="675" y="3816"/>
                  </a:lnTo>
                  <a:lnTo>
                    <a:pt x="4801" y="2614"/>
                  </a:lnTo>
                  <a:lnTo>
                    <a:pt x="10171" y="1574"/>
                  </a:lnTo>
                  <a:lnTo>
                    <a:pt x="15938" y="0"/>
                  </a:lnTo>
                  <a:lnTo>
                    <a:pt x="20450" y="131"/>
                  </a:lnTo>
                  <a:lnTo>
                    <a:pt x="22204" y="881"/>
                  </a:lnTo>
                  <a:lnTo>
                    <a:pt x="22789" y="3399"/>
                  </a:lnTo>
                  <a:lnTo>
                    <a:pt x="23350" y="6394"/>
                  </a:lnTo>
                  <a:lnTo>
                    <a:pt x="24135" y="6650"/>
                  </a:lnTo>
                  <a:close/>
                </a:path>
              </a:pathLst>
            </a:custGeom>
            <a:solidFill>
              <a:srgbClr val="C3DDB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g368"/>
            <p:cNvSpPr/>
            <p:nvPr/>
          </p:nvSpPr>
          <p:spPr>
            <a:xfrm>
              <a:off x="2058907" y="1368659"/>
              <a:ext cx="19127" cy="10042"/>
            </a:xfrm>
            <a:custGeom>
              <a:avLst/>
              <a:pathLst>
                <a:path w="19127" h="10042">
                  <a:moveTo>
                    <a:pt x="7070" y="2452"/>
                  </a:moveTo>
                  <a:lnTo>
                    <a:pt x="7672" y="2615"/>
                  </a:lnTo>
                  <a:lnTo>
                    <a:pt x="9529" y="2027"/>
                  </a:lnTo>
                  <a:lnTo>
                    <a:pt x="10728" y="1921"/>
                  </a:lnTo>
                  <a:lnTo>
                    <a:pt x="12064" y="3034"/>
                  </a:lnTo>
                  <a:lnTo>
                    <a:pt x="12411" y="3760"/>
                  </a:lnTo>
                  <a:lnTo>
                    <a:pt x="17219" y="5574"/>
                  </a:lnTo>
                  <a:lnTo>
                    <a:pt x="18910" y="6390"/>
                  </a:lnTo>
                  <a:lnTo>
                    <a:pt x="19127" y="6932"/>
                  </a:lnTo>
                  <a:lnTo>
                    <a:pt x="18525" y="7710"/>
                  </a:lnTo>
                  <a:lnTo>
                    <a:pt x="17104" y="8724"/>
                  </a:lnTo>
                  <a:lnTo>
                    <a:pt x="15741" y="9413"/>
                  </a:lnTo>
                  <a:lnTo>
                    <a:pt x="13781" y="9959"/>
                  </a:lnTo>
                  <a:lnTo>
                    <a:pt x="4050" y="10042"/>
                  </a:lnTo>
                  <a:lnTo>
                    <a:pt x="2992" y="9795"/>
                  </a:lnTo>
                  <a:lnTo>
                    <a:pt x="2380" y="8893"/>
                  </a:lnTo>
                  <a:lnTo>
                    <a:pt x="1177" y="5530"/>
                  </a:lnTo>
                  <a:lnTo>
                    <a:pt x="321" y="3721"/>
                  </a:lnTo>
                  <a:lnTo>
                    <a:pt x="0" y="2464"/>
                  </a:lnTo>
                  <a:lnTo>
                    <a:pt x="211" y="1761"/>
                  </a:lnTo>
                  <a:lnTo>
                    <a:pt x="1250" y="1056"/>
                  </a:lnTo>
                  <a:lnTo>
                    <a:pt x="4849" y="0"/>
                  </a:lnTo>
                  <a:lnTo>
                    <a:pt x="6441" y="0"/>
                  </a:lnTo>
                  <a:lnTo>
                    <a:pt x="7440" y="269"/>
                  </a:lnTo>
                  <a:lnTo>
                    <a:pt x="7847" y="808"/>
                  </a:lnTo>
                  <a:lnTo>
                    <a:pt x="7724" y="1535"/>
                  </a:lnTo>
                  <a:close/>
                </a:path>
              </a:pathLst>
            </a:custGeom>
            <a:solidFill>
              <a:srgbClr val="C3DDB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g369"/>
            <p:cNvSpPr/>
            <p:nvPr/>
          </p:nvSpPr>
          <p:spPr>
            <a:xfrm>
              <a:off x="2080911" y="1367840"/>
              <a:ext cx="66560" cy="50531"/>
            </a:xfrm>
            <a:custGeom>
              <a:avLst/>
              <a:pathLst>
                <a:path w="66560" h="50531">
                  <a:moveTo>
                    <a:pt x="62113" y="6717"/>
                  </a:moveTo>
                  <a:lnTo>
                    <a:pt x="62249" y="8037"/>
                  </a:lnTo>
                  <a:lnTo>
                    <a:pt x="62101" y="9055"/>
                  </a:lnTo>
                  <a:lnTo>
                    <a:pt x="61672" y="9772"/>
                  </a:lnTo>
                  <a:lnTo>
                    <a:pt x="61651" y="10596"/>
                  </a:lnTo>
                  <a:lnTo>
                    <a:pt x="62041" y="11528"/>
                  </a:lnTo>
                  <a:lnTo>
                    <a:pt x="63670" y="13877"/>
                  </a:lnTo>
                  <a:lnTo>
                    <a:pt x="64188" y="15138"/>
                  </a:lnTo>
                  <a:lnTo>
                    <a:pt x="64266" y="16403"/>
                  </a:lnTo>
                  <a:lnTo>
                    <a:pt x="64183" y="17269"/>
                  </a:lnTo>
                  <a:lnTo>
                    <a:pt x="63178" y="18946"/>
                  </a:lnTo>
                  <a:lnTo>
                    <a:pt x="62733" y="21118"/>
                  </a:lnTo>
                  <a:lnTo>
                    <a:pt x="62707" y="22269"/>
                  </a:lnTo>
                  <a:lnTo>
                    <a:pt x="63306" y="24067"/>
                  </a:lnTo>
                  <a:lnTo>
                    <a:pt x="63322" y="24903"/>
                  </a:lnTo>
                  <a:lnTo>
                    <a:pt x="62194" y="26335"/>
                  </a:lnTo>
                  <a:lnTo>
                    <a:pt x="59802" y="27584"/>
                  </a:lnTo>
                  <a:lnTo>
                    <a:pt x="60140" y="28241"/>
                  </a:lnTo>
                  <a:lnTo>
                    <a:pt x="65298" y="29823"/>
                  </a:lnTo>
                  <a:lnTo>
                    <a:pt x="65688" y="30179"/>
                  </a:lnTo>
                  <a:lnTo>
                    <a:pt x="65663" y="33737"/>
                  </a:lnTo>
                  <a:lnTo>
                    <a:pt x="66560" y="37646"/>
                  </a:lnTo>
                  <a:lnTo>
                    <a:pt x="66225" y="37722"/>
                  </a:lnTo>
                  <a:lnTo>
                    <a:pt x="64985" y="36499"/>
                  </a:lnTo>
                  <a:lnTo>
                    <a:pt x="62693" y="35047"/>
                  </a:lnTo>
                  <a:lnTo>
                    <a:pt x="59952" y="37755"/>
                  </a:lnTo>
                  <a:lnTo>
                    <a:pt x="60263" y="42359"/>
                  </a:lnTo>
                  <a:lnTo>
                    <a:pt x="62064" y="44413"/>
                  </a:lnTo>
                  <a:lnTo>
                    <a:pt x="62612" y="45584"/>
                  </a:lnTo>
                  <a:lnTo>
                    <a:pt x="62437" y="46290"/>
                  </a:lnTo>
                  <a:lnTo>
                    <a:pt x="60913" y="46604"/>
                  </a:lnTo>
                  <a:lnTo>
                    <a:pt x="60384" y="46451"/>
                  </a:lnTo>
                  <a:lnTo>
                    <a:pt x="58823" y="45522"/>
                  </a:lnTo>
                  <a:lnTo>
                    <a:pt x="57916" y="44117"/>
                  </a:lnTo>
                  <a:lnTo>
                    <a:pt x="57630" y="44166"/>
                  </a:lnTo>
                  <a:lnTo>
                    <a:pt x="57350" y="44844"/>
                  </a:lnTo>
                  <a:lnTo>
                    <a:pt x="57532" y="45531"/>
                  </a:lnTo>
                  <a:lnTo>
                    <a:pt x="58590" y="46780"/>
                  </a:lnTo>
                  <a:lnTo>
                    <a:pt x="59037" y="48273"/>
                  </a:lnTo>
                  <a:lnTo>
                    <a:pt x="58568" y="48698"/>
                  </a:lnTo>
                  <a:lnTo>
                    <a:pt x="56994" y="49084"/>
                  </a:lnTo>
                  <a:lnTo>
                    <a:pt x="54871" y="49100"/>
                  </a:lnTo>
                  <a:lnTo>
                    <a:pt x="51538" y="49775"/>
                  </a:lnTo>
                  <a:lnTo>
                    <a:pt x="49894" y="49879"/>
                  </a:lnTo>
                  <a:lnTo>
                    <a:pt x="48294" y="49514"/>
                  </a:lnTo>
                  <a:lnTo>
                    <a:pt x="46158" y="49428"/>
                  </a:lnTo>
                  <a:lnTo>
                    <a:pt x="44382" y="49586"/>
                  </a:lnTo>
                  <a:lnTo>
                    <a:pt x="43296" y="49289"/>
                  </a:lnTo>
                  <a:lnTo>
                    <a:pt x="42306" y="48591"/>
                  </a:lnTo>
                  <a:lnTo>
                    <a:pt x="41155" y="48758"/>
                  </a:lnTo>
                  <a:lnTo>
                    <a:pt x="38640" y="50531"/>
                  </a:lnTo>
                  <a:lnTo>
                    <a:pt x="34744" y="49967"/>
                  </a:lnTo>
                  <a:lnTo>
                    <a:pt x="31237" y="49823"/>
                  </a:lnTo>
                  <a:lnTo>
                    <a:pt x="30531" y="49232"/>
                  </a:lnTo>
                  <a:lnTo>
                    <a:pt x="29747" y="48079"/>
                  </a:lnTo>
                  <a:lnTo>
                    <a:pt x="28201" y="44483"/>
                  </a:lnTo>
                  <a:lnTo>
                    <a:pt x="28494" y="43577"/>
                  </a:lnTo>
                  <a:lnTo>
                    <a:pt x="32240" y="43088"/>
                  </a:lnTo>
                  <a:lnTo>
                    <a:pt x="32318" y="42778"/>
                  </a:lnTo>
                  <a:lnTo>
                    <a:pt x="29656" y="41495"/>
                  </a:lnTo>
                  <a:lnTo>
                    <a:pt x="26599" y="40553"/>
                  </a:lnTo>
                  <a:lnTo>
                    <a:pt x="25183" y="39811"/>
                  </a:lnTo>
                  <a:lnTo>
                    <a:pt x="25511" y="38399"/>
                  </a:lnTo>
                  <a:lnTo>
                    <a:pt x="25417" y="38044"/>
                  </a:lnTo>
                  <a:lnTo>
                    <a:pt x="30685" y="36429"/>
                  </a:lnTo>
                  <a:lnTo>
                    <a:pt x="34516" y="33252"/>
                  </a:lnTo>
                  <a:lnTo>
                    <a:pt x="36894" y="31959"/>
                  </a:lnTo>
                  <a:lnTo>
                    <a:pt x="37067" y="31335"/>
                  </a:lnTo>
                  <a:lnTo>
                    <a:pt x="39076" y="30685"/>
                  </a:lnTo>
                  <a:lnTo>
                    <a:pt x="43728" y="30294"/>
                  </a:lnTo>
                  <a:lnTo>
                    <a:pt x="43909" y="29414"/>
                  </a:lnTo>
                  <a:lnTo>
                    <a:pt x="35128" y="29921"/>
                  </a:lnTo>
                  <a:lnTo>
                    <a:pt x="23103" y="31718"/>
                  </a:lnTo>
                  <a:lnTo>
                    <a:pt x="19385" y="32604"/>
                  </a:lnTo>
                  <a:lnTo>
                    <a:pt x="16284" y="32088"/>
                  </a:lnTo>
                  <a:lnTo>
                    <a:pt x="3121" y="34874"/>
                  </a:lnTo>
                  <a:lnTo>
                    <a:pt x="2560" y="34873"/>
                  </a:lnTo>
                  <a:lnTo>
                    <a:pt x="1183" y="33988"/>
                  </a:lnTo>
                  <a:lnTo>
                    <a:pt x="0" y="32332"/>
                  </a:lnTo>
                  <a:lnTo>
                    <a:pt x="849" y="31177"/>
                  </a:lnTo>
                  <a:lnTo>
                    <a:pt x="4714" y="28987"/>
                  </a:lnTo>
                  <a:lnTo>
                    <a:pt x="6647" y="27070"/>
                  </a:lnTo>
                  <a:lnTo>
                    <a:pt x="6420" y="26034"/>
                  </a:lnTo>
                  <a:lnTo>
                    <a:pt x="7955" y="24194"/>
                  </a:lnTo>
                  <a:lnTo>
                    <a:pt x="10416" y="23934"/>
                  </a:lnTo>
                  <a:lnTo>
                    <a:pt x="14598" y="25447"/>
                  </a:lnTo>
                  <a:lnTo>
                    <a:pt x="16772" y="26946"/>
                  </a:lnTo>
                  <a:lnTo>
                    <a:pt x="18720" y="27647"/>
                  </a:lnTo>
                  <a:lnTo>
                    <a:pt x="20451" y="27509"/>
                  </a:lnTo>
                  <a:lnTo>
                    <a:pt x="22238" y="26458"/>
                  </a:lnTo>
                  <a:lnTo>
                    <a:pt x="21785" y="26341"/>
                  </a:lnTo>
                  <a:lnTo>
                    <a:pt x="18752" y="26895"/>
                  </a:lnTo>
                  <a:lnTo>
                    <a:pt x="18396" y="26734"/>
                  </a:lnTo>
                  <a:lnTo>
                    <a:pt x="16849" y="25057"/>
                  </a:lnTo>
                  <a:lnTo>
                    <a:pt x="16174" y="23991"/>
                  </a:lnTo>
                  <a:lnTo>
                    <a:pt x="15741" y="22923"/>
                  </a:lnTo>
                  <a:lnTo>
                    <a:pt x="15717" y="22168"/>
                  </a:lnTo>
                  <a:lnTo>
                    <a:pt x="16649" y="20739"/>
                  </a:lnTo>
                  <a:lnTo>
                    <a:pt x="13170" y="20268"/>
                  </a:lnTo>
                  <a:lnTo>
                    <a:pt x="11871" y="19280"/>
                  </a:lnTo>
                  <a:lnTo>
                    <a:pt x="11277" y="18047"/>
                  </a:lnTo>
                  <a:lnTo>
                    <a:pt x="11408" y="17510"/>
                  </a:lnTo>
                  <a:lnTo>
                    <a:pt x="12505" y="16067"/>
                  </a:lnTo>
                  <a:lnTo>
                    <a:pt x="15460" y="14081"/>
                  </a:lnTo>
                  <a:lnTo>
                    <a:pt x="15117" y="13533"/>
                  </a:lnTo>
                  <a:lnTo>
                    <a:pt x="10818" y="13576"/>
                  </a:lnTo>
                  <a:lnTo>
                    <a:pt x="9872" y="13318"/>
                  </a:lnTo>
                  <a:lnTo>
                    <a:pt x="8040" y="12085"/>
                  </a:lnTo>
                  <a:lnTo>
                    <a:pt x="8443" y="10715"/>
                  </a:lnTo>
                  <a:lnTo>
                    <a:pt x="10155" y="8711"/>
                  </a:lnTo>
                  <a:lnTo>
                    <a:pt x="11443" y="7529"/>
                  </a:lnTo>
                  <a:lnTo>
                    <a:pt x="12308" y="7167"/>
                  </a:lnTo>
                  <a:lnTo>
                    <a:pt x="13652" y="7175"/>
                  </a:lnTo>
                  <a:lnTo>
                    <a:pt x="16846" y="7947"/>
                  </a:lnTo>
                  <a:lnTo>
                    <a:pt x="17765" y="8372"/>
                  </a:lnTo>
                  <a:lnTo>
                    <a:pt x="20211" y="10303"/>
                  </a:lnTo>
                  <a:lnTo>
                    <a:pt x="20835" y="11405"/>
                  </a:lnTo>
                  <a:lnTo>
                    <a:pt x="20758" y="12467"/>
                  </a:lnTo>
                  <a:lnTo>
                    <a:pt x="21226" y="13246"/>
                  </a:lnTo>
                  <a:lnTo>
                    <a:pt x="23124" y="14383"/>
                  </a:lnTo>
                  <a:lnTo>
                    <a:pt x="31282" y="20276"/>
                  </a:lnTo>
                  <a:lnTo>
                    <a:pt x="32805" y="21671"/>
                  </a:lnTo>
                  <a:lnTo>
                    <a:pt x="33848" y="22288"/>
                  </a:lnTo>
                  <a:lnTo>
                    <a:pt x="35733" y="22741"/>
                  </a:lnTo>
                  <a:lnTo>
                    <a:pt x="36837" y="22647"/>
                  </a:lnTo>
                  <a:lnTo>
                    <a:pt x="37734" y="22232"/>
                  </a:lnTo>
                  <a:lnTo>
                    <a:pt x="37885" y="21692"/>
                  </a:lnTo>
                  <a:lnTo>
                    <a:pt x="34357" y="19630"/>
                  </a:lnTo>
                  <a:lnTo>
                    <a:pt x="33472" y="18534"/>
                  </a:lnTo>
                  <a:lnTo>
                    <a:pt x="32718" y="17038"/>
                  </a:lnTo>
                  <a:lnTo>
                    <a:pt x="33048" y="16556"/>
                  </a:lnTo>
                  <a:lnTo>
                    <a:pt x="34072" y="16389"/>
                  </a:lnTo>
                  <a:lnTo>
                    <a:pt x="36650" y="16583"/>
                  </a:lnTo>
                  <a:lnTo>
                    <a:pt x="39686" y="16179"/>
                  </a:lnTo>
                  <a:lnTo>
                    <a:pt x="36321" y="15550"/>
                  </a:lnTo>
                  <a:lnTo>
                    <a:pt x="34122" y="14715"/>
                  </a:lnTo>
                  <a:lnTo>
                    <a:pt x="31866" y="14675"/>
                  </a:lnTo>
                  <a:lnTo>
                    <a:pt x="29045" y="13336"/>
                  </a:lnTo>
                  <a:lnTo>
                    <a:pt x="29044" y="12917"/>
                  </a:lnTo>
                  <a:lnTo>
                    <a:pt x="29735" y="12490"/>
                  </a:lnTo>
                  <a:lnTo>
                    <a:pt x="33573" y="11896"/>
                  </a:lnTo>
                  <a:lnTo>
                    <a:pt x="34299" y="11640"/>
                  </a:lnTo>
                  <a:lnTo>
                    <a:pt x="34365" y="11269"/>
                  </a:lnTo>
                  <a:lnTo>
                    <a:pt x="33095" y="10373"/>
                  </a:lnTo>
                  <a:lnTo>
                    <a:pt x="31965" y="9886"/>
                  </a:lnTo>
                  <a:lnTo>
                    <a:pt x="26163" y="8802"/>
                  </a:lnTo>
                  <a:lnTo>
                    <a:pt x="24101" y="7589"/>
                  </a:lnTo>
                  <a:lnTo>
                    <a:pt x="23446" y="7010"/>
                  </a:lnTo>
                  <a:lnTo>
                    <a:pt x="23237" y="6452"/>
                  </a:lnTo>
                  <a:lnTo>
                    <a:pt x="23981" y="5022"/>
                  </a:lnTo>
                  <a:lnTo>
                    <a:pt x="27101" y="3227"/>
                  </a:lnTo>
                  <a:lnTo>
                    <a:pt x="29365" y="2371"/>
                  </a:lnTo>
                  <a:lnTo>
                    <a:pt x="33256" y="1745"/>
                  </a:lnTo>
                  <a:lnTo>
                    <a:pt x="36359" y="1820"/>
                  </a:lnTo>
                  <a:lnTo>
                    <a:pt x="38127" y="2060"/>
                  </a:lnTo>
                  <a:lnTo>
                    <a:pt x="42265" y="5099"/>
                  </a:lnTo>
                  <a:lnTo>
                    <a:pt x="44213" y="7097"/>
                  </a:lnTo>
                  <a:lnTo>
                    <a:pt x="47617" y="6745"/>
                  </a:lnTo>
                  <a:lnTo>
                    <a:pt x="46634" y="4647"/>
                  </a:lnTo>
                  <a:lnTo>
                    <a:pt x="45993" y="2343"/>
                  </a:lnTo>
                  <a:lnTo>
                    <a:pt x="47001" y="1497"/>
                  </a:lnTo>
                  <a:lnTo>
                    <a:pt x="49805" y="0"/>
                  </a:lnTo>
                  <a:lnTo>
                    <a:pt x="52038" y="782"/>
                  </a:lnTo>
                  <a:lnTo>
                    <a:pt x="54950" y="2810"/>
                  </a:lnTo>
                  <a:lnTo>
                    <a:pt x="55589" y="3501"/>
                  </a:lnTo>
                  <a:lnTo>
                    <a:pt x="58866" y="4755"/>
                  </a:lnTo>
                  <a:lnTo>
                    <a:pt x="60803" y="5172"/>
                  </a:lnTo>
                  <a:lnTo>
                    <a:pt x="61808" y="5843"/>
                  </a:lnTo>
                  <a:close/>
                </a:path>
              </a:pathLst>
            </a:custGeom>
            <a:solidFill>
              <a:srgbClr val="C3DDB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g370"/>
            <p:cNvSpPr/>
            <p:nvPr/>
          </p:nvSpPr>
          <p:spPr>
            <a:xfrm>
              <a:off x="2095346" y="1366107"/>
              <a:ext cx="16378" cy="5244"/>
            </a:xfrm>
            <a:custGeom>
              <a:avLst/>
              <a:pathLst>
                <a:path w="16378" h="5244">
                  <a:moveTo>
                    <a:pt x="4715" y="5116"/>
                  </a:moveTo>
                  <a:lnTo>
                    <a:pt x="1558" y="5244"/>
                  </a:lnTo>
                  <a:lnTo>
                    <a:pt x="98" y="4889"/>
                  </a:lnTo>
                  <a:lnTo>
                    <a:pt x="0" y="4370"/>
                  </a:lnTo>
                  <a:lnTo>
                    <a:pt x="1262" y="3686"/>
                  </a:lnTo>
                  <a:lnTo>
                    <a:pt x="5460" y="2572"/>
                  </a:lnTo>
                  <a:lnTo>
                    <a:pt x="7932" y="541"/>
                  </a:lnTo>
                  <a:lnTo>
                    <a:pt x="8855" y="289"/>
                  </a:lnTo>
                  <a:lnTo>
                    <a:pt x="12083" y="0"/>
                  </a:lnTo>
                  <a:lnTo>
                    <a:pt x="13964" y="63"/>
                  </a:lnTo>
                  <a:lnTo>
                    <a:pt x="16378" y="542"/>
                  </a:lnTo>
                  <a:lnTo>
                    <a:pt x="10560" y="3052"/>
                  </a:lnTo>
                  <a:close/>
                </a:path>
              </a:pathLst>
            </a:custGeom>
            <a:solidFill>
              <a:srgbClr val="C3DDB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g371"/>
            <p:cNvSpPr/>
            <p:nvPr/>
          </p:nvSpPr>
          <p:spPr>
            <a:xfrm>
              <a:off x="1900509" y="1364078"/>
              <a:ext cx="147699" cy="71486"/>
            </a:xfrm>
            <a:custGeom>
              <a:avLst/>
              <a:pathLst>
                <a:path w="147699" h="71486">
                  <a:moveTo>
                    <a:pt x="113435" y="22575"/>
                  </a:moveTo>
                  <a:lnTo>
                    <a:pt x="114971" y="22659"/>
                  </a:lnTo>
                  <a:lnTo>
                    <a:pt x="116769" y="22336"/>
                  </a:lnTo>
                  <a:lnTo>
                    <a:pt x="118798" y="22558"/>
                  </a:lnTo>
                  <a:lnTo>
                    <a:pt x="119717" y="23220"/>
                  </a:lnTo>
                  <a:lnTo>
                    <a:pt x="120368" y="24399"/>
                  </a:lnTo>
                  <a:lnTo>
                    <a:pt x="120395" y="25031"/>
                  </a:lnTo>
                  <a:lnTo>
                    <a:pt x="120266" y="25575"/>
                  </a:lnTo>
                  <a:lnTo>
                    <a:pt x="119982" y="26028"/>
                  </a:lnTo>
                  <a:lnTo>
                    <a:pt x="117359" y="29003"/>
                  </a:lnTo>
                  <a:lnTo>
                    <a:pt x="116745" y="30032"/>
                  </a:lnTo>
                  <a:lnTo>
                    <a:pt x="117594" y="30283"/>
                  </a:lnTo>
                  <a:lnTo>
                    <a:pt x="118003" y="30110"/>
                  </a:lnTo>
                  <a:lnTo>
                    <a:pt x="120622" y="27881"/>
                  </a:lnTo>
                  <a:lnTo>
                    <a:pt x="122593" y="27184"/>
                  </a:lnTo>
                  <a:lnTo>
                    <a:pt x="124088" y="27024"/>
                  </a:lnTo>
                  <a:lnTo>
                    <a:pt x="126550" y="27468"/>
                  </a:lnTo>
                  <a:lnTo>
                    <a:pt x="127531" y="27852"/>
                  </a:lnTo>
                  <a:lnTo>
                    <a:pt x="128205" y="28306"/>
                  </a:lnTo>
                  <a:lnTo>
                    <a:pt x="128571" y="28831"/>
                  </a:lnTo>
                  <a:lnTo>
                    <a:pt x="129539" y="30968"/>
                  </a:lnTo>
                  <a:lnTo>
                    <a:pt x="130239" y="33730"/>
                  </a:lnTo>
                  <a:lnTo>
                    <a:pt x="130353" y="33446"/>
                  </a:lnTo>
                  <a:lnTo>
                    <a:pt x="130370" y="31898"/>
                  </a:lnTo>
                  <a:lnTo>
                    <a:pt x="130505" y="30693"/>
                  </a:lnTo>
                  <a:lnTo>
                    <a:pt x="132925" y="29879"/>
                  </a:lnTo>
                  <a:lnTo>
                    <a:pt x="132986" y="29611"/>
                  </a:lnTo>
                  <a:lnTo>
                    <a:pt x="132118" y="28944"/>
                  </a:lnTo>
                  <a:lnTo>
                    <a:pt x="131378" y="28034"/>
                  </a:lnTo>
                  <a:lnTo>
                    <a:pt x="130866" y="26330"/>
                  </a:lnTo>
                  <a:lnTo>
                    <a:pt x="131066" y="25695"/>
                  </a:lnTo>
                  <a:lnTo>
                    <a:pt x="131573" y="25012"/>
                  </a:lnTo>
                  <a:lnTo>
                    <a:pt x="133122" y="23562"/>
                  </a:lnTo>
                  <a:lnTo>
                    <a:pt x="134930" y="22696"/>
                  </a:lnTo>
                  <a:lnTo>
                    <a:pt x="136539" y="22487"/>
                  </a:lnTo>
                  <a:lnTo>
                    <a:pt x="142532" y="23998"/>
                  </a:lnTo>
                  <a:lnTo>
                    <a:pt x="144890" y="25239"/>
                  </a:lnTo>
                  <a:lnTo>
                    <a:pt x="145849" y="25878"/>
                  </a:lnTo>
                  <a:lnTo>
                    <a:pt x="146193" y="26334"/>
                  </a:lnTo>
                  <a:lnTo>
                    <a:pt x="146695" y="27790"/>
                  </a:lnTo>
                  <a:lnTo>
                    <a:pt x="147699" y="31779"/>
                  </a:lnTo>
                  <a:lnTo>
                    <a:pt x="147692" y="33062"/>
                  </a:lnTo>
                  <a:lnTo>
                    <a:pt x="147228" y="35127"/>
                  </a:lnTo>
                  <a:lnTo>
                    <a:pt x="145292" y="38998"/>
                  </a:lnTo>
                  <a:lnTo>
                    <a:pt x="144996" y="41624"/>
                  </a:lnTo>
                  <a:lnTo>
                    <a:pt x="143047" y="48152"/>
                  </a:lnTo>
                  <a:lnTo>
                    <a:pt x="141714" y="49927"/>
                  </a:lnTo>
                  <a:lnTo>
                    <a:pt x="140243" y="51169"/>
                  </a:lnTo>
                  <a:lnTo>
                    <a:pt x="134203" y="53357"/>
                  </a:lnTo>
                  <a:lnTo>
                    <a:pt x="129659" y="55583"/>
                  </a:lnTo>
                  <a:lnTo>
                    <a:pt x="128507" y="55935"/>
                  </a:lnTo>
                  <a:lnTo>
                    <a:pt x="127315" y="55965"/>
                  </a:lnTo>
                  <a:lnTo>
                    <a:pt x="123556" y="55227"/>
                  </a:lnTo>
                  <a:lnTo>
                    <a:pt x="119191" y="53811"/>
                  </a:lnTo>
                  <a:lnTo>
                    <a:pt x="116710" y="54212"/>
                  </a:lnTo>
                  <a:lnTo>
                    <a:pt x="114236" y="55234"/>
                  </a:lnTo>
                  <a:lnTo>
                    <a:pt x="112678" y="55508"/>
                  </a:lnTo>
                  <a:lnTo>
                    <a:pt x="111212" y="55372"/>
                  </a:lnTo>
                  <a:lnTo>
                    <a:pt x="109756" y="55007"/>
                  </a:lnTo>
                  <a:lnTo>
                    <a:pt x="107841" y="54051"/>
                  </a:lnTo>
                  <a:lnTo>
                    <a:pt x="108829" y="53614"/>
                  </a:lnTo>
                  <a:lnTo>
                    <a:pt x="109280" y="53124"/>
                  </a:lnTo>
                  <a:lnTo>
                    <a:pt x="108881" y="52621"/>
                  </a:lnTo>
                  <a:lnTo>
                    <a:pt x="106867" y="51895"/>
                  </a:lnTo>
                  <a:lnTo>
                    <a:pt x="104780" y="53508"/>
                  </a:lnTo>
                  <a:lnTo>
                    <a:pt x="98679" y="57277"/>
                  </a:lnTo>
                  <a:lnTo>
                    <a:pt x="90481" y="58541"/>
                  </a:lnTo>
                  <a:lnTo>
                    <a:pt x="87910" y="59310"/>
                  </a:lnTo>
                  <a:lnTo>
                    <a:pt x="86001" y="60302"/>
                  </a:lnTo>
                  <a:lnTo>
                    <a:pt x="85009" y="61120"/>
                  </a:lnTo>
                  <a:lnTo>
                    <a:pt x="83491" y="63041"/>
                  </a:lnTo>
                  <a:lnTo>
                    <a:pt x="81157" y="64488"/>
                  </a:lnTo>
                  <a:lnTo>
                    <a:pt x="76932" y="66071"/>
                  </a:lnTo>
                  <a:lnTo>
                    <a:pt x="71555" y="68529"/>
                  </a:lnTo>
                  <a:lnTo>
                    <a:pt x="61920" y="71044"/>
                  </a:lnTo>
                  <a:lnTo>
                    <a:pt x="55856" y="71486"/>
                  </a:lnTo>
                  <a:lnTo>
                    <a:pt x="49797" y="70653"/>
                  </a:lnTo>
                  <a:lnTo>
                    <a:pt x="47877" y="69975"/>
                  </a:lnTo>
                  <a:lnTo>
                    <a:pt x="45863" y="68913"/>
                  </a:lnTo>
                  <a:lnTo>
                    <a:pt x="41745" y="66408"/>
                  </a:lnTo>
                  <a:lnTo>
                    <a:pt x="40605" y="65504"/>
                  </a:lnTo>
                  <a:lnTo>
                    <a:pt x="39281" y="63539"/>
                  </a:lnTo>
                  <a:lnTo>
                    <a:pt x="40064" y="62231"/>
                  </a:lnTo>
                  <a:lnTo>
                    <a:pt x="42260" y="60724"/>
                  </a:lnTo>
                  <a:lnTo>
                    <a:pt x="45546" y="59351"/>
                  </a:lnTo>
                  <a:lnTo>
                    <a:pt x="52109" y="57498"/>
                  </a:lnTo>
                  <a:lnTo>
                    <a:pt x="58061" y="54534"/>
                  </a:lnTo>
                  <a:lnTo>
                    <a:pt x="60168" y="53977"/>
                  </a:lnTo>
                  <a:lnTo>
                    <a:pt x="65899" y="53524"/>
                  </a:lnTo>
                  <a:lnTo>
                    <a:pt x="68788" y="53801"/>
                  </a:lnTo>
                  <a:lnTo>
                    <a:pt x="70879" y="53645"/>
                  </a:lnTo>
                  <a:lnTo>
                    <a:pt x="72257" y="53238"/>
                  </a:lnTo>
                  <a:lnTo>
                    <a:pt x="74303" y="52169"/>
                  </a:lnTo>
                  <a:lnTo>
                    <a:pt x="77292" y="50038"/>
                  </a:lnTo>
                  <a:lnTo>
                    <a:pt x="79475" y="48044"/>
                  </a:lnTo>
                  <a:lnTo>
                    <a:pt x="80028" y="47112"/>
                  </a:lnTo>
                  <a:lnTo>
                    <a:pt x="79297" y="46239"/>
                  </a:lnTo>
                  <a:lnTo>
                    <a:pt x="78228" y="46117"/>
                  </a:lnTo>
                  <a:lnTo>
                    <a:pt x="74660" y="48165"/>
                  </a:lnTo>
                  <a:lnTo>
                    <a:pt x="72870" y="48855"/>
                  </a:lnTo>
                  <a:lnTo>
                    <a:pt x="70920" y="48903"/>
                  </a:lnTo>
                  <a:lnTo>
                    <a:pt x="68243" y="49604"/>
                  </a:lnTo>
                  <a:lnTo>
                    <a:pt x="65639" y="49885"/>
                  </a:lnTo>
                  <a:lnTo>
                    <a:pt x="65135" y="49862"/>
                  </a:lnTo>
                  <a:lnTo>
                    <a:pt x="62423" y="47903"/>
                  </a:lnTo>
                  <a:lnTo>
                    <a:pt x="60972" y="47558"/>
                  </a:lnTo>
                  <a:lnTo>
                    <a:pt x="60298" y="47764"/>
                  </a:lnTo>
                  <a:lnTo>
                    <a:pt x="59680" y="48282"/>
                  </a:lnTo>
                  <a:lnTo>
                    <a:pt x="58504" y="49729"/>
                  </a:lnTo>
                  <a:lnTo>
                    <a:pt x="57825" y="50249"/>
                  </a:lnTo>
                  <a:lnTo>
                    <a:pt x="56655" y="50627"/>
                  </a:lnTo>
                  <a:lnTo>
                    <a:pt x="51922" y="51057"/>
                  </a:lnTo>
                  <a:lnTo>
                    <a:pt x="47387" y="51785"/>
                  </a:lnTo>
                  <a:lnTo>
                    <a:pt x="46378" y="51335"/>
                  </a:lnTo>
                  <a:lnTo>
                    <a:pt x="45764" y="50497"/>
                  </a:lnTo>
                  <a:lnTo>
                    <a:pt x="45637" y="49986"/>
                  </a:lnTo>
                  <a:lnTo>
                    <a:pt x="45569" y="48265"/>
                  </a:lnTo>
                  <a:lnTo>
                    <a:pt x="45264" y="47580"/>
                  </a:lnTo>
                  <a:lnTo>
                    <a:pt x="45662" y="46148"/>
                  </a:lnTo>
                  <a:lnTo>
                    <a:pt x="46179" y="45056"/>
                  </a:lnTo>
                  <a:lnTo>
                    <a:pt x="46814" y="44306"/>
                  </a:lnTo>
                  <a:lnTo>
                    <a:pt x="49931" y="42091"/>
                  </a:lnTo>
                  <a:lnTo>
                    <a:pt x="50369" y="41517"/>
                  </a:lnTo>
                  <a:lnTo>
                    <a:pt x="48884" y="41635"/>
                  </a:lnTo>
                  <a:lnTo>
                    <a:pt x="45355" y="42719"/>
                  </a:lnTo>
                  <a:lnTo>
                    <a:pt x="44894" y="42342"/>
                  </a:lnTo>
                  <a:lnTo>
                    <a:pt x="44068" y="41104"/>
                  </a:lnTo>
                  <a:lnTo>
                    <a:pt x="43673" y="40980"/>
                  </a:lnTo>
                  <a:lnTo>
                    <a:pt x="43224" y="41494"/>
                  </a:lnTo>
                  <a:lnTo>
                    <a:pt x="42962" y="42218"/>
                  </a:lnTo>
                  <a:lnTo>
                    <a:pt x="42355" y="45207"/>
                  </a:lnTo>
                  <a:lnTo>
                    <a:pt x="41822" y="46736"/>
                  </a:lnTo>
                  <a:lnTo>
                    <a:pt x="40402" y="46427"/>
                  </a:lnTo>
                  <a:lnTo>
                    <a:pt x="38646" y="45505"/>
                  </a:lnTo>
                  <a:lnTo>
                    <a:pt x="37990" y="45379"/>
                  </a:lnTo>
                  <a:lnTo>
                    <a:pt x="37613" y="45672"/>
                  </a:lnTo>
                  <a:lnTo>
                    <a:pt x="37733" y="46189"/>
                  </a:lnTo>
                  <a:lnTo>
                    <a:pt x="39514" y="48751"/>
                  </a:lnTo>
                  <a:lnTo>
                    <a:pt x="39535" y="49647"/>
                  </a:lnTo>
                  <a:lnTo>
                    <a:pt x="38369" y="51215"/>
                  </a:lnTo>
                  <a:lnTo>
                    <a:pt x="33404" y="53820"/>
                  </a:lnTo>
                  <a:lnTo>
                    <a:pt x="31442" y="54517"/>
                  </a:lnTo>
                  <a:lnTo>
                    <a:pt x="30748" y="54247"/>
                  </a:lnTo>
                  <a:lnTo>
                    <a:pt x="30124" y="53533"/>
                  </a:lnTo>
                  <a:lnTo>
                    <a:pt x="29569" y="52370"/>
                  </a:lnTo>
                  <a:lnTo>
                    <a:pt x="28279" y="50811"/>
                  </a:lnTo>
                  <a:lnTo>
                    <a:pt x="27512" y="50462"/>
                  </a:lnTo>
                  <a:lnTo>
                    <a:pt x="26652" y="50415"/>
                  </a:lnTo>
                  <a:lnTo>
                    <a:pt x="25861" y="50736"/>
                  </a:lnTo>
                  <a:lnTo>
                    <a:pt x="25139" y="51428"/>
                  </a:lnTo>
                  <a:lnTo>
                    <a:pt x="24691" y="52162"/>
                  </a:lnTo>
                  <a:lnTo>
                    <a:pt x="24266" y="53530"/>
                  </a:lnTo>
                  <a:lnTo>
                    <a:pt x="23362" y="54576"/>
                  </a:lnTo>
                  <a:lnTo>
                    <a:pt x="22805" y="54755"/>
                  </a:lnTo>
                  <a:lnTo>
                    <a:pt x="17762" y="52585"/>
                  </a:lnTo>
                  <a:lnTo>
                    <a:pt x="13698" y="48737"/>
                  </a:lnTo>
                  <a:lnTo>
                    <a:pt x="9251" y="49336"/>
                  </a:lnTo>
                  <a:lnTo>
                    <a:pt x="7254" y="49200"/>
                  </a:lnTo>
                  <a:lnTo>
                    <a:pt x="1195" y="47789"/>
                  </a:lnTo>
                  <a:lnTo>
                    <a:pt x="424" y="46917"/>
                  </a:lnTo>
                  <a:lnTo>
                    <a:pt x="0" y="45785"/>
                  </a:lnTo>
                  <a:lnTo>
                    <a:pt x="40" y="45169"/>
                  </a:lnTo>
                  <a:lnTo>
                    <a:pt x="292" y="44532"/>
                  </a:lnTo>
                  <a:lnTo>
                    <a:pt x="1059" y="43270"/>
                  </a:lnTo>
                  <a:lnTo>
                    <a:pt x="2587" y="41358"/>
                  </a:lnTo>
                  <a:lnTo>
                    <a:pt x="3224" y="40742"/>
                  </a:lnTo>
                  <a:lnTo>
                    <a:pt x="4173" y="40234"/>
                  </a:lnTo>
                  <a:lnTo>
                    <a:pt x="5434" y="39836"/>
                  </a:lnTo>
                  <a:lnTo>
                    <a:pt x="8644" y="39614"/>
                  </a:lnTo>
                  <a:lnTo>
                    <a:pt x="16907" y="39541"/>
                  </a:lnTo>
                  <a:lnTo>
                    <a:pt x="18560" y="39246"/>
                  </a:lnTo>
                  <a:lnTo>
                    <a:pt x="27600" y="35549"/>
                  </a:lnTo>
                  <a:lnTo>
                    <a:pt x="28632" y="34943"/>
                  </a:lnTo>
                  <a:lnTo>
                    <a:pt x="29959" y="33763"/>
                  </a:lnTo>
                  <a:lnTo>
                    <a:pt x="30259" y="33276"/>
                  </a:lnTo>
                  <a:lnTo>
                    <a:pt x="30202" y="32957"/>
                  </a:lnTo>
                  <a:lnTo>
                    <a:pt x="19082" y="35885"/>
                  </a:lnTo>
                  <a:lnTo>
                    <a:pt x="14313" y="36516"/>
                  </a:lnTo>
                  <a:lnTo>
                    <a:pt x="7006" y="36038"/>
                  </a:lnTo>
                  <a:lnTo>
                    <a:pt x="5632" y="35577"/>
                  </a:lnTo>
                  <a:lnTo>
                    <a:pt x="5319" y="34757"/>
                  </a:lnTo>
                  <a:lnTo>
                    <a:pt x="6843" y="32584"/>
                  </a:lnTo>
                  <a:lnTo>
                    <a:pt x="7646" y="31776"/>
                  </a:lnTo>
                  <a:lnTo>
                    <a:pt x="9724" y="31013"/>
                  </a:lnTo>
                  <a:lnTo>
                    <a:pt x="14751" y="29931"/>
                  </a:lnTo>
                  <a:lnTo>
                    <a:pt x="21473" y="28974"/>
                  </a:lnTo>
                  <a:lnTo>
                    <a:pt x="25876" y="28953"/>
                  </a:lnTo>
                  <a:lnTo>
                    <a:pt x="29570" y="28194"/>
                  </a:lnTo>
                  <a:lnTo>
                    <a:pt x="31791" y="27327"/>
                  </a:lnTo>
                  <a:lnTo>
                    <a:pt x="24348" y="27371"/>
                  </a:lnTo>
                  <a:lnTo>
                    <a:pt x="15382" y="27778"/>
                  </a:lnTo>
                  <a:lnTo>
                    <a:pt x="14086" y="27495"/>
                  </a:lnTo>
                  <a:lnTo>
                    <a:pt x="11526" y="26353"/>
                  </a:lnTo>
                  <a:lnTo>
                    <a:pt x="11401" y="25517"/>
                  </a:lnTo>
                  <a:lnTo>
                    <a:pt x="12426" y="24513"/>
                  </a:lnTo>
                  <a:lnTo>
                    <a:pt x="12801" y="23766"/>
                  </a:lnTo>
                  <a:lnTo>
                    <a:pt x="12069" y="22085"/>
                  </a:lnTo>
                  <a:lnTo>
                    <a:pt x="12294" y="21433"/>
                  </a:lnTo>
                  <a:lnTo>
                    <a:pt x="13964" y="20032"/>
                  </a:lnTo>
                  <a:lnTo>
                    <a:pt x="16943" y="18518"/>
                  </a:lnTo>
                  <a:lnTo>
                    <a:pt x="18779" y="18303"/>
                  </a:lnTo>
                  <a:lnTo>
                    <a:pt x="22324" y="18820"/>
                  </a:lnTo>
                  <a:lnTo>
                    <a:pt x="32426" y="19355"/>
                  </a:lnTo>
                  <a:lnTo>
                    <a:pt x="34385" y="19163"/>
                  </a:lnTo>
                  <a:lnTo>
                    <a:pt x="33148" y="18505"/>
                  </a:lnTo>
                  <a:lnTo>
                    <a:pt x="31388" y="18015"/>
                  </a:lnTo>
                  <a:lnTo>
                    <a:pt x="23589" y="17176"/>
                  </a:lnTo>
                  <a:lnTo>
                    <a:pt x="21976" y="16801"/>
                  </a:lnTo>
                  <a:lnTo>
                    <a:pt x="21667" y="16285"/>
                  </a:lnTo>
                  <a:lnTo>
                    <a:pt x="21551" y="15523"/>
                  </a:lnTo>
                  <a:lnTo>
                    <a:pt x="21626" y="14517"/>
                  </a:lnTo>
                  <a:lnTo>
                    <a:pt x="22190" y="13487"/>
                  </a:lnTo>
                  <a:lnTo>
                    <a:pt x="24611" y="11336"/>
                  </a:lnTo>
                  <a:lnTo>
                    <a:pt x="31706" y="9564"/>
                  </a:lnTo>
                  <a:lnTo>
                    <a:pt x="34529" y="9320"/>
                  </a:lnTo>
                  <a:lnTo>
                    <a:pt x="37357" y="9437"/>
                  </a:lnTo>
                  <a:lnTo>
                    <a:pt x="40231" y="10233"/>
                  </a:lnTo>
                  <a:lnTo>
                    <a:pt x="41511" y="10923"/>
                  </a:lnTo>
                  <a:lnTo>
                    <a:pt x="42153" y="11774"/>
                  </a:lnTo>
                  <a:lnTo>
                    <a:pt x="42464" y="12567"/>
                  </a:lnTo>
                  <a:lnTo>
                    <a:pt x="42500" y="13937"/>
                  </a:lnTo>
                  <a:lnTo>
                    <a:pt x="42638" y="14477"/>
                  </a:lnTo>
                  <a:lnTo>
                    <a:pt x="43157" y="15377"/>
                  </a:lnTo>
                  <a:lnTo>
                    <a:pt x="44809" y="17492"/>
                  </a:lnTo>
                  <a:lnTo>
                    <a:pt x="46026" y="18152"/>
                  </a:lnTo>
                  <a:lnTo>
                    <a:pt x="51638" y="16922"/>
                  </a:lnTo>
                  <a:lnTo>
                    <a:pt x="53974" y="16647"/>
                  </a:lnTo>
                  <a:lnTo>
                    <a:pt x="56324" y="17034"/>
                  </a:lnTo>
                  <a:lnTo>
                    <a:pt x="59747" y="18303"/>
                  </a:lnTo>
                  <a:lnTo>
                    <a:pt x="64180" y="22140"/>
                  </a:lnTo>
                  <a:lnTo>
                    <a:pt x="69891" y="26057"/>
                  </a:lnTo>
                  <a:lnTo>
                    <a:pt x="69862" y="26901"/>
                  </a:lnTo>
                  <a:lnTo>
                    <a:pt x="67674" y="28211"/>
                  </a:lnTo>
                  <a:lnTo>
                    <a:pt x="67263" y="28772"/>
                  </a:lnTo>
                  <a:lnTo>
                    <a:pt x="67558" y="29162"/>
                  </a:lnTo>
                  <a:lnTo>
                    <a:pt x="69743" y="29419"/>
                  </a:lnTo>
                  <a:lnTo>
                    <a:pt x="71791" y="29225"/>
                  </a:lnTo>
                  <a:lnTo>
                    <a:pt x="73744" y="29520"/>
                  </a:lnTo>
                  <a:lnTo>
                    <a:pt x="74181" y="29857"/>
                  </a:lnTo>
                  <a:lnTo>
                    <a:pt x="74898" y="31291"/>
                  </a:lnTo>
                  <a:lnTo>
                    <a:pt x="75893" y="33824"/>
                  </a:lnTo>
                  <a:lnTo>
                    <a:pt x="77076" y="35714"/>
                  </a:lnTo>
                  <a:lnTo>
                    <a:pt x="78446" y="36963"/>
                  </a:lnTo>
                  <a:lnTo>
                    <a:pt x="79794" y="37604"/>
                  </a:lnTo>
                  <a:lnTo>
                    <a:pt x="81782" y="37651"/>
                  </a:lnTo>
                  <a:lnTo>
                    <a:pt x="83781" y="37279"/>
                  </a:lnTo>
                  <a:lnTo>
                    <a:pt x="87025" y="37403"/>
                  </a:lnTo>
                  <a:lnTo>
                    <a:pt x="103758" y="38846"/>
                  </a:lnTo>
                  <a:lnTo>
                    <a:pt x="104749" y="38595"/>
                  </a:lnTo>
                  <a:lnTo>
                    <a:pt x="105455" y="37803"/>
                  </a:lnTo>
                  <a:lnTo>
                    <a:pt x="105876" y="36468"/>
                  </a:lnTo>
                  <a:lnTo>
                    <a:pt x="106035" y="35372"/>
                  </a:lnTo>
                  <a:lnTo>
                    <a:pt x="105807" y="33874"/>
                  </a:lnTo>
                  <a:lnTo>
                    <a:pt x="105484" y="33159"/>
                  </a:lnTo>
                  <a:lnTo>
                    <a:pt x="95109" y="28311"/>
                  </a:lnTo>
                  <a:lnTo>
                    <a:pt x="94202" y="26360"/>
                  </a:lnTo>
                  <a:lnTo>
                    <a:pt x="99270" y="23636"/>
                  </a:lnTo>
                  <a:lnTo>
                    <a:pt x="99634" y="23007"/>
                  </a:lnTo>
                  <a:lnTo>
                    <a:pt x="99733" y="22141"/>
                  </a:lnTo>
                  <a:lnTo>
                    <a:pt x="99566" y="21039"/>
                  </a:lnTo>
                  <a:lnTo>
                    <a:pt x="98878" y="19988"/>
                  </a:lnTo>
                  <a:lnTo>
                    <a:pt x="96156" y="17986"/>
                  </a:lnTo>
                  <a:lnTo>
                    <a:pt x="93747" y="17684"/>
                  </a:lnTo>
                  <a:lnTo>
                    <a:pt x="90177" y="15710"/>
                  </a:lnTo>
                  <a:lnTo>
                    <a:pt x="89613" y="15211"/>
                  </a:lnTo>
                  <a:lnTo>
                    <a:pt x="89152" y="14425"/>
                  </a:lnTo>
                  <a:lnTo>
                    <a:pt x="88791" y="13349"/>
                  </a:lnTo>
                  <a:lnTo>
                    <a:pt x="88852" y="12520"/>
                  </a:lnTo>
                  <a:lnTo>
                    <a:pt x="89333" y="11942"/>
                  </a:lnTo>
                  <a:lnTo>
                    <a:pt x="92848" y="9939"/>
                  </a:lnTo>
                  <a:lnTo>
                    <a:pt x="94271" y="8828"/>
                  </a:lnTo>
                  <a:lnTo>
                    <a:pt x="98656" y="3826"/>
                  </a:lnTo>
                  <a:lnTo>
                    <a:pt x="100685" y="1807"/>
                  </a:lnTo>
                  <a:lnTo>
                    <a:pt x="102135" y="861"/>
                  </a:lnTo>
                  <a:lnTo>
                    <a:pt x="103613" y="274"/>
                  </a:lnTo>
                  <a:lnTo>
                    <a:pt x="106862" y="0"/>
                  </a:lnTo>
                  <a:lnTo>
                    <a:pt x="110247" y="1864"/>
                  </a:lnTo>
                  <a:lnTo>
                    <a:pt x="110997" y="1978"/>
                  </a:lnTo>
                  <a:lnTo>
                    <a:pt x="111307" y="2468"/>
                  </a:lnTo>
                  <a:lnTo>
                    <a:pt x="111175" y="3335"/>
                  </a:lnTo>
                  <a:lnTo>
                    <a:pt x="110752" y="4162"/>
                  </a:lnTo>
                  <a:lnTo>
                    <a:pt x="109542" y="5655"/>
                  </a:lnTo>
                  <a:lnTo>
                    <a:pt x="109257" y="6282"/>
                  </a:lnTo>
                  <a:lnTo>
                    <a:pt x="109349" y="6926"/>
                  </a:lnTo>
                  <a:lnTo>
                    <a:pt x="110179" y="8416"/>
                  </a:lnTo>
                  <a:lnTo>
                    <a:pt x="110433" y="9397"/>
                  </a:lnTo>
                  <a:lnTo>
                    <a:pt x="110617" y="11050"/>
                  </a:lnTo>
                  <a:lnTo>
                    <a:pt x="110752" y="11294"/>
                  </a:lnTo>
                  <a:lnTo>
                    <a:pt x="112788" y="12691"/>
                  </a:lnTo>
                  <a:lnTo>
                    <a:pt x="114639" y="14510"/>
                  </a:lnTo>
                  <a:lnTo>
                    <a:pt x="115496" y="17365"/>
                  </a:lnTo>
                  <a:lnTo>
                    <a:pt x="114829" y="18352"/>
                  </a:lnTo>
                  <a:lnTo>
                    <a:pt x="113271" y="19711"/>
                  </a:lnTo>
                  <a:lnTo>
                    <a:pt x="112344" y="20844"/>
                  </a:lnTo>
                  <a:lnTo>
                    <a:pt x="112048" y="21750"/>
                  </a:lnTo>
                  <a:lnTo>
                    <a:pt x="112284" y="22297"/>
                  </a:lnTo>
                  <a:close/>
                </a:path>
              </a:pathLst>
            </a:custGeom>
            <a:solidFill>
              <a:srgbClr val="C3DDB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g372"/>
            <p:cNvSpPr/>
            <p:nvPr/>
          </p:nvSpPr>
          <p:spPr>
            <a:xfrm>
              <a:off x="2230022" y="1363611"/>
              <a:ext cx="10579" cy="10324"/>
            </a:xfrm>
            <a:custGeom>
              <a:avLst/>
              <a:pathLst>
                <a:path w="10579" h="10324">
                  <a:moveTo>
                    <a:pt x="10188" y="9737"/>
                  </a:moveTo>
                  <a:lnTo>
                    <a:pt x="9618" y="10138"/>
                  </a:lnTo>
                  <a:lnTo>
                    <a:pt x="7780" y="9931"/>
                  </a:lnTo>
                  <a:lnTo>
                    <a:pt x="7170" y="10324"/>
                  </a:lnTo>
                  <a:lnTo>
                    <a:pt x="6193" y="10101"/>
                  </a:lnTo>
                  <a:lnTo>
                    <a:pt x="4849" y="9260"/>
                  </a:lnTo>
                  <a:lnTo>
                    <a:pt x="3278" y="7608"/>
                  </a:lnTo>
                  <a:lnTo>
                    <a:pt x="1481" y="5146"/>
                  </a:lnTo>
                  <a:lnTo>
                    <a:pt x="76" y="3025"/>
                  </a:lnTo>
                  <a:lnTo>
                    <a:pt x="0" y="2442"/>
                  </a:lnTo>
                  <a:lnTo>
                    <a:pt x="459" y="1451"/>
                  </a:lnTo>
                  <a:lnTo>
                    <a:pt x="1864" y="792"/>
                  </a:lnTo>
                  <a:lnTo>
                    <a:pt x="5193" y="0"/>
                  </a:lnTo>
                  <a:lnTo>
                    <a:pt x="7479" y="21"/>
                  </a:lnTo>
                  <a:lnTo>
                    <a:pt x="9602" y="1623"/>
                  </a:lnTo>
                  <a:lnTo>
                    <a:pt x="10203" y="2173"/>
                  </a:lnTo>
                  <a:lnTo>
                    <a:pt x="10567" y="2830"/>
                  </a:lnTo>
                  <a:lnTo>
                    <a:pt x="10579" y="3461"/>
                  </a:lnTo>
                  <a:lnTo>
                    <a:pt x="10406" y="4012"/>
                  </a:lnTo>
                  <a:lnTo>
                    <a:pt x="9444" y="5240"/>
                  </a:lnTo>
                  <a:lnTo>
                    <a:pt x="9023" y="6097"/>
                  </a:lnTo>
                  <a:lnTo>
                    <a:pt x="9025" y="6937"/>
                  </a:lnTo>
                  <a:lnTo>
                    <a:pt x="9234" y="8151"/>
                  </a:lnTo>
                  <a:lnTo>
                    <a:pt x="9622" y="8954"/>
                  </a:lnTo>
                  <a:lnTo>
                    <a:pt x="10190" y="9342"/>
                  </a:lnTo>
                  <a:close/>
                </a:path>
              </a:pathLst>
            </a:custGeom>
            <a:solidFill>
              <a:srgbClr val="C3DDB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g373"/>
            <p:cNvSpPr/>
            <p:nvPr/>
          </p:nvSpPr>
          <p:spPr>
            <a:xfrm>
              <a:off x="1934205" y="1361900"/>
              <a:ext cx="16424" cy="5446"/>
            </a:xfrm>
            <a:custGeom>
              <a:avLst/>
              <a:pathLst>
                <a:path w="16424" h="5446">
                  <a:moveTo>
                    <a:pt x="15533" y="4479"/>
                  </a:moveTo>
                  <a:lnTo>
                    <a:pt x="13683" y="5446"/>
                  </a:lnTo>
                  <a:lnTo>
                    <a:pt x="1021" y="4018"/>
                  </a:lnTo>
                  <a:lnTo>
                    <a:pt x="328" y="3569"/>
                  </a:lnTo>
                  <a:lnTo>
                    <a:pt x="0" y="2960"/>
                  </a:lnTo>
                  <a:lnTo>
                    <a:pt x="2293" y="1295"/>
                  </a:lnTo>
                  <a:lnTo>
                    <a:pt x="5062" y="576"/>
                  </a:lnTo>
                  <a:lnTo>
                    <a:pt x="11499" y="0"/>
                  </a:lnTo>
                  <a:lnTo>
                    <a:pt x="13743" y="647"/>
                  </a:lnTo>
                  <a:lnTo>
                    <a:pt x="15232" y="1405"/>
                  </a:lnTo>
                  <a:lnTo>
                    <a:pt x="16071" y="2063"/>
                  </a:lnTo>
                  <a:lnTo>
                    <a:pt x="16424" y="3298"/>
                  </a:lnTo>
                  <a:close/>
                </a:path>
              </a:pathLst>
            </a:custGeom>
            <a:solidFill>
              <a:srgbClr val="C3DDB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g374"/>
            <p:cNvSpPr/>
            <p:nvPr/>
          </p:nvSpPr>
          <p:spPr>
            <a:xfrm>
              <a:off x="2152810" y="1356837"/>
              <a:ext cx="213234" cy="76705"/>
            </a:xfrm>
            <a:custGeom>
              <a:avLst/>
              <a:pathLst>
                <a:path w="213234" h="76705">
                  <a:moveTo>
                    <a:pt x="31723" y="4543"/>
                  </a:moveTo>
                  <a:lnTo>
                    <a:pt x="34002" y="4800"/>
                  </a:lnTo>
                  <a:lnTo>
                    <a:pt x="35951" y="4406"/>
                  </a:lnTo>
                  <a:lnTo>
                    <a:pt x="37622" y="4493"/>
                  </a:lnTo>
                  <a:lnTo>
                    <a:pt x="40091" y="5684"/>
                  </a:lnTo>
                  <a:lnTo>
                    <a:pt x="42377" y="7505"/>
                  </a:lnTo>
                  <a:lnTo>
                    <a:pt x="44135" y="8329"/>
                  </a:lnTo>
                  <a:lnTo>
                    <a:pt x="44702" y="8745"/>
                  </a:lnTo>
                  <a:lnTo>
                    <a:pt x="44923" y="9205"/>
                  </a:lnTo>
                  <a:lnTo>
                    <a:pt x="45199" y="10584"/>
                  </a:lnTo>
                  <a:lnTo>
                    <a:pt x="45190" y="11223"/>
                  </a:lnTo>
                  <a:lnTo>
                    <a:pt x="45061" y="11734"/>
                  </a:lnTo>
                  <a:lnTo>
                    <a:pt x="44292" y="12994"/>
                  </a:lnTo>
                  <a:lnTo>
                    <a:pt x="43645" y="14553"/>
                  </a:lnTo>
                  <a:lnTo>
                    <a:pt x="42310" y="15929"/>
                  </a:lnTo>
                  <a:lnTo>
                    <a:pt x="41600" y="16966"/>
                  </a:lnTo>
                  <a:lnTo>
                    <a:pt x="40990" y="18276"/>
                  </a:lnTo>
                  <a:lnTo>
                    <a:pt x="42364" y="17495"/>
                  </a:lnTo>
                  <a:lnTo>
                    <a:pt x="47562" y="13172"/>
                  </a:lnTo>
                  <a:lnTo>
                    <a:pt x="50963" y="13688"/>
                  </a:lnTo>
                  <a:lnTo>
                    <a:pt x="56073" y="13303"/>
                  </a:lnTo>
                  <a:lnTo>
                    <a:pt x="62258" y="11536"/>
                  </a:lnTo>
                  <a:lnTo>
                    <a:pt x="65196" y="11261"/>
                  </a:lnTo>
                  <a:lnTo>
                    <a:pt x="68162" y="11389"/>
                  </a:lnTo>
                  <a:lnTo>
                    <a:pt x="70365" y="11946"/>
                  </a:lnTo>
                  <a:lnTo>
                    <a:pt x="75067" y="14327"/>
                  </a:lnTo>
                  <a:lnTo>
                    <a:pt x="76696" y="15461"/>
                  </a:lnTo>
                  <a:lnTo>
                    <a:pt x="77307" y="16264"/>
                  </a:lnTo>
                  <a:lnTo>
                    <a:pt x="77454" y="16856"/>
                  </a:lnTo>
                  <a:lnTo>
                    <a:pt x="76491" y="17774"/>
                  </a:lnTo>
                  <a:lnTo>
                    <a:pt x="73536" y="17216"/>
                  </a:lnTo>
                  <a:lnTo>
                    <a:pt x="68674" y="16723"/>
                  </a:lnTo>
                  <a:lnTo>
                    <a:pt x="67785" y="16417"/>
                  </a:lnTo>
                  <a:lnTo>
                    <a:pt x="67028" y="16442"/>
                  </a:lnTo>
                  <a:lnTo>
                    <a:pt x="66478" y="16774"/>
                  </a:lnTo>
                  <a:lnTo>
                    <a:pt x="66821" y="18035"/>
                  </a:lnTo>
                  <a:lnTo>
                    <a:pt x="67810" y="18312"/>
                  </a:lnTo>
                  <a:lnTo>
                    <a:pt x="73649" y="18583"/>
                  </a:lnTo>
                  <a:lnTo>
                    <a:pt x="92787" y="22593"/>
                  </a:lnTo>
                  <a:lnTo>
                    <a:pt x="93584" y="23876"/>
                  </a:lnTo>
                  <a:lnTo>
                    <a:pt x="93371" y="24443"/>
                  </a:lnTo>
                  <a:lnTo>
                    <a:pt x="92694" y="25072"/>
                  </a:lnTo>
                  <a:lnTo>
                    <a:pt x="91299" y="25916"/>
                  </a:lnTo>
                  <a:lnTo>
                    <a:pt x="80264" y="26836"/>
                  </a:lnTo>
                  <a:lnTo>
                    <a:pt x="73984" y="26021"/>
                  </a:lnTo>
                  <a:lnTo>
                    <a:pt x="68706" y="24709"/>
                  </a:lnTo>
                  <a:lnTo>
                    <a:pt x="66915" y="25002"/>
                  </a:lnTo>
                  <a:lnTo>
                    <a:pt x="68474" y="26780"/>
                  </a:lnTo>
                  <a:lnTo>
                    <a:pt x="71639" y="27322"/>
                  </a:lnTo>
                  <a:lnTo>
                    <a:pt x="74288" y="28374"/>
                  </a:lnTo>
                  <a:lnTo>
                    <a:pt x="75388" y="29254"/>
                  </a:lnTo>
                  <a:lnTo>
                    <a:pt x="81003" y="29925"/>
                  </a:lnTo>
                  <a:lnTo>
                    <a:pt x="81922" y="30611"/>
                  </a:lnTo>
                  <a:lnTo>
                    <a:pt x="83667" y="32365"/>
                  </a:lnTo>
                  <a:lnTo>
                    <a:pt x="85133" y="32501"/>
                  </a:lnTo>
                  <a:lnTo>
                    <a:pt x="86585" y="33726"/>
                  </a:lnTo>
                  <a:lnTo>
                    <a:pt x="87780" y="35831"/>
                  </a:lnTo>
                  <a:lnTo>
                    <a:pt x="88332" y="36112"/>
                  </a:lnTo>
                  <a:lnTo>
                    <a:pt x="90024" y="35733"/>
                  </a:lnTo>
                  <a:lnTo>
                    <a:pt x="92871" y="37561"/>
                  </a:lnTo>
                  <a:lnTo>
                    <a:pt x="93757" y="38538"/>
                  </a:lnTo>
                  <a:lnTo>
                    <a:pt x="93761" y="39269"/>
                  </a:lnTo>
                  <a:lnTo>
                    <a:pt x="93126" y="40415"/>
                  </a:lnTo>
                  <a:lnTo>
                    <a:pt x="91852" y="41971"/>
                  </a:lnTo>
                  <a:lnTo>
                    <a:pt x="88632" y="43805"/>
                  </a:lnTo>
                  <a:lnTo>
                    <a:pt x="88381" y="44358"/>
                  </a:lnTo>
                  <a:lnTo>
                    <a:pt x="92143" y="44141"/>
                  </a:lnTo>
                  <a:lnTo>
                    <a:pt x="92837" y="44385"/>
                  </a:lnTo>
                  <a:lnTo>
                    <a:pt x="97269" y="47640"/>
                  </a:lnTo>
                  <a:lnTo>
                    <a:pt x="97852" y="47700"/>
                  </a:lnTo>
                  <a:lnTo>
                    <a:pt x="98217" y="47359"/>
                  </a:lnTo>
                  <a:lnTo>
                    <a:pt x="98641" y="46206"/>
                  </a:lnTo>
                  <a:lnTo>
                    <a:pt x="98452" y="45140"/>
                  </a:lnTo>
                  <a:lnTo>
                    <a:pt x="97911" y="43661"/>
                  </a:lnTo>
                  <a:lnTo>
                    <a:pt x="98056" y="42589"/>
                  </a:lnTo>
                  <a:lnTo>
                    <a:pt x="98887" y="41922"/>
                  </a:lnTo>
                  <a:lnTo>
                    <a:pt x="99729" y="41592"/>
                  </a:lnTo>
                  <a:lnTo>
                    <a:pt x="100581" y="41598"/>
                  </a:lnTo>
                  <a:lnTo>
                    <a:pt x="101506" y="41992"/>
                  </a:lnTo>
                  <a:lnTo>
                    <a:pt x="105988" y="45925"/>
                  </a:lnTo>
                  <a:lnTo>
                    <a:pt x="111735" y="44045"/>
                  </a:lnTo>
                  <a:lnTo>
                    <a:pt x="112784" y="44889"/>
                  </a:lnTo>
                  <a:lnTo>
                    <a:pt x="113652" y="46467"/>
                  </a:lnTo>
                  <a:lnTo>
                    <a:pt x="114058" y="46727"/>
                  </a:lnTo>
                  <a:lnTo>
                    <a:pt x="116184" y="43582"/>
                  </a:lnTo>
                  <a:lnTo>
                    <a:pt x="117497" y="42801"/>
                  </a:lnTo>
                  <a:lnTo>
                    <a:pt x="122890" y="46535"/>
                  </a:lnTo>
                  <a:lnTo>
                    <a:pt x="126177" y="47362"/>
                  </a:lnTo>
                  <a:lnTo>
                    <a:pt x="127496" y="48163"/>
                  </a:lnTo>
                  <a:lnTo>
                    <a:pt x="129936" y="49047"/>
                  </a:lnTo>
                  <a:lnTo>
                    <a:pt x="133407" y="49382"/>
                  </a:lnTo>
                  <a:lnTo>
                    <a:pt x="133979" y="47995"/>
                  </a:lnTo>
                  <a:lnTo>
                    <a:pt x="131978" y="46213"/>
                  </a:lnTo>
                  <a:lnTo>
                    <a:pt x="133145" y="45431"/>
                  </a:lnTo>
                  <a:lnTo>
                    <a:pt x="137919" y="43922"/>
                  </a:lnTo>
                  <a:lnTo>
                    <a:pt x="140465" y="44134"/>
                  </a:lnTo>
                  <a:lnTo>
                    <a:pt x="145164" y="41997"/>
                  </a:lnTo>
                  <a:lnTo>
                    <a:pt x="148047" y="41709"/>
                  </a:lnTo>
                  <a:lnTo>
                    <a:pt x="149818" y="41745"/>
                  </a:lnTo>
                  <a:lnTo>
                    <a:pt x="155635" y="38519"/>
                  </a:lnTo>
                  <a:lnTo>
                    <a:pt x="157016" y="38008"/>
                  </a:lnTo>
                  <a:lnTo>
                    <a:pt x="158019" y="36855"/>
                  </a:lnTo>
                  <a:lnTo>
                    <a:pt x="160303" y="37036"/>
                  </a:lnTo>
                  <a:lnTo>
                    <a:pt x="166488" y="38868"/>
                  </a:lnTo>
                  <a:lnTo>
                    <a:pt x="168239" y="38702"/>
                  </a:lnTo>
                  <a:lnTo>
                    <a:pt x="174819" y="36875"/>
                  </a:lnTo>
                  <a:lnTo>
                    <a:pt x="177252" y="36429"/>
                  </a:lnTo>
                  <a:lnTo>
                    <a:pt x="179692" y="36497"/>
                  </a:lnTo>
                  <a:lnTo>
                    <a:pt x="185862" y="37565"/>
                  </a:lnTo>
                  <a:lnTo>
                    <a:pt x="190479" y="38715"/>
                  </a:lnTo>
                  <a:lnTo>
                    <a:pt x="191914" y="39319"/>
                  </a:lnTo>
                  <a:lnTo>
                    <a:pt x="191404" y="40831"/>
                  </a:lnTo>
                  <a:lnTo>
                    <a:pt x="191637" y="41279"/>
                  </a:lnTo>
                  <a:lnTo>
                    <a:pt x="192236" y="41606"/>
                  </a:lnTo>
                  <a:lnTo>
                    <a:pt x="193742" y="42051"/>
                  </a:lnTo>
                  <a:lnTo>
                    <a:pt x="199507" y="42080"/>
                  </a:lnTo>
                  <a:lnTo>
                    <a:pt x="202015" y="42465"/>
                  </a:lnTo>
                  <a:lnTo>
                    <a:pt x="204009" y="43882"/>
                  </a:lnTo>
                  <a:lnTo>
                    <a:pt x="204486" y="44446"/>
                  </a:lnTo>
                  <a:lnTo>
                    <a:pt x="204407" y="45035"/>
                  </a:lnTo>
                  <a:lnTo>
                    <a:pt x="202446" y="46564"/>
                  </a:lnTo>
                  <a:lnTo>
                    <a:pt x="202765" y="46887"/>
                  </a:lnTo>
                  <a:lnTo>
                    <a:pt x="204725" y="47242"/>
                  </a:lnTo>
                  <a:lnTo>
                    <a:pt x="209136" y="47418"/>
                  </a:lnTo>
                  <a:lnTo>
                    <a:pt x="210080" y="47771"/>
                  </a:lnTo>
                  <a:lnTo>
                    <a:pt x="210988" y="49682"/>
                  </a:lnTo>
                  <a:lnTo>
                    <a:pt x="211937" y="52326"/>
                  </a:lnTo>
                  <a:lnTo>
                    <a:pt x="211922" y="53377"/>
                  </a:lnTo>
                  <a:lnTo>
                    <a:pt x="210394" y="55165"/>
                  </a:lnTo>
                  <a:lnTo>
                    <a:pt x="206217" y="57549"/>
                  </a:lnTo>
                  <a:lnTo>
                    <a:pt x="201581" y="59531"/>
                  </a:lnTo>
                  <a:lnTo>
                    <a:pt x="201284" y="60044"/>
                  </a:lnTo>
                  <a:lnTo>
                    <a:pt x="202762" y="60991"/>
                  </a:lnTo>
                  <a:lnTo>
                    <a:pt x="204291" y="61406"/>
                  </a:lnTo>
                  <a:lnTo>
                    <a:pt x="205495" y="61322"/>
                  </a:lnTo>
                  <a:lnTo>
                    <a:pt x="209193" y="60421"/>
                  </a:lnTo>
                  <a:lnTo>
                    <a:pt x="210033" y="60438"/>
                  </a:lnTo>
                  <a:lnTo>
                    <a:pt x="211730" y="61359"/>
                  </a:lnTo>
                  <a:lnTo>
                    <a:pt x="212515" y="62272"/>
                  </a:lnTo>
                  <a:lnTo>
                    <a:pt x="213234" y="63488"/>
                  </a:lnTo>
                  <a:lnTo>
                    <a:pt x="211936" y="64596"/>
                  </a:lnTo>
                  <a:lnTo>
                    <a:pt x="206616" y="65970"/>
                  </a:lnTo>
                  <a:lnTo>
                    <a:pt x="203472" y="64162"/>
                  </a:lnTo>
                  <a:lnTo>
                    <a:pt x="202414" y="63764"/>
                  </a:lnTo>
                  <a:lnTo>
                    <a:pt x="201701" y="63921"/>
                  </a:lnTo>
                  <a:lnTo>
                    <a:pt x="202106" y="64713"/>
                  </a:lnTo>
                  <a:lnTo>
                    <a:pt x="203626" y="66146"/>
                  </a:lnTo>
                  <a:lnTo>
                    <a:pt x="204124" y="67091"/>
                  </a:lnTo>
                  <a:lnTo>
                    <a:pt x="203596" y="67550"/>
                  </a:lnTo>
                  <a:lnTo>
                    <a:pt x="203347" y="68457"/>
                  </a:lnTo>
                  <a:lnTo>
                    <a:pt x="203377" y="69812"/>
                  </a:lnTo>
                  <a:lnTo>
                    <a:pt x="203250" y="71188"/>
                  </a:lnTo>
                  <a:lnTo>
                    <a:pt x="202737" y="73333"/>
                  </a:lnTo>
                  <a:lnTo>
                    <a:pt x="202554" y="73418"/>
                  </a:lnTo>
                  <a:lnTo>
                    <a:pt x="190995" y="73859"/>
                  </a:lnTo>
                  <a:lnTo>
                    <a:pt x="189602" y="74247"/>
                  </a:lnTo>
                  <a:lnTo>
                    <a:pt x="186352" y="75760"/>
                  </a:lnTo>
                  <a:lnTo>
                    <a:pt x="183894" y="76520"/>
                  </a:lnTo>
                  <a:lnTo>
                    <a:pt x="182294" y="76635"/>
                  </a:lnTo>
                  <a:lnTo>
                    <a:pt x="180730" y="76358"/>
                  </a:lnTo>
                  <a:lnTo>
                    <a:pt x="176510" y="74789"/>
                  </a:lnTo>
                  <a:lnTo>
                    <a:pt x="173699" y="75084"/>
                  </a:lnTo>
                  <a:lnTo>
                    <a:pt x="172597" y="74934"/>
                  </a:lnTo>
                  <a:lnTo>
                    <a:pt x="170218" y="73891"/>
                  </a:lnTo>
                  <a:lnTo>
                    <a:pt x="169640" y="73363"/>
                  </a:lnTo>
                  <a:lnTo>
                    <a:pt x="168675" y="71994"/>
                  </a:lnTo>
                  <a:lnTo>
                    <a:pt x="167951" y="70122"/>
                  </a:lnTo>
                  <a:lnTo>
                    <a:pt x="168009" y="68969"/>
                  </a:lnTo>
                  <a:lnTo>
                    <a:pt x="168313" y="67307"/>
                  </a:lnTo>
                  <a:lnTo>
                    <a:pt x="168126" y="66475"/>
                  </a:lnTo>
                  <a:lnTo>
                    <a:pt x="167448" y="66469"/>
                  </a:lnTo>
                  <a:lnTo>
                    <a:pt x="166692" y="66124"/>
                  </a:lnTo>
                  <a:lnTo>
                    <a:pt x="164417" y="64458"/>
                  </a:lnTo>
                  <a:lnTo>
                    <a:pt x="163015" y="63966"/>
                  </a:lnTo>
                  <a:lnTo>
                    <a:pt x="162753" y="64237"/>
                  </a:lnTo>
                  <a:lnTo>
                    <a:pt x="163165" y="65540"/>
                  </a:lnTo>
                  <a:lnTo>
                    <a:pt x="163438" y="65955"/>
                  </a:lnTo>
                  <a:lnTo>
                    <a:pt x="164939" y="66908"/>
                  </a:lnTo>
                  <a:lnTo>
                    <a:pt x="165218" y="68010"/>
                  </a:lnTo>
                  <a:lnTo>
                    <a:pt x="164579" y="70800"/>
                  </a:lnTo>
                  <a:lnTo>
                    <a:pt x="164354" y="71249"/>
                  </a:lnTo>
                  <a:lnTo>
                    <a:pt x="162895" y="73297"/>
                  </a:lnTo>
                  <a:lnTo>
                    <a:pt x="161798" y="73881"/>
                  </a:lnTo>
                  <a:lnTo>
                    <a:pt x="158798" y="73926"/>
                  </a:lnTo>
                  <a:lnTo>
                    <a:pt x="154202" y="75380"/>
                  </a:lnTo>
                  <a:lnTo>
                    <a:pt x="152004" y="75589"/>
                  </a:lnTo>
                  <a:lnTo>
                    <a:pt x="149060" y="75250"/>
                  </a:lnTo>
                  <a:lnTo>
                    <a:pt x="147218" y="74588"/>
                  </a:lnTo>
                  <a:lnTo>
                    <a:pt x="146023" y="73829"/>
                  </a:lnTo>
                  <a:lnTo>
                    <a:pt x="144862" y="72750"/>
                  </a:lnTo>
                  <a:lnTo>
                    <a:pt x="144254" y="72669"/>
                  </a:lnTo>
                  <a:lnTo>
                    <a:pt x="143945" y="75011"/>
                  </a:lnTo>
                  <a:lnTo>
                    <a:pt x="143377" y="75314"/>
                  </a:lnTo>
                  <a:lnTo>
                    <a:pt x="142391" y="75278"/>
                  </a:lnTo>
                  <a:lnTo>
                    <a:pt x="140868" y="74549"/>
                  </a:lnTo>
                  <a:lnTo>
                    <a:pt x="139612" y="72857"/>
                  </a:lnTo>
                  <a:lnTo>
                    <a:pt x="139221" y="72864"/>
                  </a:lnTo>
                  <a:lnTo>
                    <a:pt x="139047" y="73849"/>
                  </a:lnTo>
                  <a:lnTo>
                    <a:pt x="138766" y="74496"/>
                  </a:lnTo>
                  <a:lnTo>
                    <a:pt x="138379" y="74801"/>
                  </a:lnTo>
                  <a:lnTo>
                    <a:pt x="135156" y="75859"/>
                  </a:lnTo>
                  <a:lnTo>
                    <a:pt x="133357" y="75865"/>
                  </a:lnTo>
                  <a:lnTo>
                    <a:pt x="131477" y="74654"/>
                  </a:lnTo>
                  <a:lnTo>
                    <a:pt x="130245" y="74777"/>
                  </a:lnTo>
                  <a:lnTo>
                    <a:pt x="128665" y="75430"/>
                  </a:lnTo>
                  <a:lnTo>
                    <a:pt x="124828" y="74191"/>
                  </a:lnTo>
                  <a:lnTo>
                    <a:pt x="123910" y="74143"/>
                  </a:lnTo>
                  <a:lnTo>
                    <a:pt x="124698" y="76150"/>
                  </a:lnTo>
                  <a:lnTo>
                    <a:pt x="123430" y="76461"/>
                  </a:lnTo>
                  <a:lnTo>
                    <a:pt x="120693" y="76410"/>
                  </a:lnTo>
                  <a:lnTo>
                    <a:pt x="116195" y="75764"/>
                  </a:lnTo>
                  <a:lnTo>
                    <a:pt x="113407" y="76705"/>
                  </a:lnTo>
                  <a:lnTo>
                    <a:pt x="108370" y="76143"/>
                  </a:lnTo>
                  <a:lnTo>
                    <a:pt x="103285" y="76002"/>
                  </a:lnTo>
                  <a:lnTo>
                    <a:pt x="102339" y="75542"/>
                  </a:lnTo>
                  <a:lnTo>
                    <a:pt x="101669" y="74604"/>
                  </a:lnTo>
                  <a:lnTo>
                    <a:pt x="101642" y="73768"/>
                  </a:lnTo>
                  <a:lnTo>
                    <a:pt x="101889" y="72614"/>
                  </a:lnTo>
                  <a:lnTo>
                    <a:pt x="102633" y="70897"/>
                  </a:lnTo>
                  <a:lnTo>
                    <a:pt x="103875" y="68615"/>
                  </a:lnTo>
                  <a:lnTo>
                    <a:pt x="104303" y="67411"/>
                  </a:lnTo>
                  <a:lnTo>
                    <a:pt x="103183" y="66854"/>
                  </a:lnTo>
                  <a:lnTo>
                    <a:pt x="102492" y="66110"/>
                  </a:lnTo>
                  <a:lnTo>
                    <a:pt x="101922" y="66026"/>
                  </a:lnTo>
                  <a:lnTo>
                    <a:pt x="100129" y="66905"/>
                  </a:lnTo>
                  <a:lnTo>
                    <a:pt x="98962" y="69470"/>
                  </a:lnTo>
                  <a:lnTo>
                    <a:pt x="98069" y="70215"/>
                  </a:lnTo>
                  <a:lnTo>
                    <a:pt x="97675" y="69591"/>
                  </a:lnTo>
                  <a:lnTo>
                    <a:pt x="97378" y="68033"/>
                  </a:lnTo>
                  <a:lnTo>
                    <a:pt x="96984" y="67274"/>
                  </a:lnTo>
                  <a:lnTo>
                    <a:pt x="96493" y="67316"/>
                  </a:lnTo>
                  <a:lnTo>
                    <a:pt x="96015" y="67732"/>
                  </a:lnTo>
                  <a:lnTo>
                    <a:pt x="95549" y="68522"/>
                  </a:lnTo>
                  <a:lnTo>
                    <a:pt x="94849" y="68808"/>
                  </a:lnTo>
                  <a:lnTo>
                    <a:pt x="93915" y="68593"/>
                  </a:lnTo>
                  <a:lnTo>
                    <a:pt x="93583" y="68980"/>
                  </a:lnTo>
                  <a:lnTo>
                    <a:pt x="93855" y="69971"/>
                  </a:lnTo>
                  <a:lnTo>
                    <a:pt x="93950" y="70899"/>
                  </a:lnTo>
                  <a:lnTo>
                    <a:pt x="93868" y="71764"/>
                  </a:lnTo>
                  <a:lnTo>
                    <a:pt x="93063" y="72602"/>
                  </a:lnTo>
                  <a:lnTo>
                    <a:pt x="90770" y="73822"/>
                  </a:lnTo>
                  <a:lnTo>
                    <a:pt x="89445" y="74211"/>
                  </a:lnTo>
                  <a:lnTo>
                    <a:pt x="85963" y="74393"/>
                  </a:lnTo>
                  <a:lnTo>
                    <a:pt x="83880" y="74030"/>
                  </a:lnTo>
                  <a:lnTo>
                    <a:pt x="79660" y="72565"/>
                  </a:lnTo>
                  <a:lnTo>
                    <a:pt x="77324" y="72497"/>
                  </a:lnTo>
                  <a:lnTo>
                    <a:pt x="74511" y="70040"/>
                  </a:lnTo>
                  <a:lnTo>
                    <a:pt x="72284" y="69473"/>
                  </a:lnTo>
                  <a:lnTo>
                    <a:pt x="72397" y="68584"/>
                  </a:lnTo>
                  <a:lnTo>
                    <a:pt x="73371" y="66932"/>
                  </a:lnTo>
                  <a:lnTo>
                    <a:pt x="73339" y="66439"/>
                  </a:lnTo>
                  <a:lnTo>
                    <a:pt x="70297" y="68847"/>
                  </a:lnTo>
                  <a:lnTo>
                    <a:pt x="69884" y="69616"/>
                  </a:lnTo>
                  <a:lnTo>
                    <a:pt x="70240" y="71401"/>
                  </a:lnTo>
                  <a:lnTo>
                    <a:pt x="69836" y="71529"/>
                  </a:lnTo>
                  <a:lnTo>
                    <a:pt x="67743" y="70887"/>
                  </a:lnTo>
                  <a:lnTo>
                    <a:pt x="65684" y="71376"/>
                  </a:lnTo>
                  <a:lnTo>
                    <a:pt x="65187" y="71232"/>
                  </a:lnTo>
                  <a:lnTo>
                    <a:pt x="63766" y="69943"/>
                  </a:lnTo>
                  <a:lnTo>
                    <a:pt x="61264" y="68633"/>
                  </a:lnTo>
                  <a:lnTo>
                    <a:pt x="60161" y="67165"/>
                  </a:lnTo>
                  <a:lnTo>
                    <a:pt x="58443" y="62579"/>
                  </a:lnTo>
                  <a:lnTo>
                    <a:pt x="57570" y="59545"/>
                  </a:lnTo>
                  <a:lnTo>
                    <a:pt x="57679" y="58926"/>
                  </a:lnTo>
                  <a:lnTo>
                    <a:pt x="58955" y="58070"/>
                  </a:lnTo>
                  <a:lnTo>
                    <a:pt x="58762" y="57404"/>
                  </a:lnTo>
                  <a:lnTo>
                    <a:pt x="57172" y="55698"/>
                  </a:lnTo>
                  <a:lnTo>
                    <a:pt x="55458" y="54264"/>
                  </a:lnTo>
                  <a:lnTo>
                    <a:pt x="54948" y="53273"/>
                  </a:lnTo>
                  <a:lnTo>
                    <a:pt x="54716" y="52270"/>
                  </a:lnTo>
                  <a:lnTo>
                    <a:pt x="54487" y="50819"/>
                  </a:lnTo>
                  <a:lnTo>
                    <a:pt x="54477" y="49745"/>
                  </a:lnTo>
                  <a:lnTo>
                    <a:pt x="54682" y="49050"/>
                  </a:lnTo>
                  <a:lnTo>
                    <a:pt x="55663" y="46887"/>
                  </a:lnTo>
                  <a:lnTo>
                    <a:pt x="58346" y="43010"/>
                  </a:lnTo>
                  <a:lnTo>
                    <a:pt x="58709" y="42306"/>
                  </a:lnTo>
                  <a:lnTo>
                    <a:pt x="58853" y="41613"/>
                  </a:lnTo>
                  <a:lnTo>
                    <a:pt x="58484" y="39563"/>
                  </a:lnTo>
                  <a:lnTo>
                    <a:pt x="57964" y="37509"/>
                  </a:lnTo>
                  <a:lnTo>
                    <a:pt x="57436" y="36040"/>
                  </a:lnTo>
                  <a:lnTo>
                    <a:pt x="55956" y="34013"/>
                  </a:lnTo>
                  <a:lnTo>
                    <a:pt x="53919" y="31905"/>
                  </a:lnTo>
                  <a:lnTo>
                    <a:pt x="51053" y="28123"/>
                  </a:lnTo>
                  <a:lnTo>
                    <a:pt x="48927" y="25183"/>
                  </a:lnTo>
                  <a:lnTo>
                    <a:pt x="46387" y="21045"/>
                  </a:lnTo>
                  <a:lnTo>
                    <a:pt x="45162" y="20690"/>
                  </a:lnTo>
                  <a:lnTo>
                    <a:pt x="43744" y="20879"/>
                  </a:lnTo>
                  <a:lnTo>
                    <a:pt x="40681" y="22303"/>
                  </a:lnTo>
                  <a:lnTo>
                    <a:pt x="39651" y="22979"/>
                  </a:lnTo>
                  <a:lnTo>
                    <a:pt x="39398" y="23434"/>
                  </a:lnTo>
                  <a:lnTo>
                    <a:pt x="37117" y="23536"/>
                  </a:lnTo>
                  <a:lnTo>
                    <a:pt x="30656" y="23163"/>
                  </a:lnTo>
                  <a:lnTo>
                    <a:pt x="28184" y="22724"/>
                  </a:lnTo>
                  <a:lnTo>
                    <a:pt x="26339" y="22840"/>
                  </a:lnTo>
                  <a:lnTo>
                    <a:pt x="23172" y="23890"/>
                  </a:lnTo>
                  <a:lnTo>
                    <a:pt x="19793" y="23692"/>
                  </a:lnTo>
                  <a:lnTo>
                    <a:pt x="17678" y="20778"/>
                  </a:lnTo>
                  <a:lnTo>
                    <a:pt x="12873" y="19208"/>
                  </a:lnTo>
                  <a:lnTo>
                    <a:pt x="11440" y="18326"/>
                  </a:lnTo>
                  <a:lnTo>
                    <a:pt x="10460" y="17123"/>
                  </a:lnTo>
                  <a:lnTo>
                    <a:pt x="10784" y="16337"/>
                  </a:lnTo>
                  <a:lnTo>
                    <a:pt x="13517" y="15631"/>
                  </a:lnTo>
                  <a:lnTo>
                    <a:pt x="14652" y="14856"/>
                  </a:lnTo>
                  <a:lnTo>
                    <a:pt x="15197" y="14229"/>
                  </a:lnTo>
                  <a:lnTo>
                    <a:pt x="12489" y="14768"/>
                  </a:lnTo>
                  <a:lnTo>
                    <a:pt x="11293" y="14673"/>
                  </a:lnTo>
                  <a:lnTo>
                    <a:pt x="3147" y="10734"/>
                  </a:lnTo>
                  <a:lnTo>
                    <a:pt x="637" y="10040"/>
                  </a:lnTo>
                  <a:lnTo>
                    <a:pt x="210" y="9688"/>
                  </a:lnTo>
                  <a:lnTo>
                    <a:pt x="0" y="9225"/>
                  </a:lnTo>
                  <a:lnTo>
                    <a:pt x="5" y="8649"/>
                  </a:lnTo>
                  <a:lnTo>
                    <a:pt x="243" y="7784"/>
                  </a:lnTo>
                  <a:lnTo>
                    <a:pt x="2664" y="8877"/>
                  </a:lnTo>
                  <a:lnTo>
                    <a:pt x="3750" y="8958"/>
                  </a:lnTo>
                  <a:lnTo>
                    <a:pt x="5445" y="8632"/>
                  </a:lnTo>
                  <a:lnTo>
                    <a:pt x="6050" y="7948"/>
                  </a:lnTo>
                  <a:lnTo>
                    <a:pt x="5664" y="7550"/>
                  </a:lnTo>
                  <a:lnTo>
                    <a:pt x="2887" y="6236"/>
                  </a:lnTo>
                  <a:lnTo>
                    <a:pt x="1545" y="5239"/>
                  </a:lnTo>
                  <a:lnTo>
                    <a:pt x="1029" y="4513"/>
                  </a:lnTo>
                  <a:lnTo>
                    <a:pt x="1561" y="3485"/>
                  </a:lnTo>
                  <a:lnTo>
                    <a:pt x="1702" y="2790"/>
                  </a:lnTo>
                  <a:lnTo>
                    <a:pt x="2594" y="2399"/>
                  </a:lnTo>
                  <a:lnTo>
                    <a:pt x="4239" y="2313"/>
                  </a:lnTo>
                  <a:lnTo>
                    <a:pt x="6345" y="1820"/>
                  </a:lnTo>
                  <a:lnTo>
                    <a:pt x="10197" y="477"/>
                  </a:lnTo>
                  <a:lnTo>
                    <a:pt x="12778" y="0"/>
                  </a:lnTo>
                  <a:lnTo>
                    <a:pt x="15352" y="72"/>
                  </a:lnTo>
                  <a:lnTo>
                    <a:pt x="21590" y="1444"/>
                  </a:lnTo>
                  <a:lnTo>
                    <a:pt x="27809" y="3187"/>
                  </a:lnTo>
                  <a:close/>
                </a:path>
              </a:pathLst>
            </a:custGeom>
            <a:solidFill>
              <a:srgbClr val="C3DDB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g375"/>
            <p:cNvSpPr/>
            <p:nvPr/>
          </p:nvSpPr>
          <p:spPr>
            <a:xfrm>
              <a:off x="1835884" y="1342612"/>
              <a:ext cx="90582" cy="50908"/>
            </a:xfrm>
            <a:custGeom>
              <a:avLst/>
              <a:pathLst>
                <a:path w="90582" h="50908">
                  <a:moveTo>
                    <a:pt x="89594" y="5446"/>
                  </a:moveTo>
                  <a:lnTo>
                    <a:pt x="90516" y="6597"/>
                  </a:lnTo>
                  <a:lnTo>
                    <a:pt x="90582" y="7061"/>
                  </a:lnTo>
                  <a:lnTo>
                    <a:pt x="90138" y="7548"/>
                  </a:lnTo>
                  <a:lnTo>
                    <a:pt x="88708" y="8323"/>
                  </a:lnTo>
                  <a:lnTo>
                    <a:pt x="81521" y="10914"/>
                  </a:lnTo>
                  <a:lnTo>
                    <a:pt x="80113" y="12131"/>
                  </a:lnTo>
                  <a:lnTo>
                    <a:pt x="80643" y="13177"/>
                  </a:lnTo>
                  <a:lnTo>
                    <a:pt x="83234" y="15295"/>
                  </a:lnTo>
                  <a:lnTo>
                    <a:pt x="85870" y="17090"/>
                  </a:lnTo>
                  <a:lnTo>
                    <a:pt x="86440" y="17980"/>
                  </a:lnTo>
                  <a:lnTo>
                    <a:pt x="85187" y="18886"/>
                  </a:lnTo>
                  <a:lnTo>
                    <a:pt x="82788" y="18598"/>
                  </a:lnTo>
                  <a:lnTo>
                    <a:pt x="81892" y="18676"/>
                  </a:lnTo>
                  <a:lnTo>
                    <a:pt x="81045" y="19094"/>
                  </a:lnTo>
                  <a:lnTo>
                    <a:pt x="81274" y="19894"/>
                  </a:lnTo>
                  <a:lnTo>
                    <a:pt x="83928" y="22548"/>
                  </a:lnTo>
                  <a:lnTo>
                    <a:pt x="84801" y="23975"/>
                  </a:lnTo>
                  <a:lnTo>
                    <a:pt x="84780" y="24712"/>
                  </a:lnTo>
                  <a:lnTo>
                    <a:pt x="84310" y="25432"/>
                  </a:lnTo>
                  <a:lnTo>
                    <a:pt x="83196" y="26419"/>
                  </a:lnTo>
                  <a:lnTo>
                    <a:pt x="81438" y="27673"/>
                  </a:lnTo>
                  <a:lnTo>
                    <a:pt x="78426" y="28676"/>
                  </a:lnTo>
                  <a:lnTo>
                    <a:pt x="71948" y="30022"/>
                  </a:lnTo>
                  <a:lnTo>
                    <a:pt x="71733" y="31071"/>
                  </a:lnTo>
                  <a:lnTo>
                    <a:pt x="71776" y="31869"/>
                  </a:lnTo>
                  <a:lnTo>
                    <a:pt x="71619" y="33806"/>
                  </a:lnTo>
                  <a:lnTo>
                    <a:pt x="71396" y="34705"/>
                  </a:lnTo>
                  <a:lnTo>
                    <a:pt x="70625" y="36217"/>
                  </a:lnTo>
                  <a:lnTo>
                    <a:pt x="70062" y="36924"/>
                  </a:lnTo>
                  <a:lnTo>
                    <a:pt x="69091" y="37411"/>
                  </a:lnTo>
                  <a:lnTo>
                    <a:pt x="67710" y="37676"/>
                  </a:lnTo>
                  <a:lnTo>
                    <a:pt x="65937" y="37672"/>
                  </a:lnTo>
                  <a:lnTo>
                    <a:pt x="63012" y="36370"/>
                  </a:lnTo>
                  <a:lnTo>
                    <a:pt x="61684" y="35541"/>
                  </a:lnTo>
                  <a:lnTo>
                    <a:pt x="59836" y="33739"/>
                  </a:lnTo>
                  <a:lnTo>
                    <a:pt x="59504" y="32535"/>
                  </a:lnTo>
                  <a:lnTo>
                    <a:pt x="59685" y="31053"/>
                  </a:lnTo>
                  <a:lnTo>
                    <a:pt x="60172" y="28768"/>
                  </a:lnTo>
                  <a:lnTo>
                    <a:pt x="60975" y="26432"/>
                  </a:lnTo>
                  <a:lnTo>
                    <a:pt x="62095" y="24043"/>
                  </a:lnTo>
                  <a:lnTo>
                    <a:pt x="62426" y="22555"/>
                  </a:lnTo>
                  <a:lnTo>
                    <a:pt x="61970" y="21969"/>
                  </a:lnTo>
                  <a:lnTo>
                    <a:pt x="61203" y="21940"/>
                  </a:lnTo>
                  <a:lnTo>
                    <a:pt x="58819" y="22907"/>
                  </a:lnTo>
                  <a:lnTo>
                    <a:pt x="57279" y="23258"/>
                  </a:lnTo>
                  <a:lnTo>
                    <a:pt x="56087" y="23962"/>
                  </a:lnTo>
                  <a:lnTo>
                    <a:pt x="55243" y="25017"/>
                  </a:lnTo>
                  <a:lnTo>
                    <a:pt x="54765" y="26159"/>
                  </a:lnTo>
                  <a:lnTo>
                    <a:pt x="54498" y="28355"/>
                  </a:lnTo>
                  <a:lnTo>
                    <a:pt x="54045" y="29556"/>
                  </a:lnTo>
                  <a:lnTo>
                    <a:pt x="52759" y="30211"/>
                  </a:lnTo>
                  <a:lnTo>
                    <a:pt x="50835" y="30199"/>
                  </a:lnTo>
                  <a:lnTo>
                    <a:pt x="50106" y="30572"/>
                  </a:lnTo>
                  <a:lnTo>
                    <a:pt x="49748" y="31374"/>
                  </a:lnTo>
                  <a:lnTo>
                    <a:pt x="50006" y="32026"/>
                  </a:lnTo>
                  <a:lnTo>
                    <a:pt x="51903" y="33392"/>
                  </a:lnTo>
                  <a:lnTo>
                    <a:pt x="52140" y="34919"/>
                  </a:lnTo>
                  <a:lnTo>
                    <a:pt x="51909" y="35841"/>
                  </a:lnTo>
                  <a:lnTo>
                    <a:pt x="49860" y="37542"/>
                  </a:lnTo>
                  <a:lnTo>
                    <a:pt x="49378" y="38112"/>
                  </a:lnTo>
                  <a:lnTo>
                    <a:pt x="48106" y="40775"/>
                  </a:lnTo>
                  <a:lnTo>
                    <a:pt x="47637" y="41449"/>
                  </a:lnTo>
                  <a:lnTo>
                    <a:pt x="46580" y="42064"/>
                  </a:lnTo>
                  <a:lnTo>
                    <a:pt x="45513" y="41991"/>
                  </a:lnTo>
                  <a:lnTo>
                    <a:pt x="44526" y="41018"/>
                  </a:lnTo>
                  <a:lnTo>
                    <a:pt x="43079" y="39176"/>
                  </a:lnTo>
                  <a:lnTo>
                    <a:pt x="42106" y="37592"/>
                  </a:lnTo>
                  <a:lnTo>
                    <a:pt x="41606" y="36265"/>
                  </a:lnTo>
                  <a:lnTo>
                    <a:pt x="41181" y="35675"/>
                  </a:lnTo>
                  <a:lnTo>
                    <a:pt x="40490" y="36082"/>
                  </a:lnTo>
                  <a:lnTo>
                    <a:pt x="39655" y="37460"/>
                  </a:lnTo>
                  <a:lnTo>
                    <a:pt x="39632" y="38529"/>
                  </a:lnTo>
                  <a:lnTo>
                    <a:pt x="39814" y="40119"/>
                  </a:lnTo>
                  <a:lnTo>
                    <a:pt x="39768" y="41100"/>
                  </a:lnTo>
                  <a:lnTo>
                    <a:pt x="38549" y="42251"/>
                  </a:lnTo>
                  <a:lnTo>
                    <a:pt x="38725" y="42776"/>
                  </a:lnTo>
                  <a:lnTo>
                    <a:pt x="40864" y="44192"/>
                  </a:lnTo>
                  <a:lnTo>
                    <a:pt x="41139" y="44827"/>
                  </a:lnTo>
                  <a:lnTo>
                    <a:pt x="41152" y="45812"/>
                  </a:lnTo>
                  <a:lnTo>
                    <a:pt x="41010" y="46256"/>
                  </a:lnTo>
                  <a:lnTo>
                    <a:pt x="40154" y="46186"/>
                  </a:lnTo>
                  <a:lnTo>
                    <a:pt x="39433" y="47326"/>
                  </a:lnTo>
                  <a:lnTo>
                    <a:pt x="38608" y="48229"/>
                  </a:lnTo>
                  <a:lnTo>
                    <a:pt x="36438" y="49901"/>
                  </a:lnTo>
                  <a:lnTo>
                    <a:pt x="33420" y="50104"/>
                  </a:lnTo>
                  <a:lnTo>
                    <a:pt x="30923" y="50908"/>
                  </a:lnTo>
                  <a:lnTo>
                    <a:pt x="30393" y="50882"/>
                  </a:lnTo>
                  <a:lnTo>
                    <a:pt x="29791" y="49566"/>
                  </a:lnTo>
                  <a:lnTo>
                    <a:pt x="29114" y="46961"/>
                  </a:lnTo>
                  <a:lnTo>
                    <a:pt x="28511" y="45480"/>
                  </a:lnTo>
                  <a:lnTo>
                    <a:pt x="27611" y="44724"/>
                  </a:lnTo>
                  <a:lnTo>
                    <a:pt x="26496" y="41768"/>
                  </a:lnTo>
                  <a:lnTo>
                    <a:pt x="25973" y="40816"/>
                  </a:lnTo>
                  <a:lnTo>
                    <a:pt x="25463" y="40432"/>
                  </a:lnTo>
                  <a:lnTo>
                    <a:pt x="25037" y="40332"/>
                  </a:lnTo>
                  <a:lnTo>
                    <a:pt x="24407" y="40901"/>
                  </a:lnTo>
                  <a:lnTo>
                    <a:pt x="22954" y="45131"/>
                  </a:lnTo>
                  <a:lnTo>
                    <a:pt x="20587" y="46212"/>
                  </a:lnTo>
                  <a:lnTo>
                    <a:pt x="19287" y="46409"/>
                  </a:lnTo>
                  <a:lnTo>
                    <a:pt x="17973" y="46288"/>
                  </a:lnTo>
                  <a:lnTo>
                    <a:pt x="14725" y="45130"/>
                  </a:lnTo>
                  <a:lnTo>
                    <a:pt x="12121" y="44702"/>
                  </a:lnTo>
                  <a:lnTo>
                    <a:pt x="10302" y="45191"/>
                  </a:lnTo>
                  <a:lnTo>
                    <a:pt x="7312" y="46917"/>
                  </a:lnTo>
                  <a:lnTo>
                    <a:pt x="6121" y="47378"/>
                  </a:lnTo>
                  <a:lnTo>
                    <a:pt x="4505" y="47180"/>
                  </a:lnTo>
                  <a:lnTo>
                    <a:pt x="3798" y="46528"/>
                  </a:lnTo>
                  <a:lnTo>
                    <a:pt x="3196" y="45461"/>
                  </a:lnTo>
                  <a:lnTo>
                    <a:pt x="3130" y="44814"/>
                  </a:lnTo>
                  <a:lnTo>
                    <a:pt x="3600" y="44587"/>
                  </a:lnTo>
                  <a:lnTo>
                    <a:pt x="4345" y="43351"/>
                  </a:lnTo>
                  <a:lnTo>
                    <a:pt x="4321" y="42854"/>
                  </a:lnTo>
                  <a:lnTo>
                    <a:pt x="3584" y="42141"/>
                  </a:lnTo>
                  <a:lnTo>
                    <a:pt x="3574" y="41585"/>
                  </a:lnTo>
                  <a:lnTo>
                    <a:pt x="3837" y="41209"/>
                  </a:lnTo>
                  <a:lnTo>
                    <a:pt x="3778" y="40941"/>
                  </a:lnTo>
                  <a:lnTo>
                    <a:pt x="3398" y="40781"/>
                  </a:lnTo>
                  <a:lnTo>
                    <a:pt x="2658" y="40931"/>
                  </a:lnTo>
                  <a:lnTo>
                    <a:pt x="0" y="41749"/>
                  </a:lnTo>
                  <a:lnTo>
                    <a:pt x="298" y="40860"/>
                  </a:lnTo>
                  <a:lnTo>
                    <a:pt x="1569" y="39002"/>
                  </a:lnTo>
                  <a:lnTo>
                    <a:pt x="4672" y="35294"/>
                  </a:lnTo>
                  <a:lnTo>
                    <a:pt x="5846" y="34203"/>
                  </a:lnTo>
                  <a:lnTo>
                    <a:pt x="6549" y="33874"/>
                  </a:lnTo>
                  <a:lnTo>
                    <a:pt x="15709" y="32685"/>
                  </a:lnTo>
                  <a:lnTo>
                    <a:pt x="16350" y="32330"/>
                  </a:lnTo>
                  <a:lnTo>
                    <a:pt x="20704" y="27345"/>
                  </a:lnTo>
                  <a:lnTo>
                    <a:pt x="21946" y="26205"/>
                  </a:lnTo>
                  <a:lnTo>
                    <a:pt x="23218" y="25298"/>
                  </a:lnTo>
                  <a:lnTo>
                    <a:pt x="29461" y="22291"/>
                  </a:lnTo>
                  <a:lnTo>
                    <a:pt x="30043" y="21604"/>
                  </a:lnTo>
                  <a:lnTo>
                    <a:pt x="31017" y="19522"/>
                  </a:lnTo>
                  <a:lnTo>
                    <a:pt x="31587" y="19000"/>
                  </a:lnTo>
                  <a:lnTo>
                    <a:pt x="32935" y="18209"/>
                  </a:lnTo>
                  <a:lnTo>
                    <a:pt x="37434" y="13998"/>
                  </a:lnTo>
                  <a:lnTo>
                    <a:pt x="41533" y="10953"/>
                  </a:lnTo>
                  <a:lnTo>
                    <a:pt x="43615" y="9069"/>
                  </a:lnTo>
                  <a:lnTo>
                    <a:pt x="46464" y="7166"/>
                  </a:lnTo>
                  <a:lnTo>
                    <a:pt x="49757" y="6350"/>
                  </a:lnTo>
                  <a:lnTo>
                    <a:pt x="59688" y="4917"/>
                  </a:lnTo>
                  <a:lnTo>
                    <a:pt x="66836" y="6802"/>
                  </a:lnTo>
                  <a:lnTo>
                    <a:pt x="68536" y="6921"/>
                  </a:lnTo>
                  <a:lnTo>
                    <a:pt x="69369" y="6387"/>
                  </a:lnTo>
                  <a:lnTo>
                    <a:pt x="70122" y="5518"/>
                  </a:lnTo>
                  <a:lnTo>
                    <a:pt x="71190" y="5883"/>
                  </a:lnTo>
                  <a:lnTo>
                    <a:pt x="73845" y="6147"/>
                  </a:lnTo>
                  <a:lnTo>
                    <a:pt x="74433" y="5939"/>
                  </a:lnTo>
                  <a:lnTo>
                    <a:pt x="75550" y="4954"/>
                  </a:lnTo>
                  <a:lnTo>
                    <a:pt x="74786" y="4413"/>
                  </a:lnTo>
                  <a:lnTo>
                    <a:pt x="71575" y="3419"/>
                  </a:lnTo>
                  <a:lnTo>
                    <a:pt x="71380" y="2914"/>
                  </a:lnTo>
                  <a:lnTo>
                    <a:pt x="71454" y="2437"/>
                  </a:lnTo>
                  <a:lnTo>
                    <a:pt x="72582" y="1292"/>
                  </a:lnTo>
                  <a:lnTo>
                    <a:pt x="73945" y="554"/>
                  </a:lnTo>
                  <a:lnTo>
                    <a:pt x="77893" y="0"/>
                  </a:lnTo>
                  <a:lnTo>
                    <a:pt x="79706" y="141"/>
                  </a:lnTo>
                  <a:lnTo>
                    <a:pt x="81579" y="933"/>
                  </a:lnTo>
                  <a:lnTo>
                    <a:pt x="84028" y="2569"/>
                  </a:lnTo>
                  <a:close/>
                </a:path>
              </a:pathLst>
            </a:custGeom>
            <a:solidFill>
              <a:srgbClr val="C3DDB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g376"/>
            <p:cNvSpPr/>
            <p:nvPr/>
          </p:nvSpPr>
          <p:spPr>
            <a:xfrm>
              <a:off x="2222435" y="1339439"/>
              <a:ext cx="18169" cy="13137"/>
            </a:xfrm>
            <a:custGeom>
              <a:avLst/>
              <a:pathLst>
                <a:path w="18169" h="13137">
                  <a:moveTo>
                    <a:pt x="16474" y="11445"/>
                  </a:moveTo>
                  <a:lnTo>
                    <a:pt x="13288" y="13137"/>
                  </a:lnTo>
                  <a:lnTo>
                    <a:pt x="11660" y="13076"/>
                  </a:lnTo>
                  <a:lnTo>
                    <a:pt x="2338" y="9618"/>
                  </a:lnTo>
                  <a:lnTo>
                    <a:pt x="460" y="7909"/>
                  </a:lnTo>
                  <a:lnTo>
                    <a:pt x="102" y="6758"/>
                  </a:lnTo>
                  <a:lnTo>
                    <a:pt x="0" y="5124"/>
                  </a:lnTo>
                  <a:lnTo>
                    <a:pt x="29" y="2889"/>
                  </a:lnTo>
                  <a:lnTo>
                    <a:pt x="433" y="1386"/>
                  </a:lnTo>
                  <a:lnTo>
                    <a:pt x="925" y="864"/>
                  </a:lnTo>
                  <a:lnTo>
                    <a:pt x="2023" y="327"/>
                  </a:lnTo>
                  <a:lnTo>
                    <a:pt x="4173" y="0"/>
                  </a:lnTo>
                  <a:lnTo>
                    <a:pt x="6218" y="187"/>
                  </a:lnTo>
                  <a:lnTo>
                    <a:pt x="9290" y="786"/>
                  </a:lnTo>
                  <a:lnTo>
                    <a:pt x="12347" y="1781"/>
                  </a:lnTo>
                  <a:lnTo>
                    <a:pt x="16405" y="4833"/>
                  </a:lnTo>
                  <a:lnTo>
                    <a:pt x="17861" y="6289"/>
                  </a:lnTo>
                  <a:lnTo>
                    <a:pt x="18169" y="8180"/>
                  </a:lnTo>
                  <a:lnTo>
                    <a:pt x="18164" y="9338"/>
                  </a:lnTo>
                  <a:lnTo>
                    <a:pt x="17952" y="10182"/>
                  </a:lnTo>
                  <a:lnTo>
                    <a:pt x="17529" y="10708"/>
                  </a:lnTo>
                  <a:close/>
                </a:path>
              </a:pathLst>
            </a:custGeom>
            <a:solidFill>
              <a:srgbClr val="C3DDB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g377"/>
            <p:cNvSpPr/>
            <p:nvPr/>
          </p:nvSpPr>
          <p:spPr>
            <a:xfrm>
              <a:off x="2041076" y="1336502"/>
              <a:ext cx="19650" cy="18628"/>
            </a:xfrm>
            <a:custGeom>
              <a:avLst/>
              <a:pathLst>
                <a:path w="19650" h="18628">
                  <a:moveTo>
                    <a:pt x="18377" y="18103"/>
                  </a:moveTo>
                  <a:lnTo>
                    <a:pt x="16510" y="18628"/>
                  </a:lnTo>
                  <a:lnTo>
                    <a:pt x="12803" y="17427"/>
                  </a:lnTo>
                  <a:lnTo>
                    <a:pt x="10371" y="16911"/>
                  </a:lnTo>
                  <a:lnTo>
                    <a:pt x="8362" y="14778"/>
                  </a:lnTo>
                  <a:lnTo>
                    <a:pt x="6212" y="11871"/>
                  </a:lnTo>
                  <a:lnTo>
                    <a:pt x="4521" y="8658"/>
                  </a:lnTo>
                  <a:lnTo>
                    <a:pt x="3886" y="6766"/>
                  </a:lnTo>
                  <a:lnTo>
                    <a:pt x="2656" y="5642"/>
                  </a:lnTo>
                  <a:lnTo>
                    <a:pt x="2229" y="3778"/>
                  </a:lnTo>
                  <a:lnTo>
                    <a:pt x="0" y="857"/>
                  </a:lnTo>
                  <a:lnTo>
                    <a:pt x="371" y="430"/>
                  </a:lnTo>
                  <a:lnTo>
                    <a:pt x="2475" y="0"/>
                  </a:lnTo>
                  <a:lnTo>
                    <a:pt x="5828" y="543"/>
                  </a:lnTo>
                  <a:lnTo>
                    <a:pt x="7434" y="1579"/>
                  </a:lnTo>
                  <a:lnTo>
                    <a:pt x="9462" y="3318"/>
                  </a:lnTo>
                  <a:lnTo>
                    <a:pt x="12092" y="6090"/>
                  </a:lnTo>
                  <a:lnTo>
                    <a:pt x="12904" y="7318"/>
                  </a:lnTo>
                  <a:lnTo>
                    <a:pt x="13062" y="9004"/>
                  </a:lnTo>
                  <a:lnTo>
                    <a:pt x="13537" y="9919"/>
                  </a:lnTo>
                  <a:lnTo>
                    <a:pt x="15793" y="10081"/>
                  </a:lnTo>
                  <a:lnTo>
                    <a:pt x="18571" y="12311"/>
                  </a:lnTo>
                  <a:lnTo>
                    <a:pt x="19077" y="13174"/>
                  </a:lnTo>
                  <a:lnTo>
                    <a:pt x="19650" y="14930"/>
                  </a:lnTo>
                  <a:lnTo>
                    <a:pt x="19610" y="15767"/>
                  </a:lnTo>
                  <a:lnTo>
                    <a:pt x="19167" y="17494"/>
                  </a:lnTo>
                  <a:close/>
                </a:path>
              </a:pathLst>
            </a:custGeom>
            <a:solidFill>
              <a:srgbClr val="C3DDB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g378"/>
            <p:cNvSpPr/>
            <p:nvPr/>
          </p:nvSpPr>
          <p:spPr>
            <a:xfrm>
              <a:off x="2160383" y="1335391"/>
              <a:ext cx="38364" cy="10039"/>
            </a:xfrm>
            <a:custGeom>
              <a:avLst/>
              <a:pathLst>
                <a:path w="38364" h="10039">
                  <a:moveTo>
                    <a:pt x="9655" y="0"/>
                  </a:moveTo>
                  <a:lnTo>
                    <a:pt x="12718" y="1128"/>
                  </a:lnTo>
                  <a:lnTo>
                    <a:pt x="16046" y="529"/>
                  </a:lnTo>
                  <a:lnTo>
                    <a:pt x="19619" y="466"/>
                  </a:lnTo>
                  <a:lnTo>
                    <a:pt x="27565" y="947"/>
                  </a:lnTo>
                  <a:lnTo>
                    <a:pt x="32829" y="627"/>
                  </a:lnTo>
                  <a:lnTo>
                    <a:pt x="34191" y="818"/>
                  </a:lnTo>
                  <a:lnTo>
                    <a:pt x="36264" y="1542"/>
                  </a:lnTo>
                  <a:lnTo>
                    <a:pt x="37364" y="2416"/>
                  </a:lnTo>
                  <a:lnTo>
                    <a:pt x="38364" y="3895"/>
                  </a:lnTo>
                  <a:lnTo>
                    <a:pt x="35799" y="4795"/>
                  </a:lnTo>
                  <a:lnTo>
                    <a:pt x="33600" y="9384"/>
                  </a:lnTo>
                  <a:lnTo>
                    <a:pt x="33303" y="9613"/>
                  </a:lnTo>
                  <a:lnTo>
                    <a:pt x="30911" y="9675"/>
                  </a:lnTo>
                  <a:lnTo>
                    <a:pt x="29742" y="10039"/>
                  </a:lnTo>
                  <a:lnTo>
                    <a:pt x="22761" y="9389"/>
                  </a:lnTo>
                  <a:lnTo>
                    <a:pt x="3528" y="9097"/>
                  </a:lnTo>
                  <a:lnTo>
                    <a:pt x="2687" y="8525"/>
                  </a:lnTo>
                  <a:lnTo>
                    <a:pt x="155" y="5834"/>
                  </a:lnTo>
                  <a:lnTo>
                    <a:pt x="0" y="4770"/>
                  </a:lnTo>
                  <a:lnTo>
                    <a:pt x="456" y="3529"/>
                  </a:lnTo>
                  <a:lnTo>
                    <a:pt x="999" y="2702"/>
                  </a:lnTo>
                  <a:lnTo>
                    <a:pt x="1628" y="2294"/>
                  </a:lnTo>
                  <a:lnTo>
                    <a:pt x="7223" y="286"/>
                  </a:lnTo>
                  <a:close/>
                </a:path>
              </a:pathLst>
            </a:custGeom>
            <a:solidFill>
              <a:srgbClr val="C3DDB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g379"/>
            <p:cNvSpPr/>
            <p:nvPr/>
          </p:nvSpPr>
          <p:spPr>
            <a:xfrm>
              <a:off x="2084841" y="1332211"/>
              <a:ext cx="17951" cy="6272"/>
            </a:xfrm>
            <a:custGeom>
              <a:avLst/>
              <a:pathLst>
                <a:path w="17951" h="6272">
                  <a:moveTo>
                    <a:pt x="9524" y="5999"/>
                  </a:moveTo>
                  <a:lnTo>
                    <a:pt x="7848" y="6272"/>
                  </a:lnTo>
                  <a:lnTo>
                    <a:pt x="4816" y="6129"/>
                  </a:lnTo>
                  <a:lnTo>
                    <a:pt x="1184" y="5067"/>
                  </a:lnTo>
                  <a:lnTo>
                    <a:pt x="205" y="3825"/>
                  </a:lnTo>
                  <a:lnTo>
                    <a:pt x="0" y="1859"/>
                  </a:lnTo>
                  <a:lnTo>
                    <a:pt x="42" y="771"/>
                  </a:lnTo>
                  <a:lnTo>
                    <a:pt x="333" y="561"/>
                  </a:lnTo>
                  <a:lnTo>
                    <a:pt x="2582" y="303"/>
                  </a:lnTo>
                  <a:lnTo>
                    <a:pt x="6790" y="0"/>
                  </a:lnTo>
                  <a:lnTo>
                    <a:pt x="10184" y="222"/>
                  </a:lnTo>
                  <a:lnTo>
                    <a:pt x="14052" y="1343"/>
                  </a:lnTo>
                  <a:lnTo>
                    <a:pt x="15622" y="2063"/>
                  </a:lnTo>
                  <a:lnTo>
                    <a:pt x="16421" y="2571"/>
                  </a:lnTo>
                  <a:lnTo>
                    <a:pt x="17413" y="3598"/>
                  </a:lnTo>
                  <a:lnTo>
                    <a:pt x="17738" y="4052"/>
                  </a:lnTo>
                  <a:lnTo>
                    <a:pt x="17951" y="4860"/>
                  </a:lnTo>
                  <a:lnTo>
                    <a:pt x="13130" y="5039"/>
                  </a:lnTo>
                  <a:lnTo>
                    <a:pt x="10852" y="5357"/>
                  </a:lnTo>
                  <a:close/>
                </a:path>
              </a:pathLst>
            </a:custGeom>
            <a:solidFill>
              <a:srgbClr val="C3DDB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g380"/>
            <p:cNvSpPr/>
            <p:nvPr/>
          </p:nvSpPr>
          <p:spPr>
            <a:xfrm>
              <a:off x="1931839" y="1326953"/>
              <a:ext cx="17201" cy="10544"/>
            </a:xfrm>
            <a:custGeom>
              <a:avLst/>
              <a:pathLst>
                <a:path w="17201" h="10544">
                  <a:moveTo>
                    <a:pt x="14586" y="9541"/>
                  </a:moveTo>
                  <a:lnTo>
                    <a:pt x="11254" y="10544"/>
                  </a:lnTo>
                  <a:lnTo>
                    <a:pt x="9044" y="10520"/>
                  </a:lnTo>
                  <a:lnTo>
                    <a:pt x="5130" y="9107"/>
                  </a:lnTo>
                  <a:lnTo>
                    <a:pt x="596" y="4790"/>
                  </a:lnTo>
                  <a:lnTo>
                    <a:pt x="0" y="3250"/>
                  </a:lnTo>
                  <a:lnTo>
                    <a:pt x="1692" y="2973"/>
                  </a:lnTo>
                  <a:lnTo>
                    <a:pt x="2923" y="2500"/>
                  </a:lnTo>
                  <a:lnTo>
                    <a:pt x="3691" y="1832"/>
                  </a:lnTo>
                  <a:lnTo>
                    <a:pt x="5148" y="1099"/>
                  </a:lnTo>
                  <a:lnTo>
                    <a:pt x="8518" y="0"/>
                  </a:lnTo>
                  <a:lnTo>
                    <a:pt x="8926" y="424"/>
                  </a:lnTo>
                  <a:lnTo>
                    <a:pt x="8853" y="1324"/>
                  </a:lnTo>
                  <a:lnTo>
                    <a:pt x="9134" y="2164"/>
                  </a:lnTo>
                  <a:lnTo>
                    <a:pt x="10339" y="2343"/>
                  </a:lnTo>
                  <a:lnTo>
                    <a:pt x="11482" y="2943"/>
                  </a:lnTo>
                  <a:lnTo>
                    <a:pt x="13790" y="4785"/>
                  </a:lnTo>
                  <a:lnTo>
                    <a:pt x="15372" y="5140"/>
                  </a:lnTo>
                  <a:lnTo>
                    <a:pt x="15940" y="5544"/>
                  </a:lnTo>
                  <a:lnTo>
                    <a:pt x="16241" y="6163"/>
                  </a:lnTo>
                  <a:lnTo>
                    <a:pt x="17201" y="7242"/>
                  </a:lnTo>
                  <a:lnTo>
                    <a:pt x="17183" y="7802"/>
                  </a:lnTo>
                  <a:lnTo>
                    <a:pt x="15886" y="8916"/>
                  </a:lnTo>
                  <a:close/>
                </a:path>
              </a:pathLst>
            </a:custGeom>
            <a:solidFill>
              <a:srgbClr val="C3DDB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g381"/>
            <p:cNvSpPr/>
            <p:nvPr/>
          </p:nvSpPr>
          <p:spPr>
            <a:xfrm>
              <a:off x="1953117" y="1326194"/>
              <a:ext cx="44658" cy="22441"/>
            </a:xfrm>
            <a:custGeom>
              <a:avLst/>
              <a:pathLst>
                <a:path w="44658" h="22441">
                  <a:moveTo>
                    <a:pt x="34433" y="0"/>
                  </a:moveTo>
                  <a:lnTo>
                    <a:pt x="44197" y="708"/>
                  </a:lnTo>
                  <a:lnTo>
                    <a:pt x="44619" y="840"/>
                  </a:lnTo>
                  <a:lnTo>
                    <a:pt x="44658" y="1370"/>
                  </a:lnTo>
                  <a:lnTo>
                    <a:pt x="43923" y="3070"/>
                  </a:lnTo>
                  <a:lnTo>
                    <a:pt x="42797" y="4308"/>
                  </a:lnTo>
                  <a:lnTo>
                    <a:pt x="37584" y="5861"/>
                  </a:lnTo>
                  <a:lnTo>
                    <a:pt x="30861" y="7268"/>
                  </a:lnTo>
                  <a:lnTo>
                    <a:pt x="29466" y="7951"/>
                  </a:lnTo>
                  <a:lnTo>
                    <a:pt x="29577" y="8358"/>
                  </a:lnTo>
                  <a:lnTo>
                    <a:pt x="30124" y="8865"/>
                  </a:lnTo>
                  <a:lnTo>
                    <a:pt x="31248" y="9508"/>
                  </a:lnTo>
                  <a:lnTo>
                    <a:pt x="36455" y="9362"/>
                  </a:lnTo>
                  <a:lnTo>
                    <a:pt x="37710" y="9639"/>
                  </a:lnTo>
                  <a:lnTo>
                    <a:pt x="38154" y="10054"/>
                  </a:lnTo>
                  <a:lnTo>
                    <a:pt x="38421" y="10662"/>
                  </a:lnTo>
                  <a:lnTo>
                    <a:pt x="38583" y="11454"/>
                  </a:lnTo>
                  <a:lnTo>
                    <a:pt x="38591" y="14139"/>
                  </a:lnTo>
                  <a:lnTo>
                    <a:pt x="38316" y="15693"/>
                  </a:lnTo>
                  <a:lnTo>
                    <a:pt x="37597" y="17100"/>
                  </a:lnTo>
                  <a:lnTo>
                    <a:pt x="35488" y="18101"/>
                  </a:lnTo>
                  <a:lnTo>
                    <a:pt x="31693" y="19423"/>
                  </a:lnTo>
                  <a:lnTo>
                    <a:pt x="29120" y="20011"/>
                  </a:lnTo>
                  <a:lnTo>
                    <a:pt x="27092" y="19799"/>
                  </a:lnTo>
                  <a:lnTo>
                    <a:pt x="25071" y="19936"/>
                  </a:lnTo>
                  <a:lnTo>
                    <a:pt x="16227" y="22428"/>
                  </a:lnTo>
                  <a:lnTo>
                    <a:pt x="13490" y="22441"/>
                  </a:lnTo>
                  <a:lnTo>
                    <a:pt x="11099" y="21839"/>
                  </a:lnTo>
                  <a:lnTo>
                    <a:pt x="7795" y="19488"/>
                  </a:lnTo>
                  <a:lnTo>
                    <a:pt x="4360" y="18564"/>
                  </a:lnTo>
                  <a:lnTo>
                    <a:pt x="2893" y="17507"/>
                  </a:lnTo>
                  <a:lnTo>
                    <a:pt x="1451" y="16929"/>
                  </a:lnTo>
                  <a:lnTo>
                    <a:pt x="1052" y="16085"/>
                  </a:lnTo>
                  <a:lnTo>
                    <a:pt x="912" y="15455"/>
                  </a:lnTo>
                  <a:lnTo>
                    <a:pt x="1155" y="14876"/>
                  </a:lnTo>
                  <a:lnTo>
                    <a:pt x="1779" y="14351"/>
                  </a:lnTo>
                  <a:lnTo>
                    <a:pt x="1983" y="13905"/>
                  </a:lnTo>
                  <a:lnTo>
                    <a:pt x="1409" y="12610"/>
                  </a:lnTo>
                  <a:lnTo>
                    <a:pt x="1144" y="11373"/>
                  </a:lnTo>
                  <a:lnTo>
                    <a:pt x="148" y="9597"/>
                  </a:lnTo>
                  <a:lnTo>
                    <a:pt x="0" y="8574"/>
                  </a:lnTo>
                  <a:lnTo>
                    <a:pt x="5" y="7906"/>
                  </a:lnTo>
                  <a:lnTo>
                    <a:pt x="171" y="7185"/>
                  </a:lnTo>
                  <a:lnTo>
                    <a:pt x="831" y="5900"/>
                  </a:lnTo>
                  <a:lnTo>
                    <a:pt x="1174" y="5639"/>
                  </a:lnTo>
                  <a:lnTo>
                    <a:pt x="3190" y="5439"/>
                  </a:lnTo>
                  <a:lnTo>
                    <a:pt x="5836" y="4775"/>
                  </a:lnTo>
                  <a:lnTo>
                    <a:pt x="11929" y="2849"/>
                  </a:lnTo>
                  <a:lnTo>
                    <a:pt x="25311" y="445"/>
                  </a:lnTo>
                  <a:lnTo>
                    <a:pt x="29373" y="667"/>
                  </a:lnTo>
                  <a:lnTo>
                    <a:pt x="31151" y="196"/>
                  </a:lnTo>
                  <a:close/>
                </a:path>
              </a:pathLst>
            </a:custGeom>
            <a:solidFill>
              <a:srgbClr val="C3DDB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g382"/>
            <p:cNvSpPr/>
            <p:nvPr/>
          </p:nvSpPr>
          <p:spPr>
            <a:xfrm>
              <a:off x="2075109" y="1321230"/>
              <a:ext cx="5914" cy="4280"/>
            </a:xfrm>
            <a:custGeom>
              <a:avLst/>
              <a:pathLst>
                <a:path w="5914" h="4280">
                  <a:moveTo>
                    <a:pt x="3293" y="3687"/>
                  </a:moveTo>
                  <a:lnTo>
                    <a:pt x="1893" y="4280"/>
                  </a:lnTo>
                  <a:lnTo>
                    <a:pt x="260" y="3933"/>
                  </a:lnTo>
                  <a:lnTo>
                    <a:pt x="31" y="3563"/>
                  </a:lnTo>
                  <a:lnTo>
                    <a:pt x="0" y="3116"/>
                  </a:lnTo>
                  <a:lnTo>
                    <a:pt x="164" y="2592"/>
                  </a:lnTo>
                  <a:lnTo>
                    <a:pt x="1988" y="750"/>
                  </a:lnTo>
                  <a:lnTo>
                    <a:pt x="3659" y="118"/>
                  </a:lnTo>
                  <a:lnTo>
                    <a:pt x="4652" y="0"/>
                  </a:lnTo>
                  <a:lnTo>
                    <a:pt x="5460" y="626"/>
                  </a:lnTo>
                  <a:lnTo>
                    <a:pt x="5914" y="1568"/>
                  </a:lnTo>
                  <a:close/>
                </a:path>
              </a:pathLst>
            </a:custGeom>
            <a:solidFill>
              <a:srgbClr val="C3DDB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g383"/>
            <p:cNvSpPr/>
            <p:nvPr/>
          </p:nvSpPr>
          <p:spPr>
            <a:xfrm>
              <a:off x="1953006" y="1306852"/>
              <a:ext cx="48219" cy="14275"/>
            </a:xfrm>
            <a:custGeom>
              <a:avLst/>
              <a:pathLst>
                <a:path w="48219" h="14275">
                  <a:moveTo>
                    <a:pt x="42370" y="3174"/>
                  </a:moveTo>
                  <a:lnTo>
                    <a:pt x="44502" y="4896"/>
                  </a:lnTo>
                  <a:lnTo>
                    <a:pt x="45235" y="4862"/>
                  </a:lnTo>
                  <a:lnTo>
                    <a:pt x="46170" y="5181"/>
                  </a:lnTo>
                  <a:lnTo>
                    <a:pt x="46619" y="5632"/>
                  </a:lnTo>
                  <a:lnTo>
                    <a:pt x="47900" y="7828"/>
                  </a:lnTo>
                  <a:lnTo>
                    <a:pt x="48144" y="8918"/>
                  </a:lnTo>
                  <a:lnTo>
                    <a:pt x="48219" y="10323"/>
                  </a:lnTo>
                  <a:lnTo>
                    <a:pt x="48023" y="11499"/>
                  </a:lnTo>
                  <a:lnTo>
                    <a:pt x="47555" y="12444"/>
                  </a:lnTo>
                  <a:lnTo>
                    <a:pt x="46410" y="13043"/>
                  </a:lnTo>
                  <a:lnTo>
                    <a:pt x="43676" y="13416"/>
                  </a:lnTo>
                  <a:lnTo>
                    <a:pt x="39860" y="12853"/>
                  </a:lnTo>
                  <a:lnTo>
                    <a:pt x="36550" y="13581"/>
                  </a:lnTo>
                  <a:lnTo>
                    <a:pt x="35028" y="13676"/>
                  </a:lnTo>
                  <a:lnTo>
                    <a:pt x="30925" y="13210"/>
                  </a:lnTo>
                  <a:lnTo>
                    <a:pt x="29889" y="12868"/>
                  </a:lnTo>
                  <a:lnTo>
                    <a:pt x="27613" y="11529"/>
                  </a:lnTo>
                  <a:lnTo>
                    <a:pt x="25878" y="10978"/>
                  </a:lnTo>
                  <a:lnTo>
                    <a:pt x="25149" y="11272"/>
                  </a:lnTo>
                  <a:lnTo>
                    <a:pt x="24278" y="12447"/>
                  </a:lnTo>
                  <a:lnTo>
                    <a:pt x="22638" y="13901"/>
                  </a:lnTo>
                  <a:lnTo>
                    <a:pt x="21633" y="14275"/>
                  </a:lnTo>
                  <a:lnTo>
                    <a:pt x="18681" y="14031"/>
                  </a:lnTo>
                  <a:lnTo>
                    <a:pt x="14153" y="11575"/>
                  </a:lnTo>
                  <a:lnTo>
                    <a:pt x="8954" y="12301"/>
                  </a:lnTo>
                  <a:lnTo>
                    <a:pt x="3566" y="13737"/>
                  </a:lnTo>
                  <a:lnTo>
                    <a:pt x="1463" y="14006"/>
                  </a:lnTo>
                  <a:lnTo>
                    <a:pt x="847" y="13590"/>
                  </a:lnTo>
                  <a:lnTo>
                    <a:pt x="0" y="12512"/>
                  </a:lnTo>
                  <a:lnTo>
                    <a:pt x="132" y="11968"/>
                  </a:lnTo>
                  <a:lnTo>
                    <a:pt x="1738" y="10324"/>
                  </a:lnTo>
                  <a:lnTo>
                    <a:pt x="5322" y="8597"/>
                  </a:lnTo>
                  <a:lnTo>
                    <a:pt x="7943" y="7623"/>
                  </a:lnTo>
                  <a:lnTo>
                    <a:pt x="13144" y="6205"/>
                  </a:lnTo>
                  <a:lnTo>
                    <a:pt x="19302" y="5410"/>
                  </a:lnTo>
                  <a:lnTo>
                    <a:pt x="21604" y="4567"/>
                  </a:lnTo>
                  <a:lnTo>
                    <a:pt x="23061" y="3361"/>
                  </a:lnTo>
                  <a:lnTo>
                    <a:pt x="27068" y="1460"/>
                  </a:lnTo>
                  <a:lnTo>
                    <a:pt x="29432" y="672"/>
                  </a:lnTo>
                  <a:lnTo>
                    <a:pt x="32594" y="0"/>
                  </a:lnTo>
                  <a:lnTo>
                    <a:pt x="35157" y="34"/>
                  </a:lnTo>
                  <a:lnTo>
                    <a:pt x="38415" y="1577"/>
                  </a:lnTo>
                  <a:lnTo>
                    <a:pt x="40847" y="2344"/>
                  </a:lnTo>
                  <a:close/>
                </a:path>
              </a:pathLst>
            </a:custGeom>
            <a:solidFill>
              <a:srgbClr val="C3DDB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g384"/>
            <p:cNvSpPr/>
            <p:nvPr/>
          </p:nvSpPr>
          <p:spPr>
            <a:xfrm>
              <a:off x="2135226" y="1305451"/>
              <a:ext cx="42090" cy="29526"/>
            </a:xfrm>
            <a:custGeom>
              <a:avLst/>
              <a:pathLst>
                <a:path w="42090" h="29526">
                  <a:moveTo>
                    <a:pt x="26035" y="8094"/>
                  </a:moveTo>
                  <a:lnTo>
                    <a:pt x="28912" y="8867"/>
                  </a:lnTo>
                  <a:lnTo>
                    <a:pt x="33876" y="8528"/>
                  </a:lnTo>
                  <a:lnTo>
                    <a:pt x="35682" y="9091"/>
                  </a:lnTo>
                  <a:lnTo>
                    <a:pt x="40334" y="11079"/>
                  </a:lnTo>
                  <a:lnTo>
                    <a:pt x="41746" y="12254"/>
                  </a:lnTo>
                  <a:lnTo>
                    <a:pt x="42083" y="13141"/>
                  </a:lnTo>
                  <a:lnTo>
                    <a:pt x="42090" y="13592"/>
                  </a:lnTo>
                  <a:lnTo>
                    <a:pt x="40546" y="14556"/>
                  </a:lnTo>
                  <a:lnTo>
                    <a:pt x="37450" y="16032"/>
                  </a:lnTo>
                  <a:lnTo>
                    <a:pt x="36702" y="17143"/>
                  </a:lnTo>
                  <a:lnTo>
                    <a:pt x="39463" y="18531"/>
                  </a:lnTo>
                  <a:lnTo>
                    <a:pt x="40864" y="19766"/>
                  </a:lnTo>
                  <a:lnTo>
                    <a:pt x="41494" y="20649"/>
                  </a:lnTo>
                  <a:lnTo>
                    <a:pt x="41516" y="21558"/>
                  </a:lnTo>
                  <a:lnTo>
                    <a:pt x="39654" y="24011"/>
                  </a:lnTo>
                  <a:lnTo>
                    <a:pt x="38288" y="24734"/>
                  </a:lnTo>
                  <a:lnTo>
                    <a:pt x="36199" y="24656"/>
                  </a:lnTo>
                  <a:lnTo>
                    <a:pt x="35211" y="24880"/>
                  </a:lnTo>
                  <a:lnTo>
                    <a:pt x="32540" y="26025"/>
                  </a:lnTo>
                  <a:lnTo>
                    <a:pt x="28387" y="27121"/>
                  </a:lnTo>
                  <a:lnTo>
                    <a:pt x="22716" y="27571"/>
                  </a:lnTo>
                  <a:lnTo>
                    <a:pt x="21178" y="28246"/>
                  </a:lnTo>
                  <a:lnTo>
                    <a:pt x="18364" y="29351"/>
                  </a:lnTo>
                  <a:lnTo>
                    <a:pt x="16467" y="29526"/>
                  </a:lnTo>
                  <a:lnTo>
                    <a:pt x="15847" y="28892"/>
                  </a:lnTo>
                  <a:lnTo>
                    <a:pt x="15563" y="27957"/>
                  </a:lnTo>
                  <a:lnTo>
                    <a:pt x="15707" y="27311"/>
                  </a:lnTo>
                  <a:lnTo>
                    <a:pt x="16108" y="26509"/>
                  </a:lnTo>
                  <a:lnTo>
                    <a:pt x="15203" y="25758"/>
                  </a:lnTo>
                  <a:lnTo>
                    <a:pt x="11141" y="24317"/>
                  </a:lnTo>
                  <a:lnTo>
                    <a:pt x="8774" y="22308"/>
                  </a:lnTo>
                  <a:lnTo>
                    <a:pt x="8438" y="21677"/>
                  </a:lnTo>
                  <a:lnTo>
                    <a:pt x="8319" y="21115"/>
                  </a:lnTo>
                  <a:lnTo>
                    <a:pt x="13579" y="20743"/>
                  </a:lnTo>
                  <a:lnTo>
                    <a:pt x="15842" y="20338"/>
                  </a:lnTo>
                  <a:lnTo>
                    <a:pt x="16848" y="19686"/>
                  </a:lnTo>
                  <a:lnTo>
                    <a:pt x="17015" y="19306"/>
                  </a:lnTo>
                  <a:lnTo>
                    <a:pt x="16007" y="19141"/>
                  </a:lnTo>
                  <a:lnTo>
                    <a:pt x="12403" y="17788"/>
                  </a:lnTo>
                  <a:lnTo>
                    <a:pt x="6358" y="16979"/>
                  </a:lnTo>
                  <a:lnTo>
                    <a:pt x="6070" y="16041"/>
                  </a:lnTo>
                  <a:lnTo>
                    <a:pt x="3550" y="14162"/>
                  </a:lnTo>
                  <a:lnTo>
                    <a:pt x="3309" y="12378"/>
                  </a:lnTo>
                  <a:lnTo>
                    <a:pt x="2760" y="11884"/>
                  </a:lnTo>
                  <a:lnTo>
                    <a:pt x="1046" y="11109"/>
                  </a:lnTo>
                  <a:lnTo>
                    <a:pt x="793" y="10854"/>
                  </a:lnTo>
                  <a:lnTo>
                    <a:pt x="286" y="9703"/>
                  </a:lnTo>
                  <a:lnTo>
                    <a:pt x="208" y="9074"/>
                  </a:lnTo>
                  <a:lnTo>
                    <a:pt x="307" y="8502"/>
                  </a:lnTo>
                  <a:lnTo>
                    <a:pt x="3418" y="7295"/>
                  </a:lnTo>
                  <a:lnTo>
                    <a:pt x="2983" y="6458"/>
                  </a:lnTo>
                  <a:lnTo>
                    <a:pt x="620" y="3334"/>
                  </a:lnTo>
                  <a:lnTo>
                    <a:pt x="0" y="1595"/>
                  </a:lnTo>
                  <a:lnTo>
                    <a:pt x="100" y="936"/>
                  </a:lnTo>
                  <a:lnTo>
                    <a:pt x="1568" y="20"/>
                  </a:lnTo>
                  <a:lnTo>
                    <a:pt x="3631" y="0"/>
                  </a:lnTo>
                  <a:lnTo>
                    <a:pt x="9078" y="278"/>
                  </a:lnTo>
                  <a:lnTo>
                    <a:pt x="11681" y="659"/>
                  </a:lnTo>
                  <a:lnTo>
                    <a:pt x="14277" y="1405"/>
                  </a:lnTo>
                  <a:lnTo>
                    <a:pt x="17123" y="2510"/>
                  </a:lnTo>
                  <a:lnTo>
                    <a:pt x="21373" y="3490"/>
                  </a:lnTo>
                  <a:lnTo>
                    <a:pt x="22734" y="4138"/>
                  </a:lnTo>
                  <a:lnTo>
                    <a:pt x="25295" y="6201"/>
                  </a:lnTo>
                  <a:lnTo>
                    <a:pt x="25571" y="6856"/>
                  </a:lnTo>
                  <a:lnTo>
                    <a:pt x="25402" y="7508"/>
                  </a:lnTo>
                  <a:close/>
                </a:path>
              </a:pathLst>
            </a:custGeom>
            <a:solidFill>
              <a:srgbClr val="C3DDB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g385"/>
            <p:cNvSpPr/>
            <p:nvPr/>
          </p:nvSpPr>
          <p:spPr>
            <a:xfrm>
              <a:off x="2046998" y="1289293"/>
              <a:ext cx="80198" cy="46044"/>
            </a:xfrm>
            <a:custGeom>
              <a:avLst/>
              <a:pathLst>
                <a:path w="80198" h="46044">
                  <a:moveTo>
                    <a:pt x="26253" y="1076"/>
                  </a:moveTo>
                  <a:lnTo>
                    <a:pt x="29109" y="1676"/>
                  </a:lnTo>
                  <a:lnTo>
                    <a:pt x="32488" y="3573"/>
                  </a:lnTo>
                  <a:lnTo>
                    <a:pt x="35682" y="7595"/>
                  </a:lnTo>
                  <a:lnTo>
                    <a:pt x="35845" y="8110"/>
                  </a:lnTo>
                  <a:lnTo>
                    <a:pt x="35861" y="8778"/>
                  </a:lnTo>
                  <a:lnTo>
                    <a:pt x="35732" y="9600"/>
                  </a:lnTo>
                  <a:lnTo>
                    <a:pt x="35310" y="10668"/>
                  </a:lnTo>
                  <a:lnTo>
                    <a:pt x="34729" y="11308"/>
                  </a:lnTo>
                  <a:lnTo>
                    <a:pt x="36373" y="12087"/>
                  </a:lnTo>
                  <a:lnTo>
                    <a:pt x="36554" y="12467"/>
                  </a:lnTo>
                  <a:lnTo>
                    <a:pt x="36408" y="13330"/>
                  </a:lnTo>
                  <a:lnTo>
                    <a:pt x="36610" y="13966"/>
                  </a:lnTo>
                  <a:lnTo>
                    <a:pt x="37604" y="13337"/>
                  </a:lnTo>
                  <a:lnTo>
                    <a:pt x="38455" y="12376"/>
                  </a:lnTo>
                  <a:lnTo>
                    <a:pt x="38668" y="11759"/>
                  </a:lnTo>
                  <a:lnTo>
                    <a:pt x="38840" y="10098"/>
                  </a:lnTo>
                  <a:lnTo>
                    <a:pt x="41334" y="9268"/>
                  </a:lnTo>
                  <a:lnTo>
                    <a:pt x="43953" y="8062"/>
                  </a:lnTo>
                  <a:lnTo>
                    <a:pt x="45184" y="7791"/>
                  </a:lnTo>
                  <a:lnTo>
                    <a:pt x="47243" y="8071"/>
                  </a:lnTo>
                  <a:lnTo>
                    <a:pt x="52175" y="10929"/>
                  </a:lnTo>
                  <a:lnTo>
                    <a:pt x="54057" y="11203"/>
                  </a:lnTo>
                  <a:lnTo>
                    <a:pt x="54741" y="11539"/>
                  </a:lnTo>
                  <a:lnTo>
                    <a:pt x="55366" y="12204"/>
                  </a:lnTo>
                  <a:lnTo>
                    <a:pt x="55408" y="12923"/>
                  </a:lnTo>
                  <a:lnTo>
                    <a:pt x="54406" y="14589"/>
                  </a:lnTo>
                  <a:lnTo>
                    <a:pt x="54022" y="15604"/>
                  </a:lnTo>
                  <a:lnTo>
                    <a:pt x="54258" y="16263"/>
                  </a:lnTo>
                  <a:lnTo>
                    <a:pt x="56831" y="16817"/>
                  </a:lnTo>
                  <a:lnTo>
                    <a:pt x="62699" y="15712"/>
                  </a:lnTo>
                  <a:lnTo>
                    <a:pt x="67827" y="18421"/>
                  </a:lnTo>
                  <a:lnTo>
                    <a:pt x="70665" y="21642"/>
                  </a:lnTo>
                  <a:lnTo>
                    <a:pt x="72766" y="22723"/>
                  </a:lnTo>
                  <a:lnTo>
                    <a:pt x="73099" y="23307"/>
                  </a:lnTo>
                  <a:lnTo>
                    <a:pt x="72502" y="23857"/>
                  </a:lnTo>
                  <a:lnTo>
                    <a:pt x="71904" y="25369"/>
                  </a:lnTo>
                  <a:lnTo>
                    <a:pt x="70221" y="26496"/>
                  </a:lnTo>
                  <a:lnTo>
                    <a:pt x="69861" y="27002"/>
                  </a:lnTo>
                  <a:lnTo>
                    <a:pt x="70759" y="28340"/>
                  </a:lnTo>
                  <a:lnTo>
                    <a:pt x="70826" y="29179"/>
                  </a:lnTo>
                  <a:lnTo>
                    <a:pt x="70709" y="30345"/>
                  </a:lnTo>
                  <a:lnTo>
                    <a:pt x="71036" y="30999"/>
                  </a:lnTo>
                  <a:lnTo>
                    <a:pt x="73339" y="31697"/>
                  </a:lnTo>
                  <a:lnTo>
                    <a:pt x="78590" y="36478"/>
                  </a:lnTo>
                  <a:lnTo>
                    <a:pt x="79546" y="37813"/>
                  </a:lnTo>
                  <a:lnTo>
                    <a:pt x="80138" y="39480"/>
                  </a:lnTo>
                  <a:lnTo>
                    <a:pt x="80198" y="40044"/>
                  </a:lnTo>
                  <a:lnTo>
                    <a:pt x="79448" y="40967"/>
                  </a:lnTo>
                  <a:lnTo>
                    <a:pt x="78629" y="43582"/>
                  </a:lnTo>
                  <a:lnTo>
                    <a:pt x="78166" y="44179"/>
                  </a:lnTo>
                  <a:lnTo>
                    <a:pt x="76034" y="44689"/>
                  </a:lnTo>
                  <a:lnTo>
                    <a:pt x="72161" y="45150"/>
                  </a:lnTo>
                  <a:lnTo>
                    <a:pt x="68544" y="46044"/>
                  </a:lnTo>
                  <a:lnTo>
                    <a:pt x="64659" y="44894"/>
                  </a:lnTo>
                  <a:lnTo>
                    <a:pt x="60864" y="43149"/>
                  </a:lnTo>
                  <a:lnTo>
                    <a:pt x="59716" y="42000"/>
                  </a:lnTo>
                  <a:lnTo>
                    <a:pt x="58769" y="40611"/>
                  </a:lnTo>
                  <a:lnTo>
                    <a:pt x="58522" y="40068"/>
                  </a:lnTo>
                  <a:lnTo>
                    <a:pt x="58140" y="37835"/>
                  </a:lnTo>
                  <a:lnTo>
                    <a:pt x="57938" y="37359"/>
                  </a:lnTo>
                  <a:lnTo>
                    <a:pt x="56336" y="36103"/>
                  </a:lnTo>
                  <a:lnTo>
                    <a:pt x="54916" y="34223"/>
                  </a:lnTo>
                  <a:lnTo>
                    <a:pt x="52187" y="34060"/>
                  </a:lnTo>
                  <a:lnTo>
                    <a:pt x="45710" y="32147"/>
                  </a:lnTo>
                  <a:lnTo>
                    <a:pt x="42937" y="31691"/>
                  </a:lnTo>
                  <a:lnTo>
                    <a:pt x="40165" y="31825"/>
                  </a:lnTo>
                  <a:lnTo>
                    <a:pt x="36234" y="32596"/>
                  </a:lnTo>
                  <a:lnTo>
                    <a:pt x="35495" y="32390"/>
                  </a:lnTo>
                  <a:lnTo>
                    <a:pt x="34824" y="31818"/>
                  </a:lnTo>
                  <a:lnTo>
                    <a:pt x="34222" y="30883"/>
                  </a:lnTo>
                  <a:lnTo>
                    <a:pt x="34073" y="30195"/>
                  </a:lnTo>
                  <a:lnTo>
                    <a:pt x="34719" y="28987"/>
                  </a:lnTo>
                  <a:lnTo>
                    <a:pt x="23191" y="30508"/>
                  </a:lnTo>
                  <a:lnTo>
                    <a:pt x="19909" y="32268"/>
                  </a:lnTo>
                  <a:lnTo>
                    <a:pt x="15306" y="31988"/>
                  </a:lnTo>
                  <a:lnTo>
                    <a:pt x="13010" y="31245"/>
                  </a:lnTo>
                  <a:lnTo>
                    <a:pt x="9952" y="29560"/>
                  </a:lnTo>
                  <a:lnTo>
                    <a:pt x="8541" y="28094"/>
                  </a:lnTo>
                  <a:lnTo>
                    <a:pt x="7248" y="26122"/>
                  </a:lnTo>
                  <a:lnTo>
                    <a:pt x="7124" y="24630"/>
                  </a:lnTo>
                  <a:lnTo>
                    <a:pt x="8172" y="23621"/>
                  </a:lnTo>
                  <a:lnTo>
                    <a:pt x="9262" y="23023"/>
                  </a:lnTo>
                  <a:lnTo>
                    <a:pt x="10397" y="22831"/>
                  </a:lnTo>
                  <a:lnTo>
                    <a:pt x="16650" y="24002"/>
                  </a:lnTo>
                  <a:lnTo>
                    <a:pt x="22129" y="24600"/>
                  </a:lnTo>
                  <a:lnTo>
                    <a:pt x="24492" y="23999"/>
                  </a:lnTo>
                  <a:lnTo>
                    <a:pt x="25564" y="22401"/>
                  </a:lnTo>
                  <a:lnTo>
                    <a:pt x="24279" y="21542"/>
                  </a:lnTo>
                  <a:lnTo>
                    <a:pt x="19003" y="21190"/>
                  </a:lnTo>
                  <a:lnTo>
                    <a:pt x="20129" y="20349"/>
                  </a:lnTo>
                  <a:lnTo>
                    <a:pt x="24587" y="19483"/>
                  </a:lnTo>
                  <a:lnTo>
                    <a:pt x="26916" y="18194"/>
                  </a:lnTo>
                  <a:lnTo>
                    <a:pt x="26467" y="17742"/>
                  </a:lnTo>
                  <a:lnTo>
                    <a:pt x="25127" y="17224"/>
                  </a:lnTo>
                  <a:lnTo>
                    <a:pt x="19151" y="17375"/>
                  </a:lnTo>
                  <a:lnTo>
                    <a:pt x="17003" y="16865"/>
                  </a:lnTo>
                  <a:lnTo>
                    <a:pt x="16886" y="16442"/>
                  </a:lnTo>
                  <a:lnTo>
                    <a:pt x="17369" y="15899"/>
                  </a:lnTo>
                  <a:lnTo>
                    <a:pt x="20773" y="13278"/>
                  </a:lnTo>
                  <a:lnTo>
                    <a:pt x="20633" y="12802"/>
                  </a:lnTo>
                  <a:lnTo>
                    <a:pt x="19169" y="11943"/>
                  </a:lnTo>
                  <a:lnTo>
                    <a:pt x="17883" y="10828"/>
                  </a:lnTo>
                  <a:lnTo>
                    <a:pt x="17406" y="10701"/>
                  </a:lnTo>
                  <a:lnTo>
                    <a:pt x="14446" y="11698"/>
                  </a:lnTo>
                  <a:lnTo>
                    <a:pt x="10287" y="15546"/>
                  </a:lnTo>
                  <a:lnTo>
                    <a:pt x="9295" y="16103"/>
                  </a:lnTo>
                  <a:lnTo>
                    <a:pt x="8344" y="16071"/>
                  </a:lnTo>
                  <a:lnTo>
                    <a:pt x="7433" y="15451"/>
                  </a:lnTo>
                  <a:lnTo>
                    <a:pt x="7442" y="14643"/>
                  </a:lnTo>
                  <a:lnTo>
                    <a:pt x="8369" y="13647"/>
                  </a:lnTo>
                  <a:lnTo>
                    <a:pt x="10297" y="10665"/>
                  </a:lnTo>
                  <a:lnTo>
                    <a:pt x="10156" y="9601"/>
                  </a:lnTo>
                  <a:lnTo>
                    <a:pt x="8272" y="8892"/>
                  </a:lnTo>
                  <a:lnTo>
                    <a:pt x="3307" y="9421"/>
                  </a:lnTo>
                  <a:lnTo>
                    <a:pt x="542" y="9441"/>
                  </a:lnTo>
                  <a:lnTo>
                    <a:pt x="114" y="8600"/>
                  </a:lnTo>
                  <a:lnTo>
                    <a:pt x="0" y="7027"/>
                  </a:lnTo>
                  <a:lnTo>
                    <a:pt x="111" y="5550"/>
                  </a:lnTo>
                  <a:lnTo>
                    <a:pt x="799" y="3237"/>
                  </a:lnTo>
                  <a:lnTo>
                    <a:pt x="1760" y="1471"/>
                  </a:lnTo>
                  <a:lnTo>
                    <a:pt x="2345" y="841"/>
                  </a:lnTo>
                  <a:lnTo>
                    <a:pt x="8930" y="1213"/>
                  </a:lnTo>
                  <a:lnTo>
                    <a:pt x="19689" y="115"/>
                  </a:lnTo>
                  <a:lnTo>
                    <a:pt x="22836" y="0"/>
                  </a:lnTo>
                  <a:close/>
                </a:path>
              </a:pathLst>
            </a:custGeom>
            <a:solidFill>
              <a:srgbClr val="C3DDB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g386"/>
            <p:cNvSpPr/>
            <p:nvPr/>
          </p:nvSpPr>
          <p:spPr>
            <a:xfrm>
              <a:off x="2113469" y="1265888"/>
              <a:ext cx="16538" cy="12411"/>
            </a:xfrm>
            <a:custGeom>
              <a:avLst/>
              <a:pathLst>
                <a:path w="16538" h="12411">
                  <a:moveTo>
                    <a:pt x="16262" y="4816"/>
                  </a:moveTo>
                  <a:lnTo>
                    <a:pt x="16538" y="8664"/>
                  </a:lnTo>
                  <a:lnTo>
                    <a:pt x="16284" y="10599"/>
                  </a:lnTo>
                  <a:lnTo>
                    <a:pt x="15665" y="12027"/>
                  </a:lnTo>
                  <a:lnTo>
                    <a:pt x="15122" y="12363"/>
                  </a:lnTo>
                  <a:lnTo>
                    <a:pt x="14390" y="12411"/>
                  </a:lnTo>
                  <a:lnTo>
                    <a:pt x="11060" y="11294"/>
                  </a:lnTo>
                  <a:lnTo>
                    <a:pt x="10045" y="10638"/>
                  </a:lnTo>
                  <a:lnTo>
                    <a:pt x="9990" y="10082"/>
                  </a:lnTo>
                  <a:lnTo>
                    <a:pt x="9664" y="8999"/>
                  </a:lnTo>
                  <a:lnTo>
                    <a:pt x="7439" y="7592"/>
                  </a:lnTo>
                  <a:lnTo>
                    <a:pt x="3272" y="7818"/>
                  </a:lnTo>
                  <a:lnTo>
                    <a:pt x="1536" y="7684"/>
                  </a:lnTo>
                  <a:lnTo>
                    <a:pt x="843" y="7264"/>
                  </a:lnTo>
                  <a:lnTo>
                    <a:pt x="409" y="6661"/>
                  </a:lnTo>
                  <a:lnTo>
                    <a:pt x="0" y="4220"/>
                  </a:lnTo>
                  <a:lnTo>
                    <a:pt x="68" y="3359"/>
                  </a:lnTo>
                  <a:lnTo>
                    <a:pt x="578" y="1861"/>
                  </a:lnTo>
                  <a:lnTo>
                    <a:pt x="886" y="1499"/>
                  </a:lnTo>
                  <a:lnTo>
                    <a:pt x="3939" y="117"/>
                  </a:lnTo>
                  <a:lnTo>
                    <a:pt x="4811" y="0"/>
                  </a:lnTo>
                  <a:lnTo>
                    <a:pt x="8545" y="522"/>
                  </a:lnTo>
                  <a:lnTo>
                    <a:pt x="11855" y="587"/>
                  </a:lnTo>
                  <a:lnTo>
                    <a:pt x="13520" y="974"/>
                  </a:lnTo>
                  <a:lnTo>
                    <a:pt x="15006" y="1841"/>
                  </a:lnTo>
                  <a:lnTo>
                    <a:pt x="15877" y="3154"/>
                  </a:lnTo>
                  <a:close/>
                </a:path>
              </a:pathLst>
            </a:custGeom>
            <a:solidFill>
              <a:srgbClr val="C3DDB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g387"/>
            <p:cNvSpPr/>
            <p:nvPr/>
          </p:nvSpPr>
          <p:spPr>
            <a:xfrm>
              <a:off x="2154330" y="1229830"/>
              <a:ext cx="142969" cy="94986"/>
            </a:xfrm>
            <a:custGeom>
              <a:avLst/>
              <a:pathLst>
                <a:path w="142969" h="94986">
                  <a:moveTo>
                    <a:pt x="59567" y="6841"/>
                  </a:moveTo>
                  <a:lnTo>
                    <a:pt x="61158" y="9310"/>
                  </a:lnTo>
                  <a:lnTo>
                    <a:pt x="67039" y="15197"/>
                  </a:lnTo>
                  <a:lnTo>
                    <a:pt x="69702" y="17337"/>
                  </a:lnTo>
                  <a:lnTo>
                    <a:pt x="74224" y="19995"/>
                  </a:lnTo>
                  <a:lnTo>
                    <a:pt x="74787" y="20952"/>
                  </a:lnTo>
                  <a:lnTo>
                    <a:pt x="74838" y="21355"/>
                  </a:lnTo>
                  <a:lnTo>
                    <a:pt x="74710" y="22773"/>
                  </a:lnTo>
                  <a:lnTo>
                    <a:pt x="75999" y="23298"/>
                  </a:lnTo>
                  <a:lnTo>
                    <a:pt x="79894" y="24116"/>
                  </a:lnTo>
                  <a:lnTo>
                    <a:pt x="84230" y="25588"/>
                  </a:lnTo>
                  <a:lnTo>
                    <a:pt x="85010" y="25504"/>
                  </a:lnTo>
                  <a:lnTo>
                    <a:pt x="86522" y="24633"/>
                  </a:lnTo>
                  <a:lnTo>
                    <a:pt x="88338" y="24395"/>
                  </a:lnTo>
                  <a:lnTo>
                    <a:pt x="90723" y="24604"/>
                  </a:lnTo>
                  <a:lnTo>
                    <a:pt x="91862" y="25227"/>
                  </a:lnTo>
                  <a:lnTo>
                    <a:pt x="92700" y="26143"/>
                  </a:lnTo>
                  <a:lnTo>
                    <a:pt x="93048" y="26800"/>
                  </a:lnTo>
                  <a:lnTo>
                    <a:pt x="93098" y="27308"/>
                  </a:lnTo>
                  <a:lnTo>
                    <a:pt x="92243" y="28292"/>
                  </a:lnTo>
                  <a:lnTo>
                    <a:pt x="92338" y="28673"/>
                  </a:lnTo>
                  <a:lnTo>
                    <a:pt x="92848" y="29132"/>
                  </a:lnTo>
                  <a:lnTo>
                    <a:pt x="92939" y="29668"/>
                  </a:lnTo>
                  <a:lnTo>
                    <a:pt x="92081" y="31769"/>
                  </a:lnTo>
                  <a:lnTo>
                    <a:pt x="92316" y="32539"/>
                  </a:lnTo>
                  <a:lnTo>
                    <a:pt x="94499" y="34451"/>
                  </a:lnTo>
                  <a:lnTo>
                    <a:pt x="96472" y="35405"/>
                  </a:lnTo>
                  <a:lnTo>
                    <a:pt x="100370" y="36441"/>
                  </a:lnTo>
                  <a:lnTo>
                    <a:pt x="102908" y="36366"/>
                  </a:lnTo>
                  <a:lnTo>
                    <a:pt x="104485" y="37022"/>
                  </a:lnTo>
                  <a:lnTo>
                    <a:pt x="104522" y="36617"/>
                  </a:lnTo>
                  <a:lnTo>
                    <a:pt x="103809" y="35396"/>
                  </a:lnTo>
                  <a:lnTo>
                    <a:pt x="102280" y="33662"/>
                  </a:lnTo>
                  <a:lnTo>
                    <a:pt x="99456" y="32770"/>
                  </a:lnTo>
                  <a:lnTo>
                    <a:pt x="99045" y="31754"/>
                  </a:lnTo>
                  <a:lnTo>
                    <a:pt x="98835" y="30025"/>
                  </a:lnTo>
                  <a:lnTo>
                    <a:pt x="99077" y="28885"/>
                  </a:lnTo>
                  <a:lnTo>
                    <a:pt x="100525" y="27964"/>
                  </a:lnTo>
                  <a:lnTo>
                    <a:pt x="101749" y="27667"/>
                  </a:lnTo>
                  <a:lnTo>
                    <a:pt x="105394" y="27625"/>
                  </a:lnTo>
                  <a:lnTo>
                    <a:pt x="107408" y="28035"/>
                  </a:lnTo>
                  <a:lnTo>
                    <a:pt x="110882" y="29320"/>
                  </a:lnTo>
                  <a:lnTo>
                    <a:pt x="111241" y="30020"/>
                  </a:lnTo>
                  <a:lnTo>
                    <a:pt x="111427" y="31404"/>
                  </a:lnTo>
                  <a:lnTo>
                    <a:pt x="111572" y="34186"/>
                  </a:lnTo>
                  <a:lnTo>
                    <a:pt x="111485" y="34784"/>
                  </a:lnTo>
                  <a:lnTo>
                    <a:pt x="108516" y="36360"/>
                  </a:lnTo>
                  <a:lnTo>
                    <a:pt x="107868" y="37429"/>
                  </a:lnTo>
                  <a:lnTo>
                    <a:pt x="108619" y="37731"/>
                  </a:lnTo>
                  <a:lnTo>
                    <a:pt x="111170" y="37969"/>
                  </a:lnTo>
                  <a:lnTo>
                    <a:pt x="115104" y="38941"/>
                  </a:lnTo>
                  <a:lnTo>
                    <a:pt x="116646" y="39039"/>
                  </a:lnTo>
                  <a:lnTo>
                    <a:pt x="118180" y="41293"/>
                  </a:lnTo>
                  <a:lnTo>
                    <a:pt x="119386" y="43441"/>
                  </a:lnTo>
                  <a:lnTo>
                    <a:pt x="118505" y="46066"/>
                  </a:lnTo>
                  <a:lnTo>
                    <a:pt x="117350" y="50285"/>
                  </a:lnTo>
                  <a:lnTo>
                    <a:pt x="116424" y="51252"/>
                  </a:lnTo>
                  <a:lnTo>
                    <a:pt x="115511" y="52722"/>
                  </a:lnTo>
                  <a:lnTo>
                    <a:pt x="116148" y="52989"/>
                  </a:lnTo>
                  <a:lnTo>
                    <a:pt x="120019" y="52403"/>
                  </a:lnTo>
                  <a:lnTo>
                    <a:pt x="120802" y="52204"/>
                  </a:lnTo>
                  <a:lnTo>
                    <a:pt x="123388" y="50770"/>
                  </a:lnTo>
                  <a:lnTo>
                    <a:pt x="127189" y="51103"/>
                  </a:lnTo>
                  <a:lnTo>
                    <a:pt x="128465" y="51474"/>
                  </a:lnTo>
                  <a:lnTo>
                    <a:pt x="129096" y="51976"/>
                  </a:lnTo>
                  <a:lnTo>
                    <a:pt x="130253" y="53577"/>
                  </a:lnTo>
                  <a:lnTo>
                    <a:pt x="131210" y="55698"/>
                  </a:lnTo>
                  <a:lnTo>
                    <a:pt x="131917" y="55505"/>
                  </a:lnTo>
                  <a:lnTo>
                    <a:pt x="133686" y="52932"/>
                  </a:lnTo>
                  <a:lnTo>
                    <a:pt x="134331" y="52298"/>
                  </a:lnTo>
                  <a:lnTo>
                    <a:pt x="135212" y="51684"/>
                  </a:lnTo>
                  <a:lnTo>
                    <a:pt x="135587" y="51798"/>
                  </a:lnTo>
                  <a:lnTo>
                    <a:pt x="137372" y="54195"/>
                  </a:lnTo>
                  <a:lnTo>
                    <a:pt x="141343" y="58422"/>
                  </a:lnTo>
                  <a:lnTo>
                    <a:pt x="142705" y="60168"/>
                  </a:lnTo>
                  <a:lnTo>
                    <a:pt x="142969" y="61457"/>
                  </a:lnTo>
                  <a:lnTo>
                    <a:pt x="141272" y="62958"/>
                  </a:lnTo>
                  <a:lnTo>
                    <a:pt x="139950" y="63709"/>
                  </a:lnTo>
                  <a:lnTo>
                    <a:pt x="130178" y="66910"/>
                  </a:lnTo>
                  <a:lnTo>
                    <a:pt x="125804" y="68723"/>
                  </a:lnTo>
                  <a:lnTo>
                    <a:pt x="123624" y="70122"/>
                  </a:lnTo>
                  <a:lnTo>
                    <a:pt x="122511" y="70590"/>
                  </a:lnTo>
                  <a:lnTo>
                    <a:pt x="120163" y="70373"/>
                  </a:lnTo>
                  <a:lnTo>
                    <a:pt x="119630" y="70607"/>
                  </a:lnTo>
                  <a:lnTo>
                    <a:pt x="118907" y="72859"/>
                  </a:lnTo>
                  <a:lnTo>
                    <a:pt x="118129" y="73822"/>
                  </a:lnTo>
                  <a:lnTo>
                    <a:pt x="116105" y="75377"/>
                  </a:lnTo>
                  <a:lnTo>
                    <a:pt x="113273" y="78193"/>
                  </a:lnTo>
                  <a:lnTo>
                    <a:pt x="111584" y="79430"/>
                  </a:lnTo>
                  <a:lnTo>
                    <a:pt x="108609" y="78528"/>
                  </a:lnTo>
                  <a:lnTo>
                    <a:pt x="107868" y="77212"/>
                  </a:lnTo>
                  <a:lnTo>
                    <a:pt x="107454" y="74250"/>
                  </a:lnTo>
                  <a:lnTo>
                    <a:pt x="107399" y="73024"/>
                  </a:lnTo>
                  <a:lnTo>
                    <a:pt x="107492" y="72376"/>
                  </a:lnTo>
                  <a:lnTo>
                    <a:pt x="107864" y="71326"/>
                  </a:lnTo>
                  <a:lnTo>
                    <a:pt x="109154" y="68792"/>
                  </a:lnTo>
                  <a:lnTo>
                    <a:pt x="109000" y="68526"/>
                  </a:lnTo>
                  <a:lnTo>
                    <a:pt x="108403" y="68737"/>
                  </a:lnTo>
                  <a:lnTo>
                    <a:pt x="106431" y="70004"/>
                  </a:lnTo>
                  <a:lnTo>
                    <a:pt x="105653" y="70669"/>
                  </a:lnTo>
                  <a:lnTo>
                    <a:pt x="104924" y="71831"/>
                  </a:lnTo>
                  <a:lnTo>
                    <a:pt x="104602" y="73783"/>
                  </a:lnTo>
                  <a:lnTo>
                    <a:pt x="104890" y="77385"/>
                  </a:lnTo>
                  <a:lnTo>
                    <a:pt x="104609" y="78837"/>
                  </a:lnTo>
                  <a:lnTo>
                    <a:pt x="103828" y="79558"/>
                  </a:lnTo>
                  <a:lnTo>
                    <a:pt x="104144" y="80118"/>
                  </a:lnTo>
                  <a:lnTo>
                    <a:pt x="106470" y="80889"/>
                  </a:lnTo>
                  <a:lnTo>
                    <a:pt x="106883" y="81226"/>
                  </a:lnTo>
                  <a:lnTo>
                    <a:pt x="107140" y="81841"/>
                  </a:lnTo>
                  <a:lnTo>
                    <a:pt x="107242" y="82727"/>
                  </a:lnTo>
                  <a:lnTo>
                    <a:pt x="107130" y="83545"/>
                  </a:lnTo>
                  <a:lnTo>
                    <a:pt x="106430" y="84804"/>
                  </a:lnTo>
                  <a:lnTo>
                    <a:pt x="105122" y="85317"/>
                  </a:lnTo>
                  <a:lnTo>
                    <a:pt x="103453" y="84742"/>
                  </a:lnTo>
                  <a:lnTo>
                    <a:pt x="99844" y="81629"/>
                  </a:lnTo>
                  <a:lnTo>
                    <a:pt x="98277" y="81800"/>
                  </a:lnTo>
                  <a:lnTo>
                    <a:pt x="97883" y="82157"/>
                  </a:lnTo>
                  <a:lnTo>
                    <a:pt x="98220" y="83268"/>
                  </a:lnTo>
                  <a:lnTo>
                    <a:pt x="99328" y="85759"/>
                  </a:lnTo>
                  <a:lnTo>
                    <a:pt x="99530" y="87831"/>
                  </a:lnTo>
                  <a:lnTo>
                    <a:pt x="99019" y="89553"/>
                  </a:lnTo>
                  <a:lnTo>
                    <a:pt x="97988" y="92272"/>
                  </a:lnTo>
                  <a:lnTo>
                    <a:pt x="97281" y="93728"/>
                  </a:lnTo>
                  <a:lnTo>
                    <a:pt x="96898" y="93922"/>
                  </a:lnTo>
                  <a:lnTo>
                    <a:pt x="95104" y="93965"/>
                  </a:lnTo>
                  <a:lnTo>
                    <a:pt x="93567" y="93232"/>
                  </a:lnTo>
                  <a:lnTo>
                    <a:pt x="89005" y="88475"/>
                  </a:lnTo>
                  <a:lnTo>
                    <a:pt x="86748" y="86446"/>
                  </a:lnTo>
                  <a:lnTo>
                    <a:pt x="83446" y="82481"/>
                  </a:lnTo>
                  <a:lnTo>
                    <a:pt x="82603" y="81665"/>
                  </a:lnTo>
                  <a:lnTo>
                    <a:pt x="82094" y="81483"/>
                  </a:lnTo>
                  <a:lnTo>
                    <a:pt x="81616" y="83187"/>
                  </a:lnTo>
                  <a:lnTo>
                    <a:pt x="82534" y="84764"/>
                  </a:lnTo>
                  <a:lnTo>
                    <a:pt x="85505" y="88475"/>
                  </a:lnTo>
                  <a:lnTo>
                    <a:pt x="87279" y="91173"/>
                  </a:lnTo>
                  <a:lnTo>
                    <a:pt x="88557" y="93408"/>
                  </a:lnTo>
                  <a:lnTo>
                    <a:pt x="88764" y="94334"/>
                  </a:lnTo>
                  <a:lnTo>
                    <a:pt x="88327" y="94698"/>
                  </a:lnTo>
                  <a:lnTo>
                    <a:pt x="87671" y="94491"/>
                  </a:lnTo>
                  <a:lnTo>
                    <a:pt x="86798" y="93711"/>
                  </a:lnTo>
                  <a:lnTo>
                    <a:pt x="84094" y="92394"/>
                  </a:lnTo>
                  <a:lnTo>
                    <a:pt x="82971" y="91659"/>
                  </a:lnTo>
                  <a:lnTo>
                    <a:pt x="82236" y="90808"/>
                  </a:lnTo>
                  <a:lnTo>
                    <a:pt x="80888" y="90163"/>
                  </a:lnTo>
                  <a:lnTo>
                    <a:pt x="78924" y="89722"/>
                  </a:lnTo>
                  <a:lnTo>
                    <a:pt x="76952" y="89636"/>
                  </a:lnTo>
                  <a:lnTo>
                    <a:pt x="74971" y="89908"/>
                  </a:lnTo>
                  <a:lnTo>
                    <a:pt x="74596" y="90322"/>
                  </a:lnTo>
                  <a:lnTo>
                    <a:pt x="76828" y="91479"/>
                  </a:lnTo>
                  <a:lnTo>
                    <a:pt x="77605" y="92125"/>
                  </a:lnTo>
                  <a:lnTo>
                    <a:pt x="78184" y="92951"/>
                  </a:lnTo>
                  <a:lnTo>
                    <a:pt x="78564" y="93955"/>
                  </a:lnTo>
                  <a:lnTo>
                    <a:pt x="77830" y="94590"/>
                  </a:lnTo>
                  <a:lnTo>
                    <a:pt x="75059" y="94986"/>
                  </a:lnTo>
                  <a:lnTo>
                    <a:pt x="71357" y="94734"/>
                  </a:lnTo>
                  <a:lnTo>
                    <a:pt x="65367" y="93860"/>
                  </a:lnTo>
                  <a:lnTo>
                    <a:pt x="59401" y="92415"/>
                  </a:lnTo>
                  <a:lnTo>
                    <a:pt x="53891" y="90169"/>
                  </a:lnTo>
                  <a:lnTo>
                    <a:pt x="49906" y="87916"/>
                  </a:lnTo>
                  <a:lnTo>
                    <a:pt x="48329" y="86716"/>
                  </a:lnTo>
                  <a:lnTo>
                    <a:pt x="47834" y="85818"/>
                  </a:lnTo>
                  <a:lnTo>
                    <a:pt x="49329" y="85034"/>
                  </a:lnTo>
                  <a:lnTo>
                    <a:pt x="54556" y="84025"/>
                  </a:lnTo>
                  <a:lnTo>
                    <a:pt x="59794" y="83379"/>
                  </a:lnTo>
                  <a:lnTo>
                    <a:pt x="58965" y="82816"/>
                  </a:lnTo>
                  <a:lnTo>
                    <a:pt x="49452" y="81536"/>
                  </a:lnTo>
                  <a:lnTo>
                    <a:pt x="46320" y="81303"/>
                  </a:lnTo>
                  <a:lnTo>
                    <a:pt x="44652" y="81639"/>
                  </a:lnTo>
                  <a:lnTo>
                    <a:pt x="42736" y="81440"/>
                  </a:lnTo>
                  <a:lnTo>
                    <a:pt x="41238" y="80424"/>
                  </a:lnTo>
                  <a:lnTo>
                    <a:pt x="39257" y="78499"/>
                  </a:lnTo>
                  <a:lnTo>
                    <a:pt x="38253" y="77225"/>
                  </a:lnTo>
                  <a:lnTo>
                    <a:pt x="38388" y="76728"/>
                  </a:lnTo>
                  <a:lnTo>
                    <a:pt x="39143" y="76445"/>
                  </a:lnTo>
                  <a:lnTo>
                    <a:pt x="43446" y="76686"/>
                  </a:lnTo>
                  <a:lnTo>
                    <a:pt x="44037" y="76495"/>
                  </a:lnTo>
                  <a:lnTo>
                    <a:pt x="41884" y="75537"/>
                  </a:lnTo>
                  <a:lnTo>
                    <a:pt x="34989" y="73641"/>
                  </a:lnTo>
                  <a:lnTo>
                    <a:pt x="32401" y="71966"/>
                  </a:lnTo>
                  <a:lnTo>
                    <a:pt x="31925" y="71312"/>
                  </a:lnTo>
                  <a:lnTo>
                    <a:pt x="31730" y="70669"/>
                  </a:lnTo>
                  <a:lnTo>
                    <a:pt x="31814" y="70037"/>
                  </a:lnTo>
                  <a:lnTo>
                    <a:pt x="34405" y="68760"/>
                  </a:lnTo>
                  <a:lnTo>
                    <a:pt x="42403" y="65743"/>
                  </a:lnTo>
                  <a:lnTo>
                    <a:pt x="45150" y="65274"/>
                  </a:lnTo>
                  <a:lnTo>
                    <a:pt x="47915" y="65244"/>
                  </a:lnTo>
                  <a:lnTo>
                    <a:pt x="49840" y="64375"/>
                  </a:lnTo>
                  <a:lnTo>
                    <a:pt x="51503" y="61514"/>
                  </a:lnTo>
                  <a:lnTo>
                    <a:pt x="59786" y="60486"/>
                  </a:lnTo>
                  <a:lnTo>
                    <a:pt x="66171" y="59201"/>
                  </a:lnTo>
                  <a:lnTo>
                    <a:pt x="66704" y="58852"/>
                  </a:lnTo>
                  <a:lnTo>
                    <a:pt x="61918" y="59087"/>
                  </a:lnTo>
                  <a:lnTo>
                    <a:pt x="55150" y="58831"/>
                  </a:lnTo>
                  <a:lnTo>
                    <a:pt x="52266" y="56886"/>
                  </a:lnTo>
                  <a:lnTo>
                    <a:pt x="50315" y="56555"/>
                  </a:lnTo>
                  <a:lnTo>
                    <a:pt x="48155" y="56571"/>
                  </a:lnTo>
                  <a:lnTo>
                    <a:pt x="45642" y="57182"/>
                  </a:lnTo>
                  <a:lnTo>
                    <a:pt x="41343" y="58986"/>
                  </a:lnTo>
                  <a:lnTo>
                    <a:pt x="39276" y="59406"/>
                  </a:lnTo>
                  <a:lnTo>
                    <a:pt x="34612" y="61275"/>
                  </a:lnTo>
                  <a:lnTo>
                    <a:pt x="33312" y="61142"/>
                  </a:lnTo>
                  <a:lnTo>
                    <a:pt x="32660" y="60920"/>
                  </a:lnTo>
                  <a:lnTo>
                    <a:pt x="32465" y="60555"/>
                  </a:lnTo>
                  <a:lnTo>
                    <a:pt x="33307" y="59315"/>
                  </a:lnTo>
                  <a:lnTo>
                    <a:pt x="34532" y="58469"/>
                  </a:lnTo>
                  <a:lnTo>
                    <a:pt x="34282" y="58178"/>
                  </a:lnTo>
                  <a:lnTo>
                    <a:pt x="32453" y="57999"/>
                  </a:lnTo>
                  <a:lnTo>
                    <a:pt x="30335" y="58033"/>
                  </a:lnTo>
                  <a:lnTo>
                    <a:pt x="28863" y="58326"/>
                  </a:lnTo>
                  <a:lnTo>
                    <a:pt x="23487" y="59965"/>
                  </a:lnTo>
                  <a:lnTo>
                    <a:pt x="21078" y="61191"/>
                  </a:lnTo>
                  <a:lnTo>
                    <a:pt x="20353" y="61299"/>
                  </a:lnTo>
                  <a:lnTo>
                    <a:pt x="17752" y="59383"/>
                  </a:lnTo>
                  <a:lnTo>
                    <a:pt x="13603" y="58330"/>
                  </a:lnTo>
                  <a:lnTo>
                    <a:pt x="12677" y="57508"/>
                  </a:lnTo>
                  <a:lnTo>
                    <a:pt x="13531" y="54283"/>
                  </a:lnTo>
                  <a:lnTo>
                    <a:pt x="14743" y="53620"/>
                  </a:lnTo>
                  <a:lnTo>
                    <a:pt x="17926" y="53080"/>
                  </a:lnTo>
                  <a:lnTo>
                    <a:pt x="27464" y="50152"/>
                  </a:lnTo>
                  <a:lnTo>
                    <a:pt x="28002" y="49589"/>
                  </a:lnTo>
                  <a:lnTo>
                    <a:pt x="28900" y="48108"/>
                  </a:lnTo>
                  <a:lnTo>
                    <a:pt x="26719" y="48423"/>
                  </a:lnTo>
                  <a:lnTo>
                    <a:pt x="21939" y="49855"/>
                  </a:lnTo>
                  <a:lnTo>
                    <a:pt x="17991" y="50568"/>
                  </a:lnTo>
                  <a:lnTo>
                    <a:pt x="14877" y="50563"/>
                  </a:lnTo>
                  <a:lnTo>
                    <a:pt x="12600" y="50358"/>
                  </a:lnTo>
                  <a:lnTo>
                    <a:pt x="11160" y="49956"/>
                  </a:lnTo>
                  <a:lnTo>
                    <a:pt x="9427" y="49042"/>
                  </a:lnTo>
                  <a:lnTo>
                    <a:pt x="3784" y="44822"/>
                  </a:lnTo>
                  <a:lnTo>
                    <a:pt x="2244" y="42779"/>
                  </a:lnTo>
                  <a:lnTo>
                    <a:pt x="2029" y="40976"/>
                  </a:lnTo>
                  <a:lnTo>
                    <a:pt x="1633" y="39602"/>
                  </a:lnTo>
                  <a:lnTo>
                    <a:pt x="0" y="36304"/>
                  </a:lnTo>
                  <a:lnTo>
                    <a:pt x="12080" y="38354"/>
                  </a:lnTo>
                  <a:lnTo>
                    <a:pt x="16810" y="38742"/>
                  </a:lnTo>
                  <a:lnTo>
                    <a:pt x="25926" y="38876"/>
                  </a:lnTo>
                  <a:lnTo>
                    <a:pt x="26353" y="38676"/>
                  </a:lnTo>
                  <a:lnTo>
                    <a:pt x="26488" y="38141"/>
                  </a:lnTo>
                  <a:lnTo>
                    <a:pt x="26331" y="37274"/>
                  </a:lnTo>
                  <a:lnTo>
                    <a:pt x="26400" y="36605"/>
                  </a:lnTo>
                  <a:lnTo>
                    <a:pt x="26697" y="36138"/>
                  </a:lnTo>
                  <a:lnTo>
                    <a:pt x="30087" y="34949"/>
                  </a:lnTo>
                  <a:lnTo>
                    <a:pt x="30597" y="34558"/>
                  </a:lnTo>
                  <a:lnTo>
                    <a:pt x="26605" y="34362"/>
                  </a:lnTo>
                  <a:lnTo>
                    <a:pt x="19266" y="36346"/>
                  </a:lnTo>
                  <a:lnTo>
                    <a:pt x="16674" y="36327"/>
                  </a:lnTo>
                  <a:lnTo>
                    <a:pt x="13734" y="33492"/>
                  </a:lnTo>
                  <a:lnTo>
                    <a:pt x="10593" y="33990"/>
                  </a:lnTo>
                  <a:lnTo>
                    <a:pt x="9110" y="33765"/>
                  </a:lnTo>
                  <a:lnTo>
                    <a:pt x="6802" y="33050"/>
                  </a:lnTo>
                  <a:lnTo>
                    <a:pt x="5666" y="32427"/>
                  </a:lnTo>
                  <a:lnTo>
                    <a:pt x="4933" y="31656"/>
                  </a:lnTo>
                  <a:lnTo>
                    <a:pt x="4620" y="31007"/>
                  </a:lnTo>
                  <a:lnTo>
                    <a:pt x="4727" y="30481"/>
                  </a:lnTo>
                  <a:lnTo>
                    <a:pt x="5348" y="29892"/>
                  </a:lnTo>
                  <a:lnTo>
                    <a:pt x="8056" y="29075"/>
                  </a:lnTo>
                  <a:lnTo>
                    <a:pt x="9279" y="28997"/>
                  </a:lnTo>
                  <a:lnTo>
                    <a:pt x="12502" y="29523"/>
                  </a:lnTo>
                  <a:lnTo>
                    <a:pt x="14919" y="29484"/>
                  </a:lnTo>
                  <a:lnTo>
                    <a:pt x="14122" y="28608"/>
                  </a:lnTo>
                  <a:lnTo>
                    <a:pt x="10629" y="26403"/>
                  </a:lnTo>
                  <a:lnTo>
                    <a:pt x="7573" y="23962"/>
                  </a:lnTo>
                  <a:lnTo>
                    <a:pt x="7805" y="19886"/>
                  </a:lnTo>
                  <a:lnTo>
                    <a:pt x="10313" y="19022"/>
                  </a:lnTo>
                  <a:lnTo>
                    <a:pt x="12913" y="18880"/>
                  </a:lnTo>
                  <a:lnTo>
                    <a:pt x="15452" y="19910"/>
                  </a:lnTo>
                  <a:lnTo>
                    <a:pt x="18858" y="20052"/>
                  </a:lnTo>
                  <a:lnTo>
                    <a:pt x="21297" y="21215"/>
                  </a:lnTo>
                  <a:lnTo>
                    <a:pt x="22920" y="23447"/>
                  </a:lnTo>
                  <a:lnTo>
                    <a:pt x="24846" y="23404"/>
                  </a:lnTo>
                  <a:lnTo>
                    <a:pt x="27882" y="23826"/>
                  </a:lnTo>
                  <a:lnTo>
                    <a:pt x="34676" y="23793"/>
                  </a:lnTo>
                  <a:lnTo>
                    <a:pt x="33448" y="22995"/>
                  </a:lnTo>
                  <a:lnTo>
                    <a:pt x="31334" y="22300"/>
                  </a:lnTo>
                  <a:lnTo>
                    <a:pt x="26530" y="21386"/>
                  </a:lnTo>
                  <a:lnTo>
                    <a:pt x="24188" y="18117"/>
                  </a:lnTo>
                  <a:lnTo>
                    <a:pt x="19224" y="16432"/>
                  </a:lnTo>
                  <a:lnTo>
                    <a:pt x="15337" y="15550"/>
                  </a:lnTo>
                  <a:lnTo>
                    <a:pt x="15404" y="14809"/>
                  </a:lnTo>
                  <a:lnTo>
                    <a:pt x="18323" y="10744"/>
                  </a:lnTo>
                  <a:lnTo>
                    <a:pt x="21848" y="9300"/>
                  </a:lnTo>
                  <a:lnTo>
                    <a:pt x="27467" y="9845"/>
                  </a:lnTo>
                  <a:lnTo>
                    <a:pt x="31161" y="9078"/>
                  </a:lnTo>
                  <a:lnTo>
                    <a:pt x="35918" y="7644"/>
                  </a:lnTo>
                  <a:lnTo>
                    <a:pt x="40577" y="8307"/>
                  </a:lnTo>
                  <a:lnTo>
                    <a:pt x="41779" y="8245"/>
                  </a:lnTo>
                  <a:lnTo>
                    <a:pt x="42490" y="7804"/>
                  </a:lnTo>
                  <a:lnTo>
                    <a:pt x="43113" y="6960"/>
                  </a:lnTo>
                  <a:lnTo>
                    <a:pt x="43116" y="6183"/>
                  </a:lnTo>
                  <a:lnTo>
                    <a:pt x="42500" y="5471"/>
                  </a:lnTo>
                  <a:lnTo>
                    <a:pt x="41030" y="4589"/>
                  </a:lnTo>
                  <a:lnTo>
                    <a:pt x="35084" y="4465"/>
                  </a:lnTo>
                  <a:lnTo>
                    <a:pt x="32453" y="4119"/>
                  </a:lnTo>
                  <a:lnTo>
                    <a:pt x="31428" y="3648"/>
                  </a:lnTo>
                  <a:lnTo>
                    <a:pt x="31133" y="2939"/>
                  </a:lnTo>
                  <a:lnTo>
                    <a:pt x="30976" y="2207"/>
                  </a:lnTo>
                  <a:lnTo>
                    <a:pt x="30958" y="1455"/>
                  </a:lnTo>
                  <a:lnTo>
                    <a:pt x="31115" y="993"/>
                  </a:lnTo>
                  <a:lnTo>
                    <a:pt x="31612" y="742"/>
                  </a:lnTo>
                  <a:lnTo>
                    <a:pt x="33070" y="445"/>
                  </a:lnTo>
                  <a:lnTo>
                    <a:pt x="38613" y="408"/>
                  </a:lnTo>
                  <a:lnTo>
                    <a:pt x="41929" y="0"/>
                  </a:lnTo>
                  <a:lnTo>
                    <a:pt x="45562" y="535"/>
                  </a:lnTo>
                  <a:lnTo>
                    <a:pt x="53144" y="2545"/>
                  </a:lnTo>
                  <a:lnTo>
                    <a:pt x="55591" y="3569"/>
                  </a:lnTo>
                  <a:lnTo>
                    <a:pt x="58198" y="5286"/>
                  </a:lnTo>
                  <a:close/>
                </a:path>
              </a:pathLst>
            </a:custGeom>
            <a:solidFill>
              <a:srgbClr val="C3DDB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g388"/>
            <p:cNvSpPr/>
            <p:nvPr/>
          </p:nvSpPr>
          <p:spPr>
            <a:xfrm>
              <a:off x="2216353" y="1178068"/>
              <a:ext cx="371427" cy="205145"/>
            </a:xfrm>
            <a:custGeom>
              <a:avLst/>
              <a:pathLst>
                <a:path w="371427" h="205145">
                  <a:moveTo>
                    <a:pt x="270497" y="2934"/>
                  </a:moveTo>
                  <a:lnTo>
                    <a:pt x="280438" y="3467"/>
                  </a:lnTo>
                  <a:lnTo>
                    <a:pt x="283658" y="3275"/>
                  </a:lnTo>
                  <a:lnTo>
                    <a:pt x="287340" y="4578"/>
                  </a:lnTo>
                  <a:lnTo>
                    <a:pt x="289561" y="4730"/>
                  </a:lnTo>
                  <a:lnTo>
                    <a:pt x="293219" y="4482"/>
                  </a:lnTo>
                  <a:lnTo>
                    <a:pt x="295886" y="4793"/>
                  </a:lnTo>
                  <a:lnTo>
                    <a:pt x="305806" y="5084"/>
                  </a:lnTo>
                  <a:lnTo>
                    <a:pt x="307867" y="5592"/>
                  </a:lnTo>
                  <a:lnTo>
                    <a:pt x="307840" y="6204"/>
                  </a:lnTo>
                  <a:lnTo>
                    <a:pt x="305700" y="7531"/>
                  </a:lnTo>
                  <a:lnTo>
                    <a:pt x="302824" y="8811"/>
                  </a:lnTo>
                  <a:lnTo>
                    <a:pt x="284285" y="12981"/>
                  </a:lnTo>
                  <a:lnTo>
                    <a:pt x="282923" y="13673"/>
                  </a:lnTo>
                  <a:lnTo>
                    <a:pt x="286536" y="13893"/>
                  </a:lnTo>
                  <a:lnTo>
                    <a:pt x="291861" y="13700"/>
                  </a:lnTo>
                  <a:lnTo>
                    <a:pt x="295990" y="13237"/>
                  </a:lnTo>
                  <a:lnTo>
                    <a:pt x="300858" y="11821"/>
                  </a:lnTo>
                  <a:lnTo>
                    <a:pt x="302466" y="11738"/>
                  </a:lnTo>
                  <a:lnTo>
                    <a:pt x="305560" y="11051"/>
                  </a:lnTo>
                  <a:lnTo>
                    <a:pt x="311549" y="9130"/>
                  </a:lnTo>
                  <a:lnTo>
                    <a:pt x="316339" y="8087"/>
                  </a:lnTo>
                  <a:lnTo>
                    <a:pt x="318506" y="8544"/>
                  </a:lnTo>
                  <a:lnTo>
                    <a:pt x="320329" y="9270"/>
                  </a:lnTo>
                  <a:lnTo>
                    <a:pt x="321560" y="9352"/>
                  </a:lnTo>
                  <a:lnTo>
                    <a:pt x="322199" y="8794"/>
                  </a:lnTo>
                  <a:lnTo>
                    <a:pt x="323225" y="7268"/>
                  </a:lnTo>
                  <a:lnTo>
                    <a:pt x="323825" y="6713"/>
                  </a:lnTo>
                  <a:lnTo>
                    <a:pt x="325400" y="6317"/>
                  </a:lnTo>
                  <a:lnTo>
                    <a:pt x="326363" y="6361"/>
                  </a:lnTo>
                  <a:lnTo>
                    <a:pt x="327925" y="7081"/>
                  </a:lnTo>
                  <a:lnTo>
                    <a:pt x="329655" y="8791"/>
                  </a:lnTo>
                  <a:lnTo>
                    <a:pt x="331249" y="9978"/>
                  </a:lnTo>
                  <a:lnTo>
                    <a:pt x="332109" y="9998"/>
                  </a:lnTo>
                  <a:lnTo>
                    <a:pt x="335756" y="8655"/>
                  </a:lnTo>
                  <a:lnTo>
                    <a:pt x="337591" y="8480"/>
                  </a:lnTo>
                  <a:lnTo>
                    <a:pt x="341766" y="8968"/>
                  </a:lnTo>
                  <a:lnTo>
                    <a:pt x="343500" y="9560"/>
                  </a:lnTo>
                  <a:lnTo>
                    <a:pt x="343813" y="10190"/>
                  </a:lnTo>
                  <a:lnTo>
                    <a:pt x="342704" y="10855"/>
                  </a:lnTo>
                  <a:lnTo>
                    <a:pt x="342015" y="11429"/>
                  </a:lnTo>
                  <a:lnTo>
                    <a:pt x="341748" y="11911"/>
                  </a:lnTo>
                  <a:lnTo>
                    <a:pt x="342355" y="12471"/>
                  </a:lnTo>
                  <a:lnTo>
                    <a:pt x="344882" y="13670"/>
                  </a:lnTo>
                  <a:lnTo>
                    <a:pt x="348538" y="16277"/>
                  </a:lnTo>
                  <a:lnTo>
                    <a:pt x="348517" y="17236"/>
                  </a:lnTo>
                  <a:lnTo>
                    <a:pt x="346522" y="19185"/>
                  </a:lnTo>
                  <a:lnTo>
                    <a:pt x="346571" y="19677"/>
                  </a:lnTo>
                  <a:lnTo>
                    <a:pt x="355974" y="17627"/>
                  </a:lnTo>
                  <a:lnTo>
                    <a:pt x="365456" y="18541"/>
                  </a:lnTo>
                  <a:lnTo>
                    <a:pt x="368139" y="19167"/>
                  </a:lnTo>
                  <a:lnTo>
                    <a:pt x="369170" y="19922"/>
                  </a:lnTo>
                  <a:lnTo>
                    <a:pt x="370266" y="21167"/>
                  </a:lnTo>
                  <a:lnTo>
                    <a:pt x="371427" y="22901"/>
                  </a:lnTo>
                  <a:lnTo>
                    <a:pt x="370619" y="24711"/>
                  </a:lnTo>
                  <a:lnTo>
                    <a:pt x="366453" y="27530"/>
                  </a:lnTo>
                  <a:lnTo>
                    <a:pt x="362148" y="29722"/>
                  </a:lnTo>
                  <a:lnTo>
                    <a:pt x="359612" y="31697"/>
                  </a:lnTo>
                  <a:lnTo>
                    <a:pt x="355715" y="32779"/>
                  </a:lnTo>
                  <a:lnTo>
                    <a:pt x="342360" y="37545"/>
                  </a:lnTo>
                  <a:lnTo>
                    <a:pt x="335832" y="39077"/>
                  </a:lnTo>
                  <a:lnTo>
                    <a:pt x="332080" y="40585"/>
                  </a:lnTo>
                  <a:lnTo>
                    <a:pt x="330396" y="40847"/>
                  </a:lnTo>
                  <a:lnTo>
                    <a:pt x="322448" y="40559"/>
                  </a:lnTo>
                  <a:lnTo>
                    <a:pt x="320339" y="41390"/>
                  </a:lnTo>
                  <a:lnTo>
                    <a:pt x="319166" y="42788"/>
                  </a:lnTo>
                  <a:lnTo>
                    <a:pt x="316660" y="43453"/>
                  </a:lnTo>
                  <a:lnTo>
                    <a:pt x="312959" y="43929"/>
                  </a:lnTo>
                  <a:lnTo>
                    <a:pt x="305391" y="44315"/>
                  </a:lnTo>
                  <a:lnTo>
                    <a:pt x="303693" y="45891"/>
                  </a:lnTo>
                  <a:lnTo>
                    <a:pt x="303260" y="46962"/>
                  </a:lnTo>
                  <a:lnTo>
                    <a:pt x="302522" y="47793"/>
                  </a:lnTo>
                  <a:lnTo>
                    <a:pt x="301877" y="48194"/>
                  </a:lnTo>
                  <a:lnTo>
                    <a:pt x="280251" y="53862"/>
                  </a:lnTo>
                  <a:lnTo>
                    <a:pt x="279853" y="54809"/>
                  </a:lnTo>
                  <a:lnTo>
                    <a:pt x="282030" y="55201"/>
                  </a:lnTo>
                  <a:lnTo>
                    <a:pt x="284771" y="54809"/>
                  </a:lnTo>
                  <a:lnTo>
                    <a:pt x="316238" y="47924"/>
                  </a:lnTo>
                  <a:lnTo>
                    <a:pt x="322279" y="47468"/>
                  </a:lnTo>
                  <a:lnTo>
                    <a:pt x="327884" y="47965"/>
                  </a:lnTo>
                  <a:lnTo>
                    <a:pt x="327242" y="49568"/>
                  </a:lnTo>
                  <a:lnTo>
                    <a:pt x="319306" y="54114"/>
                  </a:lnTo>
                  <a:lnTo>
                    <a:pt x="309204" y="58210"/>
                  </a:lnTo>
                  <a:lnTo>
                    <a:pt x="304158" y="61320"/>
                  </a:lnTo>
                  <a:lnTo>
                    <a:pt x="291392" y="66682"/>
                  </a:lnTo>
                  <a:lnTo>
                    <a:pt x="280959" y="72022"/>
                  </a:lnTo>
                  <a:lnTo>
                    <a:pt x="276950" y="74736"/>
                  </a:lnTo>
                  <a:lnTo>
                    <a:pt x="271579" y="79583"/>
                  </a:lnTo>
                  <a:lnTo>
                    <a:pt x="269744" y="80753"/>
                  </a:lnTo>
                  <a:lnTo>
                    <a:pt x="267512" y="81235"/>
                  </a:lnTo>
                  <a:lnTo>
                    <a:pt x="264886" y="81033"/>
                  </a:lnTo>
                  <a:lnTo>
                    <a:pt x="262519" y="80327"/>
                  </a:lnTo>
                  <a:lnTo>
                    <a:pt x="259361" y="78515"/>
                  </a:lnTo>
                  <a:lnTo>
                    <a:pt x="256484" y="76489"/>
                  </a:lnTo>
                  <a:lnTo>
                    <a:pt x="255583" y="76133"/>
                  </a:lnTo>
                  <a:lnTo>
                    <a:pt x="256129" y="77139"/>
                  </a:lnTo>
                  <a:lnTo>
                    <a:pt x="261675" y="83871"/>
                  </a:lnTo>
                  <a:lnTo>
                    <a:pt x="261040" y="85175"/>
                  </a:lnTo>
                  <a:lnTo>
                    <a:pt x="250858" y="86550"/>
                  </a:lnTo>
                  <a:lnTo>
                    <a:pt x="246352" y="87767"/>
                  </a:lnTo>
                  <a:lnTo>
                    <a:pt x="244027" y="88061"/>
                  </a:lnTo>
                  <a:lnTo>
                    <a:pt x="242381" y="87842"/>
                  </a:lnTo>
                  <a:lnTo>
                    <a:pt x="240776" y="87966"/>
                  </a:lnTo>
                  <a:lnTo>
                    <a:pt x="239212" y="88436"/>
                  </a:lnTo>
                  <a:lnTo>
                    <a:pt x="239126" y="88958"/>
                  </a:lnTo>
                  <a:lnTo>
                    <a:pt x="240519" y="89531"/>
                  </a:lnTo>
                  <a:lnTo>
                    <a:pt x="244572" y="89978"/>
                  </a:lnTo>
                  <a:lnTo>
                    <a:pt x="253579" y="88463"/>
                  </a:lnTo>
                  <a:lnTo>
                    <a:pt x="255024" y="88572"/>
                  </a:lnTo>
                  <a:lnTo>
                    <a:pt x="257341" y="89309"/>
                  </a:lnTo>
                  <a:lnTo>
                    <a:pt x="257454" y="89980"/>
                  </a:lnTo>
                  <a:lnTo>
                    <a:pt x="255036" y="92129"/>
                  </a:lnTo>
                  <a:lnTo>
                    <a:pt x="247744" y="94699"/>
                  </a:lnTo>
                  <a:lnTo>
                    <a:pt x="248697" y="94845"/>
                  </a:lnTo>
                  <a:lnTo>
                    <a:pt x="250785" y="95755"/>
                  </a:lnTo>
                  <a:lnTo>
                    <a:pt x="250738" y="96575"/>
                  </a:lnTo>
                  <a:lnTo>
                    <a:pt x="248442" y="98503"/>
                  </a:lnTo>
                  <a:lnTo>
                    <a:pt x="247354" y="99117"/>
                  </a:lnTo>
                  <a:lnTo>
                    <a:pt x="240326" y="100911"/>
                  </a:lnTo>
                  <a:lnTo>
                    <a:pt x="237267" y="101332"/>
                  </a:lnTo>
                  <a:lnTo>
                    <a:pt x="234574" y="101108"/>
                  </a:lnTo>
                  <a:lnTo>
                    <a:pt x="222245" y="97187"/>
                  </a:lnTo>
                  <a:lnTo>
                    <a:pt x="217895" y="96620"/>
                  </a:lnTo>
                  <a:lnTo>
                    <a:pt x="213761" y="95630"/>
                  </a:lnTo>
                  <a:lnTo>
                    <a:pt x="210712" y="95799"/>
                  </a:lnTo>
                  <a:lnTo>
                    <a:pt x="207473" y="96949"/>
                  </a:lnTo>
                  <a:lnTo>
                    <a:pt x="208929" y="97527"/>
                  </a:lnTo>
                  <a:lnTo>
                    <a:pt x="214897" y="98631"/>
                  </a:lnTo>
                  <a:lnTo>
                    <a:pt x="219881" y="98844"/>
                  </a:lnTo>
                  <a:lnTo>
                    <a:pt x="221948" y="99274"/>
                  </a:lnTo>
                  <a:lnTo>
                    <a:pt x="222760" y="99992"/>
                  </a:lnTo>
                  <a:lnTo>
                    <a:pt x="224911" y="102597"/>
                  </a:lnTo>
                  <a:lnTo>
                    <a:pt x="225255" y="103998"/>
                  </a:lnTo>
                  <a:lnTo>
                    <a:pt x="224780" y="105301"/>
                  </a:lnTo>
                  <a:lnTo>
                    <a:pt x="224129" y="106214"/>
                  </a:lnTo>
                  <a:lnTo>
                    <a:pt x="223300" y="106734"/>
                  </a:lnTo>
                  <a:lnTo>
                    <a:pt x="222026" y="106995"/>
                  </a:lnTo>
                  <a:lnTo>
                    <a:pt x="217153" y="106810"/>
                  </a:lnTo>
                  <a:lnTo>
                    <a:pt x="215332" y="107132"/>
                  </a:lnTo>
                  <a:lnTo>
                    <a:pt x="213220" y="107894"/>
                  </a:lnTo>
                  <a:lnTo>
                    <a:pt x="210571" y="108224"/>
                  </a:lnTo>
                  <a:lnTo>
                    <a:pt x="205794" y="108073"/>
                  </a:lnTo>
                  <a:lnTo>
                    <a:pt x="200170" y="109185"/>
                  </a:lnTo>
                  <a:lnTo>
                    <a:pt x="197197" y="109389"/>
                  </a:lnTo>
                  <a:lnTo>
                    <a:pt x="193901" y="108887"/>
                  </a:lnTo>
                  <a:lnTo>
                    <a:pt x="190329" y="107644"/>
                  </a:lnTo>
                  <a:lnTo>
                    <a:pt x="186561" y="107017"/>
                  </a:lnTo>
                  <a:lnTo>
                    <a:pt x="180191" y="106489"/>
                  </a:lnTo>
                  <a:lnTo>
                    <a:pt x="180724" y="107200"/>
                  </a:lnTo>
                  <a:lnTo>
                    <a:pt x="182968" y="107500"/>
                  </a:lnTo>
                  <a:lnTo>
                    <a:pt x="187541" y="109404"/>
                  </a:lnTo>
                  <a:lnTo>
                    <a:pt x="189727" y="111990"/>
                  </a:lnTo>
                  <a:lnTo>
                    <a:pt x="191784" y="112427"/>
                  </a:lnTo>
                  <a:lnTo>
                    <a:pt x="195986" y="114548"/>
                  </a:lnTo>
                  <a:lnTo>
                    <a:pt x="199022" y="114880"/>
                  </a:lnTo>
                  <a:lnTo>
                    <a:pt x="202191" y="115602"/>
                  </a:lnTo>
                  <a:lnTo>
                    <a:pt x="206656" y="114672"/>
                  </a:lnTo>
                  <a:lnTo>
                    <a:pt x="209655" y="114845"/>
                  </a:lnTo>
                  <a:lnTo>
                    <a:pt x="209032" y="120068"/>
                  </a:lnTo>
                  <a:lnTo>
                    <a:pt x="207708" y="120576"/>
                  </a:lnTo>
                  <a:lnTo>
                    <a:pt x="200490" y="120576"/>
                  </a:lnTo>
                  <a:lnTo>
                    <a:pt x="197060" y="119818"/>
                  </a:lnTo>
                  <a:lnTo>
                    <a:pt x="195545" y="119034"/>
                  </a:lnTo>
                  <a:lnTo>
                    <a:pt x="192220" y="118147"/>
                  </a:lnTo>
                  <a:lnTo>
                    <a:pt x="189225" y="118660"/>
                  </a:lnTo>
                  <a:lnTo>
                    <a:pt x="186509" y="118549"/>
                  </a:lnTo>
                  <a:lnTo>
                    <a:pt x="184668" y="119070"/>
                  </a:lnTo>
                  <a:lnTo>
                    <a:pt x="181747" y="119051"/>
                  </a:lnTo>
                  <a:lnTo>
                    <a:pt x="174107" y="119934"/>
                  </a:lnTo>
                  <a:lnTo>
                    <a:pt x="170070" y="119944"/>
                  </a:lnTo>
                  <a:lnTo>
                    <a:pt x="167090" y="119375"/>
                  </a:lnTo>
                  <a:lnTo>
                    <a:pt x="163627" y="119198"/>
                  </a:lnTo>
                  <a:lnTo>
                    <a:pt x="159682" y="119411"/>
                  </a:lnTo>
                  <a:lnTo>
                    <a:pt x="159958" y="120014"/>
                  </a:lnTo>
                  <a:lnTo>
                    <a:pt x="161630" y="120197"/>
                  </a:lnTo>
                  <a:lnTo>
                    <a:pt x="164065" y="121179"/>
                  </a:lnTo>
                  <a:lnTo>
                    <a:pt x="166322" y="122693"/>
                  </a:lnTo>
                  <a:lnTo>
                    <a:pt x="168199" y="123329"/>
                  </a:lnTo>
                  <a:lnTo>
                    <a:pt x="170448" y="122970"/>
                  </a:lnTo>
                  <a:lnTo>
                    <a:pt x="172737" y="122263"/>
                  </a:lnTo>
                  <a:lnTo>
                    <a:pt x="181093" y="121099"/>
                  </a:lnTo>
                  <a:lnTo>
                    <a:pt x="184757" y="120911"/>
                  </a:lnTo>
                  <a:lnTo>
                    <a:pt x="188027" y="121425"/>
                  </a:lnTo>
                  <a:lnTo>
                    <a:pt x="190202" y="122065"/>
                  </a:lnTo>
                  <a:lnTo>
                    <a:pt x="191721" y="122837"/>
                  </a:lnTo>
                  <a:lnTo>
                    <a:pt x="193642" y="124885"/>
                  </a:lnTo>
                  <a:lnTo>
                    <a:pt x="198459" y="125134"/>
                  </a:lnTo>
                  <a:lnTo>
                    <a:pt x="202131" y="125814"/>
                  </a:lnTo>
                  <a:lnTo>
                    <a:pt x="207983" y="128786"/>
                  </a:lnTo>
                  <a:lnTo>
                    <a:pt x="209592" y="129011"/>
                  </a:lnTo>
                  <a:lnTo>
                    <a:pt x="210241" y="129779"/>
                  </a:lnTo>
                  <a:lnTo>
                    <a:pt x="208998" y="131695"/>
                  </a:lnTo>
                  <a:lnTo>
                    <a:pt x="208858" y="132846"/>
                  </a:lnTo>
                  <a:lnTo>
                    <a:pt x="204811" y="135077"/>
                  </a:lnTo>
                  <a:lnTo>
                    <a:pt x="198499" y="135726"/>
                  </a:lnTo>
                  <a:lnTo>
                    <a:pt x="191561" y="135520"/>
                  </a:lnTo>
                  <a:lnTo>
                    <a:pt x="186593" y="135778"/>
                  </a:lnTo>
                  <a:lnTo>
                    <a:pt x="186073" y="136061"/>
                  </a:lnTo>
                  <a:lnTo>
                    <a:pt x="189481" y="136646"/>
                  </a:lnTo>
                  <a:lnTo>
                    <a:pt x="197380" y="139252"/>
                  </a:lnTo>
                  <a:lnTo>
                    <a:pt x="200441" y="140665"/>
                  </a:lnTo>
                  <a:lnTo>
                    <a:pt x="200974" y="141491"/>
                  </a:lnTo>
                  <a:lnTo>
                    <a:pt x="196621" y="144643"/>
                  </a:lnTo>
                  <a:lnTo>
                    <a:pt x="192778" y="150886"/>
                  </a:lnTo>
                  <a:lnTo>
                    <a:pt x="191515" y="151379"/>
                  </a:lnTo>
                  <a:lnTo>
                    <a:pt x="190200" y="151551"/>
                  </a:lnTo>
                  <a:lnTo>
                    <a:pt x="186811" y="151441"/>
                  </a:lnTo>
                  <a:lnTo>
                    <a:pt x="182515" y="153011"/>
                  </a:lnTo>
                  <a:lnTo>
                    <a:pt x="179274" y="153326"/>
                  </a:lnTo>
                  <a:lnTo>
                    <a:pt x="173401" y="152737"/>
                  </a:lnTo>
                  <a:lnTo>
                    <a:pt x="166617" y="152770"/>
                  </a:lnTo>
                  <a:lnTo>
                    <a:pt x="166083" y="153784"/>
                  </a:lnTo>
                  <a:lnTo>
                    <a:pt x="165745" y="155724"/>
                  </a:lnTo>
                  <a:lnTo>
                    <a:pt x="165782" y="158641"/>
                  </a:lnTo>
                  <a:lnTo>
                    <a:pt x="166196" y="162538"/>
                  </a:lnTo>
                  <a:lnTo>
                    <a:pt x="165842" y="165388"/>
                  </a:lnTo>
                  <a:lnTo>
                    <a:pt x="164723" y="167188"/>
                  </a:lnTo>
                  <a:lnTo>
                    <a:pt x="163312" y="168518"/>
                  </a:lnTo>
                  <a:lnTo>
                    <a:pt x="160759" y="169810"/>
                  </a:lnTo>
                  <a:lnTo>
                    <a:pt x="158136" y="170615"/>
                  </a:lnTo>
                  <a:lnTo>
                    <a:pt x="156173" y="170899"/>
                  </a:lnTo>
                  <a:lnTo>
                    <a:pt x="152906" y="170944"/>
                  </a:lnTo>
                  <a:lnTo>
                    <a:pt x="143537" y="171873"/>
                  </a:lnTo>
                  <a:lnTo>
                    <a:pt x="138963" y="171817"/>
                  </a:lnTo>
                  <a:lnTo>
                    <a:pt x="135412" y="171423"/>
                  </a:lnTo>
                  <a:lnTo>
                    <a:pt x="131737" y="170129"/>
                  </a:lnTo>
                  <a:lnTo>
                    <a:pt x="125616" y="166478"/>
                  </a:lnTo>
                  <a:lnTo>
                    <a:pt x="123880" y="165668"/>
                  </a:lnTo>
                  <a:lnTo>
                    <a:pt x="122176" y="165198"/>
                  </a:lnTo>
                  <a:lnTo>
                    <a:pt x="122241" y="165985"/>
                  </a:lnTo>
                  <a:lnTo>
                    <a:pt x="124072" y="168025"/>
                  </a:lnTo>
                  <a:lnTo>
                    <a:pt x="125600" y="169342"/>
                  </a:lnTo>
                  <a:lnTo>
                    <a:pt x="126824" y="169934"/>
                  </a:lnTo>
                  <a:lnTo>
                    <a:pt x="126536" y="170558"/>
                  </a:lnTo>
                  <a:lnTo>
                    <a:pt x="123835" y="171540"/>
                  </a:lnTo>
                  <a:lnTo>
                    <a:pt x="120857" y="171980"/>
                  </a:lnTo>
                  <a:lnTo>
                    <a:pt x="117329" y="171963"/>
                  </a:lnTo>
                  <a:lnTo>
                    <a:pt x="117217" y="172343"/>
                  </a:lnTo>
                  <a:lnTo>
                    <a:pt x="118414" y="173401"/>
                  </a:lnTo>
                  <a:lnTo>
                    <a:pt x="119969" y="174398"/>
                  </a:lnTo>
                  <a:lnTo>
                    <a:pt x="120991" y="174697"/>
                  </a:lnTo>
                  <a:lnTo>
                    <a:pt x="123695" y="174388"/>
                  </a:lnTo>
                  <a:lnTo>
                    <a:pt x="126827" y="173128"/>
                  </a:lnTo>
                  <a:lnTo>
                    <a:pt x="128781" y="172757"/>
                  </a:lnTo>
                  <a:lnTo>
                    <a:pt x="132668" y="173058"/>
                  </a:lnTo>
                  <a:lnTo>
                    <a:pt x="134199" y="173506"/>
                  </a:lnTo>
                  <a:lnTo>
                    <a:pt x="139054" y="176265"/>
                  </a:lnTo>
                  <a:lnTo>
                    <a:pt x="139731" y="176393"/>
                  </a:lnTo>
                  <a:lnTo>
                    <a:pt x="143325" y="175004"/>
                  </a:lnTo>
                  <a:lnTo>
                    <a:pt x="148523" y="174930"/>
                  </a:lnTo>
                  <a:lnTo>
                    <a:pt x="150429" y="176044"/>
                  </a:lnTo>
                  <a:lnTo>
                    <a:pt x="151157" y="178209"/>
                  </a:lnTo>
                  <a:lnTo>
                    <a:pt x="151246" y="179963"/>
                  </a:lnTo>
                  <a:lnTo>
                    <a:pt x="150696" y="181305"/>
                  </a:lnTo>
                  <a:lnTo>
                    <a:pt x="151893" y="182615"/>
                  </a:lnTo>
                  <a:lnTo>
                    <a:pt x="154837" y="183890"/>
                  </a:lnTo>
                  <a:lnTo>
                    <a:pt x="157120" y="184165"/>
                  </a:lnTo>
                  <a:lnTo>
                    <a:pt x="158745" y="183443"/>
                  </a:lnTo>
                  <a:lnTo>
                    <a:pt x="161214" y="181693"/>
                  </a:lnTo>
                  <a:lnTo>
                    <a:pt x="162261" y="181279"/>
                  </a:lnTo>
                  <a:lnTo>
                    <a:pt x="163250" y="181375"/>
                  </a:lnTo>
                  <a:lnTo>
                    <a:pt x="164758" y="182648"/>
                  </a:lnTo>
                  <a:lnTo>
                    <a:pt x="166786" y="185099"/>
                  </a:lnTo>
                  <a:lnTo>
                    <a:pt x="166974" y="187965"/>
                  </a:lnTo>
                  <a:lnTo>
                    <a:pt x="165324" y="191243"/>
                  </a:lnTo>
                  <a:lnTo>
                    <a:pt x="163305" y="193394"/>
                  </a:lnTo>
                  <a:lnTo>
                    <a:pt x="155384" y="196942"/>
                  </a:lnTo>
                  <a:lnTo>
                    <a:pt x="152990" y="198337"/>
                  </a:lnTo>
                  <a:lnTo>
                    <a:pt x="151099" y="199790"/>
                  </a:lnTo>
                  <a:lnTo>
                    <a:pt x="148355" y="201099"/>
                  </a:lnTo>
                  <a:lnTo>
                    <a:pt x="142962" y="202849"/>
                  </a:lnTo>
                  <a:lnTo>
                    <a:pt x="140119" y="203177"/>
                  </a:lnTo>
                  <a:lnTo>
                    <a:pt x="133983" y="205059"/>
                  </a:lnTo>
                  <a:lnTo>
                    <a:pt x="132650" y="205145"/>
                  </a:lnTo>
                  <a:lnTo>
                    <a:pt x="130660" y="204839"/>
                  </a:lnTo>
                  <a:lnTo>
                    <a:pt x="130249" y="203921"/>
                  </a:lnTo>
                  <a:lnTo>
                    <a:pt x="130755" y="202291"/>
                  </a:lnTo>
                  <a:lnTo>
                    <a:pt x="131413" y="200773"/>
                  </a:lnTo>
                  <a:lnTo>
                    <a:pt x="132222" y="199366"/>
                  </a:lnTo>
                  <a:lnTo>
                    <a:pt x="132252" y="198199"/>
                  </a:lnTo>
                  <a:lnTo>
                    <a:pt x="130519" y="196384"/>
                  </a:lnTo>
                  <a:lnTo>
                    <a:pt x="129302" y="195544"/>
                  </a:lnTo>
                  <a:lnTo>
                    <a:pt x="128128" y="195123"/>
                  </a:lnTo>
                  <a:lnTo>
                    <a:pt x="125763" y="195367"/>
                  </a:lnTo>
                  <a:lnTo>
                    <a:pt x="124426" y="195864"/>
                  </a:lnTo>
                  <a:lnTo>
                    <a:pt x="122994" y="195960"/>
                  </a:lnTo>
                  <a:lnTo>
                    <a:pt x="121466" y="195648"/>
                  </a:lnTo>
                  <a:lnTo>
                    <a:pt x="120179" y="194883"/>
                  </a:lnTo>
                  <a:lnTo>
                    <a:pt x="117605" y="191676"/>
                  </a:lnTo>
                  <a:lnTo>
                    <a:pt x="116636" y="191268"/>
                  </a:lnTo>
                  <a:lnTo>
                    <a:pt x="115366" y="191368"/>
                  </a:lnTo>
                  <a:lnTo>
                    <a:pt x="114230" y="190908"/>
                  </a:lnTo>
                  <a:lnTo>
                    <a:pt x="113226" y="189888"/>
                  </a:lnTo>
                  <a:lnTo>
                    <a:pt x="111564" y="188901"/>
                  </a:lnTo>
                  <a:lnTo>
                    <a:pt x="112008" y="189654"/>
                  </a:lnTo>
                  <a:lnTo>
                    <a:pt x="113671" y="191480"/>
                  </a:lnTo>
                  <a:lnTo>
                    <a:pt x="114829" y="193292"/>
                  </a:lnTo>
                  <a:lnTo>
                    <a:pt x="115482" y="195093"/>
                  </a:lnTo>
                  <a:lnTo>
                    <a:pt x="115180" y="196509"/>
                  </a:lnTo>
                  <a:lnTo>
                    <a:pt x="101094" y="197294"/>
                  </a:lnTo>
                  <a:lnTo>
                    <a:pt x="95040" y="196884"/>
                  </a:lnTo>
                  <a:lnTo>
                    <a:pt x="93814" y="195646"/>
                  </a:lnTo>
                  <a:lnTo>
                    <a:pt x="90920" y="190318"/>
                  </a:lnTo>
                  <a:lnTo>
                    <a:pt x="90291" y="199738"/>
                  </a:lnTo>
                  <a:lnTo>
                    <a:pt x="79738" y="201274"/>
                  </a:lnTo>
                  <a:lnTo>
                    <a:pt x="77272" y="201014"/>
                  </a:lnTo>
                  <a:lnTo>
                    <a:pt x="73166" y="199961"/>
                  </a:lnTo>
                  <a:lnTo>
                    <a:pt x="67861" y="197423"/>
                  </a:lnTo>
                  <a:lnTo>
                    <a:pt x="65663" y="195740"/>
                  </a:lnTo>
                  <a:lnTo>
                    <a:pt x="64802" y="194062"/>
                  </a:lnTo>
                  <a:lnTo>
                    <a:pt x="64161" y="193146"/>
                  </a:lnTo>
                  <a:lnTo>
                    <a:pt x="63743" y="192992"/>
                  </a:lnTo>
                  <a:lnTo>
                    <a:pt x="62424" y="195012"/>
                  </a:lnTo>
                  <a:lnTo>
                    <a:pt x="60983" y="199145"/>
                  </a:lnTo>
                  <a:lnTo>
                    <a:pt x="57357" y="198078"/>
                  </a:lnTo>
                  <a:lnTo>
                    <a:pt x="52769" y="197035"/>
                  </a:lnTo>
                  <a:lnTo>
                    <a:pt x="51116" y="192963"/>
                  </a:lnTo>
                  <a:lnTo>
                    <a:pt x="51022" y="198859"/>
                  </a:lnTo>
                  <a:lnTo>
                    <a:pt x="43626" y="198078"/>
                  </a:lnTo>
                  <a:lnTo>
                    <a:pt x="40072" y="198298"/>
                  </a:lnTo>
                  <a:lnTo>
                    <a:pt x="39028" y="193133"/>
                  </a:lnTo>
                  <a:lnTo>
                    <a:pt x="38855" y="187437"/>
                  </a:lnTo>
                  <a:lnTo>
                    <a:pt x="37414" y="191041"/>
                  </a:lnTo>
                  <a:lnTo>
                    <a:pt x="38042" y="194104"/>
                  </a:lnTo>
                  <a:lnTo>
                    <a:pt x="38246" y="197837"/>
                  </a:lnTo>
                  <a:lnTo>
                    <a:pt x="35103" y="196775"/>
                  </a:lnTo>
                  <a:lnTo>
                    <a:pt x="28206" y="196254"/>
                  </a:lnTo>
                  <a:lnTo>
                    <a:pt x="25763" y="195737"/>
                  </a:lnTo>
                  <a:lnTo>
                    <a:pt x="26077" y="190781"/>
                  </a:lnTo>
                  <a:lnTo>
                    <a:pt x="26620" y="185843"/>
                  </a:lnTo>
                  <a:lnTo>
                    <a:pt x="35503" y="180921"/>
                  </a:lnTo>
                  <a:lnTo>
                    <a:pt x="38120" y="178591"/>
                  </a:lnTo>
                  <a:lnTo>
                    <a:pt x="40046" y="177653"/>
                  </a:lnTo>
                  <a:lnTo>
                    <a:pt x="43095" y="177060"/>
                  </a:lnTo>
                  <a:lnTo>
                    <a:pt x="46989" y="176692"/>
                  </a:lnTo>
                  <a:lnTo>
                    <a:pt x="49645" y="176976"/>
                  </a:lnTo>
                  <a:lnTo>
                    <a:pt x="52677" y="176699"/>
                  </a:lnTo>
                  <a:lnTo>
                    <a:pt x="56300" y="175823"/>
                  </a:lnTo>
                  <a:lnTo>
                    <a:pt x="58887" y="175571"/>
                  </a:lnTo>
                  <a:lnTo>
                    <a:pt x="59373" y="175261"/>
                  </a:lnTo>
                  <a:lnTo>
                    <a:pt x="58624" y="174806"/>
                  </a:lnTo>
                  <a:lnTo>
                    <a:pt x="55856" y="171632"/>
                  </a:lnTo>
                  <a:lnTo>
                    <a:pt x="54862" y="170911"/>
                  </a:lnTo>
                  <a:lnTo>
                    <a:pt x="53851" y="170589"/>
                  </a:lnTo>
                  <a:lnTo>
                    <a:pt x="51849" y="170448"/>
                  </a:lnTo>
                  <a:lnTo>
                    <a:pt x="49905" y="169058"/>
                  </a:lnTo>
                  <a:lnTo>
                    <a:pt x="48780" y="167830"/>
                  </a:lnTo>
                  <a:lnTo>
                    <a:pt x="47577" y="166162"/>
                  </a:lnTo>
                  <a:lnTo>
                    <a:pt x="45655" y="163001"/>
                  </a:lnTo>
                  <a:lnTo>
                    <a:pt x="43744" y="159473"/>
                  </a:lnTo>
                  <a:lnTo>
                    <a:pt x="44691" y="157537"/>
                  </a:lnTo>
                  <a:lnTo>
                    <a:pt x="47858" y="156015"/>
                  </a:lnTo>
                  <a:lnTo>
                    <a:pt x="51031" y="154960"/>
                  </a:lnTo>
                  <a:lnTo>
                    <a:pt x="54209" y="154373"/>
                  </a:lnTo>
                  <a:lnTo>
                    <a:pt x="56866" y="154360"/>
                  </a:lnTo>
                  <a:lnTo>
                    <a:pt x="60070" y="155203"/>
                  </a:lnTo>
                  <a:lnTo>
                    <a:pt x="64579" y="156832"/>
                  </a:lnTo>
                  <a:lnTo>
                    <a:pt x="67164" y="158677"/>
                  </a:lnTo>
                  <a:lnTo>
                    <a:pt x="70410" y="162584"/>
                  </a:lnTo>
                  <a:lnTo>
                    <a:pt x="72549" y="165695"/>
                  </a:lnTo>
                  <a:lnTo>
                    <a:pt x="74288" y="167099"/>
                  </a:lnTo>
                  <a:lnTo>
                    <a:pt x="82058" y="169645"/>
                  </a:lnTo>
                  <a:lnTo>
                    <a:pt x="84645" y="170056"/>
                  </a:lnTo>
                  <a:lnTo>
                    <a:pt x="87712" y="169852"/>
                  </a:lnTo>
                  <a:lnTo>
                    <a:pt x="93969" y="169185"/>
                  </a:lnTo>
                  <a:lnTo>
                    <a:pt x="97044" y="168485"/>
                  </a:lnTo>
                  <a:lnTo>
                    <a:pt x="98424" y="167657"/>
                  </a:lnTo>
                  <a:lnTo>
                    <a:pt x="99134" y="166465"/>
                  </a:lnTo>
                  <a:lnTo>
                    <a:pt x="100017" y="165548"/>
                  </a:lnTo>
                  <a:lnTo>
                    <a:pt x="102784" y="163444"/>
                  </a:lnTo>
                  <a:lnTo>
                    <a:pt x="107020" y="159074"/>
                  </a:lnTo>
                  <a:lnTo>
                    <a:pt x="109364" y="155623"/>
                  </a:lnTo>
                  <a:lnTo>
                    <a:pt x="109921" y="154461"/>
                  </a:lnTo>
                  <a:lnTo>
                    <a:pt x="110388" y="153057"/>
                  </a:lnTo>
                  <a:lnTo>
                    <a:pt x="110766" y="151408"/>
                  </a:lnTo>
                  <a:lnTo>
                    <a:pt x="109447" y="152287"/>
                  </a:lnTo>
                  <a:lnTo>
                    <a:pt x="102132" y="160817"/>
                  </a:lnTo>
                  <a:lnTo>
                    <a:pt x="100615" y="162366"/>
                  </a:lnTo>
                  <a:lnTo>
                    <a:pt x="96336" y="164986"/>
                  </a:lnTo>
                  <a:lnTo>
                    <a:pt x="94522" y="165409"/>
                  </a:lnTo>
                  <a:lnTo>
                    <a:pt x="91602" y="165279"/>
                  </a:lnTo>
                  <a:lnTo>
                    <a:pt x="87726" y="164119"/>
                  </a:lnTo>
                  <a:lnTo>
                    <a:pt x="83159" y="165965"/>
                  </a:lnTo>
                  <a:lnTo>
                    <a:pt x="80389" y="165496"/>
                  </a:lnTo>
                  <a:lnTo>
                    <a:pt x="77933" y="164206"/>
                  </a:lnTo>
                  <a:lnTo>
                    <a:pt x="77901" y="158153"/>
                  </a:lnTo>
                  <a:lnTo>
                    <a:pt x="74787" y="153313"/>
                  </a:lnTo>
                  <a:lnTo>
                    <a:pt x="78226" y="150863"/>
                  </a:lnTo>
                  <a:lnTo>
                    <a:pt x="81076" y="149343"/>
                  </a:lnTo>
                  <a:lnTo>
                    <a:pt x="86147" y="145393"/>
                  </a:lnTo>
                  <a:lnTo>
                    <a:pt x="87259" y="145353"/>
                  </a:lnTo>
                  <a:lnTo>
                    <a:pt x="90933" y="145974"/>
                  </a:lnTo>
                  <a:lnTo>
                    <a:pt x="88917" y="145078"/>
                  </a:lnTo>
                  <a:lnTo>
                    <a:pt x="86944" y="143748"/>
                  </a:lnTo>
                  <a:lnTo>
                    <a:pt x="82552" y="144093"/>
                  </a:lnTo>
                  <a:lnTo>
                    <a:pt x="84102" y="135586"/>
                  </a:lnTo>
                  <a:lnTo>
                    <a:pt x="81163" y="141945"/>
                  </a:lnTo>
                  <a:lnTo>
                    <a:pt x="78167" y="145280"/>
                  </a:lnTo>
                  <a:lnTo>
                    <a:pt x="76354" y="146967"/>
                  </a:lnTo>
                  <a:lnTo>
                    <a:pt x="74319" y="147938"/>
                  </a:lnTo>
                  <a:lnTo>
                    <a:pt x="66619" y="148776"/>
                  </a:lnTo>
                  <a:lnTo>
                    <a:pt x="68510" y="145651"/>
                  </a:lnTo>
                  <a:lnTo>
                    <a:pt x="70247" y="141044"/>
                  </a:lnTo>
                  <a:lnTo>
                    <a:pt x="68408" y="142766"/>
                  </a:lnTo>
                  <a:lnTo>
                    <a:pt x="64068" y="145354"/>
                  </a:lnTo>
                  <a:lnTo>
                    <a:pt x="60820" y="146713"/>
                  </a:lnTo>
                  <a:lnTo>
                    <a:pt x="58143" y="147429"/>
                  </a:lnTo>
                  <a:lnTo>
                    <a:pt x="52950" y="147256"/>
                  </a:lnTo>
                  <a:lnTo>
                    <a:pt x="50361" y="145957"/>
                  </a:lnTo>
                  <a:lnTo>
                    <a:pt x="51100" y="142771"/>
                  </a:lnTo>
                  <a:lnTo>
                    <a:pt x="51098" y="138848"/>
                  </a:lnTo>
                  <a:lnTo>
                    <a:pt x="52682" y="137030"/>
                  </a:lnTo>
                  <a:lnTo>
                    <a:pt x="55083" y="134699"/>
                  </a:lnTo>
                  <a:lnTo>
                    <a:pt x="57659" y="131558"/>
                  </a:lnTo>
                  <a:lnTo>
                    <a:pt x="59426" y="128294"/>
                  </a:lnTo>
                  <a:lnTo>
                    <a:pt x="66325" y="126838"/>
                  </a:lnTo>
                  <a:lnTo>
                    <a:pt x="73038" y="126245"/>
                  </a:lnTo>
                  <a:lnTo>
                    <a:pt x="78661" y="124522"/>
                  </a:lnTo>
                  <a:lnTo>
                    <a:pt x="81414" y="124219"/>
                  </a:lnTo>
                  <a:lnTo>
                    <a:pt x="84053" y="125037"/>
                  </a:lnTo>
                  <a:lnTo>
                    <a:pt x="94769" y="126379"/>
                  </a:lnTo>
                  <a:lnTo>
                    <a:pt x="99168" y="127404"/>
                  </a:lnTo>
                  <a:lnTo>
                    <a:pt x="101097" y="128147"/>
                  </a:lnTo>
                  <a:lnTo>
                    <a:pt x="102526" y="128414"/>
                  </a:lnTo>
                  <a:lnTo>
                    <a:pt x="104038" y="127304"/>
                  </a:lnTo>
                  <a:lnTo>
                    <a:pt x="105959" y="126232"/>
                  </a:lnTo>
                  <a:lnTo>
                    <a:pt x="112637" y="126342"/>
                  </a:lnTo>
                  <a:lnTo>
                    <a:pt x="114479" y="126146"/>
                  </a:lnTo>
                  <a:lnTo>
                    <a:pt x="116180" y="125642"/>
                  </a:lnTo>
                  <a:lnTo>
                    <a:pt x="118252" y="124626"/>
                  </a:lnTo>
                  <a:lnTo>
                    <a:pt x="120693" y="123094"/>
                  </a:lnTo>
                  <a:lnTo>
                    <a:pt x="121067" y="122342"/>
                  </a:lnTo>
                  <a:lnTo>
                    <a:pt x="119373" y="122370"/>
                  </a:lnTo>
                  <a:lnTo>
                    <a:pt x="117676" y="122754"/>
                  </a:lnTo>
                  <a:lnTo>
                    <a:pt x="115128" y="123870"/>
                  </a:lnTo>
                  <a:lnTo>
                    <a:pt x="112674" y="124473"/>
                  </a:lnTo>
                  <a:lnTo>
                    <a:pt x="110172" y="124359"/>
                  </a:lnTo>
                  <a:lnTo>
                    <a:pt x="105121" y="123414"/>
                  </a:lnTo>
                  <a:lnTo>
                    <a:pt x="96345" y="123244"/>
                  </a:lnTo>
                  <a:lnTo>
                    <a:pt x="91870" y="122814"/>
                  </a:lnTo>
                  <a:lnTo>
                    <a:pt x="89795" y="122357"/>
                  </a:lnTo>
                  <a:lnTo>
                    <a:pt x="88626" y="121728"/>
                  </a:lnTo>
                  <a:lnTo>
                    <a:pt x="87604" y="120783"/>
                  </a:lnTo>
                  <a:lnTo>
                    <a:pt x="86727" y="119520"/>
                  </a:lnTo>
                  <a:lnTo>
                    <a:pt x="87184" y="118634"/>
                  </a:lnTo>
                  <a:lnTo>
                    <a:pt x="88972" y="118124"/>
                  </a:lnTo>
                  <a:lnTo>
                    <a:pt x="90519" y="118017"/>
                  </a:lnTo>
                  <a:lnTo>
                    <a:pt x="93001" y="118711"/>
                  </a:lnTo>
                  <a:lnTo>
                    <a:pt x="95785" y="119888"/>
                  </a:lnTo>
                  <a:lnTo>
                    <a:pt x="98816" y="120041"/>
                  </a:lnTo>
                  <a:lnTo>
                    <a:pt x="97766" y="118966"/>
                  </a:lnTo>
                  <a:lnTo>
                    <a:pt x="93914" y="116806"/>
                  </a:lnTo>
                  <a:lnTo>
                    <a:pt x="91242" y="114975"/>
                  </a:lnTo>
                  <a:lnTo>
                    <a:pt x="89003" y="112724"/>
                  </a:lnTo>
                  <a:lnTo>
                    <a:pt x="87280" y="110498"/>
                  </a:lnTo>
                  <a:lnTo>
                    <a:pt x="83453" y="107008"/>
                  </a:lnTo>
                  <a:lnTo>
                    <a:pt x="80366" y="103538"/>
                  </a:lnTo>
                  <a:lnTo>
                    <a:pt x="78188" y="102003"/>
                  </a:lnTo>
                  <a:lnTo>
                    <a:pt x="75891" y="101242"/>
                  </a:lnTo>
                  <a:lnTo>
                    <a:pt x="68889" y="100295"/>
                  </a:lnTo>
                  <a:lnTo>
                    <a:pt x="67486" y="99677"/>
                  </a:lnTo>
                  <a:lnTo>
                    <a:pt x="64145" y="96651"/>
                  </a:lnTo>
                  <a:lnTo>
                    <a:pt x="63248" y="91541"/>
                  </a:lnTo>
                  <a:lnTo>
                    <a:pt x="61784" y="88427"/>
                  </a:lnTo>
                  <a:lnTo>
                    <a:pt x="63197" y="84446"/>
                  </a:lnTo>
                  <a:lnTo>
                    <a:pt x="65529" y="82642"/>
                  </a:lnTo>
                  <a:lnTo>
                    <a:pt x="79515" y="84047"/>
                  </a:lnTo>
                  <a:lnTo>
                    <a:pt x="85415" y="83836"/>
                  </a:lnTo>
                  <a:lnTo>
                    <a:pt x="92958" y="84337"/>
                  </a:lnTo>
                  <a:lnTo>
                    <a:pt x="97015" y="85312"/>
                  </a:lnTo>
                  <a:lnTo>
                    <a:pt x="101645" y="87735"/>
                  </a:lnTo>
                  <a:lnTo>
                    <a:pt x="105782" y="90465"/>
                  </a:lnTo>
                  <a:lnTo>
                    <a:pt x="109765" y="92291"/>
                  </a:lnTo>
                  <a:lnTo>
                    <a:pt x="113427" y="94789"/>
                  </a:lnTo>
                  <a:lnTo>
                    <a:pt x="117427" y="98497"/>
                  </a:lnTo>
                  <a:lnTo>
                    <a:pt x="119780" y="100276"/>
                  </a:lnTo>
                  <a:lnTo>
                    <a:pt x="121819" y="101362"/>
                  </a:lnTo>
                  <a:lnTo>
                    <a:pt x="124566" y="102297"/>
                  </a:lnTo>
                  <a:lnTo>
                    <a:pt x="129745" y="103478"/>
                  </a:lnTo>
                  <a:lnTo>
                    <a:pt x="134257" y="103867"/>
                  </a:lnTo>
                  <a:lnTo>
                    <a:pt x="136596" y="103712"/>
                  </a:lnTo>
                  <a:lnTo>
                    <a:pt x="139098" y="102857"/>
                  </a:lnTo>
                  <a:lnTo>
                    <a:pt x="140879" y="101844"/>
                  </a:lnTo>
                  <a:lnTo>
                    <a:pt x="138893" y="101564"/>
                  </a:lnTo>
                  <a:lnTo>
                    <a:pt x="133694" y="101683"/>
                  </a:lnTo>
                  <a:lnTo>
                    <a:pt x="130085" y="101146"/>
                  </a:lnTo>
                  <a:lnTo>
                    <a:pt x="128027" y="99954"/>
                  </a:lnTo>
                  <a:lnTo>
                    <a:pt x="125837" y="98348"/>
                  </a:lnTo>
                  <a:lnTo>
                    <a:pt x="122357" y="95321"/>
                  </a:lnTo>
                  <a:lnTo>
                    <a:pt x="119725" y="93343"/>
                  </a:lnTo>
                  <a:lnTo>
                    <a:pt x="113971" y="90117"/>
                  </a:lnTo>
                  <a:lnTo>
                    <a:pt x="109718" y="86909"/>
                  </a:lnTo>
                  <a:lnTo>
                    <a:pt x="106308" y="83866"/>
                  </a:lnTo>
                  <a:lnTo>
                    <a:pt x="105993" y="82545"/>
                  </a:lnTo>
                  <a:lnTo>
                    <a:pt x="108457" y="81624"/>
                  </a:lnTo>
                  <a:lnTo>
                    <a:pt x="111488" y="80981"/>
                  </a:lnTo>
                  <a:lnTo>
                    <a:pt x="130457" y="78920"/>
                  </a:lnTo>
                  <a:lnTo>
                    <a:pt x="141773" y="76459"/>
                  </a:lnTo>
                  <a:lnTo>
                    <a:pt x="146364" y="73602"/>
                  </a:lnTo>
                  <a:lnTo>
                    <a:pt x="146913" y="72934"/>
                  </a:lnTo>
                  <a:lnTo>
                    <a:pt x="162064" y="68900"/>
                  </a:lnTo>
                  <a:lnTo>
                    <a:pt x="172777" y="67411"/>
                  </a:lnTo>
                  <a:lnTo>
                    <a:pt x="176896" y="67170"/>
                  </a:lnTo>
                  <a:lnTo>
                    <a:pt x="180627" y="66524"/>
                  </a:lnTo>
                  <a:lnTo>
                    <a:pt x="180781" y="66128"/>
                  </a:lnTo>
                  <a:lnTo>
                    <a:pt x="177513" y="65589"/>
                  </a:lnTo>
                  <a:lnTo>
                    <a:pt x="174211" y="65323"/>
                  </a:lnTo>
                  <a:lnTo>
                    <a:pt x="166724" y="65341"/>
                  </a:lnTo>
                  <a:lnTo>
                    <a:pt x="160055" y="64850"/>
                  </a:lnTo>
                  <a:lnTo>
                    <a:pt x="158042" y="63957"/>
                  </a:lnTo>
                  <a:lnTo>
                    <a:pt x="158459" y="62497"/>
                  </a:lnTo>
                  <a:lnTo>
                    <a:pt x="159101" y="61244"/>
                  </a:lnTo>
                  <a:lnTo>
                    <a:pt x="161116" y="59149"/>
                  </a:lnTo>
                  <a:lnTo>
                    <a:pt x="163275" y="57575"/>
                  </a:lnTo>
                  <a:lnTo>
                    <a:pt x="172425" y="53041"/>
                  </a:lnTo>
                  <a:lnTo>
                    <a:pt x="178583" y="51132"/>
                  </a:lnTo>
                  <a:lnTo>
                    <a:pt x="180358" y="49814"/>
                  </a:lnTo>
                  <a:lnTo>
                    <a:pt x="167107" y="52753"/>
                  </a:lnTo>
                  <a:lnTo>
                    <a:pt x="162479" y="54877"/>
                  </a:lnTo>
                  <a:lnTo>
                    <a:pt x="157826" y="58066"/>
                  </a:lnTo>
                  <a:lnTo>
                    <a:pt x="155417" y="59005"/>
                  </a:lnTo>
                  <a:lnTo>
                    <a:pt x="153700" y="58757"/>
                  </a:lnTo>
                  <a:lnTo>
                    <a:pt x="152166" y="59054"/>
                  </a:lnTo>
                  <a:lnTo>
                    <a:pt x="150815" y="59897"/>
                  </a:lnTo>
                  <a:lnTo>
                    <a:pt x="149682" y="61439"/>
                  </a:lnTo>
                  <a:lnTo>
                    <a:pt x="148767" y="63681"/>
                  </a:lnTo>
                  <a:lnTo>
                    <a:pt x="147936" y="65208"/>
                  </a:lnTo>
                  <a:lnTo>
                    <a:pt x="147190" y="66022"/>
                  </a:lnTo>
                  <a:lnTo>
                    <a:pt x="145305" y="67199"/>
                  </a:lnTo>
                  <a:lnTo>
                    <a:pt x="140768" y="69505"/>
                  </a:lnTo>
                  <a:lnTo>
                    <a:pt x="130123" y="72726"/>
                  </a:lnTo>
                  <a:lnTo>
                    <a:pt x="126541" y="73545"/>
                  </a:lnTo>
                  <a:lnTo>
                    <a:pt x="123473" y="73674"/>
                  </a:lnTo>
                  <a:lnTo>
                    <a:pt x="113534" y="75491"/>
                  </a:lnTo>
                  <a:lnTo>
                    <a:pt x="110550" y="75563"/>
                  </a:lnTo>
                  <a:lnTo>
                    <a:pt x="107244" y="75012"/>
                  </a:lnTo>
                  <a:lnTo>
                    <a:pt x="108658" y="73442"/>
                  </a:lnTo>
                  <a:lnTo>
                    <a:pt x="113917" y="70546"/>
                  </a:lnTo>
                  <a:lnTo>
                    <a:pt x="115311" y="69256"/>
                  </a:lnTo>
                  <a:lnTo>
                    <a:pt x="111947" y="69538"/>
                  </a:lnTo>
                  <a:lnTo>
                    <a:pt x="108516" y="70329"/>
                  </a:lnTo>
                  <a:lnTo>
                    <a:pt x="100942" y="70981"/>
                  </a:lnTo>
                  <a:lnTo>
                    <a:pt x="97948" y="72159"/>
                  </a:lnTo>
                  <a:lnTo>
                    <a:pt x="95044" y="74296"/>
                  </a:lnTo>
                  <a:lnTo>
                    <a:pt x="92718" y="75641"/>
                  </a:lnTo>
                  <a:lnTo>
                    <a:pt x="90969" y="76186"/>
                  </a:lnTo>
                  <a:lnTo>
                    <a:pt x="88555" y="76512"/>
                  </a:lnTo>
                  <a:lnTo>
                    <a:pt x="79682" y="76678"/>
                  </a:lnTo>
                  <a:lnTo>
                    <a:pt x="77713" y="76535"/>
                  </a:lnTo>
                  <a:lnTo>
                    <a:pt x="72609" y="74905"/>
                  </a:lnTo>
                  <a:lnTo>
                    <a:pt x="68088" y="75468"/>
                  </a:lnTo>
                  <a:lnTo>
                    <a:pt x="66222" y="75360"/>
                  </a:lnTo>
                  <a:lnTo>
                    <a:pt x="62794" y="74208"/>
                  </a:lnTo>
                  <a:lnTo>
                    <a:pt x="61772" y="73461"/>
                  </a:lnTo>
                  <a:lnTo>
                    <a:pt x="61923" y="72457"/>
                  </a:lnTo>
                  <a:lnTo>
                    <a:pt x="63904" y="70565"/>
                  </a:lnTo>
                  <a:lnTo>
                    <a:pt x="66200" y="68747"/>
                  </a:lnTo>
                  <a:lnTo>
                    <a:pt x="73668" y="64756"/>
                  </a:lnTo>
                  <a:lnTo>
                    <a:pt x="78458" y="62886"/>
                  </a:lnTo>
                  <a:lnTo>
                    <a:pt x="85361" y="61276"/>
                  </a:lnTo>
                  <a:lnTo>
                    <a:pt x="101578" y="59476"/>
                  </a:lnTo>
                  <a:lnTo>
                    <a:pt x="102314" y="58157"/>
                  </a:lnTo>
                  <a:lnTo>
                    <a:pt x="85903" y="59630"/>
                  </a:lnTo>
                  <a:lnTo>
                    <a:pt x="71943" y="61493"/>
                  </a:lnTo>
                  <a:lnTo>
                    <a:pt x="69677" y="62177"/>
                  </a:lnTo>
                  <a:lnTo>
                    <a:pt x="66428" y="64003"/>
                  </a:lnTo>
                  <a:lnTo>
                    <a:pt x="56107" y="70617"/>
                  </a:lnTo>
                  <a:lnTo>
                    <a:pt x="53065" y="72287"/>
                  </a:lnTo>
                  <a:lnTo>
                    <a:pt x="48412" y="72686"/>
                  </a:lnTo>
                  <a:lnTo>
                    <a:pt x="44854" y="72121"/>
                  </a:lnTo>
                  <a:lnTo>
                    <a:pt x="42071" y="71281"/>
                  </a:lnTo>
                  <a:lnTo>
                    <a:pt x="37280" y="69323"/>
                  </a:lnTo>
                  <a:lnTo>
                    <a:pt x="33668" y="68272"/>
                  </a:lnTo>
                  <a:lnTo>
                    <a:pt x="31959" y="67566"/>
                  </a:lnTo>
                  <a:lnTo>
                    <a:pt x="30949" y="66853"/>
                  </a:lnTo>
                  <a:lnTo>
                    <a:pt x="30130" y="66017"/>
                  </a:lnTo>
                  <a:lnTo>
                    <a:pt x="29502" y="65061"/>
                  </a:lnTo>
                  <a:lnTo>
                    <a:pt x="30677" y="64263"/>
                  </a:lnTo>
                  <a:lnTo>
                    <a:pt x="39864" y="62536"/>
                  </a:lnTo>
                  <a:lnTo>
                    <a:pt x="52349" y="62872"/>
                  </a:lnTo>
                  <a:lnTo>
                    <a:pt x="57951" y="62516"/>
                  </a:lnTo>
                  <a:lnTo>
                    <a:pt x="63462" y="61472"/>
                  </a:lnTo>
                  <a:lnTo>
                    <a:pt x="71593" y="58877"/>
                  </a:lnTo>
                  <a:lnTo>
                    <a:pt x="80445" y="55234"/>
                  </a:lnTo>
                  <a:lnTo>
                    <a:pt x="82176" y="54071"/>
                  </a:lnTo>
                  <a:lnTo>
                    <a:pt x="78946" y="53816"/>
                  </a:lnTo>
                  <a:lnTo>
                    <a:pt x="76555" y="54098"/>
                  </a:lnTo>
                  <a:lnTo>
                    <a:pt x="70795" y="55401"/>
                  </a:lnTo>
                  <a:lnTo>
                    <a:pt x="61683" y="58904"/>
                  </a:lnTo>
                  <a:lnTo>
                    <a:pt x="53733" y="60141"/>
                  </a:lnTo>
                  <a:lnTo>
                    <a:pt x="34090" y="60800"/>
                  </a:lnTo>
                  <a:lnTo>
                    <a:pt x="27856" y="61780"/>
                  </a:lnTo>
                  <a:lnTo>
                    <a:pt x="25118" y="61569"/>
                  </a:lnTo>
                  <a:lnTo>
                    <a:pt x="23055" y="60613"/>
                  </a:lnTo>
                  <a:lnTo>
                    <a:pt x="20756" y="58844"/>
                  </a:lnTo>
                  <a:lnTo>
                    <a:pt x="21166" y="57427"/>
                  </a:lnTo>
                  <a:lnTo>
                    <a:pt x="25845" y="55837"/>
                  </a:lnTo>
                  <a:lnTo>
                    <a:pt x="29511" y="55465"/>
                  </a:lnTo>
                  <a:lnTo>
                    <a:pt x="30168" y="55138"/>
                  </a:lnTo>
                  <a:lnTo>
                    <a:pt x="24964" y="53603"/>
                  </a:lnTo>
                  <a:lnTo>
                    <a:pt x="24501" y="52818"/>
                  </a:lnTo>
                  <a:lnTo>
                    <a:pt x="27507" y="51080"/>
                  </a:lnTo>
                  <a:lnTo>
                    <a:pt x="34024" y="48519"/>
                  </a:lnTo>
                  <a:lnTo>
                    <a:pt x="37319" y="47712"/>
                  </a:lnTo>
                  <a:lnTo>
                    <a:pt x="43356" y="47199"/>
                  </a:lnTo>
                  <a:lnTo>
                    <a:pt x="49570" y="47479"/>
                  </a:lnTo>
                  <a:lnTo>
                    <a:pt x="49809" y="46991"/>
                  </a:lnTo>
                  <a:lnTo>
                    <a:pt x="43663" y="46021"/>
                  </a:lnTo>
                  <a:lnTo>
                    <a:pt x="39060" y="45844"/>
                  </a:lnTo>
                  <a:lnTo>
                    <a:pt x="32975" y="46528"/>
                  </a:lnTo>
                  <a:lnTo>
                    <a:pt x="16825" y="50676"/>
                  </a:lnTo>
                  <a:lnTo>
                    <a:pt x="15450" y="50550"/>
                  </a:lnTo>
                  <a:lnTo>
                    <a:pt x="13101" y="49836"/>
                  </a:lnTo>
                  <a:lnTo>
                    <a:pt x="13775" y="48812"/>
                  </a:lnTo>
                  <a:lnTo>
                    <a:pt x="22410" y="44454"/>
                  </a:lnTo>
                  <a:lnTo>
                    <a:pt x="22697" y="43769"/>
                  </a:lnTo>
                  <a:lnTo>
                    <a:pt x="16492" y="43867"/>
                  </a:lnTo>
                  <a:lnTo>
                    <a:pt x="14669" y="43661"/>
                  </a:lnTo>
                  <a:lnTo>
                    <a:pt x="12891" y="43144"/>
                  </a:lnTo>
                  <a:lnTo>
                    <a:pt x="10363" y="43603"/>
                  </a:lnTo>
                  <a:lnTo>
                    <a:pt x="7084" y="45036"/>
                  </a:lnTo>
                  <a:lnTo>
                    <a:pt x="4773" y="45649"/>
                  </a:lnTo>
                  <a:lnTo>
                    <a:pt x="3428" y="45443"/>
                  </a:lnTo>
                  <a:lnTo>
                    <a:pt x="0" y="43745"/>
                  </a:lnTo>
                  <a:lnTo>
                    <a:pt x="445" y="42322"/>
                  </a:lnTo>
                  <a:lnTo>
                    <a:pt x="3171" y="40537"/>
                  </a:lnTo>
                  <a:lnTo>
                    <a:pt x="5662" y="39252"/>
                  </a:lnTo>
                  <a:lnTo>
                    <a:pt x="9044" y="38079"/>
                  </a:lnTo>
                  <a:lnTo>
                    <a:pt x="14550" y="36607"/>
                  </a:lnTo>
                  <a:lnTo>
                    <a:pt x="18537" y="36110"/>
                  </a:lnTo>
                  <a:lnTo>
                    <a:pt x="24992" y="36096"/>
                  </a:lnTo>
                  <a:lnTo>
                    <a:pt x="28068" y="35440"/>
                  </a:lnTo>
                  <a:lnTo>
                    <a:pt x="30806" y="34297"/>
                  </a:lnTo>
                  <a:lnTo>
                    <a:pt x="34231" y="32447"/>
                  </a:lnTo>
                  <a:lnTo>
                    <a:pt x="37990" y="31175"/>
                  </a:lnTo>
                  <a:lnTo>
                    <a:pt x="44128" y="30129"/>
                  </a:lnTo>
                  <a:lnTo>
                    <a:pt x="49299" y="30466"/>
                  </a:lnTo>
                  <a:lnTo>
                    <a:pt x="52157" y="31378"/>
                  </a:lnTo>
                  <a:lnTo>
                    <a:pt x="54427" y="32977"/>
                  </a:lnTo>
                  <a:lnTo>
                    <a:pt x="56863" y="34199"/>
                  </a:lnTo>
                  <a:lnTo>
                    <a:pt x="57095" y="33212"/>
                  </a:lnTo>
                  <a:lnTo>
                    <a:pt x="59108" y="31994"/>
                  </a:lnTo>
                  <a:lnTo>
                    <a:pt x="61634" y="31472"/>
                  </a:lnTo>
                  <a:lnTo>
                    <a:pt x="64672" y="31646"/>
                  </a:lnTo>
                  <a:lnTo>
                    <a:pt x="67343" y="32225"/>
                  </a:lnTo>
                  <a:lnTo>
                    <a:pt x="70798" y="33698"/>
                  </a:lnTo>
                  <a:lnTo>
                    <a:pt x="73591" y="34360"/>
                  </a:lnTo>
                  <a:lnTo>
                    <a:pt x="74903" y="34320"/>
                  </a:lnTo>
                  <a:lnTo>
                    <a:pt x="76546" y="33505"/>
                  </a:lnTo>
                  <a:lnTo>
                    <a:pt x="80914" y="33487"/>
                  </a:lnTo>
                  <a:lnTo>
                    <a:pt x="80823" y="33141"/>
                  </a:lnTo>
                  <a:lnTo>
                    <a:pt x="79397" y="32289"/>
                  </a:lnTo>
                  <a:lnTo>
                    <a:pt x="77675" y="31680"/>
                  </a:lnTo>
                  <a:lnTo>
                    <a:pt x="62197" y="27448"/>
                  </a:lnTo>
                  <a:lnTo>
                    <a:pt x="61770" y="26522"/>
                  </a:lnTo>
                  <a:lnTo>
                    <a:pt x="66986" y="25653"/>
                  </a:lnTo>
                  <a:lnTo>
                    <a:pt x="70247" y="24615"/>
                  </a:lnTo>
                  <a:lnTo>
                    <a:pt x="71778" y="24363"/>
                  </a:lnTo>
                  <a:lnTo>
                    <a:pt x="75599" y="22155"/>
                  </a:lnTo>
                  <a:lnTo>
                    <a:pt x="78096" y="21006"/>
                  </a:lnTo>
                  <a:lnTo>
                    <a:pt x="82717" y="19700"/>
                  </a:lnTo>
                  <a:lnTo>
                    <a:pt x="84571" y="20056"/>
                  </a:lnTo>
                  <a:lnTo>
                    <a:pt x="86903" y="21209"/>
                  </a:lnTo>
                  <a:lnTo>
                    <a:pt x="89161" y="21930"/>
                  </a:lnTo>
                  <a:lnTo>
                    <a:pt x="95796" y="22617"/>
                  </a:lnTo>
                  <a:lnTo>
                    <a:pt x="98636" y="23333"/>
                  </a:lnTo>
                  <a:lnTo>
                    <a:pt x="103693" y="27448"/>
                  </a:lnTo>
                  <a:lnTo>
                    <a:pt x="105711" y="28792"/>
                  </a:lnTo>
                  <a:lnTo>
                    <a:pt x="108586" y="30175"/>
                  </a:lnTo>
                  <a:lnTo>
                    <a:pt x="110299" y="30695"/>
                  </a:lnTo>
                  <a:lnTo>
                    <a:pt x="113683" y="31029"/>
                  </a:lnTo>
                  <a:lnTo>
                    <a:pt x="114031" y="30247"/>
                  </a:lnTo>
                  <a:lnTo>
                    <a:pt x="110013" y="28302"/>
                  </a:lnTo>
                  <a:lnTo>
                    <a:pt x="108912" y="27175"/>
                  </a:lnTo>
                  <a:lnTo>
                    <a:pt x="109386" y="26221"/>
                  </a:lnTo>
                  <a:lnTo>
                    <a:pt x="110241" y="25718"/>
                  </a:lnTo>
                  <a:lnTo>
                    <a:pt x="111478" y="25673"/>
                  </a:lnTo>
                  <a:lnTo>
                    <a:pt x="114651" y="26524"/>
                  </a:lnTo>
                  <a:lnTo>
                    <a:pt x="123086" y="29417"/>
                  </a:lnTo>
                  <a:lnTo>
                    <a:pt x="135694" y="32844"/>
                  </a:lnTo>
                  <a:lnTo>
                    <a:pt x="140527" y="33640"/>
                  </a:lnTo>
                  <a:lnTo>
                    <a:pt x="143509" y="34864"/>
                  </a:lnTo>
                  <a:lnTo>
                    <a:pt x="146228" y="36351"/>
                  </a:lnTo>
                  <a:lnTo>
                    <a:pt x="148908" y="37379"/>
                  </a:lnTo>
                  <a:lnTo>
                    <a:pt x="149405" y="37281"/>
                  </a:lnTo>
                  <a:lnTo>
                    <a:pt x="146911" y="34979"/>
                  </a:lnTo>
                  <a:lnTo>
                    <a:pt x="140814" y="32141"/>
                  </a:lnTo>
                  <a:lnTo>
                    <a:pt x="124502" y="27295"/>
                  </a:lnTo>
                  <a:lnTo>
                    <a:pt x="118051" y="24757"/>
                  </a:lnTo>
                  <a:lnTo>
                    <a:pt x="114930" y="23041"/>
                  </a:lnTo>
                  <a:lnTo>
                    <a:pt x="112567" y="21307"/>
                  </a:lnTo>
                  <a:lnTo>
                    <a:pt x="112521" y="20359"/>
                  </a:lnTo>
                  <a:lnTo>
                    <a:pt x="114744" y="19249"/>
                  </a:lnTo>
                  <a:lnTo>
                    <a:pt x="117738" y="18371"/>
                  </a:lnTo>
                  <a:lnTo>
                    <a:pt x="121461" y="18020"/>
                  </a:lnTo>
                  <a:lnTo>
                    <a:pt x="121907" y="17654"/>
                  </a:lnTo>
                  <a:lnTo>
                    <a:pt x="118526" y="16337"/>
                  </a:lnTo>
                  <a:lnTo>
                    <a:pt x="116528" y="15198"/>
                  </a:lnTo>
                  <a:lnTo>
                    <a:pt x="116597" y="14403"/>
                  </a:lnTo>
                  <a:lnTo>
                    <a:pt x="120637" y="13796"/>
                  </a:lnTo>
                  <a:lnTo>
                    <a:pt x="123144" y="13979"/>
                  </a:lnTo>
                  <a:lnTo>
                    <a:pt x="127907" y="15413"/>
                  </a:lnTo>
                  <a:lnTo>
                    <a:pt x="131884" y="16091"/>
                  </a:lnTo>
                  <a:lnTo>
                    <a:pt x="132528" y="15653"/>
                  </a:lnTo>
                  <a:lnTo>
                    <a:pt x="128422" y="11835"/>
                  </a:lnTo>
                  <a:lnTo>
                    <a:pt x="128038" y="10975"/>
                  </a:lnTo>
                  <a:lnTo>
                    <a:pt x="128647" y="10471"/>
                  </a:lnTo>
                  <a:lnTo>
                    <a:pt x="130085" y="9959"/>
                  </a:lnTo>
                  <a:lnTo>
                    <a:pt x="134387" y="10253"/>
                  </a:lnTo>
                  <a:lnTo>
                    <a:pt x="141472" y="12112"/>
                  </a:lnTo>
                  <a:lnTo>
                    <a:pt x="154156" y="13044"/>
                  </a:lnTo>
                  <a:lnTo>
                    <a:pt x="157645" y="12904"/>
                  </a:lnTo>
                  <a:lnTo>
                    <a:pt x="157120" y="12475"/>
                  </a:lnTo>
                  <a:lnTo>
                    <a:pt x="152058" y="11327"/>
                  </a:lnTo>
                  <a:lnTo>
                    <a:pt x="146759" y="9785"/>
                  </a:lnTo>
                  <a:lnTo>
                    <a:pt x="144421" y="8853"/>
                  </a:lnTo>
                  <a:lnTo>
                    <a:pt x="142709" y="7597"/>
                  </a:lnTo>
                  <a:lnTo>
                    <a:pt x="140675" y="6556"/>
                  </a:lnTo>
                  <a:lnTo>
                    <a:pt x="140508" y="6056"/>
                  </a:lnTo>
                  <a:lnTo>
                    <a:pt x="143781" y="5247"/>
                  </a:lnTo>
                  <a:lnTo>
                    <a:pt x="152383" y="5404"/>
                  </a:lnTo>
                  <a:lnTo>
                    <a:pt x="160373" y="6648"/>
                  </a:lnTo>
                  <a:lnTo>
                    <a:pt x="167152" y="6198"/>
                  </a:lnTo>
                  <a:lnTo>
                    <a:pt x="171425" y="6508"/>
                  </a:lnTo>
                  <a:lnTo>
                    <a:pt x="173113" y="6883"/>
                  </a:lnTo>
                  <a:lnTo>
                    <a:pt x="176205" y="8241"/>
                  </a:lnTo>
                  <a:lnTo>
                    <a:pt x="186014" y="13155"/>
                  </a:lnTo>
                  <a:lnTo>
                    <a:pt x="187055" y="13937"/>
                  </a:lnTo>
                  <a:lnTo>
                    <a:pt x="188171" y="15129"/>
                  </a:lnTo>
                  <a:lnTo>
                    <a:pt x="189360" y="16732"/>
                  </a:lnTo>
                  <a:lnTo>
                    <a:pt x="191030" y="17166"/>
                  </a:lnTo>
                  <a:lnTo>
                    <a:pt x="194261" y="16065"/>
                  </a:lnTo>
                  <a:lnTo>
                    <a:pt x="196439" y="14998"/>
                  </a:lnTo>
                  <a:lnTo>
                    <a:pt x="195497" y="13964"/>
                  </a:lnTo>
                  <a:lnTo>
                    <a:pt x="190085" y="11597"/>
                  </a:lnTo>
                  <a:lnTo>
                    <a:pt x="188856" y="10584"/>
                  </a:lnTo>
                  <a:lnTo>
                    <a:pt x="186149" y="8873"/>
                  </a:lnTo>
                  <a:lnTo>
                    <a:pt x="180073" y="5811"/>
                  </a:lnTo>
                  <a:lnTo>
                    <a:pt x="178455" y="4390"/>
                  </a:lnTo>
                  <a:lnTo>
                    <a:pt x="177435" y="3178"/>
                  </a:lnTo>
                  <a:lnTo>
                    <a:pt x="194253" y="2037"/>
                  </a:lnTo>
                  <a:lnTo>
                    <a:pt x="210472" y="3042"/>
                  </a:lnTo>
                  <a:lnTo>
                    <a:pt x="213109" y="3755"/>
                  </a:lnTo>
                  <a:lnTo>
                    <a:pt x="214838" y="4749"/>
                  </a:lnTo>
                  <a:lnTo>
                    <a:pt x="216537" y="6261"/>
                  </a:lnTo>
                  <a:lnTo>
                    <a:pt x="219137" y="7808"/>
                  </a:lnTo>
                  <a:lnTo>
                    <a:pt x="224391" y="10180"/>
                  </a:lnTo>
                  <a:lnTo>
                    <a:pt x="231866" y="11656"/>
                  </a:lnTo>
                  <a:lnTo>
                    <a:pt x="230437" y="10650"/>
                  </a:lnTo>
                  <a:lnTo>
                    <a:pt x="224846" y="8033"/>
                  </a:lnTo>
                  <a:lnTo>
                    <a:pt x="222321" y="6242"/>
                  </a:lnTo>
                  <a:lnTo>
                    <a:pt x="222335" y="5030"/>
                  </a:lnTo>
                  <a:lnTo>
                    <a:pt x="222785" y="4106"/>
                  </a:lnTo>
                  <a:lnTo>
                    <a:pt x="223671" y="3467"/>
                  </a:lnTo>
                  <a:lnTo>
                    <a:pt x="230002" y="1031"/>
                  </a:lnTo>
                  <a:lnTo>
                    <a:pt x="239050" y="297"/>
                  </a:lnTo>
                  <a:lnTo>
                    <a:pt x="240098" y="434"/>
                  </a:lnTo>
                  <a:lnTo>
                    <a:pt x="247133" y="4174"/>
                  </a:lnTo>
                  <a:lnTo>
                    <a:pt x="250472" y="5705"/>
                  </a:lnTo>
                  <a:lnTo>
                    <a:pt x="252807" y="6319"/>
                  </a:lnTo>
                  <a:lnTo>
                    <a:pt x="252897" y="6052"/>
                  </a:lnTo>
                  <a:lnTo>
                    <a:pt x="249664" y="4329"/>
                  </a:lnTo>
                  <a:lnTo>
                    <a:pt x="247177" y="3393"/>
                  </a:lnTo>
                  <a:lnTo>
                    <a:pt x="246919" y="2806"/>
                  </a:lnTo>
                  <a:lnTo>
                    <a:pt x="251047" y="988"/>
                  </a:lnTo>
                  <a:lnTo>
                    <a:pt x="253658" y="530"/>
                  </a:lnTo>
                  <a:lnTo>
                    <a:pt x="264635" y="0"/>
                  </a:lnTo>
                  <a:lnTo>
                    <a:pt x="265881" y="191"/>
                  </a:lnTo>
                  <a:lnTo>
                    <a:pt x="266923" y="696"/>
                  </a:lnTo>
                  <a:lnTo>
                    <a:pt x="269516" y="2695"/>
                  </a:lnTo>
                  <a:close/>
                </a:path>
              </a:pathLst>
            </a:custGeom>
            <a:solidFill>
              <a:srgbClr val="C3DDB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g389"/>
            <p:cNvSpPr/>
            <p:nvPr/>
          </p:nvSpPr>
          <p:spPr>
            <a:xfrm>
              <a:off x="3406484" y="2222346"/>
              <a:ext cx="54654" cy="57490"/>
            </a:xfrm>
            <a:custGeom>
              <a:avLst/>
              <a:pathLst>
                <a:path w="54654" h="57490">
                  <a:moveTo>
                    <a:pt x="43313" y="7429"/>
                  </a:moveTo>
                  <a:lnTo>
                    <a:pt x="43683" y="7815"/>
                  </a:lnTo>
                  <a:lnTo>
                    <a:pt x="44554" y="9118"/>
                  </a:lnTo>
                  <a:lnTo>
                    <a:pt x="44350" y="11342"/>
                  </a:lnTo>
                  <a:lnTo>
                    <a:pt x="43356" y="14918"/>
                  </a:lnTo>
                  <a:lnTo>
                    <a:pt x="42829" y="17817"/>
                  </a:lnTo>
                  <a:lnTo>
                    <a:pt x="42770" y="20038"/>
                  </a:lnTo>
                  <a:lnTo>
                    <a:pt x="42870" y="21079"/>
                  </a:lnTo>
                  <a:lnTo>
                    <a:pt x="43049" y="21065"/>
                  </a:lnTo>
                  <a:lnTo>
                    <a:pt x="43998" y="21223"/>
                  </a:lnTo>
                  <a:lnTo>
                    <a:pt x="44482" y="21221"/>
                  </a:lnTo>
                  <a:lnTo>
                    <a:pt x="46006" y="21822"/>
                  </a:lnTo>
                  <a:lnTo>
                    <a:pt x="47229" y="22701"/>
                  </a:lnTo>
                  <a:lnTo>
                    <a:pt x="47464" y="23629"/>
                  </a:lnTo>
                  <a:lnTo>
                    <a:pt x="47624" y="24760"/>
                  </a:lnTo>
                  <a:lnTo>
                    <a:pt x="49076" y="26306"/>
                  </a:lnTo>
                  <a:lnTo>
                    <a:pt x="50741" y="27306"/>
                  </a:lnTo>
                  <a:lnTo>
                    <a:pt x="51305" y="26986"/>
                  </a:lnTo>
                  <a:lnTo>
                    <a:pt x="53372" y="23369"/>
                  </a:lnTo>
                  <a:lnTo>
                    <a:pt x="54171" y="23971"/>
                  </a:lnTo>
                  <a:lnTo>
                    <a:pt x="54654" y="25891"/>
                  </a:lnTo>
                  <a:lnTo>
                    <a:pt x="54633" y="26910"/>
                  </a:lnTo>
                  <a:lnTo>
                    <a:pt x="54062" y="30753"/>
                  </a:lnTo>
                  <a:lnTo>
                    <a:pt x="53964" y="32817"/>
                  </a:lnTo>
                  <a:lnTo>
                    <a:pt x="54455" y="34181"/>
                  </a:lnTo>
                  <a:lnTo>
                    <a:pt x="54506" y="35245"/>
                  </a:lnTo>
                  <a:lnTo>
                    <a:pt x="54362" y="36214"/>
                  </a:lnTo>
                  <a:lnTo>
                    <a:pt x="53539" y="36302"/>
                  </a:lnTo>
                  <a:lnTo>
                    <a:pt x="52432" y="35777"/>
                  </a:lnTo>
                  <a:lnTo>
                    <a:pt x="51496" y="34115"/>
                  </a:lnTo>
                  <a:lnTo>
                    <a:pt x="50789" y="34314"/>
                  </a:lnTo>
                  <a:lnTo>
                    <a:pt x="50174" y="34741"/>
                  </a:lnTo>
                  <a:lnTo>
                    <a:pt x="49860" y="36311"/>
                  </a:lnTo>
                  <a:lnTo>
                    <a:pt x="49580" y="38190"/>
                  </a:lnTo>
                  <a:lnTo>
                    <a:pt x="49670" y="39233"/>
                  </a:lnTo>
                  <a:lnTo>
                    <a:pt x="50112" y="40035"/>
                  </a:lnTo>
                  <a:lnTo>
                    <a:pt x="50450" y="41746"/>
                  </a:lnTo>
                  <a:lnTo>
                    <a:pt x="50697" y="43958"/>
                  </a:lnTo>
                  <a:lnTo>
                    <a:pt x="50884" y="44977"/>
                  </a:lnTo>
                  <a:lnTo>
                    <a:pt x="50678" y="45428"/>
                  </a:lnTo>
                  <a:lnTo>
                    <a:pt x="50096" y="45731"/>
                  </a:lnTo>
                  <a:lnTo>
                    <a:pt x="49614" y="45433"/>
                  </a:lnTo>
                  <a:lnTo>
                    <a:pt x="48769" y="42785"/>
                  </a:lnTo>
                  <a:lnTo>
                    <a:pt x="48373" y="41776"/>
                  </a:lnTo>
                  <a:lnTo>
                    <a:pt x="47706" y="41600"/>
                  </a:lnTo>
                  <a:lnTo>
                    <a:pt x="46528" y="42243"/>
                  </a:lnTo>
                  <a:lnTo>
                    <a:pt x="44720" y="43724"/>
                  </a:lnTo>
                  <a:lnTo>
                    <a:pt x="43990" y="43719"/>
                  </a:lnTo>
                  <a:lnTo>
                    <a:pt x="43370" y="43420"/>
                  </a:lnTo>
                  <a:lnTo>
                    <a:pt x="42789" y="42162"/>
                  </a:lnTo>
                  <a:lnTo>
                    <a:pt x="42297" y="39738"/>
                  </a:lnTo>
                  <a:lnTo>
                    <a:pt x="42138" y="38216"/>
                  </a:lnTo>
                  <a:lnTo>
                    <a:pt x="41793" y="38265"/>
                  </a:lnTo>
                  <a:lnTo>
                    <a:pt x="40636" y="37825"/>
                  </a:lnTo>
                  <a:lnTo>
                    <a:pt x="40097" y="38426"/>
                  </a:lnTo>
                  <a:lnTo>
                    <a:pt x="40092" y="40907"/>
                  </a:lnTo>
                  <a:lnTo>
                    <a:pt x="39986" y="43994"/>
                  </a:lnTo>
                  <a:lnTo>
                    <a:pt x="39406" y="45990"/>
                  </a:lnTo>
                  <a:lnTo>
                    <a:pt x="37792" y="49441"/>
                  </a:lnTo>
                  <a:lnTo>
                    <a:pt x="37199" y="50947"/>
                  </a:lnTo>
                  <a:lnTo>
                    <a:pt x="36963" y="52028"/>
                  </a:lnTo>
                  <a:lnTo>
                    <a:pt x="36913" y="52967"/>
                  </a:lnTo>
                  <a:lnTo>
                    <a:pt x="37160" y="54592"/>
                  </a:lnTo>
                  <a:lnTo>
                    <a:pt x="37495" y="56144"/>
                  </a:lnTo>
                  <a:lnTo>
                    <a:pt x="37216" y="57027"/>
                  </a:lnTo>
                  <a:lnTo>
                    <a:pt x="36362" y="57490"/>
                  </a:lnTo>
                  <a:lnTo>
                    <a:pt x="35760" y="56547"/>
                  </a:lnTo>
                  <a:lnTo>
                    <a:pt x="35527" y="54870"/>
                  </a:lnTo>
                  <a:lnTo>
                    <a:pt x="34221" y="52580"/>
                  </a:lnTo>
                  <a:lnTo>
                    <a:pt x="34815" y="50664"/>
                  </a:lnTo>
                  <a:lnTo>
                    <a:pt x="34715" y="50188"/>
                  </a:lnTo>
                  <a:lnTo>
                    <a:pt x="32560" y="49194"/>
                  </a:lnTo>
                  <a:lnTo>
                    <a:pt x="31630" y="47745"/>
                  </a:lnTo>
                  <a:lnTo>
                    <a:pt x="30326" y="45202"/>
                  </a:lnTo>
                  <a:lnTo>
                    <a:pt x="30083" y="44110"/>
                  </a:lnTo>
                  <a:lnTo>
                    <a:pt x="30138" y="40566"/>
                  </a:lnTo>
                  <a:lnTo>
                    <a:pt x="30063" y="39706"/>
                  </a:lnTo>
                  <a:lnTo>
                    <a:pt x="29889" y="39288"/>
                  </a:lnTo>
                  <a:lnTo>
                    <a:pt x="29257" y="39315"/>
                  </a:lnTo>
                  <a:lnTo>
                    <a:pt x="28378" y="40547"/>
                  </a:lnTo>
                  <a:lnTo>
                    <a:pt x="27566" y="42385"/>
                  </a:lnTo>
                  <a:lnTo>
                    <a:pt x="25906" y="44459"/>
                  </a:lnTo>
                  <a:lnTo>
                    <a:pt x="25733" y="44903"/>
                  </a:lnTo>
                  <a:lnTo>
                    <a:pt x="26290" y="46925"/>
                  </a:lnTo>
                  <a:lnTo>
                    <a:pt x="26265" y="47712"/>
                  </a:lnTo>
                  <a:lnTo>
                    <a:pt x="24913" y="50934"/>
                  </a:lnTo>
                  <a:lnTo>
                    <a:pt x="24656" y="51998"/>
                  </a:lnTo>
                  <a:lnTo>
                    <a:pt x="22940" y="54020"/>
                  </a:lnTo>
                  <a:lnTo>
                    <a:pt x="22154" y="54778"/>
                  </a:lnTo>
                  <a:lnTo>
                    <a:pt x="19774" y="53289"/>
                  </a:lnTo>
                  <a:lnTo>
                    <a:pt x="19116" y="53113"/>
                  </a:lnTo>
                  <a:lnTo>
                    <a:pt x="18055" y="54110"/>
                  </a:lnTo>
                  <a:lnTo>
                    <a:pt x="16549" y="55058"/>
                  </a:lnTo>
                  <a:lnTo>
                    <a:pt x="14124" y="56001"/>
                  </a:lnTo>
                  <a:lnTo>
                    <a:pt x="13232" y="55310"/>
                  </a:lnTo>
                  <a:lnTo>
                    <a:pt x="12809" y="54661"/>
                  </a:lnTo>
                  <a:lnTo>
                    <a:pt x="12600" y="53684"/>
                  </a:lnTo>
                  <a:lnTo>
                    <a:pt x="11988" y="51961"/>
                  </a:lnTo>
                  <a:lnTo>
                    <a:pt x="11300" y="50938"/>
                  </a:lnTo>
                  <a:lnTo>
                    <a:pt x="10822" y="49826"/>
                  </a:lnTo>
                  <a:lnTo>
                    <a:pt x="10184" y="48607"/>
                  </a:lnTo>
                  <a:lnTo>
                    <a:pt x="9774" y="47588"/>
                  </a:lnTo>
                  <a:lnTo>
                    <a:pt x="10319" y="44336"/>
                  </a:lnTo>
                  <a:lnTo>
                    <a:pt x="9922" y="43190"/>
                  </a:lnTo>
                  <a:lnTo>
                    <a:pt x="9717" y="41559"/>
                  </a:lnTo>
                  <a:lnTo>
                    <a:pt x="9823" y="40452"/>
                  </a:lnTo>
                  <a:lnTo>
                    <a:pt x="9604" y="40182"/>
                  </a:lnTo>
                  <a:lnTo>
                    <a:pt x="7412" y="39545"/>
                  </a:lnTo>
                  <a:lnTo>
                    <a:pt x="5592" y="39746"/>
                  </a:lnTo>
                  <a:lnTo>
                    <a:pt x="4288" y="40834"/>
                  </a:lnTo>
                  <a:lnTo>
                    <a:pt x="3225" y="42639"/>
                  </a:lnTo>
                  <a:lnTo>
                    <a:pt x="3097" y="43029"/>
                  </a:lnTo>
                  <a:lnTo>
                    <a:pt x="3163" y="43353"/>
                  </a:lnTo>
                  <a:lnTo>
                    <a:pt x="3691" y="45014"/>
                  </a:lnTo>
                  <a:lnTo>
                    <a:pt x="2795" y="46763"/>
                  </a:lnTo>
                  <a:lnTo>
                    <a:pt x="1421" y="48123"/>
                  </a:lnTo>
                  <a:lnTo>
                    <a:pt x="446" y="48262"/>
                  </a:lnTo>
                  <a:lnTo>
                    <a:pt x="17" y="47999"/>
                  </a:lnTo>
                  <a:lnTo>
                    <a:pt x="0" y="46124"/>
                  </a:lnTo>
                  <a:lnTo>
                    <a:pt x="805" y="45433"/>
                  </a:lnTo>
                  <a:lnTo>
                    <a:pt x="1534" y="44212"/>
                  </a:lnTo>
                  <a:lnTo>
                    <a:pt x="1778" y="42491"/>
                  </a:lnTo>
                  <a:lnTo>
                    <a:pt x="1867" y="41280"/>
                  </a:lnTo>
                  <a:lnTo>
                    <a:pt x="1099" y="39816"/>
                  </a:lnTo>
                  <a:lnTo>
                    <a:pt x="1193" y="38918"/>
                  </a:lnTo>
                  <a:lnTo>
                    <a:pt x="1669" y="37219"/>
                  </a:lnTo>
                  <a:lnTo>
                    <a:pt x="1945" y="35714"/>
                  </a:lnTo>
                  <a:lnTo>
                    <a:pt x="2324" y="34412"/>
                  </a:lnTo>
                  <a:lnTo>
                    <a:pt x="3840" y="32284"/>
                  </a:lnTo>
                  <a:lnTo>
                    <a:pt x="5364" y="30146"/>
                  </a:lnTo>
                  <a:lnTo>
                    <a:pt x="5593" y="27875"/>
                  </a:lnTo>
                  <a:lnTo>
                    <a:pt x="5710" y="25109"/>
                  </a:lnTo>
                  <a:lnTo>
                    <a:pt x="5925" y="24445"/>
                  </a:lnTo>
                  <a:lnTo>
                    <a:pt x="7980" y="22790"/>
                  </a:lnTo>
                  <a:lnTo>
                    <a:pt x="8492" y="22135"/>
                  </a:lnTo>
                  <a:lnTo>
                    <a:pt x="8751" y="21198"/>
                  </a:lnTo>
                  <a:lnTo>
                    <a:pt x="10367" y="18097"/>
                  </a:lnTo>
                  <a:lnTo>
                    <a:pt x="11968" y="15024"/>
                  </a:lnTo>
                  <a:lnTo>
                    <a:pt x="12290" y="13993"/>
                  </a:lnTo>
                  <a:lnTo>
                    <a:pt x="12559" y="13389"/>
                  </a:lnTo>
                  <a:lnTo>
                    <a:pt x="12559" y="12888"/>
                  </a:lnTo>
                  <a:lnTo>
                    <a:pt x="12358" y="12502"/>
                  </a:lnTo>
                  <a:lnTo>
                    <a:pt x="11595" y="12245"/>
                  </a:lnTo>
                  <a:lnTo>
                    <a:pt x="11338" y="11269"/>
                  </a:lnTo>
                  <a:lnTo>
                    <a:pt x="12166" y="9526"/>
                  </a:lnTo>
                  <a:lnTo>
                    <a:pt x="13203" y="8459"/>
                  </a:lnTo>
                  <a:lnTo>
                    <a:pt x="14210" y="8444"/>
                  </a:lnTo>
                  <a:lnTo>
                    <a:pt x="14615" y="8935"/>
                  </a:lnTo>
                  <a:lnTo>
                    <a:pt x="14593" y="9512"/>
                  </a:lnTo>
                  <a:lnTo>
                    <a:pt x="15028" y="10132"/>
                  </a:lnTo>
                  <a:lnTo>
                    <a:pt x="15791" y="10337"/>
                  </a:lnTo>
                  <a:lnTo>
                    <a:pt x="16734" y="10121"/>
                  </a:lnTo>
                  <a:lnTo>
                    <a:pt x="17671" y="9469"/>
                  </a:lnTo>
                  <a:lnTo>
                    <a:pt x="18248" y="7918"/>
                  </a:lnTo>
                  <a:lnTo>
                    <a:pt x="18584" y="6745"/>
                  </a:lnTo>
                  <a:lnTo>
                    <a:pt x="20055" y="5404"/>
                  </a:lnTo>
                  <a:lnTo>
                    <a:pt x="21059" y="6080"/>
                  </a:lnTo>
                  <a:lnTo>
                    <a:pt x="23850" y="6257"/>
                  </a:lnTo>
                  <a:lnTo>
                    <a:pt x="25882" y="5893"/>
                  </a:lnTo>
                  <a:lnTo>
                    <a:pt x="27155" y="4984"/>
                  </a:lnTo>
                  <a:lnTo>
                    <a:pt x="28735" y="4984"/>
                  </a:lnTo>
                  <a:lnTo>
                    <a:pt x="29794" y="5497"/>
                  </a:lnTo>
                  <a:lnTo>
                    <a:pt x="29981" y="5422"/>
                  </a:lnTo>
                  <a:lnTo>
                    <a:pt x="30272" y="5302"/>
                  </a:lnTo>
                  <a:lnTo>
                    <a:pt x="30560" y="4814"/>
                  </a:lnTo>
                  <a:lnTo>
                    <a:pt x="31558" y="4479"/>
                  </a:lnTo>
                  <a:lnTo>
                    <a:pt x="31692" y="4073"/>
                  </a:lnTo>
                  <a:lnTo>
                    <a:pt x="31651" y="3656"/>
                  </a:lnTo>
                  <a:lnTo>
                    <a:pt x="31471" y="3442"/>
                  </a:lnTo>
                  <a:lnTo>
                    <a:pt x="30245" y="3659"/>
                  </a:lnTo>
                  <a:lnTo>
                    <a:pt x="29776" y="3337"/>
                  </a:lnTo>
                  <a:lnTo>
                    <a:pt x="29656" y="2595"/>
                  </a:lnTo>
                  <a:lnTo>
                    <a:pt x="30050" y="1308"/>
                  </a:lnTo>
                  <a:lnTo>
                    <a:pt x="30953" y="258"/>
                  </a:lnTo>
                  <a:lnTo>
                    <a:pt x="31718" y="0"/>
                  </a:lnTo>
                  <a:lnTo>
                    <a:pt x="32269" y="281"/>
                  </a:lnTo>
                  <a:lnTo>
                    <a:pt x="33616" y="2233"/>
                  </a:lnTo>
                  <a:lnTo>
                    <a:pt x="33938" y="2292"/>
                  </a:lnTo>
                  <a:lnTo>
                    <a:pt x="34125" y="1942"/>
                  </a:lnTo>
                  <a:lnTo>
                    <a:pt x="34405" y="1745"/>
                  </a:lnTo>
                  <a:lnTo>
                    <a:pt x="34869" y="2128"/>
                  </a:lnTo>
                  <a:lnTo>
                    <a:pt x="35391" y="3337"/>
                  </a:lnTo>
                  <a:lnTo>
                    <a:pt x="35478" y="3523"/>
                  </a:lnTo>
                  <a:lnTo>
                    <a:pt x="38481" y="3100"/>
                  </a:lnTo>
                  <a:lnTo>
                    <a:pt x="39154" y="3100"/>
                  </a:lnTo>
                  <a:lnTo>
                    <a:pt x="41192" y="5221"/>
                  </a:lnTo>
                  <a:close/>
                </a:path>
              </a:pathLst>
            </a:custGeom>
            <a:solidFill>
              <a:srgbClr val="8ABD8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g390"/>
            <p:cNvSpPr/>
            <p:nvPr/>
          </p:nvSpPr>
          <p:spPr>
            <a:xfrm>
              <a:off x="2506828" y="5283383"/>
              <a:ext cx="4142" cy="2233"/>
            </a:xfrm>
            <a:custGeom>
              <a:avLst/>
              <a:pathLst>
                <a:path w="4142" h="2233">
                  <a:moveTo>
                    <a:pt x="3345" y="2172"/>
                  </a:moveTo>
                  <a:lnTo>
                    <a:pt x="2903" y="2233"/>
                  </a:lnTo>
                  <a:lnTo>
                    <a:pt x="1830" y="1685"/>
                  </a:lnTo>
                  <a:lnTo>
                    <a:pt x="221" y="1439"/>
                  </a:lnTo>
                  <a:lnTo>
                    <a:pt x="39" y="1214"/>
                  </a:lnTo>
                  <a:lnTo>
                    <a:pt x="0" y="781"/>
                  </a:lnTo>
                  <a:lnTo>
                    <a:pt x="190" y="337"/>
                  </a:lnTo>
                  <a:lnTo>
                    <a:pt x="1068" y="0"/>
                  </a:lnTo>
                  <a:lnTo>
                    <a:pt x="3715" y="291"/>
                  </a:lnTo>
                  <a:lnTo>
                    <a:pt x="4051" y="493"/>
                  </a:lnTo>
                  <a:lnTo>
                    <a:pt x="4142" y="833"/>
                  </a:lnTo>
                  <a:lnTo>
                    <a:pt x="3710" y="1812"/>
                  </a:lnTo>
                  <a:close/>
                </a:path>
              </a:pathLst>
            </a:custGeom>
            <a:solidFill>
              <a:srgbClr val="94C28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g391"/>
            <p:cNvSpPr/>
            <p:nvPr/>
          </p:nvSpPr>
          <p:spPr>
            <a:xfrm>
              <a:off x="2510316" y="5276558"/>
              <a:ext cx="3668" cy="5898"/>
            </a:xfrm>
            <a:custGeom>
              <a:avLst/>
              <a:pathLst>
                <a:path w="3668" h="5898">
                  <a:moveTo>
                    <a:pt x="3346" y="5664"/>
                  </a:moveTo>
                  <a:lnTo>
                    <a:pt x="2902" y="5898"/>
                  </a:lnTo>
                  <a:lnTo>
                    <a:pt x="2574" y="5344"/>
                  </a:lnTo>
                  <a:lnTo>
                    <a:pt x="2073" y="4951"/>
                  </a:lnTo>
                  <a:lnTo>
                    <a:pt x="42" y="4126"/>
                  </a:lnTo>
                  <a:lnTo>
                    <a:pt x="0" y="3624"/>
                  </a:lnTo>
                  <a:lnTo>
                    <a:pt x="211" y="2911"/>
                  </a:lnTo>
                  <a:lnTo>
                    <a:pt x="617" y="2270"/>
                  </a:lnTo>
                  <a:lnTo>
                    <a:pt x="1397" y="1639"/>
                  </a:lnTo>
                  <a:lnTo>
                    <a:pt x="2024" y="0"/>
                  </a:lnTo>
                  <a:lnTo>
                    <a:pt x="2308" y="124"/>
                  </a:lnTo>
                  <a:lnTo>
                    <a:pt x="2594" y="796"/>
                  </a:lnTo>
                  <a:lnTo>
                    <a:pt x="3083" y="3058"/>
                  </a:lnTo>
                  <a:lnTo>
                    <a:pt x="3668" y="4686"/>
                  </a:lnTo>
                  <a:lnTo>
                    <a:pt x="3609" y="5249"/>
                  </a:lnTo>
                  <a:close/>
                </a:path>
              </a:pathLst>
            </a:custGeom>
            <a:solidFill>
              <a:srgbClr val="94C28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g392"/>
            <p:cNvSpPr/>
            <p:nvPr/>
          </p:nvSpPr>
          <p:spPr>
            <a:xfrm>
              <a:off x="2521612" y="5264159"/>
              <a:ext cx="2447" cy="3171"/>
            </a:xfrm>
            <a:custGeom>
              <a:avLst/>
              <a:pathLst>
                <a:path w="2447" h="3171">
                  <a:moveTo>
                    <a:pt x="2004" y="1878"/>
                  </a:moveTo>
                  <a:lnTo>
                    <a:pt x="1034" y="3171"/>
                  </a:lnTo>
                  <a:lnTo>
                    <a:pt x="310" y="3084"/>
                  </a:lnTo>
                  <a:lnTo>
                    <a:pt x="78" y="2617"/>
                  </a:lnTo>
                  <a:lnTo>
                    <a:pt x="0" y="2034"/>
                  </a:lnTo>
                  <a:lnTo>
                    <a:pt x="144" y="1405"/>
                  </a:lnTo>
                  <a:lnTo>
                    <a:pt x="449" y="831"/>
                  </a:lnTo>
                  <a:lnTo>
                    <a:pt x="1158" y="115"/>
                  </a:lnTo>
                  <a:lnTo>
                    <a:pt x="1382" y="0"/>
                  </a:lnTo>
                  <a:lnTo>
                    <a:pt x="2447" y="715"/>
                  </a:lnTo>
                  <a:close/>
                </a:path>
              </a:pathLst>
            </a:custGeom>
            <a:solidFill>
              <a:srgbClr val="94C28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g393"/>
            <p:cNvSpPr/>
            <p:nvPr/>
          </p:nvSpPr>
          <p:spPr>
            <a:xfrm>
              <a:off x="2501323" y="5257181"/>
              <a:ext cx="14885" cy="10731"/>
            </a:xfrm>
            <a:custGeom>
              <a:avLst/>
              <a:pathLst>
                <a:path w="14885" h="10731">
                  <a:moveTo>
                    <a:pt x="14885" y="6631"/>
                  </a:moveTo>
                  <a:lnTo>
                    <a:pt x="14525" y="7762"/>
                  </a:lnTo>
                  <a:lnTo>
                    <a:pt x="13757" y="9254"/>
                  </a:lnTo>
                  <a:lnTo>
                    <a:pt x="12722" y="10414"/>
                  </a:lnTo>
                  <a:lnTo>
                    <a:pt x="11720" y="10731"/>
                  </a:lnTo>
                  <a:lnTo>
                    <a:pt x="10994" y="10131"/>
                  </a:lnTo>
                  <a:lnTo>
                    <a:pt x="10626" y="9075"/>
                  </a:lnTo>
                  <a:lnTo>
                    <a:pt x="10457" y="8030"/>
                  </a:lnTo>
                  <a:lnTo>
                    <a:pt x="10211" y="7456"/>
                  </a:lnTo>
                  <a:lnTo>
                    <a:pt x="9830" y="7329"/>
                  </a:lnTo>
                  <a:lnTo>
                    <a:pt x="9336" y="7361"/>
                  </a:lnTo>
                  <a:lnTo>
                    <a:pt x="8728" y="7759"/>
                  </a:lnTo>
                  <a:lnTo>
                    <a:pt x="7433" y="9265"/>
                  </a:lnTo>
                  <a:lnTo>
                    <a:pt x="6878" y="9664"/>
                  </a:lnTo>
                  <a:lnTo>
                    <a:pt x="6503" y="9756"/>
                  </a:lnTo>
                  <a:lnTo>
                    <a:pt x="2819" y="8619"/>
                  </a:lnTo>
                  <a:lnTo>
                    <a:pt x="2460" y="8198"/>
                  </a:lnTo>
                  <a:lnTo>
                    <a:pt x="2026" y="7188"/>
                  </a:lnTo>
                  <a:lnTo>
                    <a:pt x="1548" y="4192"/>
                  </a:lnTo>
                  <a:lnTo>
                    <a:pt x="0" y="1514"/>
                  </a:lnTo>
                  <a:lnTo>
                    <a:pt x="2369" y="0"/>
                  </a:lnTo>
                  <a:lnTo>
                    <a:pt x="5206" y="8"/>
                  </a:lnTo>
                  <a:lnTo>
                    <a:pt x="10685" y="1168"/>
                  </a:lnTo>
                  <a:lnTo>
                    <a:pt x="12870" y="1425"/>
                  </a:lnTo>
                  <a:lnTo>
                    <a:pt x="14552" y="3964"/>
                  </a:lnTo>
                  <a:lnTo>
                    <a:pt x="14818" y="5491"/>
                  </a:lnTo>
                  <a:close/>
                </a:path>
              </a:pathLst>
            </a:custGeom>
            <a:solidFill>
              <a:srgbClr val="94C28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g394"/>
            <p:cNvSpPr/>
            <p:nvPr/>
          </p:nvSpPr>
          <p:spPr>
            <a:xfrm>
              <a:off x="2480768" y="5255782"/>
              <a:ext cx="23672" cy="22710"/>
            </a:xfrm>
            <a:custGeom>
              <a:avLst/>
              <a:pathLst>
                <a:path w="23672" h="22710">
                  <a:moveTo>
                    <a:pt x="3473" y="1093"/>
                  </a:moveTo>
                  <a:lnTo>
                    <a:pt x="13249" y="4011"/>
                  </a:lnTo>
                  <a:lnTo>
                    <a:pt x="16263" y="2242"/>
                  </a:lnTo>
                  <a:lnTo>
                    <a:pt x="18646" y="2294"/>
                  </a:lnTo>
                  <a:lnTo>
                    <a:pt x="19355" y="4726"/>
                  </a:lnTo>
                  <a:lnTo>
                    <a:pt x="16938" y="7277"/>
                  </a:lnTo>
                  <a:lnTo>
                    <a:pt x="16753" y="8082"/>
                  </a:lnTo>
                  <a:lnTo>
                    <a:pt x="17091" y="8737"/>
                  </a:lnTo>
                  <a:lnTo>
                    <a:pt x="19575" y="9147"/>
                  </a:lnTo>
                  <a:lnTo>
                    <a:pt x="20205" y="9969"/>
                  </a:lnTo>
                  <a:lnTo>
                    <a:pt x="20783" y="11026"/>
                  </a:lnTo>
                  <a:lnTo>
                    <a:pt x="20294" y="12593"/>
                  </a:lnTo>
                  <a:lnTo>
                    <a:pt x="20248" y="13317"/>
                  </a:lnTo>
                  <a:lnTo>
                    <a:pt x="20505" y="14024"/>
                  </a:lnTo>
                  <a:lnTo>
                    <a:pt x="22368" y="16396"/>
                  </a:lnTo>
                  <a:lnTo>
                    <a:pt x="23132" y="17619"/>
                  </a:lnTo>
                  <a:lnTo>
                    <a:pt x="23517" y="18791"/>
                  </a:lnTo>
                  <a:lnTo>
                    <a:pt x="23672" y="20845"/>
                  </a:lnTo>
                  <a:lnTo>
                    <a:pt x="23638" y="22490"/>
                  </a:lnTo>
                  <a:lnTo>
                    <a:pt x="23220" y="22710"/>
                  </a:lnTo>
                  <a:lnTo>
                    <a:pt x="22313" y="22210"/>
                  </a:lnTo>
                  <a:lnTo>
                    <a:pt x="21429" y="21261"/>
                  </a:lnTo>
                  <a:lnTo>
                    <a:pt x="20652" y="18892"/>
                  </a:lnTo>
                  <a:lnTo>
                    <a:pt x="20108" y="18416"/>
                  </a:lnTo>
                  <a:lnTo>
                    <a:pt x="18540" y="17937"/>
                  </a:lnTo>
                  <a:lnTo>
                    <a:pt x="16986" y="16782"/>
                  </a:lnTo>
                  <a:lnTo>
                    <a:pt x="15775" y="16849"/>
                  </a:lnTo>
                  <a:lnTo>
                    <a:pt x="14660" y="16358"/>
                  </a:lnTo>
                  <a:lnTo>
                    <a:pt x="13661" y="16788"/>
                  </a:lnTo>
                  <a:lnTo>
                    <a:pt x="13306" y="16009"/>
                  </a:lnTo>
                  <a:lnTo>
                    <a:pt x="12878" y="14436"/>
                  </a:lnTo>
                  <a:lnTo>
                    <a:pt x="12868" y="13750"/>
                  </a:lnTo>
                  <a:lnTo>
                    <a:pt x="13393" y="11265"/>
                  </a:lnTo>
                  <a:lnTo>
                    <a:pt x="13380" y="10613"/>
                  </a:lnTo>
                  <a:lnTo>
                    <a:pt x="13105" y="10535"/>
                  </a:lnTo>
                  <a:lnTo>
                    <a:pt x="11940" y="11043"/>
                  </a:lnTo>
                  <a:lnTo>
                    <a:pt x="11470" y="10705"/>
                  </a:lnTo>
                  <a:lnTo>
                    <a:pt x="10203" y="8905"/>
                  </a:lnTo>
                  <a:lnTo>
                    <a:pt x="9693" y="8564"/>
                  </a:lnTo>
                  <a:lnTo>
                    <a:pt x="8420" y="8385"/>
                  </a:lnTo>
                  <a:lnTo>
                    <a:pt x="7700" y="11580"/>
                  </a:lnTo>
                  <a:lnTo>
                    <a:pt x="7662" y="12370"/>
                  </a:lnTo>
                  <a:lnTo>
                    <a:pt x="8396" y="14399"/>
                  </a:lnTo>
                  <a:lnTo>
                    <a:pt x="9836" y="17515"/>
                  </a:lnTo>
                  <a:lnTo>
                    <a:pt x="9105" y="17573"/>
                  </a:lnTo>
                  <a:lnTo>
                    <a:pt x="7021" y="16612"/>
                  </a:lnTo>
                  <a:lnTo>
                    <a:pt x="6486" y="16015"/>
                  </a:lnTo>
                  <a:lnTo>
                    <a:pt x="5841" y="14445"/>
                  </a:lnTo>
                  <a:lnTo>
                    <a:pt x="4603" y="13530"/>
                  </a:lnTo>
                  <a:lnTo>
                    <a:pt x="4169" y="12968"/>
                  </a:lnTo>
                  <a:lnTo>
                    <a:pt x="4042" y="12304"/>
                  </a:lnTo>
                  <a:lnTo>
                    <a:pt x="4029" y="10252"/>
                  </a:lnTo>
                  <a:lnTo>
                    <a:pt x="3755" y="9955"/>
                  </a:lnTo>
                  <a:lnTo>
                    <a:pt x="1998" y="10474"/>
                  </a:lnTo>
                  <a:lnTo>
                    <a:pt x="1636" y="9981"/>
                  </a:lnTo>
                  <a:lnTo>
                    <a:pt x="1489" y="9118"/>
                  </a:lnTo>
                  <a:lnTo>
                    <a:pt x="1233" y="8631"/>
                  </a:lnTo>
                  <a:lnTo>
                    <a:pt x="99" y="7843"/>
                  </a:lnTo>
                  <a:lnTo>
                    <a:pt x="0" y="7349"/>
                  </a:lnTo>
                  <a:lnTo>
                    <a:pt x="505" y="6766"/>
                  </a:lnTo>
                  <a:lnTo>
                    <a:pt x="818" y="5292"/>
                  </a:lnTo>
                  <a:lnTo>
                    <a:pt x="1262" y="0"/>
                  </a:lnTo>
                  <a:close/>
                </a:path>
              </a:pathLst>
            </a:custGeom>
            <a:solidFill>
              <a:srgbClr val="94C28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g395"/>
            <p:cNvSpPr/>
            <p:nvPr/>
          </p:nvSpPr>
          <p:spPr>
            <a:xfrm>
              <a:off x="2463106" y="5254379"/>
              <a:ext cx="14065" cy="10119"/>
            </a:xfrm>
            <a:custGeom>
              <a:avLst/>
              <a:pathLst>
                <a:path w="14065" h="10119">
                  <a:moveTo>
                    <a:pt x="5430" y="986"/>
                  </a:moveTo>
                  <a:lnTo>
                    <a:pt x="5997" y="2859"/>
                  </a:lnTo>
                  <a:lnTo>
                    <a:pt x="6206" y="3203"/>
                  </a:lnTo>
                  <a:lnTo>
                    <a:pt x="7706" y="3933"/>
                  </a:lnTo>
                  <a:lnTo>
                    <a:pt x="8383" y="3491"/>
                  </a:lnTo>
                  <a:lnTo>
                    <a:pt x="10017" y="3280"/>
                  </a:lnTo>
                  <a:lnTo>
                    <a:pt x="10998" y="2562"/>
                  </a:lnTo>
                  <a:lnTo>
                    <a:pt x="12427" y="2196"/>
                  </a:lnTo>
                  <a:lnTo>
                    <a:pt x="14065" y="6836"/>
                  </a:lnTo>
                  <a:lnTo>
                    <a:pt x="13885" y="8250"/>
                  </a:lnTo>
                  <a:lnTo>
                    <a:pt x="12590" y="9782"/>
                  </a:lnTo>
                  <a:lnTo>
                    <a:pt x="11719" y="10119"/>
                  </a:lnTo>
                  <a:lnTo>
                    <a:pt x="10892" y="9655"/>
                  </a:lnTo>
                  <a:lnTo>
                    <a:pt x="10950" y="8876"/>
                  </a:lnTo>
                  <a:lnTo>
                    <a:pt x="10799" y="8195"/>
                  </a:lnTo>
                  <a:lnTo>
                    <a:pt x="10234" y="7312"/>
                  </a:lnTo>
                  <a:lnTo>
                    <a:pt x="9704" y="7395"/>
                  </a:lnTo>
                  <a:lnTo>
                    <a:pt x="8850" y="8048"/>
                  </a:lnTo>
                  <a:lnTo>
                    <a:pt x="8442" y="7967"/>
                  </a:lnTo>
                  <a:lnTo>
                    <a:pt x="7577" y="7248"/>
                  </a:lnTo>
                  <a:lnTo>
                    <a:pt x="6061" y="6717"/>
                  </a:lnTo>
                  <a:lnTo>
                    <a:pt x="5760" y="6059"/>
                  </a:lnTo>
                  <a:lnTo>
                    <a:pt x="5727" y="5090"/>
                  </a:lnTo>
                  <a:lnTo>
                    <a:pt x="5441" y="4605"/>
                  </a:lnTo>
                  <a:lnTo>
                    <a:pt x="3861" y="3050"/>
                  </a:lnTo>
                  <a:lnTo>
                    <a:pt x="2850" y="1725"/>
                  </a:lnTo>
                  <a:lnTo>
                    <a:pt x="1993" y="1546"/>
                  </a:lnTo>
                  <a:lnTo>
                    <a:pt x="1680" y="1705"/>
                  </a:lnTo>
                  <a:lnTo>
                    <a:pt x="1363" y="2340"/>
                  </a:lnTo>
                  <a:lnTo>
                    <a:pt x="592" y="2946"/>
                  </a:lnTo>
                  <a:lnTo>
                    <a:pt x="372" y="2845"/>
                  </a:lnTo>
                  <a:lnTo>
                    <a:pt x="125" y="2340"/>
                  </a:lnTo>
                  <a:lnTo>
                    <a:pt x="0" y="1615"/>
                  </a:lnTo>
                  <a:lnTo>
                    <a:pt x="324" y="141"/>
                  </a:lnTo>
                  <a:lnTo>
                    <a:pt x="767" y="0"/>
                  </a:lnTo>
                  <a:lnTo>
                    <a:pt x="2926" y="291"/>
                  </a:lnTo>
                  <a:lnTo>
                    <a:pt x="4248" y="972"/>
                  </a:lnTo>
                  <a:close/>
                </a:path>
              </a:pathLst>
            </a:custGeom>
            <a:solidFill>
              <a:srgbClr val="94C28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g396"/>
            <p:cNvSpPr/>
            <p:nvPr/>
          </p:nvSpPr>
          <p:spPr>
            <a:xfrm>
              <a:off x="2453682" y="5226316"/>
              <a:ext cx="14692" cy="14454"/>
            </a:xfrm>
            <a:custGeom>
              <a:avLst/>
              <a:pathLst>
                <a:path w="14692" h="14454">
                  <a:moveTo>
                    <a:pt x="9993" y="4371"/>
                  </a:moveTo>
                  <a:lnTo>
                    <a:pt x="12695" y="6729"/>
                  </a:lnTo>
                  <a:lnTo>
                    <a:pt x="14484" y="6706"/>
                  </a:lnTo>
                  <a:lnTo>
                    <a:pt x="14473" y="8180"/>
                  </a:lnTo>
                  <a:lnTo>
                    <a:pt x="14692" y="10691"/>
                  </a:lnTo>
                  <a:lnTo>
                    <a:pt x="14410" y="11709"/>
                  </a:lnTo>
                  <a:lnTo>
                    <a:pt x="13740" y="12748"/>
                  </a:lnTo>
                  <a:lnTo>
                    <a:pt x="13319" y="14226"/>
                  </a:lnTo>
                  <a:lnTo>
                    <a:pt x="13006" y="14454"/>
                  </a:lnTo>
                  <a:lnTo>
                    <a:pt x="11039" y="12668"/>
                  </a:lnTo>
                  <a:lnTo>
                    <a:pt x="8983" y="10232"/>
                  </a:lnTo>
                  <a:lnTo>
                    <a:pt x="7950" y="10659"/>
                  </a:lnTo>
                  <a:lnTo>
                    <a:pt x="6579" y="10062"/>
                  </a:lnTo>
                  <a:lnTo>
                    <a:pt x="5474" y="10192"/>
                  </a:lnTo>
                  <a:lnTo>
                    <a:pt x="4787" y="11571"/>
                  </a:lnTo>
                  <a:lnTo>
                    <a:pt x="3191" y="12292"/>
                  </a:lnTo>
                  <a:lnTo>
                    <a:pt x="2901" y="9525"/>
                  </a:lnTo>
                  <a:lnTo>
                    <a:pt x="1449" y="6911"/>
                  </a:lnTo>
                  <a:lnTo>
                    <a:pt x="0" y="4813"/>
                  </a:lnTo>
                  <a:lnTo>
                    <a:pt x="784" y="1595"/>
                  </a:lnTo>
                  <a:lnTo>
                    <a:pt x="1724" y="1076"/>
                  </a:lnTo>
                  <a:lnTo>
                    <a:pt x="2607" y="0"/>
                  </a:lnTo>
                  <a:lnTo>
                    <a:pt x="6158" y="1137"/>
                  </a:lnTo>
                  <a:lnTo>
                    <a:pt x="7998" y="2103"/>
                  </a:lnTo>
                  <a:close/>
                </a:path>
              </a:pathLst>
            </a:custGeom>
            <a:solidFill>
              <a:srgbClr val="94C28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g397"/>
            <p:cNvSpPr/>
            <p:nvPr/>
          </p:nvSpPr>
          <p:spPr>
            <a:xfrm>
              <a:off x="2433756" y="5211824"/>
              <a:ext cx="19987" cy="21633"/>
            </a:xfrm>
            <a:custGeom>
              <a:avLst/>
              <a:pathLst>
                <a:path w="19987" h="21633">
                  <a:moveTo>
                    <a:pt x="11239" y="2576"/>
                  </a:moveTo>
                  <a:lnTo>
                    <a:pt x="11567" y="4974"/>
                  </a:lnTo>
                  <a:lnTo>
                    <a:pt x="11739" y="5433"/>
                  </a:lnTo>
                  <a:lnTo>
                    <a:pt x="12627" y="5049"/>
                  </a:lnTo>
                  <a:lnTo>
                    <a:pt x="14136" y="4830"/>
                  </a:lnTo>
                  <a:lnTo>
                    <a:pt x="16613" y="5722"/>
                  </a:lnTo>
                  <a:lnTo>
                    <a:pt x="16894" y="6039"/>
                  </a:lnTo>
                  <a:lnTo>
                    <a:pt x="17946" y="8659"/>
                  </a:lnTo>
                  <a:lnTo>
                    <a:pt x="18753" y="9779"/>
                  </a:lnTo>
                  <a:lnTo>
                    <a:pt x="19987" y="12203"/>
                  </a:lnTo>
                  <a:lnTo>
                    <a:pt x="18758" y="13819"/>
                  </a:lnTo>
                  <a:lnTo>
                    <a:pt x="18030" y="16145"/>
                  </a:lnTo>
                  <a:lnTo>
                    <a:pt x="17992" y="17325"/>
                  </a:lnTo>
                  <a:lnTo>
                    <a:pt x="17511" y="18006"/>
                  </a:lnTo>
                  <a:lnTo>
                    <a:pt x="16756" y="18713"/>
                  </a:lnTo>
                  <a:lnTo>
                    <a:pt x="15630" y="20072"/>
                  </a:lnTo>
                  <a:lnTo>
                    <a:pt x="14245" y="20225"/>
                  </a:lnTo>
                  <a:lnTo>
                    <a:pt x="12879" y="20941"/>
                  </a:lnTo>
                  <a:lnTo>
                    <a:pt x="12249" y="21590"/>
                  </a:lnTo>
                  <a:lnTo>
                    <a:pt x="11876" y="21633"/>
                  </a:lnTo>
                  <a:lnTo>
                    <a:pt x="11433" y="21281"/>
                  </a:lnTo>
                  <a:lnTo>
                    <a:pt x="10960" y="20615"/>
                  </a:lnTo>
                  <a:lnTo>
                    <a:pt x="10808" y="19841"/>
                  </a:lnTo>
                  <a:lnTo>
                    <a:pt x="11745" y="19123"/>
                  </a:lnTo>
                  <a:lnTo>
                    <a:pt x="12964" y="16557"/>
                  </a:lnTo>
                  <a:lnTo>
                    <a:pt x="13182" y="13900"/>
                  </a:lnTo>
                  <a:lnTo>
                    <a:pt x="11867" y="13418"/>
                  </a:lnTo>
                  <a:lnTo>
                    <a:pt x="11082" y="13781"/>
                  </a:lnTo>
                  <a:lnTo>
                    <a:pt x="10496" y="13773"/>
                  </a:lnTo>
                  <a:lnTo>
                    <a:pt x="9822" y="12953"/>
                  </a:lnTo>
                  <a:lnTo>
                    <a:pt x="9413" y="14209"/>
                  </a:lnTo>
                  <a:lnTo>
                    <a:pt x="9261" y="15409"/>
                  </a:lnTo>
                  <a:lnTo>
                    <a:pt x="9440" y="17244"/>
                  </a:lnTo>
                  <a:lnTo>
                    <a:pt x="9319" y="17836"/>
                  </a:lnTo>
                  <a:lnTo>
                    <a:pt x="8841" y="18171"/>
                  </a:lnTo>
                  <a:lnTo>
                    <a:pt x="7736" y="17475"/>
                  </a:lnTo>
                  <a:lnTo>
                    <a:pt x="6589" y="16237"/>
                  </a:lnTo>
                  <a:lnTo>
                    <a:pt x="6499" y="15519"/>
                  </a:lnTo>
                  <a:lnTo>
                    <a:pt x="6734" y="13043"/>
                  </a:lnTo>
                  <a:lnTo>
                    <a:pt x="6709" y="11750"/>
                  </a:lnTo>
                  <a:lnTo>
                    <a:pt x="6472" y="9892"/>
                  </a:lnTo>
                  <a:lnTo>
                    <a:pt x="6345" y="9698"/>
                  </a:lnTo>
                  <a:lnTo>
                    <a:pt x="5915" y="9739"/>
                  </a:lnTo>
                  <a:lnTo>
                    <a:pt x="4564" y="10096"/>
                  </a:lnTo>
                  <a:lnTo>
                    <a:pt x="3215" y="7713"/>
                  </a:lnTo>
                  <a:lnTo>
                    <a:pt x="2485" y="5197"/>
                  </a:lnTo>
                  <a:lnTo>
                    <a:pt x="0" y="4472"/>
                  </a:lnTo>
                  <a:lnTo>
                    <a:pt x="1936" y="958"/>
                  </a:lnTo>
                  <a:lnTo>
                    <a:pt x="4855" y="461"/>
                  </a:lnTo>
                  <a:lnTo>
                    <a:pt x="5844" y="2239"/>
                  </a:lnTo>
                  <a:lnTo>
                    <a:pt x="9092" y="3471"/>
                  </a:lnTo>
                  <a:lnTo>
                    <a:pt x="8898" y="1584"/>
                  </a:lnTo>
                  <a:lnTo>
                    <a:pt x="8952" y="909"/>
                  </a:lnTo>
                  <a:lnTo>
                    <a:pt x="9398" y="69"/>
                  </a:lnTo>
                  <a:lnTo>
                    <a:pt x="9650" y="0"/>
                  </a:lnTo>
                  <a:lnTo>
                    <a:pt x="10034" y="594"/>
                  </a:lnTo>
                  <a:lnTo>
                    <a:pt x="10657" y="845"/>
                  </a:lnTo>
                  <a:lnTo>
                    <a:pt x="10946" y="1419"/>
                  </a:lnTo>
                  <a:close/>
                </a:path>
              </a:pathLst>
            </a:custGeom>
            <a:solidFill>
              <a:srgbClr val="94C28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g398"/>
            <p:cNvSpPr/>
            <p:nvPr/>
          </p:nvSpPr>
          <p:spPr>
            <a:xfrm>
              <a:off x="2423195" y="5192306"/>
              <a:ext cx="19216" cy="18453"/>
            </a:xfrm>
            <a:custGeom>
              <a:avLst/>
              <a:pathLst>
                <a:path w="19216" h="18453">
                  <a:moveTo>
                    <a:pt x="3976" y="5569"/>
                  </a:moveTo>
                  <a:lnTo>
                    <a:pt x="4176" y="5837"/>
                  </a:lnTo>
                  <a:lnTo>
                    <a:pt x="4655" y="5774"/>
                  </a:lnTo>
                  <a:lnTo>
                    <a:pt x="5330" y="6253"/>
                  </a:lnTo>
                  <a:lnTo>
                    <a:pt x="7873" y="6838"/>
                  </a:lnTo>
                  <a:lnTo>
                    <a:pt x="10149" y="8224"/>
                  </a:lnTo>
                  <a:lnTo>
                    <a:pt x="11336" y="9519"/>
                  </a:lnTo>
                  <a:lnTo>
                    <a:pt x="12894" y="9926"/>
                  </a:lnTo>
                  <a:lnTo>
                    <a:pt x="14170" y="11577"/>
                  </a:lnTo>
                  <a:lnTo>
                    <a:pt x="14715" y="12001"/>
                  </a:lnTo>
                  <a:lnTo>
                    <a:pt x="15373" y="12128"/>
                  </a:lnTo>
                  <a:lnTo>
                    <a:pt x="17082" y="15181"/>
                  </a:lnTo>
                  <a:lnTo>
                    <a:pt x="17178" y="15530"/>
                  </a:lnTo>
                  <a:lnTo>
                    <a:pt x="19117" y="17937"/>
                  </a:lnTo>
                  <a:lnTo>
                    <a:pt x="19216" y="18320"/>
                  </a:lnTo>
                  <a:lnTo>
                    <a:pt x="18113" y="18453"/>
                  </a:lnTo>
                  <a:lnTo>
                    <a:pt x="15875" y="17334"/>
                  </a:lnTo>
                  <a:lnTo>
                    <a:pt x="14758" y="17273"/>
                  </a:lnTo>
                  <a:lnTo>
                    <a:pt x="13951" y="16930"/>
                  </a:lnTo>
                  <a:lnTo>
                    <a:pt x="13761" y="16733"/>
                  </a:lnTo>
                  <a:lnTo>
                    <a:pt x="13601" y="15337"/>
                  </a:lnTo>
                  <a:lnTo>
                    <a:pt x="13344" y="14650"/>
                  </a:lnTo>
                  <a:lnTo>
                    <a:pt x="11193" y="11430"/>
                  </a:lnTo>
                  <a:lnTo>
                    <a:pt x="10299" y="10726"/>
                  </a:lnTo>
                  <a:lnTo>
                    <a:pt x="8750" y="10102"/>
                  </a:lnTo>
                  <a:lnTo>
                    <a:pt x="6988" y="10538"/>
                  </a:lnTo>
                  <a:lnTo>
                    <a:pt x="5796" y="10122"/>
                  </a:lnTo>
                  <a:lnTo>
                    <a:pt x="5384" y="10272"/>
                  </a:lnTo>
                  <a:lnTo>
                    <a:pt x="3627" y="7713"/>
                  </a:lnTo>
                  <a:lnTo>
                    <a:pt x="1873" y="5554"/>
                  </a:lnTo>
                  <a:lnTo>
                    <a:pt x="1122" y="2980"/>
                  </a:lnTo>
                  <a:lnTo>
                    <a:pt x="5" y="1012"/>
                  </a:lnTo>
                  <a:lnTo>
                    <a:pt x="0" y="438"/>
                  </a:lnTo>
                  <a:lnTo>
                    <a:pt x="512" y="0"/>
                  </a:lnTo>
                  <a:lnTo>
                    <a:pt x="1712" y="1105"/>
                  </a:lnTo>
                  <a:lnTo>
                    <a:pt x="2893" y="3006"/>
                  </a:lnTo>
                  <a:lnTo>
                    <a:pt x="3531" y="3728"/>
                  </a:lnTo>
                  <a:close/>
                </a:path>
              </a:pathLst>
            </a:custGeom>
            <a:solidFill>
              <a:srgbClr val="94C28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g399"/>
            <p:cNvSpPr/>
            <p:nvPr/>
          </p:nvSpPr>
          <p:spPr>
            <a:xfrm>
              <a:off x="2457128" y="5184988"/>
              <a:ext cx="40191" cy="71616"/>
            </a:xfrm>
            <a:custGeom>
              <a:avLst/>
              <a:pathLst>
                <a:path w="40191" h="71616">
                  <a:moveTo>
                    <a:pt x="40191" y="4917"/>
                  </a:moveTo>
                  <a:lnTo>
                    <a:pt x="40169" y="13689"/>
                  </a:lnTo>
                  <a:lnTo>
                    <a:pt x="40148" y="22329"/>
                  </a:lnTo>
                  <a:lnTo>
                    <a:pt x="40128" y="30411"/>
                  </a:lnTo>
                  <a:lnTo>
                    <a:pt x="40108" y="38491"/>
                  </a:lnTo>
                  <a:lnTo>
                    <a:pt x="40089" y="46294"/>
                  </a:lnTo>
                  <a:lnTo>
                    <a:pt x="40070" y="54304"/>
                  </a:lnTo>
                  <a:lnTo>
                    <a:pt x="39976" y="63282"/>
                  </a:lnTo>
                  <a:lnTo>
                    <a:pt x="39907" y="69953"/>
                  </a:lnTo>
                  <a:lnTo>
                    <a:pt x="38071" y="69953"/>
                  </a:lnTo>
                  <a:lnTo>
                    <a:pt x="37587" y="70637"/>
                  </a:lnTo>
                  <a:lnTo>
                    <a:pt x="34685" y="71616"/>
                  </a:lnTo>
                  <a:lnTo>
                    <a:pt x="29754" y="70109"/>
                  </a:lnTo>
                  <a:lnTo>
                    <a:pt x="28520" y="68747"/>
                  </a:lnTo>
                  <a:lnTo>
                    <a:pt x="26864" y="65772"/>
                  </a:lnTo>
                  <a:lnTo>
                    <a:pt x="26274" y="66572"/>
                  </a:lnTo>
                  <a:lnTo>
                    <a:pt x="24718" y="67833"/>
                  </a:lnTo>
                  <a:lnTo>
                    <a:pt x="23121" y="68828"/>
                  </a:lnTo>
                  <a:lnTo>
                    <a:pt x="21810" y="68938"/>
                  </a:lnTo>
                  <a:lnTo>
                    <a:pt x="20595" y="67706"/>
                  </a:lnTo>
                  <a:lnTo>
                    <a:pt x="20336" y="67079"/>
                  </a:lnTo>
                  <a:lnTo>
                    <a:pt x="20060" y="66944"/>
                  </a:lnTo>
                  <a:lnTo>
                    <a:pt x="17434" y="68652"/>
                  </a:lnTo>
                  <a:lnTo>
                    <a:pt x="14534" y="66909"/>
                  </a:lnTo>
                  <a:lnTo>
                    <a:pt x="12224" y="65839"/>
                  </a:lnTo>
                  <a:lnTo>
                    <a:pt x="8512" y="65241"/>
                  </a:lnTo>
                  <a:lnTo>
                    <a:pt x="5932" y="63039"/>
                  </a:lnTo>
                  <a:lnTo>
                    <a:pt x="1172" y="63233"/>
                  </a:lnTo>
                  <a:lnTo>
                    <a:pt x="318" y="62506"/>
                  </a:lnTo>
                  <a:lnTo>
                    <a:pt x="0" y="60353"/>
                  </a:lnTo>
                  <a:lnTo>
                    <a:pt x="252" y="59352"/>
                  </a:lnTo>
                  <a:lnTo>
                    <a:pt x="1271" y="58748"/>
                  </a:lnTo>
                  <a:lnTo>
                    <a:pt x="1555" y="57554"/>
                  </a:lnTo>
                  <a:lnTo>
                    <a:pt x="2582" y="57840"/>
                  </a:lnTo>
                  <a:lnTo>
                    <a:pt x="3917" y="59421"/>
                  </a:lnTo>
                  <a:lnTo>
                    <a:pt x="4326" y="59366"/>
                  </a:lnTo>
                  <a:lnTo>
                    <a:pt x="5208" y="57877"/>
                  </a:lnTo>
                  <a:lnTo>
                    <a:pt x="6511" y="56555"/>
                  </a:lnTo>
                  <a:lnTo>
                    <a:pt x="6977" y="56414"/>
                  </a:lnTo>
                  <a:lnTo>
                    <a:pt x="9370" y="58044"/>
                  </a:lnTo>
                  <a:lnTo>
                    <a:pt x="10332" y="57857"/>
                  </a:lnTo>
                  <a:lnTo>
                    <a:pt x="11715" y="57127"/>
                  </a:lnTo>
                  <a:lnTo>
                    <a:pt x="11962" y="56492"/>
                  </a:lnTo>
                  <a:lnTo>
                    <a:pt x="12181" y="55369"/>
                  </a:lnTo>
                  <a:lnTo>
                    <a:pt x="12546" y="54714"/>
                  </a:lnTo>
                  <a:lnTo>
                    <a:pt x="13777" y="54400"/>
                  </a:lnTo>
                  <a:lnTo>
                    <a:pt x="14976" y="55038"/>
                  </a:lnTo>
                  <a:lnTo>
                    <a:pt x="15114" y="56985"/>
                  </a:lnTo>
                  <a:lnTo>
                    <a:pt x="14948" y="59075"/>
                  </a:lnTo>
                  <a:lnTo>
                    <a:pt x="16510" y="59634"/>
                  </a:lnTo>
                  <a:lnTo>
                    <a:pt x="18400" y="59571"/>
                  </a:lnTo>
                  <a:lnTo>
                    <a:pt x="19703" y="60347"/>
                  </a:lnTo>
                  <a:lnTo>
                    <a:pt x="19866" y="59077"/>
                  </a:lnTo>
                  <a:lnTo>
                    <a:pt x="17786" y="55759"/>
                  </a:lnTo>
                  <a:lnTo>
                    <a:pt x="16912" y="53696"/>
                  </a:lnTo>
                  <a:lnTo>
                    <a:pt x="15740" y="52481"/>
                  </a:lnTo>
                  <a:lnTo>
                    <a:pt x="14233" y="51860"/>
                  </a:lnTo>
                  <a:lnTo>
                    <a:pt x="12975" y="47994"/>
                  </a:lnTo>
                  <a:lnTo>
                    <a:pt x="13052" y="44606"/>
                  </a:lnTo>
                  <a:lnTo>
                    <a:pt x="12918" y="41308"/>
                  </a:lnTo>
                  <a:lnTo>
                    <a:pt x="15639" y="39495"/>
                  </a:lnTo>
                  <a:lnTo>
                    <a:pt x="15016" y="36676"/>
                  </a:lnTo>
                  <a:lnTo>
                    <a:pt x="15952" y="34538"/>
                  </a:lnTo>
                  <a:lnTo>
                    <a:pt x="17018" y="33718"/>
                  </a:lnTo>
                  <a:lnTo>
                    <a:pt x="18092" y="41582"/>
                  </a:lnTo>
                  <a:lnTo>
                    <a:pt x="18865" y="44337"/>
                  </a:lnTo>
                  <a:lnTo>
                    <a:pt x="17880" y="44897"/>
                  </a:lnTo>
                  <a:lnTo>
                    <a:pt x="15817" y="44895"/>
                  </a:lnTo>
                  <a:lnTo>
                    <a:pt x="16969" y="48753"/>
                  </a:lnTo>
                  <a:lnTo>
                    <a:pt x="18862" y="50068"/>
                  </a:lnTo>
                  <a:lnTo>
                    <a:pt x="20494" y="52928"/>
                  </a:lnTo>
                  <a:lnTo>
                    <a:pt x="20527" y="55003"/>
                  </a:lnTo>
                  <a:lnTo>
                    <a:pt x="21434" y="55938"/>
                  </a:lnTo>
                  <a:lnTo>
                    <a:pt x="23613" y="55998"/>
                  </a:lnTo>
                  <a:lnTo>
                    <a:pt x="25114" y="55589"/>
                  </a:lnTo>
                  <a:lnTo>
                    <a:pt x="25820" y="54209"/>
                  </a:lnTo>
                  <a:lnTo>
                    <a:pt x="26639" y="53768"/>
                  </a:lnTo>
                  <a:lnTo>
                    <a:pt x="28104" y="55488"/>
                  </a:lnTo>
                  <a:lnTo>
                    <a:pt x="30570" y="56760"/>
                  </a:lnTo>
                  <a:lnTo>
                    <a:pt x="31235" y="57661"/>
                  </a:lnTo>
                  <a:lnTo>
                    <a:pt x="31718" y="59155"/>
                  </a:lnTo>
                  <a:lnTo>
                    <a:pt x="31751" y="60766"/>
                  </a:lnTo>
                  <a:lnTo>
                    <a:pt x="31877" y="61617"/>
                  </a:lnTo>
                  <a:lnTo>
                    <a:pt x="32595" y="61201"/>
                  </a:lnTo>
                  <a:lnTo>
                    <a:pt x="33618" y="59011"/>
                  </a:lnTo>
                  <a:lnTo>
                    <a:pt x="34122" y="58252"/>
                  </a:lnTo>
                  <a:lnTo>
                    <a:pt x="34739" y="57880"/>
                  </a:lnTo>
                  <a:lnTo>
                    <a:pt x="35129" y="57389"/>
                  </a:lnTo>
                  <a:lnTo>
                    <a:pt x="35140" y="56749"/>
                  </a:lnTo>
                  <a:lnTo>
                    <a:pt x="33296" y="55202"/>
                  </a:lnTo>
                  <a:lnTo>
                    <a:pt x="23638" y="47953"/>
                  </a:lnTo>
                  <a:lnTo>
                    <a:pt x="22450" y="45059"/>
                  </a:lnTo>
                  <a:lnTo>
                    <a:pt x="21651" y="41423"/>
                  </a:lnTo>
                  <a:lnTo>
                    <a:pt x="21679" y="37672"/>
                  </a:lnTo>
                  <a:lnTo>
                    <a:pt x="22383" y="36509"/>
                  </a:lnTo>
                  <a:lnTo>
                    <a:pt x="24106" y="35026"/>
                  </a:lnTo>
                  <a:lnTo>
                    <a:pt x="27274" y="32936"/>
                  </a:lnTo>
                  <a:lnTo>
                    <a:pt x="30928" y="29938"/>
                  </a:lnTo>
                  <a:lnTo>
                    <a:pt x="31385" y="29364"/>
                  </a:lnTo>
                  <a:lnTo>
                    <a:pt x="31342" y="27482"/>
                  </a:lnTo>
                  <a:lnTo>
                    <a:pt x="30884" y="26216"/>
                  </a:lnTo>
                  <a:lnTo>
                    <a:pt x="29434" y="25286"/>
                  </a:lnTo>
                  <a:lnTo>
                    <a:pt x="27917" y="25053"/>
                  </a:lnTo>
                  <a:lnTo>
                    <a:pt x="26472" y="25145"/>
                  </a:lnTo>
                  <a:lnTo>
                    <a:pt x="25027" y="25537"/>
                  </a:lnTo>
                  <a:lnTo>
                    <a:pt x="22392" y="27537"/>
                  </a:lnTo>
                  <a:lnTo>
                    <a:pt x="20899" y="27413"/>
                  </a:lnTo>
                  <a:lnTo>
                    <a:pt x="19480" y="26340"/>
                  </a:lnTo>
                  <a:lnTo>
                    <a:pt x="18427" y="24187"/>
                  </a:lnTo>
                  <a:lnTo>
                    <a:pt x="17884" y="21276"/>
                  </a:lnTo>
                  <a:lnTo>
                    <a:pt x="17888" y="19417"/>
                  </a:lnTo>
                  <a:lnTo>
                    <a:pt x="18090" y="17709"/>
                  </a:lnTo>
                  <a:lnTo>
                    <a:pt x="18732" y="15963"/>
                  </a:lnTo>
                  <a:lnTo>
                    <a:pt x="19593" y="15201"/>
                  </a:lnTo>
                  <a:lnTo>
                    <a:pt x="20369" y="15302"/>
                  </a:lnTo>
                  <a:lnTo>
                    <a:pt x="21099" y="14892"/>
                  </a:lnTo>
                  <a:lnTo>
                    <a:pt x="21532" y="14292"/>
                  </a:lnTo>
                  <a:lnTo>
                    <a:pt x="21901" y="13490"/>
                  </a:lnTo>
                  <a:lnTo>
                    <a:pt x="21792" y="12797"/>
                  </a:lnTo>
                  <a:lnTo>
                    <a:pt x="21510" y="12197"/>
                  </a:lnTo>
                  <a:lnTo>
                    <a:pt x="20335" y="10962"/>
                  </a:lnTo>
                  <a:lnTo>
                    <a:pt x="19869" y="9773"/>
                  </a:lnTo>
                  <a:lnTo>
                    <a:pt x="18861" y="7851"/>
                  </a:lnTo>
                  <a:lnTo>
                    <a:pt x="19412" y="7315"/>
                  </a:lnTo>
                  <a:lnTo>
                    <a:pt x="21182" y="7015"/>
                  </a:lnTo>
                  <a:lnTo>
                    <a:pt x="22418" y="8342"/>
                  </a:lnTo>
                  <a:lnTo>
                    <a:pt x="23572" y="9900"/>
                  </a:lnTo>
                  <a:lnTo>
                    <a:pt x="24280" y="9894"/>
                  </a:lnTo>
                  <a:lnTo>
                    <a:pt x="24917" y="9242"/>
                  </a:lnTo>
                  <a:lnTo>
                    <a:pt x="26375" y="7243"/>
                  </a:lnTo>
                  <a:lnTo>
                    <a:pt x="27597" y="4729"/>
                  </a:lnTo>
                  <a:lnTo>
                    <a:pt x="28711" y="1864"/>
                  </a:lnTo>
                  <a:lnTo>
                    <a:pt x="29606" y="152"/>
                  </a:lnTo>
                  <a:lnTo>
                    <a:pt x="30634" y="0"/>
                  </a:lnTo>
                  <a:lnTo>
                    <a:pt x="33645" y="5358"/>
                  </a:lnTo>
                  <a:lnTo>
                    <a:pt x="34706" y="5557"/>
                  </a:lnTo>
                  <a:lnTo>
                    <a:pt x="38242" y="2674"/>
                  </a:lnTo>
                  <a:lnTo>
                    <a:pt x="38636" y="2830"/>
                  </a:lnTo>
                  <a:lnTo>
                    <a:pt x="39834" y="4293"/>
                  </a:lnTo>
                  <a:close/>
                </a:path>
              </a:pathLst>
            </a:custGeom>
            <a:solidFill>
              <a:srgbClr val="94C28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g400"/>
            <p:cNvSpPr/>
            <p:nvPr/>
          </p:nvSpPr>
          <p:spPr>
            <a:xfrm>
              <a:off x="2426079" y="5162491"/>
              <a:ext cx="4387" cy="6417"/>
            </a:xfrm>
            <a:custGeom>
              <a:avLst/>
              <a:pathLst>
                <a:path w="4387" h="6417">
                  <a:moveTo>
                    <a:pt x="4060" y="6091"/>
                  </a:moveTo>
                  <a:lnTo>
                    <a:pt x="3696" y="6417"/>
                  </a:lnTo>
                  <a:lnTo>
                    <a:pt x="2343" y="5728"/>
                  </a:lnTo>
                  <a:lnTo>
                    <a:pt x="1666" y="5113"/>
                  </a:lnTo>
                  <a:lnTo>
                    <a:pt x="630" y="3552"/>
                  </a:lnTo>
                  <a:lnTo>
                    <a:pt x="466" y="1942"/>
                  </a:lnTo>
                  <a:lnTo>
                    <a:pt x="0" y="23"/>
                  </a:lnTo>
                  <a:lnTo>
                    <a:pt x="299" y="0"/>
                  </a:lnTo>
                  <a:lnTo>
                    <a:pt x="1380" y="761"/>
                  </a:lnTo>
                  <a:lnTo>
                    <a:pt x="1824" y="1338"/>
                  </a:lnTo>
                  <a:lnTo>
                    <a:pt x="2417" y="2562"/>
                  </a:lnTo>
                  <a:lnTo>
                    <a:pt x="4167" y="4314"/>
                  </a:lnTo>
                  <a:lnTo>
                    <a:pt x="4387" y="4833"/>
                  </a:lnTo>
                  <a:lnTo>
                    <a:pt x="4344" y="5502"/>
                  </a:lnTo>
                  <a:close/>
                </a:path>
              </a:pathLst>
            </a:custGeom>
            <a:solidFill>
              <a:srgbClr val="94C28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g401"/>
            <p:cNvSpPr/>
            <p:nvPr/>
          </p:nvSpPr>
          <p:spPr>
            <a:xfrm>
              <a:off x="2418401" y="5159692"/>
              <a:ext cx="6989" cy="19178"/>
            </a:xfrm>
            <a:custGeom>
              <a:avLst/>
              <a:pathLst>
                <a:path w="6989" h="19178">
                  <a:moveTo>
                    <a:pt x="3441" y="0"/>
                  </a:moveTo>
                  <a:lnTo>
                    <a:pt x="3963" y="5748"/>
                  </a:lnTo>
                  <a:lnTo>
                    <a:pt x="4336" y="6550"/>
                  </a:lnTo>
                  <a:lnTo>
                    <a:pt x="5580" y="6974"/>
                  </a:lnTo>
                  <a:lnTo>
                    <a:pt x="6929" y="9897"/>
                  </a:lnTo>
                  <a:lnTo>
                    <a:pt x="6989" y="10691"/>
                  </a:lnTo>
                  <a:lnTo>
                    <a:pt x="5355" y="15657"/>
                  </a:lnTo>
                  <a:lnTo>
                    <a:pt x="5007" y="19178"/>
                  </a:lnTo>
                  <a:lnTo>
                    <a:pt x="3090" y="18926"/>
                  </a:lnTo>
                  <a:lnTo>
                    <a:pt x="2286" y="15426"/>
                  </a:lnTo>
                  <a:lnTo>
                    <a:pt x="1075" y="12047"/>
                  </a:lnTo>
                  <a:lnTo>
                    <a:pt x="666" y="8088"/>
                  </a:lnTo>
                  <a:lnTo>
                    <a:pt x="0" y="4689"/>
                  </a:lnTo>
                  <a:lnTo>
                    <a:pt x="1185" y="2764"/>
                  </a:lnTo>
                  <a:lnTo>
                    <a:pt x="2317" y="3194"/>
                  </a:lnTo>
                  <a:lnTo>
                    <a:pt x="2385" y="585"/>
                  </a:lnTo>
                  <a:close/>
                </a:path>
              </a:pathLst>
            </a:custGeom>
            <a:solidFill>
              <a:srgbClr val="94C28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g402"/>
            <p:cNvSpPr/>
            <p:nvPr/>
          </p:nvSpPr>
          <p:spPr>
            <a:xfrm>
              <a:off x="2416029" y="5147192"/>
              <a:ext cx="9035" cy="12359"/>
            </a:xfrm>
            <a:custGeom>
              <a:avLst/>
              <a:pathLst>
                <a:path w="9035" h="12359">
                  <a:moveTo>
                    <a:pt x="9035" y="2066"/>
                  </a:moveTo>
                  <a:lnTo>
                    <a:pt x="9008" y="4541"/>
                  </a:lnTo>
                  <a:lnTo>
                    <a:pt x="8622" y="5329"/>
                  </a:lnTo>
                  <a:lnTo>
                    <a:pt x="8283" y="5572"/>
                  </a:lnTo>
                  <a:lnTo>
                    <a:pt x="7426" y="4819"/>
                  </a:lnTo>
                  <a:lnTo>
                    <a:pt x="6936" y="4735"/>
                  </a:lnTo>
                  <a:lnTo>
                    <a:pt x="6126" y="6045"/>
                  </a:lnTo>
                  <a:lnTo>
                    <a:pt x="5444" y="6709"/>
                  </a:lnTo>
                  <a:lnTo>
                    <a:pt x="4428" y="6535"/>
                  </a:lnTo>
                  <a:lnTo>
                    <a:pt x="3079" y="5650"/>
                  </a:lnTo>
                  <a:lnTo>
                    <a:pt x="1873" y="9372"/>
                  </a:lnTo>
                  <a:lnTo>
                    <a:pt x="1311" y="10624"/>
                  </a:lnTo>
                  <a:lnTo>
                    <a:pt x="133" y="12359"/>
                  </a:lnTo>
                  <a:lnTo>
                    <a:pt x="0" y="10321"/>
                  </a:lnTo>
                  <a:lnTo>
                    <a:pt x="750" y="7280"/>
                  </a:lnTo>
                  <a:lnTo>
                    <a:pt x="1097" y="5205"/>
                  </a:lnTo>
                  <a:lnTo>
                    <a:pt x="1784" y="2118"/>
                  </a:lnTo>
                  <a:lnTo>
                    <a:pt x="3165" y="3280"/>
                  </a:lnTo>
                  <a:lnTo>
                    <a:pt x="5101" y="2138"/>
                  </a:lnTo>
                  <a:lnTo>
                    <a:pt x="6866" y="14"/>
                  </a:lnTo>
                  <a:lnTo>
                    <a:pt x="8390" y="0"/>
                  </a:lnTo>
                  <a:lnTo>
                    <a:pt x="8891" y="1131"/>
                  </a:lnTo>
                  <a:close/>
                </a:path>
              </a:pathLst>
            </a:custGeom>
            <a:solidFill>
              <a:srgbClr val="94C28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g403"/>
            <p:cNvSpPr/>
            <p:nvPr/>
          </p:nvSpPr>
          <p:spPr>
            <a:xfrm>
              <a:off x="2413867" y="5125722"/>
              <a:ext cx="4412" cy="8622"/>
            </a:xfrm>
            <a:custGeom>
              <a:avLst/>
              <a:pathLst>
                <a:path w="4412" h="8622">
                  <a:moveTo>
                    <a:pt x="2137" y="5892"/>
                  </a:moveTo>
                  <a:lnTo>
                    <a:pt x="1790" y="8622"/>
                  </a:lnTo>
                  <a:lnTo>
                    <a:pt x="804" y="8385"/>
                  </a:lnTo>
                  <a:lnTo>
                    <a:pt x="473" y="7698"/>
                  </a:lnTo>
                  <a:lnTo>
                    <a:pt x="301" y="5967"/>
                  </a:lnTo>
                  <a:lnTo>
                    <a:pt x="0" y="5130"/>
                  </a:lnTo>
                  <a:lnTo>
                    <a:pt x="423" y="3396"/>
                  </a:lnTo>
                  <a:lnTo>
                    <a:pt x="702" y="1471"/>
                  </a:lnTo>
                  <a:lnTo>
                    <a:pt x="606" y="0"/>
                  </a:lnTo>
                  <a:lnTo>
                    <a:pt x="2116" y="101"/>
                  </a:lnTo>
                  <a:lnTo>
                    <a:pt x="3915" y="479"/>
                  </a:lnTo>
                  <a:lnTo>
                    <a:pt x="4412" y="883"/>
                  </a:lnTo>
                  <a:lnTo>
                    <a:pt x="3862" y="2181"/>
                  </a:lnTo>
                  <a:lnTo>
                    <a:pt x="3339" y="2957"/>
                  </a:lnTo>
                  <a:lnTo>
                    <a:pt x="2255" y="3436"/>
                  </a:lnTo>
                  <a:close/>
                </a:path>
              </a:pathLst>
            </a:custGeom>
            <a:solidFill>
              <a:srgbClr val="94C28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g404"/>
            <p:cNvSpPr/>
            <p:nvPr/>
          </p:nvSpPr>
          <p:spPr>
            <a:xfrm>
              <a:off x="2414212" y="5111871"/>
              <a:ext cx="7440" cy="10769"/>
            </a:xfrm>
            <a:custGeom>
              <a:avLst/>
              <a:pathLst>
                <a:path w="7440" h="10769">
                  <a:moveTo>
                    <a:pt x="4805" y="8400"/>
                  </a:moveTo>
                  <a:lnTo>
                    <a:pt x="2421" y="10769"/>
                  </a:lnTo>
                  <a:lnTo>
                    <a:pt x="1721" y="9788"/>
                  </a:lnTo>
                  <a:lnTo>
                    <a:pt x="0" y="9796"/>
                  </a:lnTo>
                  <a:lnTo>
                    <a:pt x="451" y="7234"/>
                  </a:lnTo>
                  <a:lnTo>
                    <a:pt x="624" y="5344"/>
                  </a:lnTo>
                  <a:lnTo>
                    <a:pt x="882" y="4614"/>
                  </a:lnTo>
                  <a:lnTo>
                    <a:pt x="978" y="2980"/>
                  </a:lnTo>
                  <a:lnTo>
                    <a:pt x="1492" y="0"/>
                  </a:lnTo>
                  <a:lnTo>
                    <a:pt x="2918" y="992"/>
                  </a:lnTo>
                  <a:lnTo>
                    <a:pt x="3979" y="1284"/>
                  </a:lnTo>
                  <a:lnTo>
                    <a:pt x="5421" y="2270"/>
                  </a:lnTo>
                  <a:lnTo>
                    <a:pt x="6985" y="2899"/>
                  </a:lnTo>
                  <a:lnTo>
                    <a:pt x="7440" y="5479"/>
                  </a:lnTo>
                  <a:lnTo>
                    <a:pt x="5919" y="6662"/>
                  </a:lnTo>
                  <a:close/>
                </a:path>
              </a:pathLst>
            </a:custGeom>
            <a:solidFill>
              <a:srgbClr val="94C28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g405"/>
            <p:cNvSpPr/>
            <p:nvPr/>
          </p:nvSpPr>
          <p:spPr>
            <a:xfrm>
              <a:off x="2411871" y="5075264"/>
              <a:ext cx="6513" cy="13525"/>
            </a:xfrm>
            <a:custGeom>
              <a:avLst/>
              <a:pathLst>
                <a:path w="6513" h="13525">
                  <a:moveTo>
                    <a:pt x="6513" y="1878"/>
                  </a:moveTo>
                  <a:lnTo>
                    <a:pt x="6411" y="4227"/>
                  </a:lnTo>
                  <a:lnTo>
                    <a:pt x="4612" y="8746"/>
                  </a:lnTo>
                  <a:lnTo>
                    <a:pt x="3061" y="11412"/>
                  </a:lnTo>
                  <a:lnTo>
                    <a:pt x="1645" y="13525"/>
                  </a:lnTo>
                  <a:lnTo>
                    <a:pt x="740" y="13504"/>
                  </a:lnTo>
                  <a:lnTo>
                    <a:pt x="0" y="12483"/>
                  </a:lnTo>
                  <a:lnTo>
                    <a:pt x="832" y="10812"/>
                  </a:lnTo>
                  <a:lnTo>
                    <a:pt x="1870" y="9144"/>
                  </a:lnTo>
                  <a:lnTo>
                    <a:pt x="1543" y="6991"/>
                  </a:lnTo>
                  <a:lnTo>
                    <a:pt x="1231" y="6368"/>
                  </a:lnTo>
                  <a:lnTo>
                    <a:pt x="792" y="6140"/>
                  </a:lnTo>
                  <a:lnTo>
                    <a:pt x="40" y="5012"/>
                  </a:lnTo>
                  <a:lnTo>
                    <a:pt x="268" y="3338"/>
                  </a:lnTo>
                  <a:lnTo>
                    <a:pt x="707" y="2539"/>
                  </a:lnTo>
                  <a:lnTo>
                    <a:pt x="1290" y="1927"/>
                  </a:lnTo>
                  <a:lnTo>
                    <a:pt x="1836" y="2291"/>
                  </a:lnTo>
                  <a:lnTo>
                    <a:pt x="4191" y="1113"/>
                  </a:lnTo>
                  <a:lnTo>
                    <a:pt x="4935" y="167"/>
                  </a:lnTo>
                  <a:lnTo>
                    <a:pt x="6368" y="0"/>
                  </a:lnTo>
                  <a:close/>
                </a:path>
              </a:pathLst>
            </a:custGeom>
            <a:solidFill>
              <a:srgbClr val="94C28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g406"/>
            <p:cNvSpPr/>
            <p:nvPr/>
          </p:nvSpPr>
          <p:spPr>
            <a:xfrm>
              <a:off x="2412737" y="5073259"/>
              <a:ext cx="13543" cy="38832"/>
            </a:xfrm>
            <a:custGeom>
              <a:avLst/>
              <a:pathLst>
                <a:path w="13543" h="38832">
                  <a:moveTo>
                    <a:pt x="13332" y="13083"/>
                  </a:moveTo>
                  <a:lnTo>
                    <a:pt x="13446" y="17417"/>
                  </a:lnTo>
                  <a:lnTo>
                    <a:pt x="13241" y="21772"/>
                  </a:lnTo>
                  <a:lnTo>
                    <a:pt x="12772" y="27122"/>
                  </a:lnTo>
                  <a:lnTo>
                    <a:pt x="12849" y="28204"/>
                  </a:lnTo>
                  <a:lnTo>
                    <a:pt x="13396" y="28469"/>
                  </a:lnTo>
                  <a:lnTo>
                    <a:pt x="13543" y="29136"/>
                  </a:lnTo>
                  <a:lnTo>
                    <a:pt x="13383" y="31946"/>
                  </a:lnTo>
                  <a:lnTo>
                    <a:pt x="13089" y="34111"/>
                  </a:lnTo>
                  <a:lnTo>
                    <a:pt x="12522" y="35874"/>
                  </a:lnTo>
                  <a:lnTo>
                    <a:pt x="12190" y="37989"/>
                  </a:lnTo>
                  <a:lnTo>
                    <a:pt x="11887" y="38459"/>
                  </a:lnTo>
                  <a:lnTo>
                    <a:pt x="10563" y="38832"/>
                  </a:lnTo>
                  <a:lnTo>
                    <a:pt x="9836" y="38601"/>
                  </a:lnTo>
                  <a:lnTo>
                    <a:pt x="9253" y="36186"/>
                  </a:lnTo>
                  <a:lnTo>
                    <a:pt x="9084" y="34702"/>
                  </a:lnTo>
                  <a:lnTo>
                    <a:pt x="9118" y="32763"/>
                  </a:lnTo>
                  <a:lnTo>
                    <a:pt x="8405" y="30163"/>
                  </a:lnTo>
                  <a:lnTo>
                    <a:pt x="8383" y="29168"/>
                  </a:lnTo>
                  <a:lnTo>
                    <a:pt x="8662" y="27454"/>
                  </a:lnTo>
                  <a:lnTo>
                    <a:pt x="9239" y="26599"/>
                  </a:lnTo>
                  <a:lnTo>
                    <a:pt x="9326" y="23962"/>
                  </a:lnTo>
                  <a:lnTo>
                    <a:pt x="9617" y="23171"/>
                  </a:lnTo>
                  <a:lnTo>
                    <a:pt x="10274" y="22080"/>
                  </a:lnTo>
                  <a:lnTo>
                    <a:pt x="10374" y="21627"/>
                  </a:lnTo>
                  <a:lnTo>
                    <a:pt x="10313" y="21238"/>
                  </a:lnTo>
                  <a:lnTo>
                    <a:pt x="10069" y="21197"/>
                  </a:lnTo>
                  <a:lnTo>
                    <a:pt x="7434" y="24464"/>
                  </a:lnTo>
                  <a:lnTo>
                    <a:pt x="7175" y="25385"/>
                  </a:lnTo>
                  <a:lnTo>
                    <a:pt x="7059" y="26611"/>
                  </a:lnTo>
                  <a:lnTo>
                    <a:pt x="7027" y="30928"/>
                  </a:lnTo>
                  <a:lnTo>
                    <a:pt x="6563" y="33424"/>
                  </a:lnTo>
                  <a:lnTo>
                    <a:pt x="6143" y="33900"/>
                  </a:lnTo>
                  <a:lnTo>
                    <a:pt x="4913" y="34007"/>
                  </a:lnTo>
                  <a:lnTo>
                    <a:pt x="3290" y="33756"/>
                  </a:lnTo>
                  <a:lnTo>
                    <a:pt x="1449" y="31465"/>
                  </a:lnTo>
                  <a:lnTo>
                    <a:pt x="247" y="32096"/>
                  </a:lnTo>
                  <a:lnTo>
                    <a:pt x="0" y="29312"/>
                  </a:lnTo>
                  <a:lnTo>
                    <a:pt x="601" y="27084"/>
                  </a:lnTo>
                  <a:lnTo>
                    <a:pt x="2840" y="27278"/>
                  </a:lnTo>
                  <a:lnTo>
                    <a:pt x="3220" y="23313"/>
                  </a:lnTo>
                  <a:lnTo>
                    <a:pt x="2509" y="22381"/>
                  </a:lnTo>
                  <a:lnTo>
                    <a:pt x="1721" y="20782"/>
                  </a:lnTo>
                  <a:lnTo>
                    <a:pt x="1250" y="19319"/>
                  </a:lnTo>
                  <a:lnTo>
                    <a:pt x="1669" y="18231"/>
                  </a:lnTo>
                  <a:lnTo>
                    <a:pt x="2967" y="16653"/>
                  </a:lnTo>
                  <a:lnTo>
                    <a:pt x="3662" y="16482"/>
                  </a:lnTo>
                  <a:lnTo>
                    <a:pt x="4305" y="17365"/>
                  </a:lnTo>
                  <a:lnTo>
                    <a:pt x="5899" y="16699"/>
                  </a:lnTo>
                  <a:lnTo>
                    <a:pt x="5806" y="14191"/>
                  </a:lnTo>
                  <a:lnTo>
                    <a:pt x="4386" y="13089"/>
                  </a:lnTo>
                  <a:lnTo>
                    <a:pt x="4702" y="11184"/>
                  </a:lnTo>
                  <a:lnTo>
                    <a:pt x="6495" y="9366"/>
                  </a:lnTo>
                  <a:lnTo>
                    <a:pt x="7566" y="7537"/>
                  </a:lnTo>
                  <a:lnTo>
                    <a:pt x="7615" y="5448"/>
                  </a:lnTo>
                  <a:lnTo>
                    <a:pt x="7182" y="3361"/>
                  </a:lnTo>
                  <a:lnTo>
                    <a:pt x="7319" y="2548"/>
                  </a:lnTo>
                  <a:lnTo>
                    <a:pt x="8212" y="830"/>
                  </a:lnTo>
                  <a:lnTo>
                    <a:pt x="9465" y="0"/>
                  </a:lnTo>
                  <a:lnTo>
                    <a:pt x="10035" y="112"/>
                  </a:lnTo>
                  <a:lnTo>
                    <a:pt x="11194" y="1324"/>
                  </a:lnTo>
                  <a:lnTo>
                    <a:pt x="12229" y="1468"/>
                  </a:lnTo>
                  <a:lnTo>
                    <a:pt x="12480" y="1826"/>
                  </a:lnTo>
                  <a:lnTo>
                    <a:pt x="12668" y="3177"/>
                  </a:lnTo>
                  <a:close/>
                </a:path>
              </a:pathLst>
            </a:custGeom>
            <a:solidFill>
              <a:srgbClr val="94C28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g407"/>
            <p:cNvSpPr/>
            <p:nvPr/>
          </p:nvSpPr>
          <p:spPr>
            <a:xfrm>
              <a:off x="2411752" y="5053007"/>
              <a:ext cx="6037" cy="22011"/>
            </a:xfrm>
            <a:custGeom>
              <a:avLst/>
              <a:pathLst>
                <a:path w="6037" h="22011">
                  <a:moveTo>
                    <a:pt x="1714" y="21977"/>
                  </a:moveTo>
                  <a:lnTo>
                    <a:pt x="342" y="22011"/>
                  </a:lnTo>
                  <a:lnTo>
                    <a:pt x="0" y="16742"/>
                  </a:lnTo>
                  <a:lnTo>
                    <a:pt x="1614" y="9133"/>
                  </a:lnTo>
                  <a:lnTo>
                    <a:pt x="1729" y="6233"/>
                  </a:lnTo>
                  <a:lnTo>
                    <a:pt x="1187" y="4048"/>
                  </a:lnTo>
                  <a:lnTo>
                    <a:pt x="968" y="2250"/>
                  </a:lnTo>
                  <a:lnTo>
                    <a:pt x="1099" y="1512"/>
                  </a:lnTo>
                  <a:lnTo>
                    <a:pt x="3162" y="0"/>
                  </a:lnTo>
                  <a:lnTo>
                    <a:pt x="3809" y="1604"/>
                  </a:lnTo>
                  <a:lnTo>
                    <a:pt x="4575" y="5872"/>
                  </a:lnTo>
                  <a:lnTo>
                    <a:pt x="6037" y="11981"/>
                  </a:lnTo>
                  <a:lnTo>
                    <a:pt x="6001" y="17815"/>
                  </a:lnTo>
                  <a:lnTo>
                    <a:pt x="5189" y="19255"/>
                  </a:lnTo>
                  <a:lnTo>
                    <a:pt x="2644" y="20727"/>
                  </a:lnTo>
                  <a:close/>
                </a:path>
              </a:pathLst>
            </a:custGeom>
            <a:solidFill>
              <a:srgbClr val="94C28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g408"/>
            <p:cNvSpPr/>
            <p:nvPr/>
          </p:nvSpPr>
          <p:spPr>
            <a:xfrm>
              <a:off x="2416672" y="5047677"/>
              <a:ext cx="8287" cy="23258"/>
            </a:xfrm>
            <a:custGeom>
              <a:avLst/>
              <a:pathLst>
                <a:path w="8287" h="23258">
                  <a:moveTo>
                    <a:pt x="8287" y="22239"/>
                  </a:moveTo>
                  <a:lnTo>
                    <a:pt x="8055" y="22940"/>
                  </a:lnTo>
                  <a:lnTo>
                    <a:pt x="6553" y="22510"/>
                  </a:lnTo>
                  <a:lnTo>
                    <a:pt x="3951" y="23258"/>
                  </a:lnTo>
                  <a:lnTo>
                    <a:pt x="2857" y="20577"/>
                  </a:lnTo>
                  <a:lnTo>
                    <a:pt x="2377" y="16312"/>
                  </a:lnTo>
                  <a:lnTo>
                    <a:pt x="2051" y="15429"/>
                  </a:lnTo>
                  <a:lnTo>
                    <a:pt x="1405" y="12999"/>
                  </a:lnTo>
                  <a:lnTo>
                    <a:pt x="1081" y="11404"/>
                  </a:lnTo>
                  <a:lnTo>
                    <a:pt x="418" y="8934"/>
                  </a:lnTo>
                  <a:lnTo>
                    <a:pt x="163" y="6325"/>
                  </a:lnTo>
                  <a:lnTo>
                    <a:pt x="0" y="5537"/>
                  </a:lnTo>
                  <a:lnTo>
                    <a:pt x="596" y="3996"/>
                  </a:lnTo>
                  <a:lnTo>
                    <a:pt x="3317" y="2467"/>
                  </a:lnTo>
                  <a:lnTo>
                    <a:pt x="4285" y="0"/>
                  </a:lnTo>
                  <a:lnTo>
                    <a:pt x="5116" y="325"/>
                  </a:lnTo>
                  <a:lnTo>
                    <a:pt x="4888" y="5361"/>
                  </a:lnTo>
                  <a:lnTo>
                    <a:pt x="5387" y="7058"/>
                  </a:lnTo>
                  <a:lnTo>
                    <a:pt x="6312" y="8466"/>
                  </a:lnTo>
                  <a:lnTo>
                    <a:pt x="6484" y="9046"/>
                  </a:lnTo>
                  <a:lnTo>
                    <a:pt x="6640" y="10829"/>
                  </a:lnTo>
                  <a:lnTo>
                    <a:pt x="7104" y="13591"/>
                  </a:lnTo>
                  <a:lnTo>
                    <a:pt x="7703" y="14884"/>
                  </a:lnTo>
                  <a:lnTo>
                    <a:pt x="7858" y="15689"/>
                  </a:lnTo>
                  <a:lnTo>
                    <a:pt x="7886" y="16361"/>
                  </a:lnTo>
                  <a:lnTo>
                    <a:pt x="7666" y="17310"/>
                  </a:lnTo>
                  <a:close/>
                </a:path>
              </a:pathLst>
            </a:custGeom>
            <a:solidFill>
              <a:srgbClr val="94C28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g409"/>
            <p:cNvSpPr/>
            <p:nvPr/>
          </p:nvSpPr>
          <p:spPr>
            <a:xfrm>
              <a:off x="2416504" y="5043282"/>
              <a:ext cx="4204" cy="4729"/>
            </a:xfrm>
            <a:custGeom>
              <a:avLst/>
              <a:pathLst>
                <a:path w="4204" h="4729">
                  <a:moveTo>
                    <a:pt x="1813" y="4345"/>
                  </a:moveTo>
                  <a:lnTo>
                    <a:pt x="916" y="4729"/>
                  </a:lnTo>
                  <a:lnTo>
                    <a:pt x="812" y="3765"/>
                  </a:lnTo>
                  <a:lnTo>
                    <a:pt x="0" y="2164"/>
                  </a:lnTo>
                  <a:lnTo>
                    <a:pt x="705" y="1105"/>
                  </a:lnTo>
                  <a:lnTo>
                    <a:pt x="2086" y="0"/>
                  </a:lnTo>
                  <a:lnTo>
                    <a:pt x="3133" y="121"/>
                  </a:lnTo>
                  <a:lnTo>
                    <a:pt x="4077" y="960"/>
                  </a:lnTo>
                  <a:lnTo>
                    <a:pt x="4204" y="1950"/>
                  </a:lnTo>
                  <a:lnTo>
                    <a:pt x="2556" y="3246"/>
                  </a:lnTo>
                  <a:lnTo>
                    <a:pt x="2151" y="3956"/>
                  </a:lnTo>
                  <a:close/>
                </a:path>
              </a:pathLst>
            </a:custGeom>
            <a:solidFill>
              <a:srgbClr val="94C28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g410"/>
            <p:cNvSpPr/>
            <p:nvPr/>
          </p:nvSpPr>
          <p:spPr>
            <a:xfrm>
              <a:off x="2423465" y="4968879"/>
              <a:ext cx="5614" cy="17273"/>
            </a:xfrm>
            <a:custGeom>
              <a:avLst/>
              <a:pathLst>
                <a:path w="5614" h="17273">
                  <a:moveTo>
                    <a:pt x="4594" y="15331"/>
                  </a:moveTo>
                  <a:lnTo>
                    <a:pt x="3916" y="16641"/>
                  </a:lnTo>
                  <a:lnTo>
                    <a:pt x="2733" y="17273"/>
                  </a:lnTo>
                  <a:lnTo>
                    <a:pt x="1562" y="16246"/>
                  </a:lnTo>
                  <a:lnTo>
                    <a:pt x="147" y="16722"/>
                  </a:lnTo>
                  <a:lnTo>
                    <a:pt x="0" y="14477"/>
                  </a:lnTo>
                  <a:lnTo>
                    <a:pt x="529" y="12627"/>
                  </a:lnTo>
                  <a:lnTo>
                    <a:pt x="1601" y="10428"/>
                  </a:lnTo>
                  <a:lnTo>
                    <a:pt x="2378" y="7482"/>
                  </a:lnTo>
                  <a:lnTo>
                    <a:pt x="2285" y="3324"/>
                  </a:lnTo>
                  <a:lnTo>
                    <a:pt x="2923" y="2372"/>
                  </a:lnTo>
                  <a:lnTo>
                    <a:pt x="3265" y="903"/>
                  </a:lnTo>
                  <a:lnTo>
                    <a:pt x="4622" y="0"/>
                  </a:lnTo>
                  <a:lnTo>
                    <a:pt x="4929" y="3090"/>
                  </a:lnTo>
                  <a:lnTo>
                    <a:pt x="4563" y="8610"/>
                  </a:lnTo>
                  <a:lnTo>
                    <a:pt x="5481" y="11874"/>
                  </a:lnTo>
                  <a:lnTo>
                    <a:pt x="5614" y="12962"/>
                  </a:lnTo>
                  <a:lnTo>
                    <a:pt x="5434" y="14211"/>
                  </a:lnTo>
                  <a:close/>
                </a:path>
              </a:pathLst>
            </a:custGeom>
            <a:solidFill>
              <a:srgbClr val="94C28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g411"/>
            <p:cNvSpPr/>
            <p:nvPr/>
          </p:nvSpPr>
          <p:spPr>
            <a:xfrm>
              <a:off x="2417953" y="4957723"/>
              <a:ext cx="1339" cy="3292"/>
            </a:xfrm>
            <a:custGeom>
              <a:avLst/>
              <a:pathLst>
                <a:path w="1339" h="3292">
                  <a:moveTo>
                    <a:pt x="1214" y="2807"/>
                  </a:moveTo>
                  <a:lnTo>
                    <a:pt x="909" y="3292"/>
                  </a:lnTo>
                  <a:lnTo>
                    <a:pt x="529" y="3151"/>
                  </a:lnTo>
                  <a:lnTo>
                    <a:pt x="218" y="2210"/>
                  </a:lnTo>
                  <a:lnTo>
                    <a:pt x="0" y="605"/>
                  </a:lnTo>
                  <a:lnTo>
                    <a:pt x="423" y="0"/>
                  </a:lnTo>
                  <a:lnTo>
                    <a:pt x="763" y="0"/>
                  </a:lnTo>
                  <a:lnTo>
                    <a:pt x="1141" y="851"/>
                  </a:lnTo>
                  <a:lnTo>
                    <a:pt x="1339" y="2227"/>
                  </a:lnTo>
                  <a:close/>
                </a:path>
              </a:pathLst>
            </a:custGeom>
            <a:solidFill>
              <a:srgbClr val="94C28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g412"/>
            <p:cNvSpPr/>
            <p:nvPr/>
          </p:nvSpPr>
          <p:spPr>
            <a:xfrm>
              <a:off x="2434085" y="4950310"/>
              <a:ext cx="2460" cy="8530"/>
            </a:xfrm>
            <a:custGeom>
              <a:avLst/>
              <a:pathLst>
                <a:path w="2460" h="8530">
                  <a:moveTo>
                    <a:pt x="2270" y="8192"/>
                  </a:moveTo>
                  <a:lnTo>
                    <a:pt x="1872" y="8530"/>
                  </a:lnTo>
                  <a:lnTo>
                    <a:pt x="1509" y="8478"/>
                  </a:lnTo>
                  <a:lnTo>
                    <a:pt x="1141" y="7465"/>
                  </a:lnTo>
                  <a:lnTo>
                    <a:pt x="1018" y="6129"/>
                  </a:lnTo>
                  <a:lnTo>
                    <a:pt x="223" y="4132"/>
                  </a:lnTo>
                  <a:lnTo>
                    <a:pt x="0" y="3188"/>
                  </a:lnTo>
                  <a:lnTo>
                    <a:pt x="17" y="2060"/>
                  </a:lnTo>
                  <a:lnTo>
                    <a:pt x="474" y="441"/>
                  </a:lnTo>
                  <a:lnTo>
                    <a:pt x="1152" y="0"/>
                  </a:lnTo>
                  <a:lnTo>
                    <a:pt x="1608" y="60"/>
                  </a:lnTo>
                  <a:lnTo>
                    <a:pt x="2160" y="1967"/>
                  </a:lnTo>
                  <a:lnTo>
                    <a:pt x="2318" y="4034"/>
                  </a:lnTo>
                  <a:lnTo>
                    <a:pt x="2460" y="6166"/>
                  </a:lnTo>
                  <a:close/>
                </a:path>
              </a:pathLst>
            </a:custGeom>
            <a:solidFill>
              <a:srgbClr val="94C28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g413"/>
            <p:cNvSpPr/>
            <p:nvPr/>
          </p:nvSpPr>
          <p:spPr>
            <a:xfrm>
              <a:off x="2438636" y="4944126"/>
              <a:ext cx="8299" cy="15513"/>
            </a:xfrm>
            <a:custGeom>
              <a:avLst/>
              <a:pathLst>
                <a:path w="8299" h="15513">
                  <a:moveTo>
                    <a:pt x="5593" y="13152"/>
                  </a:moveTo>
                  <a:lnTo>
                    <a:pt x="2639" y="15513"/>
                  </a:lnTo>
                  <a:lnTo>
                    <a:pt x="1158" y="14722"/>
                  </a:lnTo>
                  <a:lnTo>
                    <a:pt x="584" y="12982"/>
                  </a:lnTo>
                  <a:lnTo>
                    <a:pt x="304" y="11519"/>
                  </a:lnTo>
                  <a:lnTo>
                    <a:pt x="0" y="9043"/>
                  </a:lnTo>
                  <a:lnTo>
                    <a:pt x="504" y="7716"/>
                  </a:lnTo>
                  <a:lnTo>
                    <a:pt x="1585" y="5803"/>
                  </a:lnTo>
                  <a:lnTo>
                    <a:pt x="1987" y="4568"/>
                  </a:lnTo>
                  <a:lnTo>
                    <a:pt x="2182" y="3110"/>
                  </a:lnTo>
                  <a:lnTo>
                    <a:pt x="2114" y="1748"/>
                  </a:lnTo>
                  <a:lnTo>
                    <a:pt x="2255" y="453"/>
                  </a:lnTo>
                  <a:lnTo>
                    <a:pt x="2892" y="0"/>
                  </a:lnTo>
                  <a:lnTo>
                    <a:pt x="5077" y="1451"/>
                  </a:lnTo>
                  <a:lnTo>
                    <a:pt x="7344" y="3627"/>
                  </a:lnTo>
                  <a:lnTo>
                    <a:pt x="8149" y="5130"/>
                  </a:lnTo>
                  <a:lnTo>
                    <a:pt x="8299" y="6325"/>
                  </a:lnTo>
                  <a:lnTo>
                    <a:pt x="7309" y="8968"/>
                  </a:lnTo>
                  <a:lnTo>
                    <a:pt x="6677" y="11141"/>
                  </a:lnTo>
                  <a:close/>
                </a:path>
              </a:pathLst>
            </a:custGeom>
            <a:solidFill>
              <a:srgbClr val="94C28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g414"/>
            <p:cNvSpPr/>
            <p:nvPr/>
          </p:nvSpPr>
          <p:spPr>
            <a:xfrm>
              <a:off x="2424344" y="4938213"/>
              <a:ext cx="11145" cy="35756"/>
            </a:xfrm>
            <a:custGeom>
              <a:avLst/>
              <a:pathLst>
                <a:path w="11145" h="35756">
                  <a:moveTo>
                    <a:pt x="10754" y="7673"/>
                  </a:moveTo>
                  <a:lnTo>
                    <a:pt x="10154" y="8942"/>
                  </a:lnTo>
                  <a:lnTo>
                    <a:pt x="9207" y="9167"/>
                  </a:lnTo>
                  <a:lnTo>
                    <a:pt x="7732" y="10636"/>
                  </a:lnTo>
                  <a:lnTo>
                    <a:pt x="7577" y="11911"/>
                  </a:lnTo>
                  <a:lnTo>
                    <a:pt x="7503" y="13475"/>
                  </a:lnTo>
                  <a:lnTo>
                    <a:pt x="8521" y="15360"/>
                  </a:lnTo>
                  <a:lnTo>
                    <a:pt x="9023" y="17550"/>
                  </a:lnTo>
                  <a:lnTo>
                    <a:pt x="9626" y="20831"/>
                  </a:lnTo>
                  <a:lnTo>
                    <a:pt x="10062" y="23962"/>
                  </a:lnTo>
                  <a:lnTo>
                    <a:pt x="10022" y="24932"/>
                  </a:lnTo>
                  <a:lnTo>
                    <a:pt x="10131" y="26556"/>
                  </a:lnTo>
                  <a:lnTo>
                    <a:pt x="10854" y="29081"/>
                  </a:lnTo>
                  <a:lnTo>
                    <a:pt x="10920" y="30221"/>
                  </a:lnTo>
                  <a:lnTo>
                    <a:pt x="10841" y="31352"/>
                  </a:lnTo>
                  <a:lnTo>
                    <a:pt x="10550" y="33447"/>
                  </a:lnTo>
                  <a:lnTo>
                    <a:pt x="10319" y="33736"/>
                  </a:lnTo>
                  <a:lnTo>
                    <a:pt x="9602" y="33941"/>
                  </a:lnTo>
                  <a:lnTo>
                    <a:pt x="9546" y="35213"/>
                  </a:lnTo>
                  <a:lnTo>
                    <a:pt x="9369" y="35629"/>
                  </a:lnTo>
                  <a:lnTo>
                    <a:pt x="7330" y="35756"/>
                  </a:lnTo>
                  <a:lnTo>
                    <a:pt x="6321" y="35178"/>
                  </a:lnTo>
                  <a:lnTo>
                    <a:pt x="6441" y="31346"/>
                  </a:lnTo>
                  <a:lnTo>
                    <a:pt x="5149" y="29843"/>
                  </a:lnTo>
                  <a:lnTo>
                    <a:pt x="4263" y="27306"/>
                  </a:lnTo>
                  <a:lnTo>
                    <a:pt x="3264" y="22929"/>
                  </a:lnTo>
                  <a:lnTo>
                    <a:pt x="2425" y="21581"/>
                  </a:lnTo>
                  <a:lnTo>
                    <a:pt x="1449" y="18121"/>
                  </a:lnTo>
                  <a:lnTo>
                    <a:pt x="0" y="15161"/>
                  </a:lnTo>
                  <a:lnTo>
                    <a:pt x="1672" y="13288"/>
                  </a:lnTo>
                  <a:lnTo>
                    <a:pt x="1413" y="10007"/>
                  </a:lnTo>
                  <a:lnTo>
                    <a:pt x="2389" y="8882"/>
                  </a:lnTo>
                  <a:lnTo>
                    <a:pt x="3857" y="7707"/>
                  </a:lnTo>
                  <a:lnTo>
                    <a:pt x="4939" y="8631"/>
                  </a:lnTo>
                  <a:lnTo>
                    <a:pt x="5910" y="8304"/>
                  </a:lnTo>
                  <a:lnTo>
                    <a:pt x="6344" y="7520"/>
                  </a:lnTo>
                  <a:lnTo>
                    <a:pt x="6211" y="4166"/>
                  </a:lnTo>
                  <a:lnTo>
                    <a:pt x="6519" y="1523"/>
                  </a:lnTo>
                  <a:lnTo>
                    <a:pt x="7590" y="158"/>
                  </a:lnTo>
                  <a:lnTo>
                    <a:pt x="8745" y="0"/>
                  </a:lnTo>
                  <a:lnTo>
                    <a:pt x="9179" y="1491"/>
                  </a:lnTo>
                  <a:lnTo>
                    <a:pt x="9749" y="2957"/>
                  </a:lnTo>
                  <a:lnTo>
                    <a:pt x="11145" y="4115"/>
                  </a:lnTo>
                  <a:lnTo>
                    <a:pt x="11139" y="5629"/>
                  </a:lnTo>
                  <a:close/>
                </a:path>
              </a:pathLst>
            </a:custGeom>
            <a:solidFill>
              <a:srgbClr val="94C28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g415"/>
            <p:cNvSpPr/>
            <p:nvPr/>
          </p:nvSpPr>
          <p:spPr>
            <a:xfrm>
              <a:off x="2430130" y="4927839"/>
              <a:ext cx="4305" cy="4083"/>
            </a:xfrm>
            <a:custGeom>
              <a:avLst/>
              <a:pathLst>
                <a:path w="4305" h="4083">
                  <a:moveTo>
                    <a:pt x="4050" y="1284"/>
                  </a:moveTo>
                  <a:lnTo>
                    <a:pt x="4305" y="2738"/>
                  </a:lnTo>
                  <a:lnTo>
                    <a:pt x="3769" y="2937"/>
                  </a:lnTo>
                  <a:lnTo>
                    <a:pt x="2910" y="2706"/>
                  </a:lnTo>
                  <a:lnTo>
                    <a:pt x="2494" y="3855"/>
                  </a:lnTo>
                  <a:lnTo>
                    <a:pt x="2282" y="4083"/>
                  </a:lnTo>
                  <a:lnTo>
                    <a:pt x="307" y="3064"/>
                  </a:lnTo>
                  <a:lnTo>
                    <a:pt x="0" y="2611"/>
                  </a:lnTo>
                  <a:lnTo>
                    <a:pt x="36" y="1099"/>
                  </a:lnTo>
                  <a:lnTo>
                    <a:pt x="2142" y="966"/>
                  </a:lnTo>
                  <a:lnTo>
                    <a:pt x="3485" y="0"/>
                  </a:lnTo>
                  <a:lnTo>
                    <a:pt x="3675" y="152"/>
                  </a:lnTo>
                  <a:close/>
                </a:path>
              </a:pathLst>
            </a:custGeom>
            <a:solidFill>
              <a:srgbClr val="94C28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g416"/>
            <p:cNvSpPr/>
            <p:nvPr/>
          </p:nvSpPr>
          <p:spPr>
            <a:xfrm>
              <a:off x="2421603" y="4920515"/>
              <a:ext cx="2167" cy="2643"/>
            </a:xfrm>
            <a:custGeom>
              <a:avLst/>
              <a:pathLst>
                <a:path w="2167" h="2643">
                  <a:moveTo>
                    <a:pt x="2119" y="2123"/>
                  </a:moveTo>
                  <a:lnTo>
                    <a:pt x="392" y="2643"/>
                  </a:lnTo>
                  <a:lnTo>
                    <a:pt x="0" y="1760"/>
                  </a:lnTo>
                  <a:lnTo>
                    <a:pt x="8" y="1015"/>
                  </a:lnTo>
                  <a:lnTo>
                    <a:pt x="304" y="398"/>
                  </a:lnTo>
                  <a:lnTo>
                    <a:pt x="1190" y="0"/>
                  </a:lnTo>
                  <a:lnTo>
                    <a:pt x="1769" y="504"/>
                  </a:lnTo>
                  <a:lnTo>
                    <a:pt x="2072" y="1226"/>
                  </a:lnTo>
                  <a:lnTo>
                    <a:pt x="2167" y="1881"/>
                  </a:lnTo>
                  <a:close/>
                </a:path>
              </a:pathLst>
            </a:custGeom>
            <a:solidFill>
              <a:srgbClr val="94C28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g417"/>
            <p:cNvSpPr/>
            <p:nvPr/>
          </p:nvSpPr>
          <p:spPr>
            <a:xfrm>
              <a:off x="2427152" y="4869087"/>
              <a:ext cx="11753" cy="46583"/>
            </a:xfrm>
            <a:custGeom>
              <a:avLst/>
              <a:pathLst>
                <a:path w="11753" h="46583">
                  <a:moveTo>
                    <a:pt x="7482" y="45812"/>
                  </a:moveTo>
                  <a:lnTo>
                    <a:pt x="6566" y="46430"/>
                  </a:lnTo>
                  <a:lnTo>
                    <a:pt x="5711" y="46583"/>
                  </a:lnTo>
                  <a:lnTo>
                    <a:pt x="4843" y="46129"/>
                  </a:lnTo>
                  <a:lnTo>
                    <a:pt x="3326" y="46167"/>
                  </a:lnTo>
                  <a:lnTo>
                    <a:pt x="1813" y="45013"/>
                  </a:lnTo>
                  <a:lnTo>
                    <a:pt x="395" y="43379"/>
                  </a:lnTo>
                  <a:lnTo>
                    <a:pt x="0" y="42436"/>
                  </a:lnTo>
                  <a:lnTo>
                    <a:pt x="173" y="41080"/>
                  </a:lnTo>
                  <a:lnTo>
                    <a:pt x="1194" y="37940"/>
                  </a:lnTo>
                  <a:lnTo>
                    <a:pt x="2167" y="32007"/>
                  </a:lnTo>
                  <a:lnTo>
                    <a:pt x="2815" y="23492"/>
                  </a:lnTo>
                  <a:lnTo>
                    <a:pt x="2297" y="20265"/>
                  </a:lnTo>
                  <a:lnTo>
                    <a:pt x="2361" y="18926"/>
                  </a:lnTo>
                  <a:lnTo>
                    <a:pt x="2599" y="17316"/>
                  </a:lnTo>
                  <a:lnTo>
                    <a:pt x="2717" y="15660"/>
                  </a:lnTo>
                  <a:lnTo>
                    <a:pt x="2645" y="13989"/>
                  </a:lnTo>
                  <a:lnTo>
                    <a:pt x="2768" y="12437"/>
                  </a:lnTo>
                  <a:lnTo>
                    <a:pt x="3839" y="9170"/>
                  </a:lnTo>
                  <a:lnTo>
                    <a:pt x="3997" y="7704"/>
                  </a:lnTo>
                  <a:lnTo>
                    <a:pt x="4028" y="6111"/>
                  </a:lnTo>
                  <a:lnTo>
                    <a:pt x="4491" y="2819"/>
                  </a:lnTo>
                  <a:lnTo>
                    <a:pt x="4348" y="1728"/>
                  </a:lnTo>
                  <a:lnTo>
                    <a:pt x="3952" y="805"/>
                  </a:lnTo>
                  <a:lnTo>
                    <a:pt x="4273" y="0"/>
                  </a:lnTo>
                  <a:lnTo>
                    <a:pt x="7999" y="2415"/>
                  </a:lnTo>
                  <a:lnTo>
                    <a:pt x="10475" y="2977"/>
                  </a:lnTo>
                  <a:lnTo>
                    <a:pt x="10607" y="5476"/>
                  </a:lnTo>
                  <a:lnTo>
                    <a:pt x="11085" y="7436"/>
                  </a:lnTo>
                  <a:lnTo>
                    <a:pt x="11368" y="10945"/>
                  </a:lnTo>
                  <a:lnTo>
                    <a:pt x="11753" y="11741"/>
                  </a:lnTo>
                  <a:lnTo>
                    <a:pt x="11554" y="14252"/>
                  </a:lnTo>
                  <a:lnTo>
                    <a:pt x="10414" y="15334"/>
                  </a:lnTo>
                  <a:lnTo>
                    <a:pt x="10515" y="17642"/>
                  </a:lnTo>
                  <a:lnTo>
                    <a:pt x="11170" y="19821"/>
                  </a:lnTo>
                  <a:lnTo>
                    <a:pt x="10213" y="20597"/>
                  </a:lnTo>
                  <a:lnTo>
                    <a:pt x="9182" y="21059"/>
                  </a:lnTo>
                  <a:lnTo>
                    <a:pt x="8944" y="21665"/>
                  </a:lnTo>
                  <a:lnTo>
                    <a:pt x="8197" y="22138"/>
                  </a:lnTo>
                  <a:lnTo>
                    <a:pt x="7289" y="23350"/>
                  </a:lnTo>
                  <a:lnTo>
                    <a:pt x="7562" y="24418"/>
                  </a:lnTo>
                  <a:lnTo>
                    <a:pt x="8705" y="26856"/>
                  </a:lnTo>
                  <a:lnTo>
                    <a:pt x="9982" y="28547"/>
                  </a:lnTo>
                  <a:lnTo>
                    <a:pt x="10683" y="31075"/>
                  </a:lnTo>
                  <a:lnTo>
                    <a:pt x="11590" y="33715"/>
                  </a:lnTo>
                  <a:lnTo>
                    <a:pt x="11147" y="35392"/>
                  </a:lnTo>
                  <a:lnTo>
                    <a:pt x="10316" y="37770"/>
                  </a:lnTo>
                  <a:lnTo>
                    <a:pt x="8990" y="39348"/>
                  </a:lnTo>
                  <a:lnTo>
                    <a:pt x="7771" y="40292"/>
                  </a:lnTo>
                  <a:lnTo>
                    <a:pt x="7915" y="44202"/>
                  </a:lnTo>
                  <a:close/>
                </a:path>
              </a:pathLst>
            </a:custGeom>
            <a:solidFill>
              <a:srgbClr val="94C28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g418"/>
            <p:cNvSpPr/>
            <p:nvPr/>
          </p:nvSpPr>
          <p:spPr>
            <a:xfrm>
              <a:off x="2371065" y="4626185"/>
              <a:ext cx="2687" cy="2735"/>
            </a:xfrm>
            <a:custGeom>
              <a:avLst/>
              <a:pathLst>
                <a:path w="2687" h="2735">
                  <a:moveTo>
                    <a:pt x="2258" y="2106"/>
                  </a:moveTo>
                  <a:lnTo>
                    <a:pt x="74" y="2735"/>
                  </a:lnTo>
                  <a:lnTo>
                    <a:pt x="0" y="2556"/>
                  </a:lnTo>
                  <a:lnTo>
                    <a:pt x="123" y="2037"/>
                  </a:lnTo>
                  <a:lnTo>
                    <a:pt x="625" y="1134"/>
                  </a:lnTo>
                  <a:lnTo>
                    <a:pt x="1232" y="34"/>
                  </a:lnTo>
                  <a:lnTo>
                    <a:pt x="1365" y="0"/>
                  </a:lnTo>
                  <a:lnTo>
                    <a:pt x="1589" y="86"/>
                  </a:lnTo>
                  <a:lnTo>
                    <a:pt x="1843" y="291"/>
                  </a:lnTo>
                  <a:lnTo>
                    <a:pt x="2495" y="1033"/>
                  </a:lnTo>
                  <a:lnTo>
                    <a:pt x="2687" y="1540"/>
                  </a:lnTo>
                  <a:lnTo>
                    <a:pt x="2617" y="1962"/>
                  </a:lnTo>
                  <a:close/>
                </a:path>
              </a:pathLst>
            </a:custGeom>
            <a:solidFill>
              <a:srgbClr val="94C28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g419"/>
            <p:cNvSpPr/>
            <p:nvPr/>
          </p:nvSpPr>
          <p:spPr>
            <a:xfrm>
              <a:off x="2000029" y="4433914"/>
              <a:ext cx="2574" cy="3041"/>
            </a:xfrm>
            <a:custGeom>
              <a:avLst/>
              <a:pathLst>
                <a:path w="2574" h="3041">
                  <a:moveTo>
                    <a:pt x="1878" y="2129"/>
                  </a:moveTo>
                  <a:lnTo>
                    <a:pt x="0" y="3041"/>
                  </a:lnTo>
                  <a:lnTo>
                    <a:pt x="60" y="1413"/>
                  </a:lnTo>
                  <a:lnTo>
                    <a:pt x="531" y="0"/>
                  </a:lnTo>
                  <a:lnTo>
                    <a:pt x="1921" y="813"/>
                  </a:lnTo>
                  <a:lnTo>
                    <a:pt x="2574" y="966"/>
                  </a:lnTo>
                  <a:close/>
                </a:path>
              </a:pathLst>
            </a:custGeom>
            <a:solidFill>
              <a:srgbClr val="94C28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g420"/>
            <p:cNvSpPr/>
            <p:nvPr/>
          </p:nvSpPr>
          <p:spPr>
            <a:xfrm>
              <a:off x="2411056" y="4151357"/>
              <a:ext cx="106020" cy="1074915"/>
            </a:xfrm>
            <a:custGeom>
              <a:avLst/>
              <a:pathLst>
                <a:path w="106020" h="1074915">
                  <a:moveTo>
                    <a:pt x="103752" y="157071"/>
                  </a:moveTo>
                  <a:lnTo>
                    <a:pt x="106020" y="162381"/>
                  </a:lnTo>
                  <a:lnTo>
                    <a:pt x="105033" y="169583"/>
                  </a:lnTo>
                  <a:lnTo>
                    <a:pt x="103456" y="181074"/>
                  </a:lnTo>
                  <a:lnTo>
                    <a:pt x="102238" y="189959"/>
                  </a:lnTo>
                  <a:lnTo>
                    <a:pt x="102037" y="191145"/>
                  </a:lnTo>
                  <a:lnTo>
                    <a:pt x="101786" y="192888"/>
                  </a:lnTo>
                  <a:lnTo>
                    <a:pt x="99159" y="195404"/>
                  </a:lnTo>
                  <a:lnTo>
                    <a:pt x="95326" y="199080"/>
                  </a:lnTo>
                  <a:lnTo>
                    <a:pt x="93363" y="200999"/>
                  </a:lnTo>
                  <a:lnTo>
                    <a:pt x="90889" y="203472"/>
                  </a:lnTo>
                  <a:lnTo>
                    <a:pt x="90290" y="205492"/>
                  </a:lnTo>
                  <a:lnTo>
                    <a:pt x="89576" y="206583"/>
                  </a:lnTo>
                  <a:lnTo>
                    <a:pt x="88790" y="207997"/>
                  </a:lnTo>
                  <a:lnTo>
                    <a:pt x="88491" y="209529"/>
                  </a:lnTo>
                  <a:lnTo>
                    <a:pt x="87758" y="210499"/>
                  </a:lnTo>
                  <a:lnTo>
                    <a:pt x="87090" y="213973"/>
                  </a:lnTo>
                  <a:lnTo>
                    <a:pt x="87090" y="216642"/>
                  </a:lnTo>
                  <a:lnTo>
                    <a:pt x="87517" y="218460"/>
                  </a:lnTo>
                  <a:lnTo>
                    <a:pt x="88257" y="219228"/>
                  </a:lnTo>
                  <a:lnTo>
                    <a:pt x="88491" y="221407"/>
                  </a:lnTo>
                  <a:lnTo>
                    <a:pt x="88723" y="222945"/>
                  </a:lnTo>
                  <a:lnTo>
                    <a:pt x="89257" y="224154"/>
                  </a:lnTo>
                  <a:lnTo>
                    <a:pt x="89123" y="225123"/>
                  </a:lnTo>
                  <a:lnTo>
                    <a:pt x="88691" y="225851"/>
                  </a:lnTo>
                  <a:lnTo>
                    <a:pt x="87891" y="226255"/>
                  </a:lnTo>
                  <a:lnTo>
                    <a:pt x="87349" y="228433"/>
                  </a:lnTo>
                  <a:lnTo>
                    <a:pt x="86724" y="233850"/>
                  </a:lnTo>
                  <a:lnTo>
                    <a:pt x="86624" y="235789"/>
                  </a:lnTo>
                  <a:lnTo>
                    <a:pt x="87336" y="240691"/>
                  </a:lnTo>
                  <a:lnTo>
                    <a:pt x="87714" y="243335"/>
                  </a:lnTo>
                  <a:lnTo>
                    <a:pt x="88739" y="252921"/>
                  </a:lnTo>
                  <a:lnTo>
                    <a:pt x="88888" y="255529"/>
                  </a:lnTo>
                  <a:lnTo>
                    <a:pt x="87483" y="259171"/>
                  </a:lnTo>
                  <a:lnTo>
                    <a:pt x="86923" y="261387"/>
                  </a:lnTo>
                  <a:lnTo>
                    <a:pt x="86723" y="263341"/>
                  </a:lnTo>
                  <a:lnTo>
                    <a:pt x="86730" y="264888"/>
                  </a:lnTo>
                  <a:lnTo>
                    <a:pt x="86857" y="266304"/>
                  </a:lnTo>
                  <a:lnTo>
                    <a:pt x="88028" y="270795"/>
                  </a:lnTo>
                  <a:lnTo>
                    <a:pt x="89390" y="274817"/>
                  </a:lnTo>
                  <a:lnTo>
                    <a:pt x="90056" y="276918"/>
                  </a:lnTo>
                  <a:lnTo>
                    <a:pt x="90056" y="279746"/>
                  </a:lnTo>
                  <a:lnTo>
                    <a:pt x="89723" y="281362"/>
                  </a:lnTo>
                  <a:lnTo>
                    <a:pt x="88999" y="281959"/>
                  </a:lnTo>
                  <a:lnTo>
                    <a:pt x="87391" y="283058"/>
                  </a:lnTo>
                  <a:lnTo>
                    <a:pt x="86724" y="284674"/>
                  </a:lnTo>
                  <a:lnTo>
                    <a:pt x="85991" y="284920"/>
                  </a:lnTo>
                  <a:lnTo>
                    <a:pt x="85292" y="283624"/>
                  </a:lnTo>
                  <a:lnTo>
                    <a:pt x="84558" y="283947"/>
                  </a:lnTo>
                  <a:lnTo>
                    <a:pt x="83625" y="285079"/>
                  </a:lnTo>
                  <a:lnTo>
                    <a:pt x="83275" y="287826"/>
                  </a:lnTo>
                  <a:lnTo>
                    <a:pt x="82460" y="292509"/>
                  </a:lnTo>
                  <a:lnTo>
                    <a:pt x="81760" y="293805"/>
                  </a:lnTo>
                  <a:lnTo>
                    <a:pt x="81238" y="297380"/>
                  </a:lnTo>
                  <a:lnTo>
                    <a:pt x="80308" y="302508"/>
                  </a:lnTo>
                  <a:lnTo>
                    <a:pt x="79860" y="305598"/>
                  </a:lnTo>
                  <a:lnTo>
                    <a:pt x="79627" y="307861"/>
                  </a:lnTo>
                  <a:lnTo>
                    <a:pt x="78691" y="309306"/>
                  </a:lnTo>
                  <a:lnTo>
                    <a:pt x="77600" y="312178"/>
                  </a:lnTo>
                  <a:lnTo>
                    <a:pt x="76761" y="314971"/>
                  </a:lnTo>
                  <a:lnTo>
                    <a:pt x="76428" y="315779"/>
                  </a:lnTo>
                  <a:lnTo>
                    <a:pt x="75795" y="316021"/>
                  </a:lnTo>
                  <a:lnTo>
                    <a:pt x="75328" y="318526"/>
                  </a:lnTo>
                  <a:lnTo>
                    <a:pt x="73746" y="322306"/>
                  </a:lnTo>
                  <a:lnTo>
                    <a:pt x="73369" y="326692"/>
                  </a:lnTo>
                  <a:lnTo>
                    <a:pt x="72796" y="329030"/>
                  </a:lnTo>
                  <a:lnTo>
                    <a:pt x="72696" y="333249"/>
                  </a:lnTo>
                  <a:lnTo>
                    <a:pt x="71822" y="340979"/>
                  </a:lnTo>
                  <a:lnTo>
                    <a:pt x="71663" y="342685"/>
                  </a:lnTo>
                  <a:lnTo>
                    <a:pt x="70780" y="344032"/>
                  </a:lnTo>
                  <a:lnTo>
                    <a:pt x="69619" y="347022"/>
                  </a:lnTo>
                  <a:lnTo>
                    <a:pt x="69239" y="349209"/>
                  </a:lnTo>
                  <a:lnTo>
                    <a:pt x="69777" y="355751"/>
                  </a:lnTo>
                  <a:lnTo>
                    <a:pt x="70447" y="362362"/>
                  </a:lnTo>
                  <a:lnTo>
                    <a:pt x="70490" y="365461"/>
                  </a:lnTo>
                  <a:lnTo>
                    <a:pt x="70230" y="369668"/>
                  </a:lnTo>
                  <a:lnTo>
                    <a:pt x="70053" y="371498"/>
                  </a:lnTo>
                  <a:lnTo>
                    <a:pt x="70497" y="372254"/>
                  </a:lnTo>
                  <a:lnTo>
                    <a:pt x="71230" y="372739"/>
                  </a:lnTo>
                  <a:lnTo>
                    <a:pt x="71463" y="374355"/>
                  </a:lnTo>
                  <a:lnTo>
                    <a:pt x="70930" y="375486"/>
                  </a:lnTo>
                  <a:lnTo>
                    <a:pt x="70697" y="377506"/>
                  </a:lnTo>
                  <a:lnTo>
                    <a:pt x="70097" y="379768"/>
                  </a:lnTo>
                  <a:lnTo>
                    <a:pt x="68322" y="380657"/>
                  </a:lnTo>
                  <a:lnTo>
                    <a:pt x="67698" y="379849"/>
                  </a:lnTo>
                  <a:lnTo>
                    <a:pt x="67498" y="380576"/>
                  </a:lnTo>
                  <a:lnTo>
                    <a:pt x="67598" y="382192"/>
                  </a:lnTo>
                  <a:lnTo>
                    <a:pt x="67202" y="384097"/>
                  </a:lnTo>
                  <a:lnTo>
                    <a:pt x="66282" y="389196"/>
                  </a:lnTo>
                  <a:lnTo>
                    <a:pt x="65675" y="393827"/>
                  </a:lnTo>
                  <a:lnTo>
                    <a:pt x="65323" y="395847"/>
                  </a:lnTo>
                  <a:lnTo>
                    <a:pt x="65465" y="397544"/>
                  </a:lnTo>
                  <a:lnTo>
                    <a:pt x="65765" y="398513"/>
                  </a:lnTo>
                  <a:lnTo>
                    <a:pt x="65799" y="399402"/>
                  </a:lnTo>
                  <a:lnTo>
                    <a:pt x="65293" y="400519"/>
                  </a:lnTo>
                  <a:lnTo>
                    <a:pt x="64832" y="402311"/>
                  </a:lnTo>
                  <a:lnTo>
                    <a:pt x="64332" y="402553"/>
                  </a:lnTo>
                  <a:lnTo>
                    <a:pt x="63800" y="402066"/>
                  </a:lnTo>
                  <a:lnTo>
                    <a:pt x="63233" y="403119"/>
                  </a:lnTo>
                  <a:lnTo>
                    <a:pt x="63118" y="405318"/>
                  </a:lnTo>
                  <a:lnTo>
                    <a:pt x="62805" y="408111"/>
                  </a:lnTo>
                  <a:lnTo>
                    <a:pt x="62663" y="411378"/>
                  </a:lnTo>
                  <a:lnTo>
                    <a:pt x="62433" y="415559"/>
                  </a:lnTo>
                  <a:lnTo>
                    <a:pt x="63159" y="418424"/>
                  </a:lnTo>
                  <a:lnTo>
                    <a:pt x="64079" y="423610"/>
                  </a:lnTo>
                  <a:lnTo>
                    <a:pt x="64765" y="424848"/>
                  </a:lnTo>
                  <a:lnTo>
                    <a:pt x="65532" y="424767"/>
                  </a:lnTo>
                  <a:lnTo>
                    <a:pt x="66132" y="425817"/>
                  </a:lnTo>
                  <a:lnTo>
                    <a:pt x="66465" y="427032"/>
                  </a:lnTo>
                  <a:lnTo>
                    <a:pt x="66020" y="429199"/>
                  </a:lnTo>
                  <a:lnTo>
                    <a:pt x="65232" y="429534"/>
                  </a:lnTo>
                  <a:lnTo>
                    <a:pt x="65132" y="430749"/>
                  </a:lnTo>
                  <a:lnTo>
                    <a:pt x="65365" y="433496"/>
                  </a:lnTo>
                  <a:lnTo>
                    <a:pt x="65665" y="436162"/>
                  </a:lnTo>
                  <a:lnTo>
                    <a:pt x="66423" y="437441"/>
                  </a:lnTo>
                  <a:lnTo>
                    <a:pt x="66765" y="441007"/>
                  </a:lnTo>
                  <a:lnTo>
                    <a:pt x="67498" y="442219"/>
                  </a:lnTo>
                  <a:lnTo>
                    <a:pt x="67409" y="446782"/>
                  </a:lnTo>
                  <a:lnTo>
                    <a:pt x="68150" y="452140"/>
                  </a:lnTo>
                  <a:lnTo>
                    <a:pt x="68931" y="453693"/>
                  </a:lnTo>
                  <a:lnTo>
                    <a:pt x="69298" y="454420"/>
                  </a:lnTo>
                  <a:lnTo>
                    <a:pt x="69052" y="456757"/>
                  </a:lnTo>
                  <a:lnTo>
                    <a:pt x="68431" y="458621"/>
                  </a:lnTo>
                  <a:lnTo>
                    <a:pt x="68298" y="461611"/>
                  </a:lnTo>
                  <a:lnTo>
                    <a:pt x="68531" y="463793"/>
                  </a:lnTo>
                  <a:lnTo>
                    <a:pt x="69324" y="465853"/>
                  </a:lnTo>
                  <a:lnTo>
                    <a:pt x="69943" y="466087"/>
                  </a:lnTo>
                  <a:lnTo>
                    <a:pt x="70831" y="465247"/>
                  </a:lnTo>
                  <a:lnTo>
                    <a:pt x="71764" y="466216"/>
                  </a:lnTo>
                  <a:lnTo>
                    <a:pt x="71897" y="467994"/>
                  </a:lnTo>
                  <a:lnTo>
                    <a:pt x="72030" y="469610"/>
                  </a:lnTo>
                  <a:lnTo>
                    <a:pt x="71530" y="471711"/>
                  </a:lnTo>
                  <a:lnTo>
                    <a:pt x="70997" y="475589"/>
                  </a:lnTo>
                  <a:lnTo>
                    <a:pt x="70853" y="479441"/>
                  </a:lnTo>
                  <a:lnTo>
                    <a:pt x="71010" y="485305"/>
                  </a:lnTo>
                  <a:lnTo>
                    <a:pt x="71253" y="489850"/>
                  </a:lnTo>
                  <a:lnTo>
                    <a:pt x="71304" y="492713"/>
                  </a:lnTo>
                  <a:lnTo>
                    <a:pt x="71364" y="494008"/>
                  </a:lnTo>
                  <a:lnTo>
                    <a:pt x="71030" y="494897"/>
                  </a:lnTo>
                  <a:lnTo>
                    <a:pt x="70219" y="495356"/>
                  </a:lnTo>
                  <a:lnTo>
                    <a:pt x="69531" y="495543"/>
                  </a:lnTo>
                  <a:lnTo>
                    <a:pt x="68931" y="496268"/>
                  </a:lnTo>
                  <a:lnTo>
                    <a:pt x="68798" y="497722"/>
                  </a:lnTo>
                  <a:lnTo>
                    <a:pt x="68329" y="500146"/>
                  </a:lnTo>
                  <a:lnTo>
                    <a:pt x="67844" y="501944"/>
                  </a:lnTo>
                  <a:lnTo>
                    <a:pt x="66998" y="504555"/>
                  </a:lnTo>
                  <a:lnTo>
                    <a:pt x="66461" y="507256"/>
                  </a:lnTo>
                  <a:lnTo>
                    <a:pt x="66032" y="509034"/>
                  </a:lnTo>
                  <a:lnTo>
                    <a:pt x="66071" y="510266"/>
                  </a:lnTo>
                  <a:lnTo>
                    <a:pt x="65762" y="512644"/>
                  </a:lnTo>
                  <a:lnTo>
                    <a:pt x="65444" y="514617"/>
                  </a:lnTo>
                  <a:lnTo>
                    <a:pt x="64774" y="521269"/>
                  </a:lnTo>
                  <a:lnTo>
                    <a:pt x="63879" y="522651"/>
                  </a:lnTo>
                  <a:lnTo>
                    <a:pt x="63166" y="523335"/>
                  </a:lnTo>
                  <a:lnTo>
                    <a:pt x="62799" y="524224"/>
                  </a:lnTo>
                  <a:lnTo>
                    <a:pt x="63078" y="526027"/>
                  </a:lnTo>
                  <a:lnTo>
                    <a:pt x="63832" y="526567"/>
                  </a:lnTo>
                  <a:lnTo>
                    <a:pt x="64099" y="528021"/>
                  </a:lnTo>
                  <a:lnTo>
                    <a:pt x="63999" y="530284"/>
                  </a:lnTo>
                  <a:lnTo>
                    <a:pt x="64499" y="532384"/>
                  </a:lnTo>
                  <a:lnTo>
                    <a:pt x="64450" y="534930"/>
                  </a:lnTo>
                  <a:lnTo>
                    <a:pt x="64932" y="539737"/>
                  </a:lnTo>
                  <a:lnTo>
                    <a:pt x="64499" y="542888"/>
                  </a:lnTo>
                  <a:lnTo>
                    <a:pt x="64646" y="545606"/>
                  </a:lnTo>
                  <a:lnTo>
                    <a:pt x="64632" y="548302"/>
                  </a:lnTo>
                  <a:lnTo>
                    <a:pt x="63999" y="550399"/>
                  </a:lnTo>
                  <a:lnTo>
                    <a:pt x="62699" y="550803"/>
                  </a:lnTo>
                  <a:lnTo>
                    <a:pt x="61987" y="552740"/>
                  </a:lnTo>
                  <a:lnTo>
                    <a:pt x="60767" y="554846"/>
                  </a:lnTo>
                  <a:lnTo>
                    <a:pt x="60634" y="556543"/>
                  </a:lnTo>
                  <a:lnTo>
                    <a:pt x="60434" y="558078"/>
                  </a:lnTo>
                  <a:lnTo>
                    <a:pt x="59934" y="558644"/>
                  </a:lnTo>
                  <a:lnTo>
                    <a:pt x="59168" y="558644"/>
                  </a:lnTo>
                  <a:lnTo>
                    <a:pt x="58534" y="558886"/>
                  </a:lnTo>
                  <a:lnTo>
                    <a:pt x="57647" y="560877"/>
                  </a:lnTo>
                  <a:lnTo>
                    <a:pt x="56702" y="561954"/>
                  </a:lnTo>
                  <a:lnTo>
                    <a:pt x="56486" y="563558"/>
                  </a:lnTo>
                  <a:lnTo>
                    <a:pt x="56569" y="565509"/>
                  </a:lnTo>
                  <a:lnTo>
                    <a:pt x="56069" y="566721"/>
                  </a:lnTo>
                  <a:lnTo>
                    <a:pt x="55436" y="568983"/>
                  </a:lnTo>
                  <a:lnTo>
                    <a:pt x="55036" y="571407"/>
                  </a:lnTo>
                  <a:lnTo>
                    <a:pt x="55436" y="573669"/>
                  </a:lnTo>
                  <a:lnTo>
                    <a:pt x="55869" y="577709"/>
                  </a:lnTo>
                  <a:lnTo>
                    <a:pt x="55935" y="579406"/>
                  </a:lnTo>
                  <a:lnTo>
                    <a:pt x="55386" y="582748"/>
                  </a:lnTo>
                  <a:lnTo>
                    <a:pt x="54936" y="584900"/>
                  </a:lnTo>
                  <a:lnTo>
                    <a:pt x="55369" y="587647"/>
                  </a:lnTo>
                  <a:lnTo>
                    <a:pt x="55735" y="589180"/>
                  </a:lnTo>
                  <a:lnTo>
                    <a:pt x="55394" y="592550"/>
                  </a:lnTo>
                  <a:lnTo>
                    <a:pt x="55103" y="594674"/>
                  </a:lnTo>
                  <a:lnTo>
                    <a:pt x="55336" y="598552"/>
                  </a:lnTo>
                  <a:lnTo>
                    <a:pt x="56206" y="602915"/>
                  </a:lnTo>
                  <a:lnTo>
                    <a:pt x="57035" y="606794"/>
                  </a:lnTo>
                  <a:lnTo>
                    <a:pt x="57157" y="611307"/>
                  </a:lnTo>
                  <a:lnTo>
                    <a:pt x="57372" y="614879"/>
                  </a:lnTo>
                  <a:lnTo>
                    <a:pt x="57769" y="618752"/>
                  </a:lnTo>
                  <a:lnTo>
                    <a:pt x="58601" y="620287"/>
                  </a:lnTo>
                  <a:lnTo>
                    <a:pt x="59235" y="621580"/>
                  </a:lnTo>
                  <a:lnTo>
                    <a:pt x="59101" y="623438"/>
                  </a:lnTo>
                  <a:lnTo>
                    <a:pt x="58634" y="625701"/>
                  </a:lnTo>
                  <a:lnTo>
                    <a:pt x="57968" y="627397"/>
                  </a:lnTo>
                  <a:lnTo>
                    <a:pt x="56317" y="627960"/>
                  </a:lnTo>
                  <a:lnTo>
                    <a:pt x="54974" y="629492"/>
                  </a:lnTo>
                  <a:lnTo>
                    <a:pt x="53896" y="630557"/>
                  </a:lnTo>
                  <a:lnTo>
                    <a:pt x="53074" y="631841"/>
                  </a:lnTo>
                  <a:lnTo>
                    <a:pt x="52484" y="633206"/>
                  </a:lnTo>
                  <a:lnTo>
                    <a:pt x="52192" y="634701"/>
                  </a:lnTo>
                  <a:lnTo>
                    <a:pt x="52389" y="641211"/>
                  </a:lnTo>
                  <a:lnTo>
                    <a:pt x="52259" y="643612"/>
                  </a:lnTo>
                  <a:lnTo>
                    <a:pt x="51706" y="647014"/>
                  </a:lnTo>
                  <a:lnTo>
                    <a:pt x="51190" y="649758"/>
                  </a:lnTo>
                  <a:lnTo>
                    <a:pt x="50970" y="650584"/>
                  </a:lnTo>
                  <a:lnTo>
                    <a:pt x="50904" y="651795"/>
                  </a:lnTo>
                  <a:lnTo>
                    <a:pt x="50804" y="652927"/>
                  </a:lnTo>
                  <a:lnTo>
                    <a:pt x="50224" y="653183"/>
                  </a:lnTo>
                  <a:lnTo>
                    <a:pt x="49404" y="652684"/>
                  </a:lnTo>
                  <a:lnTo>
                    <a:pt x="48938" y="653007"/>
                  </a:lnTo>
                  <a:lnTo>
                    <a:pt x="48604" y="653896"/>
                  </a:lnTo>
                  <a:lnTo>
                    <a:pt x="48886" y="656017"/>
                  </a:lnTo>
                  <a:lnTo>
                    <a:pt x="49188" y="659748"/>
                  </a:lnTo>
                  <a:lnTo>
                    <a:pt x="49604" y="661330"/>
                  </a:lnTo>
                  <a:lnTo>
                    <a:pt x="49492" y="662582"/>
                  </a:lnTo>
                  <a:lnTo>
                    <a:pt x="49338" y="665289"/>
                  </a:lnTo>
                  <a:lnTo>
                    <a:pt x="48794" y="667479"/>
                  </a:lnTo>
                  <a:lnTo>
                    <a:pt x="48071" y="667470"/>
                  </a:lnTo>
                  <a:lnTo>
                    <a:pt x="47605" y="668359"/>
                  </a:lnTo>
                  <a:lnTo>
                    <a:pt x="47405" y="669894"/>
                  </a:lnTo>
                  <a:lnTo>
                    <a:pt x="47621" y="671894"/>
                  </a:lnTo>
                  <a:lnTo>
                    <a:pt x="48571" y="673530"/>
                  </a:lnTo>
                  <a:lnTo>
                    <a:pt x="48904" y="674581"/>
                  </a:lnTo>
                  <a:lnTo>
                    <a:pt x="48738" y="675954"/>
                  </a:lnTo>
                  <a:lnTo>
                    <a:pt x="48005" y="676520"/>
                  </a:lnTo>
                  <a:lnTo>
                    <a:pt x="47572" y="677651"/>
                  </a:lnTo>
                  <a:lnTo>
                    <a:pt x="47159" y="680170"/>
                  </a:lnTo>
                  <a:lnTo>
                    <a:pt x="46607" y="683012"/>
                  </a:lnTo>
                  <a:lnTo>
                    <a:pt x="46018" y="685113"/>
                  </a:lnTo>
                  <a:lnTo>
                    <a:pt x="45906" y="687993"/>
                  </a:lnTo>
                  <a:lnTo>
                    <a:pt x="46738" y="691060"/>
                  </a:lnTo>
                  <a:lnTo>
                    <a:pt x="46645" y="694064"/>
                  </a:lnTo>
                  <a:lnTo>
                    <a:pt x="46585" y="702863"/>
                  </a:lnTo>
                  <a:lnTo>
                    <a:pt x="46505" y="705847"/>
                  </a:lnTo>
                  <a:lnTo>
                    <a:pt x="46761" y="710787"/>
                  </a:lnTo>
                  <a:lnTo>
                    <a:pt x="46439" y="712149"/>
                  </a:lnTo>
                  <a:lnTo>
                    <a:pt x="46272" y="713442"/>
                  </a:lnTo>
                  <a:lnTo>
                    <a:pt x="47086" y="717034"/>
                  </a:lnTo>
                  <a:lnTo>
                    <a:pt x="47994" y="722843"/>
                  </a:lnTo>
                  <a:lnTo>
                    <a:pt x="48238" y="725154"/>
                  </a:lnTo>
                  <a:lnTo>
                    <a:pt x="48104" y="726770"/>
                  </a:lnTo>
                  <a:lnTo>
                    <a:pt x="46888" y="728141"/>
                  </a:lnTo>
                  <a:lnTo>
                    <a:pt x="45872" y="728709"/>
                  </a:lnTo>
                  <a:lnTo>
                    <a:pt x="45273" y="727740"/>
                  </a:lnTo>
                  <a:lnTo>
                    <a:pt x="44873" y="728144"/>
                  </a:lnTo>
                  <a:lnTo>
                    <a:pt x="44406" y="729841"/>
                  </a:lnTo>
                  <a:lnTo>
                    <a:pt x="43872" y="731214"/>
                  </a:lnTo>
                  <a:lnTo>
                    <a:pt x="43672" y="732588"/>
                  </a:lnTo>
                  <a:lnTo>
                    <a:pt x="44239" y="734365"/>
                  </a:lnTo>
                  <a:lnTo>
                    <a:pt x="44539" y="737756"/>
                  </a:lnTo>
                  <a:lnTo>
                    <a:pt x="43906" y="739210"/>
                  </a:lnTo>
                  <a:lnTo>
                    <a:pt x="43440" y="740826"/>
                  </a:lnTo>
                  <a:lnTo>
                    <a:pt x="43606" y="742927"/>
                  </a:lnTo>
                  <a:lnTo>
                    <a:pt x="43806" y="746725"/>
                  </a:lnTo>
                  <a:lnTo>
                    <a:pt x="43406" y="753027"/>
                  </a:lnTo>
                  <a:lnTo>
                    <a:pt x="43943" y="755260"/>
                  </a:lnTo>
                  <a:lnTo>
                    <a:pt x="44525" y="756334"/>
                  </a:lnTo>
                  <a:lnTo>
                    <a:pt x="46427" y="757615"/>
                  </a:lnTo>
                  <a:lnTo>
                    <a:pt x="47854" y="758250"/>
                  </a:lnTo>
                  <a:lnTo>
                    <a:pt x="48230" y="760333"/>
                  </a:lnTo>
                  <a:lnTo>
                    <a:pt x="48069" y="762027"/>
                  </a:lnTo>
                  <a:lnTo>
                    <a:pt x="47382" y="762864"/>
                  </a:lnTo>
                  <a:lnTo>
                    <a:pt x="46349" y="763591"/>
                  </a:lnTo>
                  <a:lnTo>
                    <a:pt x="46349" y="766327"/>
                  </a:lnTo>
                  <a:lnTo>
                    <a:pt x="47233" y="768898"/>
                  </a:lnTo>
                  <a:lnTo>
                    <a:pt x="48230" y="770759"/>
                  </a:lnTo>
                  <a:lnTo>
                    <a:pt x="48448" y="772433"/>
                  </a:lnTo>
                  <a:lnTo>
                    <a:pt x="48391" y="774144"/>
                  </a:lnTo>
                  <a:lnTo>
                    <a:pt x="47693" y="775578"/>
                  </a:lnTo>
                  <a:lnTo>
                    <a:pt x="48653" y="778686"/>
                  </a:lnTo>
                  <a:lnTo>
                    <a:pt x="49090" y="780790"/>
                  </a:lnTo>
                  <a:lnTo>
                    <a:pt x="48650" y="782411"/>
                  </a:lnTo>
                  <a:lnTo>
                    <a:pt x="48028" y="784841"/>
                  </a:lnTo>
                  <a:lnTo>
                    <a:pt x="47478" y="786004"/>
                  </a:lnTo>
                  <a:lnTo>
                    <a:pt x="47481" y="787326"/>
                  </a:lnTo>
                  <a:lnTo>
                    <a:pt x="47253" y="790004"/>
                  </a:lnTo>
                  <a:lnTo>
                    <a:pt x="47201" y="792627"/>
                  </a:lnTo>
                  <a:lnTo>
                    <a:pt x="47384" y="794191"/>
                  </a:lnTo>
                  <a:lnTo>
                    <a:pt x="53408" y="795426"/>
                  </a:lnTo>
                  <a:lnTo>
                    <a:pt x="54787" y="795908"/>
                  </a:lnTo>
                  <a:lnTo>
                    <a:pt x="55539" y="797469"/>
                  </a:lnTo>
                  <a:lnTo>
                    <a:pt x="55432" y="799425"/>
                  </a:lnTo>
                  <a:lnTo>
                    <a:pt x="54679" y="801509"/>
                  </a:lnTo>
                  <a:lnTo>
                    <a:pt x="54196" y="805419"/>
                  </a:lnTo>
                  <a:lnTo>
                    <a:pt x="53013" y="806071"/>
                  </a:lnTo>
                  <a:lnTo>
                    <a:pt x="51831" y="805026"/>
                  </a:lnTo>
                  <a:lnTo>
                    <a:pt x="50549" y="805387"/>
                  </a:lnTo>
                  <a:lnTo>
                    <a:pt x="49436" y="805635"/>
                  </a:lnTo>
                  <a:lnTo>
                    <a:pt x="47838" y="805753"/>
                  </a:lnTo>
                  <a:lnTo>
                    <a:pt x="45715" y="806258"/>
                  </a:lnTo>
                  <a:lnTo>
                    <a:pt x="44414" y="805678"/>
                  </a:lnTo>
                  <a:lnTo>
                    <a:pt x="44307" y="807113"/>
                  </a:lnTo>
                  <a:lnTo>
                    <a:pt x="44683" y="809588"/>
                  </a:lnTo>
                  <a:lnTo>
                    <a:pt x="47478" y="810370"/>
                  </a:lnTo>
                  <a:lnTo>
                    <a:pt x="50111" y="811805"/>
                  </a:lnTo>
                  <a:lnTo>
                    <a:pt x="50903" y="814425"/>
                  </a:lnTo>
                  <a:lnTo>
                    <a:pt x="51974" y="817391"/>
                  </a:lnTo>
                  <a:lnTo>
                    <a:pt x="53067" y="819229"/>
                  </a:lnTo>
                  <a:lnTo>
                    <a:pt x="53121" y="822228"/>
                  </a:lnTo>
                  <a:lnTo>
                    <a:pt x="51401" y="825353"/>
                  </a:lnTo>
                  <a:lnTo>
                    <a:pt x="51186" y="827569"/>
                  </a:lnTo>
                  <a:lnTo>
                    <a:pt x="48929" y="828221"/>
                  </a:lnTo>
                  <a:lnTo>
                    <a:pt x="48284" y="829525"/>
                  </a:lnTo>
                  <a:lnTo>
                    <a:pt x="47962" y="833825"/>
                  </a:lnTo>
                  <a:lnTo>
                    <a:pt x="48230" y="837213"/>
                  </a:lnTo>
                  <a:lnTo>
                    <a:pt x="49090" y="838384"/>
                  </a:lnTo>
                  <a:lnTo>
                    <a:pt x="49682" y="840601"/>
                  </a:lnTo>
                  <a:lnTo>
                    <a:pt x="49036" y="843206"/>
                  </a:lnTo>
                  <a:lnTo>
                    <a:pt x="47515" y="845004"/>
                  </a:lnTo>
                  <a:lnTo>
                    <a:pt x="46706" y="846712"/>
                  </a:lnTo>
                  <a:lnTo>
                    <a:pt x="47212" y="848077"/>
                  </a:lnTo>
                  <a:lnTo>
                    <a:pt x="47901" y="850242"/>
                  </a:lnTo>
                  <a:lnTo>
                    <a:pt x="48090" y="851419"/>
                  </a:lnTo>
                  <a:lnTo>
                    <a:pt x="48466" y="854610"/>
                  </a:lnTo>
                  <a:lnTo>
                    <a:pt x="48905" y="859060"/>
                  </a:lnTo>
                  <a:lnTo>
                    <a:pt x="48851" y="861216"/>
                  </a:lnTo>
                  <a:lnTo>
                    <a:pt x="48448" y="862826"/>
                  </a:lnTo>
                  <a:lnTo>
                    <a:pt x="46941" y="865359"/>
                  </a:lnTo>
                  <a:lnTo>
                    <a:pt x="45919" y="866531"/>
                  </a:lnTo>
                  <a:lnTo>
                    <a:pt x="45719" y="869650"/>
                  </a:lnTo>
                  <a:lnTo>
                    <a:pt x="45642" y="871991"/>
                  </a:lnTo>
                  <a:lnTo>
                    <a:pt x="45749" y="874103"/>
                  </a:lnTo>
                  <a:lnTo>
                    <a:pt x="46403" y="875782"/>
                  </a:lnTo>
                  <a:lnTo>
                    <a:pt x="46349" y="877476"/>
                  </a:lnTo>
                  <a:lnTo>
                    <a:pt x="45453" y="877837"/>
                  </a:lnTo>
                  <a:lnTo>
                    <a:pt x="44683" y="878651"/>
                  </a:lnTo>
                  <a:lnTo>
                    <a:pt x="43931" y="881646"/>
                  </a:lnTo>
                  <a:lnTo>
                    <a:pt x="41743" y="884705"/>
                  </a:lnTo>
                  <a:lnTo>
                    <a:pt x="40975" y="886075"/>
                  </a:lnTo>
                  <a:lnTo>
                    <a:pt x="41029" y="888422"/>
                  </a:lnTo>
                  <a:lnTo>
                    <a:pt x="40163" y="891775"/>
                  </a:lnTo>
                  <a:lnTo>
                    <a:pt x="39436" y="894689"/>
                  </a:lnTo>
                  <a:lnTo>
                    <a:pt x="38879" y="897413"/>
                  </a:lnTo>
                  <a:lnTo>
                    <a:pt x="38987" y="900279"/>
                  </a:lnTo>
                  <a:lnTo>
                    <a:pt x="40220" y="901537"/>
                  </a:lnTo>
                  <a:lnTo>
                    <a:pt x="41190" y="904319"/>
                  </a:lnTo>
                  <a:lnTo>
                    <a:pt x="41620" y="907836"/>
                  </a:lnTo>
                  <a:lnTo>
                    <a:pt x="40868" y="911876"/>
                  </a:lnTo>
                  <a:lnTo>
                    <a:pt x="39120" y="913400"/>
                  </a:lnTo>
                  <a:lnTo>
                    <a:pt x="38088" y="915114"/>
                  </a:lnTo>
                  <a:lnTo>
                    <a:pt x="37776" y="916412"/>
                  </a:lnTo>
                  <a:lnTo>
                    <a:pt x="38050" y="920643"/>
                  </a:lnTo>
                  <a:lnTo>
                    <a:pt x="37979" y="922628"/>
                  </a:lnTo>
                  <a:lnTo>
                    <a:pt x="37703" y="924495"/>
                  </a:lnTo>
                  <a:lnTo>
                    <a:pt x="37254" y="925935"/>
                  </a:lnTo>
                  <a:lnTo>
                    <a:pt x="36313" y="927551"/>
                  </a:lnTo>
                  <a:lnTo>
                    <a:pt x="34644" y="928959"/>
                  </a:lnTo>
                  <a:lnTo>
                    <a:pt x="33226" y="929929"/>
                  </a:lnTo>
                  <a:lnTo>
                    <a:pt x="32594" y="931040"/>
                  </a:lnTo>
                  <a:lnTo>
                    <a:pt x="31851" y="933478"/>
                  </a:lnTo>
                  <a:lnTo>
                    <a:pt x="31189" y="936170"/>
                  </a:lnTo>
                  <a:lnTo>
                    <a:pt x="31355" y="939500"/>
                  </a:lnTo>
                  <a:lnTo>
                    <a:pt x="27379" y="939890"/>
                  </a:lnTo>
                  <a:lnTo>
                    <a:pt x="27110" y="942366"/>
                  </a:lnTo>
                  <a:lnTo>
                    <a:pt x="26250" y="944322"/>
                  </a:lnTo>
                  <a:lnTo>
                    <a:pt x="25981" y="947840"/>
                  </a:lnTo>
                  <a:lnTo>
                    <a:pt x="26855" y="951242"/>
                  </a:lnTo>
                  <a:lnTo>
                    <a:pt x="27271" y="954093"/>
                  </a:lnTo>
                  <a:lnTo>
                    <a:pt x="26558" y="957533"/>
                  </a:lnTo>
                  <a:lnTo>
                    <a:pt x="26816" y="961059"/>
                  </a:lnTo>
                  <a:lnTo>
                    <a:pt x="26895" y="963867"/>
                  </a:lnTo>
                  <a:lnTo>
                    <a:pt x="28292" y="966995"/>
                  </a:lnTo>
                  <a:lnTo>
                    <a:pt x="29205" y="970859"/>
                  </a:lnTo>
                  <a:lnTo>
                    <a:pt x="29662" y="974128"/>
                  </a:lnTo>
                  <a:lnTo>
                    <a:pt x="29937" y="976668"/>
                  </a:lnTo>
                  <a:lnTo>
                    <a:pt x="30303" y="978211"/>
                  </a:lnTo>
                  <a:lnTo>
                    <a:pt x="30877" y="979963"/>
                  </a:lnTo>
                  <a:lnTo>
                    <a:pt x="31140" y="981980"/>
                  </a:lnTo>
                  <a:lnTo>
                    <a:pt x="32000" y="982632"/>
                  </a:lnTo>
                  <a:lnTo>
                    <a:pt x="33545" y="980745"/>
                  </a:lnTo>
                  <a:lnTo>
                    <a:pt x="34638" y="979464"/>
                  </a:lnTo>
                  <a:lnTo>
                    <a:pt x="35397" y="979008"/>
                  </a:lnTo>
                  <a:lnTo>
                    <a:pt x="37630" y="979302"/>
                  </a:lnTo>
                  <a:lnTo>
                    <a:pt x="38978" y="978116"/>
                  </a:lnTo>
                  <a:lnTo>
                    <a:pt x="39583" y="978240"/>
                  </a:lnTo>
                  <a:lnTo>
                    <a:pt x="40407" y="978907"/>
                  </a:lnTo>
                  <a:lnTo>
                    <a:pt x="41045" y="980312"/>
                  </a:lnTo>
                  <a:lnTo>
                    <a:pt x="41527" y="983495"/>
                  </a:lnTo>
                  <a:lnTo>
                    <a:pt x="41823" y="987062"/>
                  </a:lnTo>
                  <a:lnTo>
                    <a:pt x="41445" y="990700"/>
                  </a:lnTo>
                  <a:lnTo>
                    <a:pt x="40814" y="991491"/>
                  </a:lnTo>
                  <a:lnTo>
                    <a:pt x="40599" y="992533"/>
                  </a:lnTo>
                  <a:lnTo>
                    <a:pt x="40814" y="994749"/>
                  </a:lnTo>
                  <a:lnTo>
                    <a:pt x="41512" y="996313"/>
                  </a:lnTo>
                  <a:lnTo>
                    <a:pt x="41496" y="998546"/>
                  </a:lnTo>
                  <a:lnTo>
                    <a:pt x="40725" y="1003611"/>
                  </a:lnTo>
                  <a:lnTo>
                    <a:pt x="40223" y="1005694"/>
                  </a:lnTo>
                  <a:lnTo>
                    <a:pt x="41114" y="1008043"/>
                  </a:lnTo>
                  <a:lnTo>
                    <a:pt x="41913" y="1010135"/>
                  </a:lnTo>
                  <a:lnTo>
                    <a:pt x="43522" y="1011699"/>
                  </a:lnTo>
                  <a:lnTo>
                    <a:pt x="44845" y="1013904"/>
                  </a:lnTo>
                  <a:lnTo>
                    <a:pt x="45758" y="1015728"/>
                  </a:lnTo>
                  <a:lnTo>
                    <a:pt x="45543" y="1018204"/>
                  </a:lnTo>
                  <a:lnTo>
                    <a:pt x="46182" y="1018954"/>
                  </a:lnTo>
                  <a:lnTo>
                    <a:pt x="48645" y="1019006"/>
                  </a:lnTo>
                  <a:lnTo>
                    <a:pt x="52324" y="1019084"/>
                  </a:lnTo>
                  <a:lnTo>
                    <a:pt x="58071" y="1019208"/>
                  </a:lnTo>
                  <a:lnTo>
                    <a:pt x="63681" y="1019329"/>
                  </a:lnTo>
                  <a:lnTo>
                    <a:pt x="70050" y="1019505"/>
                  </a:lnTo>
                  <a:lnTo>
                    <a:pt x="73068" y="1021490"/>
                  </a:lnTo>
                  <a:lnTo>
                    <a:pt x="75800" y="1023285"/>
                  </a:lnTo>
                  <a:lnTo>
                    <a:pt x="79240" y="1023285"/>
                  </a:lnTo>
                  <a:lnTo>
                    <a:pt x="82672" y="1025412"/>
                  </a:lnTo>
                  <a:lnTo>
                    <a:pt x="85224" y="1026812"/>
                  </a:lnTo>
                  <a:lnTo>
                    <a:pt x="86752" y="1027340"/>
                  </a:lnTo>
                  <a:lnTo>
                    <a:pt x="88322" y="1027844"/>
                  </a:lnTo>
                  <a:lnTo>
                    <a:pt x="88537" y="1029801"/>
                  </a:lnTo>
                  <a:lnTo>
                    <a:pt x="81665" y="1027025"/>
                  </a:lnTo>
                  <a:lnTo>
                    <a:pt x="80122" y="1025510"/>
                  </a:lnTo>
                  <a:lnTo>
                    <a:pt x="78815" y="1025334"/>
                  </a:lnTo>
                  <a:lnTo>
                    <a:pt x="76306" y="1027224"/>
                  </a:lnTo>
                  <a:lnTo>
                    <a:pt x="74921" y="1031720"/>
                  </a:lnTo>
                  <a:lnTo>
                    <a:pt x="74193" y="1032995"/>
                  </a:lnTo>
                  <a:lnTo>
                    <a:pt x="72450" y="1034202"/>
                  </a:lnTo>
                  <a:lnTo>
                    <a:pt x="70696" y="1034438"/>
                  </a:lnTo>
                  <a:lnTo>
                    <a:pt x="64801" y="1038790"/>
                  </a:lnTo>
                  <a:lnTo>
                    <a:pt x="62705" y="1039162"/>
                  </a:lnTo>
                  <a:lnTo>
                    <a:pt x="61274" y="1040316"/>
                  </a:lnTo>
                  <a:lnTo>
                    <a:pt x="59875" y="1041978"/>
                  </a:lnTo>
                  <a:lnTo>
                    <a:pt x="59340" y="1045548"/>
                  </a:lnTo>
                  <a:lnTo>
                    <a:pt x="59557" y="1047721"/>
                  </a:lnTo>
                  <a:lnTo>
                    <a:pt x="57963" y="1055518"/>
                  </a:lnTo>
                  <a:lnTo>
                    <a:pt x="57569" y="1059852"/>
                  </a:lnTo>
                  <a:lnTo>
                    <a:pt x="57560" y="1062060"/>
                  </a:lnTo>
                  <a:lnTo>
                    <a:pt x="58014" y="1065667"/>
                  </a:lnTo>
                  <a:lnTo>
                    <a:pt x="57429" y="1071839"/>
                  </a:lnTo>
                  <a:lnTo>
                    <a:pt x="56369" y="1073190"/>
                  </a:lnTo>
                  <a:lnTo>
                    <a:pt x="53749" y="1074915"/>
                  </a:lnTo>
                  <a:lnTo>
                    <a:pt x="51968" y="1073660"/>
                  </a:lnTo>
                  <a:lnTo>
                    <a:pt x="48923" y="1072543"/>
                  </a:lnTo>
                  <a:lnTo>
                    <a:pt x="46753" y="1070165"/>
                  </a:lnTo>
                  <a:lnTo>
                    <a:pt x="43961" y="1068486"/>
                  </a:lnTo>
                  <a:lnTo>
                    <a:pt x="43065" y="1067496"/>
                  </a:lnTo>
                  <a:lnTo>
                    <a:pt x="40599" y="1062735"/>
                  </a:lnTo>
                  <a:lnTo>
                    <a:pt x="40337" y="1061156"/>
                  </a:lnTo>
                  <a:lnTo>
                    <a:pt x="40159" y="1059160"/>
                  </a:lnTo>
                  <a:lnTo>
                    <a:pt x="41461" y="1056309"/>
                  </a:lnTo>
                  <a:lnTo>
                    <a:pt x="42161" y="1056101"/>
                  </a:lnTo>
                  <a:lnTo>
                    <a:pt x="44202" y="1056187"/>
                  </a:lnTo>
                  <a:lnTo>
                    <a:pt x="45902" y="1055729"/>
                  </a:lnTo>
                  <a:lnTo>
                    <a:pt x="46986" y="1057255"/>
                  </a:lnTo>
                  <a:lnTo>
                    <a:pt x="47284" y="1060582"/>
                  </a:lnTo>
                  <a:lnTo>
                    <a:pt x="46808" y="1062357"/>
                  </a:lnTo>
                  <a:lnTo>
                    <a:pt x="46376" y="1063453"/>
                  </a:lnTo>
                  <a:lnTo>
                    <a:pt x="46511" y="1064282"/>
                  </a:lnTo>
                  <a:lnTo>
                    <a:pt x="47733" y="1063130"/>
                  </a:lnTo>
                  <a:lnTo>
                    <a:pt x="48353" y="1055685"/>
                  </a:lnTo>
                  <a:lnTo>
                    <a:pt x="52499" y="1051974"/>
                  </a:lnTo>
                  <a:lnTo>
                    <a:pt x="53857" y="1049807"/>
                  </a:lnTo>
                  <a:lnTo>
                    <a:pt x="55182" y="1046463"/>
                  </a:lnTo>
                  <a:lnTo>
                    <a:pt x="55388" y="1045505"/>
                  </a:lnTo>
                  <a:lnTo>
                    <a:pt x="55488" y="1044249"/>
                  </a:lnTo>
                  <a:lnTo>
                    <a:pt x="54610" y="1043216"/>
                  </a:lnTo>
                  <a:lnTo>
                    <a:pt x="52653" y="1041846"/>
                  </a:lnTo>
                  <a:lnTo>
                    <a:pt x="46434" y="1048864"/>
                  </a:lnTo>
                  <a:lnTo>
                    <a:pt x="43618" y="1050713"/>
                  </a:lnTo>
                  <a:lnTo>
                    <a:pt x="41803" y="1052722"/>
                  </a:lnTo>
                  <a:lnTo>
                    <a:pt x="39606" y="1056332"/>
                  </a:lnTo>
                  <a:lnTo>
                    <a:pt x="39188" y="1057399"/>
                  </a:lnTo>
                  <a:lnTo>
                    <a:pt x="38722" y="1059794"/>
                  </a:lnTo>
                  <a:lnTo>
                    <a:pt x="38501" y="1062426"/>
                  </a:lnTo>
                  <a:lnTo>
                    <a:pt x="36333" y="1061223"/>
                  </a:lnTo>
                  <a:lnTo>
                    <a:pt x="33023" y="1057402"/>
                  </a:lnTo>
                  <a:lnTo>
                    <a:pt x="32361" y="1056005"/>
                  </a:lnTo>
                  <a:lnTo>
                    <a:pt x="33025" y="1054049"/>
                  </a:lnTo>
                  <a:lnTo>
                    <a:pt x="34033" y="1052416"/>
                  </a:lnTo>
                  <a:lnTo>
                    <a:pt x="34102" y="1046936"/>
                  </a:lnTo>
                  <a:lnTo>
                    <a:pt x="34355" y="1045017"/>
                  </a:lnTo>
                  <a:lnTo>
                    <a:pt x="35053" y="1043479"/>
                  </a:lnTo>
                  <a:lnTo>
                    <a:pt x="36323" y="1041788"/>
                  </a:lnTo>
                  <a:lnTo>
                    <a:pt x="36953" y="1041396"/>
                  </a:lnTo>
                  <a:lnTo>
                    <a:pt x="37488" y="1042129"/>
                  </a:lnTo>
                  <a:lnTo>
                    <a:pt x="37554" y="1043421"/>
                  </a:lnTo>
                  <a:lnTo>
                    <a:pt x="39664" y="1043329"/>
                  </a:lnTo>
                  <a:lnTo>
                    <a:pt x="43758" y="1038470"/>
                  </a:lnTo>
                  <a:lnTo>
                    <a:pt x="45443" y="1038354"/>
                  </a:lnTo>
                  <a:lnTo>
                    <a:pt x="47664" y="1039439"/>
                  </a:lnTo>
                  <a:lnTo>
                    <a:pt x="50173" y="1038787"/>
                  </a:lnTo>
                  <a:lnTo>
                    <a:pt x="50625" y="1038291"/>
                  </a:lnTo>
                  <a:lnTo>
                    <a:pt x="51147" y="1037151"/>
                  </a:lnTo>
                  <a:lnTo>
                    <a:pt x="49277" y="1035812"/>
                  </a:lnTo>
                  <a:lnTo>
                    <a:pt x="47483" y="1035131"/>
                  </a:lnTo>
                  <a:lnTo>
                    <a:pt x="42441" y="1034658"/>
                  </a:lnTo>
                  <a:lnTo>
                    <a:pt x="41347" y="1035177"/>
                  </a:lnTo>
                  <a:lnTo>
                    <a:pt x="39857" y="1037754"/>
                  </a:lnTo>
                  <a:lnTo>
                    <a:pt x="39362" y="1037110"/>
                  </a:lnTo>
                  <a:lnTo>
                    <a:pt x="39044" y="1035812"/>
                  </a:lnTo>
                  <a:lnTo>
                    <a:pt x="37332" y="1034897"/>
                  </a:lnTo>
                  <a:lnTo>
                    <a:pt x="36512" y="1035088"/>
                  </a:lnTo>
                  <a:lnTo>
                    <a:pt x="35727" y="1036325"/>
                  </a:lnTo>
                  <a:lnTo>
                    <a:pt x="35855" y="1038250"/>
                  </a:lnTo>
                  <a:lnTo>
                    <a:pt x="35418" y="1040313"/>
                  </a:lnTo>
                  <a:lnTo>
                    <a:pt x="33834" y="1042359"/>
                  </a:lnTo>
                  <a:lnTo>
                    <a:pt x="32757" y="1045614"/>
                  </a:lnTo>
                  <a:lnTo>
                    <a:pt x="32807" y="1048145"/>
                  </a:lnTo>
                  <a:lnTo>
                    <a:pt x="32723" y="1049464"/>
                  </a:lnTo>
                  <a:lnTo>
                    <a:pt x="32328" y="1050159"/>
                  </a:lnTo>
                  <a:lnTo>
                    <a:pt x="31511" y="1050996"/>
                  </a:lnTo>
                  <a:lnTo>
                    <a:pt x="28882" y="1050428"/>
                  </a:lnTo>
                  <a:lnTo>
                    <a:pt x="27399" y="1047773"/>
                  </a:lnTo>
                  <a:lnTo>
                    <a:pt x="26818" y="1045961"/>
                  </a:lnTo>
                  <a:lnTo>
                    <a:pt x="25140" y="1043996"/>
                  </a:lnTo>
                  <a:lnTo>
                    <a:pt x="28788" y="1041551"/>
                  </a:lnTo>
                  <a:lnTo>
                    <a:pt x="30069" y="1040158"/>
                  </a:lnTo>
                  <a:lnTo>
                    <a:pt x="31239" y="1037050"/>
                  </a:lnTo>
                  <a:lnTo>
                    <a:pt x="32112" y="1035073"/>
                  </a:lnTo>
                  <a:lnTo>
                    <a:pt x="31493" y="1033682"/>
                  </a:lnTo>
                  <a:lnTo>
                    <a:pt x="30764" y="1033679"/>
                  </a:lnTo>
                  <a:lnTo>
                    <a:pt x="30832" y="1035890"/>
                  </a:lnTo>
                  <a:lnTo>
                    <a:pt x="30028" y="1037702"/>
                  </a:lnTo>
                  <a:lnTo>
                    <a:pt x="28347" y="1036848"/>
                  </a:lnTo>
                  <a:lnTo>
                    <a:pt x="25866" y="1039526"/>
                  </a:lnTo>
                  <a:lnTo>
                    <a:pt x="24341" y="1038810"/>
                  </a:lnTo>
                  <a:lnTo>
                    <a:pt x="21856" y="1039598"/>
                  </a:lnTo>
                  <a:lnTo>
                    <a:pt x="20640" y="1038155"/>
                  </a:lnTo>
                  <a:lnTo>
                    <a:pt x="20380" y="1036320"/>
                  </a:lnTo>
                  <a:lnTo>
                    <a:pt x="20818" y="1034409"/>
                  </a:lnTo>
                  <a:lnTo>
                    <a:pt x="20361" y="1031169"/>
                  </a:lnTo>
                  <a:lnTo>
                    <a:pt x="19677" y="1030381"/>
                  </a:lnTo>
                  <a:lnTo>
                    <a:pt x="18978" y="1030566"/>
                  </a:lnTo>
                  <a:lnTo>
                    <a:pt x="18665" y="1028635"/>
                  </a:lnTo>
                  <a:lnTo>
                    <a:pt x="17910" y="1025242"/>
                  </a:lnTo>
                  <a:lnTo>
                    <a:pt x="17575" y="1024324"/>
                  </a:lnTo>
                  <a:lnTo>
                    <a:pt x="17213" y="1022746"/>
                  </a:lnTo>
                  <a:lnTo>
                    <a:pt x="17588" y="1022362"/>
                  </a:lnTo>
                  <a:lnTo>
                    <a:pt x="18441" y="1022815"/>
                  </a:lnTo>
                  <a:lnTo>
                    <a:pt x="19189" y="1023836"/>
                  </a:lnTo>
                  <a:lnTo>
                    <a:pt x="20326" y="1023966"/>
                  </a:lnTo>
                  <a:lnTo>
                    <a:pt x="22834" y="1026177"/>
                  </a:lnTo>
                  <a:lnTo>
                    <a:pt x="23874" y="1025646"/>
                  </a:lnTo>
                  <a:lnTo>
                    <a:pt x="24439" y="1025138"/>
                  </a:lnTo>
                  <a:lnTo>
                    <a:pt x="24651" y="1023303"/>
                  </a:lnTo>
                  <a:lnTo>
                    <a:pt x="24664" y="1021560"/>
                  </a:lnTo>
                  <a:lnTo>
                    <a:pt x="25094" y="1021560"/>
                  </a:lnTo>
                  <a:lnTo>
                    <a:pt x="26517" y="1023787"/>
                  </a:lnTo>
                  <a:lnTo>
                    <a:pt x="27422" y="1023577"/>
                  </a:lnTo>
                  <a:lnTo>
                    <a:pt x="29021" y="1024165"/>
                  </a:lnTo>
                  <a:lnTo>
                    <a:pt x="29830" y="1023926"/>
                  </a:lnTo>
                  <a:lnTo>
                    <a:pt x="31330" y="1023095"/>
                  </a:lnTo>
                  <a:lnTo>
                    <a:pt x="33690" y="1020648"/>
                  </a:lnTo>
                  <a:lnTo>
                    <a:pt x="34915" y="1018114"/>
                  </a:lnTo>
                  <a:lnTo>
                    <a:pt x="35502" y="1017771"/>
                  </a:lnTo>
                  <a:lnTo>
                    <a:pt x="36228" y="1018097"/>
                  </a:lnTo>
                  <a:lnTo>
                    <a:pt x="36715" y="1018824"/>
                  </a:lnTo>
                  <a:lnTo>
                    <a:pt x="36723" y="1020584"/>
                  </a:lnTo>
                  <a:lnTo>
                    <a:pt x="37275" y="1022215"/>
                  </a:lnTo>
                  <a:lnTo>
                    <a:pt x="38025" y="1023551"/>
                  </a:lnTo>
                  <a:lnTo>
                    <a:pt x="38234" y="1025175"/>
                  </a:lnTo>
                  <a:lnTo>
                    <a:pt x="38080" y="1026774"/>
                  </a:lnTo>
                  <a:lnTo>
                    <a:pt x="36738" y="1029022"/>
                  </a:lnTo>
                  <a:lnTo>
                    <a:pt x="36489" y="1029804"/>
                  </a:lnTo>
                  <a:lnTo>
                    <a:pt x="36940" y="1030629"/>
                  </a:lnTo>
                  <a:lnTo>
                    <a:pt x="37495" y="1030243"/>
                  </a:lnTo>
                  <a:lnTo>
                    <a:pt x="38260" y="1029132"/>
                  </a:lnTo>
                  <a:lnTo>
                    <a:pt x="38696" y="1027605"/>
                  </a:lnTo>
                  <a:lnTo>
                    <a:pt x="38813" y="1026812"/>
                  </a:lnTo>
                  <a:lnTo>
                    <a:pt x="38862" y="1025677"/>
                  </a:lnTo>
                  <a:lnTo>
                    <a:pt x="38803" y="1024295"/>
                  </a:lnTo>
                  <a:lnTo>
                    <a:pt x="37713" y="1020356"/>
                  </a:lnTo>
                  <a:lnTo>
                    <a:pt x="37577" y="1019468"/>
                  </a:lnTo>
                  <a:lnTo>
                    <a:pt x="37579" y="1017681"/>
                  </a:lnTo>
                  <a:lnTo>
                    <a:pt x="38819" y="1016039"/>
                  </a:lnTo>
                  <a:lnTo>
                    <a:pt x="39169" y="1014758"/>
                  </a:lnTo>
                  <a:lnTo>
                    <a:pt x="39223" y="1012279"/>
                  </a:lnTo>
                  <a:lnTo>
                    <a:pt x="38579" y="1010580"/>
                  </a:lnTo>
                  <a:lnTo>
                    <a:pt x="35914" y="1006652"/>
                  </a:lnTo>
                  <a:lnTo>
                    <a:pt x="31459" y="1002713"/>
                  </a:lnTo>
                  <a:lnTo>
                    <a:pt x="30947" y="1003126"/>
                  </a:lnTo>
                  <a:lnTo>
                    <a:pt x="30603" y="1003839"/>
                  </a:lnTo>
                  <a:lnTo>
                    <a:pt x="31013" y="1004358"/>
                  </a:lnTo>
                  <a:lnTo>
                    <a:pt x="31602" y="1004621"/>
                  </a:lnTo>
                  <a:lnTo>
                    <a:pt x="35571" y="1007864"/>
                  </a:lnTo>
                  <a:lnTo>
                    <a:pt x="36604" y="1009746"/>
                  </a:lnTo>
                  <a:lnTo>
                    <a:pt x="37281" y="1010251"/>
                  </a:lnTo>
                  <a:lnTo>
                    <a:pt x="38082" y="1011500"/>
                  </a:lnTo>
                  <a:lnTo>
                    <a:pt x="37878" y="1013327"/>
                  </a:lnTo>
                  <a:lnTo>
                    <a:pt x="33877" y="1015122"/>
                  </a:lnTo>
                  <a:lnTo>
                    <a:pt x="30704" y="1018986"/>
                  </a:lnTo>
                  <a:lnTo>
                    <a:pt x="28333" y="1021332"/>
                  </a:lnTo>
                  <a:lnTo>
                    <a:pt x="26689" y="1020475"/>
                  </a:lnTo>
                  <a:lnTo>
                    <a:pt x="25907" y="1018091"/>
                  </a:lnTo>
                  <a:lnTo>
                    <a:pt x="25079" y="1015015"/>
                  </a:lnTo>
                  <a:lnTo>
                    <a:pt x="23831" y="1013220"/>
                  </a:lnTo>
                  <a:lnTo>
                    <a:pt x="23124" y="1013388"/>
                  </a:lnTo>
                  <a:lnTo>
                    <a:pt x="22552" y="1013056"/>
                  </a:lnTo>
                  <a:lnTo>
                    <a:pt x="22103" y="1012106"/>
                  </a:lnTo>
                  <a:lnTo>
                    <a:pt x="21143" y="1012894"/>
                  </a:lnTo>
                  <a:lnTo>
                    <a:pt x="19032" y="1010756"/>
                  </a:lnTo>
                  <a:lnTo>
                    <a:pt x="18420" y="1009824"/>
                  </a:lnTo>
                  <a:lnTo>
                    <a:pt x="19969" y="1006814"/>
                  </a:lnTo>
                  <a:lnTo>
                    <a:pt x="21672" y="1007971"/>
                  </a:lnTo>
                  <a:lnTo>
                    <a:pt x="22085" y="999508"/>
                  </a:lnTo>
                  <a:lnTo>
                    <a:pt x="21554" y="997583"/>
                  </a:lnTo>
                  <a:lnTo>
                    <a:pt x="19339" y="995488"/>
                  </a:lnTo>
                  <a:lnTo>
                    <a:pt x="18251" y="995759"/>
                  </a:lnTo>
                  <a:lnTo>
                    <a:pt x="16766" y="995476"/>
                  </a:lnTo>
                  <a:lnTo>
                    <a:pt x="15767" y="994515"/>
                  </a:lnTo>
                  <a:lnTo>
                    <a:pt x="14627" y="994134"/>
                  </a:lnTo>
                  <a:lnTo>
                    <a:pt x="13664" y="993575"/>
                  </a:lnTo>
                  <a:lnTo>
                    <a:pt x="12406" y="992270"/>
                  </a:lnTo>
                  <a:lnTo>
                    <a:pt x="10887" y="991572"/>
                  </a:lnTo>
                  <a:lnTo>
                    <a:pt x="8835" y="986199"/>
                  </a:lnTo>
                  <a:lnTo>
                    <a:pt x="7955" y="983377"/>
                  </a:lnTo>
                  <a:lnTo>
                    <a:pt x="7475" y="980295"/>
                  </a:lnTo>
                  <a:lnTo>
                    <a:pt x="10620" y="980226"/>
                  </a:lnTo>
                  <a:lnTo>
                    <a:pt x="12459" y="979726"/>
                  </a:lnTo>
                  <a:lnTo>
                    <a:pt x="12908" y="978439"/>
                  </a:lnTo>
                  <a:lnTo>
                    <a:pt x="12261" y="975984"/>
                  </a:lnTo>
                  <a:lnTo>
                    <a:pt x="11361" y="974050"/>
                  </a:lnTo>
                  <a:lnTo>
                    <a:pt x="12021" y="972235"/>
                  </a:lnTo>
                  <a:lnTo>
                    <a:pt x="12962" y="970830"/>
                  </a:lnTo>
                  <a:lnTo>
                    <a:pt x="13942" y="971453"/>
                  </a:lnTo>
                  <a:lnTo>
                    <a:pt x="16361" y="974581"/>
                  </a:lnTo>
                  <a:lnTo>
                    <a:pt x="16777" y="976699"/>
                  </a:lnTo>
                  <a:lnTo>
                    <a:pt x="18499" y="983154"/>
                  </a:lnTo>
                  <a:lnTo>
                    <a:pt x="18914" y="983729"/>
                  </a:lnTo>
                  <a:lnTo>
                    <a:pt x="19118" y="984329"/>
                  </a:lnTo>
                  <a:lnTo>
                    <a:pt x="22676" y="987942"/>
                  </a:lnTo>
                  <a:lnTo>
                    <a:pt x="23174" y="987893"/>
                  </a:lnTo>
                  <a:lnTo>
                    <a:pt x="22954" y="984863"/>
                  </a:lnTo>
                  <a:lnTo>
                    <a:pt x="23978" y="980751"/>
                  </a:lnTo>
                  <a:lnTo>
                    <a:pt x="24972" y="979392"/>
                  </a:lnTo>
                  <a:lnTo>
                    <a:pt x="25470" y="979406"/>
                  </a:lnTo>
                  <a:lnTo>
                    <a:pt x="25521" y="978719"/>
                  </a:lnTo>
                  <a:lnTo>
                    <a:pt x="24555" y="977008"/>
                  </a:lnTo>
                  <a:lnTo>
                    <a:pt x="25028" y="974723"/>
                  </a:lnTo>
                  <a:lnTo>
                    <a:pt x="24717" y="974650"/>
                  </a:lnTo>
                  <a:lnTo>
                    <a:pt x="23861" y="976116"/>
                  </a:lnTo>
                  <a:lnTo>
                    <a:pt x="22139" y="983293"/>
                  </a:lnTo>
                  <a:lnTo>
                    <a:pt x="21084" y="984603"/>
                  </a:lnTo>
                  <a:lnTo>
                    <a:pt x="19638" y="981354"/>
                  </a:lnTo>
                  <a:lnTo>
                    <a:pt x="18816" y="979014"/>
                  </a:lnTo>
                  <a:lnTo>
                    <a:pt x="18413" y="978182"/>
                  </a:lnTo>
                  <a:lnTo>
                    <a:pt x="18555" y="974506"/>
                  </a:lnTo>
                  <a:lnTo>
                    <a:pt x="21422" y="975251"/>
                  </a:lnTo>
                  <a:lnTo>
                    <a:pt x="20438" y="974047"/>
                  </a:lnTo>
                  <a:lnTo>
                    <a:pt x="17093" y="971926"/>
                  </a:lnTo>
                  <a:lnTo>
                    <a:pt x="16257" y="970890"/>
                  </a:lnTo>
                  <a:lnTo>
                    <a:pt x="15636" y="970512"/>
                  </a:lnTo>
                  <a:lnTo>
                    <a:pt x="14523" y="968013"/>
                  </a:lnTo>
                  <a:lnTo>
                    <a:pt x="13144" y="965898"/>
                  </a:lnTo>
                  <a:lnTo>
                    <a:pt x="15523" y="962092"/>
                  </a:lnTo>
                  <a:lnTo>
                    <a:pt x="16749" y="959414"/>
                  </a:lnTo>
                  <a:lnTo>
                    <a:pt x="20580" y="960837"/>
                  </a:lnTo>
                  <a:lnTo>
                    <a:pt x="21321" y="960009"/>
                  </a:lnTo>
                  <a:lnTo>
                    <a:pt x="20680" y="958052"/>
                  </a:lnTo>
                  <a:lnTo>
                    <a:pt x="19923" y="958644"/>
                  </a:lnTo>
                  <a:lnTo>
                    <a:pt x="18728" y="957426"/>
                  </a:lnTo>
                  <a:lnTo>
                    <a:pt x="16869" y="953764"/>
                  </a:lnTo>
                  <a:lnTo>
                    <a:pt x="16932" y="951894"/>
                  </a:lnTo>
                  <a:lnTo>
                    <a:pt x="17272" y="948466"/>
                  </a:lnTo>
                  <a:lnTo>
                    <a:pt x="18009" y="947733"/>
                  </a:lnTo>
                  <a:lnTo>
                    <a:pt x="19574" y="947026"/>
                  </a:lnTo>
                  <a:lnTo>
                    <a:pt x="21359" y="948140"/>
                  </a:lnTo>
                  <a:lnTo>
                    <a:pt x="22138" y="949046"/>
                  </a:lnTo>
                  <a:lnTo>
                    <a:pt x="22811" y="948622"/>
                  </a:lnTo>
                  <a:lnTo>
                    <a:pt x="22127" y="946083"/>
                  </a:lnTo>
                  <a:lnTo>
                    <a:pt x="20962" y="945122"/>
                  </a:lnTo>
                  <a:lnTo>
                    <a:pt x="19666" y="943312"/>
                  </a:lnTo>
                  <a:lnTo>
                    <a:pt x="19799" y="941307"/>
                  </a:lnTo>
                  <a:lnTo>
                    <a:pt x="20217" y="939648"/>
                  </a:lnTo>
                  <a:lnTo>
                    <a:pt x="20531" y="937830"/>
                  </a:lnTo>
                  <a:lnTo>
                    <a:pt x="20748" y="935284"/>
                  </a:lnTo>
                  <a:lnTo>
                    <a:pt x="20629" y="933302"/>
                  </a:lnTo>
                  <a:lnTo>
                    <a:pt x="21002" y="932387"/>
                  </a:lnTo>
                  <a:lnTo>
                    <a:pt x="21574" y="931977"/>
                  </a:lnTo>
                  <a:lnTo>
                    <a:pt x="21609" y="931233"/>
                  </a:lnTo>
                  <a:lnTo>
                    <a:pt x="20479" y="931389"/>
                  </a:lnTo>
                  <a:lnTo>
                    <a:pt x="20069" y="933896"/>
                  </a:lnTo>
                  <a:lnTo>
                    <a:pt x="19916" y="936182"/>
                  </a:lnTo>
                  <a:lnTo>
                    <a:pt x="19113" y="938017"/>
                  </a:lnTo>
                  <a:lnTo>
                    <a:pt x="18771" y="940086"/>
                  </a:lnTo>
                  <a:lnTo>
                    <a:pt x="18567" y="942565"/>
                  </a:lnTo>
                  <a:lnTo>
                    <a:pt x="18120" y="945407"/>
                  </a:lnTo>
                  <a:lnTo>
                    <a:pt x="17142" y="944325"/>
                  </a:lnTo>
                  <a:lnTo>
                    <a:pt x="16569" y="943211"/>
                  </a:lnTo>
                  <a:lnTo>
                    <a:pt x="16349" y="942449"/>
                  </a:lnTo>
                  <a:lnTo>
                    <a:pt x="16452" y="940998"/>
                  </a:lnTo>
                  <a:lnTo>
                    <a:pt x="16186" y="932029"/>
                  </a:lnTo>
                  <a:lnTo>
                    <a:pt x="16160" y="924518"/>
                  </a:lnTo>
                  <a:lnTo>
                    <a:pt x="16660" y="918669"/>
                  </a:lnTo>
                  <a:lnTo>
                    <a:pt x="18042" y="916343"/>
                  </a:lnTo>
                  <a:lnTo>
                    <a:pt x="18669" y="915668"/>
                  </a:lnTo>
                  <a:lnTo>
                    <a:pt x="19241" y="915965"/>
                  </a:lnTo>
                  <a:lnTo>
                    <a:pt x="20123" y="915948"/>
                  </a:lnTo>
                  <a:lnTo>
                    <a:pt x="20706" y="915102"/>
                  </a:lnTo>
                  <a:lnTo>
                    <a:pt x="18726" y="913697"/>
                  </a:lnTo>
                  <a:lnTo>
                    <a:pt x="17525" y="914499"/>
                  </a:lnTo>
                  <a:lnTo>
                    <a:pt x="16637" y="915622"/>
                  </a:lnTo>
                  <a:lnTo>
                    <a:pt x="15035" y="914776"/>
                  </a:lnTo>
                  <a:lnTo>
                    <a:pt x="14730" y="911772"/>
                  </a:lnTo>
                  <a:lnTo>
                    <a:pt x="13782" y="909175"/>
                  </a:lnTo>
                  <a:lnTo>
                    <a:pt x="13617" y="905851"/>
                  </a:lnTo>
                  <a:lnTo>
                    <a:pt x="13691" y="901038"/>
                  </a:lnTo>
                  <a:lnTo>
                    <a:pt x="15936" y="901453"/>
                  </a:lnTo>
                  <a:lnTo>
                    <a:pt x="17764" y="902394"/>
                  </a:lnTo>
                  <a:lnTo>
                    <a:pt x="22598" y="902313"/>
                  </a:lnTo>
                  <a:lnTo>
                    <a:pt x="26567" y="906924"/>
                  </a:lnTo>
                  <a:lnTo>
                    <a:pt x="28318" y="906307"/>
                  </a:lnTo>
                  <a:lnTo>
                    <a:pt x="28238" y="905378"/>
                  </a:lnTo>
                  <a:lnTo>
                    <a:pt x="26898" y="904218"/>
                  </a:lnTo>
                  <a:lnTo>
                    <a:pt x="26062" y="901638"/>
                  </a:lnTo>
                  <a:lnTo>
                    <a:pt x="25571" y="900888"/>
                  </a:lnTo>
                  <a:lnTo>
                    <a:pt x="25339" y="899338"/>
                  </a:lnTo>
                  <a:lnTo>
                    <a:pt x="25264" y="897532"/>
                  </a:lnTo>
                  <a:lnTo>
                    <a:pt x="24279" y="890886"/>
                  </a:lnTo>
                  <a:lnTo>
                    <a:pt x="23885" y="891059"/>
                  </a:lnTo>
                  <a:lnTo>
                    <a:pt x="23507" y="893339"/>
                  </a:lnTo>
                  <a:lnTo>
                    <a:pt x="22685" y="897136"/>
                  </a:lnTo>
                  <a:lnTo>
                    <a:pt x="21537" y="898980"/>
                  </a:lnTo>
                  <a:lnTo>
                    <a:pt x="19783" y="899727"/>
                  </a:lnTo>
                  <a:lnTo>
                    <a:pt x="18049" y="900149"/>
                  </a:lnTo>
                  <a:lnTo>
                    <a:pt x="16544" y="899422"/>
                  </a:lnTo>
                  <a:lnTo>
                    <a:pt x="16193" y="897852"/>
                  </a:lnTo>
                  <a:lnTo>
                    <a:pt x="16231" y="896034"/>
                  </a:lnTo>
                  <a:lnTo>
                    <a:pt x="15580" y="895145"/>
                  </a:lnTo>
                  <a:lnTo>
                    <a:pt x="13879" y="894357"/>
                  </a:lnTo>
                  <a:lnTo>
                    <a:pt x="13396" y="893916"/>
                  </a:lnTo>
                  <a:lnTo>
                    <a:pt x="12835" y="892268"/>
                  </a:lnTo>
                  <a:lnTo>
                    <a:pt x="13645" y="889778"/>
                  </a:lnTo>
                  <a:lnTo>
                    <a:pt x="14311" y="888292"/>
                  </a:lnTo>
                  <a:lnTo>
                    <a:pt x="15126" y="888586"/>
                  </a:lnTo>
                  <a:lnTo>
                    <a:pt x="15898" y="889258"/>
                  </a:lnTo>
                  <a:lnTo>
                    <a:pt x="16885" y="891218"/>
                  </a:lnTo>
                  <a:lnTo>
                    <a:pt x="17855" y="891590"/>
                  </a:lnTo>
                  <a:lnTo>
                    <a:pt x="18965" y="890035"/>
                  </a:lnTo>
                  <a:lnTo>
                    <a:pt x="19183" y="888976"/>
                  </a:lnTo>
                  <a:lnTo>
                    <a:pt x="18489" y="888312"/>
                  </a:lnTo>
                  <a:lnTo>
                    <a:pt x="17856" y="888055"/>
                  </a:lnTo>
                  <a:lnTo>
                    <a:pt x="16872" y="887221"/>
                  </a:lnTo>
                  <a:lnTo>
                    <a:pt x="14934" y="884237"/>
                  </a:lnTo>
                  <a:lnTo>
                    <a:pt x="15902" y="881196"/>
                  </a:lnTo>
                  <a:lnTo>
                    <a:pt x="18188" y="877710"/>
                  </a:lnTo>
                  <a:lnTo>
                    <a:pt x="18886" y="876911"/>
                  </a:lnTo>
                  <a:lnTo>
                    <a:pt x="18281" y="873973"/>
                  </a:lnTo>
                  <a:lnTo>
                    <a:pt x="18965" y="870761"/>
                  </a:lnTo>
                  <a:lnTo>
                    <a:pt x="18264" y="868112"/>
                  </a:lnTo>
                  <a:lnTo>
                    <a:pt x="16995" y="865258"/>
                  </a:lnTo>
                  <a:lnTo>
                    <a:pt x="15281" y="864626"/>
                  </a:lnTo>
                  <a:lnTo>
                    <a:pt x="14913" y="865460"/>
                  </a:lnTo>
                  <a:lnTo>
                    <a:pt x="14853" y="866629"/>
                  </a:lnTo>
                  <a:lnTo>
                    <a:pt x="15125" y="867509"/>
                  </a:lnTo>
                  <a:lnTo>
                    <a:pt x="14965" y="868144"/>
                  </a:lnTo>
                  <a:lnTo>
                    <a:pt x="14574" y="868124"/>
                  </a:lnTo>
                  <a:lnTo>
                    <a:pt x="12397" y="867498"/>
                  </a:lnTo>
                  <a:lnTo>
                    <a:pt x="10937" y="865599"/>
                  </a:lnTo>
                  <a:lnTo>
                    <a:pt x="8557" y="863867"/>
                  </a:lnTo>
                  <a:lnTo>
                    <a:pt x="8246" y="862514"/>
                  </a:lnTo>
                  <a:lnTo>
                    <a:pt x="7989" y="860526"/>
                  </a:lnTo>
                  <a:lnTo>
                    <a:pt x="8822" y="857101"/>
                  </a:lnTo>
                  <a:lnTo>
                    <a:pt x="8401" y="857054"/>
                  </a:lnTo>
                  <a:lnTo>
                    <a:pt x="6853" y="859701"/>
                  </a:lnTo>
                  <a:lnTo>
                    <a:pt x="4517" y="861089"/>
                  </a:lnTo>
                  <a:lnTo>
                    <a:pt x="2799" y="861542"/>
                  </a:lnTo>
                  <a:lnTo>
                    <a:pt x="2044" y="862615"/>
                  </a:lnTo>
                  <a:lnTo>
                    <a:pt x="1743" y="863501"/>
                  </a:lnTo>
                  <a:lnTo>
                    <a:pt x="2200" y="864023"/>
                  </a:lnTo>
                  <a:lnTo>
                    <a:pt x="3194" y="864153"/>
                  </a:lnTo>
                  <a:lnTo>
                    <a:pt x="3920" y="867460"/>
                  </a:lnTo>
                  <a:lnTo>
                    <a:pt x="3740" y="868730"/>
                  </a:lnTo>
                  <a:lnTo>
                    <a:pt x="3384" y="869584"/>
                  </a:lnTo>
                  <a:lnTo>
                    <a:pt x="2577" y="869748"/>
                  </a:lnTo>
                  <a:lnTo>
                    <a:pt x="887" y="867463"/>
                  </a:lnTo>
                  <a:lnTo>
                    <a:pt x="0" y="864869"/>
                  </a:lnTo>
                  <a:lnTo>
                    <a:pt x="20" y="862808"/>
                  </a:lnTo>
                  <a:lnTo>
                    <a:pt x="625" y="860004"/>
                  </a:lnTo>
                  <a:lnTo>
                    <a:pt x="3305" y="856241"/>
                  </a:lnTo>
                  <a:lnTo>
                    <a:pt x="4047" y="854648"/>
                  </a:lnTo>
                  <a:lnTo>
                    <a:pt x="5619" y="852882"/>
                  </a:lnTo>
                  <a:lnTo>
                    <a:pt x="7717" y="848900"/>
                  </a:lnTo>
                  <a:lnTo>
                    <a:pt x="9550" y="846686"/>
                  </a:lnTo>
                  <a:lnTo>
                    <a:pt x="8658" y="844854"/>
                  </a:lnTo>
                  <a:lnTo>
                    <a:pt x="7721" y="842101"/>
                  </a:lnTo>
                  <a:lnTo>
                    <a:pt x="7816" y="838272"/>
                  </a:lnTo>
                  <a:lnTo>
                    <a:pt x="11516" y="836757"/>
                  </a:lnTo>
                  <a:lnTo>
                    <a:pt x="13131" y="837380"/>
                  </a:lnTo>
                  <a:lnTo>
                    <a:pt x="15176" y="837262"/>
                  </a:lnTo>
                  <a:lnTo>
                    <a:pt x="16318" y="836344"/>
                  </a:lnTo>
                  <a:lnTo>
                    <a:pt x="17146" y="836148"/>
                  </a:lnTo>
                  <a:lnTo>
                    <a:pt x="18893" y="835089"/>
                  </a:lnTo>
                  <a:lnTo>
                    <a:pt x="19644" y="833600"/>
                  </a:lnTo>
                  <a:lnTo>
                    <a:pt x="19819" y="832463"/>
                  </a:lnTo>
                  <a:lnTo>
                    <a:pt x="19811" y="831470"/>
                  </a:lnTo>
                  <a:lnTo>
                    <a:pt x="19607" y="830250"/>
                  </a:lnTo>
                  <a:lnTo>
                    <a:pt x="19321" y="827081"/>
                  </a:lnTo>
                  <a:lnTo>
                    <a:pt x="19611" y="826022"/>
                  </a:lnTo>
                  <a:lnTo>
                    <a:pt x="20359" y="824761"/>
                  </a:lnTo>
                  <a:lnTo>
                    <a:pt x="21338" y="824369"/>
                  </a:lnTo>
                  <a:lnTo>
                    <a:pt x="21788" y="824467"/>
                  </a:lnTo>
                  <a:lnTo>
                    <a:pt x="22949" y="825624"/>
                  </a:lnTo>
                  <a:lnTo>
                    <a:pt x="22716" y="827266"/>
                  </a:lnTo>
                  <a:lnTo>
                    <a:pt x="22251" y="829243"/>
                  </a:lnTo>
                  <a:lnTo>
                    <a:pt x="21301" y="837100"/>
                  </a:lnTo>
                  <a:lnTo>
                    <a:pt x="20823" y="838875"/>
                  </a:lnTo>
                  <a:lnTo>
                    <a:pt x="20073" y="840413"/>
                  </a:lnTo>
                  <a:lnTo>
                    <a:pt x="20574" y="843619"/>
                  </a:lnTo>
                  <a:lnTo>
                    <a:pt x="19823" y="845864"/>
                  </a:lnTo>
                  <a:lnTo>
                    <a:pt x="16468" y="848253"/>
                  </a:lnTo>
                  <a:lnTo>
                    <a:pt x="16027" y="848392"/>
                  </a:lnTo>
                  <a:lnTo>
                    <a:pt x="16277" y="849246"/>
                  </a:lnTo>
                  <a:lnTo>
                    <a:pt x="18219" y="849044"/>
                  </a:lnTo>
                  <a:lnTo>
                    <a:pt x="19723" y="848539"/>
                  </a:lnTo>
                  <a:lnTo>
                    <a:pt x="21212" y="846522"/>
                  </a:lnTo>
                  <a:lnTo>
                    <a:pt x="21679" y="843443"/>
                  </a:lnTo>
                  <a:lnTo>
                    <a:pt x="22295" y="837444"/>
                  </a:lnTo>
                  <a:lnTo>
                    <a:pt x="23101" y="836595"/>
                  </a:lnTo>
                  <a:lnTo>
                    <a:pt x="24043" y="836405"/>
                  </a:lnTo>
                  <a:lnTo>
                    <a:pt x="24535" y="837819"/>
                  </a:lnTo>
                  <a:lnTo>
                    <a:pt x="24376" y="840984"/>
                  </a:lnTo>
                  <a:lnTo>
                    <a:pt x="24373" y="844046"/>
                  </a:lnTo>
                  <a:lnTo>
                    <a:pt x="23124" y="853118"/>
                  </a:lnTo>
                  <a:lnTo>
                    <a:pt x="21611" y="856763"/>
                  </a:lnTo>
                  <a:lnTo>
                    <a:pt x="21443" y="857721"/>
                  </a:lnTo>
                  <a:lnTo>
                    <a:pt x="21502" y="858858"/>
                  </a:lnTo>
                  <a:lnTo>
                    <a:pt x="22701" y="858694"/>
                  </a:lnTo>
                  <a:lnTo>
                    <a:pt x="23616" y="856737"/>
                  </a:lnTo>
                  <a:lnTo>
                    <a:pt x="24275" y="854238"/>
                  </a:lnTo>
                  <a:lnTo>
                    <a:pt x="24935" y="850758"/>
                  </a:lnTo>
                  <a:lnTo>
                    <a:pt x="24860" y="848236"/>
                  </a:lnTo>
                  <a:lnTo>
                    <a:pt x="25062" y="846675"/>
                  </a:lnTo>
                  <a:lnTo>
                    <a:pt x="25333" y="841570"/>
                  </a:lnTo>
                  <a:lnTo>
                    <a:pt x="25791" y="838987"/>
                  </a:lnTo>
                  <a:lnTo>
                    <a:pt x="25760" y="835375"/>
                  </a:lnTo>
                  <a:lnTo>
                    <a:pt x="24936" y="834013"/>
                  </a:lnTo>
                  <a:lnTo>
                    <a:pt x="23783" y="833187"/>
                  </a:lnTo>
                  <a:lnTo>
                    <a:pt x="23493" y="830974"/>
                  </a:lnTo>
                  <a:lnTo>
                    <a:pt x="24098" y="826602"/>
                  </a:lnTo>
                  <a:lnTo>
                    <a:pt x="26302" y="826715"/>
                  </a:lnTo>
                  <a:lnTo>
                    <a:pt x="28390" y="823731"/>
                  </a:lnTo>
                  <a:lnTo>
                    <a:pt x="29759" y="822649"/>
                  </a:lnTo>
                  <a:lnTo>
                    <a:pt x="30538" y="822874"/>
                  </a:lnTo>
                  <a:lnTo>
                    <a:pt x="33270" y="825751"/>
                  </a:lnTo>
                  <a:lnTo>
                    <a:pt x="33810" y="825786"/>
                  </a:lnTo>
                  <a:lnTo>
                    <a:pt x="33725" y="824750"/>
                  </a:lnTo>
                  <a:lnTo>
                    <a:pt x="33302" y="824020"/>
                  </a:lnTo>
                  <a:lnTo>
                    <a:pt x="32225" y="823050"/>
                  </a:lnTo>
                  <a:lnTo>
                    <a:pt x="30245" y="819960"/>
                  </a:lnTo>
                  <a:lnTo>
                    <a:pt x="27581" y="819457"/>
                  </a:lnTo>
                  <a:lnTo>
                    <a:pt x="28069" y="815443"/>
                  </a:lnTo>
                  <a:lnTo>
                    <a:pt x="28586" y="811776"/>
                  </a:lnTo>
                  <a:lnTo>
                    <a:pt x="29878" y="811268"/>
                  </a:lnTo>
                  <a:lnTo>
                    <a:pt x="32048" y="810062"/>
                  </a:lnTo>
                  <a:lnTo>
                    <a:pt x="36185" y="804565"/>
                  </a:lnTo>
                  <a:lnTo>
                    <a:pt x="36903" y="800421"/>
                  </a:lnTo>
                  <a:lnTo>
                    <a:pt x="37100" y="795766"/>
                  </a:lnTo>
                  <a:lnTo>
                    <a:pt x="35106" y="794554"/>
                  </a:lnTo>
                  <a:lnTo>
                    <a:pt x="32991" y="791510"/>
                  </a:lnTo>
                  <a:lnTo>
                    <a:pt x="31286" y="789888"/>
                  </a:lnTo>
                  <a:lnTo>
                    <a:pt x="29773" y="787854"/>
                  </a:lnTo>
                  <a:lnTo>
                    <a:pt x="30070" y="784812"/>
                  </a:lnTo>
                  <a:lnTo>
                    <a:pt x="30268" y="779855"/>
                  </a:lnTo>
                  <a:lnTo>
                    <a:pt x="32165" y="778793"/>
                  </a:lnTo>
                  <a:lnTo>
                    <a:pt x="33045" y="771983"/>
                  </a:lnTo>
                  <a:lnTo>
                    <a:pt x="31773" y="766771"/>
                  </a:lnTo>
                  <a:lnTo>
                    <a:pt x="32078" y="762884"/>
                  </a:lnTo>
                  <a:lnTo>
                    <a:pt x="33735" y="759566"/>
                  </a:lnTo>
                  <a:lnTo>
                    <a:pt x="34034" y="757269"/>
                  </a:lnTo>
                  <a:lnTo>
                    <a:pt x="34490" y="754744"/>
                  </a:lnTo>
                  <a:lnTo>
                    <a:pt x="35953" y="754487"/>
                  </a:lnTo>
                  <a:lnTo>
                    <a:pt x="35985" y="753113"/>
                  </a:lnTo>
                  <a:lnTo>
                    <a:pt x="35855" y="750609"/>
                  </a:lnTo>
                  <a:lnTo>
                    <a:pt x="34893" y="747648"/>
                  </a:lnTo>
                  <a:lnTo>
                    <a:pt x="34856" y="743545"/>
                  </a:lnTo>
                  <a:lnTo>
                    <a:pt x="35759" y="738700"/>
                  </a:lnTo>
                  <a:lnTo>
                    <a:pt x="37210" y="739037"/>
                  </a:lnTo>
                  <a:lnTo>
                    <a:pt x="37491" y="738832"/>
                  </a:lnTo>
                  <a:lnTo>
                    <a:pt x="36461" y="735901"/>
                  </a:lnTo>
                  <a:lnTo>
                    <a:pt x="35622" y="732674"/>
                  </a:lnTo>
                  <a:lnTo>
                    <a:pt x="35767" y="731387"/>
                  </a:lnTo>
                  <a:lnTo>
                    <a:pt x="36570" y="730288"/>
                  </a:lnTo>
                  <a:lnTo>
                    <a:pt x="37500" y="729676"/>
                  </a:lnTo>
                  <a:lnTo>
                    <a:pt x="38507" y="731330"/>
                  </a:lnTo>
                  <a:lnTo>
                    <a:pt x="39947" y="736593"/>
                  </a:lnTo>
                  <a:lnTo>
                    <a:pt x="40166" y="735243"/>
                  </a:lnTo>
                  <a:lnTo>
                    <a:pt x="39584" y="729878"/>
                  </a:lnTo>
                  <a:lnTo>
                    <a:pt x="39105" y="723207"/>
                  </a:lnTo>
                  <a:lnTo>
                    <a:pt x="37586" y="724084"/>
                  </a:lnTo>
                  <a:lnTo>
                    <a:pt x="36195" y="723613"/>
                  </a:lnTo>
                  <a:lnTo>
                    <a:pt x="35670" y="722577"/>
                  </a:lnTo>
                  <a:lnTo>
                    <a:pt x="35148" y="721077"/>
                  </a:lnTo>
                  <a:lnTo>
                    <a:pt x="35638" y="719245"/>
                  </a:lnTo>
                  <a:lnTo>
                    <a:pt x="36127" y="717880"/>
                  </a:lnTo>
                  <a:lnTo>
                    <a:pt x="37149" y="716163"/>
                  </a:lnTo>
                  <a:lnTo>
                    <a:pt x="39268" y="715560"/>
                  </a:lnTo>
                  <a:lnTo>
                    <a:pt x="40799" y="713404"/>
                  </a:lnTo>
                  <a:lnTo>
                    <a:pt x="41312" y="708969"/>
                  </a:lnTo>
                  <a:lnTo>
                    <a:pt x="40810" y="709407"/>
                  </a:lnTo>
                  <a:lnTo>
                    <a:pt x="39978" y="713309"/>
                  </a:lnTo>
                  <a:lnTo>
                    <a:pt x="38581" y="714630"/>
                  </a:lnTo>
                  <a:lnTo>
                    <a:pt x="37869" y="714437"/>
                  </a:lnTo>
                  <a:lnTo>
                    <a:pt x="37028" y="713707"/>
                  </a:lnTo>
                  <a:lnTo>
                    <a:pt x="35379" y="710308"/>
                  </a:lnTo>
                  <a:lnTo>
                    <a:pt x="34466" y="709517"/>
                  </a:lnTo>
                  <a:lnTo>
                    <a:pt x="33579" y="709433"/>
                  </a:lnTo>
                  <a:lnTo>
                    <a:pt x="32821" y="710293"/>
                  </a:lnTo>
                  <a:lnTo>
                    <a:pt x="30882" y="716284"/>
                  </a:lnTo>
                  <a:lnTo>
                    <a:pt x="30057" y="717297"/>
                  </a:lnTo>
                  <a:lnTo>
                    <a:pt x="26651" y="717776"/>
                  </a:lnTo>
                  <a:lnTo>
                    <a:pt x="25399" y="717083"/>
                  </a:lnTo>
                  <a:lnTo>
                    <a:pt x="24044" y="716163"/>
                  </a:lnTo>
                  <a:lnTo>
                    <a:pt x="24206" y="714685"/>
                  </a:lnTo>
                  <a:lnTo>
                    <a:pt x="24618" y="713113"/>
                  </a:lnTo>
                  <a:lnTo>
                    <a:pt x="25386" y="712305"/>
                  </a:lnTo>
                  <a:lnTo>
                    <a:pt x="25400" y="711401"/>
                  </a:lnTo>
                  <a:lnTo>
                    <a:pt x="24343" y="711173"/>
                  </a:lnTo>
                  <a:lnTo>
                    <a:pt x="23123" y="709514"/>
                  </a:lnTo>
                  <a:lnTo>
                    <a:pt x="22583" y="707413"/>
                  </a:lnTo>
                  <a:lnTo>
                    <a:pt x="22326" y="703659"/>
                  </a:lnTo>
                  <a:lnTo>
                    <a:pt x="21233" y="697718"/>
                  </a:lnTo>
                  <a:lnTo>
                    <a:pt x="21017" y="693464"/>
                  </a:lnTo>
                  <a:lnTo>
                    <a:pt x="21788" y="690428"/>
                  </a:lnTo>
                  <a:lnTo>
                    <a:pt x="23449" y="678517"/>
                  </a:lnTo>
                  <a:lnTo>
                    <a:pt x="23955" y="672445"/>
                  </a:lnTo>
                  <a:lnTo>
                    <a:pt x="24845" y="667107"/>
                  </a:lnTo>
                  <a:lnTo>
                    <a:pt x="24826" y="663586"/>
                  </a:lnTo>
                  <a:lnTo>
                    <a:pt x="27127" y="660369"/>
                  </a:lnTo>
                  <a:lnTo>
                    <a:pt x="28002" y="658444"/>
                  </a:lnTo>
                  <a:lnTo>
                    <a:pt x="29958" y="647605"/>
                  </a:lnTo>
                  <a:lnTo>
                    <a:pt x="30244" y="641756"/>
                  </a:lnTo>
                  <a:lnTo>
                    <a:pt x="27145" y="624015"/>
                  </a:lnTo>
                  <a:lnTo>
                    <a:pt x="26664" y="620628"/>
                  </a:lnTo>
                  <a:lnTo>
                    <a:pt x="26513" y="616415"/>
                  </a:lnTo>
                  <a:lnTo>
                    <a:pt x="27253" y="609420"/>
                  </a:lnTo>
                  <a:lnTo>
                    <a:pt x="27339" y="606768"/>
                  </a:lnTo>
                  <a:lnTo>
                    <a:pt x="26706" y="602933"/>
                  </a:lnTo>
                  <a:lnTo>
                    <a:pt x="24938" y="596668"/>
                  </a:lnTo>
                  <a:lnTo>
                    <a:pt x="24904" y="593474"/>
                  </a:lnTo>
                  <a:lnTo>
                    <a:pt x="25650" y="590184"/>
                  </a:lnTo>
                  <a:lnTo>
                    <a:pt x="24931" y="586104"/>
                  </a:lnTo>
                  <a:lnTo>
                    <a:pt x="25282" y="583576"/>
                  </a:lnTo>
                  <a:lnTo>
                    <a:pt x="25671" y="581596"/>
                  </a:lnTo>
                  <a:lnTo>
                    <a:pt x="28439" y="582655"/>
                  </a:lnTo>
                  <a:lnTo>
                    <a:pt x="29700" y="582156"/>
                  </a:lnTo>
                  <a:lnTo>
                    <a:pt x="30372" y="580958"/>
                  </a:lnTo>
                  <a:lnTo>
                    <a:pt x="30897" y="577608"/>
                  </a:lnTo>
                  <a:lnTo>
                    <a:pt x="31160" y="572368"/>
                  </a:lnTo>
                  <a:lnTo>
                    <a:pt x="31324" y="570114"/>
                  </a:lnTo>
                  <a:lnTo>
                    <a:pt x="31565" y="566819"/>
                  </a:lnTo>
                  <a:lnTo>
                    <a:pt x="32923" y="565491"/>
                  </a:lnTo>
                  <a:lnTo>
                    <a:pt x="33396" y="562369"/>
                  </a:lnTo>
                  <a:lnTo>
                    <a:pt x="34533" y="558015"/>
                  </a:lnTo>
                  <a:lnTo>
                    <a:pt x="35704" y="545843"/>
                  </a:lnTo>
                  <a:lnTo>
                    <a:pt x="36862" y="542842"/>
                  </a:lnTo>
                  <a:lnTo>
                    <a:pt x="38033" y="539376"/>
                  </a:lnTo>
                  <a:lnTo>
                    <a:pt x="37587" y="534237"/>
                  </a:lnTo>
                  <a:lnTo>
                    <a:pt x="38341" y="531862"/>
                  </a:lnTo>
                  <a:lnTo>
                    <a:pt x="39034" y="530136"/>
                  </a:lnTo>
                  <a:lnTo>
                    <a:pt x="39646" y="527000"/>
                  </a:lnTo>
                  <a:lnTo>
                    <a:pt x="40478" y="524033"/>
                  </a:lnTo>
                  <a:lnTo>
                    <a:pt x="42464" y="519771"/>
                  </a:lnTo>
                  <a:lnTo>
                    <a:pt x="42968" y="514571"/>
                  </a:lnTo>
                  <a:lnTo>
                    <a:pt x="44509" y="505577"/>
                  </a:lnTo>
                  <a:lnTo>
                    <a:pt x="44816" y="499805"/>
                  </a:lnTo>
                  <a:lnTo>
                    <a:pt x="45294" y="495904"/>
                  </a:lnTo>
                  <a:lnTo>
                    <a:pt x="45156" y="492265"/>
                  </a:lnTo>
                  <a:lnTo>
                    <a:pt x="46082" y="487842"/>
                  </a:lnTo>
                  <a:lnTo>
                    <a:pt x="46971" y="484116"/>
                  </a:lnTo>
                  <a:lnTo>
                    <a:pt x="47251" y="482047"/>
                  </a:lnTo>
                  <a:lnTo>
                    <a:pt x="49282" y="477116"/>
                  </a:lnTo>
                  <a:lnTo>
                    <a:pt x="49624" y="473174"/>
                  </a:lnTo>
                  <a:lnTo>
                    <a:pt x="48902" y="470507"/>
                  </a:lnTo>
                  <a:lnTo>
                    <a:pt x="48889" y="466372"/>
                  </a:lnTo>
                  <a:lnTo>
                    <a:pt x="48324" y="460641"/>
                  </a:lnTo>
                  <a:lnTo>
                    <a:pt x="49633" y="458497"/>
                  </a:lnTo>
                  <a:lnTo>
                    <a:pt x="50163" y="456930"/>
                  </a:lnTo>
                  <a:lnTo>
                    <a:pt x="51867" y="447771"/>
                  </a:lnTo>
                  <a:lnTo>
                    <a:pt x="51755" y="444176"/>
                  </a:lnTo>
                  <a:lnTo>
                    <a:pt x="52244" y="439712"/>
                  </a:lnTo>
                  <a:lnTo>
                    <a:pt x="51126" y="434425"/>
                  </a:lnTo>
                  <a:lnTo>
                    <a:pt x="50969" y="422545"/>
                  </a:lnTo>
                  <a:lnTo>
                    <a:pt x="50343" y="413400"/>
                  </a:lnTo>
                  <a:lnTo>
                    <a:pt x="49311" y="403742"/>
                  </a:lnTo>
                  <a:lnTo>
                    <a:pt x="49409" y="398337"/>
                  </a:lnTo>
                  <a:lnTo>
                    <a:pt x="48778" y="391620"/>
                  </a:lnTo>
                  <a:lnTo>
                    <a:pt x="48738" y="387741"/>
                  </a:lnTo>
                  <a:lnTo>
                    <a:pt x="49219" y="378946"/>
                  </a:lnTo>
                  <a:lnTo>
                    <a:pt x="52499" y="373408"/>
                  </a:lnTo>
                  <a:lnTo>
                    <a:pt x="53137" y="367210"/>
                  </a:lnTo>
                  <a:lnTo>
                    <a:pt x="53530" y="358833"/>
                  </a:lnTo>
                  <a:lnTo>
                    <a:pt x="53397" y="352730"/>
                  </a:lnTo>
                  <a:lnTo>
                    <a:pt x="53073" y="349988"/>
                  </a:lnTo>
                  <a:lnTo>
                    <a:pt x="51457" y="345492"/>
                  </a:lnTo>
                  <a:lnTo>
                    <a:pt x="51050" y="337462"/>
                  </a:lnTo>
                  <a:lnTo>
                    <a:pt x="51363" y="335358"/>
                  </a:lnTo>
                  <a:lnTo>
                    <a:pt x="52697" y="333096"/>
                  </a:lnTo>
                  <a:lnTo>
                    <a:pt x="53640" y="329956"/>
                  </a:lnTo>
                  <a:lnTo>
                    <a:pt x="54126" y="325082"/>
                  </a:lnTo>
                  <a:lnTo>
                    <a:pt x="55106" y="321250"/>
                  </a:lnTo>
                  <a:lnTo>
                    <a:pt x="55495" y="311979"/>
                  </a:lnTo>
                  <a:lnTo>
                    <a:pt x="56324" y="304603"/>
                  </a:lnTo>
                  <a:lnTo>
                    <a:pt x="56737" y="302029"/>
                  </a:lnTo>
                  <a:lnTo>
                    <a:pt x="58039" y="298794"/>
                  </a:lnTo>
                  <a:lnTo>
                    <a:pt x="58283" y="297931"/>
                  </a:lnTo>
                  <a:lnTo>
                    <a:pt x="58484" y="295464"/>
                  </a:lnTo>
                  <a:lnTo>
                    <a:pt x="58423" y="289635"/>
                  </a:lnTo>
                  <a:lnTo>
                    <a:pt x="58622" y="286077"/>
                  </a:lnTo>
                  <a:lnTo>
                    <a:pt x="59660" y="279076"/>
                  </a:lnTo>
                  <a:lnTo>
                    <a:pt x="59780" y="275836"/>
                  </a:lnTo>
                  <a:lnTo>
                    <a:pt x="60932" y="268627"/>
                  </a:lnTo>
                  <a:lnTo>
                    <a:pt x="61193" y="263451"/>
                  </a:lnTo>
                  <a:lnTo>
                    <a:pt x="61685" y="260721"/>
                  </a:lnTo>
                  <a:lnTo>
                    <a:pt x="61494" y="257648"/>
                  </a:lnTo>
                  <a:lnTo>
                    <a:pt x="61821" y="250771"/>
                  </a:lnTo>
                  <a:lnTo>
                    <a:pt x="61039" y="246884"/>
                  </a:lnTo>
                  <a:lnTo>
                    <a:pt x="60867" y="244610"/>
                  </a:lnTo>
                  <a:lnTo>
                    <a:pt x="61851" y="237561"/>
                  </a:lnTo>
                  <a:lnTo>
                    <a:pt x="62520" y="235844"/>
                  </a:lnTo>
                  <a:lnTo>
                    <a:pt x="63600" y="232563"/>
                  </a:lnTo>
                  <a:lnTo>
                    <a:pt x="64054" y="228880"/>
                  </a:lnTo>
                  <a:lnTo>
                    <a:pt x="64138" y="226540"/>
                  </a:lnTo>
                  <a:lnTo>
                    <a:pt x="62757" y="214894"/>
                  </a:lnTo>
                  <a:lnTo>
                    <a:pt x="62569" y="210929"/>
                  </a:lnTo>
                  <a:lnTo>
                    <a:pt x="62906" y="201689"/>
                  </a:lnTo>
                  <a:lnTo>
                    <a:pt x="63381" y="195721"/>
                  </a:lnTo>
                  <a:lnTo>
                    <a:pt x="63227" y="190960"/>
                  </a:lnTo>
                  <a:lnTo>
                    <a:pt x="63381" y="188513"/>
                  </a:lnTo>
                  <a:lnTo>
                    <a:pt x="63621" y="185440"/>
                  </a:lnTo>
                  <a:lnTo>
                    <a:pt x="64569" y="181712"/>
                  </a:lnTo>
                  <a:lnTo>
                    <a:pt x="64784" y="179063"/>
                  </a:lnTo>
                  <a:lnTo>
                    <a:pt x="64451" y="177957"/>
                  </a:lnTo>
                  <a:lnTo>
                    <a:pt x="63326" y="176607"/>
                  </a:lnTo>
                  <a:lnTo>
                    <a:pt x="62398" y="173225"/>
                  </a:lnTo>
                  <a:lnTo>
                    <a:pt x="62334" y="169889"/>
                  </a:lnTo>
                  <a:lnTo>
                    <a:pt x="62633" y="167462"/>
                  </a:lnTo>
                  <a:lnTo>
                    <a:pt x="62702" y="164026"/>
                  </a:lnTo>
                  <a:lnTo>
                    <a:pt x="64085" y="163350"/>
                  </a:lnTo>
                  <a:lnTo>
                    <a:pt x="64823" y="161443"/>
                  </a:lnTo>
                  <a:lnTo>
                    <a:pt x="65523" y="157868"/>
                  </a:lnTo>
                  <a:lnTo>
                    <a:pt x="66403" y="149222"/>
                  </a:lnTo>
                  <a:lnTo>
                    <a:pt x="66780" y="138499"/>
                  </a:lnTo>
                  <a:lnTo>
                    <a:pt x="67305" y="132041"/>
                  </a:lnTo>
                  <a:lnTo>
                    <a:pt x="67675" y="128849"/>
                  </a:lnTo>
                  <a:lnTo>
                    <a:pt x="67986" y="122178"/>
                  </a:lnTo>
                  <a:lnTo>
                    <a:pt x="68498" y="117812"/>
                  </a:lnTo>
                  <a:lnTo>
                    <a:pt x="68590" y="113786"/>
                  </a:lnTo>
                  <a:lnTo>
                    <a:pt x="68488" y="110725"/>
                  </a:lnTo>
                  <a:lnTo>
                    <a:pt x="67164" y="95128"/>
                  </a:lnTo>
                  <a:lnTo>
                    <a:pt x="67205" y="89397"/>
                  </a:lnTo>
                  <a:lnTo>
                    <a:pt x="67768" y="80483"/>
                  </a:lnTo>
                  <a:lnTo>
                    <a:pt x="67760" y="67933"/>
                  </a:lnTo>
                  <a:lnTo>
                    <a:pt x="67647" y="65002"/>
                  </a:lnTo>
                  <a:lnTo>
                    <a:pt x="67148" y="62257"/>
                  </a:lnTo>
                  <a:lnTo>
                    <a:pt x="67001" y="58532"/>
                  </a:lnTo>
                  <a:lnTo>
                    <a:pt x="66204" y="52051"/>
                  </a:lnTo>
                  <a:lnTo>
                    <a:pt x="65484" y="39048"/>
                  </a:lnTo>
                  <a:lnTo>
                    <a:pt x="65470" y="32183"/>
                  </a:lnTo>
                  <a:lnTo>
                    <a:pt x="65158" y="26357"/>
                  </a:lnTo>
                  <a:lnTo>
                    <a:pt x="64468" y="24807"/>
                  </a:lnTo>
                  <a:lnTo>
                    <a:pt x="64965" y="24452"/>
                  </a:lnTo>
                  <a:lnTo>
                    <a:pt x="66125" y="24210"/>
                  </a:lnTo>
                  <a:lnTo>
                    <a:pt x="67326" y="24204"/>
                  </a:lnTo>
                  <a:lnTo>
                    <a:pt x="68845" y="22972"/>
                  </a:lnTo>
                  <a:lnTo>
                    <a:pt x="70463" y="20684"/>
                  </a:lnTo>
                  <a:lnTo>
                    <a:pt x="71519" y="17357"/>
                  </a:lnTo>
                  <a:lnTo>
                    <a:pt x="71971" y="14307"/>
                  </a:lnTo>
                  <a:lnTo>
                    <a:pt x="71973" y="11640"/>
                  </a:lnTo>
                  <a:lnTo>
                    <a:pt x="71497" y="8247"/>
                  </a:lnTo>
                  <a:lnTo>
                    <a:pt x="71368" y="5843"/>
                  </a:lnTo>
                  <a:lnTo>
                    <a:pt x="71928" y="4694"/>
                  </a:lnTo>
                  <a:lnTo>
                    <a:pt x="73407" y="4247"/>
                  </a:lnTo>
                  <a:lnTo>
                    <a:pt x="74606" y="1985"/>
                  </a:lnTo>
                  <a:lnTo>
                    <a:pt x="75526" y="0"/>
                  </a:lnTo>
                  <a:lnTo>
                    <a:pt x="75720" y="3353"/>
                  </a:lnTo>
                  <a:lnTo>
                    <a:pt x="77389" y="7848"/>
                  </a:lnTo>
                  <a:lnTo>
                    <a:pt x="77933" y="12916"/>
                  </a:lnTo>
                  <a:lnTo>
                    <a:pt x="78312" y="13556"/>
                  </a:lnTo>
                  <a:lnTo>
                    <a:pt x="80608" y="16087"/>
                  </a:lnTo>
                  <a:lnTo>
                    <a:pt x="80651" y="16684"/>
                  </a:lnTo>
                  <a:lnTo>
                    <a:pt x="80314" y="17631"/>
                  </a:lnTo>
                  <a:lnTo>
                    <a:pt x="79980" y="18851"/>
                  </a:lnTo>
                  <a:lnTo>
                    <a:pt x="80212" y="20577"/>
                  </a:lnTo>
                  <a:lnTo>
                    <a:pt x="80628" y="22940"/>
                  </a:lnTo>
                  <a:lnTo>
                    <a:pt x="80766" y="25133"/>
                  </a:lnTo>
                  <a:lnTo>
                    <a:pt x="81019" y="27390"/>
                  </a:lnTo>
                  <a:lnTo>
                    <a:pt x="81272" y="30850"/>
                  </a:lnTo>
                  <a:lnTo>
                    <a:pt x="81426" y="33987"/>
                  </a:lnTo>
                  <a:lnTo>
                    <a:pt x="82010" y="38618"/>
                  </a:lnTo>
                  <a:lnTo>
                    <a:pt x="82129" y="41475"/>
                  </a:lnTo>
                  <a:lnTo>
                    <a:pt x="82139" y="43198"/>
                  </a:lnTo>
                  <a:lnTo>
                    <a:pt x="82593" y="44889"/>
                  </a:lnTo>
                  <a:lnTo>
                    <a:pt x="83484" y="46903"/>
                  </a:lnTo>
                  <a:lnTo>
                    <a:pt x="84689" y="48937"/>
                  </a:lnTo>
                  <a:lnTo>
                    <a:pt x="85644" y="51306"/>
                  </a:lnTo>
                  <a:lnTo>
                    <a:pt x="86377" y="52911"/>
                  </a:lnTo>
                  <a:lnTo>
                    <a:pt x="87263" y="54224"/>
                  </a:lnTo>
                  <a:lnTo>
                    <a:pt x="87944" y="55430"/>
                  </a:lnTo>
                  <a:lnTo>
                    <a:pt x="88210" y="56258"/>
                  </a:lnTo>
                  <a:lnTo>
                    <a:pt x="88298" y="56933"/>
                  </a:lnTo>
                  <a:lnTo>
                    <a:pt x="88005" y="57571"/>
                  </a:lnTo>
                  <a:lnTo>
                    <a:pt x="86929" y="60696"/>
                  </a:lnTo>
                  <a:lnTo>
                    <a:pt x="85430" y="65452"/>
                  </a:lnTo>
                  <a:lnTo>
                    <a:pt x="85455" y="66032"/>
                  </a:lnTo>
                  <a:lnTo>
                    <a:pt x="86892" y="69454"/>
                  </a:lnTo>
                  <a:lnTo>
                    <a:pt x="87123" y="70808"/>
                  </a:lnTo>
                  <a:lnTo>
                    <a:pt x="87107" y="72721"/>
                  </a:lnTo>
                  <a:lnTo>
                    <a:pt x="86625" y="75021"/>
                  </a:lnTo>
                  <a:lnTo>
                    <a:pt x="85074" y="75751"/>
                  </a:lnTo>
                  <a:lnTo>
                    <a:pt x="84729" y="76377"/>
                  </a:lnTo>
                  <a:lnTo>
                    <a:pt x="84686" y="77107"/>
                  </a:lnTo>
                  <a:lnTo>
                    <a:pt x="85043" y="78079"/>
                  </a:lnTo>
                  <a:lnTo>
                    <a:pt x="84987" y="80347"/>
                  </a:lnTo>
                  <a:lnTo>
                    <a:pt x="85548" y="82855"/>
                  </a:lnTo>
                  <a:lnTo>
                    <a:pt x="85259" y="83709"/>
                  </a:lnTo>
                  <a:lnTo>
                    <a:pt x="84687" y="84864"/>
                  </a:lnTo>
                  <a:lnTo>
                    <a:pt x="84671" y="85992"/>
                  </a:lnTo>
                  <a:lnTo>
                    <a:pt x="84858" y="87244"/>
                  </a:lnTo>
                  <a:lnTo>
                    <a:pt x="85460" y="88260"/>
                  </a:lnTo>
                  <a:lnTo>
                    <a:pt x="87848" y="91778"/>
                  </a:lnTo>
                  <a:lnTo>
                    <a:pt x="88037" y="92262"/>
                  </a:lnTo>
                  <a:lnTo>
                    <a:pt x="88000" y="92626"/>
                  </a:lnTo>
                  <a:lnTo>
                    <a:pt x="87076" y="94972"/>
                  </a:lnTo>
                  <a:lnTo>
                    <a:pt x="86980" y="96421"/>
                  </a:lnTo>
                  <a:lnTo>
                    <a:pt x="87006" y="98804"/>
                  </a:lnTo>
                  <a:lnTo>
                    <a:pt x="87136" y="100345"/>
                  </a:lnTo>
                  <a:lnTo>
                    <a:pt x="87434" y="100986"/>
                  </a:lnTo>
                  <a:lnTo>
                    <a:pt x="88632" y="101713"/>
                  </a:lnTo>
                  <a:lnTo>
                    <a:pt x="90115" y="107074"/>
                  </a:lnTo>
                  <a:lnTo>
                    <a:pt x="91539" y="112116"/>
                  </a:lnTo>
                  <a:lnTo>
                    <a:pt x="91520" y="116458"/>
                  </a:lnTo>
                  <a:lnTo>
                    <a:pt x="91668" y="121520"/>
                  </a:lnTo>
                  <a:lnTo>
                    <a:pt x="92573" y="125493"/>
                  </a:lnTo>
                  <a:lnTo>
                    <a:pt x="92699" y="128673"/>
                  </a:lnTo>
                  <a:lnTo>
                    <a:pt x="93004" y="132283"/>
                  </a:lnTo>
                  <a:lnTo>
                    <a:pt x="94081" y="134479"/>
                  </a:lnTo>
                  <a:lnTo>
                    <a:pt x="94502" y="138819"/>
                  </a:lnTo>
                  <a:lnTo>
                    <a:pt x="94611" y="141131"/>
                  </a:lnTo>
                  <a:lnTo>
                    <a:pt x="94545" y="142651"/>
                  </a:lnTo>
                  <a:lnTo>
                    <a:pt x="95381" y="147370"/>
                  </a:lnTo>
                  <a:lnTo>
                    <a:pt x="95479" y="151424"/>
                  </a:lnTo>
                  <a:lnTo>
                    <a:pt x="95281" y="154338"/>
                  </a:lnTo>
                  <a:lnTo>
                    <a:pt x="95291" y="155963"/>
                  </a:lnTo>
                  <a:lnTo>
                    <a:pt x="95409" y="157109"/>
                  </a:lnTo>
                  <a:lnTo>
                    <a:pt x="96127" y="158136"/>
                  </a:lnTo>
                  <a:lnTo>
                    <a:pt x="96445" y="158779"/>
                  </a:lnTo>
                  <a:lnTo>
                    <a:pt x="97507" y="159065"/>
                  </a:lnTo>
                  <a:lnTo>
                    <a:pt x="99059" y="159140"/>
                  </a:lnTo>
                  <a:lnTo>
                    <a:pt x="101712" y="158061"/>
                  </a:lnTo>
                  <a:close/>
                </a:path>
              </a:pathLst>
            </a:custGeom>
            <a:solidFill>
              <a:srgbClr val="94C28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g421"/>
            <p:cNvSpPr/>
            <p:nvPr/>
          </p:nvSpPr>
          <p:spPr>
            <a:xfrm>
              <a:off x="4657692" y="3039019"/>
              <a:ext cx="28981" cy="56718"/>
            </a:xfrm>
            <a:custGeom>
              <a:avLst/>
              <a:pathLst>
                <a:path w="28981" h="56718">
                  <a:moveTo>
                    <a:pt x="27459" y="4308"/>
                  </a:moveTo>
                  <a:lnTo>
                    <a:pt x="28062" y="5619"/>
                  </a:lnTo>
                  <a:lnTo>
                    <a:pt x="28457" y="7518"/>
                  </a:lnTo>
                  <a:lnTo>
                    <a:pt x="28786" y="11023"/>
                  </a:lnTo>
                  <a:lnTo>
                    <a:pt x="28981" y="14250"/>
                  </a:lnTo>
                  <a:lnTo>
                    <a:pt x="27750" y="16301"/>
                  </a:lnTo>
                  <a:lnTo>
                    <a:pt x="26648" y="17133"/>
                  </a:lnTo>
                  <a:lnTo>
                    <a:pt x="24438" y="25014"/>
                  </a:lnTo>
                  <a:lnTo>
                    <a:pt x="23978" y="27501"/>
                  </a:lnTo>
                  <a:lnTo>
                    <a:pt x="23600" y="28540"/>
                  </a:lnTo>
                  <a:lnTo>
                    <a:pt x="23482" y="29625"/>
                  </a:lnTo>
                  <a:lnTo>
                    <a:pt x="23525" y="30707"/>
                  </a:lnTo>
                  <a:lnTo>
                    <a:pt x="22956" y="34499"/>
                  </a:lnTo>
                  <a:lnTo>
                    <a:pt x="22448" y="39156"/>
                  </a:lnTo>
                  <a:lnTo>
                    <a:pt x="22127" y="41067"/>
                  </a:lnTo>
                  <a:lnTo>
                    <a:pt x="21496" y="42533"/>
                  </a:lnTo>
                  <a:lnTo>
                    <a:pt x="20694" y="43273"/>
                  </a:lnTo>
                  <a:lnTo>
                    <a:pt x="20171" y="43384"/>
                  </a:lnTo>
                  <a:lnTo>
                    <a:pt x="19695" y="43791"/>
                  </a:lnTo>
                  <a:lnTo>
                    <a:pt x="18531" y="46330"/>
                  </a:lnTo>
                  <a:lnTo>
                    <a:pt x="17219" y="48239"/>
                  </a:lnTo>
                  <a:lnTo>
                    <a:pt x="17436" y="49113"/>
                  </a:lnTo>
                  <a:lnTo>
                    <a:pt x="17448" y="49943"/>
                  </a:lnTo>
                  <a:lnTo>
                    <a:pt x="16874" y="50868"/>
                  </a:lnTo>
                  <a:lnTo>
                    <a:pt x="16233" y="50696"/>
                  </a:lnTo>
                  <a:lnTo>
                    <a:pt x="14380" y="51446"/>
                  </a:lnTo>
                  <a:lnTo>
                    <a:pt x="13699" y="52876"/>
                  </a:lnTo>
                  <a:lnTo>
                    <a:pt x="13004" y="55511"/>
                  </a:lnTo>
                  <a:lnTo>
                    <a:pt x="12740" y="55866"/>
                  </a:lnTo>
                  <a:lnTo>
                    <a:pt x="11625" y="56480"/>
                  </a:lnTo>
                  <a:lnTo>
                    <a:pt x="10769" y="56718"/>
                  </a:lnTo>
                  <a:lnTo>
                    <a:pt x="9316" y="54861"/>
                  </a:lnTo>
                  <a:lnTo>
                    <a:pt x="8595" y="54315"/>
                  </a:lnTo>
                  <a:lnTo>
                    <a:pt x="6673" y="53560"/>
                  </a:lnTo>
                  <a:lnTo>
                    <a:pt x="4804" y="52300"/>
                  </a:lnTo>
                  <a:lnTo>
                    <a:pt x="3493" y="50872"/>
                  </a:lnTo>
                  <a:lnTo>
                    <a:pt x="803" y="47352"/>
                  </a:lnTo>
                  <a:lnTo>
                    <a:pt x="492" y="40999"/>
                  </a:lnTo>
                  <a:lnTo>
                    <a:pt x="29" y="37569"/>
                  </a:lnTo>
                  <a:lnTo>
                    <a:pt x="0" y="36346"/>
                  </a:lnTo>
                  <a:lnTo>
                    <a:pt x="174" y="25787"/>
                  </a:lnTo>
                  <a:lnTo>
                    <a:pt x="364" y="24633"/>
                  </a:lnTo>
                  <a:lnTo>
                    <a:pt x="705" y="23623"/>
                  </a:lnTo>
                  <a:lnTo>
                    <a:pt x="1893" y="21262"/>
                  </a:lnTo>
                  <a:lnTo>
                    <a:pt x="3256" y="19395"/>
                  </a:lnTo>
                  <a:lnTo>
                    <a:pt x="5206" y="15488"/>
                  </a:lnTo>
                  <a:lnTo>
                    <a:pt x="6623" y="13699"/>
                  </a:lnTo>
                  <a:lnTo>
                    <a:pt x="7812" y="11128"/>
                  </a:lnTo>
                  <a:lnTo>
                    <a:pt x="7115" y="11236"/>
                  </a:lnTo>
                  <a:lnTo>
                    <a:pt x="6602" y="10912"/>
                  </a:lnTo>
                  <a:lnTo>
                    <a:pt x="7108" y="8714"/>
                  </a:lnTo>
                  <a:lnTo>
                    <a:pt x="7651" y="7537"/>
                  </a:lnTo>
                  <a:lnTo>
                    <a:pt x="8277" y="6895"/>
                  </a:lnTo>
                  <a:lnTo>
                    <a:pt x="9536" y="7355"/>
                  </a:lnTo>
                  <a:lnTo>
                    <a:pt x="10700" y="6899"/>
                  </a:lnTo>
                  <a:lnTo>
                    <a:pt x="11561" y="4947"/>
                  </a:lnTo>
                  <a:lnTo>
                    <a:pt x="12378" y="4531"/>
                  </a:lnTo>
                  <a:lnTo>
                    <a:pt x="15485" y="5171"/>
                  </a:lnTo>
                  <a:lnTo>
                    <a:pt x="17639" y="4279"/>
                  </a:lnTo>
                  <a:lnTo>
                    <a:pt x="18718" y="2483"/>
                  </a:lnTo>
                  <a:lnTo>
                    <a:pt x="19228" y="2413"/>
                  </a:lnTo>
                  <a:lnTo>
                    <a:pt x="20819" y="2923"/>
                  </a:lnTo>
                  <a:lnTo>
                    <a:pt x="21408" y="4791"/>
                  </a:lnTo>
                  <a:lnTo>
                    <a:pt x="21356" y="3537"/>
                  </a:lnTo>
                  <a:lnTo>
                    <a:pt x="21423" y="2320"/>
                  </a:lnTo>
                  <a:lnTo>
                    <a:pt x="21716" y="2452"/>
                  </a:lnTo>
                  <a:lnTo>
                    <a:pt x="23795" y="4768"/>
                  </a:lnTo>
                  <a:lnTo>
                    <a:pt x="23803" y="1929"/>
                  </a:lnTo>
                  <a:lnTo>
                    <a:pt x="23919" y="1185"/>
                  </a:lnTo>
                  <a:lnTo>
                    <a:pt x="24570" y="0"/>
                  </a:lnTo>
                  <a:lnTo>
                    <a:pt x="24896" y="20"/>
                  </a:lnTo>
                  <a:lnTo>
                    <a:pt x="25701" y="2312"/>
                  </a:lnTo>
                  <a:lnTo>
                    <a:pt x="26488" y="3644"/>
                  </a:lnTo>
                  <a:close/>
                </a:path>
              </a:pathLst>
            </a:custGeom>
            <a:solidFill>
              <a:srgbClr val="D8E9D3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g422"/>
            <p:cNvSpPr/>
            <p:nvPr/>
          </p:nvSpPr>
          <p:spPr>
            <a:xfrm>
              <a:off x="4677545" y="3010787"/>
              <a:ext cx="3350" cy="3706"/>
            </a:xfrm>
            <a:custGeom>
              <a:avLst/>
              <a:pathLst>
                <a:path w="3350" h="3706">
                  <a:moveTo>
                    <a:pt x="1468" y="0"/>
                  </a:moveTo>
                  <a:lnTo>
                    <a:pt x="1922" y="1021"/>
                  </a:lnTo>
                  <a:lnTo>
                    <a:pt x="3131" y="297"/>
                  </a:lnTo>
                  <a:lnTo>
                    <a:pt x="3350" y="1600"/>
                  </a:lnTo>
                  <a:lnTo>
                    <a:pt x="3341" y="2207"/>
                  </a:lnTo>
                  <a:lnTo>
                    <a:pt x="2915" y="3706"/>
                  </a:lnTo>
                  <a:lnTo>
                    <a:pt x="1916" y="2549"/>
                  </a:lnTo>
                  <a:lnTo>
                    <a:pt x="917" y="2819"/>
                  </a:lnTo>
                  <a:lnTo>
                    <a:pt x="198" y="2718"/>
                  </a:lnTo>
                  <a:lnTo>
                    <a:pt x="0" y="2008"/>
                  </a:lnTo>
                  <a:lnTo>
                    <a:pt x="551" y="543"/>
                  </a:lnTo>
                  <a:close/>
                </a:path>
              </a:pathLst>
            </a:custGeom>
            <a:solidFill>
              <a:srgbClr val="D8E9D3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g423"/>
            <p:cNvSpPr/>
            <p:nvPr/>
          </p:nvSpPr>
          <p:spPr>
            <a:xfrm>
              <a:off x="4705093" y="2992553"/>
              <a:ext cx="1494" cy="2710"/>
            </a:xfrm>
            <a:custGeom>
              <a:avLst/>
              <a:pathLst>
                <a:path w="1494" h="2710">
                  <a:moveTo>
                    <a:pt x="1447" y="2086"/>
                  </a:moveTo>
                  <a:lnTo>
                    <a:pt x="251" y="2710"/>
                  </a:lnTo>
                  <a:lnTo>
                    <a:pt x="0" y="2576"/>
                  </a:lnTo>
                  <a:lnTo>
                    <a:pt x="414" y="1048"/>
                  </a:lnTo>
                  <a:lnTo>
                    <a:pt x="1494" y="0"/>
                  </a:lnTo>
                  <a:close/>
                </a:path>
              </a:pathLst>
            </a:custGeom>
            <a:solidFill>
              <a:srgbClr val="D8E9D3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g424"/>
            <p:cNvSpPr/>
            <p:nvPr/>
          </p:nvSpPr>
          <p:spPr>
            <a:xfrm>
              <a:off x="4707380" y="2990720"/>
              <a:ext cx="1826" cy="5627"/>
            </a:xfrm>
            <a:custGeom>
              <a:avLst/>
              <a:pathLst>
                <a:path w="1826" h="5627">
                  <a:moveTo>
                    <a:pt x="944" y="5035"/>
                  </a:moveTo>
                  <a:lnTo>
                    <a:pt x="711" y="5627"/>
                  </a:lnTo>
                  <a:lnTo>
                    <a:pt x="356" y="4556"/>
                  </a:lnTo>
                  <a:lnTo>
                    <a:pt x="253" y="3024"/>
                  </a:lnTo>
                  <a:lnTo>
                    <a:pt x="0" y="2196"/>
                  </a:lnTo>
                  <a:lnTo>
                    <a:pt x="583" y="1152"/>
                  </a:lnTo>
                  <a:lnTo>
                    <a:pt x="844" y="0"/>
                  </a:lnTo>
                  <a:lnTo>
                    <a:pt x="1540" y="229"/>
                  </a:lnTo>
                  <a:lnTo>
                    <a:pt x="1826" y="580"/>
                  </a:lnTo>
                  <a:lnTo>
                    <a:pt x="1217" y="1776"/>
                  </a:lnTo>
                  <a:lnTo>
                    <a:pt x="1072" y="2286"/>
                  </a:lnTo>
                  <a:close/>
                </a:path>
              </a:pathLst>
            </a:custGeom>
            <a:solidFill>
              <a:srgbClr val="D8E9D3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g425"/>
            <p:cNvSpPr/>
            <p:nvPr/>
          </p:nvSpPr>
          <p:spPr>
            <a:xfrm>
              <a:off x="4715810" y="2957263"/>
              <a:ext cx="1941" cy="4332"/>
            </a:xfrm>
            <a:custGeom>
              <a:avLst/>
              <a:pathLst>
                <a:path w="1941" h="4332">
                  <a:moveTo>
                    <a:pt x="1838" y="2965"/>
                  </a:moveTo>
                  <a:lnTo>
                    <a:pt x="1941" y="4332"/>
                  </a:lnTo>
                  <a:lnTo>
                    <a:pt x="990" y="2252"/>
                  </a:lnTo>
                  <a:lnTo>
                    <a:pt x="718" y="2132"/>
                  </a:lnTo>
                  <a:lnTo>
                    <a:pt x="264" y="1357"/>
                  </a:lnTo>
                  <a:lnTo>
                    <a:pt x="0" y="50"/>
                  </a:lnTo>
                  <a:lnTo>
                    <a:pt x="737" y="0"/>
                  </a:lnTo>
                  <a:lnTo>
                    <a:pt x="1415" y="1551"/>
                  </a:lnTo>
                  <a:close/>
                </a:path>
              </a:pathLst>
            </a:custGeom>
            <a:solidFill>
              <a:srgbClr val="D8E9D3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g426"/>
            <p:cNvSpPr/>
            <p:nvPr/>
          </p:nvSpPr>
          <p:spPr>
            <a:xfrm>
              <a:off x="4772753" y="2908572"/>
              <a:ext cx="1294" cy="3433"/>
            </a:xfrm>
            <a:custGeom>
              <a:avLst/>
              <a:pathLst>
                <a:path w="1294" h="3433">
                  <a:moveTo>
                    <a:pt x="1294" y="1656"/>
                  </a:moveTo>
                  <a:lnTo>
                    <a:pt x="886" y="3433"/>
                  </a:lnTo>
                  <a:lnTo>
                    <a:pt x="167" y="3138"/>
                  </a:lnTo>
                  <a:lnTo>
                    <a:pt x="146" y="1875"/>
                  </a:lnTo>
                  <a:lnTo>
                    <a:pt x="0" y="1504"/>
                  </a:lnTo>
                  <a:lnTo>
                    <a:pt x="197" y="328"/>
                  </a:lnTo>
                  <a:lnTo>
                    <a:pt x="329" y="0"/>
                  </a:lnTo>
                  <a:lnTo>
                    <a:pt x="1144" y="999"/>
                  </a:lnTo>
                  <a:close/>
                </a:path>
              </a:pathLst>
            </a:custGeom>
            <a:solidFill>
              <a:srgbClr val="D8E9D3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g427"/>
            <p:cNvSpPr/>
            <p:nvPr/>
          </p:nvSpPr>
          <p:spPr>
            <a:xfrm>
              <a:off x="4792487" y="2876043"/>
              <a:ext cx="1738" cy="7165"/>
            </a:xfrm>
            <a:custGeom>
              <a:avLst/>
              <a:pathLst>
                <a:path w="1738" h="7165">
                  <a:moveTo>
                    <a:pt x="1522" y="5797"/>
                  </a:moveTo>
                  <a:lnTo>
                    <a:pt x="617" y="7165"/>
                  </a:lnTo>
                  <a:lnTo>
                    <a:pt x="52" y="6514"/>
                  </a:lnTo>
                  <a:lnTo>
                    <a:pt x="41" y="4682"/>
                  </a:lnTo>
                  <a:lnTo>
                    <a:pt x="329" y="3031"/>
                  </a:lnTo>
                  <a:lnTo>
                    <a:pt x="0" y="1841"/>
                  </a:lnTo>
                  <a:lnTo>
                    <a:pt x="323" y="424"/>
                  </a:lnTo>
                  <a:lnTo>
                    <a:pt x="998" y="0"/>
                  </a:lnTo>
                  <a:lnTo>
                    <a:pt x="1236" y="884"/>
                  </a:lnTo>
                  <a:lnTo>
                    <a:pt x="1617" y="1353"/>
                  </a:lnTo>
                  <a:lnTo>
                    <a:pt x="1735" y="1835"/>
                  </a:lnTo>
                  <a:lnTo>
                    <a:pt x="1738" y="2763"/>
                  </a:lnTo>
                  <a:lnTo>
                    <a:pt x="1378" y="4295"/>
                  </a:lnTo>
                  <a:lnTo>
                    <a:pt x="1662" y="5129"/>
                  </a:lnTo>
                  <a:close/>
                </a:path>
              </a:pathLst>
            </a:custGeom>
            <a:solidFill>
              <a:srgbClr val="D8E9D3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g428"/>
            <p:cNvSpPr/>
            <p:nvPr/>
          </p:nvSpPr>
          <p:spPr>
            <a:xfrm>
              <a:off x="4809982" y="2800657"/>
              <a:ext cx="1460" cy="4192"/>
            </a:xfrm>
            <a:custGeom>
              <a:avLst/>
              <a:pathLst>
                <a:path w="1460" h="4192">
                  <a:moveTo>
                    <a:pt x="1460" y="3485"/>
                  </a:moveTo>
                  <a:lnTo>
                    <a:pt x="398" y="4192"/>
                  </a:lnTo>
                  <a:lnTo>
                    <a:pt x="0" y="4189"/>
                  </a:lnTo>
                  <a:lnTo>
                    <a:pt x="29" y="2043"/>
                  </a:lnTo>
                  <a:lnTo>
                    <a:pt x="900" y="0"/>
                  </a:lnTo>
                  <a:lnTo>
                    <a:pt x="1253" y="682"/>
                  </a:lnTo>
                  <a:lnTo>
                    <a:pt x="1455" y="1748"/>
                  </a:lnTo>
                  <a:close/>
                </a:path>
              </a:pathLst>
            </a:custGeom>
            <a:solidFill>
              <a:srgbClr val="D8E9D3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g429"/>
            <p:cNvSpPr/>
            <p:nvPr/>
          </p:nvSpPr>
          <p:spPr>
            <a:xfrm>
              <a:off x="4821087" y="2754034"/>
              <a:ext cx="1582" cy="3604"/>
            </a:xfrm>
            <a:custGeom>
              <a:avLst/>
              <a:pathLst>
                <a:path w="1582" h="3604">
                  <a:moveTo>
                    <a:pt x="1582" y="3050"/>
                  </a:moveTo>
                  <a:lnTo>
                    <a:pt x="1539" y="3604"/>
                  </a:lnTo>
                  <a:lnTo>
                    <a:pt x="500" y="1680"/>
                  </a:lnTo>
                  <a:lnTo>
                    <a:pt x="0" y="1367"/>
                  </a:lnTo>
                  <a:lnTo>
                    <a:pt x="239" y="279"/>
                  </a:lnTo>
                  <a:lnTo>
                    <a:pt x="937" y="0"/>
                  </a:lnTo>
                  <a:lnTo>
                    <a:pt x="1491" y="2406"/>
                  </a:lnTo>
                  <a:close/>
                </a:path>
              </a:pathLst>
            </a:custGeom>
            <a:solidFill>
              <a:srgbClr val="D8E9D3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g430"/>
            <p:cNvSpPr/>
            <p:nvPr/>
          </p:nvSpPr>
          <p:spPr>
            <a:xfrm>
              <a:off x="4824611" y="2748922"/>
              <a:ext cx="878" cy="3224"/>
            </a:xfrm>
            <a:custGeom>
              <a:avLst/>
              <a:pathLst>
                <a:path w="878" h="3224">
                  <a:moveTo>
                    <a:pt x="878" y="1856"/>
                  </a:moveTo>
                  <a:lnTo>
                    <a:pt x="758" y="3224"/>
                  </a:lnTo>
                  <a:lnTo>
                    <a:pt x="435" y="3029"/>
                  </a:lnTo>
                  <a:lnTo>
                    <a:pt x="0" y="598"/>
                  </a:lnTo>
                  <a:lnTo>
                    <a:pt x="233" y="0"/>
                  </a:lnTo>
                  <a:lnTo>
                    <a:pt x="849" y="147"/>
                  </a:lnTo>
                  <a:close/>
                </a:path>
              </a:pathLst>
            </a:custGeom>
            <a:solidFill>
              <a:srgbClr val="D8E9D3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g431"/>
            <p:cNvSpPr/>
            <p:nvPr/>
          </p:nvSpPr>
          <p:spPr>
            <a:xfrm>
              <a:off x="4820194" y="2743370"/>
              <a:ext cx="4300" cy="5888"/>
            </a:xfrm>
            <a:custGeom>
              <a:avLst/>
              <a:pathLst>
                <a:path w="4300" h="5888">
                  <a:moveTo>
                    <a:pt x="3978" y="5309"/>
                  </a:moveTo>
                  <a:lnTo>
                    <a:pt x="3803" y="5888"/>
                  </a:lnTo>
                  <a:lnTo>
                    <a:pt x="2295" y="4191"/>
                  </a:lnTo>
                  <a:lnTo>
                    <a:pt x="665" y="3834"/>
                  </a:lnTo>
                  <a:lnTo>
                    <a:pt x="102" y="2343"/>
                  </a:lnTo>
                  <a:lnTo>
                    <a:pt x="0" y="0"/>
                  </a:lnTo>
                  <a:lnTo>
                    <a:pt x="1719" y="99"/>
                  </a:lnTo>
                  <a:lnTo>
                    <a:pt x="3839" y="2218"/>
                  </a:lnTo>
                  <a:lnTo>
                    <a:pt x="4300" y="3301"/>
                  </a:lnTo>
                  <a:close/>
                </a:path>
              </a:pathLst>
            </a:custGeom>
            <a:solidFill>
              <a:srgbClr val="D8E9D3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g432"/>
            <p:cNvSpPr/>
            <p:nvPr/>
          </p:nvSpPr>
          <p:spPr>
            <a:xfrm>
              <a:off x="4810952" y="2694252"/>
              <a:ext cx="7940" cy="10094"/>
            </a:xfrm>
            <a:custGeom>
              <a:avLst/>
              <a:pathLst>
                <a:path w="7940" h="10094">
                  <a:moveTo>
                    <a:pt x="7940" y="9251"/>
                  </a:moveTo>
                  <a:lnTo>
                    <a:pt x="6938" y="10094"/>
                  </a:lnTo>
                  <a:lnTo>
                    <a:pt x="3763" y="7557"/>
                  </a:lnTo>
                  <a:lnTo>
                    <a:pt x="1526" y="4775"/>
                  </a:lnTo>
                  <a:lnTo>
                    <a:pt x="191" y="1396"/>
                  </a:lnTo>
                  <a:lnTo>
                    <a:pt x="0" y="0"/>
                  </a:lnTo>
                  <a:lnTo>
                    <a:pt x="1557" y="236"/>
                  </a:lnTo>
                  <a:lnTo>
                    <a:pt x="3083" y="1445"/>
                  </a:lnTo>
                  <a:lnTo>
                    <a:pt x="3420" y="3301"/>
                  </a:lnTo>
                  <a:lnTo>
                    <a:pt x="4035" y="3884"/>
                  </a:lnTo>
                  <a:lnTo>
                    <a:pt x="4453" y="4966"/>
                  </a:lnTo>
                  <a:lnTo>
                    <a:pt x="7277" y="7482"/>
                  </a:lnTo>
                  <a:lnTo>
                    <a:pt x="7708" y="8244"/>
                  </a:lnTo>
                  <a:close/>
                </a:path>
              </a:pathLst>
            </a:custGeom>
            <a:solidFill>
              <a:srgbClr val="D8E9D3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g433"/>
            <p:cNvSpPr/>
            <p:nvPr/>
          </p:nvSpPr>
          <p:spPr>
            <a:xfrm>
              <a:off x="4230795" y="2051553"/>
              <a:ext cx="745187" cy="983743"/>
            </a:xfrm>
            <a:custGeom>
              <a:avLst/>
              <a:pathLst>
                <a:path w="745187" h="983743">
                  <a:moveTo>
                    <a:pt x="693691" y="325636"/>
                  </a:moveTo>
                  <a:lnTo>
                    <a:pt x="693341" y="324599"/>
                  </a:lnTo>
                  <a:lnTo>
                    <a:pt x="692757" y="324268"/>
                  </a:lnTo>
                  <a:lnTo>
                    <a:pt x="691666" y="322816"/>
                  </a:lnTo>
                  <a:lnTo>
                    <a:pt x="690872" y="321217"/>
                  </a:lnTo>
                  <a:lnTo>
                    <a:pt x="690275" y="319448"/>
                  </a:lnTo>
                  <a:lnTo>
                    <a:pt x="690302" y="315672"/>
                  </a:lnTo>
                  <a:lnTo>
                    <a:pt x="690198" y="315105"/>
                  </a:lnTo>
                  <a:lnTo>
                    <a:pt x="689113" y="314332"/>
                  </a:lnTo>
                  <a:lnTo>
                    <a:pt x="688790" y="313208"/>
                  </a:lnTo>
                  <a:lnTo>
                    <a:pt x="688276" y="312671"/>
                  </a:lnTo>
                  <a:lnTo>
                    <a:pt x="687540" y="313013"/>
                  </a:lnTo>
                  <a:lnTo>
                    <a:pt x="686988" y="312651"/>
                  </a:lnTo>
                  <a:lnTo>
                    <a:pt x="686553" y="312036"/>
                  </a:lnTo>
                  <a:lnTo>
                    <a:pt x="686029" y="311963"/>
                  </a:lnTo>
                  <a:lnTo>
                    <a:pt x="685576" y="312939"/>
                  </a:lnTo>
                  <a:lnTo>
                    <a:pt x="685338" y="315033"/>
                  </a:lnTo>
                  <a:lnTo>
                    <a:pt x="684578" y="318510"/>
                  </a:lnTo>
                  <a:lnTo>
                    <a:pt x="684508" y="320611"/>
                  </a:lnTo>
                  <a:lnTo>
                    <a:pt x="684179" y="323615"/>
                  </a:lnTo>
                  <a:lnTo>
                    <a:pt x="683853" y="327421"/>
                  </a:lnTo>
                  <a:lnTo>
                    <a:pt x="683587" y="328215"/>
                  </a:lnTo>
                  <a:lnTo>
                    <a:pt x="682735" y="328329"/>
                  </a:lnTo>
                  <a:lnTo>
                    <a:pt x="682442" y="328577"/>
                  </a:lnTo>
                  <a:lnTo>
                    <a:pt x="681999" y="329871"/>
                  </a:lnTo>
                  <a:lnTo>
                    <a:pt x="681465" y="330090"/>
                  </a:lnTo>
                  <a:lnTo>
                    <a:pt x="680991" y="329333"/>
                  </a:lnTo>
                  <a:lnTo>
                    <a:pt x="680245" y="328577"/>
                  </a:lnTo>
                  <a:lnTo>
                    <a:pt x="679540" y="328479"/>
                  </a:lnTo>
                  <a:lnTo>
                    <a:pt x="678905" y="329236"/>
                  </a:lnTo>
                  <a:lnTo>
                    <a:pt x="678160" y="330882"/>
                  </a:lnTo>
                  <a:lnTo>
                    <a:pt x="677736" y="332217"/>
                  </a:lnTo>
                  <a:lnTo>
                    <a:pt x="677585" y="333462"/>
                  </a:lnTo>
                  <a:lnTo>
                    <a:pt x="677465" y="335002"/>
                  </a:lnTo>
                  <a:lnTo>
                    <a:pt x="676711" y="336478"/>
                  </a:lnTo>
                  <a:lnTo>
                    <a:pt x="676023" y="337250"/>
                  </a:lnTo>
                  <a:lnTo>
                    <a:pt x="674602" y="339424"/>
                  </a:lnTo>
                  <a:lnTo>
                    <a:pt x="674149" y="340327"/>
                  </a:lnTo>
                  <a:lnTo>
                    <a:pt x="673130" y="340339"/>
                  </a:lnTo>
                  <a:lnTo>
                    <a:pt x="672023" y="340255"/>
                  </a:lnTo>
                  <a:lnTo>
                    <a:pt x="670533" y="340841"/>
                  </a:lnTo>
                  <a:lnTo>
                    <a:pt x="668102" y="341139"/>
                  </a:lnTo>
                  <a:lnTo>
                    <a:pt x="666646" y="340699"/>
                  </a:lnTo>
                  <a:lnTo>
                    <a:pt x="664847" y="341114"/>
                  </a:lnTo>
                  <a:lnTo>
                    <a:pt x="663446" y="341826"/>
                  </a:lnTo>
                  <a:lnTo>
                    <a:pt x="663245" y="342887"/>
                  </a:lnTo>
                  <a:lnTo>
                    <a:pt x="663296" y="344456"/>
                  </a:lnTo>
                  <a:lnTo>
                    <a:pt x="663578" y="345482"/>
                  </a:lnTo>
                  <a:lnTo>
                    <a:pt x="663920" y="346168"/>
                  </a:lnTo>
                  <a:lnTo>
                    <a:pt x="664503" y="348279"/>
                  </a:lnTo>
                  <a:lnTo>
                    <a:pt x="665109" y="350320"/>
                  </a:lnTo>
                  <a:lnTo>
                    <a:pt x="666037" y="351640"/>
                  </a:lnTo>
                  <a:lnTo>
                    <a:pt x="666420" y="353057"/>
                  </a:lnTo>
                  <a:lnTo>
                    <a:pt x="666440" y="354376"/>
                  </a:lnTo>
                  <a:lnTo>
                    <a:pt x="666001" y="356038"/>
                  </a:lnTo>
                  <a:lnTo>
                    <a:pt x="665336" y="358211"/>
                  </a:lnTo>
                  <a:lnTo>
                    <a:pt x="664716" y="359548"/>
                  </a:lnTo>
                  <a:lnTo>
                    <a:pt x="664250" y="359504"/>
                  </a:lnTo>
                  <a:lnTo>
                    <a:pt x="663537" y="358725"/>
                  </a:lnTo>
                  <a:lnTo>
                    <a:pt x="663054" y="357748"/>
                  </a:lnTo>
                  <a:lnTo>
                    <a:pt x="661903" y="357380"/>
                  </a:lnTo>
                  <a:lnTo>
                    <a:pt x="659089" y="358005"/>
                  </a:lnTo>
                  <a:lnTo>
                    <a:pt x="657681" y="357569"/>
                  </a:lnTo>
                  <a:lnTo>
                    <a:pt x="657008" y="356771"/>
                  </a:lnTo>
                  <a:lnTo>
                    <a:pt x="655830" y="356710"/>
                  </a:lnTo>
                  <a:lnTo>
                    <a:pt x="654008" y="355646"/>
                  </a:lnTo>
                  <a:lnTo>
                    <a:pt x="652897" y="355305"/>
                  </a:lnTo>
                  <a:lnTo>
                    <a:pt x="652374" y="354620"/>
                  </a:lnTo>
                  <a:lnTo>
                    <a:pt x="652272" y="353057"/>
                  </a:lnTo>
                  <a:lnTo>
                    <a:pt x="651748" y="351982"/>
                  </a:lnTo>
                  <a:lnTo>
                    <a:pt x="651455" y="350695"/>
                  </a:lnTo>
                  <a:lnTo>
                    <a:pt x="650792" y="349079"/>
                  </a:lnTo>
                  <a:lnTo>
                    <a:pt x="650156" y="348268"/>
                  </a:lnTo>
                  <a:lnTo>
                    <a:pt x="649532" y="347926"/>
                  </a:lnTo>
                  <a:lnTo>
                    <a:pt x="648846" y="348903"/>
                  </a:lnTo>
                  <a:lnTo>
                    <a:pt x="648120" y="349783"/>
                  </a:lnTo>
                  <a:lnTo>
                    <a:pt x="647576" y="349587"/>
                  </a:lnTo>
                  <a:lnTo>
                    <a:pt x="647314" y="349832"/>
                  </a:lnTo>
                  <a:lnTo>
                    <a:pt x="647014" y="350561"/>
                  </a:lnTo>
                  <a:lnTo>
                    <a:pt x="645848" y="352066"/>
                  </a:lnTo>
                  <a:lnTo>
                    <a:pt x="645568" y="353444"/>
                  </a:lnTo>
                  <a:lnTo>
                    <a:pt x="645103" y="356363"/>
                  </a:lnTo>
                  <a:lnTo>
                    <a:pt x="644779" y="359364"/>
                  </a:lnTo>
                  <a:lnTo>
                    <a:pt x="644497" y="360426"/>
                  </a:lnTo>
                  <a:lnTo>
                    <a:pt x="644022" y="360609"/>
                  </a:lnTo>
                  <a:lnTo>
                    <a:pt x="643539" y="361511"/>
                  </a:lnTo>
                  <a:lnTo>
                    <a:pt x="642526" y="364337"/>
                  </a:lnTo>
                  <a:lnTo>
                    <a:pt x="641611" y="366934"/>
                  </a:lnTo>
                  <a:lnTo>
                    <a:pt x="640282" y="368693"/>
                  </a:lnTo>
                  <a:lnTo>
                    <a:pt x="639656" y="370306"/>
                  </a:lnTo>
                  <a:lnTo>
                    <a:pt x="639334" y="371772"/>
                  </a:lnTo>
                  <a:lnTo>
                    <a:pt x="638387" y="373824"/>
                  </a:lnTo>
                  <a:lnTo>
                    <a:pt x="636996" y="374190"/>
                  </a:lnTo>
                  <a:lnTo>
                    <a:pt x="635888" y="374787"/>
                  </a:lnTo>
                  <a:lnTo>
                    <a:pt x="635209" y="374945"/>
                  </a:lnTo>
                  <a:lnTo>
                    <a:pt x="634721" y="375773"/>
                  </a:lnTo>
                  <a:lnTo>
                    <a:pt x="634367" y="377037"/>
                  </a:lnTo>
                  <a:lnTo>
                    <a:pt x="634195" y="377538"/>
                  </a:lnTo>
                  <a:lnTo>
                    <a:pt x="633570" y="377538"/>
                  </a:lnTo>
                  <a:lnTo>
                    <a:pt x="632946" y="378613"/>
                  </a:lnTo>
                  <a:lnTo>
                    <a:pt x="631414" y="381055"/>
                  </a:lnTo>
                  <a:lnTo>
                    <a:pt x="630165" y="381507"/>
                  </a:lnTo>
                  <a:lnTo>
                    <a:pt x="628599" y="383139"/>
                  </a:lnTo>
                  <a:lnTo>
                    <a:pt x="627222" y="384378"/>
                  </a:lnTo>
                  <a:lnTo>
                    <a:pt x="626650" y="385075"/>
                  </a:lnTo>
                  <a:lnTo>
                    <a:pt x="626496" y="385844"/>
                  </a:lnTo>
                  <a:lnTo>
                    <a:pt x="626295" y="386822"/>
                  </a:lnTo>
                  <a:lnTo>
                    <a:pt x="625630" y="387017"/>
                  </a:lnTo>
                  <a:lnTo>
                    <a:pt x="624985" y="386968"/>
                  </a:lnTo>
                  <a:lnTo>
                    <a:pt x="623554" y="389216"/>
                  </a:lnTo>
                  <a:lnTo>
                    <a:pt x="622828" y="391122"/>
                  </a:lnTo>
                  <a:lnTo>
                    <a:pt x="620009" y="395188"/>
                  </a:lnTo>
                  <a:lnTo>
                    <a:pt x="618858" y="397475"/>
                  </a:lnTo>
                  <a:lnTo>
                    <a:pt x="618559" y="400435"/>
                  </a:lnTo>
                  <a:lnTo>
                    <a:pt x="618411" y="400213"/>
                  </a:lnTo>
                  <a:lnTo>
                    <a:pt x="617406" y="402796"/>
                  </a:lnTo>
                  <a:lnTo>
                    <a:pt x="615435" y="405253"/>
                  </a:lnTo>
                  <a:lnTo>
                    <a:pt x="611223" y="405802"/>
                  </a:lnTo>
                  <a:lnTo>
                    <a:pt x="609891" y="404054"/>
                  </a:lnTo>
                  <a:lnTo>
                    <a:pt x="609408" y="405259"/>
                  </a:lnTo>
                  <a:lnTo>
                    <a:pt x="609035" y="406875"/>
                  </a:lnTo>
                  <a:lnTo>
                    <a:pt x="607931" y="407414"/>
                  </a:lnTo>
                  <a:lnTo>
                    <a:pt x="606202" y="407560"/>
                  </a:lnTo>
                  <a:lnTo>
                    <a:pt x="605236" y="408625"/>
                  </a:lnTo>
                  <a:lnTo>
                    <a:pt x="604720" y="409815"/>
                  </a:lnTo>
                  <a:lnTo>
                    <a:pt x="602351" y="410202"/>
                  </a:lnTo>
                  <a:lnTo>
                    <a:pt x="601482" y="411786"/>
                  </a:lnTo>
                  <a:lnTo>
                    <a:pt x="600009" y="412350"/>
                  </a:lnTo>
                  <a:lnTo>
                    <a:pt x="593852" y="419286"/>
                  </a:lnTo>
                  <a:lnTo>
                    <a:pt x="592514" y="422205"/>
                  </a:lnTo>
                  <a:lnTo>
                    <a:pt x="591245" y="425615"/>
                  </a:lnTo>
                  <a:lnTo>
                    <a:pt x="590352" y="427332"/>
                  </a:lnTo>
                  <a:lnTo>
                    <a:pt x="589556" y="428533"/>
                  </a:lnTo>
                  <a:lnTo>
                    <a:pt x="588829" y="429025"/>
                  </a:lnTo>
                  <a:lnTo>
                    <a:pt x="588118" y="430208"/>
                  </a:lnTo>
                  <a:lnTo>
                    <a:pt x="587397" y="430358"/>
                  </a:lnTo>
                  <a:lnTo>
                    <a:pt x="586662" y="429818"/>
                  </a:lnTo>
                  <a:lnTo>
                    <a:pt x="585838" y="430003"/>
                  </a:lnTo>
                  <a:lnTo>
                    <a:pt x="585296" y="431439"/>
                  </a:lnTo>
                  <a:lnTo>
                    <a:pt x="585755" y="433301"/>
                  </a:lnTo>
                  <a:lnTo>
                    <a:pt x="585505" y="434090"/>
                  </a:lnTo>
                  <a:lnTo>
                    <a:pt x="583887" y="435105"/>
                  </a:lnTo>
                  <a:lnTo>
                    <a:pt x="581485" y="435771"/>
                  </a:lnTo>
                  <a:lnTo>
                    <a:pt x="580464" y="436991"/>
                  </a:lnTo>
                  <a:lnTo>
                    <a:pt x="580112" y="437683"/>
                  </a:lnTo>
                  <a:lnTo>
                    <a:pt x="579578" y="438034"/>
                  </a:lnTo>
                  <a:lnTo>
                    <a:pt x="579067" y="435621"/>
                  </a:lnTo>
                  <a:lnTo>
                    <a:pt x="578885" y="432444"/>
                  </a:lnTo>
                  <a:lnTo>
                    <a:pt x="579879" y="431680"/>
                  </a:lnTo>
                  <a:lnTo>
                    <a:pt x="580793" y="431278"/>
                  </a:lnTo>
                  <a:lnTo>
                    <a:pt x="585870" y="426892"/>
                  </a:lnTo>
                  <a:lnTo>
                    <a:pt x="585233" y="423598"/>
                  </a:lnTo>
                  <a:lnTo>
                    <a:pt x="585683" y="422163"/>
                  </a:lnTo>
                  <a:lnTo>
                    <a:pt x="586820" y="419834"/>
                  </a:lnTo>
                  <a:lnTo>
                    <a:pt x="587559" y="418683"/>
                  </a:lnTo>
                  <a:lnTo>
                    <a:pt x="587157" y="418260"/>
                  </a:lnTo>
                  <a:lnTo>
                    <a:pt x="583830" y="419028"/>
                  </a:lnTo>
                  <a:lnTo>
                    <a:pt x="581919" y="418970"/>
                  </a:lnTo>
                  <a:lnTo>
                    <a:pt x="580942" y="418735"/>
                  </a:lnTo>
                  <a:lnTo>
                    <a:pt x="581238" y="416742"/>
                  </a:lnTo>
                  <a:lnTo>
                    <a:pt x="581074" y="414755"/>
                  </a:lnTo>
                  <a:lnTo>
                    <a:pt x="580844" y="414009"/>
                  </a:lnTo>
                  <a:lnTo>
                    <a:pt x="582538" y="411747"/>
                  </a:lnTo>
                  <a:lnTo>
                    <a:pt x="583307" y="411189"/>
                  </a:lnTo>
                  <a:lnTo>
                    <a:pt x="583892" y="411223"/>
                  </a:lnTo>
                  <a:lnTo>
                    <a:pt x="583852" y="409855"/>
                  </a:lnTo>
                  <a:lnTo>
                    <a:pt x="583364" y="407798"/>
                  </a:lnTo>
                  <a:lnTo>
                    <a:pt x="583890" y="405140"/>
                  </a:lnTo>
                  <a:lnTo>
                    <a:pt x="587346" y="402017"/>
                  </a:lnTo>
                  <a:lnTo>
                    <a:pt x="588174" y="399184"/>
                  </a:lnTo>
                  <a:lnTo>
                    <a:pt x="589562" y="396541"/>
                  </a:lnTo>
                  <a:lnTo>
                    <a:pt x="592098" y="389969"/>
                  </a:lnTo>
                  <a:lnTo>
                    <a:pt x="592249" y="388852"/>
                  </a:lnTo>
                  <a:lnTo>
                    <a:pt x="592987" y="385775"/>
                  </a:lnTo>
                  <a:lnTo>
                    <a:pt x="593123" y="384544"/>
                  </a:lnTo>
                  <a:lnTo>
                    <a:pt x="591949" y="382745"/>
                  </a:lnTo>
                  <a:lnTo>
                    <a:pt x="591483" y="380220"/>
                  </a:lnTo>
                  <a:lnTo>
                    <a:pt x="588050" y="375672"/>
                  </a:lnTo>
                  <a:lnTo>
                    <a:pt x="587759" y="371766"/>
                  </a:lnTo>
                  <a:lnTo>
                    <a:pt x="587439" y="371937"/>
                  </a:lnTo>
                  <a:lnTo>
                    <a:pt x="586915" y="374674"/>
                  </a:lnTo>
                  <a:lnTo>
                    <a:pt x="586472" y="375552"/>
                  </a:lnTo>
                  <a:lnTo>
                    <a:pt x="584883" y="375633"/>
                  </a:lnTo>
                  <a:lnTo>
                    <a:pt x="584130" y="374599"/>
                  </a:lnTo>
                  <a:lnTo>
                    <a:pt x="579711" y="373923"/>
                  </a:lnTo>
                  <a:lnTo>
                    <a:pt x="578632" y="375686"/>
                  </a:lnTo>
                  <a:lnTo>
                    <a:pt x="577620" y="378419"/>
                  </a:lnTo>
                  <a:lnTo>
                    <a:pt x="576637" y="380370"/>
                  </a:lnTo>
                  <a:lnTo>
                    <a:pt x="575650" y="381371"/>
                  </a:lnTo>
                  <a:lnTo>
                    <a:pt x="574790" y="383149"/>
                  </a:lnTo>
                  <a:lnTo>
                    <a:pt x="571236" y="393730"/>
                  </a:lnTo>
                  <a:lnTo>
                    <a:pt x="569893" y="394531"/>
                  </a:lnTo>
                  <a:lnTo>
                    <a:pt x="563574" y="400926"/>
                  </a:lnTo>
                  <a:lnTo>
                    <a:pt x="560414" y="403432"/>
                  </a:lnTo>
                  <a:lnTo>
                    <a:pt x="557976" y="407869"/>
                  </a:lnTo>
                  <a:lnTo>
                    <a:pt x="557138" y="410554"/>
                  </a:lnTo>
                  <a:lnTo>
                    <a:pt x="556395" y="413530"/>
                  </a:lnTo>
                  <a:lnTo>
                    <a:pt x="555947" y="418046"/>
                  </a:lnTo>
                  <a:lnTo>
                    <a:pt x="553699" y="423533"/>
                  </a:lnTo>
                  <a:lnTo>
                    <a:pt x="552929" y="424709"/>
                  </a:lnTo>
                  <a:lnTo>
                    <a:pt x="552141" y="425187"/>
                  </a:lnTo>
                  <a:lnTo>
                    <a:pt x="551095" y="425018"/>
                  </a:lnTo>
                  <a:lnTo>
                    <a:pt x="550193" y="425362"/>
                  </a:lnTo>
                  <a:lnTo>
                    <a:pt x="548656" y="424878"/>
                  </a:lnTo>
                  <a:lnTo>
                    <a:pt x="546775" y="426617"/>
                  </a:lnTo>
                  <a:lnTo>
                    <a:pt x="544653" y="428122"/>
                  </a:lnTo>
                  <a:lnTo>
                    <a:pt x="542824" y="424340"/>
                  </a:lnTo>
                  <a:lnTo>
                    <a:pt x="541521" y="423404"/>
                  </a:lnTo>
                  <a:lnTo>
                    <a:pt x="539386" y="424452"/>
                  </a:lnTo>
                  <a:lnTo>
                    <a:pt x="538398" y="426130"/>
                  </a:lnTo>
                  <a:lnTo>
                    <a:pt x="536351" y="434451"/>
                  </a:lnTo>
                  <a:lnTo>
                    <a:pt x="535585" y="439221"/>
                  </a:lnTo>
                  <a:lnTo>
                    <a:pt x="535634" y="441181"/>
                  </a:lnTo>
                  <a:lnTo>
                    <a:pt x="536831" y="447118"/>
                  </a:lnTo>
                  <a:lnTo>
                    <a:pt x="538179" y="450444"/>
                  </a:lnTo>
                  <a:lnTo>
                    <a:pt x="541205" y="454234"/>
                  </a:lnTo>
                  <a:lnTo>
                    <a:pt x="547643" y="456848"/>
                  </a:lnTo>
                  <a:lnTo>
                    <a:pt x="549153" y="455919"/>
                  </a:lnTo>
                  <a:lnTo>
                    <a:pt x="550772" y="455910"/>
                  </a:lnTo>
                  <a:lnTo>
                    <a:pt x="552479" y="458389"/>
                  </a:lnTo>
                  <a:lnTo>
                    <a:pt x="553545" y="462490"/>
                  </a:lnTo>
                  <a:lnTo>
                    <a:pt x="553644" y="465292"/>
                  </a:lnTo>
                  <a:lnTo>
                    <a:pt x="553679" y="466257"/>
                  </a:lnTo>
                  <a:lnTo>
                    <a:pt x="554067" y="467082"/>
                  </a:lnTo>
                  <a:lnTo>
                    <a:pt x="554296" y="468496"/>
                  </a:lnTo>
                  <a:lnTo>
                    <a:pt x="553618" y="469669"/>
                  </a:lnTo>
                  <a:lnTo>
                    <a:pt x="553098" y="470251"/>
                  </a:lnTo>
                  <a:lnTo>
                    <a:pt x="552660" y="474602"/>
                  </a:lnTo>
                  <a:lnTo>
                    <a:pt x="552633" y="479417"/>
                  </a:lnTo>
                  <a:lnTo>
                    <a:pt x="553187" y="481014"/>
                  </a:lnTo>
                  <a:lnTo>
                    <a:pt x="554572" y="483258"/>
                  </a:lnTo>
                  <a:lnTo>
                    <a:pt x="556712" y="485116"/>
                  </a:lnTo>
                  <a:lnTo>
                    <a:pt x="558693" y="485516"/>
                  </a:lnTo>
                  <a:lnTo>
                    <a:pt x="562479" y="484620"/>
                  </a:lnTo>
                  <a:lnTo>
                    <a:pt x="564026" y="481715"/>
                  </a:lnTo>
                  <a:lnTo>
                    <a:pt x="563934" y="480462"/>
                  </a:lnTo>
                  <a:lnTo>
                    <a:pt x="563970" y="478835"/>
                  </a:lnTo>
                  <a:lnTo>
                    <a:pt x="567296" y="474575"/>
                  </a:lnTo>
                  <a:lnTo>
                    <a:pt x="569194" y="470802"/>
                  </a:lnTo>
                  <a:lnTo>
                    <a:pt x="568896" y="469803"/>
                  </a:lnTo>
                  <a:lnTo>
                    <a:pt x="568532" y="469138"/>
                  </a:lnTo>
                  <a:lnTo>
                    <a:pt x="568866" y="468752"/>
                  </a:lnTo>
                  <a:lnTo>
                    <a:pt x="569908" y="468487"/>
                  </a:lnTo>
                  <a:lnTo>
                    <a:pt x="574537" y="464560"/>
                  </a:lnTo>
                  <a:lnTo>
                    <a:pt x="578182" y="467773"/>
                  </a:lnTo>
                  <a:lnTo>
                    <a:pt x="580260" y="471468"/>
                  </a:lnTo>
                  <a:lnTo>
                    <a:pt x="582314" y="472094"/>
                  </a:lnTo>
                  <a:lnTo>
                    <a:pt x="583742" y="473983"/>
                  </a:lnTo>
                  <a:lnTo>
                    <a:pt x="585387" y="475599"/>
                  </a:lnTo>
                  <a:lnTo>
                    <a:pt x="587534" y="475709"/>
                  </a:lnTo>
                  <a:lnTo>
                    <a:pt x="589343" y="476044"/>
                  </a:lnTo>
                  <a:lnTo>
                    <a:pt x="589895" y="474553"/>
                  </a:lnTo>
                  <a:lnTo>
                    <a:pt x="590462" y="473573"/>
                  </a:lnTo>
                  <a:lnTo>
                    <a:pt x="591107" y="473768"/>
                  </a:lnTo>
                  <a:lnTo>
                    <a:pt x="591833" y="475723"/>
                  </a:lnTo>
                  <a:lnTo>
                    <a:pt x="593887" y="477227"/>
                  </a:lnTo>
                  <a:lnTo>
                    <a:pt x="595783" y="477147"/>
                  </a:lnTo>
                  <a:lnTo>
                    <a:pt x="597112" y="476602"/>
                  </a:lnTo>
                  <a:lnTo>
                    <a:pt x="597900" y="477299"/>
                  </a:lnTo>
                  <a:lnTo>
                    <a:pt x="596759" y="479808"/>
                  </a:lnTo>
                  <a:lnTo>
                    <a:pt x="596929" y="483851"/>
                  </a:lnTo>
                  <a:lnTo>
                    <a:pt x="596054" y="485129"/>
                  </a:lnTo>
                  <a:lnTo>
                    <a:pt x="595215" y="487189"/>
                  </a:lnTo>
                  <a:lnTo>
                    <a:pt x="595712" y="488544"/>
                  </a:lnTo>
                  <a:lnTo>
                    <a:pt x="596151" y="489124"/>
                  </a:lnTo>
                  <a:lnTo>
                    <a:pt x="596105" y="490773"/>
                  </a:lnTo>
                  <a:lnTo>
                    <a:pt x="595341" y="491710"/>
                  </a:lnTo>
                  <a:lnTo>
                    <a:pt x="593926" y="494160"/>
                  </a:lnTo>
                  <a:lnTo>
                    <a:pt x="593113" y="494112"/>
                  </a:lnTo>
                  <a:lnTo>
                    <a:pt x="592724" y="493639"/>
                  </a:lnTo>
                  <a:lnTo>
                    <a:pt x="592449" y="492761"/>
                  </a:lnTo>
                  <a:lnTo>
                    <a:pt x="592248" y="491353"/>
                  </a:lnTo>
                  <a:lnTo>
                    <a:pt x="591751" y="490424"/>
                  </a:lnTo>
                  <a:lnTo>
                    <a:pt x="590375" y="490066"/>
                  </a:lnTo>
                  <a:lnTo>
                    <a:pt x="588951" y="490400"/>
                  </a:lnTo>
                  <a:lnTo>
                    <a:pt x="585745" y="494037"/>
                  </a:lnTo>
                  <a:lnTo>
                    <a:pt x="582619" y="496933"/>
                  </a:lnTo>
                  <a:lnTo>
                    <a:pt x="579340" y="499235"/>
                  </a:lnTo>
                  <a:lnTo>
                    <a:pt x="578240" y="500686"/>
                  </a:lnTo>
                  <a:lnTo>
                    <a:pt x="577462" y="501082"/>
                  </a:lnTo>
                  <a:lnTo>
                    <a:pt x="576104" y="499983"/>
                  </a:lnTo>
                  <a:lnTo>
                    <a:pt x="575279" y="500052"/>
                  </a:lnTo>
                  <a:lnTo>
                    <a:pt x="575106" y="500808"/>
                  </a:lnTo>
                  <a:lnTo>
                    <a:pt x="576154" y="502827"/>
                  </a:lnTo>
                  <a:lnTo>
                    <a:pt x="576426" y="504411"/>
                  </a:lnTo>
                  <a:lnTo>
                    <a:pt x="576314" y="505627"/>
                  </a:lnTo>
                  <a:lnTo>
                    <a:pt x="575720" y="506161"/>
                  </a:lnTo>
                  <a:lnTo>
                    <a:pt x="574856" y="505268"/>
                  </a:lnTo>
                  <a:lnTo>
                    <a:pt x="574068" y="506539"/>
                  </a:lnTo>
                  <a:lnTo>
                    <a:pt x="573711" y="508683"/>
                  </a:lnTo>
                  <a:lnTo>
                    <a:pt x="573696" y="513776"/>
                  </a:lnTo>
                  <a:lnTo>
                    <a:pt x="573171" y="514912"/>
                  </a:lnTo>
                  <a:lnTo>
                    <a:pt x="571726" y="515540"/>
                  </a:lnTo>
                  <a:lnTo>
                    <a:pt x="570187" y="517160"/>
                  </a:lnTo>
                  <a:lnTo>
                    <a:pt x="569641" y="516411"/>
                  </a:lnTo>
                  <a:lnTo>
                    <a:pt x="569422" y="515498"/>
                  </a:lnTo>
                  <a:lnTo>
                    <a:pt x="569583" y="513153"/>
                  </a:lnTo>
                  <a:lnTo>
                    <a:pt x="569391" y="512009"/>
                  </a:lnTo>
                  <a:lnTo>
                    <a:pt x="568689" y="512068"/>
                  </a:lnTo>
                  <a:lnTo>
                    <a:pt x="567631" y="512769"/>
                  </a:lnTo>
                  <a:lnTo>
                    <a:pt x="566823" y="514310"/>
                  </a:lnTo>
                  <a:lnTo>
                    <a:pt x="566544" y="515238"/>
                  </a:lnTo>
                  <a:lnTo>
                    <a:pt x="567608" y="518235"/>
                  </a:lnTo>
                  <a:lnTo>
                    <a:pt x="568623" y="518538"/>
                  </a:lnTo>
                  <a:lnTo>
                    <a:pt x="568867" y="519211"/>
                  </a:lnTo>
                  <a:lnTo>
                    <a:pt x="568067" y="520674"/>
                  </a:lnTo>
                  <a:lnTo>
                    <a:pt x="566063" y="522855"/>
                  </a:lnTo>
                  <a:lnTo>
                    <a:pt x="565732" y="524680"/>
                  </a:lnTo>
                  <a:lnTo>
                    <a:pt x="565137" y="526427"/>
                  </a:lnTo>
                  <a:lnTo>
                    <a:pt x="564321" y="527816"/>
                  </a:lnTo>
                  <a:lnTo>
                    <a:pt x="563766" y="529281"/>
                  </a:lnTo>
                  <a:lnTo>
                    <a:pt x="563088" y="530047"/>
                  </a:lnTo>
                  <a:lnTo>
                    <a:pt x="561981" y="530904"/>
                  </a:lnTo>
                  <a:lnTo>
                    <a:pt x="560624" y="534416"/>
                  </a:lnTo>
                  <a:lnTo>
                    <a:pt x="559626" y="537704"/>
                  </a:lnTo>
                  <a:lnTo>
                    <a:pt x="558446" y="539394"/>
                  </a:lnTo>
                  <a:lnTo>
                    <a:pt x="557510" y="544937"/>
                  </a:lnTo>
                  <a:lnTo>
                    <a:pt x="555840" y="547952"/>
                  </a:lnTo>
                  <a:lnTo>
                    <a:pt x="555225" y="552767"/>
                  </a:lnTo>
                  <a:lnTo>
                    <a:pt x="555659" y="555734"/>
                  </a:lnTo>
                  <a:lnTo>
                    <a:pt x="557492" y="555705"/>
                  </a:lnTo>
                  <a:lnTo>
                    <a:pt x="558411" y="556746"/>
                  </a:lnTo>
                  <a:lnTo>
                    <a:pt x="560314" y="560645"/>
                  </a:lnTo>
                  <a:lnTo>
                    <a:pt x="562591" y="563187"/>
                  </a:lnTo>
                  <a:lnTo>
                    <a:pt x="564954" y="564617"/>
                  </a:lnTo>
                  <a:lnTo>
                    <a:pt x="567852" y="568226"/>
                  </a:lnTo>
                  <a:lnTo>
                    <a:pt x="568647" y="569752"/>
                  </a:lnTo>
                  <a:lnTo>
                    <a:pt x="569329" y="572856"/>
                  </a:lnTo>
                  <a:lnTo>
                    <a:pt x="570585" y="581800"/>
                  </a:lnTo>
                  <a:lnTo>
                    <a:pt x="571488" y="586228"/>
                  </a:lnTo>
                  <a:lnTo>
                    <a:pt x="571549" y="588541"/>
                  </a:lnTo>
                  <a:lnTo>
                    <a:pt x="572900" y="592904"/>
                  </a:lnTo>
                  <a:lnTo>
                    <a:pt x="574348" y="600406"/>
                  </a:lnTo>
                  <a:lnTo>
                    <a:pt x="576013" y="606911"/>
                  </a:lnTo>
                  <a:lnTo>
                    <a:pt x="576333" y="612031"/>
                  </a:lnTo>
                  <a:lnTo>
                    <a:pt x="575793" y="614369"/>
                  </a:lnTo>
                  <a:lnTo>
                    <a:pt x="575795" y="617404"/>
                  </a:lnTo>
                  <a:lnTo>
                    <a:pt x="577462" y="620192"/>
                  </a:lnTo>
                  <a:lnTo>
                    <a:pt x="581159" y="623434"/>
                  </a:lnTo>
                  <a:lnTo>
                    <a:pt x="581749" y="624388"/>
                  </a:lnTo>
                  <a:lnTo>
                    <a:pt x="582471" y="625957"/>
                  </a:lnTo>
                  <a:lnTo>
                    <a:pt x="582507" y="630853"/>
                  </a:lnTo>
                  <a:lnTo>
                    <a:pt x="583078" y="632417"/>
                  </a:lnTo>
                  <a:lnTo>
                    <a:pt x="583562" y="633369"/>
                  </a:lnTo>
                  <a:lnTo>
                    <a:pt x="585801" y="635440"/>
                  </a:lnTo>
                  <a:lnTo>
                    <a:pt x="586738" y="637158"/>
                  </a:lnTo>
                  <a:lnTo>
                    <a:pt x="587729" y="639909"/>
                  </a:lnTo>
                  <a:lnTo>
                    <a:pt x="588021" y="642371"/>
                  </a:lnTo>
                  <a:lnTo>
                    <a:pt x="588142" y="645707"/>
                  </a:lnTo>
                  <a:lnTo>
                    <a:pt x="586890" y="645826"/>
                  </a:lnTo>
                  <a:lnTo>
                    <a:pt x="585882" y="645453"/>
                  </a:lnTo>
                  <a:lnTo>
                    <a:pt x="581874" y="641120"/>
                  </a:lnTo>
                  <a:lnTo>
                    <a:pt x="580831" y="641005"/>
                  </a:lnTo>
                  <a:lnTo>
                    <a:pt x="579361" y="641606"/>
                  </a:lnTo>
                  <a:lnTo>
                    <a:pt x="577262" y="640807"/>
                  </a:lnTo>
                  <a:lnTo>
                    <a:pt x="575046" y="636009"/>
                  </a:lnTo>
                  <a:lnTo>
                    <a:pt x="573447" y="634552"/>
                  </a:lnTo>
                  <a:lnTo>
                    <a:pt x="571736" y="633819"/>
                  </a:lnTo>
                  <a:lnTo>
                    <a:pt x="567640" y="637947"/>
                  </a:lnTo>
                  <a:lnTo>
                    <a:pt x="566600" y="637657"/>
                  </a:lnTo>
                  <a:lnTo>
                    <a:pt x="566298" y="638122"/>
                  </a:lnTo>
                  <a:lnTo>
                    <a:pt x="565835" y="638830"/>
                  </a:lnTo>
                  <a:lnTo>
                    <a:pt x="567732" y="639715"/>
                  </a:lnTo>
                  <a:lnTo>
                    <a:pt x="569632" y="638363"/>
                  </a:lnTo>
                  <a:lnTo>
                    <a:pt x="571456" y="636362"/>
                  </a:lnTo>
                  <a:lnTo>
                    <a:pt x="574117" y="637428"/>
                  </a:lnTo>
                  <a:lnTo>
                    <a:pt x="574565" y="639227"/>
                  </a:lnTo>
                  <a:lnTo>
                    <a:pt x="574998" y="642273"/>
                  </a:lnTo>
                  <a:lnTo>
                    <a:pt x="576822" y="644329"/>
                  </a:lnTo>
                  <a:lnTo>
                    <a:pt x="578259" y="645238"/>
                  </a:lnTo>
                  <a:lnTo>
                    <a:pt x="580081" y="647937"/>
                  </a:lnTo>
                  <a:lnTo>
                    <a:pt x="581862" y="652155"/>
                  </a:lnTo>
                  <a:lnTo>
                    <a:pt x="585636" y="657049"/>
                  </a:lnTo>
                  <a:lnTo>
                    <a:pt x="587163" y="661683"/>
                  </a:lnTo>
                  <a:lnTo>
                    <a:pt x="587754" y="664676"/>
                  </a:lnTo>
                  <a:lnTo>
                    <a:pt x="588284" y="668949"/>
                  </a:lnTo>
                  <a:lnTo>
                    <a:pt x="586961" y="670327"/>
                  </a:lnTo>
                  <a:lnTo>
                    <a:pt x="585813" y="670522"/>
                  </a:lnTo>
                  <a:lnTo>
                    <a:pt x="584013" y="671196"/>
                  </a:lnTo>
                  <a:lnTo>
                    <a:pt x="582690" y="672708"/>
                  </a:lnTo>
                  <a:lnTo>
                    <a:pt x="581362" y="675370"/>
                  </a:lnTo>
                  <a:lnTo>
                    <a:pt x="577556" y="679550"/>
                  </a:lnTo>
                  <a:lnTo>
                    <a:pt x="576832" y="682165"/>
                  </a:lnTo>
                  <a:lnTo>
                    <a:pt x="576335" y="684444"/>
                  </a:lnTo>
                  <a:lnTo>
                    <a:pt x="575409" y="685566"/>
                  </a:lnTo>
                  <a:lnTo>
                    <a:pt x="573075" y="684496"/>
                  </a:lnTo>
                  <a:lnTo>
                    <a:pt x="570879" y="684585"/>
                  </a:lnTo>
                  <a:lnTo>
                    <a:pt x="568389" y="687667"/>
                  </a:lnTo>
                  <a:lnTo>
                    <a:pt x="567769" y="688915"/>
                  </a:lnTo>
                  <a:lnTo>
                    <a:pt x="568182" y="688671"/>
                  </a:lnTo>
                  <a:lnTo>
                    <a:pt x="568572" y="688273"/>
                  </a:lnTo>
                  <a:lnTo>
                    <a:pt x="569693" y="688735"/>
                  </a:lnTo>
                  <a:lnTo>
                    <a:pt x="571424" y="687090"/>
                  </a:lnTo>
                  <a:lnTo>
                    <a:pt x="573116" y="692111"/>
                  </a:lnTo>
                  <a:lnTo>
                    <a:pt x="576420" y="691299"/>
                  </a:lnTo>
                  <a:lnTo>
                    <a:pt x="579526" y="687129"/>
                  </a:lnTo>
                  <a:lnTo>
                    <a:pt x="580729" y="687059"/>
                  </a:lnTo>
                  <a:lnTo>
                    <a:pt x="581735" y="687702"/>
                  </a:lnTo>
                  <a:lnTo>
                    <a:pt x="582858" y="689348"/>
                  </a:lnTo>
                  <a:lnTo>
                    <a:pt x="585846" y="696663"/>
                  </a:lnTo>
                  <a:lnTo>
                    <a:pt x="587484" y="697459"/>
                  </a:lnTo>
                  <a:lnTo>
                    <a:pt x="589093" y="699175"/>
                  </a:lnTo>
                  <a:lnTo>
                    <a:pt x="589982" y="699364"/>
                  </a:lnTo>
                  <a:lnTo>
                    <a:pt x="590782" y="699876"/>
                  </a:lnTo>
                  <a:lnTo>
                    <a:pt x="588623" y="702555"/>
                  </a:lnTo>
                  <a:lnTo>
                    <a:pt x="585830" y="708344"/>
                  </a:lnTo>
                  <a:lnTo>
                    <a:pt x="584587" y="709726"/>
                  </a:lnTo>
                  <a:lnTo>
                    <a:pt x="583754" y="711276"/>
                  </a:lnTo>
                  <a:lnTo>
                    <a:pt x="585999" y="710495"/>
                  </a:lnTo>
                  <a:lnTo>
                    <a:pt x="587601" y="707728"/>
                  </a:lnTo>
                  <a:lnTo>
                    <a:pt x="588406" y="707044"/>
                  </a:lnTo>
                  <a:lnTo>
                    <a:pt x="589055" y="707690"/>
                  </a:lnTo>
                  <a:lnTo>
                    <a:pt x="589386" y="711097"/>
                  </a:lnTo>
                  <a:lnTo>
                    <a:pt x="588769" y="721605"/>
                  </a:lnTo>
                  <a:lnTo>
                    <a:pt x="587986" y="721785"/>
                  </a:lnTo>
                  <a:lnTo>
                    <a:pt x="587222" y="718926"/>
                  </a:lnTo>
                  <a:lnTo>
                    <a:pt x="586328" y="718020"/>
                  </a:lnTo>
                  <a:lnTo>
                    <a:pt x="585578" y="718617"/>
                  </a:lnTo>
                  <a:lnTo>
                    <a:pt x="584088" y="718600"/>
                  </a:lnTo>
                  <a:lnTo>
                    <a:pt x="583521" y="719887"/>
                  </a:lnTo>
                  <a:lnTo>
                    <a:pt x="583040" y="721713"/>
                  </a:lnTo>
                  <a:lnTo>
                    <a:pt x="583932" y="722094"/>
                  </a:lnTo>
                  <a:lnTo>
                    <a:pt x="585688" y="725281"/>
                  </a:lnTo>
                  <a:lnTo>
                    <a:pt x="585868" y="726980"/>
                  </a:lnTo>
                  <a:lnTo>
                    <a:pt x="585396" y="728079"/>
                  </a:lnTo>
                  <a:lnTo>
                    <a:pt x="584166" y="727607"/>
                  </a:lnTo>
                  <a:lnTo>
                    <a:pt x="585658" y="729985"/>
                  </a:lnTo>
                  <a:lnTo>
                    <a:pt x="585263" y="732452"/>
                  </a:lnTo>
                  <a:lnTo>
                    <a:pt x="584779" y="733430"/>
                  </a:lnTo>
                  <a:lnTo>
                    <a:pt x="583911" y="734055"/>
                  </a:lnTo>
                  <a:lnTo>
                    <a:pt x="583376" y="736191"/>
                  </a:lnTo>
                  <a:lnTo>
                    <a:pt x="584142" y="739746"/>
                  </a:lnTo>
                  <a:lnTo>
                    <a:pt x="584922" y="744311"/>
                  </a:lnTo>
                  <a:lnTo>
                    <a:pt x="585018" y="746511"/>
                  </a:lnTo>
                  <a:lnTo>
                    <a:pt x="583799" y="745562"/>
                  </a:lnTo>
                  <a:lnTo>
                    <a:pt x="581906" y="748351"/>
                  </a:lnTo>
                  <a:lnTo>
                    <a:pt x="580902" y="748580"/>
                  </a:lnTo>
                  <a:lnTo>
                    <a:pt x="580226" y="744914"/>
                  </a:lnTo>
                  <a:lnTo>
                    <a:pt x="579360" y="745491"/>
                  </a:lnTo>
                  <a:lnTo>
                    <a:pt x="578784" y="746559"/>
                  </a:lnTo>
                  <a:lnTo>
                    <a:pt x="578016" y="750496"/>
                  </a:lnTo>
                  <a:lnTo>
                    <a:pt x="577080" y="754050"/>
                  </a:lnTo>
                  <a:lnTo>
                    <a:pt x="576274" y="755028"/>
                  </a:lnTo>
                  <a:lnTo>
                    <a:pt x="575305" y="754748"/>
                  </a:lnTo>
                  <a:lnTo>
                    <a:pt x="574509" y="754849"/>
                  </a:lnTo>
                  <a:lnTo>
                    <a:pt x="574702" y="755810"/>
                  </a:lnTo>
                  <a:lnTo>
                    <a:pt x="575549" y="756982"/>
                  </a:lnTo>
                  <a:lnTo>
                    <a:pt x="575549" y="758351"/>
                  </a:lnTo>
                  <a:lnTo>
                    <a:pt x="573747" y="762691"/>
                  </a:lnTo>
                  <a:lnTo>
                    <a:pt x="573457" y="764366"/>
                  </a:lnTo>
                  <a:lnTo>
                    <a:pt x="573500" y="765797"/>
                  </a:lnTo>
                  <a:lnTo>
                    <a:pt x="572557" y="767532"/>
                  </a:lnTo>
                  <a:lnTo>
                    <a:pt x="573064" y="770446"/>
                  </a:lnTo>
                  <a:lnTo>
                    <a:pt x="572801" y="772506"/>
                  </a:lnTo>
                  <a:lnTo>
                    <a:pt x="571976" y="775285"/>
                  </a:lnTo>
                  <a:lnTo>
                    <a:pt x="571109" y="777121"/>
                  </a:lnTo>
                  <a:lnTo>
                    <a:pt x="570084" y="780097"/>
                  </a:lnTo>
                  <a:lnTo>
                    <a:pt x="568794" y="781824"/>
                  </a:lnTo>
                  <a:lnTo>
                    <a:pt x="567086" y="788057"/>
                  </a:lnTo>
                  <a:lnTo>
                    <a:pt x="566585" y="791174"/>
                  </a:lnTo>
                  <a:lnTo>
                    <a:pt x="566454" y="794397"/>
                  </a:lnTo>
                  <a:lnTo>
                    <a:pt x="565921" y="795512"/>
                  </a:lnTo>
                  <a:lnTo>
                    <a:pt x="565004" y="796915"/>
                  </a:lnTo>
                  <a:lnTo>
                    <a:pt x="563962" y="796203"/>
                  </a:lnTo>
                  <a:lnTo>
                    <a:pt x="563928" y="794059"/>
                  </a:lnTo>
                  <a:lnTo>
                    <a:pt x="563476" y="793873"/>
                  </a:lnTo>
                  <a:lnTo>
                    <a:pt x="563219" y="792467"/>
                  </a:lnTo>
                  <a:lnTo>
                    <a:pt x="563144" y="790673"/>
                  </a:lnTo>
                  <a:lnTo>
                    <a:pt x="563255" y="789232"/>
                  </a:lnTo>
                  <a:lnTo>
                    <a:pt x="562822" y="789672"/>
                  </a:lnTo>
                  <a:lnTo>
                    <a:pt x="562554" y="791350"/>
                  </a:lnTo>
                  <a:lnTo>
                    <a:pt x="561868" y="792710"/>
                  </a:lnTo>
                  <a:lnTo>
                    <a:pt x="561151" y="792161"/>
                  </a:lnTo>
                  <a:lnTo>
                    <a:pt x="560378" y="791047"/>
                  </a:lnTo>
                  <a:lnTo>
                    <a:pt x="560400" y="792657"/>
                  </a:lnTo>
                  <a:lnTo>
                    <a:pt x="560810" y="794270"/>
                  </a:lnTo>
                  <a:lnTo>
                    <a:pt x="560987" y="795886"/>
                  </a:lnTo>
                  <a:lnTo>
                    <a:pt x="562057" y="796234"/>
                  </a:lnTo>
                  <a:lnTo>
                    <a:pt x="562774" y="798089"/>
                  </a:lnTo>
                  <a:lnTo>
                    <a:pt x="563339" y="800939"/>
                  </a:lnTo>
                  <a:lnTo>
                    <a:pt x="563451" y="802004"/>
                  </a:lnTo>
                  <a:lnTo>
                    <a:pt x="563891" y="803280"/>
                  </a:lnTo>
                  <a:lnTo>
                    <a:pt x="563947" y="804367"/>
                  </a:lnTo>
                  <a:lnTo>
                    <a:pt x="562926" y="805373"/>
                  </a:lnTo>
                  <a:lnTo>
                    <a:pt x="561652" y="807255"/>
                  </a:lnTo>
                  <a:lnTo>
                    <a:pt x="560121" y="810479"/>
                  </a:lnTo>
                  <a:lnTo>
                    <a:pt x="558853" y="812626"/>
                  </a:lnTo>
                  <a:lnTo>
                    <a:pt x="557716" y="812644"/>
                  </a:lnTo>
                  <a:lnTo>
                    <a:pt x="557025" y="812393"/>
                  </a:lnTo>
                  <a:lnTo>
                    <a:pt x="556039" y="811157"/>
                  </a:lnTo>
                  <a:lnTo>
                    <a:pt x="554909" y="810643"/>
                  </a:lnTo>
                  <a:lnTo>
                    <a:pt x="556424" y="814986"/>
                  </a:lnTo>
                  <a:lnTo>
                    <a:pt x="557256" y="815757"/>
                  </a:lnTo>
                  <a:lnTo>
                    <a:pt x="558301" y="815591"/>
                  </a:lnTo>
                  <a:lnTo>
                    <a:pt x="559314" y="813970"/>
                  </a:lnTo>
                  <a:lnTo>
                    <a:pt x="560751" y="814136"/>
                  </a:lnTo>
                  <a:lnTo>
                    <a:pt x="561110" y="816644"/>
                  </a:lnTo>
                  <a:lnTo>
                    <a:pt x="560728" y="819475"/>
                  </a:lnTo>
                  <a:lnTo>
                    <a:pt x="559947" y="823145"/>
                  </a:lnTo>
                  <a:lnTo>
                    <a:pt x="559784" y="826320"/>
                  </a:lnTo>
                  <a:lnTo>
                    <a:pt x="560755" y="830864"/>
                  </a:lnTo>
                  <a:lnTo>
                    <a:pt x="560796" y="832232"/>
                  </a:lnTo>
                  <a:lnTo>
                    <a:pt x="560434" y="832916"/>
                  </a:lnTo>
                  <a:lnTo>
                    <a:pt x="559294" y="831716"/>
                  </a:lnTo>
                  <a:lnTo>
                    <a:pt x="558350" y="830209"/>
                  </a:lnTo>
                  <a:lnTo>
                    <a:pt x="557399" y="830603"/>
                  </a:lnTo>
                  <a:lnTo>
                    <a:pt x="556416" y="829961"/>
                  </a:lnTo>
                  <a:lnTo>
                    <a:pt x="555404" y="830499"/>
                  </a:lnTo>
                  <a:lnTo>
                    <a:pt x="554993" y="831548"/>
                  </a:lnTo>
                  <a:lnTo>
                    <a:pt x="555273" y="833280"/>
                  </a:lnTo>
                  <a:lnTo>
                    <a:pt x="556178" y="834718"/>
                  </a:lnTo>
                  <a:lnTo>
                    <a:pt x="556690" y="836929"/>
                  </a:lnTo>
                  <a:lnTo>
                    <a:pt x="556080" y="837705"/>
                  </a:lnTo>
                  <a:lnTo>
                    <a:pt x="553510" y="837188"/>
                  </a:lnTo>
                  <a:lnTo>
                    <a:pt x="552936" y="837607"/>
                  </a:lnTo>
                  <a:lnTo>
                    <a:pt x="552167" y="840044"/>
                  </a:lnTo>
                  <a:lnTo>
                    <a:pt x="552669" y="843649"/>
                  </a:lnTo>
                  <a:lnTo>
                    <a:pt x="552102" y="845891"/>
                  </a:lnTo>
                  <a:lnTo>
                    <a:pt x="551041" y="846417"/>
                  </a:lnTo>
                  <a:lnTo>
                    <a:pt x="549645" y="848229"/>
                  </a:lnTo>
                  <a:lnTo>
                    <a:pt x="548785" y="848650"/>
                  </a:lnTo>
                  <a:lnTo>
                    <a:pt x="548825" y="849432"/>
                  </a:lnTo>
                  <a:lnTo>
                    <a:pt x="549454" y="850223"/>
                  </a:lnTo>
                  <a:lnTo>
                    <a:pt x="549787" y="851292"/>
                  </a:lnTo>
                  <a:lnTo>
                    <a:pt x="549030" y="854977"/>
                  </a:lnTo>
                  <a:lnTo>
                    <a:pt x="547852" y="856190"/>
                  </a:lnTo>
                  <a:lnTo>
                    <a:pt x="546044" y="855589"/>
                  </a:lnTo>
                  <a:lnTo>
                    <a:pt x="544622" y="856415"/>
                  </a:lnTo>
                  <a:lnTo>
                    <a:pt x="543393" y="854847"/>
                  </a:lnTo>
                  <a:lnTo>
                    <a:pt x="542084" y="854812"/>
                  </a:lnTo>
                  <a:lnTo>
                    <a:pt x="541191" y="856795"/>
                  </a:lnTo>
                  <a:lnTo>
                    <a:pt x="541095" y="859098"/>
                  </a:lnTo>
                  <a:lnTo>
                    <a:pt x="540231" y="859327"/>
                  </a:lnTo>
                  <a:lnTo>
                    <a:pt x="539766" y="859161"/>
                  </a:lnTo>
                  <a:lnTo>
                    <a:pt x="539105" y="859324"/>
                  </a:lnTo>
                  <a:lnTo>
                    <a:pt x="539173" y="860561"/>
                  </a:lnTo>
                  <a:lnTo>
                    <a:pt x="539548" y="861641"/>
                  </a:lnTo>
                  <a:lnTo>
                    <a:pt x="541318" y="862122"/>
                  </a:lnTo>
                  <a:lnTo>
                    <a:pt x="541639" y="863673"/>
                  </a:lnTo>
                  <a:lnTo>
                    <a:pt x="541706" y="866068"/>
                  </a:lnTo>
                  <a:lnTo>
                    <a:pt x="539854" y="870194"/>
                  </a:lnTo>
                  <a:lnTo>
                    <a:pt x="539066" y="872976"/>
                  </a:lnTo>
                  <a:lnTo>
                    <a:pt x="537875" y="872903"/>
                  </a:lnTo>
                  <a:lnTo>
                    <a:pt x="536975" y="875135"/>
                  </a:lnTo>
                  <a:lnTo>
                    <a:pt x="536492" y="878164"/>
                  </a:lnTo>
                  <a:lnTo>
                    <a:pt x="535894" y="877566"/>
                  </a:lnTo>
                  <a:lnTo>
                    <a:pt x="534520" y="878051"/>
                  </a:lnTo>
                  <a:lnTo>
                    <a:pt x="534114" y="879495"/>
                  </a:lnTo>
                  <a:lnTo>
                    <a:pt x="534436" y="880092"/>
                  </a:lnTo>
                  <a:lnTo>
                    <a:pt x="534468" y="881134"/>
                  </a:lnTo>
                  <a:lnTo>
                    <a:pt x="533917" y="884539"/>
                  </a:lnTo>
                  <a:lnTo>
                    <a:pt x="533316" y="885495"/>
                  </a:lnTo>
                  <a:lnTo>
                    <a:pt x="533060" y="884103"/>
                  </a:lnTo>
                  <a:lnTo>
                    <a:pt x="532866" y="881945"/>
                  </a:lnTo>
                  <a:lnTo>
                    <a:pt x="532380" y="881780"/>
                  </a:lnTo>
                  <a:lnTo>
                    <a:pt x="531578" y="883770"/>
                  </a:lnTo>
                  <a:lnTo>
                    <a:pt x="530641" y="885195"/>
                  </a:lnTo>
                  <a:lnTo>
                    <a:pt x="529841" y="885787"/>
                  </a:lnTo>
                  <a:lnTo>
                    <a:pt x="529235" y="884467"/>
                  </a:lnTo>
                  <a:lnTo>
                    <a:pt x="527746" y="883780"/>
                  </a:lnTo>
                  <a:lnTo>
                    <a:pt x="527141" y="889501"/>
                  </a:lnTo>
                  <a:lnTo>
                    <a:pt x="525905" y="891586"/>
                  </a:lnTo>
                  <a:lnTo>
                    <a:pt x="525327" y="892236"/>
                  </a:lnTo>
                  <a:lnTo>
                    <a:pt x="524319" y="892433"/>
                  </a:lnTo>
                  <a:lnTo>
                    <a:pt x="524964" y="893215"/>
                  </a:lnTo>
                  <a:lnTo>
                    <a:pt x="525165" y="894681"/>
                  </a:lnTo>
                  <a:lnTo>
                    <a:pt x="524803" y="896146"/>
                  </a:lnTo>
                  <a:lnTo>
                    <a:pt x="523795" y="896439"/>
                  </a:lnTo>
                  <a:lnTo>
                    <a:pt x="523208" y="897579"/>
                  </a:lnTo>
                  <a:lnTo>
                    <a:pt x="522983" y="902694"/>
                  </a:lnTo>
                  <a:lnTo>
                    <a:pt x="522385" y="904487"/>
                  </a:lnTo>
                  <a:lnTo>
                    <a:pt x="520859" y="904630"/>
                  </a:lnTo>
                  <a:lnTo>
                    <a:pt x="519718" y="903440"/>
                  </a:lnTo>
                  <a:lnTo>
                    <a:pt x="519355" y="904379"/>
                  </a:lnTo>
                  <a:lnTo>
                    <a:pt x="519163" y="905293"/>
                  </a:lnTo>
                  <a:lnTo>
                    <a:pt x="518567" y="906214"/>
                  </a:lnTo>
                  <a:lnTo>
                    <a:pt x="517411" y="906461"/>
                  </a:lnTo>
                  <a:lnTo>
                    <a:pt x="514846" y="908752"/>
                  </a:lnTo>
                  <a:lnTo>
                    <a:pt x="513673" y="908092"/>
                  </a:lnTo>
                  <a:lnTo>
                    <a:pt x="512266" y="907220"/>
                  </a:lnTo>
                  <a:lnTo>
                    <a:pt x="511300" y="908068"/>
                  </a:lnTo>
                  <a:lnTo>
                    <a:pt x="510977" y="909827"/>
                  </a:lnTo>
                  <a:lnTo>
                    <a:pt x="510534" y="911197"/>
                  </a:lnTo>
                  <a:lnTo>
                    <a:pt x="509123" y="911197"/>
                  </a:lnTo>
                  <a:lnTo>
                    <a:pt x="507995" y="909508"/>
                  </a:lnTo>
                  <a:lnTo>
                    <a:pt x="506847" y="908288"/>
                  </a:lnTo>
                  <a:lnTo>
                    <a:pt x="505576" y="909340"/>
                  </a:lnTo>
                  <a:lnTo>
                    <a:pt x="504608" y="911489"/>
                  </a:lnTo>
                  <a:lnTo>
                    <a:pt x="503418" y="912208"/>
                  </a:lnTo>
                  <a:lnTo>
                    <a:pt x="503198" y="913541"/>
                  </a:lnTo>
                  <a:lnTo>
                    <a:pt x="502679" y="914212"/>
                  </a:lnTo>
                  <a:lnTo>
                    <a:pt x="501419" y="913931"/>
                  </a:lnTo>
                  <a:lnTo>
                    <a:pt x="500940" y="910609"/>
                  </a:lnTo>
                  <a:lnTo>
                    <a:pt x="500216" y="910120"/>
                  </a:lnTo>
                  <a:lnTo>
                    <a:pt x="499498" y="911800"/>
                  </a:lnTo>
                  <a:lnTo>
                    <a:pt x="499244" y="913111"/>
                  </a:lnTo>
                  <a:lnTo>
                    <a:pt x="498909" y="914099"/>
                  </a:lnTo>
                  <a:lnTo>
                    <a:pt x="499028" y="916809"/>
                  </a:lnTo>
                  <a:lnTo>
                    <a:pt x="498321" y="916864"/>
                  </a:lnTo>
                  <a:lnTo>
                    <a:pt x="497394" y="915203"/>
                  </a:lnTo>
                  <a:lnTo>
                    <a:pt x="496425" y="914909"/>
                  </a:lnTo>
                  <a:lnTo>
                    <a:pt x="495516" y="916453"/>
                  </a:lnTo>
                  <a:lnTo>
                    <a:pt x="495055" y="916069"/>
                  </a:lnTo>
                  <a:lnTo>
                    <a:pt x="494567" y="915743"/>
                  </a:lnTo>
                  <a:lnTo>
                    <a:pt x="493771" y="915743"/>
                  </a:lnTo>
                  <a:lnTo>
                    <a:pt x="493466" y="916148"/>
                  </a:lnTo>
                  <a:lnTo>
                    <a:pt x="492888" y="916394"/>
                  </a:lnTo>
                  <a:lnTo>
                    <a:pt x="492462" y="917311"/>
                  </a:lnTo>
                  <a:lnTo>
                    <a:pt x="491435" y="916746"/>
                  </a:lnTo>
                  <a:lnTo>
                    <a:pt x="490181" y="914495"/>
                  </a:lnTo>
                  <a:lnTo>
                    <a:pt x="489282" y="910759"/>
                  </a:lnTo>
                  <a:lnTo>
                    <a:pt x="488144" y="908750"/>
                  </a:lnTo>
                  <a:lnTo>
                    <a:pt x="487638" y="906983"/>
                  </a:lnTo>
                  <a:lnTo>
                    <a:pt x="487440" y="903808"/>
                  </a:lnTo>
                  <a:lnTo>
                    <a:pt x="487232" y="902297"/>
                  </a:lnTo>
                  <a:lnTo>
                    <a:pt x="487304" y="900615"/>
                  </a:lnTo>
                  <a:lnTo>
                    <a:pt x="487649" y="899121"/>
                  </a:lnTo>
                  <a:lnTo>
                    <a:pt x="486420" y="899872"/>
                  </a:lnTo>
                  <a:lnTo>
                    <a:pt x="485514" y="901261"/>
                  </a:lnTo>
                  <a:lnTo>
                    <a:pt x="485697" y="903016"/>
                  </a:lnTo>
                  <a:lnTo>
                    <a:pt x="485472" y="904645"/>
                  </a:lnTo>
                  <a:lnTo>
                    <a:pt x="484121" y="905489"/>
                  </a:lnTo>
                  <a:lnTo>
                    <a:pt x="484203" y="906174"/>
                  </a:lnTo>
                  <a:lnTo>
                    <a:pt x="484289" y="906890"/>
                  </a:lnTo>
                  <a:lnTo>
                    <a:pt x="485352" y="909112"/>
                  </a:lnTo>
                  <a:lnTo>
                    <a:pt x="485568" y="910982"/>
                  </a:lnTo>
                  <a:lnTo>
                    <a:pt x="485994" y="911979"/>
                  </a:lnTo>
                  <a:lnTo>
                    <a:pt x="486826" y="914884"/>
                  </a:lnTo>
                  <a:lnTo>
                    <a:pt x="486807" y="920496"/>
                  </a:lnTo>
                  <a:lnTo>
                    <a:pt x="487263" y="922081"/>
                  </a:lnTo>
                  <a:lnTo>
                    <a:pt x="487112" y="923654"/>
                  </a:lnTo>
                  <a:lnTo>
                    <a:pt x="486750" y="925815"/>
                  </a:lnTo>
                  <a:lnTo>
                    <a:pt x="486510" y="925170"/>
                  </a:lnTo>
                  <a:lnTo>
                    <a:pt x="486109" y="925300"/>
                  </a:lnTo>
                  <a:lnTo>
                    <a:pt x="485949" y="926011"/>
                  </a:lnTo>
                  <a:lnTo>
                    <a:pt x="485856" y="926692"/>
                  </a:lnTo>
                  <a:lnTo>
                    <a:pt x="485153" y="927167"/>
                  </a:lnTo>
                  <a:lnTo>
                    <a:pt x="484564" y="927567"/>
                  </a:lnTo>
                  <a:lnTo>
                    <a:pt x="484081" y="928141"/>
                  </a:lnTo>
                  <a:lnTo>
                    <a:pt x="483333" y="929815"/>
                  </a:lnTo>
                  <a:lnTo>
                    <a:pt x="481903" y="930222"/>
                  </a:lnTo>
                  <a:lnTo>
                    <a:pt x="481168" y="926293"/>
                  </a:lnTo>
                  <a:lnTo>
                    <a:pt x="480186" y="928912"/>
                  </a:lnTo>
                  <a:lnTo>
                    <a:pt x="479889" y="934263"/>
                  </a:lnTo>
                  <a:lnTo>
                    <a:pt x="479525" y="935176"/>
                  </a:lnTo>
                  <a:lnTo>
                    <a:pt x="478914" y="935941"/>
                  </a:lnTo>
                  <a:lnTo>
                    <a:pt x="477754" y="934074"/>
                  </a:lnTo>
                  <a:lnTo>
                    <a:pt x="476740" y="935323"/>
                  </a:lnTo>
                  <a:lnTo>
                    <a:pt x="475952" y="936590"/>
                  </a:lnTo>
                  <a:lnTo>
                    <a:pt x="475627" y="937760"/>
                  </a:lnTo>
                  <a:lnTo>
                    <a:pt x="475045" y="939031"/>
                  </a:lnTo>
                  <a:lnTo>
                    <a:pt x="473929" y="937807"/>
                  </a:lnTo>
                  <a:lnTo>
                    <a:pt x="473034" y="935965"/>
                  </a:lnTo>
                  <a:lnTo>
                    <a:pt x="473255" y="934585"/>
                  </a:lnTo>
                  <a:lnTo>
                    <a:pt x="473131" y="933676"/>
                  </a:lnTo>
                  <a:lnTo>
                    <a:pt x="472726" y="932989"/>
                  </a:lnTo>
                  <a:lnTo>
                    <a:pt x="472283" y="933087"/>
                  </a:lnTo>
                  <a:lnTo>
                    <a:pt x="472499" y="934876"/>
                  </a:lnTo>
                  <a:lnTo>
                    <a:pt x="472649" y="938311"/>
                  </a:lnTo>
                  <a:lnTo>
                    <a:pt x="472243" y="939306"/>
                  </a:lnTo>
                  <a:lnTo>
                    <a:pt x="471616" y="940070"/>
                  </a:lnTo>
                  <a:lnTo>
                    <a:pt x="470256" y="939437"/>
                  </a:lnTo>
                  <a:lnTo>
                    <a:pt x="469327" y="938156"/>
                  </a:lnTo>
                  <a:lnTo>
                    <a:pt x="468206" y="937076"/>
                  </a:lnTo>
                  <a:lnTo>
                    <a:pt x="467216" y="936880"/>
                  </a:lnTo>
                  <a:lnTo>
                    <a:pt x="467003" y="939049"/>
                  </a:lnTo>
                  <a:lnTo>
                    <a:pt x="466357" y="940796"/>
                  </a:lnTo>
                  <a:lnTo>
                    <a:pt x="465762" y="941014"/>
                  </a:lnTo>
                  <a:lnTo>
                    <a:pt x="465169" y="940734"/>
                  </a:lnTo>
                  <a:lnTo>
                    <a:pt x="464388" y="942626"/>
                  </a:lnTo>
                  <a:lnTo>
                    <a:pt x="464019" y="944006"/>
                  </a:lnTo>
                  <a:lnTo>
                    <a:pt x="463058" y="945466"/>
                  </a:lnTo>
                  <a:lnTo>
                    <a:pt x="460494" y="946175"/>
                  </a:lnTo>
                  <a:lnTo>
                    <a:pt x="459601" y="947622"/>
                  </a:lnTo>
                  <a:lnTo>
                    <a:pt x="458401" y="947393"/>
                  </a:lnTo>
                  <a:lnTo>
                    <a:pt x="457470" y="947738"/>
                  </a:lnTo>
                  <a:lnTo>
                    <a:pt x="456938" y="947664"/>
                  </a:lnTo>
                  <a:lnTo>
                    <a:pt x="456457" y="946888"/>
                  </a:lnTo>
                  <a:lnTo>
                    <a:pt x="455918" y="946866"/>
                  </a:lnTo>
                  <a:lnTo>
                    <a:pt x="455673" y="949273"/>
                  </a:lnTo>
                  <a:lnTo>
                    <a:pt x="454226" y="950287"/>
                  </a:lnTo>
                  <a:lnTo>
                    <a:pt x="452922" y="950565"/>
                  </a:lnTo>
                  <a:lnTo>
                    <a:pt x="451473" y="953740"/>
                  </a:lnTo>
                  <a:lnTo>
                    <a:pt x="450437" y="955662"/>
                  </a:lnTo>
                  <a:lnTo>
                    <a:pt x="449671" y="955858"/>
                  </a:lnTo>
                  <a:lnTo>
                    <a:pt x="449107" y="955174"/>
                  </a:lnTo>
                  <a:lnTo>
                    <a:pt x="448821" y="952327"/>
                  </a:lnTo>
                  <a:lnTo>
                    <a:pt x="448533" y="951995"/>
                  </a:lnTo>
                  <a:lnTo>
                    <a:pt x="448369" y="954667"/>
                  </a:lnTo>
                  <a:lnTo>
                    <a:pt x="448090" y="956894"/>
                  </a:lnTo>
                  <a:lnTo>
                    <a:pt x="447561" y="958106"/>
                  </a:lnTo>
                  <a:lnTo>
                    <a:pt x="445884" y="960874"/>
                  </a:lnTo>
                  <a:lnTo>
                    <a:pt x="445402" y="963623"/>
                  </a:lnTo>
                  <a:lnTo>
                    <a:pt x="445723" y="966165"/>
                  </a:lnTo>
                  <a:lnTo>
                    <a:pt x="447978" y="966786"/>
                  </a:lnTo>
                  <a:lnTo>
                    <a:pt x="448259" y="968177"/>
                  </a:lnTo>
                  <a:lnTo>
                    <a:pt x="448040" y="969314"/>
                  </a:lnTo>
                  <a:lnTo>
                    <a:pt x="447500" y="970263"/>
                  </a:lnTo>
                  <a:lnTo>
                    <a:pt x="447340" y="971688"/>
                  </a:lnTo>
                  <a:lnTo>
                    <a:pt x="449759" y="976222"/>
                  </a:lnTo>
                  <a:lnTo>
                    <a:pt x="449833" y="977943"/>
                  </a:lnTo>
                  <a:lnTo>
                    <a:pt x="449459" y="978923"/>
                  </a:lnTo>
                  <a:lnTo>
                    <a:pt x="449003" y="981034"/>
                  </a:lnTo>
                  <a:lnTo>
                    <a:pt x="447726" y="982824"/>
                  </a:lnTo>
                  <a:lnTo>
                    <a:pt x="445026" y="983743"/>
                  </a:lnTo>
                  <a:lnTo>
                    <a:pt x="442775" y="982815"/>
                  </a:lnTo>
                  <a:lnTo>
                    <a:pt x="442093" y="980778"/>
                  </a:lnTo>
                  <a:lnTo>
                    <a:pt x="442134" y="979328"/>
                  </a:lnTo>
                  <a:lnTo>
                    <a:pt x="442692" y="979749"/>
                  </a:lnTo>
                  <a:lnTo>
                    <a:pt x="443328" y="979620"/>
                  </a:lnTo>
                  <a:lnTo>
                    <a:pt x="443139" y="978294"/>
                  </a:lnTo>
                  <a:lnTo>
                    <a:pt x="442871" y="977519"/>
                  </a:lnTo>
                  <a:lnTo>
                    <a:pt x="441831" y="976339"/>
                  </a:lnTo>
                  <a:lnTo>
                    <a:pt x="440990" y="973160"/>
                  </a:lnTo>
                  <a:lnTo>
                    <a:pt x="441152" y="970512"/>
                  </a:lnTo>
                  <a:lnTo>
                    <a:pt x="440690" y="968467"/>
                  </a:lnTo>
                  <a:lnTo>
                    <a:pt x="440189" y="966751"/>
                  </a:lnTo>
                  <a:lnTo>
                    <a:pt x="439683" y="965721"/>
                  </a:lnTo>
                  <a:lnTo>
                    <a:pt x="439413" y="964443"/>
                  </a:lnTo>
                  <a:lnTo>
                    <a:pt x="439923" y="960429"/>
                  </a:lnTo>
                  <a:lnTo>
                    <a:pt x="439640" y="958097"/>
                  </a:lnTo>
                  <a:lnTo>
                    <a:pt x="440602" y="955239"/>
                  </a:lnTo>
                  <a:lnTo>
                    <a:pt x="440839" y="952015"/>
                  </a:lnTo>
                  <a:lnTo>
                    <a:pt x="442563" y="950863"/>
                  </a:lnTo>
                  <a:lnTo>
                    <a:pt x="442681" y="947787"/>
                  </a:lnTo>
                  <a:lnTo>
                    <a:pt x="441448" y="947697"/>
                  </a:lnTo>
                  <a:lnTo>
                    <a:pt x="440592" y="945438"/>
                  </a:lnTo>
                  <a:lnTo>
                    <a:pt x="440397" y="946386"/>
                  </a:lnTo>
                  <a:lnTo>
                    <a:pt x="439709" y="946485"/>
                  </a:lnTo>
                  <a:lnTo>
                    <a:pt x="438581" y="942131"/>
                  </a:lnTo>
                  <a:lnTo>
                    <a:pt x="438241" y="941581"/>
                  </a:lnTo>
                  <a:lnTo>
                    <a:pt x="437693" y="941497"/>
                  </a:lnTo>
                  <a:lnTo>
                    <a:pt x="437968" y="946091"/>
                  </a:lnTo>
                  <a:lnTo>
                    <a:pt x="436646" y="947818"/>
                  </a:lnTo>
                  <a:lnTo>
                    <a:pt x="435563" y="948573"/>
                  </a:lnTo>
                  <a:lnTo>
                    <a:pt x="434024" y="948885"/>
                  </a:lnTo>
                  <a:lnTo>
                    <a:pt x="433149" y="949413"/>
                  </a:lnTo>
                  <a:lnTo>
                    <a:pt x="432331" y="948977"/>
                  </a:lnTo>
                  <a:lnTo>
                    <a:pt x="432534" y="947586"/>
                  </a:lnTo>
                  <a:lnTo>
                    <a:pt x="432965" y="945924"/>
                  </a:lnTo>
                  <a:lnTo>
                    <a:pt x="432578" y="944539"/>
                  </a:lnTo>
                  <a:lnTo>
                    <a:pt x="431710" y="943474"/>
                  </a:lnTo>
                  <a:lnTo>
                    <a:pt x="430384" y="943536"/>
                  </a:lnTo>
                  <a:lnTo>
                    <a:pt x="429466" y="943239"/>
                  </a:lnTo>
                  <a:lnTo>
                    <a:pt x="428555" y="943357"/>
                  </a:lnTo>
                  <a:lnTo>
                    <a:pt x="428217" y="942742"/>
                  </a:lnTo>
                  <a:lnTo>
                    <a:pt x="427371" y="940574"/>
                  </a:lnTo>
                  <a:lnTo>
                    <a:pt x="426656" y="939220"/>
                  </a:lnTo>
                  <a:lnTo>
                    <a:pt x="426333" y="937876"/>
                  </a:lnTo>
                  <a:lnTo>
                    <a:pt x="426656" y="936312"/>
                  </a:lnTo>
                  <a:lnTo>
                    <a:pt x="426387" y="935362"/>
                  </a:lnTo>
                  <a:lnTo>
                    <a:pt x="424999" y="935256"/>
                  </a:lnTo>
                  <a:lnTo>
                    <a:pt x="425011" y="937496"/>
                  </a:lnTo>
                  <a:lnTo>
                    <a:pt x="425154" y="940138"/>
                  </a:lnTo>
                  <a:lnTo>
                    <a:pt x="425557" y="942148"/>
                  </a:lnTo>
                  <a:lnTo>
                    <a:pt x="425270" y="943269"/>
                  </a:lnTo>
                  <a:lnTo>
                    <a:pt x="424566" y="944041"/>
                  </a:lnTo>
                  <a:lnTo>
                    <a:pt x="423816" y="941917"/>
                  </a:lnTo>
                  <a:lnTo>
                    <a:pt x="423472" y="941393"/>
                  </a:lnTo>
                  <a:lnTo>
                    <a:pt x="423109" y="941494"/>
                  </a:lnTo>
                  <a:lnTo>
                    <a:pt x="422833" y="943610"/>
                  </a:lnTo>
                  <a:lnTo>
                    <a:pt x="422152" y="945487"/>
                  </a:lnTo>
                  <a:lnTo>
                    <a:pt x="420925" y="945286"/>
                  </a:lnTo>
                  <a:lnTo>
                    <a:pt x="419972" y="946445"/>
                  </a:lnTo>
                  <a:lnTo>
                    <a:pt x="418817" y="946977"/>
                  </a:lnTo>
                  <a:lnTo>
                    <a:pt x="418034" y="945428"/>
                  </a:lnTo>
                  <a:lnTo>
                    <a:pt x="416738" y="942923"/>
                  </a:lnTo>
                  <a:lnTo>
                    <a:pt x="416217" y="942631"/>
                  </a:lnTo>
                  <a:lnTo>
                    <a:pt x="414775" y="943846"/>
                  </a:lnTo>
                  <a:lnTo>
                    <a:pt x="412708" y="944306"/>
                  </a:lnTo>
                  <a:lnTo>
                    <a:pt x="412246" y="943008"/>
                  </a:lnTo>
                  <a:lnTo>
                    <a:pt x="411243" y="943995"/>
                  </a:lnTo>
                  <a:lnTo>
                    <a:pt x="410279" y="940988"/>
                  </a:lnTo>
                  <a:lnTo>
                    <a:pt x="409139" y="940797"/>
                  </a:lnTo>
                  <a:lnTo>
                    <a:pt x="407714" y="938519"/>
                  </a:lnTo>
                  <a:lnTo>
                    <a:pt x="407205" y="937317"/>
                  </a:lnTo>
                  <a:lnTo>
                    <a:pt x="407042" y="935587"/>
                  </a:lnTo>
                  <a:lnTo>
                    <a:pt x="406610" y="934686"/>
                  </a:lnTo>
                  <a:lnTo>
                    <a:pt x="406052" y="934798"/>
                  </a:lnTo>
                  <a:lnTo>
                    <a:pt x="405434" y="933878"/>
                  </a:lnTo>
                  <a:lnTo>
                    <a:pt x="404454" y="932970"/>
                  </a:lnTo>
                  <a:lnTo>
                    <a:pt x="403666" y="932428"/>
                  </a:lnTo>
                  <a:lnTo>
                    <a:pt x="403278" y="932846"/>
                  </a:lnTo>
                  <a:lnTo>
                    <a:pt x="402863" y="933061"/>
                  </a:lnTo>
                  <a:lnTo>
                    <a:pt x="402792" y="931900"/>
                  </a:lnTo>
                  <a:lnTo>
                    <a:pt x="402820" y="928405"/>
                  </a:lnTo>
                  <a:lnTo>
                    <a:pt x="402749" y="925303"/>
                  </a:lnTo>
                  <a:lnTo>
                    <a:pt x="402533" y="923909"/>
                  </a:lnTo>
                  <a:lnTo>
                    <a:pt x="402005" y="922849"/>
                  </a:lnTo>
                  <a:lnTo>
                    <a:pt x="401523" y="922341"/>
                  </a:lnTo>
                  <a:lnTo>
                    <a:pt x="401312" y="920754"/>
                  </a:lnTo>
                  <a:lnTo>
                    <a:pt x="401484" y="917623"/>
                  </a:lnTo>
                  <a:lnTo>
                    <a:pt x="401874" y="915499"/>
                  </a:lnTo>
                  <a:lnTo>
                    <a:pt x="402492" y="915121"/>
                  </a:lnTo>
                  <a:lnTo>
                    <a:pt x="403326" y="913593"/>
                  </a:lnTo>
                  <a:lnTo>
                    <a:pt x="403750" y="911430"/>
                  </a:lnTo>
                  <a:lnTo>
                    <a:pt x="404285" y="909422"/>
                  </a:lnTo>
                  <a:lnTo>
                    <a:pt x="402381" y="906604"/>
                  </a:lnTo>
                  <a:lnTo>
                    <a:pt x="401379" y="905597"/>
                  </a:lnTo>
                  <a:lnTo>
                    <a:pt x="400271" y="906024"/>
                  </a:lnTo>
                  <a:lnTo>
                    <a:pt x="398896" y="906923"/>
                  </a:lnTo>
                  <a:lnTo>
                    <a:pt x="398176" y="907100"/>
                  </a:lnTo>
                  <a:lnTo>
                    <a:pt x="397816" y="906747"/>
                  </a:lnTo>
                  <a:lnTo>
                    <a:pt x="397018" y="904215"/>
                  </a:lnTo>
                  <a:lnTo>
                    <a:pt x="396585" y="903773"/>
                  </a:lnTo>
                  <a:lnTo>
                    <a:pt x="395610" y="903612"/>
                  </a:lnTo>
                  <a:lnTo>
                    <a:pt x="394788" y="903635"/>
                  </a:lnTo>
                  <a:lnTo>
                    <a:pt x="394317" y="904737"/>
                  </a:lnTo>
                  <a:lnTo>
                    <a:pt x="393589" y="905106"/>
                  </a:lnTo>
                  <a:lnTo>
                    <a:pt x="392862" y="905170"/>
                  </a:lnTo>
                  <a:lnTo>
                    <a:pt x="392123" y="903795"/>
                  </a:lnTo>
                  <a:lnTo>
                    <a:pt x="391013" y="902004"/>
                  </a:lnTo>
                  <a:lnTo>
                    <a:pt x="389269" y="900742"/>
                  </a:lnTo>
                  <a:lnTo>
                    <a:pt x="389058" y="899285"/>
                  </a:lnTo>
                  <a:lnTo>
                    <a:pt x="388616" y="897545"/>
                  </a:lnTo>
                  <a:lnTo>
                    <a:pt x="387953" y="895934"/>
                  </a:lnTo>
                  <a:lnTo>
                    <a:pt x="386860" y="893798"/>
                  </a:lnTo>
                  <a:lnTo>
                    <a:pt x="385945" y="892688"/>
                  </a:lnTo>
                  <a:lnTo>
                    <a:pt x="385499" y="893370"/>
                  </a:lnTo>
                  <a:lnTo>
                    <a:pt x="384893" y="894584"/>
                  </a:lnTo>
                  <a:lnTo>
                    <a:pt x="382536" y="897146"/>
                  </a:lnTo>
                  <a:lnTo>
                    <a:pt x="381494" y="898145"/>
                  </a:lnTo>
                  <a:lnTo>
                    <a:pt x="380940" y="898859"/>
                  </a:lnTo>
                  <a:lnTo>
                    <a:pt x="380475" y="899928"/>
                  </a:lnTo>
                  <a:lnTo>
                    <a:pt x="380331" y="902570"/>
                  </a:lnTo>
                  <a:lnTo>
                    <a:pt x="380099" y="905515"/>
                  </a:lnTo>
                  <a:lnTo>
                    <a:pt x="379421" y="907011"/>
                  </a:lnTo>
                  <a:lnTo>
                    <a:pt x="378778" y="908142"/>
                  </a:lnTo>
                  <a:lnTo>
                    <a:pt x="378101" y="908260"/>
                  </a:lnTo>
                  <a:lnTo>
                    <a:pt x="377440" y="908207"/>
                  </a:lnTo>
                  <a:lnTo>
                    <a:pt x="376822" y="908677"/>
                  </a:lnTo>
                  <a:lnTo>
                    <a:pt x="374933" y="911634"/>
                  </a:lnTo>
                  <a:lnTo>
                    <a:pt x="374037" y="911399"/>
                  </a:lnTo>
                  <a:lnTo>
                    <a:pt x="373306" y="909729"/>
                  </a:lnTo>
                  <a:lnTo>
                    <a:pt x="372991" y="908520"/>
                  </a:lnTo>
                  <a:lnTo>
                    <a:pt x="372145" y="908794"/>
                  </a:lnTo>
                  <a:lnTo>
                    <a:pt x="371059" y="910208"/>
                  </a:lnTo>
                  <a:lnTo>
                    <a:pt x="370556" y="912748"/>
                  </a:lnTo>
                  <a:lnTo>
                    <a:pt x="370290" y="915118"/>
                  </a:lnTo>
                  <a:lnTo>
                    <a:pt x="370053" y="916171"/>
                  </a:lnTo>
                  <a:lnTo>
                    <a:pt x="369689" y="916479"/>
                  </a:lnTo>
                  <a:lnTo>
                    <a:pt x="369366" y="916534"/>
                  </a:lnTo>
                  <a:lnTo>
                    <a:pt x="365981" y="909684"/>
                  </a:lnTo>
                  <a:lnTo>
                    <a:pt x="365773" y="909329"/>
                  </a:lnTo>
                  <a:lnTo>
                    <a:pt x="365170" y="910736"/>
                  </a:lnTo>
                  <a:lnTo>
                    <a:pt x="364617" y="914366"/>
                  </a:lnTo>
                  <a:lnTo>
                    <a:pt x="364222" y="915063"/>
                  </a:lnTo>
                  <a:lnTo>
                    <a:pt x="363954" y="914785"/>
                  </a:lnTo>
                  <a:lnTo>
                    <a:pt x="362554" y="910137"/>
                  </a:lnTo>
                  <a:lnTo>
                    <a:pt x="362195" y="909692"/>
                  </a:lnTo>
                  <a:lnTo>
                    <a:pt x="361878" y="909850"/>
                  </a:lnTo>
                  <a:lnTo>
                    <a:pt x="361460" y="911354"/>
                  </a:lnTo>
                  <a:lnTo>
                    <a:pt x="360571" y="913570"/>
                  </a:lnTo>
                  <a:lnTo>
                    <a:pt x="359891" y="914916"/>
                  </a:lnTo>
                  <a:lnTo>
                    <a:pt x="359876" y="916415"/>
                  </a:lnTo>
                  <a:lnTo>
                    <a:pt x="359139" y="917737"/>
                  </a:lnTo>
                  <a:lnTo>
                    <a:pt x="358280" y="919053"/>
                  </a:lnTo>
                  <a:lnTo>
                    <a:pt x="357994" y="919193"/>
                  </a:lnTo>
                  <a:lnTo>
                    <a:pt x="357424" y="918663"/>
                  </a:lnTo>
                  <a:lnTo>
                    <a:pt x="356681" y="916913"/>
                  </a:lnTo>
                  <a:lnTo>
                    <a:pt x="356143" y="915088"/>
                  </a:lnTo>
                  <a:lnTo>
                    <a:pt x="354814" y="913276"/>
                  </a:lnTo>
                  <a:lnTo>
                    <a:pt x="353322" y="911742"/>
                  </a:lnTo>
                  <a:lnTo>
                    <a:pt x="352330" y="910541"/>
                  </a:lnTo>
                  <a:lnTo>
                    <a:pt x="351766" y="910249"/>
                  </a:lnTo>
                  <a:lnTo>
                    <a:pt x="351242" y="910784"/>
                  </a:lnTo>
                  <a:lnTo>
                    <a:pt x="350981" y="911517"/>
                  </a:lnTo>
                  <a:lnTo>
                    <a:pt x="350607" y="913330"/>
                  </a:lnTo>
                  <a:lnTo>
                    <a:pt x="349711" y="916304"/>
                  </a:lnTo>
                  <a:lnTo>
                    <a:pt x="348916" y="918667"/>
                  </a:lnTo>
                  <a:lnTo>
                    <a:pt x="348172" y="920185"/>
                  </a:lnTo>
                  <a:lnTo>
                    <a:pt x="347580" y="921233"/>
                  </a:lnTo>
                  <a:lnTo>
                    <a:pt x="347142" y="920256"/>
                  </a:lnTo>
                  <a:lnTo>
                    <a:pt x="346325" y="919460"/>
                  </a:lnTo>
                  <a:lnTo>
                    <a:pt x="345362" y="919454"/>
                  </a:lnTo>
                  <a:lnTo>
                    <a:pt x="344099" y="920959"/>
                  </a:lnTo>
                  <a:lnTo>
                    <a:pt x="343102" y="917949"/>
                  </a:lnTo>
                  <a:lnTo>
                    <a:pt x="342843" y="917803"/>
                  </a:lnTo>
                  <a:lnTo>
                    <a:pt x="342463" y="918060"/>
                  </a:lnTo>
                  <a:lnTo>
                    <a:pt x="342023" y="918777"/>
                  </a:lnTo>
                  <a:lnTo>
                    <a:pt x="341715" y="920458"/>
                  </a:lnTo>
                  <a:lnTo>
                    <a:pt x="341395" y="922762"/>
                  </a:lnTo>
                  <a:lnTo>
                    <a:pt x="340761" y="924271"/>
                  </a:lnTo>
                  <a:lnTo>
                    <a:pt x="340232" y="924942"/>
                  </a:lnTo>
                  <a:lnTo>
                    <a:pt x="340388" y="926237"/>
                  </a:lnTo>
                  <a:lnTo>
                    <a:pt x="340687" y="927639"/>
                  </a:lnTo>
                  <a:lnTo>
                    <a:pt x="340668" y="928865"/>
                  </a:lnTo>
                  <a:lnTo>
                    <a:pt x="340857" y="930805"/>
                  </a:lnTo>
                  <a:lnTo>
                    <a:pt x="341188" y="932742"/>
                  </a:lnTo>
                  <a:lnTo>
                    <a:pt x="342366" y="935911"/>
                  </a:lnTo>
                  <a:lnTo>
                    <a:pt x="342816" y="937564"/>
                  </a:lnTo>
                  <a:lnTo>
                    <a:pt x="342906" y="938998"/>
                  </a:lnTo>
                  <a:lnTo>
                    <a:pt x="342947" y="944087"/>
                  </a:lnTo>
                  <a:lnTo>
                    <a:pt x="342901" y="946212"/>
                  </a:lnTo>
                  <a:lnTo>
                    <a:pt x="342666" y="950314"/>
                  </a:lnTo>
                  <a:lnTo>
                    <a:pt x="342651" y="952681"/>
                  </a:lnTo>
                  <a:lnTo>
                    <a:pt x="343140" y="953745"/>
                  </a:lnTo>
                  <a:lnTo>
                    <a:pt x="343615" y="955014"/>
                  </a:lnTo>
                  <a:lnTo>
                    <a:pt x="343597" y="955705"/>
                  </a:lnTo>
                  <a:lnTo>
                    <a:pt x="343389" y="955954"/>
                  </a:lnTo>
                  <a:lnTo>
                    <a:pt x="342714" y="957365"/>
                  </a:lnTo>
                  <a:lnTo>
                    <a:pt x="342429" y="957550"/>
                  </a:lnTo>
                  <a:lnTo>
                    <a:pt x="341988" y="956974"/>
                  </a:lnTo>
                  <a:lnTo>
                    <a:pt x="341416" y="956537"/>
                  </a:lnTo>
                  <a:lnTo>
                    <a:pt x="340956" y="955972"/>
                  </a:lnTo>
                  <a:lnTo>
                    <a:pt x="340450" y="955064"/>
                  </a:lnTo>
                  <a:lnTo>
                    <a:pt x="339246" y="955167"/>
                  </a:lnTo>
                  <a:lnTo>
                    <a:pt x="337270" y="956546"/>
                  </a:lnTo>
                  <a:lnTo>
                    <a:pt x="336860" y="956156"/>
                  </a:lnTo>
                  <a:lnTo>
                    <a:pt x="336575" y="955376"/>
                  </a:lnTo>
                  <a:lnTo>
                    <a:pt x="336421" y="953766"/>
                  </a:lnTo>
                  <a:lnTo>
                    <a:pt x="336520" y="951868"/>
                  </a:lnTo>
                  <a:lnTo>
                    <a:pt x="336345" y="950661"/>
                  </a:lnTo>
                  <a:lnTo>
                    <a:pt x="335977" y="949945"/>
                  </a:lnTo>
                  <a:lnTo>
                    <a:pt x="336237" y="946560"/>
                  </a:lnTo>
                  <a:lnTo>
                    <a:pt x="335532" y="945218"/>
                  </a:lnTo>
                  <a:lnTo>
                    <a:pt x="335635" y="944800"/>
                  </a:lnTo>
                  <a:lnTo>
                    <a:pt x="335401" y="941151"/>
                  </a:lnTo>
                  <a:lnTo>
                    <a:pt x="335435" y="940252"/>
                  </a:lnTo>
                  <a:lnTo>
                    <a:pt x="335311" y="939940"/>
                  </a:lnTo>
                  <a:lnTo>
                    <a:pt x="334812" y="939652"/>
                  </a:lnTo>
                  <a:lnTo>
                    <a:pt x="334076" y="940228"/>
                  </a:lnTo>
                  <a:lnTo>
                    <a:pt x="331831" y="942627"/>
                  </a:lnTo>
                  <a:lnTo>
                    <a:pt x="329905" y="947067"/>
                  </a:lnTo>
                  <a:lnTo>
                    <a:pt x="329021" y="948046"/>
                  </a:lnTo>
                  <a:lnTo>
                    <a:pt x="328128" y="948450"/>
                  </a:lnTo>
                  <a:lnTo>
                    <a:pt x="327085" y="947683"/>
                  </a:lnTo>
                  <a:lnTo>
                    <a:pt x="325925" y="947182"/>
                  </a:lnTo>
                  <a:lnTo>
                    <a:pt x="324270" y="948306"/>
                  </a:lnTo>
                  <a:lnTo>
                    <a:pt x="323452" y="947788"/>
                  </a:lnTo>
                  <a:lnTo>
                    <a:pt x="323076" y="946882"/>
                  </a:lnTo>
                  <a:lnTo>
                    <a:pt x="322740" y="945501"/>
                  </a:lnTo>
                  <a:lnTo>
                    <a:pt x="322942" y="943754"/>
                  </a:lnTo>
                  <a:lnTo>
                    <a:pt x="322817" y="942465"/>
                  </a:lnTo>
                  <a:lnTo>
                    <a:pt x="322155" y="941812"/>
                  </a:lnTo>
                  <a:lnTo>
                    <a:pt x="321387" y="941255"/>
                  </a:lnTo>
                  <a:lnTo>
                    <a:pt x="320930" y="939567"/>
                  </a:lnTo>
                  <a:lnTo>
                    <a:pt x="320746" y="937733"/>
                  </a:lnTo>
                  <a:lnTo>
                    <a:pt x="320927" y="935345"/>
                  </a:lnTo>
                  <a:lnTo>
                    <a:pt x="321017" y="932783"/>
                  </a:lnTo>
                  <a:lnTo>
                    <a:pt x="320649" y="931610"/>
                  </a:lnTo>
                  <a:lnTo>
                    <a:pt x="319525" y="930969"/>
                  </a:lnTo>
                  <a:lnTo>
                    <a:pt x="316689" y="929803"/>
                  </a:lnTo>
                  <a:lnTo>
                    <a:pt x="314202" y="929164"/>
                  </a:lnTo>
                  <a:lnTo>
                    <a:pt x="313160" y="929464"/>
                  </a:lnTo>
                  <a:lnTo>
                    <a:pt x="312310" y="929183"/>
                  </a:lnTo>
                  <a:lnTo>
                    <a:pt x="311817" y="928715"/>
                  </a:lnTo>
                  <a:lnTo>
                    <a:pt x="311579" y="927907"/>
                  </a:lnTo>
                  <a:lnTo>
                    <a:pt x="311566" y="926750"/>
                  </a:lnTo>
                  <a:lnTo>
                    <a:pt x="311968" y="924088"/>
                  </a:lnTo>
                  <a:lnTo>
                    <a:pt x="312428" y="921494"/>
                  </a:lnTo>
                  <a:lnTo>
                    <a:pt x="313581" y="917721"/>
                  </a:lnTo>
                  <a:lnTo>
                    <a:pt x="313648" y="915107"/>
                  </a:lnTo>
                  <a:lnTo>
                    <a:pt x="313588" y="912088"/>
                  </a:lnTo>
                  <a:lnTo>
                    <a:pt x="314159" y="908057"/>
                  </a:lnTo>
                  <a:lnTo>
                    <a:pt x="315154" y="905037"/>
                  </a:lnTo>
                  <a:lnTo>
                    <a:pt x="315646" y="904096"/>
                  </a:lnTo>
                  <a:lnTo>
                    <a:pt x="315526" y="902753"/>
                  </a:lnTo>
                  <a:lnTo>
                    <a:pt x="315127" y="901522"/>
                  </a:lnTo>
                  <a:lnTo>
                    <a:pt x="314561" y="900843"/>
                  </a:lnTo>
                  <a:lnTo>
                    <a:pt x="313619" y="900055"/>
                  </a:lnTo>
                  <a:lnTo>
                    <a:pt x="312150" y="899836"/>
                  </a:lnTo>
                  <a:lnTo>
                    <a:pt x="310137" y="899031"/>
                  </a:lnTo>
                  <a:lnTo>
                    <a:pt x="307805" y="897237"/>
                  </a:lnTo>
                  <a:lnTo>
                    <a:pt x="308071" y="893803"/>
                  </a:lnTo>
                  <a:lnTo>
                    <a:pt x="308035" y="891651"/>
                  </a:lnTo>
                  <a:lnTo>
                    <a:pt x="307746" y="889885"/>
                  </a:lnTo>
                  <a:lnTo>
                    <a:pt x="307268" y="888631"/>
                  </a:lnTo>
                  <a:lnTo>
                    <a:pt x="307002" y="887511"/>
                  </a:lnTo>
                  <a:lnTo>
                    <a:pt x="307421" y="884439"/>
                  </a:lnTo>
                  <a:lnTo>
                    <a:pt x="306878" y="881086"/>
                  </a:lnTo>
                  <a:lnTo>
                    <a:pt x="306237" y="879749"/>
                  </a:lnTo>
                  <a:lnTo>
                    <a:pt x="305576" y="878014"/>
                  </a:lnTo>
                  <a:lnTo>
                    <a:pt x="305526" y="876145"/>
                  </a:lnTo>
                  <a:lnTo>
                    <a:pt x="305828" y="874402"/>
                  </a:lnTo>
                  <a:lnTo>
                    <a:pt x="307442" y="870663"/>
                  </a:lnTo>
                  <a:lnTo>
                    <a:pt x="307455" y="869759"/>
                  </a:lnTo>
                  <a:lnTo>
                    <a:pt x="307057" y="869832"/>
                  </a:lnTo>
                  <a:lnTo>
                    <a:pt x="306594" y="869910"/>
                  </a:lnTo>
                  <a:lnTo>
                    <a:pt x="304388" y="871276"/>
                  </a:lnTo>
                  <a:lnTo>
                    <a:pt x="304154" y="870419"/>
                  </a:lnTo>
                  <a:lnTo>
                    <a:pt x="303365" y="869922"/>
                  </a:lnTo>
                  <a:lnTo>
                    <a:pt x="301754" y="869822"/>
                  </a:lnTo>
                  <a:lnTo>
                    <a:pt x="299868" y="870070"/>
                  </a:lnTo>
                  <a:lnTo>
                    <a:pt x="297484" y="871406"/>
                  </a:lnTo>
                  <a:lnTo>
                    <a:pt x="295300" y="873745"/>
                  </a:lnTo>
                  <a:lnTo>
                    <a:pt x="294300" y="875352"/>
                  </a:lnTo>
                  <a:lnTo>
                    <a:pt x="293452" y="876351"/>
                  </a:lnTo>
                  <a:lnTo>
                    <a:pt x="292765" y="876674"/>
                  </a:lnTo>
                  <a:lnTo>
                    <a:pt x="291971" y="875969"/>
                  </a:lnTo>
                  <a:lnTo>
                    <a:pt x="292017" y="873680"/>
                  </a:lnTo>
                  <a:lnTo>
                    <a:pt x="293508" y="869474"/>
                  </a:lnTo>
                  <a:lnTo>
                    <a:pt x="293722" y="866580"/>
                  </a:lnTo>
                  <a:lnTo>
                    <a:pt x="293265" y="864098"/>
                  </a:lnTo>
                  <a:lnTo>
                    <a:pt x="293215" y="862112"/>
                  </a:lnTo>
                  <a:lnTo>
                    <a:pt x="292691" y="860842"/>
                  </a:lnTo>
                  <a:lnTo>
                    <a:pt x="291956" y="860224"/>
                  </a:lnTo>
                  <a:lnTo>
                    <a:pt x="291568" y="858810"/>
                  </a:lnTo>
                  <a:lnTo>
                    <a:pt x="291543" y="854688"/>
                  </a:lnTo>
                  <a:lnTo>
                    <a:pt x="292200" y="850445"/>
                  </a:lnTo>
                  <a:lnTo>
                    <a:pt x="293265" y="849106"/>
                  </a:lnTo>
                  <a:lnTo>
                    <a:pt x="293912" y="848460"/>
                  </a:lnTo>
                  <a:lnTo>
                    <a:pt x="294084" y="847636"/>
                  </a:lnTo>
                  <a:lnTo>
                    <a:pt x="293753" y="844666"/>
                  </a:lnTo>
                  <a:lnTo>
                    <a:pt x="293804" y="842776"/>
                  </a:lnTo>
                  <a:lnTo>
                    <a:pt x="294443" y="839120"/>
                  </a:lnTo>
                  <a:lnTo>
                    <a:pt x="295079" y="836349"/>
                  </a:lnTo>
                  <a:lnTo>
                    <a:pt x="296279" y="836813"/>
                  </a:lnTo>
                  <a:lnTo>
                    <a:pt x="296815" y="836128"/>
                  </a:lnTo>
                  <a:lnTo>
                    <a:pt x="297409" y="835147"/>
                  </a:lnTo>
                  <a:lnTo>
                    <a:pt x="298059" y="833479"/>
                  </a:lnTo>
                  <a:lnTo>
                    <a:pt x="298492" y="831506"/>
                  </a:lnTo>
                  <a:lnTo>
                    <a:pt x="299020" y="826915"/>
                  </a:lnTo>
                  <a:lnTo>
                    <a:pt x="299381" y="826223"/>
                  </a:lnTo>
                  <a:lnTo>
                    <a:pt x="300893" y="826982"/>
                  </a:lnTo>
                  <a:lnTo>
                    <a:pt x="301346" y="826452"/>
                  </a:lnTo>
                  <a:lnTo>
                    <a:pt x="302173" y="823757"/>
                  </a:lnTo>
                  <a:lnTo>
                    <a:pt x="302952" y="820480"/>
                  </a:lnTo>
                  <a:lnTo>
                    <a:pt x="304084" y="819465"/>
                  </a:lnTo>
                  <a:lnTo>
                    <a:pt x="304900" y="819362"/>
                  </a:lnTo>
                  <a:lnTo>
                    <a:pt x="305276" y="818273"/>
                  </a:lnTo>
                  <a:lnTo>
                    <a:pt x="305257" y="816671"/>
                  </a:lnTo>
                  <a:lnTo>
                    <a:pt x="304481" y="814132"/>
                  </a:lnTo>
                  <a:lnTo>
                    <a:pt x="304153" y="812102"/>
                  </a:lnTo>
                  <a:lnTo>
                    <a:pt x="304249" y="810871"/>
                  </a:lnTo>
                  <a:lnTo>
                    <a:pt x="305361" y="810121"/>
                  </a:lnTo>
                  <a:lnTo>
                    <a:pt x="305633" y="808646"/>
                  </a:lnTo>
                  <a:lnTo>
                    <a:pt x="305467" y="805420"/>
                  </a:lnTo>
                  <a:lnTo>
                    <a:pt x="305925" y="801545"/>
                  </a:lnTo>
                  <a:lnTo>
                    <a:pt x="306197" y="797003"/>
                  </a:lnTo>
                  <a:lnTo>
                    <a:pt x="306289" y="793612"/>
                  </a:lnTo>
                  <a:lnTo>
                    <a:pt x="306278" y="791024"/>
                  </a:lnTo>
                  <a:lnTo>
                    <a:pt x="306169" y="788316"/>
                  </a:lnTo>
                  <a:lnTo>
                    <a:pt x="306010" y="783365"/>
                  </a:lnTo>
                  <a:lnTo>
                    <a:pt x="305502" y="779060"/>
                  </a:lnTo>
                  <a:lnTo>
                    <a:pt x="305595" y="777444"/>
                  </a:lnTo>
                  <a:lnTo>
                    <a:pt x="305526" y="772225"/>
                  </a:lnTo>
                  <a:lnTo>
                    <a:pt x="305214" y="767777"/>
                  </a:lnTo>
                  <a:lnTo>
                    <a:pt x="304588" y="766998"/>
                  </a:lnTo>
                  <a:lnTo>
                    <a:pt x="303427" y="765555"/>
                  </a:lnTo>
                  <a:lnTo>
                    <a:pt x="302793" y="765272"/>
                  </a:lnTo>
                  <a:lnTo>
                    <a:pt x="302261" y="765797"/>
                  </a:lnTo>
                  <a:lnTo>
                    <a:pt x="302060" y="767345"/>
                  </a:lnTo>
                  <a:lnTo>
                    <a:pt x="301550" y="768793"/>
                  </a:lnTo>
                  <a:lnTo>
                    <a:pt x="300920" y="768438"/>
                  </a:lnTo>
                  <a:lnTo>
                    <a:pt x="300620" y="766991"/>
                  </a:lnTo>
                  <a:lnTo>
                    <a:pt x="300216" y="765096"/>
                  </a:lnTo>
                  <a:lnTo>
                    <a:pt x="298868" y="756102"/>
                  </a:lnTo>
                  <a:lnTo>
                    <a:pt x="298721" y="753512"/>
                  </a:lnTo>
                  <a:lnTo>
                    <a:pt x="298484" y="750939"/>
                  </a:lnTo>
                  <a:lnTo>
                    <a:pt x="298029" y="749651"/>
                  </a:lnTo>
                  <a:lnTo>
                    <a:pt x="297550" y="748893"/>
                  </a:lnTo>
                  <a:lnTo>
                    <a:pt x="296475" y="745870"/>
                  </a:lnTo>
                  <a:lnTo>
                    <a:pt x="295908" y="744609"/>
                  </a:lnTo>
                  <a:lnTo>
                    <a:pt x="295632" y="744400"/>
                  </a:lnTo>
                  <a:lnTo>
                    <a:pt x="295042" y="744614"/>
                  </a:lnTo>
                  <a:lnTo>
                    <a:pt x="294464" y="744620"/>
                  </a:lnTo>
                  <a:lnTo>
                    <a:pt x="293989" y="743113"/>
                  </a:lnTo>
                  <a:lnTo>
                    <a:pt x="293557" y="741275"/>
                  </a:lnTo>
                  <a:lnTo>
                    <a:pt x="293121" y="740369"/>
                  </a:lnTo>
                  <a:lnTo>
                    <a:pt x="292394" y="739865"/>
                  </a:lnTo>
                  <a:lnTo>
                    <a:pt x="291646" y="740067"/>
                  </a:lnTo>
                  <a:lnTo>
                    <a:pt x="291211" y="741659"/>
                  </a:lnTo>
                  <a:lnTo>
                    <a:pt x="290913" y="742566"/>
                  </a:lnTo>
                  <a:lnTo>
                    <a:pt x="290349" y="744686"/>
                  </a:lnTo>
                  <a:lnTo>
                    <a:pt x="289435" y="747623"/>
                  </a:lnTo>
                  <a:lnTo>
                    <a:pt x="289021" y="748703"/>
                  </a:lnTo>
                  <a:lnTo>
                    <a:pt x="288619" y="748146"/>
                  </a:lnTo>
                  <a:lnTo>
                    <a:pt x="286860" y="745087"/>
                  </a:lnTo>
                  <a:lnTo>
                    <a:pt x="286010" y="744242"/>
                  </a:lnTo>
                  <a:lnTo>
                    <a:pt x="284858" y="745165"/>
                  </a:lnTo>
                  <a:lnTo>
                    <a:pt x="283056" y="744435"/>
                  </a:lnTo>
                  <a:lnTo>
                    <a:pt x="282358" y="744298"/>
                  </a:lnTo>
                  <a:lnTo>
                    <a:pt x="280860" y="741854"/>
                  </a:lnTo>
                  <a:lnTo>
                    <a:pt x="280248" y="741554"/>
                  </a:lnTo>
                  <a:lnTo>
                    <a:pt x="278117" y="743146"/>
                  </a:lnTo>
                  <a:lnTo>
                    <a:pt x="277645" y="744272"/>
                  </a:lnTo>
                  <a:lnTo>
                    <a:pt x="277369" y="744291"/>
                  </a:lnTo>
                  <a:lnTo>
                    <a:pt x="276802" y="743722"/>
                  </a:lnTo>
                  <a:lnTo>
                    <a:pt x="276334" y="742968"/>
                  </a:lnTo>
                  <a:lnTo>
                    <a:pt x="276303" y="742491"/>
                  </a:lnTo>
                  <a:lnTo>
                    <a:pt x="276879" y="741298"/>
                  </a:lnTo>
                  <a:lnTo>
                    <a:pt x="276924" y="740463"/>
                  </a:lnTo>
                  <a:lnTo>
                    <a:pt x="276893" y="739619"/>
                  </a:lnTo>
                  <a:lnTo>
                    <a:pt x="277725" y="737221"/>
                  </a:lnTo>
                  <a:lnTo>
                    <a:pt x="279983" y="732578"/>
                  </a:lnTo>
                  <a:lnTo>
                    <a:pt x="279607" y="730630"/>
                  </a:lnTo>
                  <a:lnTo>
                    <a:pt x="278719" y="726796"/>
                  </a:lnTo>
                  <a:lnTo>
                    <a:pt x="278596" y="724937"/>
                  </a:lnTo>
                  <a:lnTo>
                    <a:pt x="278214" y="724097"/>
                  </a:lnTo>
                  <a:lnTo>
                    <a:pt x="277131" y="724784"/>
                  </a:lnTo>
                  <a:lnTo>
                    <a:pt x="274881" y="728262"/>
                  </a:lnTo>
                  <a:lnTo>
                    <a:pt x="274575" y="727881"/>
                  </a:lnTo>
                  <a:lnTo>
                    <a:pt x="274627" y="726674"/>
                  </a:lnTo>
                  <a:lnTo>
                    <a:pt x="274395" y="723169"/>
                  </a:lnTo>
                  <a:lnTo>
                    <a:pt x="275108" y="722117"/>
                  </a:lnTo>
                  <a:lnTo>
                    <a:pt x="276201" y="720830"/>
                  </a:lnTo>
                  <a:lnTo>
                    <a:pt x="277044" y="719395"/>
                  </a:lnTo>
                  <a:lnTo>
                    <a:pt x="277241" y="718235"/>
                  </a:lnTo>
                  <a:lnTo>
                    <a:pt x="277014" y="717883"/>
                  </a:lnTo>
                  <a:lnTo>
                    <a:pt x="275767" y="718331"/>
                  </a:lnTo>
                  <a:lnTo>
                    <a:pt x="275277" y="717544"/>
                  </a:lnTo>
                  <a:lnTo>
                    <a:pt x="274470" y="714325"/>
                  </a:lnTo>
                  <a:lnTo>
                    <a:pt x="273874" y="713062"/>
                  </a:lnTo>
                  <a:lnTo>
                    <a:pt x="273335" y="712381"/>
                  </a:lnTo>
                  <a:lnTo>
                    <a:pt x="271503" y="714043"/>
                  </a:lnTo>
                  <a:lnTo>
                    <a:pt x="269374" y="716321"/>
                  </a:lnTo>
                  <a:lnTo>
                    <a:pt x="267003" y="719497"/>
                  </a:lnTo>
                  <a:lnTo>
                    <a:pt x="267017" y="721127"/>
                  </a:lnTo>
                  <a:lnTo>
                    <a:pt x="266734" y="721546"/>
                  </a:lnTo>
                  <a:lnTo>
                    <a:pt x="266281" y="722572"/>
                  </a:lnTo>
                  <a:lnTo>
                    <a:pt x="265838" y="723990"/>
                  </a:lnTo>
                  <a:lnTo>
                    <a:pt x="265461" y="724489"/>
                  </a:lnTo>
                  <a:lnTo>
                    <a:pt x="265020" y="724534"/>
                  </a:lnTo>
                  <a:lnTo>
                    <a:pt x="264118" y="724130"/>
                  </a:lnTo>
                  <a:lnTo>
                    <a:pt x="262480" y="722520"/>
                  </a:lnTo>
                  <a:lnTo>
                    <a:pt x="260702" y="721187"/>
                  </a:lnTo>
                  <a:lnTo>
                    <a:pt x="260320" y="721338"/>
                  </a:lnTo>
                  <a:lnTo>
                    <a:pt x="257907" y="720397"/>
                  </a:lnTo>
                  <a:lnTo>
                    <a:pt x="257829" y="719647"/>
                  </a:lnTo>
                  <a:lnTo>
                    <a:pt x="257467" y="718160"/>
                  </a:lnTo>
                  <a:lnTo>
                    <a:pt x="256781" y="716818"/>
                  </a:lnTo>
                  <a:lnTo>
                    <a:pt x="256123" y="716363"/>
                  </a:lnTo>
                  <a:lnTo>
                    <a:pt x="254234" y="719206"/>
                  </a:lnTo>
                  <a:lnTo>
                    <a:pt x="252103" y="721321"/>
                  </a:lnTo>
                  <a:lnTo>
                    <a:pt x="250887" y="723824"/>
                  </a:lnTo>
                  <a:lnTo>
                    <a:pt x="249889" y="726307"/>
                  </a:lnTo>
                  <a:lnTo>
                    <a:pt x="248745" y="726791"/>
                  </a:lnTo>
                  <a:lnTo>
                    <a:pt x="248691" y="728327"/>
                  </a:lnTo>
                  <a:lnTo>
                    <a:pt x="248208" y="729708"/>
                  </a:lnTo>
                  <a:lnTo>
                    <a:pt x="247338" y="731409"/>
                  </a:lnTo>
                  <a:lnTo>
                    <a:pt x="245614" y="733579"/>
                  </a:lnTo>
                  <a:lnTo>
                    <a:pt x="244446" y="734748"/>
                  </a:lnTo>
                  <a:lnTo>
                    <a:pt x="240736" y="735817"/>
                  </a:lnTo>
                  <a:lnTo>
                    <a:pt x="239413" y="736543"/>
                  </a:lnTo>
                  <a:lnTo>
                    <a:pt x="238859" y="737685"/>
                  </a:lnTo>
                  <a:lnTo>
                    <a:pt x="238266" y="740584"/>
                  </a:lnTo>
                  <a:lnTo>
                    <a:pt x="237795" y="743256"/>
                  </a:lnTo>
                  <a:lnTo>
                    <a:pt x="236768" y="745462"/>
                  </a:lnTo>
                  <a:lnTo>
                    <a:pt x="234902" y="748403"/>
                  </a:lnTo>
                  <a:lnTo>
                    <a:pt x="232709" y="750796"/>
                  </a:lnTo>
                  <a:lnTo>
                    <a:pt x="232108" y="752385"/>
                  </a:lnTo>
                  <a:lnTo>
                    <a:pt x="231997" y="753326"/>
                  </a:lnTo>
                  <a:lnTo>
                    <a:pt x="232267" y="753670"/>
                  </a:lnTo>
                  <a:lnTo>
                    <a:pt x="232534" y="754383"/>
                  </a:lnTo>
                  <a:lnTo>
                    <a:pt x="232537" y="755470"/>
                  </a:lnTo>
                  <a:lnTo>
                    <a:pt x="232252" y="756653"/>
                  </a:lnTo>
                  <a:lnTo>
                    <a:pt x="230817" y="758713"/>
                  </a:lnTo>
                  <a:lnTo>
                    <a:pt x="230013" y="759696"/>
                  </a:lnTo>
                  <a:lnTo>
                    <a:pt x="229211" y="760326"/>
                  </a:lnTo>
                  <a:lnTo>
                    <a:pt x="228311" y="760440"/>
                  </a:lnTo>
                  <a:lnTo>
                    <a:pt x="227447" y="760160"/>
                  </a:lnTo>
                  <a:lnTo>
                    <a:pt x="227208" y="759827"/>
                  </a:lnTo>
                  <a:lnTo>
                    <a:pt x="226864" y="760257"/>
                  </a:lnTo>
                  <a:lnTo>
                    <a:pt x="226076" y="760691"/>
                  </a:lnTo>
                  <a:lnTo>
                    <a:pt x="225389" y="760828"/>
                  </a:lnTo>
                  <a:lnTo>
                    <a:pt x="223882" y="763111"/>
                  </a:lnTo>
                  <a:lnTo>
                    <a:pt x="223051" y="763131"/>
                  </a:lnTo>
                  <a:lnTo>
                    <a:pt x="222019" y="762636"/>
                  </a:lnTo>
                  <a:lnTo>
                    <a:pt x="220652" y="762241"/>
                  </a:lnTo>
                  <a:lnTo>
                    <a:pt x="219669" y="762236"/>
                  </a:lnTo>
                  <a:lnTo>
                    <a:pt x="219638" y="761027"/>
                  </a:lnTo>
                  <a:lnTo>
                    <a:pt x="219791" y="757412"/>
                  </a:lnTo>
                  <a:lnTo>
                    <a:pt x="219348" y="756570"/>
                  </a:lnTo>
                  <a:lnTo>
                    <a:pt x="217980" y="755682"/>
                  </a:lnTo>
                  <a:lnTo>
                    <a:pt x="216448" y="754504"/>
                  </a:lnTo>
                  <a:lnTo>
                    <a:pt x="215707" y="753252"/>
                  </a:lnTo>
                  <a:lnTo>
                    <a:pt x="215295" y="752828"/>
                  </a:lnTo>
                  <a:lnTo>
                    <a:pt x="214721" y="753038"/>
                  </a:lnTo>
                  <a:lnTo>
                    <a:pt x="213795" y="754353"/>
                  </a:lnTo>
                  <a:lnTo>
                    <a:pt x="212915" y="755898"/>
                  </a:lnTo>
                  <a:lnTo>
                    <a:pt x="212221" y="756028"/>
                  </a:lnTo>
                  <a:lnTo>
                    <a:pt x="211511" y="755304"/>
                  </a:lnTo>
                  <a:lnTo>
                    <a:pt x="210830" y="754360"/>
                  </a:lnTo>
                  <a:lnTo>
                    <a:pt x="208503" y="753024"/>
                  </a:lnTo>
                  <a:lnTo>
                    <a:pt x="207459" y="752822"/>
                  </a:lnTo>
                  <a:lnTo>
                    <a:pt x="205598" y="753050"/>
                  </a:lnTo>
                  <a:lnTo>
                    <a:pt x="204079" y="752773"/>
                  </a:lnTo>
                  <a:lnTo>
                    <a:pt x="203840" y="752366"/>
                  </a:lnTo>
                  <a:lnTo>
                    <a:pt x="203848" y="751623"/>
                  </a:lnTo>
                  <a:lnTo>
                    <a:pt x="204072" y="750174"/>
                  </a:lnTo>
                  <a:lnTo>
                    <a:pt x="204204" y="748746"/>
                  </a:lnTo>
                  <a:lnTo>
                    <a:pt x="204025" y="747935"/>
                  </a:lnTo>
                  <a:lnTo>
                    <a:pt x="202472" y="746937"/>
                  </a:lnTo>
                  <a:lnTo>
                    <a:pt x="201054" y="746218"/>
                  </a:lnTo>
                  <a:lnTo>
                    <a:pt x="199550" y="745948"/>
                  </a:lnTo>
                  <a:lnTo>
                    <a:pt x="198536" y="746452"/>
                  </a:lnTo>
                  <a:lnTo>
                    <a:pt x="197549" y="747570"/>
                  </a:lnTo>
                  <a:lnTo>
                    <a:pt x="196731" y="749583"/>
                  </a:lnTo>
                  <a:lnTo>
                    <a:pt x="195548" y="750466"/>
                  </a:lnTo>
                  <a:lnTo>
                    <a:pt x="194137" y="751969"/>
                  </a:lnTo>
                  <a:lnTo>
                    <a:pt x="193451" y="753372"/>
                  </a:lnTo>
                  <a:lnTo>
                    <a:pt x="192418" y="756380"/>
                  </a:lnTo>
                  <a:lnTo>
                    <a:pt x="190916" y="760074"/>
                  </a:lnTo>
                  <a:lnTo>
                    <a:pt x="189549" y="763675"/>
                  </a:lnTo>
                  <a:lnTo>
                    <a:pt x="188841" y="767182"/>
                  </a:lnTo>
                  <a:lnTo>
                    <a:pt x="187904" y="769390"/>
                  </a:lnTo>
                  <a:lnTo>
                    <a:pt x="186954" y="770981"/>
                  </a:lnTo>
                  <a:lnTo>
                    <a:pt x="186270" y="775353"/>
                  </a:lnTo>
                  <a:lnTo>
                    <a:pt x="185552" y="773971"/>
                  </a:lnTo>
                  <a:lnTo>
                    <a:pt x="184727" y="771990"/>
                  </a:lnTo>
                  <a:lnTo>
                    <a:pt x="184535" y="769272"/>
                  </a:lnTo>
                  <a:lnTo>
                    <a:pt x="185520" y="762017"/>
                  </a:lnTo>
                  <a:lnTo>
                    <a:pt x="185751" y="759025"/>
                  </a:lnTo>
                  <a:lnTo>
                    <a:pt x="185505" y="757883"/>
                  </a:lnTo>
                  <a:lnTo>
                    <a:pt x="185201" y="754939"/>
                  </a:lnTo>
                  <a:lnTo>
                    <a:pt x="184623" y="753970"/>
                  </a:lnTo>
                  <a:lnTo>
                    <a:pt x="182976" y="752430"/>
                  </a:lnTo>
                  <a:lnTo>
                    <a:pt x="182449" y="752385"/>
                  </a:lnTo>
                  <a:lnTo>
                    <a:pt x="181885" y="753448"/>
                  </a:lnTo>
                  <a:lnTo>
                    <a:pt x="181331" y="754125"/>
                  </a:lnTo>
                  <a:lnTo>
                    <a:pt x="180598" y="754799"/>
                  </a:lnTo>
                  <a:lnTo>
                    <a:pt x="178760" y="756064"/>
                  </a:lnTo>
                  <a:lnTo>
                    <a:pt x="177126" y="756653"/>
                  </a:lnTo>
                  <a:lnTo>
                    <a:pt x="176734" y="757123"/>
                  </a:lnTo>
                  <a:lnTo>
                    <a:pt x="176612" y="757964"/>
                  </a:lnTo>
                  <a:lnTo>
                    <a:pt x="176744" y="758967"/>
                  </a:lnTo>
                  <a:lnTo>
                    <a:pt x="175691" y="758589"/>
                  </a:lnTo>
                  <a:lnTo>
                    <a:pt x="174594" y="758370"/>
                  </a:lnTo>
                  <a:lnTo>
                    <a:pt x="173709" y="758510"/>
                  </a:lnTo>
                  <a:lnTo>
                    <a:pt x="171539" y="760421"/>
                  </a:lnTo>
                  <a:lnTo>
                    <a:pt x="170806" y="760605"/>
                  </a:lnTo>
                  <a:lnTo>
                    <a:pt x="169986" y="760408"/>
                  </a:lnTo>
                  <a:lnTo>
                    <a:pt x="168876" y="760349"/>
                  </a:lnTo>
                  <a:lnTo>
                    <a:pt x="166762" y="760405"/>
                  </a:lnTo>
                  <a:lnTo>
                    <a:pt x="164942" y="759921"/>
                  </a:lnTo>
                  <a:lnTo>
                    <a:pt x="163464" y="757251"/>
                  </a:lnTo>
                  <a:lnTo>
                    <a:pt x="162412" y="756076"/>
                  </a:lnTo>
                  <a:lnTo>
                    <a:pt x="161298" y="755168"/>
                  </a:lnTo>
                  <a:lnTo>
                    <a:pt x="160177" y="754491"/>
                  </a:lnTo>
                  <a:lnTo>
                    <a:pt x="159802" y="753056"/>
                  </a:lnTo>
                  <a:lnTo>
                    <a:pt x="159447" y="752339"/>
                  </a:lnTo>
                  <a:lnTo>
                    <a:pt x="158520" y="752099"/>
                  </a:lnTo>
                  <a:lnTo>
                    <a:pt x="157789" y="752626"/>
                  </a:lnTo>
                  <a:lnTo>
                    <a:pt x="157331" y="756221"/>
                  </a:lnTo>
                  <a:lnTo>
                    <a:pt x="156942" y="756930"/>
                  </a:lnTo>
                  <a:lnTo>
                    <a:pt x="156013" y="757251"/>
                  </a:lnTo>
                  <a:lnTo>
                    <a:pt x="155037" y="756340"/>
                  </a:lnTo>
                  <a:lnTo>
                    <a:pt x="153688" y="754491"/>
                  </a:lnTo>
                  <a:lnTo>
                    <a:pt x="153155" y="752434"/>
                  </a:lnTo>
                  <a:lnTo>
                    <a:pt x="152701" y="751764"/>
                  </a:lnTo>
                  <a:lnTo>
                    <a:pt x="151991" y="752673"/>
                  </a:lnTo>
                  <a:lnTo>
                    <a:pt x="151952" y="755304"/>
                  </a:lnTo>
                  <a:lnTo>
                    <a:pt x="151814" y="757073"/>
                  </a:lnTo>
                  <a:lnTo>
                    <a:pt x="150965" y="757791"/>
                  </a:lnTo>
                  <a:lnTo>
                    <a:pt x="150472" y="757264"/>
                  </a:lnTo>
                  <a:lnTo>
                    <a:pt x="150077" y="755448"/>
                  </a:lnTo>
                  <a:lnTo>
                    <a:pt x="149085" y="751144"/>
                  </a:lnTo>
                  <a:lnTo>
                    <a:pt x="148100" y="748623"/>
                  </a:lnTo>
                  <a:lnTo>
                    <a:pt x="147111" y="746945"/>
                  </a:lnTo>
                  <a:lnTo>
                    <a:pt x="143849" y="746987"/>
                  </a:lnTo>
                  <a:lnTo>
                    <a:pt x="141429" y="746497"/>
                  </a:lnTo>
                  <a:lnTo>
                    <a:pt x="140337" y="745807"/>
                  </a:lnTo>
                  <a:lnTo>
                    <a:pt x="139924" y="744143"/>
                  </a:lnTo>
                  <a:lnTo>
                    <a:pt x="140325" y="740834"/>
                  </a:lnTo>
                  <a:lnTo>
                    <a:pt x="140796" y="738245"/>
                  </a:lnTo>
                  <a:lnTo>
                    <a:pt x="140783" y="737644"/>
                  </a:lnTo>
                  <a:lnTo>
                    <a:pt x="140385" y="737336"/>
                  </a:lnTo>
                  <a:lnTo>
                    <a:pt x="139687" y="737128"/>
                  </a:lnTo>
                  <a:lnTo>
                    <a:pt x="137078" y="738785"/>
                  </a:lnTo>
                  <a:lnTo>
                    <a:pt x="136369" y="738590"/>
                  </a:lnTo>
                  <a:lnTo>
                    <a:pt x="135912" y="738027"/>
                  </a:lnTo>
                  <a:lnTo>
                    <a:pt x="135362" y="737545"/>
                  </a:lnTo>
                  <a:lnTo>
                    <a:pt x="134905" y="736778"/>
                  </a:lnTo>
                  <a:lnTo>
                    <a:pt x="134586" y="735654"/>
                  </a:lnTo>
                  <a:lnTo>
                    <a:pt x="132330" y="732895"/>
                  </a:lnTo>
                  <a:lnTo>
                    <a:pt x="131663" y="731389"/>
                  </a:lnTo>
                  <a:lnTo>
                    <a:pt x="130461" y="729491"/>
                  </a:lnTo>
                  <a:lnTo>
                    <a:pt x="129445" y="728202"/>
                  </a:lnTo>
                  <a:lnTo>
                    <a:pt x="128797" y="724520"/>
                  </a:lnTo>
                  <a:lnTo>
                    <a:pt x="128215" y="720976"/>
                  </a:lnTo>
                  <a:lnTo>
                    <a:pt x="127893" y="719095"/>
                  </a:lnTo>
                  <a:lnTo>
                    <a:pt x="126925" y="718093"/>
                  </a:lnTo>
                  <a:lnTo>
                    <a:pt x="125877" y="717336"/>
                  </a:lnTo>
                  <a:lnTo>
                    <a:pt x="124103" y="718874"/>
                  </a:lnTo>
                  <a:lnTo>
                    <a:pt x="122649" y="720051"/>
                  </a:lnTo>
                  <a:lnTo>
                    <a:pt x="121581" y="720169"/>
                  </a:lnTo>
                  <a:lnTo>
                    <a:pt x="120035" y="716542"/>
                  </a:lnTo>
                  <a:lnTo>
                    <a:pt x="118799" y="712618"/>
                  </a:lnTo>
                  <a:lnTo>
                    <a:pt x="117336" y="709207"/>
                  </a:lnTo>
                  <a:lnTo>
                    <a:pt x="116365" y="707491"/>
                  </a:lnTo>
                  <a:lnTo>
                    <a:pt x="114640" y="707331"/>
                  </a:lnTo>
                  <a:lnTo>
                    <a:pt x="112694" y="705401"/>
                  </a:lnTo>
                  <a:lnTo>
                    <a:pt x="110093" y="701033"/>
                  </a:lnTo>
                  <a:lnTo>
                    <a:pt x="108212" y="697774"/>
                  </a:lnTo>
                  <a:lnTo>
                    <a:pt x="104973" y="694158"/>
                  </a:lnTo>
                  <a:lnTo>
                    <a:pt x="104220" y="692642"/>
                  </a:lnTo>
                  <a:lnTo>
                    <a:pt x="103932" y="691348"/>
                  </a:lnTo>
                  <a:lnTo>
                    <a:pt x="103489" y="688804"/>
                  </a:lnTo>
                  <a:lnTo>
                    <a:pt x="102811" y="686390"/>
                  </a:lnTo>
                  <a:lnTo>
                    <a:pt x="100514" y="685337"/>
                  </a:lnTo>
                  <a:lnTo>
                    <a:pt x="97919" y="684595"/>
                  </a:lnTo>
                  <a:lnTo>
                    <a:pt x="95180" y="686070"/>
                  </a:lnTo>
                  <a:lnTo>
                    <a:pt x="93204" y="693288"/>
                  </a:lnTo>
                  <a:lnTo>
                    <a:pt x="92255" y="694867"/>
                  </a:lnTo>
                  <a:lnTo>
                    <a:pt x="91441" y="694958"/>
                  </a:lnTo>
                  <a:lnTo>
                    <a:pt x="90773" y="693121"/>
                  </a:lnTo>
                  <a:lnTo>
                    <a:pt x="90221" y="691185"/>
                  </a:lnTo>
                  <a:lnTo>
                    <a:pt x="89918" y="689039"/>
                  </a:lnTo>
                  <a:lnTo>
                    <a:pt x="88554" y="687459"/>
                  </a:lnTo>
                  <a:lnTo>
                    <a:pt x="87010" y="685396"/>
                  </a:lnTo>
                  <a:lnTo>
                    <a:pt x="86222" y="683787"/>
                  </a:lnTo>
                  <a:lnTo>
                    <a:pt x="85329" y="682782"/>
                  </a:lnTo>
                  <a:lnTo>
                    <a:pt x="84502" y="682349"/>
                  </a:lnTo>
                  <a:lnTo>
                    <a:pt x="82900" y="680991"/>
                  </a:lnTo>
                  <a:lnTo>
                    <a:pt x="81089" y="679459"/>
                  </a:lnTo>
                  <a:lnTo>
                    <a:pt x="80239" y="679249"/>
                  </a:lnTo>
                  <a:lnTo>
                    <a:pt x="80178" y="678159"/>
                  </a:lnTo>
                  <a:lnTo>
                    <a:pt x="80433" y="675842"/>
                  </a:lnTo>
                  <a:lnTo>
                    <a:pt x="80277" y="673611"/>
                  </a:lnTo>
                  <a:lnTo>
                    <a:pt x="79729" y="672706"/>
                  </a:lnTo>
                  <a:lnTo>
                    <a:pt x="78901" y="672940"/>
                  </a:lnTo>
                  <a:lnTo>
                    <a:pt x="76988" y="669783"/>
                  </a:lnTo>
                  <a:lnTo>
                    <a:pt x="76892" y="669623"/>
                  </a:lnTo>
                  <a:lnTo>
                    <a:pt x="76347" y="668724"/>
                  </a:lnTo>
                  <a:lnTo>
                    <a:pt x="75405" y="667434"/>
                  </a:lnTo>
                  <a:lnTo>
                    <a:pt x="73817" y="667524"/>
                  </a:lnTo>
                  <a:lnTo>
                    <a:pt x="72612" y="668001"/>
                  </a:lnTo>
                  <a:lnTo>
                    <a:pt x="71732" y="666682"/>
                  </a:lnTo>
                  <a:lnTo>
                    <a:pt x="70456" y="664599"/>
                  </a:lnTo>
                  <a:lnTo>
                    <a:pt x="70226" y="664134"/>
                  </a:lnTo>
                  <a:lnTo>
                    <a:pt x="69850" y="663373"/>
                  </a:lnTo>
                  <a:lnTo>
                    <a:pt x="68556" y="659353"/>
                  </a:lnTo>
                  <a:lnTo>
                    <a:pt x="67027" y="654599"/>
                  </a:lnTo>
                  <a:lnTo>
                    <a:pt x="66254" y="653902"/>
                  </a:lnTo>
                  <a:lnTo>
                    <a:pt x="65857" y="654260"/>
                  </a:lnTo>
                  <a:lnTo>
                    <a:pt x="65403" y="656786"/>
                  </a:lnTo>
                  <a:lnTo>
                    <a:pt x="65063" y="656532"/>
                  </a:lnTo>
                  <a:lnTo>
                    <a:pt x="64497" y="656705"/>
                  </a:lnTo>
                  <a:lnTo>
                    <a:pt x="63827" y="657587"/>
                  </a:lnTo>
                  <a:lnTo>
                    <a:pt x="63181" y="657819"/>
                  </a:lnTo>
                  <a:lnTo>
                    <a:pt x="62770" y="657558"/>
                  </a:lnTo>
                  <a:lnTo>
                    <a:pt x="62596" y="656929"/>
                  </a:lnTo>
                  <a:lnTo>
                    <a:pt x="62779" y="653596"/>
                  </a:lnTo>
                  <a:lnTo>
                    <a:pt x="62391" y="652554"/>
                  </a:lnTo>
                  <a:lnTo>
                    <a:pt x="62736" y="650236"/>
                  </a:lnTo>
                  <a:lnTo>
                    <a:pt x="63320" y="648233"/>
                  </a:lnTo>
                  <a:lnTo>
                    <a:pt x="62722" y="646747"/>
                  </a:lnTo>
                  <a:lnTo>
                    <a:pt x="61985" y="644619"/>
                  </a:lnTo>
                  <a:lnTo>
                    <a:pt x="61907" y="642694"/>
                  </a:lnTo>
                  <a:lnTo>
                    <a:pt x="62305" y="640267"/>
                  </a:lnTo>
                  <a:lnTo>
                    <a:pt x="62497" y="638190"/>
                  </a:lnTo>
                  <a:lnTo>
                    <a:pt x="62377" y="637426"/>
                  </a:lnTo>
                  <a:lnTo>
                    <a:pt x="61794" y="636266"/>
                  </a:lnTo>
                  <a:lnTo>
                    <a:pt x="59578" y="630572"/>
                  </a:lnTo>
                  <a:lnTo>
                    <a:pt x="59459" y="629967"/>
                  </a:lnTo>
                  <a:lnTo>
                    <a:pt x="59083" y="628073"/>
                  </a:lnTo>
                  <a:lnTo>
                    <a:pt x="58912" y="625206"/>
                  </a:lnTo>
                  <a:lnTo>
                    <a:pt x="58622" y="623157"/>
                  </a:lnTo>
                  <a:lnTo>
                    <a:pt x="58283" y="621586"/>
                  </a:lnTo>
                  <a:lnTo>
                    <a:pt x="58308" y="620851"/>
                  </a:lnTo>
                  <a:lnTo>
                    <a:pt x="58561" y="620467"/>
                  </a:lnTo>
                  <a:lnTo>
                    <a:pt x="59949" y="620081"/>
                  </a:lnTo>
                  <a:lnTo>
                    <a:pt x="61231" y="619840"/>
                  </a:lnTo>
                  <a:lnTo>
                    <a:pt x="62076" y="619306"/>
                  </a:lnTo>
                  <a:lnTo>
                    <a:pt x="62513" y="620447"/>
                  </a:lnTo>
                  <a:lnTo>
                    <a:pt x="62717" y="622194"/>
                  </a:lnTo>
                  <a:lnTo>
                    <a:pt x="62934" y="623116"/>
                  </a:lnTo>
                  <a:lnTo>
                    <a:pt x="63746" y="624774"/>
                  </a:lnTo>
                  <a:lnTo>
                    <a:pt x="64733" y="626363"/>
                  </a:lnTo>
                  <a:lnTo>
                    <a:pt x="65693" y="626158"/>
                  </a:lnTo>
                  <a:lnTo>
                    <a:pt x="66538" y="625477"/>
                  </a:lnTo>
                  <a:lnTo>
                    <a:pt x="67273" y="622888"/>
                  </a:lnTo>
                  <a:lnTo>
                    <a:pt x="67792" y="622255"/>
                  </a:lnTo>
                  <a:lnTo>
                    <a:pt x="68394" y="622141"/>
                  </a:lnTo>
                  <a:lnTo>
                    <a:pt x="68391" y="621949"/>
                  </a:lnTo>
                  <a:lnTo>
                    <a:pt x="68360" y="620281"/>
                  </a:lnTo>
                  <a:lnTo>
                    <a:pt x="68572" y="616172"/>
                  </a:lnTo>
                  <a:lnTo>
                    <a:pt x="68499" y="614526"/>
                  </a:lnTo>
                  <a:lnTo>
                    <a:pt x="68226" y="613041"/>
                  </a:lnTo>
                  <a:lnTo>
                    <a:pt x="68275" y="611392"/>
                  </a:lnTo>
                  <a:lnTo>
                    <a:pt x="68186" y="608993"/>
                  </a:lnTo>
                  <a:lnTo>
                    <a:pt x="67495" y="607355"/>
                  </a:lnTo>
                  <a:lnTo>
                    <a:pt x="67045" y="606729"/>
                  </a:lnTo>
                  <a:lnTo>
                    <a:pt x="66974" y="605846"/>
                  </a:lnTo>
                  <a:lnTo>
                    <a:pt x="67204" y="604204"/>
                  </a:lnTo>
                  <a:lnTo>
                    <a:pt x="67368" y="602318"/>
                  </a:lnTo>
                  <a:lnTo>
                    <a:pt x="67130" y="600929"/>
                  </a:lnTo>
                  <a:lnTo>
                    <a:pt x="67092" y="600712"/>
                  </a:lnTo>
                  <a:lnTo>
                    <a:pt x="66532" y="600000"/>
                  </a:lnTo>
                  <a:lnTo>
                    <a:pt x="65875" y="598786"/>
                  </a:lnTo>
                  <a:lnTo>
                    <a:pt x="65093" y="597159"/>
                  </a:lnTo>
                  <a:lnTo>
                    <a:pt x="64706" y="595970"/>
                  </a:lnTo>
                  <a:lnTo>
                    <a:pt x="64076" y="594660"/>
                  </a:lnTo>
                  <a:lnTo>
                    <a:pt x="63306" y="592632"/>
                  </a:lnTo>
                  <a:lnTo>
                    <a:pt x="63161" y="588181"/>
                  </a:lnTo>
                  <a:lnTo>
                    <a:pt x="63086" y="583499"/>
                  </a:lnTo>
                  <a:lnTo>
                    <a:pt x="62817" y="581171"/>
                  </a:lnTo>
                  <a:lnTo>
                    <a:pt x="62390" y="577454"/>
                  </a:lnTo>
                  <a:lnTo>
                    <a:pt x="62452" y="576207"/>
                  </a:lnTo>
                  <a:lnTo>
                    <a:pt x="62711" y="575258"/>
                  </a:lnTo>
                  <a:lnTo>
                    <a:pt x="64889" y="572266"/>
                  </a:lnTo>
                  <a:lnTo>
                    <a:pt x="65363" y="571105"/>
                  </a:lnTo>
                  <a:lnTo>
                    <a:pt x="65440" y="570222"/>
                  </a:lnTo>
                  <a:lnTo>
                    <a:pt x="65357" y="568907"/>
                  </a:lnTo>
                  <a:lnTo>
                    <a:pt x="64946" y="567449"/>
                  </a:lnTo>
                  <a:lnTo>
                    <a:pt x="64074" y="566315"/>
                  </a:lnTo>
                  <a:lnTo>
                    <a:pt x="62834" y="564466"/>
                  </a:lnTo>
                  <a:lnTo>
                    <a:pt x="61709" y="562538"/>
                  </a:lnTo>
                  <a:lnTo>
                    <a:pt x="59819" y="561362"/>
                  </a:lnTo>
                  <a:lnTo>
                    <a:pt x="57519" y="559931"/>
                  </a:lnTo>
                  <a:lnTo>
                    <a:pt x="56971" y="558527"/>
                  </a:lnTo>
                  <a:lnTo>
                    <a:pt x="56412" y="555102"/>
                  </a:lnTo>
                  <a:lnTo>
                    <a:pt x="55466" y="549882"/>
                  </a:lnTo>
                  <a:lnTo>
                    <a:pt x="54458" y="544314"/>
                  </a:lnTo>
                  <a:lnTo>
                    <a:pt x="53683" y="540883"/>
                  </a:lnTo>
                  <a:lnTo>
                    <a:pt x="53646" y="539231"/>
                  </a:lnTo>
                  <a:lnTo>
                    <a:pt x="54112" y="535020"/>
                  </a:lnTo>
                  <a:lnTo>
                    <a:pt x="54054" y="534123"/>
                  </a:lnTo>
                  <a:lnTo>
                    <a:pt x="53649" y="533814"/>
                  </a:lnTo>
                  <a:lnTo>
                    <a:pt x="52875" y="534364"/>
                  </a:lnTo>
                  <a:lnTo>
                    <a:pt x="52253" y="535032"/>
                  </a:lnTo>
                  <a:lnTo>
                    <a:pt x="51725" y="534684"/>
                  </a:lnTo>
                  <a:lnTo>
                    <a:pt x="51230" y="533983"/>
                  </a:lnTo>
                  <a:lnTo>
                    <a:pt x="51089" y="533647"/>
                  </a:lnTo>
                  <a:lnTo>
                    <a:pt x="50171" y="534100"/>
                  </a:lnTo>
                  <a:lnTo>
                    <a:pt x="48325" y="534358"/>
                  </a:lnTo>
                  <a:lnTo>
                    <a:pt x="47684" y="534311"/>
                  </a:lnTo>
                  <a:lnTo>
                    <a:pt x="46788" y="534247"/>
                  </a:lnTo>
                  <a:lnTo>
                    <a:pt x="44940" y="533285"/>
                  </a:lnTo>
                  <a:lnTo>
                    <a:pt x="42444" y="531988"/>
                  </a:lnTo>
                  <a:lnTo>
                    <a:pt x="39871" y="530178"/>
                  </a:lnTo>
                  <a:lnTo>
                    <a:pt x="38506" y="528747"/>
                  </a:lnTo>
                  <a:lnTo>
                    <a:pt x="38026" y="528246"/>
                  </a:lnTo>
                  <a:lnTo>
                    <a:pt x="36860" y="526747"/>
                  </a:lnTo>
                  <a:lnTo>
                    <a:pt x="36027" y="525459"/>
                  </a:lnTo>
                  <a:lnTo>
                    <a:pt x="35878" y="522088"/>
                  </a:lnTo>
                  <a:lnTo>
                    <a:pt x="35278" y="522350"/>
                  </a:lnTo>
                  <a:lnTo>
                    <a:pt x="33861" y="523563"/>
                  </a:lnTo>
                  <a:lnTo>
                    <a:pt x="32227" y="524338"/>
                  </a:lnTo>
                  <a:lnTo>
                    <a:pt x="31327" y="524349"/>
                  </a:lnTo>
                  <a:lnTo>
                    <a:pt x="30961" y="523804"/>
                  </a:lnTo>
                  <a:lnTo>
                    <a:pt x="30419" y="520252"/>
                  </a:lnTo>
                  <a:lnTo>
                    <a:pt x="30024" y="519253"/>
                  </a:lnTo>
                  <a:lnTo>
                    <a:pt x="29287" y="518859"/>
                  </a:lnTo>
                  <a:lnTo>
                    <a:pt x="28491" y="518232"/>
                  </a:lnTo>
                  <a:lnTo>
                    <a:pt x="28091" y="517304"/>
                  </a:lnTo>
                  <a:lnTo>
                    <a:pt x="28000" y="516137"/>
                  </a:lnTo>
                  <a:lnTo>
                    <a:pt x="28356" y="514794"/>
                  </a:lnTo>
                  <a:lnTo>
                    <a:pt x="28778" y="513762"/>
                  </a:lnTo>
                  <a:lnTo>
                    <a:pt x="28848" y="507451"/>
                  </a:lnTo>
                  <a:lnTo>
                    <a:pt x="28573" y="505215"/>
                  </a:lnTo>
                  <a:lnTo>
                    <a:pt x="28343" y="503339"/>
                  </a:lnTo>
                  <a:lnTo>
                    <a:pt x="27758" y="501000"/>
                  </a:lnTo>
                  <a:lnTo>
                    <a:pt x="27212" y="499553"/>
                  </a:lnTo>
                  <a:lnTo>
                    <a:pt x="26383" y="498217"/>
                  </a:lnTo>
                  <a:lnTo>
                    <a:pt x="25103" y="496826"/>
                  </a:lnTo>
                  <a:lnTo>
                    <a:pt x="23965" y="496314"/>
                  </a:lnTo>
                  <a:lnTo>
                    <a:pt x="22582" y="497327"/>
                  </a:lnTo>
                  <a:lnTo>
                    <a:pt x="22142" y="496937"/>
                  </a:lnTo>
                  <a:lnTo>
                    <a:pt x="21565" y="492639"/>
                  </a:lnTo>
                  <a:lnTo>
                    <a:pt x="21197" y="491759"/>
                  </a:lnTo>
                  <a:lnTo>
                    <a:pt x="18742" y="489993"/>
                  </a:lnTo>
                  <a:lnTo>
                    <a:pt x="17629" y="489582"/>
                  </a:lnTo>
                  <a:lnTo>
                    <a:pt x="16352" y="490137"/>
                  </a:lnTo>
                  <a:lnTo>
                    <a:pt x="15623" y="490608"/>
                  </a:lnTo>
                  <a:lnTo>
                    <a:pt x="15037" y="489820"/>
                  </a:lnTo>
                  <a:lnTo>
                    <a:pt x="14121" y="488826"/>
                  </a:lnTo>
                  <a:lnTo>
                    <a:pt x="13221" y="488146"/>
                  </a:lnTo>
                  <a:lnTo>
                    <a:pt x="12105" y="488119"/>
                  </a:lnTo>
                  <a:lnTo>
                    <a:pt x="11383" y="488547"/>
                  </a:lnTo>
                  <a:lnTo>
                    <a:pt x="11201" y="488296"/>
                  </a:lnTo>
                  <a:lnTo>
                    <a:pt x="10854" y="487511"/>
                  </a:lnTo>
                  <a:lnTo>
                    <a:pt x="9370" y="485143"/>
                  </a:lnTo>
                  <a:lnTo>
                    <a:pt x="9321" y="484542"/>
                  </a:lnTo>
                  <a:lnTo>
                    <a:pt x="11598" y="482210"/>
                  </a:lnTo>
                  <a:lnTo>
                    <a:pt x="12938" y="481321"/>
                  </a:lnTo>
                  <a:lnTo>
                    <a:pt x="13641" y="480612"/>
                  </a:lnTo>
                  <a:lnTo>
                    <a:pt x="13791" y="480762"/>
                  </a:lnTo>
                  <a:lnTo>
                    <a:pt x="14137" y="481839"/>
                  </a:lnTo>
                  <a:lnTo>
                    <a:pt x="15025" y="482552"/>
                  </a:lnTo>
                  <a:lnTo>
                    <a:pt x="15648" y="482357"/>
                  </a:lnTo>
                  <a:lnTo>
                    <a:pt x="15975" y="481815"/>
                  </a:lnTo>
                  <a:lnTo>
                    <a:pt x="17075" y="480528"/>
                  </a:lnTo>
                  <a:lnTo>
                    <a:pt x="17935" y="479036"/>
                  </a:lnTo>
                  <a:lnTo>
                    <a:pt x="18420" y="477805"/>
                  </a:lnTo>
                  <a:lnTo>
                    <a:pt x="18160" y="475867"/>
                  </a:lnTo>
                  <a:lnTo>
                    <a:pt x="16807" y="473530"/>
                  </a:lnTo>
                  <a:lnTo>
                    <a:pt x="15946" y="472276"/>
                  </a:lnTo>
                  <a:lnTo>
                    <a:pt x="15683" y="471431"/>
                  </a:lnTo>
                  <a:lnTo>
                    <a:pt x="15904" y="468893"/>
                  </a:lnTo>
                  <a:lnTo>
                    <a:pt x="16220" y="466375"/>
                  </a:lnTo>
                  <a:lnTo>
                    <a:pt x="16013" y="465416"/>
                  </a:lnTo>
                  <a:lnTo>
                    <a:pt x="15757" y="464596"/>
                  </a:lnTo>
                  <a:lnTo>
                    <a:pt x="15642" y="461846"/>
                  </a:lnTo>
                  <a:lnTo>
                    <a:pt x="15053" y="458528"/>
                  </a:lnTo>
                  <a:lnTo>
                    <a:pt x="14409" y="456591"/>
                  </a:lnTo>
                  <a:lnTo>
                    <a:pt x="14231" y="453983"/>
                  </a:lnTo>
                  <a:lnTo>
                    <a:pt x="14195" y="451534"/>
                  </a:lnTo>
                  <a:lnTo>
                    <a:pt x="14973" y="447706"/>
                  </a:lnTo>
                  <a:lnTo>
                    <a:pt x="14685" y="446052"/>
                  </a:lnTo>
                  <a:lnTo>
                    <a:pt x="13865" y="444583"/>
                  </a:lnTo>
                  <a:lnTo>
                    <a:pt x="11050" y="441924"/>
                  </a:lnTo>
                  <a:lnTo>
                    <a:pt x="8166" y="440158"/>
                  </a:lnTo>
                  <a:lnTo>
                    <a:pt x="7068" y="440224"/>
                  </a:lnTo>
                  <a:lnTo>
                    <a:pt x="6386" y="440116"/>
                  </a:lnTo>
                  <a:lnTo>
                    <a:pt x="5581" y="441673"/>
                  </a:lnTo>
                  <a:lnTo>
                    <a:pt x="5097" y="443701"/>
                  </a:lnTo>
                  <a:lnTo>
                    <a:pt x="4420" y="443883"/>
                  </a:lnTo>
                  <a:lnTo>
                    <a:pt x="3190" y="443020"/>
                  </a:lnTo>
                  <a:lnTo>
                    <a:pt x="2368" y="441720"/>
                  </a:lnTo>
                  <a:lnTo>
                    <a:pt x="1788" y="439000"/>
                  </a:lnTo>
                  <a:lnTo>
                    <a:pt x="1334" y="435505"/>
                  </a:lnTo>
                  <a:lnTo>
                    <a:pt x="1081" y="434409"/>
                  </a:lnTo>
                  <a:lnTo>
                    <a:pt x="1212" y="433466"/>
                  </a:lnTo>
                  <a:lnTo>
                    <a:pt x="1494" y="432625"/>
                  </a:lnTo>
                  <a:lnTo>
                    <a:pt x="2281" y="431838"/>
                  </a:lnTo>
                  <a:lnTo>
                    <a:pt x="2412" y="431030"/>
                  </a:lnTo>
                  <a:lnTo>
                    <a:pt x="2294" y="430041"/>
                  </a:lnTo>
                  <a:lnTo>
                    <a:pt x="1662" y="428788"/>
                  </a:lnTo>
                  <a:lnTo>
                    <a:pt x="1012" y="427015"/>
                  </a:lnTo>
                  <a:lnTo>
                    <a:pt x="0" y="423331"/>
                  </a:lnTo>
                  <a:lnTo>
                    <a:pt x="192" y="421303"/>
                  </a:lnTo>
                  <a:lnTo>
                    <a:pt x="353" y="418383"/>
                  </a:lnTo>
                  <a:lnTo>
                    <a:pt x="296" y="416840"/>
                  </a:lnTo>
                  <a:lnTo>
                    <a:pt x="1321" y="416445"/>
                  </a:lnTo>
                  <a:lnTo>
                    <a:pt x="2627" y="415656"/>
                  </a:lnTo>
                  <a:lnTo>
                    <a:pt x="3234" y="414345"/>
                  </a:lnTo>
                  <a:lnTo>
                    <a:pt x="3653" y="413009"/>
                  </a:lnTo>
                  <a:lnTo>
                    <a:pt x="3745" y="412183"/>
                  </a:lnTo>
                  <a:lnTo>
                    <a:pt x="3353" y="408990"/>
                  </a:lnTo>
                  <a:lnTo>
                    <a:pt x="2832" y="407563"/>
                  </a:lnTo>
                  <a:lnTo>
                    <a:pt x="2779" y="406460"/>
                  </a:lnTo>
                  <a:lnTo>
                    <a:pt x="3033" y="405618"/>
                  </a:lnTo>
                  <a:lnTo>
                    <a:pt x="3378" y="404162"/>
                  </a:lnTo>
                  <a:lnTo>
                    <a:pt x="4039" y="401181"/>
                  </a:lnTo>
                  <a:lnTo>
                    <a:pt x="4683" y="399281"/>
                  </a:lnTo>
                  <a:lnTo>
                    <a:pt x="5035" y="398801"/>
                  </a:lnTo>
                  <a:lnTo>
                    <a:pt x="5823" y="398359"/>
                  </a:lnTo>
                  <a:lnTo>
                    <a:pt x="7743" y="397835"/>
                  </a:lnTo>
                  <a:lnTo>
                    <a:pt x="9805" y="396501"/>
                  </a:lnTo>
                  <a:lnTo>
                    <a:pt x="12257" y="392513"/>
                  </a:lnTo>
                  <a:lnTo>
                    <a:pt x="13071" y="391377"/>
                  </a:lnTo>
                  <a:lnTo>
                    <a:pt x="14142" y="390807"/>
                  </a:lnTo>
                  <a:lnTo>
                    <a:pt x="14906" y="390848"/>
                  </a:lnTo>
                  <a:lnTo>
                    <a:pt x="15044" y="390361"/>
                  </a:lnTo>
                  <a:lnTo>
                    <a:pt x="14550" y="387893"/>
                  </a:lnTo>
                  <a:lnTo>
                    <a:pt x="14671" y="386998"/>
                  </a:lnTo>
                  <a:lnTo>
                    <a:pt x="14963" y="386294"/>
                  </a:lnTo>
                  <a:lnTo>
                    <a:pt x="15335" y="385972"/>
                  </a:lnTo>
                  <a:lnTo>
                    <a:pt x="17027" y="387272"/>
                  </a:lnTo>
                  <a:lnTo>
                    <a:pt x="18329" y="387137"/>
                  </a:lnTo>
                  <a:lnTo>
                    <a:pt x="19910" y="386363"/>
                  </a:lnTo>
                  <a:lnTo>
                    <a:pt x="23319" y="382012"/>
                  </a:lnTo>
                  <a:lnTo>
                    <a:pt x="23743" y="382081"/>
                  </a:lnTo>
                  <a:lnTo>
                    <a:pt x="24084" y="382668"/>
                  </a:lnTo>
                  <a:lnTo>
                    <a:pt x="24496" y="385290"/>
                  </a:lnTo>
                  <a:lnTo>
                    <a:pt x="24967" y="390826"/>
                  </a:lnTo>
                  <a:lnTo>
                    <a:pt x="25225" y="391519"/>
                  </a:lnTo>
                  <a:lnTo>
                    <a:pt x="27599" y="391595"/>
                  </a:lnTo>
                  <a:lnTo>
                    <a:pt x="29212" y="389579"/>
                  </a:lnTo>
                  <a:lnTo>
                    <a:pt x="29919" y="389103"/>
                  </a:lnTo>
                  <a:lnTo>
                    <a:pt x="31069" y="389431"/>
                  </a:lnTo>
                  <a:lnTo>
                    <a:pt x="31671" y="388487"/>
                  </a:lnTo>
                  <a:lnTo>
                    <a:pt x="32308" y="387826"/>
                  </a:lnTo>
                  <a:lnTo>
                    <a:pt x="33042" y="390146"/>
                  </a:lnTo>
                  <a:lnTo>
                    <a:pt x="33990" y="389037"/>
                  </a:lnTo>
                  <a:lnTo>
                    <a:pt x="35012" y="387272"/>
                  </a:lnTo>
                  <a:lnTo>
                    <a:pt x="35508" y="385449"/>
                  </a:lnTo>
                  <a:lnTo>
                    <a:pt x="36203" y="383479"/>
                  </a:lnTo>
                  <a:lnTo>
                    <a:pt x="36742" y="380983"/>
                  </a:lnTo>
                  <a:lnTo>
                    <a:pt x="36958" y="378623"/>
                  </a:lnTo>
                  <a:lnTo>
                    <a:pt x="37217" y="377517"/>
                  </a:lnTo>
                  <a:lnTo>
                    <a:pt x="37793" y="376380"/>
                  </a:lnTo>
                  <a:lnTo>
                    <a:pt x="39202" y="371528"/>
                  </a:lnTo>
                  <a:lnTo>
                    <a:pt x="40222" y="370292"/>
                  </a:lnTo>
                  <a:lnTo>
                    <a:pt x="41184" y="369849"/>
                  </a:lnTo>
                  <a:lnTo>
                    <a:pt x="43565" y="370688"/>
                  </a:lnTo>
                  <a:lnTo>
                    <a:pt x="44808" y="370582"/>
                  </a:lnTo>
                  <a:lnTo>
                    <a:pt x="48436" y="371219"/>
                  </a:lnTo>
                  <a:lnTo>
                    <a:pt x="50114" y="370287"/>
                  </a:lnTo>
                  <a:lnTo>
                    <a:pt x="51282" y="369363"/>
                  </a:lnTo>
                  <a:lnTo>
                    <a:pt x="53003" y="369508"/>
                  </a:lnTo>
                  <a:lnTo>
                    <a:pt x="55038" y="368771"/>
                  </a:lnTo>
                  <a:lnTo>
                    <a:pt x="57754" y="362690"/>
                  </a:lnTo>
                  <a:lnTo>
                    <a:pt x="57785" y="361397"/>
                  </a:lnTo>
                  <a:lnTo>
                    <a:pt x="57951" y="360025"/>
                  </a:lnTo>
                  <a:lnTo>
                    <a:pt x="58931" y="358668"/>
                  </a:lnTo>
                  <a:lnTo>
                    <a:pt x="60154" y="357426"/>
                  </a:lnTo>
                  <a:lnTo>
                    <a:pt x="62584" y="354457"/>
                  </a:lnTo>
                  <a:lnTo>
                    <a:pt x="67530" y="349756"/>
                  </a:lnTo>
                  <a:lnTo>
                    <a:pt x="69299" y="347875"/>
                  </a:lnTo>
                  <a:lnTo>
                    <a:pt x="70040" y="347926"/>
                  </a:lnTo>
                  <a:lnTo>
                    <a:pt x="71862" y="346746"/>
                  </a:lnTo>
                  <a:lnTo>
                    <a:pt x="75058" y="344445"/>
                  </a:lnTo>
                  <a:lnTo>
                    <a:pt x="75964" y="341582"/>
                  </a:lnTo>
                  <a:lnTo>
                    <a:pt x="76808" y="341014"/>
                  </a:lnTo>
                  <a:lnTo>
                    <a:pt x="80543" y="340499"/>
                  </a:lnTo>
                  <a:lnTo>
                    <a:pt x="80774" y="340173"/>
                  </a:lnTo>
                  <a:lnTo>
                    <a:pt x="80909" y="339689"/>
                  </a:lnTo>
                  <a:lnTo>
                    <a:pt x="80702" y="337620"/>
                  </a:lnTo>
                  <a:lnTo>
                    <a:pt x="80460" y="335841"/>
                  </a:lnTo>
                  <a:lnTo>
                    <a:pt x="80748" y="335316"/>
                  </a:lnTo>
                  <a:lnTo>
                    <a:pt x="81066" y="334501"/>
                  </a:lnTo>
                  <a:lnTo>
                    <a:pt x="81017" y="333355"/>
                  </a:lnTo>
                  <a:lnTo>
                    <a:pt x="80416" y="329655"/>
                  </a:lnTo>
                  <a:lnTo>
                    <a:pt x="80094" y="326140"/>
                  </a:lnTo>
                  <a:lnTo>
                    <a:pt x="79882" y="322973"/>
                  </a:lnTo>
                  <a:lnTo>
                    <a:pt x="79920" y="321791"/>
                  </a:lnTo>
                  <a:lnTo>
                    <a:pt x="80373" y="319754"/>
                  </a:lnTo>
                  <a:lnTo>
                    <a:pt x="80959" y="317898"/>
                  </a:lnTo>
                  <a:lnTo>
                    <a:pt x="83076" y="316170"/>
                  </a:lnTo>
                  <a:lnTo>
                    <a:pt x="84477" y="315646"/>
                  </a:lnTo>
                  <a:lnTo>
                    <a:pt x="84535" y="314516"/>
                  </a:lnTo>
                  <a:lnTo>
                    <a:pt x="83401" y="313812"/>
                  </a:lnTo>
                  <a:lnTo>
                    <a:pt x="82581" y="312683"/>
                  </a:lnTo>
                  <a:lnTo>
                    <a:pt x="82433" y="312038"/>
                  </a:lnTo>
                  <a:lnTo>
                    <a:pt x="82473" y="311305"/>
                  </a:lnTo>
                  <a:lnTo>
                    <a:pt x="82664" y="310634"/>
                  </a:lnTo>
                  <a:lnTo>
                    <a:pt x="84088" y="309373"/>
                  </a:lnTo>
                  <a:lnTo>
                    <a:pt x="85428" y="308117"/>
                  </a:lnTo>
                  <a:lnTo>
                    <a:pt x="87063" y="308879"/>
                  </a:lnTo>
                  <a:lnTo>
                    <a:pt x="87387" y="308393"/>
                  </a:lnTo>
                  <a:lnTo>
                    <a:pt x="87484" y="307133"/>
                  </a:lnTo>
                  <a:lnTo>
                    <a:pt x="87134" y="305870"/>
                  </a:lnTo>
                  <a:lnTo>
                    <a:pt x="86802" y="303803"/>
                  </a:lnTo>
                  <a:lnTo>
                    <a:pt x="86047" y="302746"/>
                  </a:lnTo>
                  <a:lnTo>
                    <a:pt x="86018" y="301478"/>
                  </a:lnTo>
                  <a:lnTo>
                    <a:pt x="86486" y="299289"/>
                  </a:lnTo>
                  <a:lnTo>
                    <a:pt x="85840" y="295237"/>
                  </a:lnTo>
                  <a:lnTo>
                    <a:pt x="85141" y="291664"/>
                  </a:lnTo>
                  <a:lnTo>
                    <a:pt x="83953" y="285547"/>
                  </a:lnTo>
                  <a:lnTo>
                    <a:pt x="83168" y="283784"/>
                  </a:lnTo>
                  <a:lnTo>
                    <a:pt x="82732" y="280965"/>
                  </a:lnTo>
                  <a:lnTo>
                    <a:pt x="82238" y="279485"/>
                  </a:lnTo>
                  <a:lnTo>
                    <a:pt x="82283" y="277297"/>
                  </a:lnTo>
                  <a:lnTo>
                    <a:pt x="82361" y="275761"/>
                  </a:lnTo>
                  <a:lnTo>
                    <a:pt x="82233" y="272711"/>
                  </a:lnTo>
                  <a:lnTo>
                    <a:pt x="82007" y="269405"/>
                  </a:lnTo>
                  <a:lnTo>
                    <a:pt x="82236" y="266048"/>
                  </a:lnTo>
                  <a:lnTo>
                    <a:pt x="82674" y="263837"/>
                  </a:lnTo>
                  <a:lnTo>
                    <a:pt x="82557" y="262992"/>
                  </a:lnTo>
                  <a:lnTo>
                    <a:pt x="82790" y="262357"/>
                  </a:lnTo>
                  <a:lnTo>
                    <a:pt x="83459" y="262145"/>
                  </a:lnTo>
                  <a:lnTo>
                    <a:pt x="83777" y="261242"/>
                  </a:lnTo>
                  <a:lnTo>
                    <a:pt x="83459" y="260312"/>
                  </a:lnTo>
                  <a:lnTo>
                    <a:pt x="82306" y="259597"/>
                  </a:lnTo>
                  <a:lnTo>
                    <a:pt x="81017" y="258480"/>
                  </a:lnTo>
                  <a:lnTo>
                    <a:pt x="79466" y="258608"/>
                  </a:lnTo>
                  <a:lnTo>
                    <a:pt x="77874" y="258802"/>
                  </a:lnTo>
                  <a:lnTo>
                    <a:pt x="77081" y="257975"/>
                  </a:lnTo>
                  <a:lnTo>
                    <a:pt x="76389" y="256922"/>
                  </a:lnTo>
                  <a:lnTo>
                    <a:pt x="76347" y="256244"/>
                  </a:lnTo>
                  <a:lnTo>
                    <a:pt x="77301" y="254462"/>
                  </a:lnTo>
                  <a:lnTo>
                    <a:pt x="78630" y="252619"/>
                  </a:lnTo>
                  <a:lnTo>
                    <a:pt x="80690" y="251806"/>
                  </a:lnTo>
                  <a:lnTo>
                    <a:pt x="82965" y="250591"/>
                  </a:lnTo>
                  <a:lnTo>
                    <a:pt x="84114" y="249708"/>
                  </a:lnTo>
                  <a:lnTo>
                    <a:pt x="85644" y="249071"/>
                  </a:lnTo>
                  <a:lnTo>
                    <a:pt x="87415" y="248804"/>
                  </a:lnTo>
                  <a:lnTo>
                    <a:pt x="88308" y="248989"/>
                  </a:lnTo>
                  <a:lnTo>
                    <a:pt x="90587" y="247812"/>
                  </a:lnTo>
                  <a:lnTo>
                    <a:pt x="94176" y="245535"/>
                  </a:lnTo>
                  <a:lnTo>
                    <a:pt x="97433" y="243625"/>
                  </a:lnTo>
                  <a:lnTo>
                    <a:pt x="98529" y="242486"/>
                  </a:lnTo>
                  <a:lnTo>
                    <a:pt x="99344" y="243625"/>
                  </a:lnTo>
                  <a:lnTo>
                    <a:pt x="99719" y="246131"/>
                  </a:lnTo>
                  <a:lnTo>
                    <a:pt x="100668" y="247429"/>
                  </a:lnTo>
                  <a:lnTo>
                    <a:pt x="101612" y="248057"/>
                  </a:lnTo>
                  <a:lnTo>
                    <a:pt x="102152" y="248027"/>
                  </a:lnTo>
                  <a:lnTo>
                    <a:pt x="103779" y="247051"/>
                  </a:lnTo>
                  <a:lnTo>
                    <a:pt x="105532" y="246336"/>
                  </a:lnTo>
                  <a:lnTo>
                    <a:pt x="106225" y="246727"/>
                  </a:lnTo>
                  <a:lnTo>
                    <a:pt x="107117" y="248010"/>
                  </a:lnTo>
                  <a:lnTo>
                    <a:pt x="108117" y="249158"/>
                  </a:lnTo>
                  <a:lnTo>
                    <a:pt x="108638" y="249102"/>
                  </a:lnTo>
                  <a:lnTo>
                    <a:pt x="109095" y="248217"/>
                  </a:lnTo>
                  <a:lnTo>
                    <a:pt x="109558" y="246428"/>
                  </a:lnTo>
                  <a:lnTo>
                    <a:pt x="109852" y="244149"/>
                  </a:lnTo>
                  <a:lnTo>
                    <a:pt x="109909" y="241746"/>
                  </a:lnTo>
                  <a:lnTo>
                    <a:pt x="109737" y="240273"/>
                  </a:lnTo>
                  <a:lnTo>
                    <a:pt x="109382" y="239732"/>
                  </a:lnTo>
                  <a:lnTo>
                    <a:pt x="107787" y="238863"/>
                  </a:lnTo>
                  <a:lnTo>
                    <a:pt x="106264" y="237447"/>
                  </a:lnTo>
                  <a:lnTo>
                    <a:pt x="106088" y="236152"/>
                  </a:lnTo>
                  <a:lnTo>
                    <a:pt x="106125" y="235230"/>
                  </a:lnTo>
                  <a:lnTo>
                    <a:pt x="106526" y="232967"/>
                  </a:lnTo>
                  <a:lnTo>
                    <a:pt x="107520" y="228818"/>
                  </a:lnTo>
                  <a:lnTo>
                    <a:pt x="108519" y="223089"/>
                  </a:lnTo>
                  <a:lnTo>
                    <a:pt x="109048" y="218572"/>
                  </a:lnTo>
                  <a:lnTo>
                    <a:pt x="110719" y="211835"/>
                  </a:lnTo>
                  <a:lnTo>
                    <a:pt x="112033" y="204808"/>
                  </a:lnTo>
                  <a:lnTo>
                    <a:pt x="114164" y="194716"/>
                  </a:lnTo>
                  <a:lnTo>
                    <a:pt x="114520" y="192722"/>
                  </a:lnTo>
                  <a:lnTo>
                    <a:pt x="114715" y="189532"/>
                  </a:lnTo>
                  <a:lnTo>
                    <a:pt x="114830" y="188217"/>
                  </a:lnTo>
                  <a:lnTo>
                    <a:pt x="115571" y="187525"/>
                  </a:lnTo>
                  <a:lnTo>
                    <a:pt x="116823" y="188199"/>
                  </a:lnTo>
                  <a:lnTo>
                    <a:pt x="119876" y="190501"/>
                  </a:lnTo>
                  <a:lnTo>
                    <a:pt x="122198" y="192435"/>
                  </a:lnTo>
                  <a:lnTo>
                    <a:pt x="123171" y="193090"/>
                  </a:lnTo>
                  <a:lnTo>
                    <a:pt x="124617" y="193775"/>
                  </a:lnTo>
                  <a:lnTo>
                    <a:pt x="126853" y="194583"/>
                  </a:lnTo>
                  <a:lnTo>
                    <a:pt x="128145" y="194344"/>
                  </a:lnTo>
                  <a:lnTo>
                    <a:pt x="129279" y="193867"/>
                  </a:lnTo>
                  <a:lnTo>
                    <a:pt x="130787" y="193826"/>
                  </a:lnTo>
                  <a:lnTo>
                    <a:pt x="133146" y="194427"/>
                  </a:lnTo>
                  <a:lnTo>
                    <a:pt x="133876" y="194452"/>
                  </a:lnTo>
                  <a:lnTo>
                    <a:pt x="134781" y="194528"/>
                  </a:lnTo>
                  <a:lnTo>
                    <a:pt x="135426" y="195504"/>
                  </a:lnTo>
                  <a:lnTo>
                    <a:pt x="135749" y="197720"/>
                  </a:lnTo>
                  <a:lnTo>
                    <a:pt x="136238" y="198714"/>
                  </a:lnTo>
                  <a:lnTo>
                    <a:pt x="137116" y="198346"/>
                  </a:lnTo>
                  <a:lnTo>
                    <a:pt x="138993" y="196394"/>
                  </a:lnTo>
                  <a:lnTo>
                    <a:pt x="140192" y="194857"/>
                  </a:lnTo>
                  <a:lnTo>
                    <a:pt x="141690" y="192637"/>
                  </a:lnTo>
                  <a:lnTo>
                    <a:pt x="143175" y="192331"/>
                  </a:lnTo>
                  <a:lnTo>
                    <a:pt x="144752" y="191835"/>
                  </a:lnTo>
                  <a:lnTo>
                    <a:pt x="145300" y="190734"/>
                  </a:lnTo>
                  <a:lnTo>
                    <a:pt x="145879" y="188142"/>
                  </a:lnTo>
                  <a:lnTo>
                    <a:pt x="146847" y="186187"/>
                  </a:lnTo>
                  <a:lnTo>
                    <a:pt x="147008" y="183713"/>
                  </a:lnTo>
                  <a:lnTo>
                    <a:pt x="146666" y="181969"/>
                  </a:lnTo>
                  <a:lnTo>
                    <a:pt x="145994" y="179125"/>
                  </a:lnTo>
                  <a:lnTo>
                    <a:pt x="146014" y="177209"/>
                  </a:lnTo>
                  <a:lnTo>
                    <a:pt x="145689" y="171654"/>
                  </a:lnTo>
                  <a:lnTo>
                    <a:pt x="145255" y="166656"/>
                  </a:lnTo>
                  <a:lnTo>
                    <a:pt x="145697" y="162630"/>
                  </a:lnTo>
                  <a:lnTo>
                    <a:pt x="146478" y="158134"/>
                  </a:lnTo>
                  <a:lnTo>
                    <a:pt x="146785" y="156759"/>
                  </a:lnTo>
                  <a:lnTo>
                    <a:pt x="147280" y="154949"/>
                  </a:lnTo>
                  <a:lnTo>
                    <a:pt x="147978" y="152784"/>
                  </a:lnTo>
                  <a:lnTo>
                    <a:pt x="148959" y="152105"/>
                  </a:lnTo>
                  <a:lnTo>
                    <a:pt x="151716" y="151642"/>
                  </a:lnTo>
                  <a:lnTo>
                    <a:pt x="154269" y="150731"/>
                  </a:lnTo>
                  <a:lnTo>
                    <a:pt x="155572" y="149795"/>
                  </a:lnTo>
                  <a:lnTo>
                    <a:pt x="156922" y="149229"/>
                  </a:lnTo>
                  <a:lnTo>
                    <a:pt x="157727" y="148543"/>
                  </a:lnTo>
                  <a:lnTo>
                    <a:pt x="159121" y="145383"/>
                  </a:lnTo>
                  <a:lnTo>
                    <a:pt x="159782" y="143562"/>
                  </a:lnTo>
                  <a:lnTo>
                    <a:pt x="160267" y="138729"/>
                  </a:lnTo>
                  <a:lnTo>
                    <a:pt x="159911" y="136405"/>
                  </a:lnTo>
                  <a:lnTo>
                    <a:pt x="160210" y="134352"/>
                  </a:lnTo>
                  <a:lnTo>
                    <a:pt x="160883" y="133145"/>
                  </a:lnTo>
                  <a:lnTo>
                    <a:pt x="161829" y="131937"/>
                  </a:lnTo>
                  <a:lnTo>
                    <a:pt x="162463" y="131731"/>
                  </a:lnTo>
                  <a:lnTo>
                    <a:pt x="163810" y="131366"/>
                  </a:lnTo>
                  <a:lnTo>
                    <a:pt x="166022" y="131485"/>
                  </a:lnTo>
                  <a:lnTo>
                    <a:pt x="167154" y="132079"/>
                  </a:lnTo>
                  <a:lnTo>
                    <a:pt x="168297" y="132350"/>
                  </a:lnTo>
                  <a:lnTo>
                    <a:pt x="169022" y="131911"/>
                  </a:lnTo>
                  <a:lnTo>
                    <a:pt x="169505" y="130996"/>
                  </a:lnTo>
                  <a:lnTo>
                    <a:pt x="170246" y="130702"/>
                  </a:lnTo>
                  <a:lnTo>
                    <a:pt x="171364" y="130263"/>
                  </a:lnTo>
                  <a:lnTo>
                    <a:pt x="172512" y="129714"/>
                  </a:lnTo>
                  <a:lnTo>
                    <a:pt x="173143" y="129818"/>
                  </a:lnTo>
                  <a:lnTo>
                    <a:pt x="173276" y="131177"/>
                  </a:lnTo>
                  <a:lnTo>
                    <a:pt x="173167" y="132242"/>
                  </a:lnTo>
                  <a:lnTo>
                    <a:pt x="173391" y="133670"/>
                  </a:lnTo>
                  <a:lnTo>
                    <a:pt x="173848" y="134609"/>
                  </a:lnTo>
                  <a:lnTo>
                    <a:pt x="173698" y="135632"/>
                  </a:lnTo>
                  <a:lnTo>
                    <a:pt x="173052" y="136224"/>
                  </a:lnTo>
                  <a:lnTo>
                    <a:pt x="172416" y="137020"/>
                  </a:lnTo>
                  <a:lnTo>
                    <a:pt x="172276" y="138111"/>
                  </a:lnTo>
                  <a:lnTo>
                    <a:pt x="173081" y="139467"/>
                  </a:lnTo>
                  <a:lnTo>
                    <a:pt x="173357" y="140770"/>
                  </a:lnTo>
                  <a:lnTo>
                    <a:pt x="174702" y="141549"/>
                  </a:lnTo>
                  <a:lnTo>
                    <a:pt x="175747" y="142426"/>
                  </a:lnTo>
                  <a:lnTo>
                    <a:pt x="176138" y="143266"/>
                  </a:lnTo>
                  <a:lnTo>
                    <a:pt x="176018" y="144216"/>
                  </a:lnTo>
                  <a:lnTo>
                    <a:pt x="175536" y="145238"/>
                  </a:lnTo>
                  <a:lnTo>
                    <a:pt x="175068" y="146335"/>
                  </a:lnTo>
                  <a:lnTo>
                    <a:pt x="175009" y="146993"/>
                  </a:lnTo>
                  <a:lnTo>
                    <a:pt x="175159" y="147759"/>
                  </a:lnTo>
                  <a:lnTo>
                    <a:pt x="176169" y="148270"/>
                  </a:lnTo>
                  <a:lnTo>
                    <a:pt x="177334" y="149120"/>
                  </a:lnTo>
                  <a:lnTo>
                    <a:pt x="179184" y="150213"/>
                  </a:lnTo>
                  <a:lnTo>
                    <a:pt x="180451" y="152242"/>
                  </a:lnTo>
                  <a:lnTo>
                    <a:pt x="181708" y="152802"/>
                  </a:lnTo>
                  <a:lnTo>
                    <a:pt x="182314" y="154783"/>
                  </a:lnTo>
                  <a:lnTo>
                    <a:pt x="182426" y="157657"/>
                  </a:lnTo>
                  <a:lnTo>
                    <a:pt x="183716" y="159123"/>
                  </a:lnTo>
                  <a:lnTo>
                    <a:pt x="185622" y="161157"/>
                  </a:lnTo>
                  <a:lnTo>
                    <a:pt x="186591" y="161532"/>
                  </a:lnTo>
                  <a:lnTo>
                    <a:pt x="187241" y="162687"/>
                  </a:lnTo>
                  <a:lnTo>
                    <a:pt x="188174" y="164088"/>
                  </a:lnTo>
                  <a:lnTo>
                    <a:pt x="189002" y="164526"/>
                  </a:lnTo>
                  <a:lnTo>
                    <a:pt x="189986" y="164727"/>
                  </a:lnTo>
                  <a:lnTo>
                    <a:pt x="191614" y="163428"/>
                  </a:lnTo>
                  <a:lnTo>
                    <a:pt x="193433" y="163304"/>
                  </a:lnTo>
                  <a:lnTo>
                    <a:pt x="194430" y="164046"/>
                  </a:lnTo>
                  <a:lnTo>
                    <a:pt x="195375" y="166849"/>
                  </a:lnTo>
                  <a:lnTo>
                    <a:pt x="196041" y="167734"/>
                  </a:lnTo>
                  <a:lnTo>
                    <a:pt x="196436" y="168521"/>
                  </a:lnTo>
                  <a:lnTo>
                    <a:pt x="197076" y="169274"/>
                  </a:lnTo>
                  <a:lnTo>
                    <a:pt x="197725" y="169384"/>
                  </a:lnTo>
                  <a:lnTo>
                    <a:pt x="198689" y="168762"/>
                  </a:lnTo>
                  <a:lnTo>
                    <a:pt x="199277" y="167522"/>
                  </a:lnTo>
                  <a:lnTo>
                    <a:pt x="200121" y="167777"/>
                  </a:lnTo>
                  <a:lnTo>
                    <a:pt x="200438" y="168581"/>
                  </a:lnTo>
                  <a:lnTo>
                    <a:pt x="200592" y="169967"/>
                  </a:lnTo>
                  <a:lnTo>
                    <a:pt x="201039" y="171685"/>
                  </a:lnTo>
                  <a:lnTo>
                    <a:pt x="202109" y="172965"/>
                  </a:lnTo>
                  <a:lnTo>
                    <a:pt x="203599" y="173731"/>
                  </a:lnTo>
                  <a:lnTo>
                    <a:pt x="203810" y="174352"/>
                  </a:lnTo>
                  <a:lnTo>
                    <a:pt x="204015" y="176072"/>
                  </a:lnTo>
                  <a:lnTo>
                    <a:pt x="204420" y="177263"/>
                  </a:lnTo>
                  <a:lnTo>
                    <a:pt x="204962" y="178816"/>
                  </a:lnTo>
                  <a:lnTo>
                    <a:pt x="205478" y="181651"/>
                  </a:lnTo>
                  <a:lnTo>
                    <a:pt x="205587" y="183996"/>
                  </a:lnTo>
                  <a:lnTo>
                    <a:pt x="205828" y="185286"/>
                  </a:lnTo>
                  <a:lnTo>
                    <a:pt x="206519" y="187388"/>
                  </a:lnTo>
                  <a:lnTo>
                    <a:pt x="207621" y="190748"/>
                  </a:lnTo>
                  <a:lnTo>
                    <a:pt x="208501" y="193598"/>
                  </a:lnTo>
                  <a:lnTo>
                    <a:pt x="209518" y="194150"/>
                  </a:lnTo>
                  <a:lnTo>
                    <a:pt x="210383" y="195056"/>
                  </a:lnTo>
                  <a:lnTo>
                    <a:pt x="210878" y="197161"/>
                  </a:lnTo>
                  <a:lnTo>
                    <a:pt x="211794" y="201128"/>
                  </a:lnTo>
                  <a:lnTo>
                    <a:pt x="211942" y="203726"/>
                  </a:lnTo>
                  <a:lnTo>
                    <a:pt x="212020" y="205657"/>
                  </a:lnTo>
                  <a:lnTo>
                    <a:pt x="212320" y="206534"/>
                  </a:lnTo>
                  <a:lnTo>
                    <a:pt x="212381" y="207629"/>
                  </a:lnTo>
                  <a:lnTo>
                    <a:pt x="211620" y="211796"/>
                  </a:lnTo>
                  <a:lnTo>
                    <a:pt x="210972" y="213679"/>
                  </a:lnTo>
                  <a:lnTo>
                    <a:pt x="210889" y="215263"/>
                  </a:lnTo>
                  <a:lnTo>
                    <a:pt x="211329" y="218022"/>
                  </a:lnTo>
                  <a:lnTo>
                    <a:pt x="211929" y="220159"/>
                  </a:lnTo>
                  <a:lnTo>
                    <a:pt x="211989" y="222203"/>
                  </a:lnTo>
                  <a:lnTo>
                    <a:pt x="211477" y="223702"/>
                  </a:lnTo>
                  <a:lnTo>
                    <a:pt x="210592" y="225576"/>
                  </a:lnTo>
                  <a:lnTo>
                    <a:pt x="210170" y="226647"/>
                  </a:lnTo>
                  <a:lnTo>
                    <a:pt x="209480" y="227589"/>
                  </a:lnTo>
                  <a:lnTo>
                    <a:pt x="208429" y="231215"/>
                  </a:lnTo>
                  <a:lnTo>
                    <a:pt x="207955" y="235223"/>
                  </a:lnTo>
                  <a:lnTo>
                    <a:pt x="207846" y="237289"/>
                  </a:lnTo>
                  <a:lnTo>
                    <a:pt x="208244" y="238784"/>
                  </a:lnTo>
                  <a:lnTo>
                    <a:pt x="208916" y="240430"/>
                  </a:lnTo>
                  <a:lnTo>
                    <a:pt x="209082" y="241857"/>
                  </a:lnTo>
                  <a:lnTo>
                    <a:pt x="210179" y="245041"/>
                  </a:lnTo>
                  <a:lnTo>
                    <a:pt x="210472" y="247015"/>
                  </a:lnTo>
                  <a:lnTo>
                    <a:pt x="210919" y="247079"/>
                  </a:lnTo>
                  <a:lnTo>
                    <a:pt x="211402" y="246430"/>
                  </a:lnTo>
                  <a:lnTo>
                    <a:pt x="212577" y="246385"/>
                  </a:lnTo>
                  <a:lnTo>
                    <a:pt x="213646" y="247079"/>
                  </a:lnTo>
                  <a:lnTo>
                    <a:pt x="214671" y="248539"/>
                  </a:lnTo>
                  <a:lnTo>
                    <a:pt x="215772" y="249320"/>
                  </a:lnTo>
                  <a:lnTo>
                    <a:pt x="217343" y="249123"/>
                  </a:lnTo>
                  <a:lnTo>
                    <a:pt x="218184" y="249907"/>
                  </a:lnTo>
                  <a:lnTo>
                    <a:pt x="219090" y="250549"/>
                  </a:lnTo>
                  <a:lnTo>
                    <a:pt x="220959" y="250772"/>
                  </a:lnTo>
                  <a:lnTo>
                    <a:pt x="222361" y="250761"/>
                  </a:lnTo>
                  <a:lnTo>
                    <a:pt x="224518" y="250786"/>
                  </a:lnTo>
                  <a:lnTo>
                    <a:pt x="226259" y="251768"/>
                  </a:lnTo>
                  <a:lnTo>
                    <a:pt x="229320" y="252546"/>
                  </a:lnTo>
                  <a:lnTo>
                    <a:pt x="231210" y="252485"/>
                  </a:lnTo>
                  <a:lnTo>
                    <a:pt x="233757" y="251754"/>
                  </a:lnTo>
                  <a:lnTo>
                    <a:pt x="235319" y="252214"/>
                  </a:lnTo>
                  <a:lnTo>
                    <a:pt x="239929" y="253308"/>
                  </a:lnTo>
                  <a:lnTo>
                    <a:pt x="242633" y="254450"/>
                  </a:lnTo>
                  <a:lnTo>
                    <a:pt x="244342" y="255736"/>
                  </a:lnTo>
                  <a:lnTo>
                    <a:pt x="245547" y="257776"/>
                  </a:lnTo>
                  <a:lnTo>
                    <a:pt x="246923" y="260959"/>
                  </a:lnTo>
                  <a:lnTo>
                    <a:pt x="248017" y="262415"/>
                  </a:lnTo>
                  <a:lnTo>
                    <a:pt x="250959" y="263295"/>
                  </a:lnTo>
                  <a:lnTo>
                    <a:pt x="252975" y="267008"/>
                  </a:lnTo>
                  <a:lnTo>
                    <a:pt x="254554" y="268397"/>
                  </a:lnTo>
                  <a:lnTo>
                    <a:pt x="257207" y="271992"/>
                  </a:lnTo>
                  <a:lnTo>
                    <a:pt x="259084" y="273396"/>
                  </a:lnTo>
                  <a:lnTo>
                    <a:pt x="261324" y="274693"/>
                  </a:lnTo>
                  <a:lnTo>
                    <a:pt x="264986" y="274142"/>
                  </a:lnTo>
                  <a:lnTo>
                    <a:pt x="265187" y="274631"/>
                  </a:lnTo>
                  <a:lnTo>
                    <a:pt x="264905" y="276585"/>
                  </a:lnTo>
                  <a:lnTo>
                    <a:pt x="264685" y="279260"/>
                  </a:lnTo>
                  <a:lnTo>
                    <a:pt x="264685" y="281196"/>
                  </a:lnTo>
                  <a:lnTo>
                    <a:pt x="265061" y="282183"/>
                  </a:lnTo>
                  <a:lnTo>
                    <a:pt x="266460" y="282767"/>
                  </a:lnTo>
                  <a:lnTo>
                    <a:pt x="267122" y="283719"/>
                  </a:lnTo>
                  <a:lnTo>
                    <a:pt x="267629" y="285543"/>
                  </a:lnTo>
                  <a:lnTo>
                    <a:pt x="267922" y="286684"/>
                  </a:lnTo>
                  <a:lnTo>
                    <a:pt x="269093" y="292285"/>
                  </a:lnTo>
                  <a:lnTo>
                    <a:pt x="270978" y="300570"/>
                  </a:lnTo>
                  <a:lnTo>
                    <a:pt x="271192" y="303753"/>
                  </a:lnTo>
                  <a:lnTo>
                    <a:pt x="271837" y="305806"/>
                  </a:lnTo>
                  <a:lnTo>
                    <a:pt x="273882" y="309067"/>
                  </a:lnTo>
                  <a:lnTo>
                    <a:pt x="274957" y="311479"/>
                  </a:lnTo>
                  <a:lnTo>
                    <a:pt x="276554" y="314014"/>
                  </a:lnTo>
                  <a:lnTo>
                    <a:pt x="277078" y="316360"/>
                  </a:lnTo>
                  <a:lnTo>
                    <a:pt x="277198" y="319390"/>
                  </a:lnTo>
                  <a:lnTo>
                    <a:pt x="277601" y="320171"/>
                  </a:lnTo>
                  <a:lnTo>
                    <a:pt x="280524" y="319477"/>
                  </a:lnTo>
                  <a:lnTo>
                    <a:pt x="283056" y="318992"/>
                  </a:lnTo>
                  <a:lnTo>
                    <a:pt x="287597" y="318119"/>
                  </a:lnTo>
                  <a:lnTo>
                    <a:pt x="293853" y="319701"/>
                  </a:lnTo>
                  <a:lnTo>
                    <a:pt x="300304" y="321230"/>
                  </a:lnTo>
                  <a:lnTo>
                    <a:pt x="306008" y="322583"/>
                  </a:lnTo>
                  <a:lnTo>
                    <a:pt x="308818" y="323248"/>
                  </a:lnTo>
                  <a:lnTo>
                    <a:pt x="315168" y="324667"/>
                  </a:lnTo>
                  <a:lnTo>
                    <a:pt x="318696" y="322857"/>
                  </a:lnTo>
                  <a:lnTo>
                    <a:pt x="321455" y="321442"/>
                  </a:lnTo>
                  <a:lnTo>
                    <a:pt x="322705" y="321637"/>
                  </a:lnTo>
                  <a:lnTo>
                    <a:pt x="327978" y="323231"/>
                  </a:lnTo>
                  <a:lnTo>
                    <a:pt x="331068" y="324088"/>
                  </a:lnTo>
                  <a:lnTo>
                    <a:pt x="334961" y="325166"/>
                  </a:lnTo>
                  <a:lnTo>
                    <a:pt x="337664" y="325563"/>
                  </a:lnTo>
                  <a:lnTo>
                    <a:pt x="339876" y="325537"/>
                  </a:lnTo>
                  <a:lnTo>
                    <a:pt x="340898" y="325987"/>
                  </a:lnTo>
                  <a:lnTo>
                    <a:pt x="341883" y="326681"/>
                  </a:lnTo>
                  <a:lnTo>
                    <a:pt x="342540" y="327692"/>
                  </a:lnTo>
                  <a:lnTo>
                    <a:pt x="344563" y="332819"/>
                  </a:lnTo>
                  <a:lnTo>
                    <a:pt x="345697" y="335078"/>
                  </a:lnTo>
                  <a:lnTo>
                    <a:pt x="347936" y="336785"/>
                  </a:lnTo>
                  <a:lnTo>
                    <a:pt x="353037" y="338736"/>
                  </a:lnTo>
                  <a:lnTo>
                    <a:pt x="355860" y="339920"/>
                  </a:lnTo>
                  <a:lnTo>
                    <a:pt x="359102" y="341281"/>
                  </a:lnTo>
                  <a:lnTo>
                    <a:pt x="361235" y="343331"/>
                  </a:lnTo>
                  <a:lnTo>
                    <a:pt x="363695" y="345716"/>
                  </a:lnTo>
                  <a:lnTo>
                    <a:pt x="366881" y="348805"/>
                  </a:lnTo>
                  <a:lnTo>
                    <a:pt x="370368" y="347456"/>
                  </a:lnTo>
                  <a:lnTo>
                    <a:pt x="374121" y="346003"/>
                  </a:lnTo>
                  <a:lnTo>
                    <a:pt x="376474" y="345091"/>
                  </a:lnTo>
                  <a:lnTo>
                    <a:pt x="376474" y="351542"/>
                  </a:lnTo>
                  <a:lnTo>
                    <a:pt x="379830" y="352060"/>
                  </a:lnTo>
                  <a:lnTo>
                    <a:pt x="380887" y="351984"/>
                  </a:lnTo>
                  <a:lnTo>
                    <a:pt x="382370" y="353409"/>
                  </a:lnTo>
                  <a:lnTo>
                    <a:pt x="383205" y="352806"/>
                  </a:lnTo>
                  <a:lnTo>
                    <a:pt x="383996" y="351407"/>
                  </a:lnTo>
                  <a:lnTo>
                    <a:pt x="384990" y="349198"/>
                  </a:lnTo>
                  <a:lnTo>
                    <a:pt x="386420" y="348227"/>
                  </a:lnTo>
                  <a:lnTo>
                    <a:pt x="388891" y="345749"/>
                  </a:lnTo>
                  <a:lnTo>
                    <a:pt x="389492" y="345148"/>
                  </a:lnTo>
                  <a:lnTo>
                    <a:pt x="393162" y="341634"/>
                  </a:lnTo>
                  <a:lnTo>
                    <a:pt x="398642" y="337303"/>
                  </a:lnTo>
                  <a:lnTo>
                    <a:pt x="401098" y="335205"/>
                  </a:lnTo>
                  <a:lnTo>
                    <a:pt x="401834" y="334739"/>
                  </a:lnTo>
                  <a:lnTo>
                    <a:pt x="403224" y="333668"/>
                  </a:lnTo>
                  <a:lnTo>
                    <a:pt x="404160" y="332925"/>
                  </a:lnTo>
                  <a:lnTo>
                    <a:pt x="405818" y="332330"/>
                  </a:lnTo>
                  <a:lnTo>
                    <a:pt x="408069" y="331956"/>
                  </a:lnTo>
                  <a:lnTo>
                    <a:pt x="410527" y="331136"/>
                  </a:lnTo>
                  <a:lnTo>
                    <a:pt x="416088" y="329608"/>
                  </a:lnTo>
                  <a:lnTo>
                    <a:pt x="416786" y="329464"/>
                  </a:lnTo>
                  <a:lnTo>
                    <a:pt x="419910" y="328834"/>
                  </a:lnTo>
                  <a:lnTo>
                    <a:pt x="421237" y="328239"/>
                  </a:lnTo>
                  <a:lnTo>
                    <a:pt x="423221" y="328551"/>
                  </a:lnTo>
                  <a:lnTo>
                    <a:pt x="425811" y="328772"/>
                  </a:lnTo>
                  <a:lnTo>
                    <a:pt x="427527" y="329161"/>
                  </a:lnTo>
                  <a:lnTo>
                    <a:pt x="429808" y="328855"/>
                  </a:lnTo>
                  <a:lnTo>
                    <a:pt x="432942" y="328438"/>
                  </a:lnTo>
                  <a:lnTo>
                    <a:pt x="435479" y="328503"/>
                  </a:lnTo>
                  <a:lnTo>
                    <a:pt x="436739" y="327984"/>
                  </a:lnTo>
                  <a:lnTo>
                    <a:pt x="438595" y="326371"/>
                  </a:lnTo>
                  <a:lnTo>
                    <a:pt x="439845" y="325092"/>
                  </a:lnTo>
                  <a:lnTo>
                    <a:pt x="441804" y="323543"/>
                  </a:lnTo>
                  <a:lnTo>
                    <a:pt x="444232" y="321937"/>
                  </a:lnTo>
                  <a:lnTo>
                    <a:pt x="445924" y="320477"/>
                  </a:lnTo>
                  <a:lnTo>
                    <a:pt x="447045" y="319510"/>
                  </a:lnTo>
                  <a:lnTo>
                    <a:pt x="448404" y="318595"/>
                  </a:lnTo>
                  <a:lnTo>
                    <a:pt x="448760" y="317417"/>
                  </a:lnTo>
                  <a:lnTo>
                    <a:pt x="449152" y="316513"/>
                  </a:lnTo>
                  <a:lnTo>
                    <a:pt x="449873" y="315003"/>
                  </a:lnTo>
                  <a:lnTo>
                    <a:pt x="451173" y="312188"/>
                  </a:lnTo>
                  <a:lnTo>
                    <a:pt x="452161" y="309725"/>
                  </a:lnTo>
                  <a:lnTo>
                    <a:pt x="452647" y="308634"/>
                  </a:lnTo>
                  <a:lnTo>
                    <a:pt x="453757" y="306173"/>
                  </a:lnTo>
                  <a:lnTo>
                    <a:pt x="454655" y="304317"/>
                  </a:lnTo>
                  <a:lnTo>
                    <a:pt x="455800" y="301820"/>
                  </a:lnTo>
                  <a:lnTo>
                    <a:pt x="456767" y="301012"/>
                  </a:lnTo>
                  <a:lnTo>
                    <a:pt x="457989" y="300325"/>
                  </a:lnTo>
                  <a:lnTo>
                    <a:pt x="461209" y="297875"/>
                  </a:lnTo>
                  <a:lnTo>
                    <a:pt x="461849" y="297347"/>
                  </a:lnTo>
                  <a:lnTo>
                    <a:pt x="462383" y="297243"/>
                  </a:lnTo>
                  <a:lnTo>
                    <a:pt x="463522" y="295266"/>
                  </a:lnTo>
                  <a:lnTo>
                    <a:pt x="464484" y="293554"/>
                  </a:lnTo>
                  <a:lnTo>
                    <a:pt x="465110" y="292270"/>
                  </a:lnTo>
                  <a:lnTo>
                    <a:pt x="466414" y="291809"/>
                  </a:lnTo>
                  <a:lnTo>
                    <a:pt x="467085" y="290886"/>
                  </a:lnTo>
                  <a:lnTo>
                    <a:pt x="467203" y="289674"/>
                  </a:lnTo>
                  <a:lnTo>
                    <a:pt x="467067" y="287827"/>
                  </a:lnTo>
                  <a:lnTo>
                    <a:pt x="466440" y="285937"/>
                  </a:lnTo>
                  <a:lnTo>
                    <a:pt x="465912" y="284289"/>
                  </a:lnTo>
                  <a:lnTo>
                    <a:pt x="464046" y="281144"/>
                  </a:lnTo>
                  <a:lnTo>
                    <a:pt x="463056" y="279193"/>
                  </a:lnTo>
                  <a:lnTo>
                    <a:pt x="462046" y="276688"/>
                  </a:lnTo>
                  <a:lnTo>
                    <a:pt x="461638" y="274332"/>
                  </a:lnTo>
                  <a:lnTo>
                    <a:pt x="460948" y="272833"/>
                  </a:lnTo>
                  <a:lnTo>
                    <a:pt x="460614" y="271506"/>
                  </a:lnTo>
                  <a:lnTo>
                    <a:pt x="460720" y="269972"/>
                  </a:lnTo>
                  <a:lnTo>
                    <a:pt x="461677" y="267242"/>
                  </a:lnTo>
                  <a:lnTo>
                    <a:pt x="461985" y="265521"/>
                  </a:lnTo>
                  <a:lnTo>
                    <a:pt x="462384" y="262475"/>
                  </a:lnTo>
                  <a:lnTo>
                    <a:pt x="463284" y="257917"/>
                  </a:lnTo>
                  <a:lnTo>
                    <a:pt x="464017" y="255789"/>
                  </a:lnTo>
                  <a:lnTo>
                    <a:pt x="464866" y="253710"/>
                  </a:lnTo>
                  <a:lnTo>
                    <a:pt x="466657" y="250917"/>
                  </a:lnTo>
                  <a:lnTo>
                    <a:pt x="468297" y="250397"/>
                  </a:lnTo>
                  <a:lnTo>
                    <a:pt x="469275" y="250950"/>
                  </a:lnTo>
                  <a:lnTo>
                    <a:pt x="471459" y="250947"/>
                  </a:lnTo>
                  <a:lnTo>
                    <a:pt x="472912" y="251090"/>
                  </a:lnTo>
                  <a:lnTo>
                    <a:pt x="473984" y="252487"/>
                  </a:lnTo>
                  <a:lnTo>
                    <a:pt x="475172" y="255242"/>
                  </a:lnTo>
                  <a:lnTo>
                    <a:pt x="476512" y="256254"/>
                  </a:lnTo>
                  <a:lnTo>
                    <a:pt x="480689" y="258414"/>
                  </a:lnTo>
                  <a:lnTo>
                    <a:pt x="482476" y="258872"/>
                  </a:lnTo>
                  <a:lnTo>
                    <a:pt x="483754" y="258966"/>
                  </a:lnTo>
                  <a:lnTo>
                    <a:pt x="485640" y="259682"/>
                  </a:lnTo>
                  <a:lnTo>
                    <a:pt x="486276" y="259832"/>
                  </a:lnTo>
                  <a:lnTo>
                    <a:pt x="487240" y="260324"/>
                  </a:lnTo>
                  <a:lnTo>
                    <a:pt x="488040" y="259799"/>
                  </a:lnTo>
                  <a:lnTo>
                    <a:pt x="489253" y="257953"/>
                  </a:lnTo>
                  <a:lnTo>
                    <a:pt x="490775" y="255877"/>
                  </a:lnTo>
                  <a:lnTo>
                    <a:pt x="491431" y="255401"/>
                  </a:lnTo>
                  <a:lnTo>
                    <a:pt x="492643" y="254507"/>
                  </a:lnTo>
                  <a:lnTo>
                    <a:pt x="493252" y="253662"/>
                  </a:lnTo>
                  <a:lnTo>
                    <a:pt x="494314" y="251337"/>
                  </a:lnTo>
                  <a:lnTo>
                    <a:pt x="495699" y="249533"/>
                  </a:lnTo>
                  <a:lnTo>
                    <a:pt x="497382" y="246823"/>
                  </a:lnTo>
                  <a:lnTo>
                    <a:pt x="498213" y="244780"/>
                  </a:lnTo>
                  <a:lnTo>
                    <a:pt x="498395" y="243463"/>
                  </a:lnTo>
                  <a:lnTo>
                    <a:pt x="498577" y="242036"/>
                  </a:lnTo>
                  <a:lnTo>
                    <a:pt x="499100" y="241286"/>
                  </a:lnTo>
                  <a:lnTo>
                    <a:pt x="500126" y="240598"/>
                  </a:lnTo>
                  <a:lnTo>
                    <a:pt x="501277" y="240410"/>
                  </a:lnTo>
                  <a:lnTo>
                    <a:pt x="503477" y="241632"/>
                  </a:lnTo>
                  <a:lnTo>
                    <a:pt x="506443" y="241279"/>
                  </a:lnTo>
                  <a:lnTo>
                    <a:pt x="507111" y="241103"/>
                  </a:lnTo>
                  <a:lnTo>
                    <a:pt x="509817" y="240400"/>
                  </a:lnTo>
                  <a:lnTo>
                    <a:pt x="511035" y="239823"/>
                  </a:lnTo>
                  <a:lnTo>
                    <a:pt x="512761" y="239269"/>
                  </a:lnTo>
                  <a:lnTo>
                    <a:pt x="514079" y="237006"/>
                  </a:lnTo>
                  <a:lnTo>
                    <a:pt x="515846" y="234307"/>
                  </a:lnTo>
                  <a:lnTo>
                    <a:pt x="517130" y="232806"/>
                  </a:lnTo>
                  <a:lnTo>
                    <a:pt x="517987" y="232518"/>
                  </a:lnTo>
                  <a:lnTo>
                    <a:pt x="519057" y="230962"/>
                  </a:lnTo>
                  <a:lnTo>
                    <a:pt x="519581" y="229289"/>
                  </a:lnTo>
                  <a:lnTo>
                    <a:pt x="519440" y="227819"/>
                  </a:lnTo>
                  <a:lnTo>
                    <a:pt x="519244" y="226602"/>
                  </a:lnTo>
                  <a:lnTo>
                    <a:pt x="519872" y="224353"/>
                  </a:lnTo>
                  <a:lnTo>
                    <a:pt x="521006" y="220407"/>
                  </a:lnTo>
                  <a:lnTo>
                    <a:pt x="522069" y="218569"/>
                  </a:lnTo>
                  <a:lnTo>
                    <a:pt x="522945" y="217083"/>
                  </a:lnTo>
                  <a:lnTo>
                    <a:pt x="523505" y="214698"/>
                  </a:lnTo>
                  <a:lnTo>
                    <a:pt x="524196" y="214009"/>
                  </a:lnTo>
                  <a:lnTo>
                    <a:pt x="525043" y="213747"/>
                  </a:lnTo>
                  <a:lnTo>
                    <a:pt x="526240" y="212131"/>
                  </a:lnTo>
                  <a:lnTo>
                    <a:pt x="527118" y="211797"/>
                  </a:lnTo>
                  <a:lnTo>
                    <a:pt x="528577" y="212571"/>
                  </a:lnTo>
                  <a:lnTo>
                    <a:pt x="530736" y="212769"/>
                  </a:lnTo>
                  <a:lnTo>
                    <a:pt x="532114" y="212852"/>
                  </a:lnTo>
                  <a:lnTo>
                    <a:pt x="532899" y="212564"/>
                  </a:lnTo>
                  <a:lnTo>
                    <a:pt x="533185" y="211698"/>
                  </a:lnTo>
                  <a:lnTo>
                    <a:pt x="533178" y="210358"/>
                  </a:lnTo>
                  <a:lnTo>
                    <a:pt x="533615" y="207375"/>
                  </a:lnTo>
                  <a:lnTo>
                    <a:pt x="533778" y="206391"/>
                  </a:lnTo>
                  <a:lnTo>
                    <a:pt x="534174" y="205938"/>
                  </a:lnTo>
                  <a:lnTo>
                    <a:pt x="535500" y="205878"/>
                  </a:lnTo>
                  <a:lnTo>
                    <a:pt x="536397" y="206950"/>
                  </a:lnTo>
                  <a:lnTo>
                    <a:pt x="537014" y="207834"/>
                  </a:lnTo>
                  <a:lnTo>
                    <a:pt x="537869" y="207949"/>
                  </a:lnTo>
                  <a:lnTo>
                    <a:pt x="538749" y="207372"/>
                  </a:lnTo>
                  <a:lnTo>
                    <a:pt x="539931" y="204960"/>
                  </a:lnTo>
                  <a:lnTo>
                    <a:pt x="541891" y="203563"/>
                  </a:lnTo>
                  <a:lnTo>
                    <a:pt x="542934" y="203210"/>
                  </a:lnTo>
                  <a:lnTo>
                    <a:pt x="544785" y="202073"/>
                  </a:lnTo>
                  <a:lnTo>
                    <a:pt x="545951" y="202483"/>
                  </a:lnTo>
                  <a:lnTo>
                    <a:pt x="548097" y="202816"/>
                  </a:lnTo>
                  <a:lnTo>
                    <a:pt x="548929" y="202527"/>
                  </a:lnTo>
                  <a:lnTo>
                    <a:pt x="549833" y="202816"/>
                  </a:lnTo>
                  <a:lnTo>
                    <a:pt x="550655" y="201185"/>
                  </a:lnTo>
                  <a:lnTo>
                    <a:pt x="551308" y="200797"/>
                  </a:lnTo>
                  <a:lnTo>
                    <a:pt x="552687" y="201546"/>
                  </a:lnTo>
                  <a:lnTo>
                    <a:pt x="553557" y="202807"/>
                  </a:lnTo>
                  <a:lnTo>
                    <a:pt x="555185" y="204389"/>
                  </a:lnTo>
                  <a:lnTo>
                    <a:pt x="557254" y="205123"/>
                  </a:lnTo>
                  <a:lnTo>
                    <a:pt x="558987" y="204744"/>
                  </a:lnTo>
                  <a:lnTo>
                    <a:pt x="560768" y="205414"/>
                  </a:lnTo>
                  <a:lnTo>
                    <a:pt x="561822" y="205354"/>
                  </a:lnTo>
                  <a:lnTo>
                    <a:pt x="562319" y="204728"/>
                  </a:lnTo>
                  <a:lnTo>
                    <a:pt x="563778" y="203399"/>
                  </a:lnTo>
                  <a:lnTo>
                    <a:pt x="564128" y="201605"/>
                  </a:lnTo>
                  <a:lnTo>
                    <a:pt x="563985" y="199874"/>
                  </a:lnTo>
                  <a:lnTo>
                    <a:pt x="564152" y="197913"/>
                  </a:lnTo>
                  <a:lnTo>
                    <a:pt x="563723" y="196472"/>
                  </a:lnTo>
                  <a:lnTo>
                    <a:pt x="562819" y="194338"/>
                  </a:lnTo>
                  <a:lnTo>
                    <a:pt x="562470" y="192914"/>
                  </a:lnTo>
                  <a:lnTo>
                    <a:pt x="562438" y="191051"/>
                  </a:lnTo>
                  <a:lnTo>
                    <a:pt x="561876" y="189279"/>
                  </a:lnTo>
                  <a:lnTo>
                    <a:pt x="560524" y="187138"/>
                  </a:lnTo>
                  <a:lnTo>
                    <a:pt x="559632" y="186150"/>
                  </a:lnTo>
                  <a:lnTo>
                    <a:pt x="557800" y="182458"/>
                  </a:lnTo>
                  <a:lnTo>
                    <a:pt x="557182" y="181592"/>
                  </a:lnTo>
                  <a:lnTo>
                    <a:pt x="556971" y="180984"/>
                  </a:lnTo>
                  <a:lnTo>
                    <a:pt x="556754" y="179745"/>
                  </a:lnTo>
                  <a:lnTo>
                    <a:pt x="556077" y="179156"/>
                  </a:lnTo>
                  <a:lnTo>
                    <a:pt x="555189" y="178193"/>
                  </a:lnTo>
                  <a:lnTo>
                    <a:pt x="554708" y="177209"/>
                  </a:lnTo>
                  <a:lnTo>
                    <a:pt x="554395" y="175502"/>
                  </a:lnTo>
                  <a:lnTo>
                    <a:pt x="554208" y="174382"/>
                  </a:lnTo>
                  <a:lnTo>
                    <a:pt x="553424" y="173460"/>
                  </a:lnTo>
                  <a:lnTo>
                    <a:pt x="552638" y="172941"/>
                  </a:lnTo>
                  <a:lnTo>
                    <a:pt x="551751" y="172286"/>
                  </a:lnTo>
                  <a:lnTo>
                    <a:pt x="550284" y="171325"/>
                  </a:lnTo>
                  <a:lnTo>
                    <a:pt x="549438" y="169414"/>
                  </a:lnTo>
                  <a:lnTo>
                    <a:pt x="547942" y="165839"/>
                  </a:lnTo>
                  <a:lnTo>
                    <a:pt x="547097" y="164636"/>
                  </a:lnTo>
                  <a:lnTo>
                    <a:pt x="543943" y="164177"/>
                  </a:lnTo>
                  <a:lnTo>
                    <a:pt x="542815" y="163308"/>
                  </a:lnTo>
                  <a:lnTo>
                    <a:pt x="541533" y="163603"/>
                  </a:lnTo>
                  <a:lnTo>
                    <a:pt x="540769" y="164174"/>
                  </a:lnTo>
                  <a:lnTo>
                    <a:pt x="539078" y="164167"/>
                  </a:lnTo>
                  <a:lnTo>
                    <a:pt x="538200" y="164520"/>
                  </a:lnTo>
                  <a:lnTo>
                    <a:pt x="537082" y="166872"/>
                  </a:lnTo>
                  <a:lnTo>
                    <a:pt x="535604" y="169934"/>
                  </a:lnTo>
                  <a:lnTo>
                    <a:pt x="534381" y="171805"/>
                  </a:lnTo>
                  <a:lnTo>
                    <a:pt x="533515" y="173744"/>
                  </a:lnTo>
                  <a:lnTo>
                    <a:pt x="533110" y="174440"/>
                  </a:lnTo>
                  <a:lnTo>
                    <a:pt x="532320" y="174021"/>
                  </a:lnTo>
                  <a:lnTo>
                    <a:pt x="531237" y="171837"/>
                  </a:lnTo>
                  <a:lnTo>
                    <a:pt x="529685" y="169883"/>
                  </a:lnTo>
                  <a:lnTo>
                    <a:pt x="528246" y="168992"/>
                  </a:lnTo>
                  <a:lnTo>
                    <a:pt x="527631" y="168504"/>
                  </a:lnTo>
                  <a:lnTo>
                    <a:pt x="525917" y="168011"/>
                  </a:lnTo>
                  <a:lnTo>
                    <a:pt x="524594" y="168166"/>
                  </a:lnTo>
                  <a:lnTo>
                    <a:pt x="522906" y="168904"/>
                  </a:lnTo>
                  <a:lnTo>
                    <a:pt x="521258" y="168771"/>
                  </a:lnTo>
                  <a:lnTo>
                    <a:pt x="520514" y="168304"/>
                  </a:lnTo>
                  <a:lnTo>
                    <a:pt x="519465" y="168353"/>
                  </a:lnTo>
                  <a:lnTo>
                    <a:pt x="517560" y="170381"/>
                  </a:lnTo>
                  <a:lnTo>
                    <a:pt x="516573" y="172693"/>
                  </a:lnTo>
                  <a:lnTo>
                    <a:pt x="515408" y="173414"/>
                  </a:lnTo>
                  <a:lnTo>
                    <a:pt x="514353" y="171898"/>
                  </a:lnTo>
                  <a:lnTo>
                    <a:pt x="513135" y="170104"/>
                  </a:lnTo>
                  <a:lnTo>
                    <a:pt x="511973" y="167862"/>
                  </a:lnTo>
                  <a:lnTo>
                    <a:pt x="511257" y="165787"/>
                  </a:lnTo>
                  <a:lnTo>
                    <a:pt x="510860" y="160296"/>
                  </a:lnTo>
                  <a:lnTo>
                    <a:pt x="512254" y="158660"/>
                  </a:lnTo>
                  <a:lnTo>
                    <a:pt x="514035" y="156827"/>
                  </a:lnTo>
                  <a:lnTo>
                    <a:pt x="514169" y="153929"/>
                  </a:lnTo>
                  <a:lnTo>
                    <a:pt x="514110" y="150697"/>
                  </a:lnTo>
                  <a:lnTo>
                    <a:pt x="514461" y="147105"/>
                  </a:lnTo>
                  <a:lnTo>
                    <a:pt x="516085" y="143793"/>
                  </a:lnTo>
                  <a:lnTo>
                    <a:pt x="516959" y="141047"/>
                  </a:lnTo>
                  <a:lnTo>
                    <a:pt x="517067" y="139340"/>
                  </a:lnTo>
                  <a:lnTo>
                    <a:pt x="517845" y="136501"/>
                  </a:lnTo>
                  <a:lnTo>
                    <a:pt x="518594" y="133507"/>
                  </a:lnTo>
                  <a:lnTo>
                    <a:pt x="519614" y="129580"/>
                  </a:lnTo>
                  <a:lnTo>
                    <a:pt x="521549" y="122611"/>
                  </a:lnTo>
                  <a:lnTo>
                    <a:pt x="523835" y="114378"/>
                  </a:lnTo>
                  <a:lnTo>
                    <a:pt x="524976" y="110272"/>
                  </a:lnTo>
                  <a:lnTo>
                    <a:pt x="527482" y="112812"/>
                  </a:lnTo>
                  <a:lnTo>
                    <a:pt x="529100" y="114137"/>
                  </a:lnTo>
                  <a:lnTo>
                    <a:pt x="531829" y="116150"/>
                  </a:lnTo>
                  <a:lnTo>
                    <a:pt x="534650" y="116606"/>
                  </a:lnTo>
                  <a:lnTo>
                    <a:pt x="537347" y="118780"/>
                  </a:lnTo>
                  <a:lnTo>
                    <a:pt x="538739" y="119439"/>
                  </a:lnTo>
                  <a:lnTo>
                    <a:pt x="539480" y="119441"/>
                  </a:lnTo>
                  <a:lnTo>
                    <a:pt x="543297" y="114143"/>
                  </a:lnTo>
                  <a:lnTo>
                    <a:pt x="546526" y="109660"/>
                  </a:lnTo>
                  <a:lnTo>
                    <a:pt x="550235" y="106163"/>
                  </a:lnTo>
                  <a:lnTo>
                    <a:pt x="552960" y="105689"/>
                  </a:lnTo>
                  <a:lnTo>
                    <a:pt x="555007" y="104669"/>
                  </a:lnTo>
                  <a:lnTo>
                    <a:pt x="556377" y="103102"/>
                  </a:lnTo>
                  <a:lnTo>
                    <a:pt x="557184" y="100486"/>
                  </a:lnTo>
                  <a:lnTo>
                    <a:pt x="557430" y="96822"/>
                  </a:lnTo>
                  <a:lnTo>
                    <a:pt x="556885" y="94607"/>
                  </a:lnTo>
                  <a:lnTo>
                    <a:pt x="555548" y="93841"/>
                  </a:lnTo>
                  <a:lnTo>
                    <a:pt x="555204" y="93067"/>
                  </a:lnTo>
                  <a:lnTo>
                    <a:pt x="555851" y="92284"/>
                  </a:lnTo>
                  <a:lnTo>
                    <a:pt x="556328" y="90757"/>
                  </a:lnTo>
                  <a:lnTo>
                    <a:pt x="556630" y="88488"/>
                  </a:lnTo>
                  <a:lnTo>
                    <a:pt x="557403" y="86334"/>
                  </a:lnTo>
                  <a:lnTo>
                    <a:pt x="558642" y="84296"/>
                  </a:lnTo>
                  <a:lnTo>
                    <a:pt x="559325" y="82038"/>
                  </a:lnTo>
                  <a:lnTo>
                    <a:pt x="559453" y="79560"/>
                  </a:lnTo>
                  <a:lnTo>
                    <a:pt x="560198" y="77088"/>
                  </a:lnTo>
                  <a:lnTo>
                    <a:pt x="561557" y="74625"/>
                  </a:lnTo>
                  <a:lnTo>
                    <a:pt x="562301" y="72333"/>
                  </a:lnTo>
                  <a:lnTo>
                    <a:pt x="562431" y="70212"/>
                  </a:lnTo>
                  <a:lnTo>
                    <a:pt x="563120" y="67625"/>
                  </a:lnTo>
                  <a:lnTo>
                    <a:pt x="564995" y="63042"/>
                  </a:lnTo>
                  <a:lnTo>
                    <a:pt x="566212" y="57766"/>
                  </a:lnTo>
                  <a:lnTo>
                    <a:pt x="568285" y="54152"/>
                  </a:lnTo>
                  <a:lnTo>
                    <a:pt x="571619" y="50442"/>
                  </a:lnTo>
                  <a:lnTo>
                    <a:pt x="573702" y="46763"/>
                  </a:lnTo>
                  <a:lnTo>
                    <a:pt x="574535" y="43114"/>
                  </a:lnTo>
                  <a:lnTo>
                    <a:pt x="574471" y="39895"/>
                  </a:lnTo>
                  <a:lnTo>
                    <a:pt x="573507" y="37105"/>
                  </a:lnTo>
                  <a:lnTo>
                    <a:pt x="573323" y="34268"/>
                  </a:lnTo>
                  <a:lnTo>
                    <a:pt x="573919" y="31381"/>
                  </a:lnTo>
                  <a:lnTo>
                    <a:pt x="573394" y="29222"/>
                  </a:lnTo>
                  <a:lnTo>
                    <a:pt x="571748" y="27793"/>
                  </a:lnTo>
                  <a:lnTo>
                    <a:pt x="569785" y="27439"/>
                  </a:lnTo>
                  <a:lnTo>
                    <a:pt x="567502" y="28163"/>
                  </a:lnTo>
                  <a:lnTo>
                    <a:pt x="566221" y="27264"/>
                  </a:lnTo>
                  <a:lnTo>
                    <a:pt x="565937" y="24744"/>
                  </a:lnTo>
                  <a:lnTo>
                    <a:pt x="566549" y="22705"/>
                  </a:lnTo>
                  <a:lnTo>
                    <a:pt x="568056" y="21148"/>
                  </a:lnTo>
                  <a:lnTo>
                    <a:pt x="570531" y="17361"/>
                  </a:lnTo>
                  <a:lnTo>
                    <a:pt x="573978" y="11340"/>
                  </a:lnTo>
                  <a:lnTo>
                    <a:pt x="577407" y="8009"/>
                  </a:lnTo>
                  <a:lnTo>
                    <a:pt x="582526" y="7049"/>
                  </a:lnTo>
                  <a:lnTo>
                    <a:pt x="586651" y="5083"/>
                  </a:lnTo>
                  <a:lnTo>
                    <a:pt x="590854" y="3077"/>
                  </a:lnTo>
                  <a:lnTo>
                    <a:pt x="593888" y="2086"/>
                  </a:lnTo>
                  <a:lnTo>
                    <a:pt x="594405" y="2751"/>
                  </a:lnTo>
                  <a:lnTo>
                    <a:pt x="596058" y="2914"/>
                  </a:lnTo>
                  <a:lnTo>
                    <a:pt x="598848" y="2573"/>
                  </a:lnTo>
                  <a:lnTo>
                    <a:pt x="601442" y="1711"/>
                  </a:lnTo>
                  <a:lnTo>
                    <a:pt x="603837" y="325"/>
                  </a:lnTo>
                  <a:lnTo>
                    <a:pt x="605731" y="0"/>
                  </a:lnTo>
                  <a:lnTo>
                    <a:pt x="607126" y="734"/>
                  </a:lnTo>
                  <a:lnTo>
                    <a:pt x="607924" y="773"/>
                  </a:lnTo>
                  <a:lnTo>
                    <a:pt x="608476" y="861"/>
                  </a:lnTo>
                  <a:lnTo>
                    <a:pt x="608781" y="855"/>
                  </a:lnTo>
                  <a:lnTo>
                    <a:pt x="609366" y="268"/>
                  </a:lnTo>
                  <a:lnTo>
                    <a:pt x="610988" y="1318"/>
                  </a:lnTo>
                  <a:lnTo>
                    <a:pt x="614081" y="4432"/>
                  </a:lnTo>
                  <a:lnTo>
                    <a:pt x="616026" y="5818"/>
                  </a:lnTo>
                  <a:lnTo>
                    <a:pt x="616826" y="5481"/>
                  </a:lnTo>
                  <a:lnTo>
                    <a:pt x="617697" y="6345"/>
                  </a:lnTo>
                  <a:lnTo>
                    <a:pt x="618645" y="8411"/>
                  </a:lnTo>
                  <a:lnTo>
                    <a:pt x="619824" y="9632"/>
                  </a:lnTo>
                  <a:lnTo>
                    <a:pt x="621944" y="10193"/>
                  </a:lnTo>
                  <a:lnTo>
                    <a:pt x="624046" y="12463"/>
                  </a:lnTo>
                  <a:lnTo>
                    <a:pt x="624896" y="12584"/>
                  </a:lnTo>
                  <a:lnTo>
                    <a:pt x="625195" y="11316"/>
                  </a:lnTo>
                  <a:lnTo>
                    <a:pt x="625978" y="10587"/>
                  </a:lnTo>
                  <a:lnTo>
                    <a:pt x="627247" y="10399"/>
                  </a:lnTo>
                  <a:lnTo>
                    <a:pt x="629082" y="11518"/>
                  </a:lnTo>
                  <a:lnTo>
                    <a:pt x="631482" y="13943"/>
                  </a:lnTo>
                  <a:lnTo>
                    <a:pt x="632987" y="15011"/>
                  </a:lnTo>
                  <a:lnTo>
                    <a:pt x="633597" y="14719"/>
                  </a:lnTo>
                  <a:lnTo>
                    <a:pt x="634243" y="15168"/>
                  </a:lnTo>
                  <a:lnTo>
                    <a:pt x="634763" y="16308"/>
                  </a:lnTo>
                  <a:lnTo>
                    <a:pt x="634807" y="17709"/>
                  </a:lnTo>
                  <a:lnTo>
                    <a:pt x="634630" y="18462"/>
                  </a:lnTo>
                  <a:lnTo>
                    <a:pt x="635207" y="19646"/>
                  </a:lnTo>
                  <a:lnTo>
                    <a:pt x="635873" y="19646"/>
                  </a:lnTo>
                  <a:lnTo>
                    <a:pt x="636959" y="20213"/>
                  </a:lnTo>
                  <a:lnTo>
                    <a:pt x="637808" y="22307"/>
                  </a:lnTo>
                  <a:lnTo>
                    <a:pt x="638573" y="23277"/>
                  </a:lnTo>
                  <a:lnTo>
                    <a:pt x="639107" y="24116"/>
                  </a:lnTo>
                  <a:lnTo>
                    <a:pt x="639203" y="24813"/>
                  </a:lnTo>
                  <a:lnTo>
                    <a:pt x="639253" y="25519"/>
                  </a:lnTo>
                  <a:lnTo>
                    <a:pt x="639094" y="26066"/>
                  </a:lnTo>
                  <a:lnTo>
                    <a:pt x="638804" y="26966"/>
                  </a:lnTo>
                  <a:lnTo>
                    <a:pt x="638716" y="27935"/>
                  </a:lnTo>
                  <a:lnTo>
                    <a:pt x="639080" y="29025"/>
                  </a:lnTo>
                  <a:lnTo>
                    <a:pt x="640429" y="29814"/>
                  </a:lnTo>
                  <a:lnTo>
                    <a:pt x="640890" y="30626"/>
                  </a:lnTo>
                  <a:lnTo>
                    <a:pt x="640993" y="31669"/>
                  </a:lnTo>
                  <a:lnTo>
                    <a:pt x="641416" y="32822"/>
                  </a:lnTo>
                  <a:lnTo>
                    <a:pt x="642333" y="34154"/>
                  </a:lnTo>
                  <a:lnTo>
                    <a:pt x="642685" y="35269"/>
                  </a:lnTo>
                  <a:lnTo>
                    <a:pt x="642471" y="36167"/>
                  </a:lnTo>
                  <a:lnTo>
                    <a:pt x="642741" y="36917"/>
                  </a:lnTo>
                  <a:lnTo>
                    <a:pt x="643194" y="37500"/>
                  </a:lnTo>
                  <a:lnTo>
                    <a:pt x="643292" y="39628"/>
                  </a:lnTo>
                  <a:lnTo>
                    <a:pt x="643332" y="40855"/>
                  </a:lnTo>
                  <a:lnTo>
                    <a:pt x="644072" y="42230"/>
                  </a:lnTo>
                  <a:lnTo>
                    <a:pt x="644225" y="45042"/>
                  </a:lnTo>
                  <a:lnTo>
                    <a:pt x="644742" y="48158"/>
                  </a:lnTo>
                  <a:lnTo>
                    <a:pt x="646487" y="52429"/>
                  </a:lnTo>
                  <a:lnTo>
                    <a:pt x="647061" y="54742"/>
                  </a:lnTo>
                  <a:lnTo>
                    <a:pt x="646913" y="57493"/>
                  </a:lnTo>
                  <a:lnTo>
                    <a:pt x="647163" y="58782"/>
                  </a:lnTo>
                  <a:lnTo>
                    <a:pt x="647959" y="59409"/>
                  </a:lnTo>
                  <a:lnTo>
                    <a:pt x="648337" y="60574"/>
                  </a:lnTo>
                  <a:lnTo>
                    <a:pt x="648291" y="62276"/>
                  </a:lnTo>
                  <a:lnTo>
                    <a:pt x="648603" y="63334"/>
                  </a:lnTo>
                  <a:lnTo>
                    <a:pt x="648852" y="64459"/>
                  </a:lnTo>
                  <a:lnTo>
                    <a:pt x="648682" y="66211"/>
                  </a:lnTo>
                  <a:lnTo>
                    <a:pt x="648933" y="67792"/>
                  </a:lnTo>
                  <a:lnTo>
                    <a:pt x="649339" y="68715"/>
                  </a:lnTo>
                  <a:lnTo>
                    <a:pt x="649629" y="70424"/>
                  </a:lnTo>
                  <a:lnTo>
                    <a:pt x="649791" y="72556"/>
                  </a:lnTo>
                  <a:lnTo>
                    <a:pt x="650956" y="75932"/>
                  </a:lnTo>
                  <a:lnTo>
                    <a:pt x="653123" y="80555"/>
                  </a:lnTo>
                  <a:lnTo>
                    <a:pt x="654449" y="84145"/>
                  </a:lnTo>
                  <a:lnTo>
                    <a:pt x="654935" y="86705"/>
                  </a:lnTo>
                  <a:lnTo>
                    <a:pt x="654938" y="88810"/>
                  </a:lnTo>
                  <a:lnTo>
                    <a:pt x="654464" y="90462"/>
                  </a:lnTo>
                  <a:lnTo>
                    <a:pt x="654437" y="91664"/>
                  </a:lnTo>
                  <a:lnTo>
                    <a:pt x="654861" y="92415"/>
                  </a:lnTo>
                  <a:lnTo>
                    <a:pt x="654987" y="93434"/>
                  </a:lnTo>
                  <a:lnTo>
                    <a:pt x="654817" y="94718"/>
                  </a:lnTo>
                  <a:lnTo>
                    <a:pt x="655525" y="96242"/>
                  </a:lnTo>
                  <a:lnTo>
                    <a:pt x="657901" y="98889"/>
                  </a:lnTo>
                  <a:lnTo>
                    <a:pt x="656951" y="102946"/>
                  </a:lnTo>
                  <a:lnTo>
                    <a:pt x="656701" y="105802"/>
                  </a:lnTo>
                  <a:lnTo>
                    <a:pt x="656831" y="108804"/>
                  </a:lnTo>
                  <a:lnTo>
                    <a:pt x="657420" y="110921"/>
                  </a:lnTo>
                  <a:lnTo>
                    <a:pt x="658467" y="112150"/>
                  </a:lnTo>
                  <a:lnTo>
                    <a:pt x="659118" y="113434"/>
                  </a:lnTo>
                  <a:lnTo>
                    <a:pt x="659374" y="114770"/>
                  </a:lnTo>
                  <a:lnTo>
                    <a:pt x="660631" y="116231"/>
                  </a:lnTo>
                  <a:lnTo>
                    <a:pt x="662890" y="117812"/>
                  </a:lnTo>
                  <a:lnTo>
                    <a:pt x="665785" y="118087"/>
                  </a:lnTo>
                  <a:lnTo>
                    <a:pt x="669314" y="117054"/>
                  </a:lnTo>
                  <a:lnTo>
                    <a:pt x="671474" y="116880"/>
                  </a:lnTo>
                  <a:lnTo>
                    <a:pt x="672267" y="117565"/>
                  </a:lnTo>
                  <a:lnTo>
                    <a:pt x="672535" y="118603"/>
                  </a:lnTo>
                  <a:lnTo>
                    <a:pt x="672283" y="119995"/>
                  </a:lnTo>
                  <a:lnTo>
                    <a:pt x="672880" y="120910"/>
                  </a:lnTo>
                  <a:lnTo>
                    <a:pt x="674330" y="121348"/>
                  </a:lnTo>
                  <a:lnTo>
                    <a:pt x="675329" y="122225"/>
                  </a:lnTo>
                  <a:lnTo>
                    <a:pt x="675876" y="123543"/>
                  </a:lnTo>
                  <a:lnTo>
                    <a:pt x="676546" y="123915"/>
                  </a:lnTo>
                  <a:lnTo>
                    <a:pt x="677339" y="123344"/>
                  </a:lnTo>
                  <a:lnTo>
                    <a:pt x="678110" y="123424"/>
                  </a:lnTo>
                  <a:lnTo>
                    <a:pt x="678858" y="124157"/>
                  </a:lnTo>
                  <a:lnTo>
                    <a:pt x="679349" y="123906"/>
                  </a:lnTo>
                  <a:lnTo>
                    <a:pt x="679770" y="123106"/>
                  </a:lnTo>
                  <a:lnTo>
                    <a:pt x="680453" y="123106"/>
                  </a:lnTo>
                  <a:lnTo>
                    <a:pt x="681153" y="123124"/>
                  </a:lnTo>
                  <a:lnTo>
                    <a:pt x="681586" y="125056"/>
                  </a:lnTo>
                  <a:lnTo>
                    <a:pt x="682289" y="126143"/>
                  </a:lnTo>
                  <a:lnTo>
                    <a:pt x="683261" y="126384"/>
                  </a:lnTo>
                  <a:lnTo>
                    <a:pt x="684741" y="128737"/>
                  </a:lnTo>
                  <a:lnTo>
                    <a:pt x="687721" y="135433"/>
                  </a:lnTo>
                  <a:lnTo>
                    <a:pt x="689658" y="137815"/>
                  </a:lnTo>
                  <a:lnTo>
                    <a:pt x="691599" y="138563"/>
                  </a:lnTo>
                  <a:lnTo>
                    <a:pt x="694010" y="138715"/>
                  </a:lnTo>
                  <a:lnTo>
                    <a:pt x="694791" y="141315"/>
                  </a:lnTo>
                  <a:lnTo>
                    <a:pt x="694163" y="144066"/>
                  </a:lnTo>
                  <a:lnTo>
                    <a:pt x="693998" y="146360"/>
                  </a:lnTo>
                  <a:lnTo>
                    <a:pt x="694548" y="147182"/>
                  </a:lnTo>
                  <a:lnTo>
                    <a:pt x="695303" y="149879"/>
                  </a:lnTo>
                  <a:lnTo>
                    <a:pt x="696371" y="151446"/>
                  </a:lnTo>
                  <a:lnTo>
                    <a:pt x="696574" y="152685"/>
                  </a:lnTo>
                  <a:lnTo>
                    <a:pt x="697071" y="154072"/>
                  </a:lnTo>
                  <a:lnTo>
                    <a:pt x="696863" y="156640"/>
                  </a:lnTo>
                  <a:lnTo>
                    <a:pt x="695948" y="160391"/>
                  </a:lnTo>
                  <a:lnTo>
                    <a:pt x="696198" y="163594"/>
                  </a:lnTo>
                  <a:lnTo>
                    <a:pt x="697612" y="166247"/>
                  </a:lnTo>
                  <a:lnTo>
                    <a:pt x="698426" y="168804"/>
                  </a:lnTo>
                  <a:lnTo>
                    <a:pt x="698638" y="171260"/>
                  </a:lnTo>
                  <a:lnTo>
                    <a:pt x="698992" y="172752"/>
                  </a:lnTo>
                  <a:lnTo>
                    <a:pt x="699490" y="173280"/>
                  </a:lnTo>
                  <a:lnTo>
                    <a:pt x="700942" y="173097"/>
                  </a:lnTo>
                  <a:lnTo>
                    <a:pt x="703348" y="172205"/>
                  </a:lnTo>
                  <a:lnTo>
                    <a:pt x="705114" y="172359"/>
                  </a:lnTo>
                  <a:lnTo>
                    <a:pt x="706241" y="173558"/>
                  </a:lnTo>
                  <a:lnTo>
                    <a:pt x="709026" y="173603"/>
                  </a:lnTo>
                  <a:lnTo>
                    <a:pt x="713469" y="172496"/>
                  </a:lnTo>
                  <a:lnTo>
                    <a:pt x="716277" y="172156"/>
                  </a:lnTo>
                  <a:lnTo>
                    <a:pt x="717448" y="172584"/>
                  </a:lnTo>
                  <a:lnTo>
                    <a:pt x="718492" y="171003"/>
                  </a:lnTo>
                  <a:lnTo>
                    <a:pt x="719406" y="167410"/>
                  </a:lnTo>
                  <a:lnTo>
                    <a:pt x="720263" y="165721"/>
                  </a:lnTo>
                  <a:lnTo>
                    <a:pt x="721063" y="165933"/>
                  </a:lnTo>
                  <a:lnTo>
                    <a:pt x="722334" y="164780"/>
                  </a:lnTo>
                  <a:lnTo>
                    <a:pt x="724076" y="162260"/>
                  </a:lnTo>
                  <a:lnTo>
                    <a:pt x="725586" y="161040"/>
                  </a:lnTo>
                  <a:lnTo>
                    <a:pt x="727501" y="161163"/>
                  </a:lnTo>
                  <a:lnTo>
                    <a:pt x="729539" y="161291"/>
                  </a:lnTo>
                  <a:lnTo>
                    <a:pt x="730817" y="160232"/>
                  </a:lnTo>
                  <a:lnTo>
                    <a:pt x="732018" y="158025"/>
                  </a:lnTo>
                  <a:lnTo>
                    <a:pt x="734095" y="156074"/>
                  </a:lnTo>
                  <a:lnTo>
                    <a:pt x="738527" y="153528"/>
                  </a:lnTo>
                  <a:lnTo>
                    <a:pt x="739593" y="153128"/>
                  </a:lnTo>
                  <a:lnTo>
                    <a:pt x="740100" y="153264"/>
                  </a:lnTo>
                  <a:lnTo>
                    <a:pt x="741577" y="153663"/>
                  </a:lnTo>
                  <a:lnTo>
                    <a:pt x="742886" y="154656"/>
                  </a:lnTo>
                  <a:lnTo>
                    <a:pt x="744125" y="156660"/>
                  </a:lnTo>
                  <a:lnTo>
                    <a:pt x="744316" y="157944"/>
                  </a:lnTo>
                  <a:lnTo>
                    <a:pt x="744175" y="159632"/>
                  </a:lnTo>
                  <a:lnTo>
                    <a:pt x="743906" y="160612"/>
                  </a:lnTo>
                  <a:lnTo>
                    <a:pt x="743396" y="161713"/>
                  </a:lnTo>
                  <a:lnTo>
                    <a:pt x="742916" y="163497"/>
                  </a:lnTo>
                  <a:lnTo>
                    <a:pt x="743224" y="164896"/>
                  </a:lnTo>
                  <a:lnTo>
                    <a:pt x="743943" y="167878"/>
                  </a:lnTo>
                  <a:lnTo>
                    <a:pt x="744532" y="170031"/>
                  </a:lnTo>
                  <a:lnTo>
                    <a:pt x="745187" y="172571"/>
                  </a:lnTo>
                  <a:lnTo>
                    <a:pt x="744892" y="173486"/>
                  </a:lnTo>
                  <a:lnTo>
                    <a:pt x="744498" y="175248"/>
                  </a:lnTo>
                  <a:lnTo>
                    <a:pt x="743284" y="178232"/>
                  </a:lnTo>
                  <a:lnTo>
                    <a:pt x="742622" y="179376"/>
                  </a:lnTo>
                  <a:lnTo>
                    <a:pt x="741911" y="180492"/>
                  </a:lnTo>
                  <a:lnTo>
                    <a:pt x="740680" y="180762"/>
                  </a:lnTo>
                  <a:lnTo>
                    <a:pt x="740155" y="181021"/>
                  </a:lnTo>
                  <a:lnTo>
                    <a:pt x="739562" y="181491"/>
                  </a:lnTo>
                  <a:lnTo>
                    <a:pt x="739187" y="182550"/>
                  </a:lnTo>
                  <a:lnTo>
                    <a:pt x="738763" y="183292"/>
                  </a:lnTo>
                  <a:lnTo>
                    <a:pt x="738061" y="184782"/>
                  </a:lnTo>
                  <a:lnTo>
                    <a:pt x="738004" y="186066"/>
                  </a:lnTo>
                  <a:lnTo>
                    <a:pt x="738324" y="187972"/>
                  </a:lnTo>
                  <a:lnTo>
                    <a:pt x="738482" y="189927"/>
                  </a:lnTo>
                  <a:lnTo>
                    <a:pt x="737687" y="191673"/>
                  </a:lnTo>
                  <a:lnTo>
                    <a:pt x="737071" y="194358"/>
                  </a:lnTo>
                  <a:lnTo>
                    <a:pt x="736888" y="195166"/>
                  </a:lnTo>
                  <a:lnTo>
                    <a:pt x="736579" y="197199"/>
                  </a:lnTo>
                  <a:lnTo>
                    <a:pt x="736488" y="197903"/>
                  </a:lnTo>
                  <a:lnTo>
                    <a:pt x="736294" y="202187"/>
                  </a:lnTo>
                  <a:lnTo>
                    <a:pt x="735500" y="205110"/>
                  </a:lnTo>
                  <a:lnTo>
                    <a:pt x="734392" y="208512"/>
                  </a:lnTo>
                  <a:lnTo>
                    <a:pt x="734637" y="210538"/>
                  </a:lnTo>
                  <a:lnTo>
                    <a:pt x="734832" y="212418"/>
                  </a:lnTo>
                  <a:lnTo>
                    <a:pt x="734559" y="213331"/>
                  </a:lnTo>
                  <a:lnTo>
                    <a:pt x="734492" y="214128"/>
                  </a:lnTo>
                  <a:lnTo>
                    <a:pt x="734328" y="215940"/>
                  </a:lnTo>
                  <a:lnTo>
                    <a:pt x="733980" y="216634"/>
                  </a:lnTo>
                  <a:lnTo>
                    <a:pt x="732974" y="217766"/>
                  </a:lnTo>
                  <a:lnTo>
                    <a:pt x="732370" y="219131"/>
                  </a:lnTo>
                  <a:lnTo>
                    <a:pt x="732498" y="221203"/>
                  </a:lnTo>
                  <a:lnTo>
                    <a:pt x="732188" y="222997"/>
                  </a:lnTo>
                  <a:lnTo>
                    <a:pt x="731726" y="224584"/>
                  </a:lnTo>
                  <a:lnTo>
                    <a:pt x="731241" y="225615"/>
                  </a:lnTo>
                  <a:lnTo>
                    <a:pt x="730548" y="226281"/>
                  </a:lnTo>
                  <a:lnTo>
                    <a:pt x="730084" y="226842"/>
                  </a:lnTo>
                  <a:lnTo>
                    <a:pt x="729737" y="228862"/>
                  </a:lnTo>
                  <a:lnTo>
                    <a:pt x="729629" y="230421"/>
                  </a:lnTo>
                  <a:lnTo>
                    <a:pt x="729304" y="231975"/>
                  </a:lnTo>
                  <a:lnTo>
                    <a:pt x="729505" y="233567"/>
                  </a:lnTo>
                  <a:lnTo>
                    <a:pt x="729149" y="234942"/>
                  </a:lnTo>
                  <a:lnTo>
                    <a:pt x="728163" y="235901"/>
                  </a:lnTo>
                  <a:lnTo>
                    <a:pt x="727604" y="236467"/>
                  </a:lnTo>
                  <a:lnTo>
                    <a:pt x="727085" y="236698"/>
                  </a:lnTo>
                  <a:lnTo>
                    <a:pt x="726098" y="238188"/>
                  </a:lnTo>
                  <a:lnTo>
                    <a:pt x="725212" y="243312"/>
                  </a:lnTo>
                  <a:lnTo>
                    <a:pt x="725011" y="246295"/>
                  </a:lnTo>
                  <a:lnTo>
                    <a:pt x="725214" y="248947"/>
                  </a:lnTo>
                  <a:lnTo>
                    <a:pt x="723974" y="250607"/>
                  </a:lnTo>
                  <a:lnTo>
                    <a:pt x="723051" y="251925"/>
                  </a:lnTo>
                  <a:lnTo>
                    <a:pt x="722475" y="251449"/>
                  </a:lnTo>
                  <a:lnTo>
                    <a:pt x="721865" y="251003"/>
                  </a:lnTo>
                  <a:lnTo>
                    <a:pt x="720457" y="250429"/>
                  </a:lnTo>
                  <a:lnTo>
                    <a:pt x="719756" y="250041"/>
                  </a:lnTo>
                  <a:lnTo>
                    <a:pt x="718335" y="249181"/>
                  </a:lnTo>
                  <a:lnTo>
                    <a:pt x="716067" y="248083"/>
                  </a:lnTo>
                  <a:lnTo>
                    <a:pt x="713854" y="246803"/>
                  </a:lnTo>
                  <a:lnTo>
                    <a:pt x="712465" y="246132"/>
                  </a:lnTo>
                  <a:lnTo>
                    <a:pt x="711370" y="245600"/>
                  </a:lnTo>
                  <a:lnTo>
                    <a:pt x="710538" y="244721"/>
                  </a:lnTo>
                  <a:lnTo>
                    <a:pt x="709838" y="243151"/>
                  </a:lnTo>
                  <a:lnTo>
                    <a:pt x="709144" y="243789"/>
                  </a:lnTo>
                  <a:lnTo>
                    <a:pt x="708500" y="245640"/>
                  </a:lnTo>
                  <a:lnTo>
                    <a:pt x="707427" y="246741"/>
                  </a:lnTo>
                  <a:lnTo>
                    <a:pt x="706939" y="248774"/>
                  </a:lnTo>
                  <a:lnTo>
                    <a:pt x="706509" y="250338"/>
                  </a:lnTo>
                  <a:lnTo>
                    <a:pt x="705397" y="252422"/>
                  </a:lnTo>
                  <a:lnTo>
                    <a:pt x="704903" y="253282"/>
                  </a:lnTo>
                  <a:lnTo>
                    <a:pt x="702726" y="254697"/>
                  </a:lnTo>
                  <a:lnTo>
                    <a:pt x="702234" y="255169"/>
                  </a:lnTo>
                  <a:lnTo>
                    <a:pt x="700460" y="255469"/>
                  </a:lnTo>
                  <a:lnTo>
                    <a:pt x="699859" y="256094"/>
                  </a:lnTo>
                  <a:lnTo>
                    <a:pt x="699233" y="257410"/>
                  </a:lnTo>
                  <a:lnTo>
                    <a:pt x="699064" y="258721"/>
                  </a:lnTo>
                  <a:lnTo>
                    <a:pt x="699504" y="260102"/>
                  </a:lnTo>
                  <a:lnTo>
                    <a:pt x="700196" y="262866"/>
                  </a:lnTo>
                  <a:lnTo>
                    <a:pt x="700516" y="264758"/>
                  </a:lnTo>
                  <a:lnTo>
                    <a:pt x="700989" y="268495"/>
                  </a:lnTo>
                  <a:lnTo>
                    <a:pt x="702567" y="280244"/>
                  </a:lnTo>
                  <a:lnTo>
                    <a:pt x="702056" y="282272"/>
                  </a:lnTo>
                  <a:lnTo>
                    <a:pt x="701580" y="291083"/>
                  </a:lnTo>
                  <a:lnTo>
                    <a:pt x="701694" y="292675"/>
                  </a:lnTo>
                  <a:lnTo>
                    <a:pt x="701651" y="295151"/>
                  </a:lnTo>
                  <a:lnTo>
                    <a:pt x="701679" y="296969"/>
                  </a:lnTo>
                  <a:lnTo>
                    <a:pt x="702006" y="297416"/>
                  </a:lnTo>
                  <a:lnTo>
                    <a:pt x="702429" y="298048"/>
                  </a:lnTo>
                  <a:lnTo>
                    <a:pt x="702647" y="299111"/>
                  </a:lnTo>
                  <a:lnTo>
                    <a:pt x="702592" y="300736"/>
                  </a:lnTo>
                  <a:lnTo>
                    <a:pt x="702373" y="301931"/>
                  </a:lnTo>
                  <a:lnTo>
                    <a:pt x="702039" y="304291"/>
                  </a:lnTo>
                  <a:lnTo>
                    <a:pt x="701596" y="307706"/>
                  </a:lnTo>
                  <a:lnTo>
                    <a:pt x="701108" y="309024"/>
                  </a:lnTo>
                  <a:lnTo>
                    <a:pt x="700784" y="310062"/>
                  </a:lnTo>
                  <a:lnTo>
                    <a:pt x="700506" y="310782"/>
                  </a:lnTo>
                  <a:lnTo>
                    <a:pt x="700474" y="313199"/>
                  </a:lnTo>
                  <a:lnTo>
                    <a:pt x="700292" y="314796"/>
                  </a:lnTo>
                  <a:lnTo>
                    <a:pt x="699524" y="315362"/>
                  </a:lnTo>
                  <a:lnTo>
                    <a:pt x="698760" y="316288"/>
                  </a:lnTo>
                  <a:lnTo>
                    <a:pt x="697854" y="315946"/>
                  </a:lnTo>
                  <a:lnTo>
                    <a:pt x="697059" y="316138"/>
                  </a:lnTo>
                  <a:lnTo>
                    <a:pt x="696074" y="316759"/>
                  </a:lnTo>
                  <a:lnTo>
                    <a:pt x="694304" y="317474"/>
                  </a:lnTo>
                  <a:lnTo>
                    <a:pt x="693277" y="318435"/>
                  </a:lnTo>
                  <a:lnTo>
                    <a:pt x="692787" y="319135"/>
                  </a:lnTo>
                  <a:lnTo>
                    <a:pt x="692446" y="319973"/>
                  </a:lnTo>
                  <a:lnTo>
                    <a:pt x="692387" y="320777"/>
                  </a:lnTo>
                  <a:lnTo>
                    <a:pt x="692623" y="321200"/>
                  </a:lnTo>
                  <a:lnTo>
                    <a:pt x="693614" y="321531"/>
                  </a:lnTo>
                  <a:lnTo>
                    <a:pt x="694296" y="323041"/>
                  </a:lnTo>
                  <a:lnTo>
                    <a:pt x="694392" y="324693"/>
                  </a:lnTo>
                  <a:close/>
                </a:path>
              </a:pathLst>
            </a:custGeom>
            <a:solidFill>
              <a:srgbClr val="D8E9D3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g434"/>
            <p:cNvSpPr/>
            <p:nvPr/>
          </p:nvSpPr>
          <p:spPr>
            <a:xfrm>
              <a:off x="3294162" y="3481975"/>
              <a:ext cx="1945" cy="1729"/>
            </a:xfrm>
            <a:custGeom>
              <a:avLst/>
              <a:pathLst>
                <a:path w="1945" h="1729">
                  <a:moveTo>
                    <a:pt x="1945" y="558"/>
                  </a:moveTo>
                  <a:lnTo>
                    <a:pt x="1613" y="1729"/>
                  </a:lnTo>
                  <a:lnTo>
                    <a:pt x="0" y="979"/>
                  </a:lnTo>
                  <a:lnTo>
                    <a:pt x="383" y="0"/>
                  </a:lnTo>
                  <a:close/>
                </a:path>
              </a:pathLst>
            </a:custGeom>
            <a:solidFill>
              <a:srgbClr val="FFF9F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g435"/>
            <p:cNvSpPr/>
            <p:nvPr/>
          </p:nvSpPr>
          <p:spPr>
            <a:xfrm>
              <a:off x="3228873" y="3317184"/>
              <a:ext cx="74314" cy="188308"/>
            </a:xfrm>
            <a:custGeom>
              <a:avLst/>
              <a:pathLst>
                <a:path w="74314" h="188308">
                  <a:moveTo>
                    <a:pt x="37536" y="8807"/>
                  </a:moveTo>
                  <a:lnTo>
                    <a:pt x="38295" y="10770"/>
                  </a:lnTo>
                  <a:lnTo>
                    <a:pt x="39258" y="12116"/>
                  </a:lnTo>
                  <a:lnTo>
                    <a:pt x="40720" y="11949"/>
                  </a:lnTo>
                  <a:lnTo>
                    <a:pt x="41781" y="12748"/>
                  </a:lnTo>
                  <a:lnTo>
                    <a:pt x="42700" y="14256"/>
                  </a:lnTo>
                  <a:lnTo>
                    <a:pt x="43316" y="17603"/>
                  </a:lnTo>
                  <a:lnTo>
                    <a:pt x="43990" y="20022"/>
                  </a:lnTo>
                  <a:lnTo>
                    <a:pt x="44283" y="23461"/>
                  </a:lnTo>
                  <a:lnTo>
                    <a:pt x="45346" y="25268"/>
                  </a:lnTo>
                  <a:lnTo>
                    <a:pt x="46178" y="26089"/>
                  </a:lnTo>
                  <a:lnTo>
                    <a:pt x="47308" y="28589"/>
                  </a:lnTo>
                  <a:lnTo>
                    <a:pt x="48477" y="29859"/>
                  </a:lnTo>
                  <a:lnTo>
                    <a:pt x="49686" y="29566"/>
                  </a:lnTo>
                  <a:lnTo>
                    <a:pt x="50251" y="30873"/>
                  </a:lnTo>
                  <a:lnTo>
                    <a:pt x="51154" y="31796"/>
                  </a:lnTo>
                  <a:lnTo>
                    <a:pt x="52055" y="31864"/>
                  </a:lnTo>
                  <a:lnTo>
                    <a:pt x="52848" y="28982"/>
                  </a:lnTo>
                  <a:lnTo>
                    <a:pt x="53896" y="27845"/>
                  </a:lnTo>
                  <a:lnTo>
                    <a:pt x="56549" y="25543"/>
                  </a:lnTo>
                  <a:lnTo>
                    <a:pt x="57595" y="24500"/>
                  </a:lnTo>
                  <a:lnTo>
                    <a:pt x="58656" y="23842"/>
                  </a:lnTo>
                  <a:lnTo>
                    <a:pt x="61209" y="23631"/>
                  </a:lnTo>
                  <a:lnTo>
                    <a:pt x="63584" y="24341"/>
                  </a:lnTo>
                  <a:lnTo>
                    <a:pt x="64761" y="24875"/>
                  </a:lnTo>
                  <a:lnTo>
                    <a:pt x="65567" y="24484"/>
                  </a:lnTo>
                  <a:lnTo>
                    <a:pt x="66333" y="25852"/>
                  </a:lnTo>
                  <a:lnTo>
                    <a:pt x="67124" y="28720"/>
                  </a:lnTo>
                  <a:lnTo>
                    <a:pt x="67772" y="29642"/>
                  </a:lnTo>
                  <a:lnTo>
                    <a:pt x="68434" y="30634"/>
                  </a:lnTo>
                  <a:lnTo>
                    <a:pt x="68923" y="32897"/>
                  </a:lnTo>
                  <a:lnTo>
                    <a:pt x="69499" y="35147"/>
                  </a:lnTo>
                  <a:lnTo>
                    <a:pt x="69813" y="36142"/>
                  </a:lnTo>
                  <a:lnTo>
                    <a:pt x="70525" y="38361"/>
                  </a:lnTo>
                  <a:lnTo>
                    <a:pt x="71136" y="38394"/>
                  </a:lnTo>
                  <a:lnTo>
                    <a:pt x="71738" y="37436"/>
                  </a:lnTo>
                  <a:lnTo>
                    <a:pt x="71998" y="36721"/>
                  </a:lnTo>
                  <a:lnTo>
                    <a:pt x="72117" y="38187"/>
                  </a:lnTo>
                  <a:lnTo>
                    <a:pt x="71877" y="40562"/>
                  </a:lnTo>
                  <a:lnTo>
                    <a:pt x="71925" y="42030"/>
                  </a:lnTo>
                  <a:lnTo>
                    <a:pt x="72262" y="42593"/>
                  </a:lnTo>
                  <a:lnTo>
                    <a:pt x="72079" y="44485"/>
                  </a:lnTo>
                  <a:lnTo>
                    <a:pt x="71379" y="47705"/>
                  </a:lnTo>
                  <a:lnTo>
                    <a:pt x="71376" y="49611"/>
                  </a:lnTo>
                  <a:lnTo>
                    <a:pt x="72071" y="50203"/>
                  </a:lnTo>
                  <a:lnTo>
                    <a:pt x="72566" y="52227"/>
                  </a:lnTo>
                  <a:lnTo>
                    <a:pt x="72863" y="55684"/>
                  </a:lnTo>
                  <a:lnTo>
                    <a:pt x="73161" y="56841"/>
                  </a:lnTo>
                  <a:lnTo>
                    <a:pt x="73191" y="57552"/>
                  </a:lnTo>
                  <a:lnTo>
                    <a:pt x="73692" y="65925"/>
                  </a:lnTo>
                  <a:lnTo>
                    <a:pt x="74314" y="74325"/>
                  </a:lnTo>
                  <a:lnTo>
                    <a:pt x="73918" y="75422"/>
                  </a:lnTo>
                  <a:lnTo>
                    <a:pt x="73376" y="75742"/>
                  </a:lnTo>
                  <a:lnTo>
                    <a:pt x="73023" y="76133"/>
                  </a:lnTo>
                  <a:lnTo>
                    <a:pt x="72923" y="76915"/>
                  </a:lnTo>
                  <a:lnTo>
                    <a:pt x="73154" y="78064"/>
                  </a:lnTo>
                  <a:lnTo>
                    <a:pt x="73003" y="79114"/>
                  </a:lnTo>
                  <a:lnTo>
                    <a:pt x="72327" y="79837"/>
                  </a:lnTo>
                  <a:lnTo>
                    <a:pt x="70854" y="82505"/>
                  </a:lnTo>
                  <a:lnTo>
                    <a:pt x="70751" y="83566"/>
                  </a:lnTo>
                  <a:lnTo>
                    <a:pt x="70362" y="85840"/>
                  </a:lnTo>
                  <a:lnTo>
                    <a:pt x="70036" y="87228"/>
                  </a:lnTo>
                  <a:lnTo>
                    <a:pt x="69555" y="89801"/>
                  </a:lnTo>
                  <a:lnTo>
                    <a:pt x="68790" y="96611"/>
                  </a:lnTo>
                  <a:lnTo>
                    <a:pt x="68507" y="102252"/>
                  </a:lnTo>
                  <a:lnTo>
                    <a:pt x="68465" y="103988"/>
                  </a:lnTo>
                  <a:lnTo>
                    <a:pt x="68168" y="105203"/>
                  </a:lnTo>
                  <a:lnTo>
                    <a:pt x="67832" y="106952"/>
                  </a:lnTo>
                  <a:lnTo>
                    <a:pt x="66233" y="111787"/>
                  </a:lnTo>
                  <a:lnTo>
                    <a:pt x="65418" y="115739"/>
                  </a:lnTo>
                  <a:lnTo>
                    <a:pt x="65523" y="117456"/>
                  </a:lnTo>
                  <a:lnTo>
                    <a:pt x="65560" y="119180"/>
                  </a:lnTo>
                  <a:lnTo>
                    <a:pt x="65319" y="120423"/>
                  </a:lnTo>
                  <a:lnTo>
                    <a:pt x="65363" y="123764"/>
                  </a:lnTo>
                  <a:lnTo>
                    <a:pt x="65561" y="126558"/>
                  </a:lnTo>
                  <a:lnTo>
                    <a:pt x="65847" y="129301"/>
                  </a:lnTo>
                  <a:lnTo>
                    <a:pt x="67005" y="137061"/>
                  </a:lnTo>
                  <a:lnTo>
                    <a:pt x="67607" y="141770"/>
                  </a:lnTo>
                  <a:lnTo>
                    <a:pt x="67983" y="145568"/>
                  </a:lnTo>
                  <a:lnTo>
                    <a:pt x="68312" y="148121"/>
                  </a:lnTo>
                  <a:lnTo>
                    <a:pt x="68623" y="149157"/>
                  </a:lnTo>
                  <a:lnTo>
                    <a:pt x="68751" y="150140"/>
                  </a:lnTo>
                  <a:lnTo>
                    <a:pt x="70471" y="150844"/>
                  </a:lnTo>
                  <a:lnTo>
                    <a:pt x="70806" y="151408"/>
                  </a:lnTo>
                  <a:lnTo>
                    <a:pt x="71277" y="156360"/>
                  </a:lnTo>
                  <a:lnTo>
                    <a:pt x="71193" y="158593"/>
                  </a:lnTo>
                  <a:lnTo>
                    <a:pt x="70856" y="159442"/>
                  </a:lnTo>
                  <a:lnTo>
                    <a:pt x="70867" y="161336"/>
                  </a:lnTo>
                  <a:lnTo>
                    <a:pt x="70787" y="163688"/>
                  </a:lnTo>
                  <a:lnTo>
                    <a:pt x="70538" y="164619"/>
                  </a:lnTo>
                  <a:lnTo>
                    <a:pt x="69574" y="164737"/>
                  </a:lnTo>
                  <a:lnTo>
                    <a:pt x="68921" y="165629"/>
                  </a:lnTo>
                  <a:lnTo>
                    <a:pt x="68058" y="165275"/>
                  </a:lnTo>
                  <a:lnTo>
                    <a:pt x="67976" y="164692"/>
                  </a:lnTo>
                  <a:lnTo>
                    <a:pt x="67512" y="164480"/>
                  </a:lnTo>
                  <a:lnTo>
                    <a:pt x="66235" y="163141"/>
                  </a:lnTo>
                  <a:lnTo>
                    <a:pt x="66446" y="158849"/>
                  </a:lnTo>
                  <a:lnTo>
                    <a:pt x="65855" y="158665"/>
                  </a:lnTo>
                  <a:lnTo>
                    <a:pt x="65396" y="159230"/>
                  </a:lnTo>
                  <a:lnTo>
                    <a:pt x="64489" y="164389"/>
                  </a:lnTo>
                  <a:lnTo>
                    <a:pt x="64056" y="165279"/>
                  </a:lnTo>
                  <a:lnTo>
                    <a:pt x="57681" y="162619"/>
                  </a:lnTo>
                  <a:lnTo>
                    <a:pt x="56297" y="160478"/>
                  </a:lnTo>
                  <a:lnTo>
                    <a:pt x="54640" y="159989"/>
                  </a:lnTo>
                  <a:lnTo>
                    <a:pt x="51750" y="160234"/>
                  </a:lnTo>
                  <a:lnTo>
                    <a:pt x="49367" y="160870"/>
                  </a:lnTo>
                  <a:lnTo>
                    <a:pt x="48683" y="162170"/>
                  </a:lnTo>
                  <a:lnTo>
                    <a:pt x="54700" y="161410"/>
                  </a:lnTo>
                  <a:lnTo>
                    <a:pt x="55348" y="161557"/>
                  </a:lnTo>
                  <a:lnTo>
                    <a:pt x="55651" y="162340"/>
                  </a:lnTo>
                  <a:lnTo>
                    <a:pt x="48042" y="164041"/>
                  </a:lnTo>
                  <a:lnTo>
                    <a:pt x="45139" y="165053"/>
                  </a:lnTo>
                  <a:lnTo>
                    <a:pt x="44281" y="164774"/>
                  </a:lnTo>
                  <a:lnTo>
                    <a:pt x="43628" y="163124"/>
                  </a:lnTo>
                  <a:lnTo>
                    <a:pt x="40476" y="162928"/>
                  </a:lnTo>
                  <a:lnTo>
                    <a:pt x="39829" y="163467"/>
                  </a:lnTo>
                  <a:lnTo>
                    <a:pt x="39438" y="164685"/>
                  </a:lnTo>
                  <a:lnTo>
                    <a:pt x="40678" y="164421"/>
                  </a:lnTo>
                  <a:lnTo>
                    <a:pt x="42639" y="164349"/>
                  </a:lnTo>
                  <a:lnTo>
                    <a:pt x="43164" y="165279"/>
                  </a:lnTo>
                  <a:lnTo>
                    <a:pt x="37034" y="166497"/>
                  </a:lnTo>
                  <a:lnTo>
                    <a:pt x="32781" y="168817"/>
                  </a:lnTo>
                  <a:lnTo>
                    <a:pt x="30978" y="170534"/>
                  </a:lnTo>
                  <a:lnTo>
                    <a:pt x="25046" y="176180"/>
                  </a:lnTo>
                  <a:lnTo>
                    <a:pt x="21429" y="178848"/>
                  </a:lnTo>
                  <a:lnTo>
                    <a:pt x="20482" y="179827"/>
                  </a:lnTo>
                  <a:lnTo>
                    <a:pt x="18836" y="182593"/>
                  </a:lnTo>
                  <a:lnTo>
                    <a:pt x="16722" y="184329"/>
                  </a:lnTo>
                  <a:lnTo>
                    <a:pt x="14350" y="187578"/>
                  </a:lnTo>
                  <a:lnTo>
                    <a:pt x="12901" y="188308"/>
                  </a:lnTo>
                  <a:lnTo>
                    <a:pt x="12576" y="187271"/>
                  </a:lnTo>
                  <a:lnTo>
                    <a:pt x="12539" y="181778"/>
                  </a:lnTo>
                  <a:lnTo>
                    <a:pt x="12337" y="174414"/>
                  </a:lnTo>
                  <a:lnTo>
                    <a:pt x="12412" y="171600"/>
                  </a:lnTo>
                  <a:lnTo>
                    <a:pt x="12604" y="168950"/>
                  </a:lnTo>
                  <a:lnTo>
                    <a:pt x="12609" y="166757"/>
                  </a:lnTo>
                  <a:lnTo>
                    <a:pt x="13330" y="165934"/>
                  </a:lnTo>
                  <a:lnTo>
                    <a:pt x="13520" y="165010"/>
                  </a:lnTo>
                  <a:lnTo>
                    <a:pt x="13629" y="162154"/>
                  </a:lnTo>
                  <a:lnTo>
                    <a:pt x="14304" y="159551"/>
                  </a:lnTo>
                  <a:lnTo>
                    <a:pt x="14315" y="155019"/>
                  </a:lnTo>
                  <a:lnTo>
                    <a:pt x="14516" y="154073"/>
                  </a:lnTo>
                  <a:lnTo>
                    <a:pt x="14669" y="152871"/>
                  </a:lnTo>
                  <a:lnTo>
                    <a:pt x="14378" y="149895"/>
                  </a:lnTo>
                  <a:lnTo>
                    <a:pt x="14005" y="144280"/>
                  </a:lnTo>
                  <a:lnTo>
                    <a:pt x="13821" y="143914"/>
                  </a:lnTo>
                  <a:lnTo>
                    <a:pt x="13658" y="144156"/>
                  </a:lnTo>
                  <a:lnTo>
                    <a:pt x="13279" y="144259"/>
                  </a:lnTo>
                  <a:lnTo>
                    <a:pt x="11790" y="142318"/>
                  </a:lnTo>
                  <a:lnTo>
                    <a:pt x="10641" y="141984"/>
                  </a:lnTo>
                  <a:lnTo>
                    <a:pt x="9835" y="140327"/>
                  </a:lnTo>
                  <a:lnTo>
                    <a:pt x="9781" y="138441"/>
                  </a:lnTo>
                  <a:lnTo>
                    <a:pt x="9387" y="137335"/>
                  </a:lnTo>
                  <a:lnTo>
                    <a:pt x="9116" y="135155"/>
                  </a:lnTo>
                  <a:lnTo>
                    <a:pt x="8713" y="132651"/>
                  </a:lnTo>
                  <a:lnTo>
                    <a:pt x="7580" y="131136"/>
                  </a:lnTo>
                  <a:lnTo>
                    <a:pt x="6515" y="130774"/>
                  </a:lnTo>
                  <a:lnTo>
                    <a:pt x="5759" y="131095"/>
                  </a:lnTo>
                  <a:lnTo>
                    <a:pt x="4871" y="131001"/>
                  </a:lnTo>
                  <a:lnTo>
                    <a:pt x="3856" y="130164"/>
                  </a:lnTo>
                  <a:lnTo>
                    <a:pt x="3152" y="129212"/>
                  </a:lnTo>
                  <a:lnTo>
                    <a:pt x="2489" y="127382"/>
                  </a:lnTo>
                  <a:lnTo>
                    <a:pt x="1872" y="125925"/>
                  </a:lnTo>
                  <a:lnTo>
                    <a:pt x="1379" y="126105"/>
                  </a:lnTo>
                  <a:lnTo>
                    <a:pt x="780" y="125760"/>
                  </a:lnTo>
                  <a:lnTo>
                    <a:pt x="191" y="125097"/>
                  </a:lnTo>
                  <a:lnTo>
                    <a:pt x="0" y="124586"/>
                  </a:lnTo>
                  <a:lnTo>
                    <a:pt x="2466" y="118756"/>
                  </a:lnTo>
                  <a:lnTo>
                    <a:pt x="3302" y="115906"/>
                  </a:lnTo>
                  <a:lnTo>
                    <a:pt x="3393" y="114167"/>
                  </a:lnTo>
                  <a:lnTo>
                    <a:pt x="3400" y="112406"/>
                  </a:lnTo>
                  <a:lnTo>
                    <a:pt x="3671" y="110605"/>
                  </a:lnTo>
                  <a:lnTo>
                    <a:pt x="3740" y="107855"/>
                  </a:lnTo>
                  <a:lnTo>
                    <a:pt x="2374" y="97873"/>
                  </a:lnTo>
                  <a:lnTo>
                    <a:pt x="2028" y="94783"/>
                  </a:lnTo>
                  <a:lnTo>
                    <a:pt x="1660" y="93878"/>
                  </a:lnTo>
                  <a:lnTo>
                    <a:pt x="1427" y="93539"/>
                  </a:lnTo>
                  <a:lnTo>
                    <a:pt x="2115" y="92258"/>
                  </a:lnTo>
                  <a:lnTo>
                    <a:pt x="3068" y="92591"/>
                  </a:lnTo>
                  <a:lnTo>
                    <a:pt x="4529" y="93591"/>
                  </a:lnTo>
                  <a:lnTo>
                    <a:pt x="4845" y="92601"/>
                  </a:lnTo>
                  <a:lnTo>
                    <a:pt x="5949" y="87563"/>
                  </a:lnTo>
                  <a:lnTo>
                    <a:pt x="5919" y="85693"/>
                  </a:lnTo>
                  <a:lnTo>
                    <a:pt x="5809" y="84402"/>
                  </a:lnTo>
                  <a:lnTo>
                    <a:pt x="6456" y="80954"/>
                  </a:lnTo>
                  <a:lnTo>
                    <a:pt x="6968" y="79615"/>
                  </a:lnTo>
                  <a:lnTo>
                    <a:pt x="7235" y="78173"/>
                  </a:lnTo>
                  <a:lnTo>
                    <a:pt x="7151" y="76211"/>
                  </a:lnTo>
                  <a:lnTo>
                    <a:pt x="6763" y="75478"/>
                  </a:lnTo>
                  <a:lnTo>
                    <a:pt x="6252" y="75614"/>
                  </a:lnTo>
                  <a:lnTo>
                    <a:pt x="5641" y="75132"/>
                  </a:lnTo>
                  <a:lnTo>
                    <a:pt x="4709" y="74002"/>
                  </a:lnTo>
                  <a:lnTo>
                    <a:pt x="4234" y="72996"/>
                  </a:lnTo>
                  <a:lnTo>
                    <a:pt x="4380" y="68440"/>
                  </a:lnTo>
                  <a:lnTo>
                    <a:pt x="4467" y="67029"/>
                  </a:lnTo>
                  <a:lnTo>
                    <a:pt x="4796" y="66214"/>
                  </a:lnTo>
                  <a:lnTo>
                    <a:pt x="5311" y="65994"/>
                  </a:lnTo>
                  <a:lnTo>
                    <a:pt x="6757" y="65857"/>
                  </a:lnTo>
                  <a:lnTo>
                    <a:pt x="7927" y="66377"/>
                  </a:lnTo>
                  <a:lnTo>
                    <a:pt x="8955" y="66678"/>
                  </a:lnTo>
                  <a:lnTo>
                    <a:pt x="9505" y="66674"/>
                  </a:lnTo>
                  <a:lnTo>
                    <a:pt x="9946" y="68024"/>
                  </a:lnTo>
                  <a:lnTo>
                    <a:pt x="10537" y="69405"/>
                  </a:lnTo>
                  <a:lnTo>
                    <a:pt x="11059" y="69395"/>
                  </a:lnTo>
                  <a:lnTo>
                    <a:pt x="11241" y="68368"/>
                  </a:lnTo>
                  <a:lnTo>
                    <a:pt x="11122" y="63872"/>
                  </a:lnTo>
                  <a:lnTo>
                    <a:pt x="10773" y="61493"/>
                  </a:lnTo>
                  <a:lnTo>
                    <a:pt x="9987" y="59200"/>
                  </a:lnTo>
                  <a:lnTo>
                    <a:pt x="7953" y="57244"/>
                  </a:lnTo>
                  <a:lnTo>
                    <a:pt x="7904" y="54507"/>
                  </a:lnTo>
                  <a:lnTo>
                    <a:pt x="8109" y="51542"/>
                  </a:lnTo>
                  <a:lnTo>
                    <a:pt x="8548" y="50439"/>
                  </a:lnTo>
                  <a:lnTo>
                    <a:pt x="10061" y="48555"/>
                  </a:lnTo>
                  <a:lnTo>
                    <a:pt x="9795" y="47545"/>
                  </a:lnTo>
                  <a:lnTo>
                    <a:pt x="9312" y="46464"/>
                  </a:lnTo>
                  <a:lnTo>
                    <a:pt x="8354" y="45373"/>
                  </a:lnTo>
                  <a:lnTo>
                    <a:pt x="8574" y="41823"/>
                  </a:lnTo>
                  <a:lnTo>
                    <a:pt x="8620" y="38656"/>
                  </a:lnTo>
                  <a:lnTo>
                    <a:pt x="7810" y="39011"/>
                  </a:lnTo>
                  <a:lnTo>
                    <a:pt x="6977" y="39194"/>
                  </a:lnTo>
                  <a:lnTo>
                    <a:pt x="6275" y="38218"/>
                  </a:lnTo>
                  <a:lnTo>
                    <a:pt x="5686" y="36297"/>
                  </a:lnTo>
                  <a:lnTo>
                    <a:pt x="5575" y="31004"/>
                  </a:lnTo>
                  <a:lnTo>
                    <a:pt x="5578" y="24890"/>
                  </a:lnTo>
                  <a:lnTo>
                    <a:pt x="5464" y="22187"/>
                  </a:lnTo>
                  <a:lnTo>
                    <a:pt x="5690" y="20743"/>
                  </a:lnTo>
                  <a:lnTo>
                    <a:pt x="6407" y="19413"/>
                  </a:lnTo>
                  <a:lnTo>
                    <a:pt x="7190" y="17693"/>
                  </a:lnTo>
                  <a:lnTo>
                    <a:pt x="7470" y="16593"/>
                  </a:lnTo>
                  <a:lnTo>
                    <a:pt x="7831" y="16565"/>
                  </a:lnTo>
                  <a:lnTo>
                    <a:pt x="8768" y="15907"/>
                  </a:lnTo>
                  <a:lnTo>
                    <a:pt x="9620" y="14405"/>
                  </a:lnTo>
                  <a:lnTo>
                    <a:pt x="10413" y="11281"/>
                  </a:lnTo>
                  <a:lnTo>
                    <a:pt x="11485" y="8765"/>
                  </a:lnTo>
                  <a:lnTo>
                    <a:pt x="12692" y="8948"/>
                  </a:lnTo>
                  <a:lnTo>
                    <a:pt x="13049" y="8488"/>
                  </a:lnTo>
                  <a:lnTo>
                    <a:pt x="13474" y="8400"/>
                  </a:lnTo>
                  <a:lnTo>
                    <a:pt x="13979" y="10050"/>
                  </a:lnTo>
                  <a:lnTo>
                    <a:pt x="14487" y="11310"/>
                  </a:lnTo>
                  <a:lnTo>
                    <a:pt x="14850" y="11344"/>
                  </a:lnTo>
                  <a:lnTo>
                    <a:pt x="15116" y="13731"/>
                  </a:lnTo>
                  <a:lnTo>
                    <a:pt x="17320" y="14726"/>
                  </a:lnTo>
                  <a:lnTo>
                    <a:pt x="18264" y="15381"/>
                  </a:lnTo>
                  <a:lnTo>
                    <a:pt x="19058" y="17117"/>
                  </a:lnTo>
                  <a:lnTo>
                    <a:pt x="19334" y="17162"/>
                  </a:lnTo>
                  <a:lnTo>
                    <a:pt x="19671" y="16795"/>
                  </a:lnTo>
                  <a:lnTo>
                    <a:pt x="19930" y="16188"/>
                  </a:lnTo>
                  <a:lnTo>
                    <a:pt x="19983" y="15523"/>
                  </a:lnTo>
                  <a:lnTo>
                    <a:pt x="19643" y="13953"/>
                  </a:lnTo>
                  <a:lnTo>
                    <a:pt x="19792" y="12543"/>
                  </a:lnTo>
                  <a:lnTo>
                    <a:pt x="20148" y="11280"/>
                  </a:lnTo>
                  <a:lnTo>
                    <a:pt x="20715" y="11199"/>
                  </a:lnTo>
                  <a:lnTo>
                    <a:pt x="21570" y="10847"/>
                  </a:lnTo>
                  <a:lnTo>
                    <a:pt x="22550" y="10842"/>
                  </a:lnTo>
                  <a:lnTo>
                    <a:pt x="23281" y="11069"/>
                  </a:lnTo>
                  <a:lnTo>
                    <a:pt x="23572" y="9806"/>
                  </a:lnTo>
                  <a:lnTo>
                    <a:pt x="23296" y="6266"/>
                  </a:lnTo>
                  <a:lnTo>
                    <a:pt x="23368" y="4315"/>
                  </a:lnTo>
                  <a:lnTo>
                    <a:pt x="23487" y="2667"/>
                  </a:lnTo>
                  <a:lnTo>
                    <a:pt x="23757" y="1998"/>
                  </a:lnTo>
                  <a:lnTo>
                    <a:pt x="24849" y="4067"/>
                  </a:lnTo>
                  <a:lnTo>
                    <a:pt x="25848" y="4811"/>
                  </a:lnTo>
                  <a:lnTo>
                    <a:pt x="26563" y="4873"/>
                  </a:lnTo>
                  <a:lnTo>
                    <a:pt x="26763" y="4482"/>
                  </a:lnTo>
                  <a:lnTo>
                    <a:pt x="26457" y="2226"/>
                  </a:lnTo>
                  <a:lnTo>
                    <a:pt x="26539" y="1545"/>
                  </a:lnTo>
                  <a:lnTo>
                    <a:pt x="26804" y="1151"/>
                  </a:lnTo>
                  <a:lnTo>
                    <a:pt x="27274" y="923"/>
                  </a:lnTo>
                  <a:lnTo>
                    <a:pt x="28547" y="0"/>
                  </a:lnTo>
                  <a:lnTo>
                    <a:pt x="28680" y="181"/>
                  </a:lnTo>
                  <a:lnTo>
                    <a:pt x="28919" y="3739"/>
                  </a:lnTo>
                  <a:lnTo>
                    <a:pt x="28808" y="4904"/>
                  </a:lnTo>
                  <a:lnTo>
                    <a:pt x="29076" y="7322"/>
                  </a:lnTo>
                  <a:lnTo>
                    <a:pt x="29406" y="9567"/>
                  </a:lnTo>
                  <a:lnTo>
                    <a:pt x="29382" y="10479"/>
                  </a:lnTo>
                  <a:lnTo>
                    <a:pt x="29110" y="11870"/>
                  </a:lnTo>
                  <a:lnTo>
                    <a:pt x="28789" y="13145"/>
                  </a:lnTo>
                  <a:lnTo>
                    <a:pt x="28825" y="13665"/>
                  </a:lnTo>
                  <a:lnTo>
                    <a:pt x="29330" y="14536"/>
                  </a:lnTo>
                  <a:lnTo>
                    <a:pt x="30302" y="15429"/>
                  </a:lnTo>
                  <a:lnTo>
                    <a:pt x="31308" y="15638"/>
                  </a:lnTo>
                  <a:lnTo>
                    <a:pt x="31868" y="14330"/>
                  </a:lnTo>
                  <a:lnTo>
                    <a:pt x="32453" y="13266"/>
                  </a:lnTo>
                  <a:lnTo>
                    <a:pt x="32856" y="12317"/>
                  </a:lnTo>
                  <a:lnTo>
                    <a:pt x="32995" y="10913"/>
                  </a:lnTo>
                  <a:lnTo>
                    <a:pt x="33633" y="9884"/>
                  </a:lnTo>
                  <a:lnTo>
                    <a:pt x="35455" y="8594"/>
                  </a:lnTo>
                  <a:lnTo>
                    <a:pt x="37134" y="8395"/>
                  </a:lnTo>
                  <a:close/>
                </a:path>
              </a:pathLst>
            </a:custGeom>
            <a:solidFill>
              <a:srgbClr val="FFF9F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g436"/>
            <p:cNvSpPr/>
            <p:nvPr/>
          </p:nvSpPr>
          <p:spPr>
            <a:xfrm>
              <a:off x="3437718" y="3247612"/>
              <a:ext cx="93239" cy="336926"/>
            </a:xfrm>
            <a:custGeom>
              <a:avLst/>
              <a:pathLst>
                <a:path w="93239" h="336926">
                  <a:moveTo>
                    <a:pt x="84667" y="164137"/>
                  </a:moveTo>
                  <a:lnTo>
                    <a:pt x="83437" y="169031"/>
                  </a:lnTo>
                  <a:lnTo>
                    <a:pt x="81813" y="171825"/>
                  </a:lnTo>
                  <a:lnTo>
                    <a:pt x="81336" y="173522"/>
                  </a:lnTo>
                  <a:lnTo>
                    <a:pt x="81081" y="175627"/>
                  </a:lnTo>
                  <a:lnTo>
                    <a:pt x="80731" y="177735"/>
                  </a:lnTo>
                  <a:lnTo>
                    <a:pt x="79869" y="182276"/>
                  </a:lnTo>
                  <a:lnTo>
                    <a:pt x="79238" y="185984"/>
                  </a:lnTo>
                  <a:lnTo>
                    <a:pt x="78606" y="187140"/>
                  </a:lnTo>
                  <a:lnTo>
                    <a:pt x="77134" y="192742"/>
                  </a:lnTo>
                  <a:lnTo>
                    <a:pt x="76140" y="198356"/>
                  </a:lnTo>
                  <a:lnTo>
                    <a:pt x="75941" y="199815"/>
                  </a:lnTo>
                  <a:lnTo>
                    <a:pt x="75639" y="200895"/>
                  </a:lnTo>
                  <a:lnTo>
                    <a:pt x="75154" y="201768"/>
                  </a:lnTo>
                  <a:lnTo>
                    <a:pt x="73446" y="203513"/>
                  </a:lnTo>
                  <a:lnTo>
                    <a:pt x="72870" y="204378"/>
                  </a:lnTo>
                  <a:lnTo>
                    <a:pt x="72418" y="205416"/>
                  </a:lnTo>
                  <a:lnTo>
                    <a:pt x="72000" y="206600"/>
                  </a:lnTo>
                  <a:lnTo>
                    <a:pt x="71884" y="208019"/>
                  </a:lnTo>
                  <a:lnTo>
                    <a:pt x="72283" y="210029"/>
                  </a:lnTo>
                  <a:lnTo>
                    <a:pt x="72761" y="211619"/>
                  </a:lnTo>
                  <a:lnTo>
                    <a:pt x="73241" y="211717"/>
                  </a:lnTo>
                  <a:lnTo>
                    <a:pt x="73664" y="211645"/>
                  </a:lnTo>
                  <a:lnTo>
                    <a:pt x="73927" y="212591"/>
                  </a:lnTo>
                  <a:lnTo>
                    <a:pt x="74148" y="213148"/>
                  </a:lnTo>
                  <a:lnTo>
                    <a:pt x="74148" y="224070"/>
                  </a:lnTo>
                  <a:lnTo>
                    <a:pt x="73742" y="225721"/>
                  </a:lnTo>
                  <a:lnTo>
                    <a:pt x="73751" y="226457"/>
                  </a:lnTo>
                  <a:lnTo>
                    <a:pt x="73552" y="228338"/>
                  </a:lnTo>
                  <a:lnTo>
                    <a:pt x="73491" y="230440"/>
                  </a:lnTo>
                  <a:lnTo>
                    <a:pt x="73619" y="231274"/>
                  </a:lnTo>
                  <a:lnTo>
                    <a:pt x="73963" y="231951"/>
                  </a:lnTo>
                  <a:lnTo>
                    <a:pt x="74437" y="233421"/>
                  </a:lnTo>
                  <a:lnTo>
                    <a:pt x="74694" y="236776"/>
                  </a:lnTo>
                  <a:lnTo>
                    <a:pt x="75270" y="248594"/>
                  </a:lnTo>
                  <a:lnTo>
                    <a:pt x="75541" y="250461"/>
                  </a:lnTo>
                  <a:lnTo>
                    <a:pt x="76018" y="251769"/>
                  </a:lnTo>
                  <a:lnTo>
                    <a:pt x="77519" y="254318"/>
                  </a:lnTo>
                  <a:lnTo>
                    <a:pt x="79094" y="257666"/>
                  </a:lnTo>
                  <a:lnTo>
                    <a:pt x="79591" y="259844"/>
                  </a:lnTo>
                  <a:lnTo>
                    <a:pt x="79883" y="263416"/>
                  </a:lnTo>
                  <a:lnTo>
                    <a:pt x="80485" y="266218"/>
                  </a:lnTo>
                  <a:lnTo>
                    <a:pt x="80472" y="267170"/>
                  </a:lnTo>
                  <a:lnTo>
                    <a:pt x="80223" y="267538"/>
                  </a:lnTo>
                  <a:lnTo>
                    <a:pt x="79638" y="267583"/>
                  </a:lnTo>
                  <a:lnTo>
                    <a:pt x="79241" y="267778"/>
                  </a:lnTo>
                  <a:lnTo>
                    <a:pt x="79573" y="269821"/>
                  </a:lnTo>
                  <a:lnTo>
                    <a:pt x="80385" y="273376"/>
                  </a:lnTo>
                  <a:lnTo>
                    <a:pt x="81740" y="277062"/>
                  </a:lnTo>
                  <a:lnTo>
                    <a:pt x="83206" y="281052"/>
                  </a:lnTo>
                  <a:lnTo>
                    <a:pt x="84403" y="284311"/>
                  </a:lnTo>
                  <a:lnTo>
                    <a:pt x="85896" y="288080"/>
                  </a:lnTo>
                  <a:lnTo>
                    <a:pt x="87062" y="291023"/>
                  </a:lnTo>
                  <a:lnTo>
                    <a:pt x="88262" y="294051"/>
                  </a:lnTo>
                  <a:lnTo>
                    <a:pt x="89167" y="294764"/>
                  </a:lnTo>
                  <a:lnTo>
                    <a:pt x="89844" y="294978"/>
                  </a:lnTo>
                  <a:lnTo>
                    <a:pt x="90135" y="295571"/>
                  </a:lnTo>
                  <a:lnTo>
                    <a:pt x="90492" y="296962"/>
                  </a:lnTo>
                  <a:lnTo>
                    <a:pt x="91104" y="298500"/>
                  </a:lnTo>
                  <a:lnTo>
                    <a:pt x="91777" y="300511"/>
                  </a:lnTo>
                  <a:lnTo>
                    <a:pt x="92008" y="302564"/>
                  </a:lnTo>
                  <a:lnTo>
                    <a:pt x="91726" y="304518"/>
                  </a:lnTo>
                  <a:lnTo>
                    <a:pt x="92005" y="307320"/>
                  </a:lnTo>
                  <a:lnTo>
                    <a:pt x="92021" y="307561"/>
                  </a:lnTo>
                  <a:lnTo>
                    <a:pt x="92245" y="308664"/>
                  </a:lnTo>
                  <a:lnTo>
                    <a:pt x="92168" y="309653"/>
                  </a:lnTo>
                  <a:lnTo>
                    <a:pt x="92305" y="313368"/>
                  </a:lnTo>
                  <a:lnTo>
                    <a:pt x="92663" y="316610"/>
                  </a:lnTo>
                  <a:lnTo>
                    <a:pt x="93239" y="319379"/>
                  </a:lnTo>
                  <a:lnTo>
                    <a:pt x="93229" y="319604"/>
                  </a:lnTo>
                  <a:lnTo>
                    <a:pt x="93155" y="321308"/>
                  </a:lnTo>
                  <a:lnTo>
                    <a:pt x="92414" y="322400"/>
                  </a:lnTo>
                  <a:lnTo>
                    <a:pt x="91980" y="324204"/>
                  </a:lnTo>
                  <a:lnTo>
                    <a:pt x="91852" y="326718"/>
                  </a:lnTo>
                  <a:lnTo>
                    <a:pt x="92075" y="329780"/>
                  </a:lnTo>
                  <a:lnTo>
                    <a:pt x="92648" y="333389"/>
                  </a:lnTo>
                  <a:lnTo>
                    <a:pt x="92663" y="335508"/>
                  </a:lnTo>
                  <a:lnTo>
                    <a:pt x="92460" y="335807"/>
                  </a:lnTo>
                  <a:lnTo>
                    <a:pt x="92105" y="336482"/>
                  </a:lnTo>
                  <a:lnTo>
                    <a:pt x="91727" y="336926"/>
                  </a:lnTo>
                  <a:lnTo>
                    <a:pt x="90701" y="334451"/>
                  </a:lnTo>
                  <a:lnTo>
                    <a:pt x="89561" y="332778"/>
                  </a:lnTo>
                  <a:lnTo>
                    <a:pt x="87855" y="329871"/>
                  </a:lnTo>
                  <a:lnTo>
                    <a:pt x="86132" y="328825"/>
                  </a:lnTo>
                  <a:lnTo>
                    <a:pt x="83904" y="328637"/>
                  </a:lnTo>
                  <a:lnTo>
                    <a:pt x="82945" y="328992"/>
                  </a:lnTo>
                  <a:lnTo>
                    <a:pt x="82258" y="327899"/>
                  </a:lnTo>
                  <a:lnTo>
                    <a:pt x="81297" y="326636"/>
                  </a:lnTo>
                  <a:lnTo>
                    <a:pt x="80767" y="326307"/>
                  </a:lnTo>
                  <a:lnTo>
                    <a:pt x="80030" y="327290"/>
                  </a:lnTo>
                  <a:lnTo>
                    <a:pt x="79521" y="327333"/>
                  </a:lnTo>
                  <a:lnTo>
                    <a:pt x="78895" y="326952"/>
                  </a:lnTo>
                  <a:lnTo>
                    <a:pt x="77628" y="326995"/>
                  </a:lnTo>
                  <a:lnTo>
                    <a:pt x="77510" y="325310"/>
                  </a:lnTo>
                  <a:lnTo>
                    <a:pt x="77293" y="324981"/>
                  </a:lnTo>
                  <a:lnTo>
                    <a:pt x="75927" y="325137"/>
                  </a:lnTo>
                  <a:lnTo>
                    <a:pt x="75505" y="323742"/>
                  </a:lnTo>
                  <a:lnTo>
                    <a:pt x="75322" y="323898"/>
                  </a:lnTo>
                  <a:lnTo>
                    <a:pt x="74784" y="323456"/>
                  </a:lnTo>
                  <a:lnTo>
                    <a:pt x="73685" y="321475"/>
                  </a:lnTo>
                  <a:lnTo>
                    <a:pt x="72529" y="322787"/>
                  </a:lnTo>
                  <a:lnTo>
                    <a:pt x="70127" y="322621"/>
                  </a:lnTo>
                  <a:lnTo>
                    <a:pt x="67048" y="322664"/>
                  </a:lnTo>
                  <a:lnTo>
                    <a:pt x="63860" y="322707"/>
                  </a:lnTo>
                  <a:lnTo>
                    <a:pt x="60944" y="322645"/>
                  </a:lnTo>
                  <a:lnTo>
                    <a:pt x="58020" y="322585"/>
                  </a:lnTo>
                  <a:lnTo>
                    <a:pt x="57732" y="320734"/>
                  </a:lnTo>
                  <a:lnTo>
                    <a:pt x="57127" y="319781"/>
                  </a:lnTo>
                  <a:lnTo>
                    <a:pt x="56037" y="319693"/>
                  </a:lnTo>
                  <a:lnTo>
                    <a:pt x="52827" y="320067"/>
                  </a:lnTo>
                  <a:lnTo>
                    <a:pt x="50368" y="319771"/>
                  </a:lnTo>
                  <a:lnTo>
                    <a:pt x="49584" y="319527"/>
                  </a:lnTo>
                  <a:lnTo>
                    <a:pt x="48711" y="319045"/>
                  </a:lnTo>
                  <a:lnTo>
                    <a:pt x="46658" y="318613"/>
                  </a:lnTo>
                  <a:lnTo>
                    <a:pt x="44125" y="318956"/>
                  </a:lnTo>
                  <a:lnTo>
                    <a:pt x="43549" y="318864"/>
                  </a:lnTo>
                  <a:lnTo>
                    <a:pt x="41521" y="318933"/>
                  </a:lnTo>
                  <a:lnTo>
                    <a:pt x="36880" y="318429"/>
                  </a:lnTo>
                  <a:lnTo>
                    <a:pt x="34314" y="318503"/>
                  </a:lnTo>
                  <a:lnTo>
                    <a:pt x="34374" y="319634"/>
                  </a:lnTo>
                  <a:lnTo>
                    <a:pt x="34211" y="320449"/>
                  </a:lnTo>
                  <a:lnTo>
                    <a:pt x="34074" y="322412"/>
                  </a:lnTo>
                  <a:lnTo>
                    <a:pt x="31245" y="322410"/>
                  </a:lnTo>
                  <a:lnTo>
                    <a:pt x="27519" y="322407"/>
                  </a:lnTo>
                  <a:lnTo>
                    <a:pt x="24001" y="322406"/>
                  </a:lnTo>
                  <a:lnTo>
                    <a:pt x="21622" y="322403"/>
                  </a:lnTo>
                  <a:lnTo>
                    <a:pt x="17635" y="322402"/>
                  </a:lnTo>
                  <a:lnTo>
                    <a:pt x="16298" y="321057"/>
                  </a:lnTo>
                  <a:lnTo>
                    <a:pt x="15893" y="320197"/>
                  </a:lnTo>
                  <a:lnTo>
                    <a:pt x="15813" y="319219"/>
                  </a:lnTo>
                  <a:lnTo>
                    <a:pt x="15762" y="318559"/>
                  </a:lnTo>
                  <a:lnTo>
                    <a:pt x="15452" y="318363"/>
                  </a:lnTo>
                  <a:lnTo>
                    <a:pt x="15708" y="311424"/>
                  </a:lnTo>
                  <a:lnTo>
                    <a:pt x="16267" y="305642"/>
                  </a:lnTo>
                  <a:lnTo>
                    <a:pt x="16484" y="300276"/>
                  </a:lnTo>
                  <a:lnTo>
                    <a:pt x="17252" y="295474"/>
                  </a:lnTo>
                  <a:lnTo>
                    <a:pt x="16845" y="290729"/>
                  </a:lnTo>
                  <a:lnTo>
                    <a:pt x="16371" y="288657"/>
                  </a:lnTo>
                  <a:lnTo>
                    <a:pt x="13884" y="281924"/>
                  </a:lnTo>
                  <a:lnTo>
                    <a:pt x="15025" y="279376"/>
                  </a:lnTo>
                  <a:lnTo>
                    <a:pt x="13522" y="279733"/>
                  </a:lnTo>
                  <a:lnTo>
                    <a:pt x="13200" y="277230"/>
                  </a:lnTo>
                  <a:lnTo>
                    <a:pt x="12471" y="274228"/>
                  </a:lnTo>
                  <a:lnTo>
                    <a:pt x="12917" y="273748"/>
                  </a:lnTo>
                  <a:lnTo>
                    <a:pt x="13348" y="272102"/>
                  </a:lnTo>
                  <a:lnTo>
                    <a:pt x="14707" y="272607"/>
                  </a:lnTo>
                  <a:lnTo>
                    <a:pt x="14665" y="271803"/>
                  </a:lnTo>
                  <a:lnTo>
                    <a:pt x="13492" y="269285"/>
                  </a:lnTo>
                  <a:lnTo>
                    <a:pt x="13605" y="268014"/>
                  </a:lnTo>
                  <a:lnTo>
                    <a:pt x="14089" y="266594"/>
                  </a:lnTo>
                  <a:lnTo>
                    <a:pt x="13853" y="265996"/>
                  </a:lnTo>
                  <a:lnTo>
                    <a:pt x="13010" y="267466"/>
                  </a:lnTo>
                  <a:lnTo>
                    <a:pt x="12403" y="267421"/>
                  </a:lnTo>
                  <a:lnTo>
                    <a:pt x="11931" y="266469"/>
                  </a:lnTo>
                  <a:lnTo>
                    <a:pt x="11588" y="266307"/>
                  </a:lnTo>
                  <a:lnTo>
                    <a:pt x="11796" y="268239"/>
                  </a:lnTo>
                  <a:lnTo>
                    <a:pt x="11324" y="269959"/>
                  </a:lnTo>
                  <a:lnTo>
                    <a:pt x="10876" y="270556"/>
                  </a:lnTo>
                  <a:lnTo>
                    <a:pt x="10109" y="270455"/>
                  </a:lnTo>
                  <a:lnTo>
                    <a:pt x="9483" y="270023"/>
                  </a:lnTo>
                  <a:lnTo>
                    <a:pt x="9317" y="269060"/>
                  </a:lnTo>
                  <a:lnTo>
                    <a:pt x="8729" y="268324"/>
                  </a:lnTo>
                  <a:lnTo>
                    <a:pt x="7081" y="267048"/>
                  </a:lnTo>
                  <a:lnTo>
                    <a:pt x="5694" y="265554"/>
                  </a:lnTo>
                  <a:lnTo>
                    <a:pt x="5414" y="261452"/>
                  </a:lnTo>
                  <a:lnTo>
                    <a:pt x="4865" y="259685"/>
                  </a:lnTo>
                  <a:lnTo>
                    <a:pt x="4640" y="257688"/>
                  </a:lnTo>
                  <a:lnTo>
                    <a:pt x="4509" y="255402"/>
                  </a:lnTo>
                  <a:lnTo>
                    <a:pt x="4697" y="251898"/>
                  </a:lnTo>
                  <a:lnTo>
                    <a:pt x="4346" y="251337"/>
                  </a:lnTo>
                  <a:lnTo>
                    <a:pt x="3944" y="251145"/>
                  </a:lnTo>
                  <a:lnTo>
                    <a:pt x="3343" y="251316"/>
                  </a:lnTo>
                  <a:lnTo>
                    <a:pt x="2792" y="251122"/>
                  </a:lnTo>
                  <a:lnTo>
                    <a:pt x="2133" y="249181"/>
                  </a:lnTo>
                  <a:lnTo>
                    <a:pt x="1554" y="248434"/>
                  </a:lnTo>
                  <a:lnTo>
                    <a:pt x="1911" y="252002"/>
                  </a:lnTo>
                  <a:lnTo>
                    <a:pt x="1504" y="253003"/>
                  </a:lnTo>
                  <a:lnTo>
                    <a:pt x="507" y="252712"/>
                  </a:lnTo>
                  <a:lnTo>
                    <a:pt x="82" y="251363"/>
                  </a:lnTo>
                  <a:lnTo>
                    <a:pt x="0" y="250358"/>
                  </a:lnTo>
                  <a:lnTo>
                    <a:pt x="459" y="246037"/>
                  </a:lnTo>
                  <a:lnTo>
                    <a:pt x="280" y="245945"/>
                  </a:lnTo>
                  <a:lnTo>
                    <a:pt x="637" y="243652"/>
                  </a:lnTo>
                  <a:lnTo>
                    <a:pt x="1312" y="240869"/>
                  </a:lnTo>
                  <a:lnTo>
                    <a:pt x="2227" y="237327"/>
                  </a:lnTo>
                  <a:lnTo>
                    <a:pt x="3268" y="232877"/>
                  </a:lnTo>
                  <a:lnTo>
                    <a:pt x="3977" y="225008"/>
                  </a:lnTo>
                  <a:lnTo>
                    <a:pt x="4460" y="220105"/>
                  </a:lnTo>
                  <a:lnTo>
                    <a:pt x="4902" y="215634"/>
                  </a:lnTo>
                  <a:lnTo>
                    <a:pt x="5659" y="211594"/>
                  </a:lnTo>
                  <a:lnTo>
                    <a:pt x="6426" y="208894"/>
                  </a:lnTo>
                  <a:lnTo>
                    <a:pt x="8603" y="203663"/>
                  </a:lnTo>
                  <a:lnTo>
                    <a:pt x="10243" y="199718"/>
                  </a:lnTo>
                  <a:lnTo>
                    <a:pt x="11082" y="198130"/>
                  </a:lnTo>
                  <a:lnTo>
                    <a:pt x="11668" y="196792"/>
                  </a:lnTo>
                  <a:lnTo>
                    <a:pt x="12689" y="195263"/>
                  </a:lnTo>
                  <a:lnTo>
                    <a:pt x="13736" y="193443"/>
                  </a:lnTo>
                  <a:lnTo>
                    <a:pt x="14536" y="189956"/>
                  </a:lnTo>
                  <a:lnTo>
                    <a:pt x="15198" y="186701"/>
                  </a:lnTo>
                  <a:lnTo>
                    <a:pt x="15695" y="185998"/>
                  </a:lnTo>
                  <a:lnTo>
                    <a:pt x="16347" y="185427"/>
                  </a:lnTo>
                  <a:lnTo>
                    <a:pt x="18354" y="181937"/>
                  </a:lnTo>
                  <a:lnTo>
                    <a:pt x="19630" y="179719"/>
                  </a:lnTo>
                  <a:lnTo>
                    <a:pt x="19925" y="180820"/>
                  </a:lnTo>
                  <a:lnTo>
                    <a:pt x="20142" y="182191"/>
                  </a:lnTo>
                  <a:lnTo>
                    <a:pt x="20385" y="182817"/>
                  </a:lnTo>
                  <a:lnTo>
                    <a:pt x="21452" y="183255"/>
                  </a:lnTo>
                  <a:lnTo>
                    <a:pt x="22916" y="183227"/>
                  </a:lnTo>
                  <a:lnTo>
                    <a:pt x="23759" y="182827"/>
                  </a:lnTo>
                  <a:lnTo>
                    <a:pt x="24206" y="181668"/>
                  </a:lnTo>
                  <a:lnTo>
                    <a:pt x="24661" y="178507"/>
                  </a:lnTo>
                  <a:lnTo>
                    <a:pt x="24926" y="177908"/>
                  </a:lnTo>
                  <a:lnTo>
                    <a:pt x="25269" y="177750"/>
                  </a:lnTo>
                  <a:lnTo>
                    <a:pt x="26870" y="179960"/>
                  </a:lnTo>
                  <a:lnTo>
                    <a:pt x="28197" y="183107"/>
                  </a:lnTo>
                  <a:lnTo>
                    <a:pt x="29509" y="186216"/>
                  </a:lnTo>
                  <a:lnTo>
                    <a:pt x="30174" y="187323"/>
                  </a:lnTo>
                  <a:lnTo>
                    <a:pt x="30464" y="188541"/>
                  </a:lnTo>
                  <a:lnTo>
                    <a:pt x="31039" y="194225"/>
                  </a:lnTo>
                  <a:lnTo>
                    <a:pt x="31365" y="195638"/>
                  </a:lnTo>
                  <a:lnTo>
                    <a:pt x="31936" y="196222"/>
                  </a:lnTo>
                  <a:lnTo>
                    <a:pt x="32960" y="195850"/>
                  </a:lnTo>
                  <a:lnTo>
                    <a:pt x="34024" y="194841"/>
                  </a:lnTo>
                  <a:lnTo>
                    <a:pt x="34964" y="193386"/>
                  </a:lnTo>
                  <a:lnTo>
                    <a:pt x="35888" y="191510"/>
                  </a:lnTo>
                  <a:lnTo>
                    <a:pt x="36516" y="189807"/>
                  </a:lnTo>
                  <a:lnTo>
                    <a:pt x="36791" y="188559"/>
                  </a:lnTo>
                  <a:lnTo>
                    <a:pt x="36929" y="183909"/>
                  </a:lnTo>
                  <a:lnTo>
                    <a:pt x="37137" y="182898"/>
                  </a:lnTo>
                  <a:lnTo>
                    <a:pt x="38081" y="181045"/>
                  </a:lnTo>
                  <a:lnTo>
                    <a:pt x="39659" y="177953"/>
                  </a:lnTo>
                  <a:lnTo>
                    <a:pt x="40566" y="176174"/>
                  </a:lnTo>
                  <a:lnTo>
                    <a:pt x="40485" y="175536"/>
                  </a:lnTo>
                  <a:lnTo>
                    <a:pt x="39922" y="173646"/>
                  </a:lnTo>
                  <a:lnTo>
                    <a:pt x="39420" y="171569"/>
                  </a:lnTo>
                  <a:lnTo>
                    <a:pt x="39929" y="169417"/>
                  </a:lnTo>
                  <a:lnTo>
                    <a:pt x="40457" y="167773"/>
                  </a:lnTo>
                  <a:lnTo>
                    <a:pt x="42450" y="162187"/>
                  </a:lnTo>
                  <a:lnTo>
                    <a:pt x="42457" y="160348"/>
                  </a:lnTo>
                  <a:lnTo>
                    <a:pt x="42562" y="158109"/>
                  </a:lnTo>
                  <a:lnTo>
                    <a:pt x="44156" y="151764"/>
                  </a:lnTo>
                  <a:lnTo>
                    <a:pt x="45072" y="143346"/>
                  </a:lnTo>
                  <a:lnTo>
                    <a:pt x="45099" y="141722"/>
                  </a:lnTo>
                  <a:lnTo>
                    <a:pt x="46049" y="137662"/>
                  </a:lnTo>
                  <a:lnTo>
                    <a:pt x="47173" y="132467"/>
                  </a:lnTo>
                  <a:lnTo>
                    <a:pt x="49357" y="131623"/>
                  </a:lnTo>
                  <a:lnTo>
                    <a:pt x="50196" y="130333"/>
                  </a:lnTo>
                  <a:lnTo>
                    <a:pt x="51166" y="128031"/>
                  </a:lnTo>
                  <a:lnTo>
                    <a:pt x="51788" y="125897"/>
                  </a:lnTo>
                  <a:lnTo>
                    <a:pt x="52084" y="123866"/>
                  </a:lnTo>
                  <a:lnTo>
                    <a:pt x="52302" y="119941"/>
                  </a:lnTo>
                  <a:lnTo>
                    <a:pt x="52687" y="115470"/>
                  </a:lnTo>
                  <a:lnTo>
                    <a:pt x="52927" y="111547"/>
                  </a:lnTo>
                  <a:lnTo>
                    <a:pt x="53583" y="107920"/>
                  </a:lnTo>
                  <a:lnTo>
                    <a:pt x="54679" y="106086"/>
                  </a:lnTo>
                  <a:lnTo>
                    <a:pt x="56581" y="104570"/>
                  </a:lnTo>
                  <a:lnTo>
                    <a:pt x="56864" y="103857"/>
                  </a:lnTo>
                  <a:lnTo>
                    <a:pt x="57138" y="101452"/>
                  </a:lnTo>
                  <a:lnTo>
                    <a:pt x="57352" y="96462"/>
                  </a:lnTo>
                  <a:lnTo>
                    <a:pt x="57413" y="93451"/>
                  </a:lnTo>
                  <a:lnTo>
                    <a:pt x="57486" y="92147"/>
                  </a:lnTo>
                  <a:lnTo>
                    <a:pt x="57732" y="89898"/>
                  </a:lnTo>
                  <a:lnTo>
                    <a:pt x="59494" y="85901"/>
                  </a:lnTo>
                  <a:lnTo>
                    <a:pt x="60274" y="79642"/>
                  </a:lnTo>
                  <a:lnTo>
                    <a:pt x="60967" y="73087"/>
                  </a:lnTo>
                  <a:lnTo>
                    <a:pt x="62972" y="65166"/>
                  </a:lnTo>
                  <a:lnTo>
                    <a:pt x="65314" y="57278"/>
                  </a:lnTo>
                  <a:lnTo>
                    <a:pt x="66403" y="55157"/>
                  </a:lnTo>
                  <a:lnTo>
                    <a:pt x="67321" y="54178"/>
                  </a:lnTo>
                  <a:lnTo>
                    <a:pt x="68375" y="54074"/>
                  </a:lnTo>
                  <a:lnTo>
                    <a:pt x="69095" y="53494"/>
                  </a:lnTo>
                  <a:lnTo>
                    <a:pt x="71620" y="49563"/>
                  </a:lnTo>
                  <a:lnTo>
                    <a:pt x="72675" y="48235"/>
                  </a:lnTo>
                  <a:lnTo>
                    <a:pt x="73451" y="46871"/>
                  </a:lnTo>
                  <a:lnTo>
                    <a:pt x="73642" y="45685"/>
                  </a:lnTo>
                  <a:lnTo>
                    <a:pt x="73718" y="43949"/>
                  </a:lnTo>
                  <a:lnTo>
                    <a:pt x="73476" y="39885"/>
                  </a:lnTo>
                  <a:lnTo>
                    <a:pt x="73909" y="36897"/>
                  </a:lnTo>
                  <a:lnTo>
                    <a:pt x="74163" y="32264"/>
                  </a:lnTo>
                  <a:lnTo>
                    <a:pt x="74272" y="28657"/>
                  </a:lnTo>
                  <a:lnTo>
                    <a:pt x="74182" y="27407"/>
                  </a:lnTo>
                  <a:lnTo>
                    <a:pt x="73783" y="25680"/>
                  </a:lnTo>
                  <a:lnTo>
                    <a:pt x="73710" y="25307"/>
                  </a:lnTo>
                  <a:lnTo>
                    <a:pt x="72954" y="23056"/>
                  </a:lnTo>
                  <a:lnTo>
                    <a:pt x="71692" y="21700"/>
                  </a:lnTo>
                  <a:lnTo>
                    <a:pt x="69955" y="21335"/>
                  </a:lnTo>
                  <a:lnTo>
                    <a:pt x="69036" y="20528"/>
                  </a:lnTo>
                  <a:lnTo>
                    <a:pt x="68882" y="18654"/>
                  </a:lnTo>
                  <a:lnTo>
                    <a:pt x="68794" y="17564"/>
                  </a:lnTo>
                  <a:lnTo>
                    <a:pt x="68705" y="16383"/>
                  </a:lnTo>
                  <a:lnTo>
                    <a:pt x="68580" y="13761"/>
                  </a:lnTo>
                  <a:lnTo>
                    <a:pt x="67409" y="0"/>
                  </a:lnTo>
                  <a:lnTo>
                    <a:pt x="69613" y="34"/>
                  </a:lnTo>
                  <a:lnTo>
                    <a:pt x="72256" y="1676"/>
                  </a:lnTo>
                  <a:lnTo>
                    <a:pt x="72920" y="2918"/>
                  </a:lnTo>
                  <a:lnTo>
                    <a:pt x="73268" y="7632"/>
                  </a:lnTo>
                  <a:lnTo>
                    <a:pt x="74225" y="10300"/>
                  </a:lnTo>
                  <a:lnTo>
                    <a:pt x="75907" y="12496"/>
                  </a:lnTo>
                  <a:lnTo>
                    <a:pt x="76953" y="17032"/>
                  </a:lnTo>
                  <a:lnTo>
                    <a:pt x="77362" y="23909"/>
                  </a:lnTo>
                  <a:lnTo>
                    <a:pt x="78289" y="28016"/>
                  </a:lnTo>
                  <a:lnTo>
                    <a:pt x="78498" y="28667"/>
                  </a:lnTo>
                  <a:lnTo>
                    <a:pt x="79546" y="34613"/>
                  </a:lnTo>
                  <a:lnTo>
                    <a:pt x="79807" y="36434"/>
                  </a:lnTo>
                  <a:lnTo>
                    <a:pt x="79885" y="40013"/>
                  </a:lnTo>
                  <a:lnTo>
                    <a:pt x="79767" y="42430"/>
                  </a:lnTo>
                  <a:lnTo>
                    <a:pt x="80303" y="45424"/>
                  </a:lnTo>
                  <a:lnTo>
                    <a:pt x="79492" y="50527"/>
                  </a:lnTo>
                  <a:lnTo>
                    <a:pt x="79252" y="53661"/>
                  </a:lnTo>
                  <a:lnTo>
                    <a:pt x="79181" y="58059"/>
                  </a:lnTo>
                  <a:lnTo>
                    <a:pt x="79653" y="65818"/>
                  </a:lnTo>
                  <a:lnTo>
                    <a:pt x="80428" y="71805"/>
                  </a:lnTo>
                  <a:lnTo>
                    <a:pt x="81266" y="76650"/>
                  </a:lnTo>
                  <a:lnTo>
                    <a:pt x="82181" y="80407"/>
                  </a:lnTo>
                  <a:lnTo>
                    <a:pt x="83690" y="84558"/>
                  </a:lnTo>
                  <a:lnTo>
                    <a:pt x="85299" y="88352"/>
                  </a:lnTo>
                  <a:lnTo>
                    <a:pt x="86798" y="90736"/>
                  </a:lnTo>
                  <a:lnTo>
                    <a:pt x="85409" y="92140"/>
                  </a:lnTo>
                  <a:lnTo>
                    <a:pt x="82717" y="92317"/>
                  </a:lnTo>
                  <a:lnTo>
                    <a:pt x="81171" y="91514"/>
                  </a:lnTo>
                  <a:lnTo>
                    <a:pt x="80434" y="91473"/>
                  </a:lnTo>
                  <a:lnTo>
                    <a:pt x="79689" y="91972"/>
                  </a:lnTo>
                  <a:lnTo>
                    <a:pt x="76816" y="92689"/>
                  </a:lnTo>
                  <a:lnTo>
                    <a:pt x="73917" y="92353"/>
                  </a:lnTo>
                  <a:lnTo>
                    <a:pt x="71227" y="91408"/>
                  </a:lnTo>
                  <a:lnTo>
                    <a:pt x="69594" y="91565"/>
                  </a:lnTo>
                  <a:lnTo>
                    <a:pt x="68332" y="93868"/>
                  </a:lnTo>
                  <a:lnTo>
                    <a:pt x="67311" y="97338"/>
                  </a:lnTo>
                  <a:lnTo>
                    <a:pt x="66352" y="100081"/>
                  </a:lnTo>
                  <a:lnTo>
                    <a:pt x="66690" y="103120"/>
                  </a:lnTo>
                  <a:lnTo>
                    <a:pt x="67411" y="104803"/>
                  </a:lnTo>
                  <a:lnTo>
                    <a:pt x="68798" y="108504"/>
                  </a:lnTo>
                  <a:lnTo>
                    <a:pt x="70043" y="112093"/>
                  </a:lnTo>
                  <a:lnTo>
                    <a:pt x="70679" y="114502"/>
                  </a:lnTo>
                  <a:lnTo>
                    <a:pt x="73163" y="119770"/>
                  </a:lnTo>
                  <a:lnTo>
                    <a:pt x="75560" y="124485"/>
                  </a:lnTo>
                  <a:lnTo>
                    <a:pt x="76029" y="125268"/>
                  </a:lnTo>
                  <a:lnTo>
                    <a:pt x="76699" y="126121"/>
                  </a:lnTo>
                  <a:lnTo>
                    <a:pt x="77119" y="126466"/>
                  </a:lnTo>
                  <a:lnTo>
                    <a:pt x="78426" y="129165"/>
                  </a:lnTo>
                  <a:lnTo>
                    <a:pt x="80233" y="133596"/>
                  </a:lnTo>
                  <a:lnTo>
                    <a:pt x="81892" y="140539"/>
                  </a:lnTo>
                  <a:lnTo>
                    <a:pt x="83070" y="147587"/>
                  </a:lnTo>
                  <a:lnTo>
                    <a:pt x="84215" y="154442"/>
                  </a:lnTo>
                  <a:lnTo>
                    <a:pt x="84721" y="155598"/>
                  </a:lnTo>
                  <a:lnTo>
                    <a:pt x="85517" y="156332"/>
                  </a:lnTo>
                  <a:lnTo>
                    <a:pt x="85615" y="157806"/>
                  </a:lnTo>
                  <a:lnTo>
                    <a:pt x="85552" y="159978"/>
                  </a:lnTo>
                  <a:lnTo>
                    <a:pt x="85305" y="161755"/>
                  </a:lnTo>
                  <a:close/>
                </a:path>
              </a:pathLst>
            </a:custGeom>
            <a:solidFill>
              <a:srgbClr val="E0EDD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g437"/>
            <p:cNvSpPr/>
            <p:nvPr/>
          </p:nvSpPr>
          <p:spPr>
            <a:xfrm>
              <a:off x="3482577" y="3477102"/>
              <a:ext cx="232292" cy="554514"/>
            </a:xfrm>
            <a:custGeom>
              <a:avLst/>
              <a:pathLst>
                <a:path w="232292" h="554514">
                  <a:moveTo>
                    <a:pt x="185119" y="5996"/>
                  </a:moveTo>
                  <a:lnTo>
                    <a:pt x="185557" y="8063"/>
                  </a:lnTo>
                  <a:lnTo>
                    <a:pt x="186188" y="10180"/>
                  </a:lnTo>
                  <a:lnTo>
                    <a:pt x="188298" y="13773"/>
                  </a:lnTo>
                  <a:lnTo>
                    <a:pt x="188969" y="15772"/>
                  </a:lnTo>
                  <a:lnTo>
                    <a:pt x="189483" y="17992"/>
                  </a:lnTo>
                  <a:lnTo>
                    <a:pt x="189808" y="19721"/>
                  </a:lnTo>
                  <a:lnTo>
                    <a:pt x="190460" y="21108"/>
                  </a:lnTo>
                  <a:lnTo>
                    <a:pt x="191374" y="21990"/>
                  </a:lnTo>
                  <a:lnTo>
                    <a:pt x="192155" y="23049"/>
                  </a:lnTo>
                  <a:lnTo>
                    <a:pt x="192632" y="24605"/>
                  </a:lnTo>
                  <a:lnTo>
                    <a:pt x="193349" y="26219"/>
                  </a:lnTo>
                  <a:lnTo>
                    <a:pt x="194732" y="28422"/>
                  </a:lnTo>
                  <a:lnTo>
                    <a:pt x="195404" y="28472"/>
                  </a:lnTo>
                  <a:lnTo>
                    <a:pt x="196182" y="28782"/>
                  </a:lnTo>
                  <a:lnTo>
                    <a:pt x="196866" y="29355"/>
                  </a:lnTo>
                  <a:lnTo>
                    <a:pt x="197601" y="29192"/>
                  </a:lnTo>
                  <a:lnTo>
                    <a:pt x="198787" y="27754"/>
                  </a:lnTo>
                  <a:lnTo>
                    <a:pt x="200185" y="25341"/>
                  </a:lnTo>
                  <a:lnTo>
                    <a:pt x="201252" y="23849"/>
                  </a:lnTo>
                  <a:lnTo>
                    <a:pt x="203839" y="24379"/>
                  </a:lnTo>
                  <a:lnTo>
                    <a:pt x="205278" y="25594"/>
                  </a:lnTo>
                  <a:lnTo>
                    <a:pt x="206424" y="27301"/>
                  </a:lnTo>
                  <a:lnTo>
                    <a:pt x="207319" y="27191"/>
                  </a:lnTo>
                  <a:lnTo>
                    <a:pt x="209268" y="24044"/>
                  </a:lnTo>
                  <a:lnTo>
                    <a:pt x="210302" y="20692"/>
                  </a:lnTo>
                  <a:lnTo>
                    <a:pt x="211306" y="19977"/>
                  </a:lnTo>
                  <a:lnTo>
                    <a:pt x="212827" y="21428"/>
                  </a:lnTo>
                  <a:lnTo>
                    <a:pt x="214083" y="24559"/>
                  </a:lnTo>
                  <a:lnTo>
                    <a:pt x="215184" y="29104"/>
                  </a:lnTo>
                  <a:lnTo>
                    <a:pt x="215961" y="30837"/>
                  </a:lnTo>
                  <a:lnTo>
                    <a:pt x="217026" y="33522"/>
                  </a:lnTo>
                  <a:lnTo>
                    <a:pt x="219141" y="39305"/>
                  </a:lnTo>
                  <a:lnTo>
                    <a:pt x="221892" y="42202"/>
                  </a:lnTo>
                  <a:lnTo>
                    <a:pt x="222960" y="43626"/>
                  </a:lnTo>
                  <a:lnTo>
                    <a:pt x="223309" y="45059"/>
                  </a:lnTo>
                  <a:lnTo>
                    <a:pt x="223511" y="46958"/>
                  </a:lnTo>
                  <a:lnTo>
                    <a:pt x="223583" y="49031"/>
                  </a:lnTo>
                  <a:lnTo>
                    <a:pt x="223916" y="49875"/>
                  </a:lnTo>
                  <a:lnTo>
                    <a:pt x="224658" y="49582"/>
                  </a:lnTo>
                  <a:lnTo>
                    <a:pt x="225295" y="49288"/>
                  </a:lnTo>
                  <a:lnTo>
                    <a:pt x="225994" y="49875"/>
                  </a:lnTo>
                  <a:lnTo>
                    <a:pt x="226478" y="51384"/>
                  </a:lnTo>
                  <a:lnTo>
                    <a:pt x="226721" y="52560"/>
                  </a:lnTo>
                  <a:lnTo>
                    <a:pt x="226985" y="53820"/>
                  </a:lnTo>
                  <a:lnTo>
                    <a:pt x="227677" y="54619"/>
                  </a:lnTo>
                  <a:lnTo>
                    <a:pt x="227812" y="56236"/>
                  </a:lnTo>
                  <a:lnTo>
                    <a:pt x="227339" y="58210"/>
                  </a:lnTo>
                  <a:lnTo>
                    <a:pt x="226854" y="59969"/>
                  </a:lnTo>
                  <a:lnTo>
                    <a:pt x="226263" y="63492"/>
                  </a:lnTo>
                  <a:lnTo>
                    <a:pt x="225954" y="67085"/>
                  </a:lnTo>
                  <a:lnTo>
                    <a:pt x="226351" y="68280"/>
                  </a:lnTo>
                  <a:lnTo>
                    <a:pt x="226776" y="69278"/>
                  </a:lnTo>
                  <a:lnTo>
                    <a:pt x="227002" y="70285"/>
                  </a:lnTo>
                  <a:lnTo>
                    <a:pt x="227134" y="71463"/>
                  </a:lnTo>
                  <a:lnTo>
                    <a:pt x="227084" y="72840"/>
                  </a:lnTo>
                  <a:lnTo>
                    <a:pt x="226144" y="77836"/>
                  </a:lnTo>
                  <a:lnTo>
                    <a:pt x="225661" y="82200"/>
                  </a:lnTo>
                  <a:lnTo>
                    <a:pt x="225645" y="84413"/>
                  </a:lnTo>
                  <a:lnTo>
                    <a:pt x="226882" y="86037"/>
                  </a:lnTo>
                  <a:lnTo>
                    <a:pt x="228488" y="85953"/>
                  </a:lnTo>
                  <a:lnTo>
                    <a:pt x="228997" y="86954"/>
                  </a:lnTo>
                  <a:lnTo>
                    <a:pt x="229505" y="88546"/>
                  </a:lnTo>
                  <a:lnTo>
                    <a:pt x="229953" y="89357"/>
                  </a:lnTo>
                  <a:lnTo>
                    <a:pt x="230629" y="89333"/>
                  </a:lnTo>
                  <a:lnTo>
                    <a:pt x="231102" y="89889"/>
                  </a:lnTo>
                  <a:lnTo>
                    <a:pt x="231285" y="91006"/>
                  </a:lnTo>
                  <a:lnTo>
                    <a:pt x="231833" y="92215"/>
                  </a:lnTo>
                  <a:lnTo>
                    <a:pt x="232292" y="93546"/>
                  </a:lnTo>
                  <a:lnTo>
                    <a:pt x="232073" y="95255"/>
                  </a:lnTo>
                  <a:lnTo>
                    <a:pt x="232033" y="96552"/>
                  </a:lnTo>
                  <a:lnTo>
                    <a:pt x="230888" y="100173"/>
                  </a:lnTo>
                  <a:lnTo>
                    <a:pt x="228253" y="107242"/>
                  </a:lnTo>
                  <a:lnTo>
                    <a:pt x="222589" y="120361"/>
                  </a:lnTo>
                  <a:lnTo>
                    <a:pt x="220679" y="121943"/>
                  </a:lnTo>
                  <a:lnTo>
                    <a:pt x="219692" y="124381"/>
                  </a:lnTo>
                  <a:lnTo>
                    <a:pt x="218994" y="128202"/>
                  </a:lnTo>
                  <a:lnTo>
                    <a:pt x="217343" y="131451"/>
                  </a:lnTo>
                  <a:lnTo>
                    <a:pt x="216069" y="132760"/>
                  </a:lnTo>
                  <a:lnTo>
                    <a:pt x="215932" y="133539"/>
                  </a:lnTo>
                  <a:lnTo>
                    <a:pt x="215837" y="137053"/>
                  </a:lnTo>
                  <a:lnTo>
                    <a:pt x="215967" y="142222"/>
                  </a:lnTo>
                  <a:lnTo>
                    <a:pt x="215369" y="144588"/>
                  </a:lnTo>
                  <a:lnTo>
                    <a:pt x="214506" y="149177"/>
                  </a:lnTo>
                  <a:lnTo>
                    <a:pt x="214058" y="152052"/>
                  </a:lnTo>
                  <a:lnTo>
                    <a:pt x="213715" y="152617"/>
                  </a:lnTo>
                  <a:lnTo>
                    <a:pt x="213325" y="154061"/>
                  </a:lnTo>
                  <a:lnTo>
                    <a:pt x="213083" y="158746"/>
                  </a:lnTo>
                  <a:lnTo>
                    <a:pt x="212919" y="160323"/>
                  </a:lnTo>
                  <a:lnTo>
                    <a:pt x="212295" y="170019"/>
                  </a:lnTo>
                  <a:lnTo>
                    <a:pt x="212474" y="172784"/>
                  </a:lnTo>
                  <a:lnTo>
                    <a:pt x="211990" y="177395"/>
                  </a:lnTo>
                  <a:lnTo>
                    <a:pt x="211969" y="180107"/>
                  </a:lnTo>
                  <a:lnTo>
                    <a:pt x="211769" y="183180"/>
                  </a:lnTo>
                  <a:lnTo>
                    <a:pt x="211426" y="185847"/>
                  </a:lnTo>
                  <a:lnTo>
                    <a:pt x="211452" y="190103"/>
                  </a:lnTo>
                  <a:lnTo>
                    <a:pt x="211646" y="197058"/>
                  </a:lnTo>
                  <a:lnTo>
                    <a:pt x="211610" y="197978"/>
                  </a:lnTo>
                  <a:lnTo>
                    <a:pt x="211132" y="198624"/>
                  </a:lnTo>
                  <a:lnTo>
                    <a:pt x="210281" y="200347"/>
                  </a:lnTo>
                  <a:lnTo>
                    <a:pt x="209477" y="201510"/>
                  </a:lnTo>
                  <a:lnTo>
                    <a:pt x="208864" y="201810"/>
                  </a:lnTo>
                  <a:lnTo>
                    <a:pt x="207846" y="204883"/>
                  </a:lnTo>
                  <a:lnTo>
                    <a:pt x="206974" y="207789"/>
                  </a:lnTo>
                  <a:lnTo>
                    <a:pt x="206324" y="210629"/>
                  </a:lnTo>
                  <a:lnTo>
                    <a:pt x="206155" y="211936"/>
                  </a:lnTo>
                  <a:lnTo>
                    <a:pt x="206292" y="215609"/>
                  </a:lnTo>
                  <a:lnTo>
                    <a:pt x="206382" y="219961"/>
                  </a:lnTo>
                  <a:lnTo>
                    <a:pt x="206181" y="221831"/>
                  </a:lnTo>
                  <a:lnTo>
                    <a:pt x="205875" y="222956"/>
                  </a:lnTo>
                  <a:lnTo>
                    <a:pt x="204451" y="225308"/>
                  </a:lnTo>
                  <a:lnTo>
                    <a:pt x="203514" y="227008"/>
                  </a:lnTo>
                  <a:lnTo>
                    <a:pt x="203071" y="227894"/>
                  </a:lnTo>
                  <a:lnTo>
                    <a:pt x="202843" y="229264"/>
                  </a:lnTo>
                  <a:lnTo>
                    <a:pt x="203255" y="232482"/>
                  </a:lnTo>
                  <a:lnTo>
                    <a:pt x="203286" y="234831"/>
                  </a:lnTo>
                  <a:lnTo>
                    <a:pt x="203625" y="236219"/>
                  </a:lnTo>
                  <a:lnTo>
                    <a:pt x="204753" y="237347"/>
                  </a:lnTo>
                  <a:lnTo>
                    <a:pt x="204751" y="238472"/>
                  </a:lnTo>
                  <a:lnTo>
                    <a:pt x="204780" y="239693"/>
                  </a:lnTo>
                  <a:lnTo>
                    <a:pt x="205367" y="241205"/>
                  </a:lnTo>
                  <a:lnTo>
                    <a:pt x="206445" y="244293"/>
                  </a:lnTo>
                  <a:lnTo>
                    <a:pt x="207313" y="247196"/>
                  </a:lnTo>
                  <a:lnTo>
                    <a:pt x="207333" y="249712"/>
                  </a:lnTo>
                  <a:lnTo>
                    <a:pt x="207165" y="253925"/>
                  </a:lnTo>
                  <a:lnTo>
                    <a:pt x="207138" y="256349"/>
                  </a:lnTo>
                  <a:lnTo>
                    <a:pt x="207225" y="259670"/>
                  </a:lnTo>
                  <a:lnTo>
                    <a:pt x="207220" y="265854"/>
                  </a:lnTo>
                  <a:lnTo>
                    <a:pt x="207160" y="270252"/>
                  </a:lnTo>
                  <a:lnTo>
                    <a:pt x="207299" y="272529"/>
                  </a:lnTo>
                  <a:lnTo>
                    <a:pt x="208616" y="277983"/>
                  </a:lnTo>
                  <a:lnTo>
                    <a:pt x="209199" y="284019"/>
                  </a:lnTo>
                  <a:lnTo>
                    <a:pt x="209492" y="288440"/>
                  </a:lnTo>
                  <a:lnTo>
                    <a:pt x="209504" y="289840"/>
                  </a:lnTo>
                  <a:lnTo>
                    <a:pt x="209058" y="294927"/>
                  </a:lnTo>
                  <a:lnTo>
                    <a:pt x="208547" y="299856"/>
                  </a:lnTo>
                  <a:lnTo>
                    <a:pt x="208520" y="301723"/>
                  </a:lnTo>
                  <a:lnTo>
                    <a:pt x="208756" y="304213"/>
                  </a:lnTo>
                  <a:lnTo>
                    <a:pt x="209698" y="309918"/>
                  </a:lnTo>
                  <a:lnTo>
                    <a:pt x="210385" y="314068"/>
                  </a:lnTo>
                  <a:lnTo>
                    <a:pt x="210717" y="316561"/>
                  </a:lnTo>
                  <a:lnTo>
                    <a:pt x="211188" y="319481"/>
                  </a:lnTo>
                  <a:lnTo>
                    <a:pt x="211819" y="323942"/>
                  </a:lnTo>
                  <a:lnTo>
                    <a:pt x="211976" y="326066"/>
                  </a:lnTo>
                  <a:lnTo>
                    <a:pt x="211846" y="327642"/>
                  </a:lnTo>
                  <a:lnTo>
                    <a:pt x="210560" y="333240"/>
                  </a:lnTo>
                  <a:lnTo>
                    <a:pt x="210429" y="335000"/>
                  </a:lnTo>
                  <a:lnTo>
                    <a:pt x="210748" y="339346"/>
                  </a:lnTo>
                  <a:lnTo>
                    <a:pt x="211169" y="343536"/>
                  </a:lnTo>
                  <a:lnTo>
                    <a:pt x="211776" y="345917"/>
                  </a:lnTo>
                  <a:lnTo>
                    <a:pt x="213227" y="352490"/>
                  </a:lnTo>
                  <a:lnTo>
                    <a:pt x="214305" y="354706"/>
                  </a:lnTo>
                  <a:lnTo>
                    <a:pt x="216300" y="357993"/>
                  </a:lnTo>
                  <a:lnTo>
                    <a:pt x="218060" y="361300"/>
                  </a:lnTo>
                  <a:lnTo>
                    <a:pt x="218737" y="363014"/>
                  </a:lnTo>
                  <a:lnTo>
                    <a:pt x="219357" y="364930"/>
                  </a:lnTo>
                  <a:lnTo>
                    <a:pt x="220582" y="369830"/>
                  </a:lnTo>
                  <a:lnTo>
                    <a:pt x="221330" y="373818"/>
                  </a:lnTo>
                  <a:lnTo>
                    <a:pt x="221722" y="377422"/>
                  </a:lnTo>
                  <a:lnTo>
                    <a:pt x="222684" y="382342"/>
                  </a:lnTo>
                  <a:lnTo>
                    <a:pt x="223577" y="386916"/>
                  </a:lnTo>
                  <a:lnTo>
                    <a:pt x="224733" y="392500"/>
                  </a:lnTo>
                  <a:lnTo>
                    <a:pt x="225551" y="396444"/>
                  </a:lnTo>
                  <a:lnTo>
                    <a:pt x="225920" y="399082"/>
                  </a:lnTo>
                  <a:lnTo>
                    <a:pt x="223809" y="399861"/>
                  </a:lnTo>
                  <a:lnTo>
                    <a:pt x="220757" y="400989"/>
                  </a:lnTo>
                  <a:lnTo>
                    <a:pt x="217391" y="402233"/>
                  </a:lnTo>
                  <a:lnTo>
                    <a:pt x="213916" y="403517"/>
                  </a:lnTo>
                  <a:lnTo>
                    <a:pt x="210474" y="404793"/>
                  </a:lnTo>
                  <a:lnTo>
                    <a:pt x="207206" y="406002"/>
                  </a:lnTo>
                  <a:lnTo>
                    <a:pt x="204240" y="407098"/>
                  </a:lnTo>
                  <a:lnTo>
                    <a:pt x="203337" y="407704"/>
                  </a:lnTo>
                  <a:lnTo>
                    <a:pt x="203780" y="410800"/>
                  </a:lnTo>
                  <a:lnTo>
                    <a:pt x="203576" y="414061"/>
                  </a:lnTo>
                  <a:lnTo>
                    <a:pt x="202988" y="416580"/>
                  </a:lnTo>
                  <a:lnTo>
                    <a:pt x="202062" y="419688"/>
                  </a:lnTo>
                  <a:lnTo>
                    <a:pt x="201638" y="420918"/>
                  </a:lnTo>
                  <a:lnTo>
                    <a:pt x="200693" y="423342"/>
                  </a:lnTo>
                  <a:lnTo>
                    <a:pt x="199904" y="425044"/>
                  </a:lnTo>
                  <a:lnTo>
                    <a:pt x="198293" y="427915"/>
                  </a:lnTo>
                  <a:lnTo>
                    <a:pt x="197274" y="429551"/>
                  </a:lnTo>
                  <a:lnTo>
                    <a:pt x="197268" y="431035"/>
                  </a:lnTo>
                  <a:lnTo>
                    <a:pt x="198978" y="437980"/>
                  </a:lnTo>
                  <a:lnTo>
                    <a:pt x="199754" y="442967"/>
                  </a:lnTo>
                  <a:lnTo>
                    <a:pt x="200070" y="447471"/>
                  </a:lnTo>
                  <a:lnTo>
                    <a:pt x="200055" y="450057"/>
                  </a:lnTo>
                  <a:lnTo>
                    <a:pt x="199990" y="455378"/>
                  </a:lnTo>
                  <a:lnTo>
                    <a:pt x="199913" y="461706"/>
                  </a:lnTo>
                  <a:lnTo>
                    <a:pt x="199794" y="464199"/>
                  </a:lnTo>
                  <a:lnTo>
                    <a:pt x="200258" y="468715"/>
                  </a:lnTo>
                  <a:lnTo>
                    <a:pt x="200177" y="472233"/>
                  </a:lnTo>
                  <a:lnTo>
                    <a:pt x="199024" y="476166"/>
                  </a:lnTo>
                  <a:lnTo>
                    <a:pt x="198703" y="480033"/>
                  </a:lnTo>
                  <a:lnTo>
                    <a:pt x="198123" y="485244"/>
                  </a:lnTo>
                  <a:lnTo>
                    <a:pt x="197317" y="492479"/>
                  </a:lnTo>
                  <a:lnTo>
                    <a:pt x="196744" y="496279"/>
                  </a:lnTo>
                  <a:lnTo>
                    <a:pt x="197063" y="498752"/>
                  </a:lnTo>
                  <a:lnTo>
                    <a:pt x="197351" y="500411"/>
                  </a:lnTo>
                  <a:lnTo>
                    <a:pt x="197654" y="502642"/>
                  </a:lnTo>
                  <a:lnTo>
                    <a:pt x="198271" y="506004"/>
                  </a:lnTo>
                  <a:lnTo>
                    <a:pt x="198991" y="507986"/>
                  </a:lnTo>
                  <a:lnTo>
                    <a:pt x="199394" y="508840"/>
                  </a:lnTo>
                  <a:lnTo>
                    <a:pt x="201768" y="513071"/>
                  </a:lnTo>
                  <a:lnTo>
                    <a:pt x="202750" y="515117"/>
                  </a:lnTo>
                  <a:lnTo>
                    <a:pt x="204254" y="519174"/>
                  </a:lnTo>
                  <a:lnTo>
                    <a:pt x="205362" y="521863"/>
                  </a:lnTo>
                  <a:lnTo>
                    <a:pt x="206908" y="522495"/>
                  </a:lnTo>
                  <a:lnTo>
                    <a:pt x="208767" y="523517"/>
                  </a:lnTo>
                  <a:lnTo>
                    <a:pt x="209789" y="524299"/>
                  </a:lnTo>
                  <a:lnTo>
                    <a:pt x="210496" y="523921"/>
                  </a:lnTo>
                  <a:lnTo>
                    <a:pt x="210731" y="522966"/>
                  </a:lnTo>
                  <a:lnTo>
                    <a:pt x="210699" y="520940"/>
                  </a:lnTo>
                  <a:lnTo>
                    <a:pt x="210574" y="519442"/>
                  </a:lnTo>
                  <a:lnTo>
                    <a:pt x="210772" y="518300"/>
                  </a:lnTo>
                  <a:lnTo>
                    <a:pt x="211400" y="517538"/>
                  </a:lnTo>
                  <a:lnTo>
                    <a:pt x="213012" y="517417"/>
                  </a:lnTo>
                  <a:lnTo>
                    <a:pt x="213714" y="516404"/>
                  </a:lnTo>
                  <a:lnTo>
                    <a:pt x="214268" y="516150"/>
                  </a:lnTo>
                  <a:lnTo>
                    <a:pt x="214271" y="520602"/>
                  </a:lnTo>
                  <a:lnTo>
                    <a:pt x="214273" y="524870"/>
                  </a:lnTo>
                  <a:lnTo>
                    <a:pt x="214274" y="530050"/>
                  </a:lnTo>
                  <a:lnTo>
                    <a:pt x="214277" y="535994"/>
                  </a:lnTo>
                  <a:lnTo>
                    <a:pt x="214280" y="540871"/>
                  </a:lnTo>
                  <a:lnTo>
                    <a:pt x="214283" y="546054"/>
                  </a:lnTo>
                  <a:lnTo>
                    <a:pt x="214285" y="552030"/>
                  </a:lnTo>
                  <a:lnTo>
                    <a:pt x="214271" y="552711"/>
                  </a:lnTo>
                  <a:lnTo>
                    <a:pt x="214026" y="554050"/>
                  </a:lnTo>
                  <a:lnTo>
                    <a:pt x="213385" y="554514"/>
                  </a:lnTo>
                  <a:lnTo>
                    <a:pt x="212521" y="553349"/>
                  </a:lnTo>
                  <a:lnTo>
                    <a:pt x="212471" y="552125"/>
                  </a:lnTo>
                  <a:lnTo>
                    <a:pt x="212259" y="549926"/>
                  </a:lnTo>
                  <a:lnTo>
                    <a:pt x="211856" y="548804"/>
                  </a:lnTo>
                  <a:lnTo>
                    <a:pt x="211332" y="548460"/>
                  </a:lnTo>
                  <a:lnTo>
                    <a:pt x="210446" y="549023"/>
                  </a:lnTo>
                  <a:lnTo>
                    <a:pt x="209232" y="550645"/>
                  </a:lnTo>
                  <a:lnTo>
                    <a:pt x="207670" y="552062"/>
                  </a:lnTo>
                  <a:lnTo>
                    <a:pt x="207038" y="552875"/>
                  </a:lnTo>
                  <a:lnTo>
                    <a:pt x="205938" y="552780"/>
                  </a:lnTo>
                  <a:lnTo>
                    <a:pt x="204752" y="552004"/>
                  </a:lnTo>
                  <a:lnTo>
                    <a:pt x="203875" y="550180"/>
                  </a:lnTo>
                  <a:lnTo>
                    <a:pt x="203624" y="547448"/>
                  </a:lnTo>
                  <a:lnTo>
                    <a:pt x="202857" y="544634"/>
                  </a:lnTo>
                  <a:lnTo>
                    <a:pt x="201813" y="540571"/>
                  </a:lnTo>
                  <a:lnTo>
                    <a:pt x="201288" y="538903"/>
                  </a:lnTo>
                  <a:lnTo>
                    <a:pt x="200592" y="537007"/>
                  </a:lnTo>
                  <a:lnTo>
                    <a:pt x="199891" y="536794"/>
                  </a:lnTo>
                  <a:lnTo>
                    <a:pt x="199105" y="536263"/>
                  </a:lnTo>
                  <a:lnTo>
                    <a:pt x="198621" y="533487"/>
                  </a:lnTo>
                  <a:lnTo>
                    <a:pt x="198173" y="529975"/>
                  </a:lnTo>
                  <a:lnTo>
                    <a:pt x="197893" y="528619"/>
                  </a:lnTo>
                  <a:lnTo>
                    <a:pt x="197423" y="526864"/>
                  </a:lnTo>
                  <a:lnTo>
                    <a:pt x="196750" y="525799"/>
                  </a:lnTo>
                  <a:lnTo>
                    <a:pt x="195283" y="524397"/>
                  </a:lnTo>
                  <a:lnTo>
                    <a:pt x="193230" y="522435"/>
                  </a:lnTo>
                  <a:lnTo>
                    <a:pt x="190653" y="519973"/>
                  </a:lnTo>
                  <a:lnTo>
                    <a:pt x="189427" y="519855"/>
                  </a:lnTo>
                  <a:lnTo>
                    <a:pt x="188056" y="519439"/>
                  </a:lnTo>
                  <a:lnTo>
                    <a:pt x="187197" y="518265"/>
                  </a:lnTo>
                  <a:lnTo>
                    <a:pt x="186704" y="517327"/>
                  </a:lnTo>
                  <a:lnTo>
                    <a:pt x="186139" y="513910"/>
                  </a:lnTo>
                  <a:lnTo>
                    <a:pt x="185367" y="509917"/>
                  </a:lnTo>
                  <a:lnTo>
                    <a:pt x="183105" y="505158"/>
                  </a:lnTo>
                  <a:lnTo>
                    <a:pt x="182597" y="499886"/>
                  </a:lnTo>
                  <a:lnTo>
                    <a:pt x="182144" y="499122"/>
                  </a:lnTo>
                  <a:lnTo>
                    <a:pt x="181366" y="499552"/>
                  </a:lnTo>
                  <a:lnTo>
                    <a:pt x="180765" y="500207"/>
                  </a:lnTo>
                  <a:lnTo>
                    <a:pt x="180529" y="501621"/>
                  </a:lnTo>
                  <a:lnTo>
                    <a:pt x="179922" y="506373"/>
                  </a:lnTo>
                  <a:lnTo>
                    <a:pt x="179590" y="508566"/>
                  </a:lnTo>
                  <a:lnTo>
                    <a:pt x="179361" y="509172"/>
                  </a:lnTo>
                  <a:lnTo>
                    <a:pt x="178868" y="509888"/>
                  </a:lnTo>
                  <a:lnTo>
                    <a:pt x="178059" y="510529"/>
                  </a:lnTo>
                  <a:lnTo>
                    <a:pt x="176909" y="510846"/>
                  </a:lnTo>
                  <a:lnTo>
                    <a:pt x="175285" y="510731"/>
                  </a:lnTo>
                  <a:lnTo>
                    <a:pt x="173253" y="510015"/>
                  </a:lnTo>
                  <a:lnTo>
                    <a:pt x="172156" y="509484"/>
                  </a:lnTo>
                  <a:lnTo>
                    <a:pt x="169191" y="508696"/>
                  </a:lnTo>
                  <a:lnTo>
                    <a:pt x="168333" y="508309"/>
                  </a:lnTo>
                  <a:lnTo>
                    <a:pt x="167121" y="507279"/>
                  </a:lnTo>
                  <a:lnTo>
                    <a:pt x="166248" y="506240"/>
                  </a:lnTo>
                  <a:lnTo>
                    <a:pt x="163371" y="503995"/>
                  </a:lnTo>
                  <a:lnTo>
                    <a:pt x="162068" y="504270"/>
                  </a:lnTo>
                  <a:lnTo>
                    <a:pt x="161435" y="502685"/>
                  </a:lnTo>
                  <a:lnTo>
                    <a:pt x="160867" y="501909"/>
                  </a:lnTo>
                  <a:lnTo>
                    <a:pt x="160088" y="500417"/>
                  </a:lnTo>
                  <a:lnTo>
                    <a:pt x="159738" y="498363"/>
                  </a:lnTo>
                  <a:lnTo>
                    <a:pt x="159274" y="493974"/>
                  </a:lnTo>
                  <a:lnTo>
                    <a:pt x="159385" y="491625"/>
                  </a:lnTo>
                  <a:lnTo>
                    <a:pt x="159721" y="489007"/>
                  </a:lnTo>
                  <a:lnTo>
                    <a:pt x="159349" y="488283"/>
                  </a:lnTo>
                  <a:lnTo>
                    <a:pt x="158827" y="488283"/>
                  </a:lnTo>
                  <a:lnTo>
                    <a:pt x="158082" y="489186"/>
                  </a:lnTo>
                  <a:lnTo>
                    <a:pt x="156755" y="489691"/>
                  </a:lnTo>
                  <a:lnTo>
                    <a:pt x="154328" y="490845"/>
                  </a:lnTo>
                  <a:lnTo>
                    <a:pt x="153469" y="491498"/>
                  </a:lnTo>
                  <a:lnTo>
                    <a:pt x="152516" y="491988"/>
                  </a:lnTo>
                  <a:lnTo>
                    <a:pt x="151786" y="492435"/>
                  </a:lnTo>
                  <a:lnTo>
                    <a:pt x="149962" y="494963"/>
                  </a:lnTo>
                  <a:lnTo>
                    <a:pt x="149329" y="495235"/>
                  </a:lnTo>
                  <a:lnTo>
                    <a:pt x="148248" y="494331"/>
                  </a:lnTo>
                  <a:lnTo>
                    <a:pt x="147727" y="492978"/>
                  </a:lnTo>
                  <a:lnTo>
                    <a:pt x="148248" y="491443"/>
                  </a:lnTo>
                  <a:lnTo>
                    <a:pt x="148472" y="489547"/>
                  </a:lnTo>
                  <a:lnTo>
                    <a:pt x="148099" y="485845"/>
                  </a:lnTo>
                  <a:lnTo>
                    <a:pt x="147541" y="484128"/>
                  </a:lnTo>
                  <a:lnTo>
                    <a:pt x="145924" y="482893"/>
                  </a:lnTo>
                  <a:lnTo>
                    <a:pt x="145306" y="482774"/>
                  </a:lnTo>
                  <a:lnTo>
                    <a:pt x="145045" y="480697"/>
                  </a:lnTo>
                  <a:lnTo>
                    <a:pt x="144598" y="478801"/>
                  </a:lnTo>
                  <a:lnTo>
                    <a:pt x="143675" y="478434"/>
                  </a:lnTo>
                  <a:lnTo>
                    <a:pt x="143234" y="478218"/>
                  </a:lnTo>
                  <a:lnTo>
                    <a:pt x="142773" y="478801"/>
                  </a:lnTo>
                  <a:lnTo>
                    <a:pt x="142513" y="480336"/>
                  </a:lnTo>
                  <a:lnTo>
                    <a:pt x="142438" y="481510"/>
                  </a:lnTo>
                  <a:lnTo>
                    <a:pt x="141618" y="482411"/>
                  </a:lnTo>
                  <a:lnTo>
                    <a:pt x="139942" y="482232"/>
                  </a:lnTo>
                  <a:lnTo>
                    <a:pt x="138279" y="481375"/>
                  </a:lnTo>
                  <a:lnTo>
                    <a:pt x="137109" y="481101"/>
                  </a:lnTo>
                  <a:lnTo>
                    <a:pt x="136332" y="481311"/>
                  </a:lnTo>
                  <a:lnTo>
                    <a:pt x="133365" y="484217"/>
                  </a:lnTo>
                  <a:lnTo>
                    <a:pt x="132384" y="484604"/>
                  </a:lnTo>
                  <a:lnTo>
                    <a:pt x="129197" y="484379"/>
                  </a:lnTo>
                  <a:lnTo>
                    <a:pt x="127390" y="483773"/>
                  </a:lnTo>
                  <a:lnTo>
                    <a:pt x="126105" y="483657"/>
                  </a:lnTo>
                  <a:lnTo>
                    <a:pt x="125192" y="484569"/>
                  </a:lnTo>
                  <a:lnTo>
                    <a:pt x="124057" y="486719"/>
                  </a:lnTo>
                  <a:lnTo>
                    <a:pt x="123106" y="487876"/>
                  </a:lnTo>
                  <a:lnTo>
                    <a:pt x="122665" y="487743"/>
                  </a:lnTo>
                  <a:lnTo>
                    <a:pt x="122395" y="486843"/>
                  </a:lnTo>
                  <a:lnTo>
                    <a:pt x="122024" y="485611"/>
                  </a:lnTo>
                  <a:lnTo>
                    <a:pt x="121909" y="482382"/>
                  </a:lnTo>
                  <a:lnTo>
                    <a:pt x="121436" y="478824"/>
                  </a:lnTo>
                  <a:lnTo>
                    <a:pt x="121748" y="476968"/>
                  </a:lnTo>
                  <a:lnTo>
                    <a:pt x="122686" y="475624"/>
                  </a:lnTo>
                  <a:lnTo>
                    <a:pt x="123009" y="472885"/>
                  </a:lnTo>
                  <a:lnTo>
                    <a:pt x="122719" y="468756"/>
                  </a:lnTo>
                  <a:lnTo>
                    <a:pt x="122700" y="465853"/>
                  </a:lnTo>
                  <a:lnTo>
                    <a:pt x="122953" y="464179"/>
                  </a:lnTo>
                  <a:lnTo>
                    <a:pt x="122613" y="460113"/>
                  </a:lnTo>
                  <a:lnTo>
                    <a:pt x="121678" y="453658"/>
                  </a:lnTo>
                  <a:lnTo>
                    <a:pt x="120354" y="448403"/>
                  </a:lnTo>
                  <a:lnTo>
                    <a:pt x="118642" y="444349"/>
                  </a:lnTo>
                  <a:lnTo>
                    <a:pt x="117520" y="440468"/>
                  </a:lnTo>
                  <a:lnTo>
                    <a:pt x="116991" y="436760"/>
                  </a:lnTo>
                  <a:lnTo>
                    <a:pt x="117190" y="427886"/>
                  </a:lnTo>
                  <a:lnTo>
                    <a:pt x="117706" y="420058"/>
                  </a:lnTo>
                  <a:lnTo>
                    <a:pt x="118114" y="413848"/>
                  </a:lnTo>
                  <a:lnTo>
                    <a:pt x="117999" y="403439"/>
                  </a:lnTo>
                  <a:lnTo>
                    <a:pt x="116841" y="396667"/>
                  </a:lnTo>
                  <a:lnTo>
                    <a:pt x="116587" y="389383"/>
                  </a:lnTo>
                  <a:lnTo>
                    <a:pt x="117240" y="381589"/>
                  </a:lnTo>
                  <a:lnTo>
                    <a:pt x="117337" y="376251"/>
                  </a:lnTo>
                  <a:lnTo>
                    <a:pt x="116904" y="373521"/>
                  </a:lnTo>
                  <a:lnTo>
                    <a:pt x="116606" y="373108"/>
                  </a:lnTo>
                  <a:lnTo>
                    <a:pt x="116234" y="372837"/>
                  </a:lnTo>
                  <a:lnTo>
                    <a:pt x="113306" y="372577"/>
                  </a:lnTo>
                  <a:lnTo>
                    <a:pt x="109400" y="372231"/>
                  </a:lnTo>
                  <a:lnTo>
                    <a:pt x="105995" y="372127"/>
                  </a:lnTo>
                  <a:lnTo>
                    <a:pt x="102301" y="372017"/>
                  </a:lnTo>
                  <a:lnTo>
                    <a:pt x="101698" y="371033"/>
                  </a:lnTo>
                  <a:lnTo>
                    <a:pt x="101424" y="369213"/>
                  </a:lnTo>
                  <a:lnTo>
                    <a:pt x="101437" y="367409"/>
                  </a:lnTo>
                  <a:lnTo>
                    <a:pt x="102190" y="361895"/>
                  </a:lnTo>
                  <a:lnTo>
                    <a:pt x="102084" y="361444"/>
                  </a:lnTo>
                  <a:lnTo>
                    <a:pt x="100770" y="361323"/>
                  </a:lnTo>
                  <a:lnTo>
                    <a:pt x="97209" y="362223"/>
                  </a:lnTo>
                  <a:lnTo>
                    <a:pt x="94862" y="363115"/>
                  </a:lnTo>
                  <a:lnTo>
                    <a:pt x="93372" y="363407"/>
                  </a:lnTo>
                  <a:lnTo>
                    <a:pt x="90754" y="364907"/>
                  </a:lnTo>
                  <a:lnTo>
                    <a:pt x="89136" y="368078"/>
                  </a:lnTo>
                  <a:lnTo>
                    <a:pt x="88602" y="372069"/>
                  </a:lnTo>
                  <a:lnTo>
                    <a:pt x="88646" y="375356"/>
                  </a:lnTo>
                  <a:lnTo>
                    <a:pt x="88554" y="377763"/>
                  </a:lnTo>
                  <a:lnTo>
                    <a:pt x="87816" y="380279"/>
                  </a:lnTo>
                  <a:lnTo>
                    <a:pt x="87236" y="383168"/>
                  </a:lnTo>
                  <a:lnTo>
                    <a:pt x="87214" y="384688"/>
                  </a:lnTo>
                  <a:lnTo>
                    <a:pt x="86860" y="392373"/>
                  </a:lnTo>
                  <a:lnTo>
                    <a:pt x="84445" y="393403"/>
                  </a:lnTo>
                  <a:lnTo>
                    <a:pt x="82029" y="393403"/>
                  </a:lnTo>
                  <a:lnTo>
                    <a:pt x="81467" y="393305"/>
                  </a:lnTo>
                  <a:lnTo>
                    <a:pt x="78482" y="391470"/>
                  </a:lnTo>
                  <a:lnTo>
                    <a:pt x="77376" y="391467"/>
                  </a:lnTo>
                  <a:lnTo>
                    <a:pt x="76425" y="392430"/>
                  </a:lnTo>
                  <a:lnTo>
                    <a:pt x="74600" y="393368"/>
                  </a:lnTo>
                  <a:lnTo>
                    <a:pt x="72853" y="394064"/>
                  </a:lnTo>
                  <a:lnTo>
                    <a:pt x="71094" y="396338"/>
                  </a:lnTo>
                  <a:lnTo>
                    <a:pt x="70626" y="396540"/>
                  </a:lnTo>
                  <a:lnTo>
                    <a:pt x="69459" y="395359"/>
                  </a:lnTo>
                  <a:lnTo>
                    <a:pt x="67823" y="395469"/>
                  </a:lnTo>
                  <a:lnTo>
                    <a:pt x="66172" y="396040"/>
                  </a:lnTo>
                  <a:lnTo>
                    <a:pt x="65395" y="396286"/>
                  </a:lnTo>
                  <a:lnTo>
                    <a:pt x="64864" y="395602"/>
                  </a:lnTo>
                  <a:lnTo>
                    <a:pt x="63344" y="389871"/>
                  </a:lnTo>
                  <a:lnTo>
                    <a:pt x="61318" y="382230"/>
                  </a:lnTo>
                  <a:lnTo>
                    <a:pt x="60221" y="377442"/>
                  </a:lnTo>
                  <a:lnTo>
                    <a:pt x="59813" y="376193"/>
                  </a:lnTo>
                  <a:lnTo>
                    <a:pt x="59109" y="374539"/>
                  </a:lnTo>
                  <a:lnTo>
                    <a:pt x="58146" y="371417"/>
                  </a:lnTo>
                  <a:lnTo>
                    <a:pt x="57747" y="368451"/>
                  </a:lnTo>
                  <a:lnTo>
                    <a:pt x="57915" y="365646"/>
                  </a:lnTo>
                  <a:lnTo>
                    <a:pt x="57350" y="361860"/>
                  </a:lnTo>
                  <a:lnTo>
                    <a:pt x="56054" y="357090"/>
                  </a:lnTo>
                  <a:lnTo>
                    <a:pt x="55199" y="352536"/>
                  </a:lnTo>
                  <a:lnTo>
                    <a:pt x="54790" y="348199"/>
                  </a:lnTo>
                  <a:lnTo>
                    <a:pt x="54687" y="344485"/>
                  </a:lnTo>
                  <a:lnTo>
                    <a:pt x="54892" y="341395"/>
                  </a:lnTo>
                  <a:lnTo>
                    <a:pt x="54642" y="339115"/>
                  </a:lnTo>
                  <a:lnTo>
                    <a:pt x="53939" y="337646"/>
                  </a:lnTo>
                  <a:lnTo>
                    <a:pt x="53554" y="335785"/>
                  </a:lnTo>
                  <a:lnTo>
                    <a:pt x="53276" y="335009"/>
                  </a:lnTo>
                  <a:lnTo>
                    <a:pt x="52690" y="333252"/>
                  </a:lnTo>
                  <a:lnTo>
                    <a:pt x="51402" y="331312"/>
                  </a:lnTo>
                  <a:lnTo>
                    <a:pt x="49986" y="330291"/>
                  </a:lnTo>
                  <a:lnTo>
                    <a:pt x="46877" y="330271"/>
                  </a:lnTo>
                  <a:lnTo>
                    <a:pt x="42817" y="330239"/>
                  </a:lnTo>
                  <a:lnTo>
                    <a:pt x="39137" y="330386"/>
                  </a:lnTo>
                  <a:lnTo>
                    <a:pt x="35046" y="330553"/>
                  </a:lnTo>
                  <a:lnTo>
                    <a:pt x="30903" y="330718"/>
                  </a:lnTo>
                  <a:lnTo>
                    <a:pt x="29788" y="330978"/>
                  </a:lnTo>
                  <a:lnTo>
                    <a:pt x="26628" y="331090"/>
                  </a:lnTo>
                  <a:lnTo>
                    <a:pt x="24095" y="330597"/>
                  </a:lnTo>
                  <a:lnTo>
                    <a:pt x="23156" y="330276"/>
                  </a:lnTo>
                  <a:lnTo>
                    <a:pt x="21508" y="330043"/>
                  </a:lnTo>
                  <a:lnTo>
                    <a:pt x="18900" y="329982"/>
                  </a:lnTo>
                  <a:lnTo>
                    <a:pt x="17492" y="330175"/>
                  </a:lnTo>
                  <a:lnTo>
                    <a:pt x="14110" y="330178"/>
                  </a:lnTo>
                  <a:lnTo>
                    <a:pt x="13805" y="330225"/>
                  </a:lnTo>
                  <a:lnTo>
                    <a:pt x="13271" y="330770"/>
                  </a:lnTo>
                  <a:lnTo>
                    <a:pt x="11830" y="330014"/>
                  </a:lnTo>
                  <a:lnTo>
                    <a:pt x="10413" y="330268"/>
                  </a:lnTo>
                  <a:lnTo>
                    <a:pt x="9623" y="329419"/>
                  </a:lnTo>
                  <a:lnTo>
                    <a:pt x="7887" y="329950"/>
                  </a:lnTo>
                  <a:lnTo>
                    <a:pt x="7043" y="330649"/>
                  </a:lnTo>
                  <a:lnTo>
                    <a:pt x="5691" y="333104"/>
                  </a:lnTo>
                  <a:lnTo>
                    <a:pt x="3666" y="334386"/>
                  </a:lnTo>
                  <a:lnTo>
                    <a:pt x="2915" y="334276"/>
                  </a:lnTo>
                  <a:lnTo>
                    <a:pt x="2413" y="333858"/>
                  </a:lnTo>
                  <a:lnTo>
                    <a:pt x="1235" y="331168"/>
                  </a:lnTo>
                  <a:lnTo>
                    <a:pt x="326" y="328568"/>
                  </a:lnTo>
                  <a:lnTo>
                    <a:pt x="0" y="327131"/>
                  </a:lnTo>
                  <a:lnTo>
                    <a:pt x="507" y="326770"/>
                  </a:lnTo>
                  <a:lnTo>
                    <a:pt x="2100" y="326216"/>
                  </a:lnTo>
                  <a:lnTo>
                    <a:pt x="3301" y="325951"/>
                  </a:lnTo>
                  <a:lnTo>
                    <a:pt x="3534" y="325273"/>
                  </a:lnTo>
                  <a:lnTo>
                    <a:pt x="3720" y="317259"/>
                  </a:lnTo>
                  <a:lnTo>
                    <a:pt x="3762" y="309113"/>
                  </a:lnTo>
                  <a:lnTo>
                    <a:pt x="3336" y="308043"/>
                  </a:lnTo>
                  <a:lnTo>
                    <a:pt x="2919" y="307390"/>
                  </a:lnTo>
                  <a:lnTo>
                    <a:pt x="2898" y="306825"/>
                  </a:lnTo>
                  <a:lnTo>
                    <a:pt x="3522" y="305803"/>
                  </a:lnTo>
                  <a:lnTo>
                    <a:pt x="4385" y="304611"/>
                  </a:lnTo>
                  <a:lnTo>
                    <a:pt x="4661" y="304075"/>
                  </a:lnTo>
                  <a:lnTo>
                    <a:pt x="5619" y="301916"/>
                  </a:lnTo>
                  <a:lnTo>
                    <a:pt x="7507" y="296930"/>
                  </a:lnTo>
                  <a:lnTo>
                    <a:pt x="8942" y="295709"/>
                  </a:lnTo>
                  <a:lnTo>
                    <a:pt x="10281" y="294402"/>
                  </a:lnTo>
                  <a:lnTo>
                    <a:pt x="10469" y="293920"/>
                  </a:lnTo>
                  <a:lnTo>
                    <a:pt x="10648" y="292951"/>
                  </a:lnTo>
                  <a:lnTo>
                    <a:pt x="11248" y="293020"/>
                  </a:lnTo>
                  <a:lnTo>
                    <a:pt x="11439" y="293493"/>
                  </a:lnTo>
                  <a:lnTo>
                    <a:pt x="11733" y="294543"/>
                  </a:lnTo>
                  <a:lnTo>
                    <a:pt x="12259" y="296021"/>
                  </a:lnTo>
                  <a:lnTo>
                    <a:pt x="13205" y="297775"/>
                  </a:lnTo>
                  <a:lnTo>
                    <a:pt x="14162" y="299671"/>
                  </a:lnTo>
                  <a:lnTo>
                    <a:pt x="14640" y="299908"/>
                  </a:lnTo>
                  <a:lnTo>
                    <a:pt x="15413" y="298950"/>
                  </a:lnTo>
                  <a:lnTo>
                    <a:pt x="16306" y="297524"/>
                  </a:lnTo>
                  <a:lnTo>
                    <a:pt x="17621" y="296483"/>
                  </a:lnTo>
                  <a:lnTo>
                    <a:pt x="17935" y="295513"/>
                  </a:lnTo>
                  <a:lnTo>
                    <a:pt x="18107" y="293435"/>
                  </a:lnTo>
                  <a:lnTo>
                    <a:pt x="18207" y="291216"/>
                  </a:lnTo>
                  <a:lnTo>
                    <a:pt x="18322" y="288593"/>
                  </a:lnTo>
                  <a:lnTo>
                    <a:pt x="18590" y="288238"/>
                  </a:lnTo>
                  <a:lnTo>
                    <a:pt x="19065" y="287984"/>
                  </a:lnTo>
                  <a:lnTo>
                    <a:pt x="19936" y="288723"/>
                  </a:lnTo>
                  <a:lnTo>
                    <a:pt x="20336" y="289485"/>
                  </a:lnTo>
                  <a:lnTo>
                    <a:pt x="21050" y="289485"/>
                  </a:lnTo>
                  <a:lnTo>
                    <a:pt x="21507" y="288792"/>
                  </a:lnTo>
                  <a:lnTo>
                    <a:pt x="22341" y="287500"/>
                  </a:lnTo>
                  <a:lnTo>
                    <a:pt x="23402" y="286983"/>
                  </a:lnTo>
                  <a:lnTo>
                    <a:pt x="24537" y="285745"/>
                  </a:lnTo>
                  <a:lnTo>
                    <a:pt x="25624" y="284149"/>
                  </a:lnTo>
                  <a:lnTo>
                    <a:pt x="26137" y="284011"/>
                  </a:lnTo>
                  <a:lnTo>
                    <a:pt x="26680" y="286089"/>
                  </a:lnTo>
                  <a:lnTo>
                    <a:pt x="27166" y="287546"/>
                  </a:lnTo>
                  <a:lnTo>
                    <a:pt x="27252" y="288446"/>
                  </a:lnTo>
                  <a:lnTo>
                    <a:pt x="26766" y="290177"/>
                  </a:lnTo>
                  <a:lnTo>
                    <a:pt x="26223" y="292466"/>
                  </a:lnTo>
                  <a:lnTo>
                    <a:pt x="26680" y="295305"/>
                  </a:lnTo>
                  <a:lnTo>
                    <a:pt x="26790" y="298064"/>
                  </a:lnTo>
                  <a:lnTo>
                    <a:pt x="26776" y="299726"/>
                  </a:lnTo>
                  <a:lnTo>
                    <a:pt x="27143" y="300401"/>
                  </a:lnTo>
                  <a:lnTo>
                    <a:pt x="27396" y="300722"/>
                  </a:lnTo>
                  <a:lnTo>
                    <a:pt x="27790" y="300329"/>
                  </a:lnTo>
                  <a:lnTo>
                    <a:pt x="28566" y="300450"/>
                  </a:lnTo>
                  <a:lnTo>
                    <a:pt x="29496" y="301316"/>
                  </a:lnTo>
                  <a:lnTo>
                    <a:pt x="30397" y="301218"/>
                  </a:lnTo>
                  <a:lnTo>
                    <a:pt x="31267" y="300153"/>
                  </a:lnTo>
                  <a:lnTo>
                    <a:pt x="32886" y="296012"/>
                  </a:lnTo>
                  <a:lnTo>
                    <a:pt x="35252" y="288787"/>
                  </a:lnTo>
                  <a:lnTo>
                    <a:pt x="37213" y="284253"/>
                  </a:lnTo>
                  <a:lnTo>
                    <a:pt x="38767" y="282401"/>
                  </a:lnTo>
                  <a:lnTo>
                    <a:pt x="39819" y="280239"/>
                  </a:lnTo>
                  <a:lnTo>
                    <a:pt x="40367" y="277763"/>
                  </a:lnTo>
                  <a:lnTo>
                    <a:pt x="41271" y="276078"/>
                  </a:lnTo>
                  <a:lnTo>
                    <a:pt x="43153" y="274736"/>
                  </a:lnTo>
                  <a:lnTo>
                    <a:pt x="44590" y="273221"/>
                  </a:lnTo>
                  <a:lnTo>
                    <a:pt x="46023" y="268255"/>
                  </a:lnTo>
                  <a:lnTo>
                    <a:pt x="47933" y="259330"/>
                  </a:lnTo>
                  <a:lnTo>
                    <a:pt x="48467" y="251360"/>
                  </a:lnTo>
                  <a:lnTo>
                    <a:pt x="48794" y="246509"/>
                  </a:lnTo>
                  <a:lnTo>
                    <a:pt x="48604" y="229798"/>
                  </a:lnTo>
                  <a:lnTo>
                    <a:pt x="48479" y="224313"/>
                  </a:lnTo>
                  <a:lnTo>
                    <a:pt x="48769" y="221320"/>
                  </a:lnTo>
                  <a:lnTo>
                    <a:pt x="49483" y="219263"/>
                  </a:lnTo>
                  <a:lnTo>
                    <a:pt x="51429" y="214908"/>
                  </a:lnTo>
                  <a:lnTo>
                    <a:pt x="52734" y="211342"/>
                  </a:lnTo>
                  <a:lnTo>
                    <a:pt x="53730" y="207169"/>
                  </a:lnTo>
                  <a:lnTo>
                    <a:pt x="55651" y="197638"/>
                  </a:lnTo>
                  <a:lnTo>
                    <a:pt x="56493" y="194567"/>
                  </a:lnTo>
                  <a:lnTo>
                    <a:pt x="56868" y="193191"/>
                  </a:lnTo>
                  <a:lnTo>
                    <a:pt x="58023" y="190651"/>
                  </a:lnTo>
                  <a:lnTo>
                    <a:pt x="59643" y="188421"/>
                  </a:lnTo>
                  <a:lnTo>
                    <a:pt x="61729" y="186505"/>
                  </a:lnTo>
                  <a:lnTo>
                    <a:pt x="64948" y="179868"/>
                  </a:lnTo>
                  <a:lnTo>
                    <a:pt x="67506" y="173190"/>
                  </a:lnTo>
                  <a:lnTo>
                    <a:pt x="67157" y="165168"/>
                  </a:lnTo>
                  <a:lnTo>
                    <a:pt x="67754" y="158515"/>
                  </a:lnTo>
                  <a:lnTo>
                    <a:pt x="69150" y="150049"/>
                  </a:lnTo>
                  <a:lnTo>
                    <a:pt x="69607" y="141090"/>
                  </a:lnTo>
                  <a:lnTo>
                    <a:pt x="69126" y="131647"/>
                  </a:lnTo>
                  <a:lnTo>
                    <a:pt x="69330" y="123929"/>
                  </a:lnTo>
                  <a:lnTo>
                    <a:pt x="70662" y="114945"/>
                  </a:lnTo>
                  <a:lnTo>
                    <a:pt x="71223" y="111614"/>
                  </a:lnTo>
                  <a:lnTo>
                    <a:pt x="71407" y="106161"/>
                  </a:lnTo>
                  <a:lnTo>
                    <a:pt x="71398" y="97477"/>
                  </a:lnTo>
                  <a:lnTo>
                    <a:pt x="73098" y="85608"/>
                  </a:lnTo>
                  <a:lnTo>
                    <a:pt x="74704" y="78502"/>
                  </a:lnTo>
                  <a:lnTo>
                    <a:pt x="76502" y="70554"/>
                  </a:lnTo>
                  <a:lnTo>
                    <a:pt x="77186" y="65749"/>
                  </a:lnTo>
                  <a:lnTo>
                    <a:pt x="78101" y="59336"/>
                  </a:lnTo>
                  <a:lnTo>
                    <a:pt x="77957" y="54183"/>
                  </a:lnTo>
                  <a:lnTo>
                    <a:pt x="77791" y="48265"/>
                  </a:lnTo>
                  <a:lnTo>
                    <a:pt x="78242" y="40122"/>
                  </a:lnTo>
                  <a:lnTo>
                    <a:pt x="78074" y="35326"/>
                  </a:lnTo>
                  <a:lnTo>
                    <a:pt x="77435" y="31160"/>
                  </a:lnTo>
                  <a:lnTo>
                    <a:pt x="77760" y="28540"/>
                  </a:lnTo>
                  <a:lnTo>
                    <a:pt x="79049" y="27465"/>
                  </a:lnTo>
                  <a:lnTo>
                    <a:pt x="80655" y="23304"/>
                  </a:lnTo>
                  <a:lnTo>
                    <a:pt x="83541" y="12431"/>
                  </a:lnTo>
                  <a:lnTo>
                    <a:pt x="86648" y="7131"/>
                  </a:lnTo>
                  <a:lnTo>
                    <a:pt x="88811" y="5455"/>
                  </a:lnTo>
                  <a:lnTo>
                    <a:pt x="91067" y="5635"/>
                  </a:lnTo>
                  <a:lnTo>
                    <a:pt x="92535" y="6583"/>
                  </a:lnTo>
                  <a:lnTo>
                    <a:pt x="93217" y="8297"/>
                  </a:lnTo>
                  <a:lnTo>
                    <a:pt x="94922" y="10855"/>
                  </a:lnTo>
                  <a:lnTo>
                    <a:pt x="97652" y="14256"/>
                  </a:lnTo>
                  <a:lnTo>
                    <a:pt x="99689" y="18495"/>
                  </a:lnTo>
                  <a:lnTo>
                    <a:pt x="100823" y="22769"/>
                  </a:lnTo>
                  <a:lnTo>
                    <a:pt x="101695" y="25099"/>
                  </a:lnTo>
                  <a:lnTo>
                    <a:pt x="102784" y="25898"/>
                  </a:lnTo>
                  <a:lnTo>
                    <a:pt x="104557" y="25553"/>
                  </a:lnTo>
                  <a:lnTo>
                    <a:pt x="106541" y="26563"/>
                  </a:lnTo>
                  <a:lnTo>
                    <a:pt x="108611" y="28956"/>
                  </a:lnTo>
                  <a:lnTo>
                    <a:pt x="109881" y="29841"/>
                  </a:lnTo>
                  <a:lnTo>
                    <a:pt x="110351" y="29224"/>
                  </a:lnTo>
                  <a:lnTo>
                    <a:pt x="111348" y="29570"/>
                  </a:lnTo>
                  <a:lnTo>
                    <a:pt x="113632" y="31537"/>
                  </a:lnTo>
                  <a:lnTo>
                    <a:pt x="115453" y="30456"/>
                  </a:lnTo>
                  <a:lnTo>
                    <a:pt x="118149" y="31268"/>
                  </a:lnTo>
                  <a:lnTo>
                    <a:pt x="124413" y="34783"/>
                  </a:lnTo>
                  <a:lnTo>
                    <a:pt x="124748" y="34187"/>
                  </a:lnTo>
                  <a:lnTo>
                    <a:pt x="124896" y="34050"/>
                  </a:lnTo>
                  <a:lnTo>
                    <a:pt x="125430" y="32635"/>
                  </a:lnTo>
                  <a:lnTo>
                    <a:pt x="126789" y="25605"/>
                  </a:lnTo>
                  <a:lnTo>
                    <a:pt x="127941" y="21286"/>
                  </a:lnTo>
                  <a:lnTo>
                    <a:pt x="128478" y="19662"/>
                  </a:lnTo>
                  <a:lnTo>
                    <a:pt x="129804" y="17381"/>
                  </a:lnTo>
                  <a:lnTo>
                    <a:pt x="131368" y="16791"/>
                  </a:lnTo>
                  <a:lnTo>
                    <a:pt x="132867" y="16996"/>
                  </a:lnTo>
                  <a:lnTo>
                    <a:pt x="134122" y="17999"/>
                  </a:lnTo>
                  <a:lnTo>
                    <a:pt x="135268" y="19165"/>
                  </a:lnTo>
                  <a:lnTo>
                    <a:pt x="136539" y="19176"/>
                  </a:lnTo>
                  <a:lnTo>
                    <a:pt x="137836" y="18049"/>
                  </a:lnTo>
                  <a:lnTo>
                    <a:pt x="139764" y="15995"/>
                  </a:lnTo>
                  <a:lnTo>
                    <a:pt x="141795" y="14649"/>
                  </a:lnTo>
                  <a:lnTo>
                    <a:pt x="143541" y="13174"/>
                  </a:lnTo>
                  <a:lnTo>
                    <a:pt x="146417" y="10586"/>
                  </a:lnTo>
                  <a:lnTo>
                    <a:pt x="147540" y="9395"/>
                  </a:lnTo>
                  <a:lnTo>
                    <a:pt x="148969" y="8928"/>
                  </a:lnTo>
                  <a:lnTo>
                    <a:pt x="152972" y="11288"/>
                  </a:lnTo>
                  <a:lnTo>
                    <a:pt x="155566" y="9726"/>
                  </a:lnTo>
                  <a:lnTo>
                    <a:pt x="156624" y="10184"/>
                  </a:lnTo>
                  <a:lnTo>
                    <a:pt x="158868" y="8496"/>
                  </a:lnTo>
                  <a:lnTo>
                    <a:pt x="159279" y="7369"/>
                  </a:lnTo>
                  <a:lnTo>
                    <a:pt x="160706" y="1660"/>
                  </a:lnTo>
                  <a:lnTo>
                    <a:pt x="162229" y="0"/>
                  </a:lnTo>
                  <a:lnTo>
                    <a:pt x="164529" y="839"/>
                  </a:lnTo>
                  <a:lnTo>
                    <a:pt x="165822" y="1725"/>
                  </a:lnTo>
                  <a:lnTo>
                    <a:pt x="170131" y="4165"/>
                  </a:lnTo>
                  <a:lnTo>
                    <a:pt x="175726" y="6704"/>
                  </a:lnTo>
                  <a:lnTo>
                    <a:pt x="177371" y="7097"/>
                  </a:lnTo>
                  <a:lnTo>
                    <a:pt x="178035" y="7378"/>
                  </a:lnTo>
                  <a:lnTo>
                    <a:pt x="178621" y="6986"/>
                  </a:lnTo>
                  <a:lnTo>
                    <a:pt x="180455" y="3774"/>
                  </a:lnTo>
                  <a:lnTo>
                    <a:pt x="181080" y="3319"/>
                  </a:lnTo>
                  <a:lnTo>
                    <a:pt x="181604" y="3376"/>
                  </a:lnTo>
                  <a:close/>
                </a:path>
              </a:pathLst>
            </a:custGeom>
            <a:solidFill>
              <a:srgbClr val="C5DEBE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g438"/>
            <p:cNvSpPr/>
            <p:nvPr/>
          </p:nvSpPr>
          <p:spPr>
            <a:xfrm>
              <a:off x="3469372" y="3525114"/>
              <a:ext cx="91306" cy="256828"/>
            </a:xfrm>
            <a:custGeom>
              <a:avLst/>
              <a:pathLst>
                <a:path w="91306" h="256828">
                  <a:moveTo>
                    <a:pt x="91162" y="6172"/>
                  </a:moveTo>
                  <a:lnTo>
                    <a:pt x="91306" y="11324"/>
                  </a:lnTo>
                  <a:lnTo>
                    <a:pt x="90391" y="17738"/>
                  </a:lnTo>
                  <a:lnTo>
                    <a:pt x="89706" y="22542"/>
                  </a:lnTo>
                  <a:lnTo>
                    <a:pt x="87909" y="30491"/>
                  </a:lnTo>
                  <a:lnTo>
                    <a:pt x="86303" y="37597"/>
                  </a:lnTo>
                  <a:lnTo>
                    <a:pt x="84603" y="49465"/>
                  </a:lnTo>
                  <a:lnTo>
                    <a:pt x="84611" y="58150"/>
                  </a:lnTo>
                  <a:lnTo>
                    <a:pt x="84428" y="63602"/>
                  </a:lnTo>
                  <a:lnTo>
                    <a:pt x="83866" y="66934"/>
                  </a:lnTo>
                  <a:lnTo>
                    <a:pt x="82535" y="75918"/>
                  </a:lnTo>
                  <a:lnTo>
                    <a:pt x="82331" y="83636"/>
                  </a:lnTo>
                  <a:lnTo>
                    <a:pt x="82812" y="93079"/>
                  </a:lnTo>
                  <a:lnTo>
                    <a:pt x="82355" y="102038"/>
                  </a:lnTo>
                  <a:lnTo>
                    <a:pt x="80959" y="110504"/>
                  </a:lnTo>
                  <a:lnTo>
                    <a:pt x="80361" y="117157"/>
                  </a:lnTo>
                  <a:lnTo>
                    <a:pt x="80711" y="125179"/>
                  </a:lnTo>
                  <a:lnTo>
                    <a:pt x="78152" y="131856"/>
                  </a:lnTo>
                  <a:lnTo>
                    <a:pt x="74934" y="138493"/>
                  </a:lnTo>
                  <a:lnTo>
                    <a:pt x="72848" y="140409"/>
                  </a:lnTo>
                  <a:lnTo>
                    <a:pt x="71228" y="142640"/>
                  </a:lnTo>
                  <a:lnTo>
                    <a:pt x="70072" y="145179"/>
                  </a:lnTo>
                  <a:lnTo>
                    <a:pt x="69698" y="146556"/>
                  </a:lnTo>
                  <a:lnTo>
                    <a:pt x="68856" y="149626"/>
                  </a:lnTo>
                  <a:lnTo>
                    <a:pt x="66935" y="159157"/>
                  </a:lnTo>
                  <a:lnTo>
                    <a:pt x="65939" y="163330"/>
                  </a:lnTo>
                  <a:lnTo>
                    <a:pt x="64633" y="166897"/>
                  </a:lnTo>
                  <a:lnTo>
                    <a:pt x="62687" y="171251"/>
                  </a:lnTo>
                  <a:lnTo>
                    <a:pt x="61973" y="173309"/>
                  </a:lnTo>
                  <a:lnTo>
                    <a:pt x="61684" y="176301"/>
                  </a:lnTo>
                  <a:lnTo>
                    <a:pt x="61809" y="181787"/>
                  </a:lnTo>
                  <a:lnTo>
                    <a:pt x="61998" y="198498"/>
                  </a:lnTo>
                  <a:lnTo>
                    <a:pt x="61672" y="203348"/>
                  </a:lnTo>
                  <a:lnTo>
                    <a:pt x="61138" y="211318"/>
                  </a:lnTo>
                  <a:lnTo>
                    <a:pt x="59228" y="220244"/>
                  </a:lnTo>
                  <a:lnTo>
                    <a:pt x="57795" y="225210"/>
                  </a:lnTo>
                  <a:lnTo>
                    <a:pt x="56358" y="226725"/>
                  </a:lnTo>
                  <a:lnTo>
                    <a:pt x="54475" y="228067"/>
                  </a:lnTo>
                  <a:lnTo>
                    <a:pt x="53572" y="229752"/>
                  </a:lnTo>
                  <a:lnTo>
                    <a:pt x="53023" y="232228"/>
                  </a:lnTo>
                  <a:lnTo>
                    <a:pt x="51971" y="234389"/>
                  </a:lnTo>
                  <a:lnTo>
                    <a:pt x="50418" y="236242"/>
                  </a:lnTo>
                  <a:lnTo>
                    <a:pt x="48457" y="240775"/>
                  </a:lnTo>
                  <a:lnTo>
                    <a:pt x="46091" y="248001"/>
                  </a:lnTo>
                  <a:lnTo>
                    <a:pt x="44472" y="252142"/>
                  </a:lnTo>
                  <a:lnTo>
                    <a:pt x="43602" y="253207"/>
                  </a:lnTo>
                  <a:lnTo>
                    <a:pt x="42701" y="253305"/>
                  </a:lnTo>
                  <a:lnTo>
                    <a:pt x="41770" y="252439"/>
                  </a:lnTo>
                  <a:lnTo>
                    <a:pt x="40994" y="252318"/>
                  </a:lnTo>
                  <a:lnTo>
                    <a:pt x="40601" y="252710"/>
                  </a:lnTo>
                  <a:lnTo>
                    <a:pt x="40348" y="252390"/>
                  </a:lnTo>
                  <a:lnTo>
                    <a:pt x="39980" y="251715"/>
                  </a:lnTo>
                  <a:lnTo>
                    <a:pt x="39995" y="250053"/>
                  </a:lnTo>
                  <a:lnTo>
                    <a:pt x="39885" y="247294"/>
                  </a:lnTo>
                  <a:lnTo>
                    <a:pt x="39428" y="244454"/>
                  </a:lnTo>
                  <a:lnTo>
                    <a:pt x="39971" y="242166"/>
                  </a:lnTo>
                  <a:lnTo>
                    <a:pt x="40457" y="240435"/>
                  </a:lnTo>
                  <a:lnTo>
                    <a:pt x="40371" y="239534"/>
                  </a:lnTo>
                  <a:lnTo>
                    <a:pt x="39885" y="238077"/>
                  </a:lnTo>
                  <a:lnTo>
                    <a:pt x="39341" y="235999"/>
                  </a:lnTo>
                  <a:lnTo>
                    <a:pt x="38828" y="236138"/>
                  </a:lnTo>
                  <a:lnTo>
                    <a:pt x="37742" y="237734"/>
                  </a:lnTo>
                  <a:lnTo>
                    <a:pt x="36606" y="238972"/>
                  </a:lnTo>
                  <a:lnTo>
                    <a:pt x="35546" y="239488"/>
                  </a:lnTo>
                  <a:lnTo>
                    <a:pt x="34712" y="240781"/>
                  </a:lnTo>
                  <a:lnTo>
                    <a:pt x="34255" y="241474"/>
                  </a:lnTo>
                  <a:lnTo>
                    <a:pt x="33541" y="241474"/>
                  </a:lnTo>
                  <a:lnTo>
                    <a:pt x="33141" y="240712"/>
                  </a:lnTo>
                  <a:lnTo>
                    <a:pt x="32269" y="239973"/>
                  </a:lnTo>
                  <a:lnTo>
                    <a:pt x="31795" y="240227"/>
                  </a:lnTo>
                  <a:lnTo>
                    <a:pt x="31527" y="240582"/>
                  </a:lnTo>
                  <a:lnTo>
                    <a:pt x="31411" y="243205"/>
                  </a:lnTo>
                  <a:lnTo>
                    <a:pt x="31311" y="245424"/>
                  </a:lnTo>
                  <a:lnTo>
                    <a:pt x="31140" y="247502"/>
                  </a:lnTo>
                  <a:lnTo>
                    <a:pt x="30826" y="248471"/>
                  </a:lnTo>
                  <a:lnTo>
                    <a:pt x="29511" y="249513"/>
                  </a:lnTo>
                  <a:lnTo>
                    <a:pt x="28618" y="250938"/>
                  </a:lnTo>
                  <a:lnTo>
                    <a:pt x="27844" y="251896"/>
                  </a:lnTo>
                  <a:lnTo>
                    <a:pt x="27367" y="251660"/>
                  </a:lnTo>
                  <a:lnTo>
                    <a:pt x="26410" y="249764"/>
                  </a:lnTo>
                  <a:lnTo>
                    <a:pt x="25464" y="248010"/>
                  </a:lnTo>
                  <a:lnTo>
                    <a:pt x="24938" y="246532"/>
                  </a:lnTo>
                  <a:lnTo>
                    <a:pt x="24644" y="245482"/>
                  </a:lnTo>
                  <a:lnTo>
                    <a:pt x="24452" y="245008"/>
                  </a:lnTo>
                  <a:lnTo>
                    <a:pt x="23853" y="244939"/>
                  </a:lnTo>
                  <a:lnTo>
                    <a:pt x="23674" y="245909"/>
                  </a:lnTo>
                  <a:lnTo>
                    <a:pt x="23373" y="245450"/>
                  </a:lnTo>
                  <a:lnTo>
                    <a:pt x="22439" y="243456"/>
                  </a:lnTo>
                  <a:lnTo>
                    <a:pt x="21338" y="240305"/>
                  </a:lnTo>
                  <a:lnTo>
                    <a:pt x="20937" y="239826"/>
                  </a:lnTo>
                  <a:lnTo>
                    <a:pt x="20329" y="239875"/>
                  </a:lnTo>
                  <a:lnTo>
                    <a:pt x="19368" y="241032"/>
                  </a:lnTo>
                  <a:lnTo>
                    <a:pt x="18421" y="242847"/>
                  </a:lnTo>
                  <a:lnTo>
                    <a:pt x="16712" y="244512"/>
                  </a:lnTo>
                  <a:lnTo>
                    <a:pt x="15287" y="245447"/>
                  </a:lnTo>
                  <a:lnTo>
                    <a:pt x="15159" y="246587"/>
                  </a:lnTo>
                  <a:lnTo>
                    <a:pt x="14825" y="248549"/>
                  </a:lnTo>
                  <a:lnTo>
                    <a:pt x="14353" y="249773"/>
                  </a:lnTo>
                  <a:lnTo>
                    <a:pt x="13090" y="250159"/>
                  </a:lnTo>
                  <a:lnTo>
                    <a:pt x="12637" y="251905"/>
                  </a:lnTo>
                  <a:lnTo>
                    <a:pt x="11545" y="255287"/>
                  </a:lnTo>
                  <a:lnTo>
                    <a:pt x="10824" y="256828"/>
                  </a:lnTo>
                  <a:lnTo>
                    <a:pt x="10634" y="256170"/>
                  </a:lnTo>
                  <a:lnTo>
                    <a:pt x="10196" y="255353"/>
                  </a:lnTo>
                  <a:lnTo>
                    <a:pt x="9299" y="252733"/>
                  </a:lnTo>
                  <a:lnTo>
                    <a:pt x="8415" y="249475"/>
                  </a:lnTo>
                  <a:lnTo>
                    <a:pt x="8178" y="247989"/>
                  </a:lnTo>
                  <a:lnTo>
                    <a:pt x="7930" y="247144"/>
                  </a:lnTo>
                  <a:lnTo>
                    <a:pt x="7889" y="243871"/>
                  </a:lnTo>
                  <a:lnTo>
                    <a:pt x="6555" y="239985"/>
                  </a:lnTo>
                  <a:lnTo>
                    <a:pt x="3213" y="233070"/>
                  </a:lnTo>
                  <a:lnTo>
                    <a:pt x="2855" y="231010"/>
                  </a:lnTo>
                  <a:lnTo>
                    <a:pt x="0" y="224679"/>
                  </a:lnTo>
                  <a:lnTo>
                    <a:pt x="729" y="220120"/>
                  </a:lnTo>
                  <a:lnTo>
                    <a:pt x="1271" y="218016"/>
                  </a:lnTo>
                  <a:lnTo>
                    <a:pt x="1926" y="216547"/>
                  </a:lnTo>
                  <a:lnTo>
                    <a:pt x="4559" y="212978"/>
                  </a:lnTo>
                  <a:lnTo>
                    <a:pt x="4955" y="213116"/>
                  </a:lnTo>
                  <a:lnTo>
                    <a:pt x="6770" y="217756"/>
                  </a:lnTo>
                  <a:lnTo>
                    <a:pt x="7351" y="218126"/>
                  </a:lnTo>
                  <a:lnTo>
                    <a:pt x="7997" y="217999"/>
                  </a:lnTo>
                  <a:lnTo>
                    <a:pt x="8761" y="218189"/>
                  </a:lnTo>
                  <a:lnTo>
                    <a:pt x="9136" y="217280"/>
                  </a:lnTo>
                  <a:lnTo>
                    <a:pt x="9196" y="216083"/>
                  </a:lnTo>
                  <a:lnTo>
                    <a:pt x="8644" y="214744"/>
                  </a:lnTo>
                  <a:lnTo>
                    <a:pt x="8564" y="213307"/>
                  </a:lnTo>
                  <a:lnTo>
                    <a:pt x="8952" y="211746"/>
                  </a:lnTo>
                  <a:lnTo>
                    <a:pt x="9172" y="210020"/>
                  </a:lnTo>
                  <a:lnTo>
                    <a:pt x="9739" y="207974"/>
                  </a:lnTo>
                  <a:lnTo>
                    <a:pt x="9798" y="207016"/>
                  </a:lnTo>
                  <a:lnTo>
                    <a:pt x="9199" y="205971"/>
                  </a:lnTo>
                  <a:lnTo>
                    <a:pt x="7972" y="204373"/>
                  </a:lnTo>
                  <a:lnTo>
                    <a:pt x="7132" y="202832"/>
                  </a:lnTo>
                  <a:lnTo>
                    <a:pt x="6811" y="201354"/>
                  </a:lnTo>
                  <a:lnTo>
                    <a:pt x="7042" y="199467"/>
                  </a:lnTo>
                  <a:lnTo>
                    <a:pt x="7718" y="197935"/>
                  </a:lnTo>
                  <a:lnTo>
                    <a:pt x="7677" y="197104"/>
                  </a:lnTo>
                  <a:lnTo>
                    <a:pt x="7082" y="195727"/>
                  </a:lnTo>
                  <a:lnTo>
                    <a:pt x="6648" y="194253"/>
                  </a:lnTo>
                  <a:lnTo>
                    <a:pt x="6201" y="193329"/>
                  </a:lnTo>
                  <a:lnTo>
                    <a:pt x="4967" y="192778"/>
                  </a:lnTo>
                  <a:lnTo>
                    <a:pt x="5203" y="190796"/>
                  </a:lnTo>
                  <a:lnTo>
                    <a:pt x="5659" y="187881"/>
                  </a:lnTo>
                  <a:lnTo>
                    <a:pt x="5767" y="185648"/>
                  </a:lnTo>
                  <a:lnTo>
                    <a:pt x="5423" y="179787"/>
                  </a:lnTo>
                  <a:lnTo>
                    <a:pt x="5454" y="178719"/>
                  </a:lnTo>
                  <a:lnTo>
                    <a:pt x="5792" y="178177"/>
                  </a:lnTo>
                  <a:lnTo>
                    <a:pt x="6529" y="178826"/>
                  </a:lnTo>
                  <a:lnTo>
                    <a:pt x="7270" y="179718"/>
                  </a:lnTo>
                  <a:lnTo>
                    <a:pt x="9289" y="178439"/>
                  </a:lnTo>
                  <a:lnTo>
                    <a:pt x="9994" y="178243"/>
                  </a:lnTo>
                  <a:lnTo>
                    <a:pt x="10579" y="179366"/>
                  </a:lnTo>
                  <a:lnTo>
                    <a:pt x="11386" y="180246"/>
                  </a:lnTo>
                  <a:lnTo>
                    <a:pt x="16040" y="177805"/>
                  </a:lnTo>
                  <a:lnTo>
                    <a:pt x="16131" y="175311"/>
                  </a:lnTo>
                  <a:lnTo>
                    <a:pt x="16398" y="173055"/>
                  </a:lnTo>
                  <a:lnTo>
                    <a:pt x="16432" y="171364"/>
                  </a:lnTo>
                  <a:lnTo>
                    <a:pt x="16238" y="170279"/>
                  </a:lnTo>
                  <a:lnTo>
                    <a:pt x="16008" y="169459"/>
                  </a:lnTo>
                  <a:lnTo>
                    <a:pt x="15870" y="167768"/>
                  </a:lnTo>
                  <a:lnTo>
                    <a:pt x="15867" y="165953"/>
                  </a:lnTo>
                  <a:lnTo>
                    <a:pt x="16312" y="165099"/>
                  </a:lnTo>
                  <a:lnTo>
                    <a:pt x="17796" y="162938"/>
                  </a:lnTo>
                  <a:lnTo>
                    <a:pt x="18259" y="163018"/>
                  </a:lnTo>
                  <a:lnTo>
                    <a:pt x="19298" y="164196"/>
                  </a:lnTo>
                  <a:lnTo>
                    <a:pt x="20271" y="166040"/>
                  </a:lnTo>
                  <a:lnTo>
                    <a:pt x="21136" y="169924"/>
                  </a:lnTo>
                  <a:lnTo>
                    <a:pt x="21734" y="173263"/>
                  </a:lnTo>
                  <a:lnTo>
                    <a:pt x="22690" y="177314"/>
                  </a:lnTo>
                  <a:lnTo>
                    <a:pt x="24720" y="178962"/>
                  </a:lnTo>
                  <a:lnTo>
                    <a:pt x="27142" y="180015"/>
                  </a:lnTo>
                  <a:lnTo>
                    <a:pt x="28454" y="179738"/>
                  </a:lnTo>
                  <a:lnTo>
                    <a:pt x="30326" y="176287"/>
                  </a:lnTo>
                  <a:lnTo>
                    <a:pt x="31386" y="173594"/>
                  </a:lnTo>
                  <a:lnTo>
                    <a:pt x="31730" y="172146"/>
                  </a:lnTo>
                  <a:lnTo>
                    <a:pt x="32347" y="172893"/>
                  </a:lnTo>
                  <a:lnTo>
                    <a:pt x="33044" y="176437"/>
                  </a:lnTo>
                  <a:lnTo>
                    <a:pt x="33494" y="177810"/>
                  </a:lnTo>
                  <a:lnTo>
                    <a:pt x="33606" y="179120"/>
                  </a:lnTo>
                  <a:lnTo>
                    <a:pt x="33291" y="180757"/>
                  </a:lnTo>
                  <a:lnTo>
                    <a:pt x="33596" y="181807"/>
                  </a:lnTo>
                  <a:lnTo>
                    <a:pt x="34900" y="182551"/>
                  </a:lnTo>
                  <a:lnTo>
                    <a:pt x="36040" y="181850"/>
                  </a:lnTo>
                  <a:lnTo>
                    <a:pt x="36556" y="180405"/>
                  </a:lnTo>
                  <a:lnTo>
                    <a:pt x="37410" y="178520"/>
                  </a:lnTo>
                  <a:lnTo>
                    <a:pt x="37417" y="176936"/>
                  </a:lnTo>
                  <a:lnTo>
                    <a:pt x="36960" y="175900"/>
                  </a:lnTo>
                  <a:lnTo>
                    <a:pt x="36960" y="174483"/>
                  </a:lnTo>
                  <a:lnTo>
                    <a:pt x="37434" y="173369"/>
                  </a:lnTo>
                  <a:lnTo>
                    <a:pt x="37895" y="170322"/>
                  </a:lnTo>
                  <a:lnTo>
                    <a:pt x="38039" y="168097"/>
                  </a:lnTo>
                  <a:lnTo>
                    <a:pt x="38489" y="166680"/>
                  </a:lnTo>
                  <a:lnTo>
                    <a:pt x="39345" y="165696"/>
                  </a:lnTo>
                  <a:lnTo>
                    <a:pt x="39654" y="164805"/>
                  </a:lnTo>
                  <a:lnTo>
                    <a:pt x="40133" y="159530"/>
                  </a:lnTo>
                  <a:lnTo>
                    <a:pt x="39885" y="157622"/>
                  </a:lnTo>
                  <a:lnTo>
                    <a:pt x="39885" y="156038"/>
                  </a:lnTo>
                  <a:lnTo>
                    <a:pt x="40426" y="154021"/>
                  </a:lnTo>
                  <a:lnTo>
                    <a:pt x="40527" y="150714"/>
                  </a:lnTo>
                  <a:lnTo>
                    <a:pt x="40299" y="145295"/>
                  </a:lnTo>
                  <a:lnTo>
                    <a:pt x="40142" y="141575"/>
                  </a:lnTo>
                  <a:lnTo>
                    <a:pt x="39979" y="137680"/>
                  </a:lnTo>
                  <a:lnTo>
                    <a:pt x="40397" y="132560"/>
                  </a:lnTo>
                  <a:lnTo>
                    <a:pt x="40831" y="127228"/>
                  </a:lnTo>
                  <a:lnTo>
                    <a:pt x="40753" y="125900"/>
                  </a:lnTo>
                  <a:lnTo>
                    <a:pt x="40151" y="124282"/>
                  </a:lnTo>
                  <a:lnTo>
                    <a:pt x="39408" y="122801"/>
                  </a:lnTo>
                  <a:lnTo>
                    <a:pt x="37494" y="121583"/>
                  </a:lnTo>
                  <a:lnTo>
                    <a:pt x="36783" y="119650"/>
                  </a:lnTo>
                  <a:lnTo>
                    <a:pt x="36228" y="117595"/>
                  </a:lnTo>
                  <a:lnTo>
                    <a:pt x="35821" y="116938"/>
                  </a:lnTo>
                  <a:lnTo>
                    <a:pt x="33732" y="116124"/>
                  </a:lnTo>
                  <a:lnTo>
                    <a:pt x="33269" y="114964"/>
                  </a:lnTo>
                  <a:lnTo>
                    <a:pt x="33457" y="111639"/>
                  </a:lnTo>
                  <a:lnTo>
                    <a:pt x="33642" y="106731"/>
                  </a:lnTo>
                  <a:lnTo>
                    <a:pt x="33568" y="103317"/>
                  </a:lnTo>
                  <a:lnTo>
                    <a:pt x="33940" y="100564"/>
                  </a:lnTo>
                  <a:lnTo>
                    <a:pt x="34361" y="98501"/>
                  </a:lnTo>
                  <a:lnTo>
                    <a:pt x="35283" y="96317"/>
                  </a:lnTo>
                  <a:lnTo>
                    <a:pt x="35773" y="93738"/>
                  </a:lnTo>
                  <a:lnTo>
                    <a:pt x="36041" y="93101"/>
                  </a:lnTo>
                  <a:lnTo>
                    <a:pt x="37789" y="92671"/>
                  </a:lnTo>
                  <a:lnTo>
                    <a:pt x="38425" y="91597"/>
                  </a:lnTo>
                  <a:lnTo>
                    <a:pt x="38926" y="90511"/>
                  </a:lnTo>
                  <a:lnTo>
                    <a:pt x="39137" y="89045"/>
                  </a:lnTo>
                  <a:lnTo>
                    <a:pt x="39735" y="86625"/>
                  </a:lnTo>
                  <a:lnTo>
                    <a:pt x="40270" y="84978"/>
                  </a:lnTo>
                  <a:lnTo>
                    <a:pt x="40327" y="83865"/>
                  </a:lnTo>
                  <a:lnTo>
                    <a:pt x="40214" y="82318"/>
                  </a:lnTo>
                  <a:lnTo>
                    <a:pt x="39684" y="79276"/>
                  </a:lnTo>
                  <a:lnTo>
                    <a:pt x="39051" y="76740"/>
                  </a:lnTo>
                  <a:lnTo>
                    <a:pt x="38668" y="75836"/>
                  </a:lnTo>
                  <a:lnTo>
                    <a:pt x="37896" y="69876"/>
                  </a:lnTo>
                  <a:lnTo>
                    <a:pt x="37179" y="68467"/>
                  </a:lnTo>
                  <a:lnTo>
                    <a:pt x="35782" y="67708"/>
                  </a:lnTo>
                  <a:lnTo>
                    <a:pt x="33163" y="67033"/>
                  </a:lnTo>
                  <a:lnTo>
                    <a:pt x="31577" y="68111"/>
                  </a:lnTo>
                  <a:lnTo>
                    <a:pt x="29166" y="70111"/>
                  </a:lnTo>
                  <a:lnTo>
                    <a:pt x="27326" y="71494"/>
                  </a:lnTo>
                  <a:lnTo>
                    <a:pt x="26128" y="72285"/>
                  </a:lnTo>
                  <a:lnTo>
                    <a:pt x="25424" y="72066"/>
                  </a:lnTo>
                  <a:lnTo>
                    <a:pt x="25105" y="71155"/>
                  </a:lnTo>
                  <a:lnTo>
                    <a:pt x="25570" y="70382"/>
                  </a:lnTo>
                  <a:lnTo>
                    <a:pt x="25802" y="68571"/>
                  </a:lnTo>
                  <a:lnTo>
                    <a:pt x="25502" y="65974"/>
                  </a:lnTo>
                  <a:lnTo>
                    <a:pt x="25037" y="63596"/>
                  </a:lnTo>
                  <a:lnTo>
                    <a:pt x="24770" y="60256"/>
                  </a:lnTo>
                  <a:lnTo>
                    <a:pt x="24886" y="56105"/>
                  </a:lnTo>
                  <a:lnTo>
                    <a:pt x="25340" y="52210"/>
                  </a:lnTo>
                  <a:lnTo>
                    <a:pt x="26306" y="47148"/>
                  </a:lnTo>
                  <a:lnTo>
                    <a:pt x="26365" y="45083"/>
                  </a:lnTo>
                  <a:lnTo>
                    <a:pt x="29289" y="45144"/>
                  </a:lnTo>
                  <a:lnTo>
                    <a:pt x="32205" y="45206"/>
                  </a:lnTo>
                  <a:lnTo>
                    <a:pt x="35394" y="45163"/>
                  </a:lnTo>
                  <a:lnTo>
                    <a:pt x="38473" y="45120"/>
                  </a:lnTo>
                  <a:lnTo>
                    <a:pt x="40874" y="45285"/>
                  </a:lnTo>
                  <a:lnTo>
                    <a:pt x="42030" y="43974"/>
                  </a:lnTo>
                  <a:lnTo>
                    <a:pt x="43130" y="45955"/>
                  </a:lnTo>
                  <a:lnTo>
                    <a:pt x="43668" y="46396"/>
                  </a:lnTo>
                  <a:lnTo>
                    <a:pt x="43851" y="46241"/>
                  </a:lnTo>
                  <a:lnTo>
                    <a:pt x="44272" y="47636"/>
                  </a:lnTo>
                  <a:lnTo>
                    <a:pt x="45638" y="47480"/>
                  </a:lnTo>
                  <a:lnTo>
                    <a:pt x="45855" y="47809"/>
                  </a:lnTo>
                  <a:lnTo>
                    <a:pt x="45973" y="49494"/>
                  </a:lnTo>
                  <a:lnTo>
                    <a:pt x="47240" y="49451"/>
                  </a:lnTo>
                  <a:lnTo>
                    <a:pt x="47866" y="49832"/>
                  </a:lnTo>
                  <a:lnTo>
                    <a:pt x="48376" y="49788"/>
                  </a:lnTo>
                  <a:lnTo>
                    <a:pt x="49113" y="48806"/>
                  </a:lnTo>
                  <a:lnTo>
                    <a:pt x="49642" y="49135"/>
                  </a:lnTo>
                  <a:lnTo>
                    <a:pt x="50604" y="50397"/>
                  </a:lnTo>
                  <a:lnTo>
                    <a:pt x="51291" y="51491"/>
                  </a:lnTo>
                  <a:lnTo>
                    <a:pt x="52250" y="51136"/>
                  </a:lnTo>
                  <a:lnTo>
                    <a:pt x="54478" y="51324"/>
                  </a:lnTo>
                  <a:lnTo>
                    <a:pt x="56200" y="52370"/>
                  </a:lnTo>
                  <a:lnTo>
                    <a:pt x="57907" y="55277"/>
                  </a:lnTo>
                  <a:lnTo>
                    <a:pt x="59047" y="56949"/>
                  </a:lnTo>
                  <a:lnTo>
                    <a:pt x="60073" y="59425"/>
                  </a:lnTo>
                  <a:lnTo>
                    <a:pt x="60450" y="58981"/>
                  </a:lnTo>
                  <a:lnTo>
                    <a:pt x="60806" y="58305"/>
                  </a:lnTo>
                  <a:lnTo>
                    <a:pt x="61008" y="58007"/>
                  </a:lnTo>
                  <a:lnTo>
                    <a:pt x="60994" y="55887"/>
                  </a:lnTo>
                  <a:lnTo>
                    <a:pt x="60420" y="52279"/>
                  </a:lnTo>
                  <a:lnTo>
                    <a:pt x="60198" y="49217"/>
                  </a:lnTo>
                  <a:lnTo>
                    <a:pt x="60325" y="46702"/>
                  </a:lnTo>
                  <a:lnTo>
                    <a:pt x="60759" y="44899"/>
                  </a:lnTo>
                  <a:lnTo>
                    <a:pt x="61501" y="43807"/>
                  </a:lnTo>
                  <a:lnTo>
                    <a:pt x="61575" y="42103"/>
                  </a:lnTo>
                  <a:lnTo>
                    <a:pt x="61584" y="41877"/>
                  </a:lnTo>
                  <a:lnTo>
                    <a:pt x="62417" y="37838"/>
                  </a:lnTo>
                  <a:lnTo>
                    <a:pt x="63244" y="33819"/>
                  </a:lnTo>
                  <a:lnTo>
                    <a:pt x="64239" y="29143"/>
                  </a:lnTo>
                  <a:lnTo>
                    <a:pt x="65059" y="25281"/>
                  </a:lnTo>
                  <a:lnTo>
                    <a:pt x="64950" y="23366"/>
                  </a:lnTo>
                  <a:lnTo>
                    <a:pt x="65031" y="20509"/>
                  </a:lnTo>
                  <a:lnTo>
                    <a:pt x="65200" y="17325"/>
                  </a:lnTo>
                  <a:lnTo>
                    <a:pt x="65159" y="15429"/>
                  </a:lnTo>
                  <a:lnTo>
                    <a:pt x="65397" y="14138"/>
                  </a:lnTo>
                  <a:lnTo>
                    <a:pt x="65968" y="9389"/>
                  </a:lnTo>
                  <a:lnTo>
                    <a:pt x="66301" y="6625"/>
                  </a:lnTo>
                  <a:lnTo>
                    <a:pt x="66792" y="5375"/>
                  </a:lnTo>
                  <a:lnTo>
                    <a:pt x="67555" y="4494"/>
                  </a:lnTo>
                  <a:lnTo>
                    <a:pt x="68664" y="4462"/>
                  </a:lnTo>
                  <a:lnTo>
                    <a:pt x="71567" y="3859"/>
                  </a:lnTo>
                  <a:lnTo>
                    <a:pt x="74275" y="2625"/>
                  </a:lnTo>
                  <a:lnTo>
                    <a:pt x="75173" y="2071"/>
                  </a:lnTo>
                  <a:lnTo>
                    <a:pt x="76874" y="79"/>
                  </a:lnTo>
                  <a:lnTo>
                    <a:pt x="77528" y="0"/>
                  </a:lnTo>
                  <a:lnTo>
                    <a:pt x="78089" y="758"/>
                  </a:lnTo>
                  <a:lnTo>
                    <a:pt x="81367" y="3047"/>
                  </a:lnTo>
                  <a:lnTo>
                    <a:pt x="82266" y="3943"/>
                  </a:lnTo>
                  <a:lnTo>
                    <a:pt x="82592" y="3809"/>
                  </a:lnTo>
                  <a:lnTo>
                    <a:pt x="83089" y="4005"/>
                  </a:lnTo>
                  <a:lnTo>
                    <a:pt x="83854" y="4032"/>
                  </a:lnTo>
                  <a:lnTo>
                    <a:pt x="84604" y="3752"/>
                  </a:lnTo>
                  <a:lnTo>
                    <a:pt x="85080" y="4025"/>
                  </a:lnTo>
                  <a:lnTo>
                    <a:pt x="85685" y="5540"/>
                  </a:lnTo>
                  <a:lnTo>
                    <a:pt x="86087" y="5374"/>
                  </a:lnTo>
                  <a:lnTo>
                    <a:pt x="86613" y="4273"/>
                  </a:lnTo>
                  <a:lnTo>
                    <a:pt x="87601" y="3146"/>
                  </a:lnTo>
                  <a:lnTo>
                    <a:pt x="89505" y="1900"/>
                  </a:lnTo>
                  <a:lnTo>
                    <a:pt x="89815" y="2458"/>
                  </a:lnTo>
                  <a:lnTo>
                    <a:pt x="90473" y="5233"/>
                  </a:lnTo>
                  <a:close/>
                </a:path>
              </a:pathLst>
            </a:custGeom>
            <a:solidFill>
              <a:srgbClr val="CEE3C8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g439"/>
            <p:cNvSpPr/>
            <p:nvPr/>
          </p:nvSpPr>
          <p:spPr>
            <a:xfrm>
              <a:off x="1385692" y="4260109"/>
              <a:ext cx="1287" cy="1864"/>
            </a:xfrm>
            <a:custGeom>
              <a:avLst/>
              <a:pathLst>
                <a:path w="1287" h="1864">
                  <a:moveTo>
                    <a:pt x="1242" y="1855"/>
                  </a:moveTo>
                  <a:lnTo>
                    <a:pt x="852" y="1864"/>
                  </a:lnTo>
                  <a:lnTo>
                    <a:pt x="358" y="1644"/>
                  </a:lnTo>
                  <a:lnTo>
                    <a:pt x="35" y="1526"/>
                  </a:lnTo>
                  <a:lnTo>
                    <a:pt x="0" y="1261"/>
                  </a:lnTo>
                  <a:lnTo>
                    <a:pt x="127" y="415"/>
                  </a:lnTo>
                  <a:lnTo>
                    <a:pt x="388" y="0"/>
                  </a:lnTo>
                  <a:lnTo>
                    <a:pt x="903" y="60"/>
                  </a:lnTo>
                  <a:lnTo>
                    <a:pt x="1255" y="640"/>
                  </a:lnTo>
                  <a:lnTo>
                    <a:pt x="1287" y="1601"/>
                  </a:lnTo>
                  <a:close/>
                </a:path>
              </a:pathLst>
            </a:custGeom>
            <a:solidFill>
              <a:srgbClr val="EFF6E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g440"/>
            <p:cNvSpPr/>
            <p:nvPr/>
          </p:nvSpPr>
          <p:spPr>
            <a:xfrm>
              <a:off x="2380563" y="3555873"/>
              <a:ext cx="1174" cy="3742"/>
            </a:xfrm>
            <a:custGeom>
              <a:avLst/>
              <a:pathLst>
                <a:path w="1174" h="3742">
                  <a:moveTo>
                    <a:pt x="1174" y="3090"/>
                  </a:moveTo>
                  <a:lnTo>
                    <a:pt x="844" y="3742"/>
                  </a:lnTo>
                  <a:lnTo>
                    <a:pt x="214" y="2572"/>
                  </a:lnTo>
                  <a:lnTo>
                    <a:pt x="0" y="1097"/>
                  </a:lnTo>
                  <a:lnTo>
                    <a:pt x="386" y="0"/>
                  </a:lnTo>
                  <a:lnTo>
                    <a:pt x="883" y="359"/>
                  </a:lnTo>
                  <a:lnTo>
                    <a:pt x="1108" y="1262"/>
                  </a:lnTo>
                  <a:close/>
                </a:path>
              </a:pathLst>
            </a:custGeom>
            <a:solidFill>
              <a:srgbClr val="238B2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g441"/>
            <p:cNvSpPr/>
            <p:nvPr/>
          </p:nvSpPr>
          <p:spPr>
            <a:xfrm>
              <a:off x="2370627" y="3266646"/>
              <a:ext cx="148067" cy="492591"/>
            </a:xfrm>
            <a:custGeom>
              <a:avLst/>
              <a:pathLst>
                <a:path w="148067" h="492591">
                  <a:moveTo>
                    <a:pt x="93911" y="16915"/>
                  </a:moveTo>
                  <a:lnTo>
                    <a:pt x="93474" y="17274"/>
                  </a:lnTo>
                  <a:lnTo>
                    <a:pt x="92930" y="18049"/>
                  </a:lnTo>
                  <a:lnTo>
                    <a:pt x="91274" y="19511"/>
                  </a:lnTo>
                  <a:lnTo>
                    <a:pt x="89039" y="20906"/>
                  </a:lnTo>
                  <a:lnTo>
                    <a:pt x="86131" y="22692"/>
                  </a:lnTo>
                  <a:lnTo>
                    <a:pt x="85470" y="24597"/>
                  </a:lnTo>
                  <a:lnTo>
                    <a:pt x="82592" y="36579"/>
                  </a:lnTo>
                  <a:lnTo>
                    <a:pt x="80183" y="39008"/>
                  </a:lnTo>
                  <a:lnTo>
                    <a:pt x="79307" y="40791"/>
                  </a:lnTo>
                  <a:lnTo>
                    <a:pt x="78646" y="43059"/>
                  </a:lnTo>
                  <a:lnTo>
                    <a:pt x="77210" y="47235"/>
                  </a:lnTo>
                  <a:lnTo>
                    <a:pt x="76612" y="50445"/>
                  </a:lnTo>
                  <a:lnTo>
                    <a:pt x="75025" y="57417"/>
                  </a:lnTo>
                  <a:lnTo>
                    <a:pt x="74159" y="66149"/>
                  </a:lnTo>
                  <a:lnTo>
                    <a:pt x="73830" y="71054"/>
                  </a:lnTo>
                  <a:lnTo>
                    <a:pt x="73353" y="78163"/>
                  </a:lnTo>
                  <a:lnTo>
                    <a:pt x="72652" y="81737"/>
                  </a:lnTo>
                  <a:lnTo>
                    <a:pt x="71711" y="85093"/>
                  </a:lnTo>
                  <a:lnTo>
                    <a:pt x="70700" y="88374"/>
                  </a:lnTo>
                  <a:lnTo>
                    <a:pt x="69830" y="91967"/>
                  </a:lnTo>
                  <a:lnTo>
                    <a:pt x="69090" y="94779"/>
                  </a:lnTo>
                  <a:lnTo>
                    <a:pt x="68970" y="95745"/>
                  </a:lnTo>
                  <a:lnTo>
                    <a:pt x="69329" y="96520"/>
                  </a:lnTo>
                  <a:lnTo>
                    <a:pt x="71079" y="95745"/>
                  </a:lnTo>
                  <a:lnTo>
                    <a:pt x="71767" y="94898"/>
                  </a:lnTo>
                  <a:lnTo>
                    <a:pt x="72721" y="93812"/>
                  </a:lnTo>
                  <a:lnTo>
                    <a:pt x="73320" y="94392"/>
                  </a:lnTo>
                  <a:lnTo>
                    <a:pt x="73918" y="97488"/>
                  </a:lnTo>
                  <a:lnTo>
                    <a:pt x="74597" y="97875"/>
                  </a:lnTo>
                  <a:lnTo>
                    <a:pt x="75235" y="97488"/>
                  </a:lnTo>
                  <a:lnTo>
                    <a:pt x="75914" y="98262"/>
                  </a:lnTo>
                  <a:lnTo>
                    <a:pt x="76778" y="105965"/>
                  </a:lnTo>
                  <a:lnTo>
                    <a:pt x="77510" y="112486"/>
                  </a:lnTo>
                  <a:lnTo>
                    <a:pt x="79213" y="116561"/>
                  </a:lnTo>
                  <a:lnTo>
                    <a:pt x="80543" y="119744"/>
                  </a:lnTo>
                  <a:lnTo>
                    <a:pt x="80863" y="122549"/>
                  </a:lnTo>
                  <a:lnTo>
                    <a:pt x="81182" y="126516"/>
                  </a:lnTo>
                  <a:lnTo>
                    <a:pt x="81262" y="128451"/>
                  </a:lnTo>
                  <a:lnTo>
                    <a:pt x="80846" y="129621"/>
                  </a:lnTo>
                  <a:lnTo>
                    <a:pt x="80184" y="132032"/>
                  </a:lnTo>
                  <a:lnTo>
                    <a:pt x="80019" y="136649"/>
                  </a:lnTo>
                  <a:lnTo>
                    <a:pt x="79905" y="138183"/>
                  </a:lnTo>
                  <a:lnTo>
                    <a:pt x="79783" y="142460"/>
                  </a:lnTo>
                  <a:lnTo>
                    <a:pt x="79868" y="145088"/>
                  </a:lnTo>
                  <a:lnTo>
                    <a:pt x="80221" y="147139"/>
                  </a:lnTo>
                  <a:lnTo>
                    <a:pt x="80811" y="148315"/>
                  </a:lnTo>
                  <a:lnTo>
                    <a:pt x="82009" y="148922"/>
                  </a:lnTo>
                  <a:lnTo>
                    <a:pt x="83088" y="149639"/>
                  </a:lnTo>
                  <a:lnTo>
                    <a:pt x="83710" y="153201"/>
                  </a:lnTo>
                  <a:lnTo>
                    <a:pt x="84593" y="157718"/>
                  </a:lnTo>
                  <a:lnTo>
                    <a:pt x="85539" y="159616"/>
                  </a:lnTo>
                  <a:lnTo>
                    <a:pt x="86928" y="160866"/>
                  </a:lnTo>
                  <a:lnTo>
                    <a:pt x="87920" y="160408"/>
                  </a:lnTo>
                  <a:lnTo>
                    <a:pt x="90240" y="159608"/>
                  </a:lnTo>
                  <a:lnTo>
                    <a:pt x="92236" y="159801"/>
                  </a:lnTo>
                  <a:lnTo>
                    <a:pt x="95153" y="161017"/>
                  </a:lnTo>
                  <a:lnTo>
                    <a:pt x="96240" y="160973"/>
                  </a:lnTo>
                  <a:lnTo>
                    <a:pt x="97645" y="160745"/>
                  </a:lnTo>
                  <a:lnTo>
                    <a:pt x="100114" y="158287"/>
                  </a:lnTo>
                  <a:lnTo>
                    <a:pt x="101011" y="157920"/>
                  </a:lnTo>
                  <a:lnTo>
                    <a:pt x="102011" y="158134"/>
                  </a:lnTo>
                  <a:lnTo>
                    <a:pt x="103468" y="159383"/>
                  </a:lnTo>
                  <a:lnTo>
                    <a:pt x="104258" y="160369"/>
                  </a:lnTo>
                  <a:lnTo>
                    <a:pt x="105272" y="161390"/>
                  </a:lnTo>
                  <a:lnTo>
                    <a:pt x="106751" y="162118"/>
                  </a:lnTo>
                  <a:lnTo>
                    <a:pt x="107702" y="161997"/>
                  </a:lnTo>
                  <a:lnTo>
                    <a:pt x="108420" y="161951"/>
                  </a:lnTo>
                  <a:lnTo>
                    <a:pt x="108836" y="162414"/>
                  </a:lnTo>
                  <a:lnTo>
                    <a:pt x="111162" y="169438"/>
                  </a:lnTo>
                  <a:lnTo>
                    <a:pt x="113176" y="175521"/>
                  </a:lnTo>
                  <a:lnTo>
                    <a:pt x="114932" y="180630"/>
                  </a:lnTo>
                  <a:lnTo>
                    <a:pt x="116828" y="186143"/>
                  </a:lnTo>
                  <a:lnTo>
                    <a:pt x="116976" y="186466"/>
                  </a:lnTo>
                  <a:lnTo>
                    <a:pt x="117830" y="185756"/>
                  </a:lnTo>
                  <a:lnTo>
                    <a:pt x="118393" y="186063"/>
                  </a:lnTo>
                  <a:lnTo>
                    <a:pt x="118913" y="187183"/>
                  </a:lnTo>
                  <a:lnTo>
                    <a:pt x="119811" y="186721"/>
                  </a:lnTo>
                  <a:lnTo>
                    <a:pt x="121086" y="184681"/>
                  </a:lnTo>
                  <a:lnTo>
                    <a:pt x="122947" y="184273"/>
                  </a:lnTo>
                  <a:lnTo>
                    <a:pt x="125393" y="185496"/>
                  </a:lnTo>
                  <a:lnTo>
                    <a:pt x="128619" y="185503"/>
                  </a:lnTo>
                  <a:lnTo>
                    <a:pt x="132625" y="184293"/>
                  </a:lnTo>
                  <a:lnTo>
                    <a:pt x="135114" y="182980"/>
                  </a:lnTo>
                  <a:lnTo>
                    <a:pt x="136085" y="181563"/>
                  </a:lnTo>
                  <a:lnTo>
                    <a:pt x="137694" y="181709"/>
                  </a:lnTo>
                  <a:lnTo>
                    <a:pt x="139633" y="182984"/>
                  </a:lnTo>
                  <a:lnTo>
                    <a:pt x="140682" y="184802"/>
                  </a:lnTo>
                  <a:lnTo>
                    <a:pt x="140809" y="186590"/>
                  </a:lnTo>
                  <a:lnTo>
                    <a:pt x="141202" y="189375"/>
                  </a:lnTo>
                  <a:lnTo>
                    <a:pt x="140781" y="192198"/>
                  </a:lnTo>
                  <a:lnTo>
                    <a:pt x="139546" y="195061"/>
                  </a:lnTo>
                  <a:lnTo>
                    <a:pt x="138862" y="198717"/>
                  </a:lnTo>
                  <a:lnTo>
                    <a:pt x="138728" y="203166"/>
                  </a:lnTo>
                  <a:lnTo>
                    <a:pt x="138091" y="206455"/>
                  </a:lnTo>
                  <a:lnTo>
                    <a:pt x="136947" y="208583"/>
                  </a:lnTo>
                  <a:lnTo>
                    <a:pt x="136503" y="211686"/>
                  </a:lnTo>
                  <a:lnTo>
                    <a:pt x="136755" y="215762"/>
                  </a:lnTo>
                  <a:lnTo>
                    <a:pt x="136632" y="221723"/>
                  </a:lnTo>
                  <a:lnTo>
                    <a:pt x="136133" y="229563"/>
                  </a:lnTo>
                  <a:lnTo>
                    <a:pt x="136133" y="234249"/>
                  </a:lnTo>
                  <a:lnTo>
                    <a:pt x="136632" y="235780"/>
                  </a:lnTo>
                  <a:lnTo>
                    <a:pt x="136862" y="237978"/>
                  </a:lnTo>
                  <a:lnTo>
                    <a:pt x="136823" y="240839"/>
                  </a:lnTo>
                  <a:lnTo>
                    <a:pt x="137011" y="243369"/>
                  </a:lnTo>
                  <a:lnTo>
                    <a:pt x="137631" y="246671"/>
                  </a:lnTo>
                  <a:lnTo>
                    <a:pt x="138493" y="253238"/>
                  </a:lnTo>
                  <a:lnTo>
                    <a:pt x="139213" y="256059"/>
                  </a:lnTo>
                  <a:lnTo>
                    <a:pt x="139839" y="257092"/>
                  </a:lnTo>
                  <a:lnTo>
                    <a:pt x="140479" y="258355"/>
                  </a:lnTo>
                  <a:lnTo>
                    <a:pt x="142318" y="265072"/>
                  </a:lnTo>
                  <a:lnTo>
                    <a:pt x="142764" y="266488"/>
                  </a:lnTo>
                  <a:lnTo>
                    <a:pt x="142630" y="267726"/>
                  </a:lnTo>
                  <a:lnTo>
                    <a:pt x="142458" y="268652"/>
                  </a:lnTo>
                  <a:lnTo>
                    <a:pt x="142246" y="269242"/>
                  </a:lnTo>
                  <a:lnTo>
                    <a:pt x="140282" y="273243"/>
                  </a:lnTo>
                  <a:lnTo>
                    <a:pt x="136383" y="281943"/>
                  </a:lnTo>
                  <a:lnTo>
                    <a:pt x="136060" y="283051"/>
                  </a:lnTo>
                  <a:lnTo>
                    <a:pt x="136086" y="284875"/>
                  </a:lnTo>
                  <a:lnTo>
                    <a:pt x="137215" y="283702"/>
                  </a:lnTo>
                  <a:lnTo>
                    <a:pt x="138424" y="284680"/>
                  </a:lnTo>
                  <a:lnTo>
                    <a:pt x="139016" y="284875"/>
                  </a:lnTo>
                  <a:lnTo>
                    <a:pt x="139284" y="285592"/>
                  </a:lnTo>
                  <a:lnTo>
                    <a:pt x="139634" y="287938"/>
                  </a:lnTo>
                  <a:lnTo>
                    <a:pt x="140036" y="288328"/>
                  </a:lnTo>
                  <a:lnTo>
                    <a:pt x="140628" y="289306"/>
                  </a:lnTo>
                  <a:lnTo>
                    <a:pt x="141784" y="291780"/>
                  </a:lnTo>
                  <a:lnTo>
                    <a:pt x="142751" y="294388"/>
                  </a:lnTo>
                  <a:lnTo>
                    <a:pt x="143476" y="295636"/>
                  </a:lnTo>
                  <a:lnTo>
                    <a:pt x="143987" y="296797"/>
                  </a:lnTo>
                  <a:lnTo>
                    <a:pt x="144148" y="298492"/>
                  </a:lnTo>
                  <a:lnTo>
                    <a:pt x="143933" y="300185"/>
                  </a:lnTo>
                  <a:lnTo>
                    <a:pt x="144539" y="304112"/>
                  </a:lnTo>
                  <a:lnTo>
                    <a:pt x="144954" y="305333"/>
                  </a:lnTo>
                  <a:lnTo>
                    <a:pt x="145169" y="306831"/>
                  </a:lnTo>
                  <a:lnTo>
                    <a:pt x="144954" y="308330"/>
                  </a:lnTo>
                  <a:lnTo>
                    <a:pt x="145465" y="310088"/>
                  </a:lnTo>
                  <a:lnTo>
                    <a:pt x="146021" y="313550"/>
                  </a:lnTo>
                  <a:lnTo>
                    <a:pt x="146701" y="317776"/>
                  </a:lnTo>
                  <a:lnTo>
                    <a:pt x="146781" y="320122"/>
                  </a:lnTo>
                  <a:lnTo>
                    <a:pt x="147064" y="321203"/>
                  </a:lnTo>
                  <a:lnTo>
                    <a:pt x="147396" y="324341"/>
                  </a:lnTo>
                  <a:lnTo>
                    <a:pt x="147964" y="327288"/>
                  </a:lnTo>
                  <a:lnTo>
                    <a:pt x="147830" y="329308"/>
                  </a:lnTo>
                  <a:lnTo>
                    <a:pt x="148067" y="331284"/>
                  </a:lnTo>
                  <a:lnTo>
                    <a:pt x="145761" y="332604"/>
                  </a:lnTo>
                  <a:lnTo>
                    <a:pt x="145553" y="332396"/>
                  </a:lnTo>
                  <a:lnTo>
                    <a:pt x="145415" y="331669"/>
                  </a:lnTo>
                  <a:lnTo>
                    <a:pt x="145480" y="326037"/>
                  </a:lnTo>
                  <a:lnTo>
                    <a:pt x="145458" y="319685"/>
                  </a:lnTo>
                  <a:lnTo>
                    <a:pt x="145103" y="317083"/>
                  </a:lnTo>
                  <a:lnTo>
                    <a:pt x="144048" y="312911"/>
                  </a:lnTo>
                  <a:lnTo>
                    <a:pt x="142649" y="307377"/>
                  </a:lnTo>
                  <a:lnTo>
                    <a:pt x="142267" y="305789"/>
                  </a:lnTo>
                  <a:lnTo>
                    <a:pt x="141676" y="304877"/>
                  </a:lnTo>
                  <a:lnTo>
                    <a:pt x="140977" y="304746"/>
                  </a:lnTo>
                  <a:lnTo>
                    <a:pt x="140467" y="305137"/>
                  </a:lnTo>
                  <a:lnTo>
                    <a:pt x="139779" y="306168"/>
                  </a:lnTo>
                  <a:lnTo>
                    <a:pt x="139131" y="307289"/>
                  </a:lnTo>
                  <a:lnTo>
                    <a:pt x="137880" y="310627"/>
                  </a:lnTo>
                  <a:lnTo>
                    <a:pt x="136622" y="314528"/>
                  </a:lnTo>
                  <a:lnTo>
                    <a:pt x="135886" y="315399"/>
                  </a:lnTo>
                  <a:lnTo>
                    <a:pt x="135146" y="315757"/>
                  </a:lnTo>
                  <a:lnTo>
                    <a:pt x="134494" y="315638"/>
                  </a:lnTo>
                  <a:lnTo>
                    <a:pt x="133968" y="314589"/>
                  </a:lnTo>
                  <a:lnTo>
                    <a:pt x="133430" y="312459"/>
                  </a:lnTo>
                  <a:lnTo>
                    <a:pt x="132781" y="309633"/>
                  </a:lnTo>
                  <a:lnTo>
                    <a:pt x="132007" y="308709"/>
                  </a:lnTo>
                  <a:lnTo>
                    <a:pt x="131708" y="309578"/>
                  </a:lnTo>
                  <a:lnTo>
                    <a:pt x="131451" y="311240"/>
                  </a:lnTo>
                  <a:lnTo>
                    <a:pt x="131249" y="312890"/>
                  </a:lnTo>
                  <a:lnTo>
                    <a:pt x="131769" y="314987"/>
                  </a:lnTo>
                  <a:lnTo>
                    <a:pt x="132217" y="316604"/>
                  </a:lnTo>
                  <a:lnTo>
                    <a:pt x="131449" y="316549"/>
                  </a:lnTo>
                  <a:lnTo>
                    <a:pt x="128964" y="316552"/>
                  </a:lnTo>
                  <a:lnTo>
                    <a:pt x="126100" y="316555"/>
                  </a:lnTo>
                  <a:lnTo>
                    <a:pt x="123240" y="316558"/>
                  </a:lnTo>
                  <a:lnTo>
                    <a:pt x="120667" y="316561"/>
                  </a:lnTo>
                  <a:lnTo>
                    <a:pt x="118285" y="316562"/>
                  </a:lnTo>
                  <a:lnTo>
                    <a:pt x="117376" y="316428"/>
                  </a:lnTo>
                  <a:lnTo>
                    <a:pt x="116452" y="315479"/>
                  </a:lnTo>
                  <a:lnTo>
                    <a:pt x="115565" y="315026"/>
                  </a:lnTo>
                  <a:lnTo>
                    <a:pt x="115098" y="315099"/>
                  </a:lnTo>
                  <a:lnTo>
                    <a:pt x="114259" y="316024"/>
                  </a:lnTo>
                  <a:lnTo>
                    <a:pt x="113168" y="316160"/>
                  </a:lnTo>
                  <a:lnTo>
                    <a:pt x="112432" y="317037"/>
                  </a:lnTo>
                  <a:lnTo>
                    <a:pt x="111840" y="316932"/>
                  </a:lnTo>
                  <a:lnTo>
                    <a:pt x="111829" y="321803"/>
                  </a:lnTo>
                  <a:lnTo>
                    <a:pt x="111813" y="328750"/>
                  </a:lnTo>
                  <a:lnTo>
                    <a:pt x="111796" y="336116"/>
                  </a:lnTo>
                  <a:lnTo>
                    <a:pt x="112454" y="335557"/>
                  </a:lnTo>
                  <a:lnTo>
                    <a:pt x="113025" y="335611"/>
                  </a:lnTo>
                  <a:lnTo>
                    <a:pt x="113444" y="336129"/>
                  </a:lnTo>
                  <a:lnTo>
                    <a:pt x="114615" y="335710"/>
                  </a:lnTo>
                  <a:lnTo>
                    <a:pt x="115264" y="335931"/>
                  </a:lnTo>
                  <a:lnTo>
                    <a:pt x="115879" y="336117"/>
                  </a:lnTo>
                  <a:lnTo>
                    <a:pt x="116450" y="336143"/>
                  </a:lnTo>
                  <a:lnTo>
                    <a:pt x="116801" y="336727"/>
                  </a:lnTo>
                  <a:lnTo>
                    <a:pt x="117273" y="336622"/>
                  </a:lnTo>
                  <a:lnTo>
                    <a:pt x="117777" y="335983"/>
                  </a:lnTo>
                  <a:lnTo>
                    <a:pt x="118381" y="336382"/>
                  </a:lnTo>
                  <a:lnTo>
                    <a:pt x="119029" y="337420"/>
                  </a:lnTo>
                  <a:lnTo>
                    <a:pt x="119446" y="338964"/>
                  </a:lnTo>
                  <a:lnTo>
                    <a:pt x="119819" y="340880"/>
                  </a:lnTo>
                  <a:lnTo>
                    <a:pt x="120192" y="341891"/>
                  </a:lnTo>
                  <a:lnTo>
                    <a:pt x="120170" y="343726"/>
                  </a:lnTo>
                  <a:lnTo>
                    <a:pt x="120159" y="345164"/>
                  </a:lnTo>
                  <a:lnTo>
                    <a:pt x="120027" y="346360"/>
                  </a:lnTo>
                  <a:lnTo>
                    <a:pt x="120192" y="347133"/>
                  </a:lnTo>
                  <a:lnTo>
                    <a:pt x="120313" y="347957"/>
                  </a:lnTo>
                  <a:lnTo>
                    <a:pt x="120280" y="348437"/>
                  </a:lnTo>
                  <a:lnTo>
                    <a:pt x="120060" y="348649"/>
                  </a:lnTo>
                  <a:lnTo>
                    <a:pt x="119588" y="348810"/>
                  </a:lnTo>
                  <a:lnTo>
                    <a:pt x="119084" y="348942"/>
                  </a:lnTo>
                  <a:lnTo>
                    <a:pt x="118733" y="348889"/>
                  </a:lnTo>
                  <a:lnTo>
                    <a:pt x="118458" y="348144"/>
                  </a:lnTo>
                  <a:lnTo>
                    <a:pt x="118195" y="348064"/>
                  </a:lnTo>
                  <a:lnTo>
                    <a:pt x="117811" y="348170"/>
                  </a:lnTo>
                  <a:lnTo>
                    <a:pt x="117404" y="347717"/>
                  </a:lnTo>
                  <a:lnTo>
                    <a:pt x="117053" y="346787"/>
                  </a:lnTo>
                  <a:lnTo>
                    <a:pt x="116428" y="345855"/>
                  </a:lnTo>
                  <a:lnTo>
                    <a:pt x="115758" y="346254"/>
                  </a:lnTo>
                  <a:lnTo>
                    <a:pt x="115298" y="346733"/>
                  </a:lnTo>
                  <a:lnTo>
                    <a:pt x="114825" y="347319"/>
                  </a:lnTo>
                  <a:lnTo>
                    <a:pt x="114397" y="347931"/>
                  </a:lnTo>
                  <a:lnTo>
                    <a:pt x="113970" y="347771"/>
                  </a:lnTo>
                  <a:lnTo>
                    <a:pt x="113420" y="348222"/>
                  </a:lnTo>
                  <a:lnTo>
                    <a:pt x="112959" y="348915"/>
                  </a:lnTo>
                  <a:lnTo>
                    <a:pt x="112345" y="349473"/>
                  </a:lnTo>
                  <a:lnTo>
                    <a:pt x="111676" y="349739"/>
                  </a:lnTo>
                  <a:lnTo>
                    <a:pt x="110907" y="350007"/>
                  </a:lnTo>
                  <a:lnTo>
                    <a:pt x="110172" y="350112"/>
                  </a:lnTo>
                  <a:lnTo>
                    <a:pt x="109338" y="350326"/>
                  </a:lnTo>
                  <a:lnTo>
                    <a:pt x="109289" y="354204"/>
                  </a:lnTo>
                  <a:lnTo>
                    <a:pt x="109193" y="361828"/>
                  </a:lnTo>
                  <a:lnTo>
                    <a:pt x="109130" y="366875"/>
                  </a:lnTo>
                  <a:lnTo>
                    <a:pt x="109135" y="371527"/>
                  </a:lnTo>
                  <a:lnTo>
                    <a:pt x="109458" y="373221"/>
                  </a:lnTo>
                  <a:lnTo>
                    <a:pt x="110936" y="376805"/>
                  </a:lnTo>
                  <a:lnTo>
                    <a:pt x="112092" y="378692"/>
                  </a:lnTo>
                  <a:lnTo>
                    <a:pt x="113072" y="380796"/>
                  </a:lnTo>
                  <a:lnTo>
                    <a:pt x="114047" y="381679"/>
                  </a:lnTo>
                  <a:lnTo>
                    <a:pt x="114455" y="382472"/>
                  </a:lnTo>
                  <a:lnTo>
                    <a:pt x="114724" y="383773"/>
                  </a:lnTo>
                  <a:lnTo>
                    <a:pt x="114859" y="385141"/>
                  </a:lnTo>
                  <a:lnTo>
                    <a:pt x="114966" y="386316"/>
                  </a:lnTo>
                  <a:lnTo>
                    <a:pt x="114859" y="387554"/>
                  </a:lnTo>
                  <a:lnTo>
                    <a:pt x="114617" y="388725"/>
                  </a:lnTo>
                  <a:lnTo>
                    <a:pt x="114724" y="389963"/>
                  </a:lnTo>
                  <a:lnTo>
                    <a:pt x="115073" y="390941"/>
                  </a:lnTo>
                  <a:lnTo>
                    <a:pt x="115181" y="392179"/>
                  </a:lnTo>
                  <a:lnTo>
                    <a:pt x="115423" y="393351"/>
                  </a:lnTo>
                  <a:lnTo>
                    <a:pt x="115557" y="394525"/>
                  </a:lnTo>
                  <a:lnTo>
                    <a:pt x="115853" y="395371"/>
                  </a:lnTo>
                  <a:lnTo>
                    <a:pt x="116229" y="395960"/>
                  </a:lnTo>
                  <a:lnTo>
                    <a:pt x="116713" y="396935"/>
                  </a:lnTo>
                  <a:lnTo>
                    <a:pt x="116766" y="397847"/>
                  </a:lnTo>
                  <a:lnTo>
                    <a:pt x="116713" y="398891"/>
                  </a:lnTo>
                  <a:lnTo>
                    <a:pt x="116708" y="399679"/>
                  </a:lnTo>
                  <a:lnTo>
                    <a:pt x="117167" y="401471"/>
                  </a:lnTo>
                  <a:lnTo>
                    <a:pt x="117304" y="402732"/>
                  </a:lnTo>
                  <a:lnTo>
                    <a:pt x="117089" y="404233"/>
                  </a:lnTo>
                  <a:lnTo>
                    <a:pt x="116881" y="409433"/>
                  </a:lnTo>
                  <a:lnTo>
                    <a:pt x="116349" y="415351"/>
                  </a:lnTo>
                  <a:lnTo>
                    <a:pt x="116009" y="419870"/>
                  </a:lnTo>
                  <a:lnTo>
                    <a:pt x="115456" y="427237"/>
                  </a:lnTo>
                  <a:lnTo>
                    <a:pt x="114812" y="435808"/>
                  </a:lnTo>
                  <a:lnTo>
                    <a:pt x="114028" y="446251"/>
                  </a:lnTo>
                  <a:lnTo>
                    <a:pt x="113253" y="456564"/>
                  </a:lnTo>
                  <a:lnTo>
                    <a:pt x="112503" y="466548"/>
                  </a:lnTo>
                  <a:lnTo>
                    <a:pt x="111825" y="475569"/>
                  </a:lnTo>
                  <a:lnTo>
                    <a:pt x="111079" y="485519"/>
                  </a:lnTo>
                  <a:lnTo>
                    <a:pt x="110626" y="491547"/>
                  </a:lnTo>
                  <a:lnTo>
                    <a:pt x="110410" y="492591"/>
                  </a:lnTo>
                  <a:lnTo>
                    <a:pt x="109785" y="490407"/>
                  </a:lnTo>
                  <a:lnTo>
                    <a:pt x="108839" y="488344"/>
                  </a:lnTo>
                  <a:lnTo>
                    <a:pt x="107953" y="487103"/>
                  </a:lnTo>
                  <a:lnTo>
                    <a:pt x="107577" y="485475"/>
                  </a:lnTo>
                  <a:lnTo>
                    <a:pt x="107066" y="482154"/>
                  </a:lnTo>
                  <a:lnTo>
                    <a:pt x="106357" y="481017"/>
                  </a:lnTo>
                  <a:lnTo>
                    <a:pt x="105857" y="480134"/>
                  </a:lnTo>
                  <a:lnTo>
                    <a:pt x="105373" y="480264"/>
                  </a:lnTo>
                  <a:lnTo>
                    <a:pt x="104862" y="481176"/>
                  </a:lnTo>
                  <a:lnTo>
                    <a:pt x="104073" y="481759"/>
                  </a:lnTo>
                  <a:lnTo>
                    <a:pt x="103539" y="481672"/>
                  </a:lnTo>
                  <a:lnTo>
                    <a:pt x="101388" y="479384"/>
                  </a:lnTo>
                  <a:lnTo>
                    <a:pt x="101036" y="479164"/>
                  </a:lnTo>
                  <a:lnTo>
                    <a:pt x="102418" y="473936"/>
                  </a:lnTo>
                  <a:lnTo>
                    <a:pt x="104888" y="464589"/>
                  </a:lnTo>
                  <a:lnTo>
                    <a:pt x="106458" y="458650"/>
                  </a:lnTo>
                  <a:lnTo>
                    <a:pt x="108202" y="452054"/>
                  </a:lnTo>
                  <a:lnTo>
                    <a:pt x="109092" y="448689"/>
                  </a:lnTo>
                  <a:lnTo>
                    <a:pt x="109209" y="448115"/>
                  </a:lnTo>
                  <a:lnTo>
                    <a:pt x="109205" y="447255"/>
                  </a:lnTo>
                  <a:lnTo>
                    <a:pt x="108826" y="445971"/>
                  </a:lnTo>
                  <a:lnTo>
                    <a:pt x="107987" y="445428"/>
                  </a:lnTo>
                  <a:lnTo>
                    <a:pt x="107015" y="444444"/>
                  </a:lnTo>
                  <a:lnTo>
                    <a:pt x="106404" y="442848"/>
                  </a:lnTo>
                  <a:lnTo>
                    <a:pt x="105556" y="442162"/>
                  </a:lnTo>
                  <a:lnTo>
                    <a:pt x="104898" y="441022"/>
                  </a:lnTo>
                  <a:lnTo>
                    <a:pt x="103696" y="439911"/>
                  </a:lnTo>
                  <a:lnTo>
                    <a:pt x="102976" y="438881"/>
                  </a:lnTo>
                  <a:lnTo>
                    <a:pt x="102097" y="438511"/>
                  </a:lnTo>
                  <a:lnTo>
                    <a:pt x="101398" y="436627"/>
                  </a:lnTo>
                  <a:lnTo>
                    <a:pt x="98849" y="432980"/>
                  </a:lnTo>
                  <a:lnTo>
                    <a:pt x="98190" y="432633"/>
                  </a:lnTo>
                  <a:lnTo>
                    <a:pt x="97475" y="433193"/>
                  </a:lnTo>
                  <a:lnTo>
                    <a:pt x="96425" y="433773"/>
                  </a:lnTo>
                  <a:lnTo>
                    <a:pt x="95414" y="435773"/>
                  </a:lnTo>
                  <a:lnTo>
                    <a:pt x="94150" y="436416"/>
                  </a:lnTo>
                  <a:lnTo>
                    <a:pt x="92969" y="436393"/>
                  </a:lnTo>
                  <a:lnTo>
                    <a:pt x="92354" y="435202"/>
                  </a:lnTo>
                  <a:lnTo>
                    <a:pt x="91761" y="434772"/>
                  </a:lnTo>
                  <a:lnTo>
                    <a:pt x="90989" y="433147"/>
                  </a:lnTo>
                  <a:lnTo>
                    <a:pt x="89624" y="431903"/>
                  </a:lnTo>
                  <a:lnTo>
                    <a:pt x="88636" y="431035"/>
                  </a:lnTo>
                  <a:lnTo>
                    <a:pt x="88024" y="431436"/>
                  </a:lnTo>
                  <a:lnTo>
                    <a:pt x="87237" y="433251"/>
                  </a:lnTo>
                  <a:lnTo>
                    <a:pt x="86443" y="435051"/>
                  </a:lnTo>
                  <a:lnTo>
                    <a:pt x="85812" y="436171"/>
                  </a:lnTo>
                  <a:lnTo>
                    <a:pt x="84964" y="436113"/>
                  </a:lnTo>
                  <a:lnTo>
                    <a:pt x="83953" y="437770"/>
                  </a:lnTo>
                  <a:lnTo>
                    <a:pt x="82958" y="438356"/>
                  </a:lnTo>
                  <a:lnTo>
                    <a:pt x="81955" y="438615"/>
                  </a:lnTo>
                  <a:lnTo>
                    <a:pt x="80799" y="439195"/>
                  </a:lnTo>
                  <a:lnTo>
                    <a:pt x="79518" y="438194"/>
                  </a:lnTo>
                  <a:lnTo>
                    <a:pt x="78469" y="437311"/>
                  </a:lnTo>
                  <a:lnTo>
                    <a:pt x="77999" y="436913"/>
                  </a:lnTo>
                  <a:lnTo>
                    <a:pt x="77575" y="437190"/>
                  </a:lnTo>
                  <a:lnTo>
                    <a:pt x="76916" y="438110"/>
                  </a:lnTo>
                  <a:lnTo>
                    <a:pt x="75733" y="438503"/>
                  </a:lnTo>
                  <a:lnTo>
                    <a:pt x="74808" y="438592"/>
                  </a:lnTo>
                  <a:lnTo>
                    <a:pt x="74150" y="438165"/>
                  </a:lnTo>
                  <a:lnTo>
                    <a:pt x="73559" y="436561"/>
                  </a:lnTo>
                  <a:lnTo>
                    <a:pt x="72602" y="435741"/>
                  </a:lnTo>
                  <a:lnTo>
                    <a:pt x="71550" y="434743"/>
                  </a:lnTo>
                  <a:lnTo>
                    <a:pt x="71329" y="432679"/>
                  </a:lnTo>
                  <a:lnTo>
                    <a:pt x="71480" y="431141"/>
                  </a:lnTo>
                  <a:lnTo>
                    <a:pt x="71891" y="428917"/>
                  </a:lnTo>
                  <a:lnTo>
                    <a:pt x="71663" y="426620"/>
                  </a:lnTo>
                  <a:lnTo>
                    <a:pt x="71221" y="422987"/>
                  </a:lnTo>
                  <a:lnTo>
                    <a:pt x="71032" y="421506"/>
                  </a:lnTo>
                  <a:lnTo>
                    <a:pt x="70703" y="420248"/>
                  </a:lnTo>
                  <a:lnTo>
                    <a:pt x="70185" y="419792"/>
                  </a:lnTo>
                  <a:lnTo>
                    <a:pt x="69173" y="420136"/>
                  </a:lnTo>
                  <a:lnTo>
                    <a:pt x="68067" y="418762"/>
                  </a:lnTo>
                  <a:lnTo>
                    <a:pt x="67384" y="417452"/>
                  </a:lnTo>
                  <a:lnTo>
                    <a:pt x="67031" y="415850"/>
                  </a:lnTo>
                  <a:lnTo>
                    <a:pt x="67408" y="412829"/>
                  </a:lnTo>
                  <a:lnTo>
                    <a:pt x="67079" y="410261"/>
                  </a:lnTo>
                  <a:lnTo>
                    <a:pt x="66419" y="408832"/>
                  </a:lnTo>
                  <a:lnTo>
                    <a:pt x="65996" y="406322"/>
                  </a:lnTo>
                  <a:lnTo>
                    <a:pt x="65337" y="404325"/>
                  </a:lnTo>
                  <a:lnTo>
                    <a:pt x="64466" y="403301"/>
                  </a:lnTo>
                  <a:lnTo>
                    <a:pt x="63596" y="403413"/>
                  </a:lnTo>
                  <a:lnTo>
                    <a:pt x="62913" y="402784"/>
                  </a:lnTo>
                  <a:lnTo>
                    <a:pt x="62136" y="400672"/>
                  </a:lnTo>
                  <a:lnTo>
                    <a:pt x="61406" y="399873"/>
                  </a:lnTo>
                  <a:lnTo>
                    <a:pt x="60583" y="397818"/>
                  </a:lnTo>
                  <a:lnTo>
                    <a:pt x="59043" y="396906"/>
                  </a:lnTo>
                  <a:lnTo>
                    <a:pt x="58243" y="396104"/>
                  </a:lnTo>
                  <a:lnTo>
                    <a:pt x="57786" y="394840"/>
                  </a:lnTo>
                  <a:lnTo>
                    <a:pt x="57170" y="392566"/>
                  </a:lnTo>
                  <a:lnTo>
                    <a:pt x="57241" y="391311"/>
                  </a:lnTo>
                  <a:lnTo>
                    <a:pt x="56942" y="390076"/>
                  </a:lnTo>
                  <a:lnTo>
                    <a:pt x="56677" y="387854"/>
                  </a:lnTo>
                  <a:lnTo>
                    <a:pt x="56153" y="384581"/>
                  </a:lnTo>
                  <a:lnTo>
                    <a:pt x="55576" y="382720"/>
                  </a:lnTo>
                  <a:lnTo>
                    <a:pt x="54983" y="381315"/>
                  </a:lnTo>
                  <a:lnTo>
                    <a:pt x="54481" y="380126"/>
                  </a:lnTo>
                  <a:lnTo>
                    <a:pt x="53734" y="378357"/>
                  </a:lnTo>
                  <a:lnTo>
                    <a:pt x="52816" y="377330"/>
                  </a:lnTo>
                  <a:lnTo>
                    <a:pt x="52040" y="376248"/>
                  </a:lnTo>
                  <a:lnTo>
                    <a:pt x="51734" y="374649"/>
                  </a:lnTo>
                  <a:lnTo>
                    <a:pt x="51474" y="373336"/>
                  </a:lnTo>
                  <a:lnTo>
                    <a:pt x="51039" y="373431"/>
                  </a:lnTo>
                  <a:lnTo>
                    <a:pt x="50413" y="373316"/>
                  </a:lnTo>
                  <a:lnTo>
                    <a:pt x="49725" y="372984"/>
                  </a:lnTo>
                  <a:lnTo>
                    <a:pt x="48998" y="372029"/>
                  </a:lnTo>
                  <a:lnTo>
                    <a:pt x="48392" y="370872"/>
                  </a:lnTo>
                  <a:lnTo>
                    <a:pt x="47372" y="368915"/>
                  </a:lnTo>
                  <a:lnTo>
                    <a:pt x="46815" y="368657"/>
                  </a:lnTo>
                  <a:lnTo>
                    <a:pt x="46321" y="368657"/>
                  </a:lnTo>
                  <a:lnTo>
                    <a:pt x="45591" y="370572"/>
                  </a:lnTo>
                  <a:lnTo>
                    <a:pt x="43404" y="368559"/>
                  </a:lnTo>
                  <a:lnTo>
                    <a:pt x="41535" y="365565"/>
                  </a:lnTo>
                  <a:lnTo>
                    <a:pt x="39593" y="364786"/>
                  </a:lnTo>
                  <a:lnTo>
                    <a:pt x="38336" y="362962"/>
                  </a:lnTo>
                  <a:lnTo>
                    <a:pt x="37178" y="360103"/>
                  </a:lnTo>
                  <a:lnTo>
                    <a:pt x="36552" y="358172"/>
                  </a:lnTo>
                  <a:lnTo>
                    <a:pt x="36043" y="357213"/>
                  </a:lnTo>
                  <a:lnTo>
                    <a:pt x="33573" y="354439"/>
                  </a:lnTo>
                  <a:lnTo>
                    <a:pt x="33080" y="354171"/>
                  </a:lnTo>
                  <a:lnTo>
                    <a:pt x="32140" y="355457"/>
                  </a:lnTo>
                  <a:lnTo>
                    <a:pt x="31833" y="356229"/>
                  </a:lnTo>
                  <a:lnTo>
                    <a:pt x="31777" y="358443"/>
                  </a:lnTo>
                  <a:lnTo>
                    <a:pt x="31664" y="359704"/>
                  </a:lnTo>
                  <a:lnTo>
                    <a:pt x="30843" y="360466"/>
                  </a:lnTo>
                  <a:lnTo>
                    <a:pt x="29522" y="360303"/>
                  </a:lnTo>
                  <a:lnTo>
                    <a:pt x="28602" y="359499"/>
                  </a:lnTo>
                  <a:lnTo>
                    <a:pt x="27987" y="359383"/>
                  </a:lnTo>
                  <a:lnTo>
                    <a:pt x="27861" y="360012"/>
                  </a:lnTo>
                  <a:lnTo>
                    <a:pt x="27515" y="360283"/>
                  </a:lnTo>
                  <a:lnTo>
                    <a:pt x="26764" y="360103"/>
                  </a:lnTo>
                  <a:lnTo>
                    <a:pt x="25658" y="359489"/>
                  </a:lnTo>
                  <a:lnTo>
                    <a:pt x="24654" y="358670"/>
                  </a:lnTo>
                  <a:lnTo>
                    <a:pt x="23293" y="356931"/>
                  </a:lnTo>
                  <a:lnTo>
                    <a:pt x="22664" y="357148"/>
                  </a:lnTo>
                  <a:lnTo>
                    <a:pt x="21117" y="356774"/>
                  </a:lnTo>
                  <a:lnTo>
                    <a:pt x="19854" y="355784"/>
                  </a:lnTo>
                  <a:lnTo>
                    <a:pt x="19532" y="354869"/>
                  </a:lnTo>
                  <a:lnTo>
                    <a:pt x="18984" y="348615"/>
                  </a:lnTo>
                  <a:lnTo>
                    <a:pt x="18817" y="348182"/>
                  </a:lnTo>
                  <a:lnTo>
                    <a:pt x="18272" y="347911"/>
                  </a:lnTo>
                  <a:lnTo>
                    <a:pt x="17356" y="347049"/>
                  </a:lnTo>
                  <a:lnTo>
                    <a:pt x="16779" y="346041"/>
                  </a:lnTo>
                  <a:lnTo>
                    <a:pt x="16480" y="344309"/>
                  </a:lnTo>
                  <a:lnTo>
                    <a:pt x="16118" y="342666"/>
                  </a:lnTo>
                  <a:lnTo>
                    <a:pt x="14574" y="343034"/>
                  </a:lnTo>
                  <a:lnTo>
                    <a:pt x="12046" y="340867"/>
                  </a:lnTo>
                  <a:lnTo>
                    <a:pt x="10295" y="338804"/>
                  </a:lnTo>
                  <a:lnTo>
                    <a:pt x="8693" y="336512"/>
                  </a:lnTo>
                  <a:lnTo>
                    <a:pt x="6263" y="331999"/>
                  </a:lnTo>
                  <a:lnTo>
                    <a:pt x="5335" y="330881"/>
                  </a:lnTo>
                  <a:lnTo>
                    <a:pt x="4189" y="329499"/>
                  </a:lnTo>
                  <a:lnTo>
                    <a:pt x="3513" y="327275"/>
                  </a:lnTo>
                  <a:lnTo>
                    <a:pt x="2395" y="325030"/>
                  </a:lnTo>
                  <a:lnTo>
                    <a:pt x="2020" y="324419"/>
                  </a:lnTo>
                  <a:lnTo>
                    <a:pt x="1669" y="322389"/>
                  </a:lnTo>
                  <a:lnTo>
                    <a:pt x="0" y="319445"/>
                  </a:lnTo>
                  <a:lnTo>
                    <a:pt x="825" y="315648"/>
                  </a:lnTo>
                  <a:lnTo>
                    <a:pt x="2833" y="312795"/>
                  </a:lnTo>
                  <a:lnTo>
                    <a:pt x="5466" y="315010"/>
                  </a:lnTo>
                  <a:lnTo>
                    <a:pt x="5788" y="310582"/>
                  </a:lnTo>
                  <a:lnTo>
                    <a:pt x="4836" y="306663"/>
                  </a:lnTo>
                  <a:lnTo>
                    <a:pt x="4977" y="299260"/>
                  </a:lnTo>
                  <a:lnTo>
                    <a:pt x="5286" y="297787"/>
                  </a:lnTo>
                  <a:lnTo>
                    <a:pt x="5980" y="295806"/>
                  </a:lnTo>
                  <a:lnTo>
                    <a:pt x="6885" y="294435"/>
                  </a:lnTo>
                  <a:lnTo>
                    <a:pt x="7416" y="294038"/>
                  </a:lnTo>
                  <a:lnTo>
                    <a:pt x="8318" y="294717"/>
                  </a:lnTo>
                  <a:lnTo>
                    <a:pt x="8888" y="293241"/>
                  </a:lnTo>
                  <a:lnTo>
                    <a:pt x="11034" y="293900"/>
                  </a:lnTo>
                  <a:lnTo>
                    <a:pt x="11684" y="293281"/>
                  </a:lnTo>
                  <a:lnTo>
                    <a:pt x="12129" y="292278"/>
                  </a:lnTo>
                  <a:lnTo>
                    <a:pt x="12653" y="291512"/>
                  </a:lnTo>
                  <a:lnTo>
                    <a:pt x="13322" y="289732"/>
                  </a:lnTo>
                  <a:lnTo>
                    <a:pt x="13706" y="287676"/>
                  </a:lnTo>
                  <a:lnTo>
                    <a:pt x="14026" y="286876"/>
                  </a:lnTo>
                  <a:lnTo>
                    <a:pt x="14769" y="287158"/>
                  </a:lnTo>
                  <a:lnTo>
                    <a:pt x="14837" y="286270"/>
                  </a:lnTo>
                  <a:lnTo>
                    <a:pt x="15219" y="285061"/>
                  </a:lnTo>
                  <a:lnTo>
                    <a:pt x="16518" y="282356"/>
                  </a:lnTo>
                  <a:lnTo>
                    <a:pt x="16505" y="281160"/>
                  </a:lnTo>
                  <a:lnTo>
                    <a:pt x="16141" y="278553"/>
                  </a:lnTo>
                  <a:lnTo>
                    <a:pt x="16230" y="277596"/>
                  </a:lnTo>
                  <a:lnTo>
                    <a:pt x="16981" y="277264"/>
                  </a:lnTo>
                  <a:lnTo>
                    <a:pt x="17870" y="276531"/>
                  </a:lnTo>
                  <a:lnTo>
                    <a:pt x="18343" y="274041"/>
                  </a:lnTo>
                  <a:lnTo>
                    <a:pt x="18929" y="271868"/>
                  </a:lnTo>
                  <a:lnTo>
                    <a:pt x="19600" y="268676"/>
                  </a:lnTo>
                  <a:lnTo>
                    <a:pt x="20339" y="268476"/>
                  </a:lnTo>
                  <a:lnTo>
                    <a:pt x="20730" y="264748"/>
                  </a:lnTo>
                  <a:lnTo>
                    <a:pt x="21725" y="261480"/>
                  </a:lnTo>
                  <a:lnTo>
                    <a:pt x="23748" y="251790"/>
                  </a:lnTo>
                  <a:lnTo>
                    <a:pt x="23138" y="252003"/>
                  </a:lnTo>
                  <a:lnTo>
                    <a:pt x="22653" y="253297"/>
                  </a:lnTo>
                  <a:lnTo>
                    <a:pt x="22100" y="253144"/>
                  </a:lnTo>
                  <a:lnTo>
                    <a:pt x="21472" y="252383"/>
                  </a:lnTo>
                  <a:lnTo>
                    <a:pt x="21657" y="248017"/>
                  </a:lnTo>
                  <a:lnTo>
                    <a:pt x="21296" y="247499"/>
                  </a:lnTo>
                  <a:lnTo>
                    <a:pt x="20318" y="250860"/>
                  </a:lnTo>
                  <a:lnTo>
                    <a:pt x="19476" y="247441"/>
                  </a:lnTo>
                  <a:lnTo>
                    <a:pt x="19400" y="245358"/>
                  </a:lnTo>
                  <a:lnTo>
                    <a:pt x="19754" y="243294"/>
                  </a:lnTo>
                  <a:lnTo>
                    <a:pt x="19703" y="241906"/>
                  </a:lnTo>
                  <a:lnTo>
                    <a:pt x="18338" y="242939"/>
                  </a:lnTo>
                  <a:lnTo>
                    <a:pt x="18401" y="241654"/>
                  </a:lnTo>
                  <a:lnTo>
                    <a:pt x="19250" y="240332"/>
                  </a:lnTo>
                  <a:lnTo>
                    <a:pt x="19635" y="238956"/>
                  </a:lnTo>
                  <a:lnTo>
                    <a:pt x="20376" y="237458"/>
                  </a:lnTo>
                  <a:lnTo>
                    <a:pt x="20683" y="235191"/>
                  </a:lnTo>
                  <a:lnTo>
                    <a:pt x="20861" y="231680"/>
                  </a:lnTo>
                  <a:lnTo>
                    <a:pt x="21194" y="227901"/>
                  </a:lnTo>
                  <a:lnTo>
                    <a:pt x="20948" y="226041"/>
                  </a:lnTo>
                  <a:lnTo>
                    <a:pt x="20547" y="224450"/>
                  </a:lnTo>
                  <a:lnTo>
                    <a:pt x="20214" y="217416"/>
                  </a:lnTo>
                  <a:lnTo>
                    <a:pt x="20307" y="213320"/>
                  </a:lnTo>
                  <a:lnTo>
                    <a:pt x="20135" y="210105"/>
                  </a:lnTo>
                  <a:lnTo>
                    <a:pt x="19788" y="207381"/>
                  </a:lnTo>
                  <a:lnTo>
                    <a:pt x="18171" y="203807"/>
                  </a:lnTo>
                  <a:lnTo>
                    <a:pt x="20728" y="199714"/>
                  </a:lnTo>
                  <a:lnTo>
                    <a:pt x="21646" y="196625"/>
                  </a:lnTo>
                  <a:lnTo>
                    <a:pt x="20483" y="190266"/>
                  </a:lnTo>
                  <a:lnTo>
                    <a:pt x="18963" y="184906"/>
                  </a:lnTo>
                  <a:lnTo>
                    <a:pt x="18919" y="181689"/>
                  </a:lnTo>
                  <a:lnTo>
                    <a:pt x="19320" y="182100"/>
                  </a:lnTo>
                  <a:lnTo>
                    <a:pt x="19831" y="182003"/>
                  </a:lnTo>
                  <a:lnTo>
                    <a:pt x="20298" y="175222"/>
                  </a:lnTo>
                  <a:lnTo>
                    <a:pt x="20189" y="173121"/>
                  </a:lnTo>
                  <a:lnTo>
                    <a:pt x="19335" y="169730"/>
                  </a:lnTo>
                  <a:lnTo>
                    <a:pt x="18274" y="169648"/>
                  </a:lnTo>
                  <a:lnTo>
                    <a:pt x="17345" y="165388"/>
                  </a:lnTo>
                  <a:lnTo>
                    <a:pt x="16813" y="164432"/>
                  </a:lnTo>
                  <a:lnTo>
                    <a:pt x="16385" y="161750"/>
                  </a:lnTo>
                  <a:lnTo>
                    <a:pt x="14889" y="156524"/>
                  </a:lnTo>
                  <a:lnTo>
                    <a:pt x="13701" y="153803"/>
                  </a:lnTo>
                  <a:lnTo>
                    <a:pt x="14589" y="147495"/>
                  </a:lnTo>
                  <a:lnTo>
                    <a:pt x="15364" y="146287"/>
                  </a:lnTo>
                  <a:lnTo>
                    <a:pt x="15618" y="144713"/>
                  </a:lnTo>
                  <a:lnTo>
                    <a:pt x="15315" y="140839"/>
                  </a:lnTo>
                  <a:lnTo>
                    <a:pt x="15398" y="139930"/>
                  </a:lnTo>
                  <a:lnTo>
                    <a:pt x="15581" y="139545"/>
                  </a:lnTo>
                  <a:lnTo>
                    <a:pt x="15762" y="139573"/>
                  </a:lnTo>
                  <a:lnTo>
                    <a:pt x="16076" y="140155"/>
                  </a:lnTo>
                  <a:lnTo>
                    <a:pt x="16658" y="141828"/>
                  </a:lnTo>
                  <a:lnTo>
                    <a:pt x="17145" y="143898"/>
                  </a:lnTo>
                  <a:lnTo>
                    <a:pt x="17535" y="144533"/>
                  </a:lnTo>
                  <a:lnTo>
                    <a:pt x="18124" y="143848"/>
                  </a:lnTo>
                  <a:lnTo>
                    <a:pt x="20409" y="139723"/>
                  </a:lnTo>
                  <a:lnTo>
                    <a:pt x="20263" y="138446"/>
                  </a:lnTo>
                  <a:lnTo>
                    <a:pt x="20472" y="135862"/>
                  </a:lnTo>
                  <a:lnTo>
                    <a:pt x="21235" y="133745"/>
                  </a:lnTo>
                  <a:lnTo>
                    <a:pt x="22052" y="133025"/>
                  </a:lnTo>
                  <a:lnTo>
                    <a:pt x="22295" y="131845"/>
                  </a:lnTo>
                  <a:lnTo>
                    <a:pt x="22097" y="130030"/>
                  </a:lnTo>
                  <a:lnTo>
                    <a:pt x="21240" y="125504"/>
                  </a:lnTo>
                  <a:lnTo>
                    <a:pt x="20473" y="123067"/>
                  </a:lnTo>
                  <a:lnTo>
                    <a:pt x="19981" y="120640"/>
                  </a:lnTo>
                  <a:lnTo>
                    <a:pt x="19720" y="118406"/>
                  </a:lnTo>
                  <a:lnTo>
                    <a:pt x="18852" y="116303"/>
                  </a:lnTo>
                  <a:lnTo>
                    <a:pt x="19220" y="114310"/>
                  </a:lnTo>
                  <a:lnTo>
                    <a:pt x="19894" y="111981"/>
                  </a:lnTo>
                  <a:lnTo>
                    <a:pt x="20123" y="111579"/>
                  </a:lnTo>
                  <a:lnTo>
                    <a:pt x="20490" y="112217"/>
                  </a:lnTo>
                  <a:lnTo>
                    <a:pt x="21496" y="116443"/>
                  </a:lnTo>
                  <a:lnTo>
                    <a:pt x="23098" y="119194"/>
                  </a:lnTo>
                  <a:lnTo>
                    <a:pt x="24778" y="123634"/>
                  </a:lnTo>
                  <a:lnTo>
                    <a:pt x="25466" y="126692"/>
                  </a:lnTo>
                  <a:lnTo>
                    <a:pt x="26013" y="127249"/>
                  </a:lnTo>
                  <a:lnTo>
                    <a:pt x="26489" y="128357"/>
                  </a:lnTo>
                  <a:lnTo>
                    <a:pt x="26279" y="129178"/>
                  </a:lnTo>
                  <a:lnTo>
                    <a:pt x="25754" y="130044"/>
                  </a:lnTo>
                  <a:lnTo>
                    <a:pt x="25602" y="131823"/>
                  </a:lnTo>
                  <a:lnTo>
                    <a:pt x="25944" y="132820"/>
                  </a:lnTo>
                  <a:lnTo>
                    <a:pt x="26306" y="133455"/>
                  </a:lnTo>
                  <a:lnTo>
                    <a:pt x="27285" y="133052"/>
                  </a:lnTo>
                  <a:lnTo>
                    <a:pt x="27824" y="130968"/>
                  </a:lnTo>
                  <a:lnTo>
                    <a:pt x="27462" y="121855"/>
                  </a:lnTo>
                  <a:lnTo>
                    <a:pt x="26895" y="117300"/>
                  </a:lnTo>
                  <a:lnTo>
                    <a:pt x="26241" y="115880"/>
                  </a:lnTo>
                  <a:lnTo>
                    <a:pt x="25653" y="114078"/>
                  </a:lnTo>
                  <a:lnTo>
                    <a:pt x="26049" y="112714"/>
                  </a:lnTo>
                  <a:lnTo>
                    <a:pt x="27094" y="112100"/>
                  </a:lnTo>
                  <a:lnTo>
                    <a:pt x="28470" y="110503"/>
                  </a:lnTo>
                  <a:lnTo>
                    <a:pt x="33497" y="101804"/>
                  </a:lnTo>
                  <a:lnTo>
                    <a:pt x="35220" y="93633"/>
                  </a:lnTo>
                  <a:lnTo>
                    <a:pt x="36539" y="90674"/>
                  </a:lnTo>
                  <a:lnTo>
                    <a:pt x="38029" y="88749"/>
                  </a:lnTo>
                  <a:lnTo>
                    <a:pt x="39850" y="89201"/>
                  </a:lnTo>
                  <a:lnTo>
                    <a:pt x="41266" y="88172"/>
                  </a:lnTo>
                  <a:lnTo>
                    <a:pt x="41702" y="85571"/>
                  </a:lnTo>
                  <a:lnTo>
                    <a:pt x="41315" y="82044"/>
                  </a:lnTo>
                  <a:lnTo>
                    <a:pt x="40771" y="79918"/>
                  </a:lnTo>
                  <a:lnTo>
                    <a:pt x="41294" y="76830"/>
                  </a:lnTo>
                  <a:lnTo>
                    <a:pt x="41835" y="72148"/>
                  </a:lnTo>
                  <a:lnTo>
                    <a:pt x="41796" y="68215"/>
                  </a:lnTo>
                  <a:lnTo>
                    <a:pt x="42495" y="65870"/>
                  </a:lnTo>
                  <a:lnTo>
                    <a:pt x="42253" y="64947"/>
                  </a:lnTo>
                  <a:lnTo>
                    <a:pt x="41232" y="66846"/>
                  </a:lnTo>
                  <a:lnTo>
                    <a:pt x="40426" y="67695"/>
                  </a:lnTo>
                  <a:lnTo>
                    <a:pt x="40882" y="66131"/>
                  </a:lnTo>
                  <a:lnTo>
                    <a:pt x="42310" y="62249"/>
                  </a:lnTo>
                  <a:lnTo>
                    <a:pt x="43053" y="56342"/>
                  </a:lnTo>
                  <a:lnTo>
                    <a:pt x="43623" y="53882"/>
                  </a:lnTo>
                  <a:lnTo>
                    <a:pt x="45638" y="50445"/>
                  </a:lnTo>
                  <a:lnTo>
                    <a:pt x="46037" y="48789"/>
                  </a:lnTo>
                  <a:lnTo>
                    <a:pt x="47559" y="46213"/>
                  </a:lnTo>
                  <a:lnTo>
                    <a:pt x="50014" y="40683"/>
                  </a:lnTo>
                  <a:lnTo>
                    <a:pt x="50953" y="39142"/>
                  </a:lnTo>
                  <a:lnTo>
                    <a:pt x="55710" y="42707"/>
                  </a:lnTo>
                  <a:lnTo>
                    <a:pt x="57221" y="42482"/>
                  </a:lnTo>
                  <a:lnTo>
                    <a:pt x="56951" y="43133"/>
                  </a:lnTo>
                  <a:lnTo>
                    <a:pt x="56254" y="43353"/>
                  </a:lnTo>
                  <a:lnTo>
                    <a:pt x="55246" y="44320"/>
                  </a:lnTo>
                  <a:lnTo>
                    <a:pt x="54954" y="46447"/>
                  </a:lnTo>
                  <a:lnTo>
                    <a:pt x="55636" y="48676"/>
                  </a:lnTo>
                  <a:lnTo>
                    <a:pt x="56360" y="49321"/>
                  </a:lnTo>
                  <a:lnTo>
                    <a:pt x="56978" y="47888"/>
                  </a:lnTo>
                  <a:lnTo>
                    <a:pt x="57590" y="43795"/>
                  </a:lnTo>
                  <a:lnTo>
                    <a:pt x="58575" y="39272"/>
                  </a:lnTo>
                  <a:lnTo>
                    <a:pt x="58806" y="34532"/>
                  </a:lnTo>
                  <a:lnTo>
                    <a:pt x="59504" y="32903"/>
                  </a:lnTo>
                  <a:lnTo>
                    <a:pt x="60525" y="32319"/>
                  </a:lnTo>
                  <a:lnTo>
                    <a:pt x="62348" y="33257"/>
                  </a:lnTo>
                  <a:lnTo>
                    <a:pt x="63735" y="34238"/>
                  </a:lnTo>
                  <a:lnTo>
                    <a:pt x="65183" y="34362"/>
                  </a:lnTo>
                  <a:lnTo>
                    <a:pt x="69614" y="33645"/>
                  </a:lnTo>
                  <a:lnTo>
                    <a:pt x="76823" y="21340"/>
                  </a:lnTo>
                  <a:lnTo>
                    <a:pt x="80171" y="18694"/>
                  </a:lnTo>
                  <a:lnTo>
                    <a:pt x="82268" y="16107"/>
                  </a:lnTo>
                  <a:lnTo>
                    <a:pt x="83606" y="11056"/>
                  </a:lnTo>
                  <a:lnTo>
                    <a:pt x="83966" y="7263"/>
                  </a:lnTo>
                  <a:lnTo>
                    <a:pt x="84949" y="5790"/>
                  </a:lnTo>
                  <a:lnTo>
                    <a:pt x="85984" y="5794"/>
                  </a:lnTo>
                  <a:lnTo>
                    <a:pt x="86458" y="4870"/>
                  </a:lnTo>
                  <a:lnTo>
                    <a:pt x="86606" y="3702"/>
                  </a:lnTo>
                  <a:lnTo>
                    <a:pt x="89099" y="425"/>
                  </a:lnTo>
                  <a:lnTo>
                    <a:pt x="90526" y="0"/>
                  </a:lnTo>
                  <a:lnTo>
                    <a:pt x="91787" y="62"/>
                  </a:lnTo>
                  <a:lnTo>
                    <a:pt x="94613" y="2927"/>
                  </a:lnTo>
                  <a:lnTo>
                    <a:pt x="95918" y="7984"/>
                  </a:lnTo>
                  <a:lnTo>
                    <a:pt x="96134" y="11466"/>
                  </a:lnTo>
                  <a:lnTo>
                    <a:pt x="94344" y="15249"/>
                  </a:lnTo>
                  <a:close/>
                </a:path>
              </a:pathLst>
            </a:custGeom>
            <a:solidFill>
              <a:srgbClr val="238B2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g442"/>
            <p:cNvSpPr/>
            <p:nvPr/>
          </p:nvSpPr>
          <p:spPr>
            <a:xfrm>
              <a:off x="3865471" y="3995959"/>
              <a:ext cx="2774" cy="3581"/>
            </a:xfrm>
            <a:custGeom>
              <a:avLst/>
              <a:pathLst>
                <a:path w="2774" h="3581">
                  <a:moveTo>
                    <a:pt x="1917" y="1771"/>
                  </a:moveTo>
                  <a:lnTo>
                    <a:pt x="2774" y="3581"/>
                  </a:lnTo>
                  <a:lnTo>
                    <a:pt x="393" y="2830"/>
                  </a:lnTo>
                  <a:lnTo>
                    <a:pt x="19" y="1200"/>
                  </a:lnTo>
                  <a:lnTo>
                    <a:pt x="0" y="0"/>
                  </a:lnTo>
                  <a:lnTo>
                    <a:pt x="889" y="262"/>
                  </a:lnTo>
                  <a:close/>
                </a:path>
              </a:pathLst>
            </a:custGeom>
            <a:solidFill>
              <a:srgbClr val="D4E7C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g443"/>
            <p:cNvSpPr/>
            <p:nvPr/>
          </p:nvSpPr>
          <p:spPr>
            <a:xfrm>
              <a:off x="3872646" y="3990768"/>
              <a:ext cx="3737" cy="8426"/>
            </a:xfrm>
            <a:custGeom>
              <a:avLst/>
              <a:pathLst>
                <a:path w="3737" h="8426">
                  <a:moveTo>
                    <a:pt x="3123" y="300"/>
                  </a:moveTo>
                  <a:lnTo>
                    <a:pt x="3737" y="4377"/>
                  </a:lnTo>
                  <a:lnTo>
                    <a:pt x="3731" y="7450"/>
                  </a:lnTo>
                  <a:lnTo>
                    <a:pt x="3471" y="8426"/>
                  </a:lnTo>
                  <a:lnTo>
                    <a:pt x="2925" y="7794"/>
                  </a:lnTo>
                  <a:lnTo>
                    <a:pt x="1917" y="5344"/>
                  </a:lnTo>
                  <a:lnTo>
                    <a:pt x="0" y="2954"/>
                  </a:lnTo>
                  <a:lnTo>
                    <a:pt x="879" y="2758"/>
                  </a:lnTo>
                  <a:lnTo>
                    <a:pt x="1393" y="3003"/>
                  </a:lnTo>
                  <a:lnTo>
                    <a:pt x="1937" y="2784"/>
                  </a:lnTo>
                  <a:lnTo>
                    <a:pt x="2277" y="1439"/>
                  </a:lnTo>
                  <a:lnTo>
                    <a:pt x="2345" y="637"/>
                  </a:lnTo>
                  <a:lnTo>
                    <a:pt x="2824" y="0"/>
                  </a:lnTo>
                  <a:close/>
                </a:path>
              </a:pathLst>
            </a:custGeom>
            <a:solidFill>
              <a:srgbClr val="D4E7C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g444"/>
            <p:cNvSpPr/>
            <p:nvPr/>
          </p:nvSpPr>
          <p:spPr>
            <a:xfrm>
              <a:off x="3860539" y="3969997"/>
              <a:ext cx="3227" cy="16136"/>
            </a:xfrm>
            <a:custGeom>
              <a:avLst/>
              <a:pathLst>
                <a:path w="3227" h="16136">
                  <a:moveTo>
                    <a:pt x="2914" y="15744"/>
                  </a:moveTo>
                  <a:lnTo>
                    <a:pt x="2682" y="16136"/>
                  </a:lnTo>
                  <a:lnTo>
                    <a:pt x="1569" y="14451"/>
                  </a:lnTo>
                  <a:lnTo>
                    <a:pt x="934" y="14053"/>
                  </a:lnTo>
                  <a:lnTo>
                    <a:pt x="0" y="11329"/>
                  </a:lnTo>
                  <a:lnTo>
                    <a:pt x="358" y="1881"/>
                  </a:lnTo>
                  <a:lnTo>
                    <a:pt x="658" y="672"/>
                  </a:lnTo>
                  <a:lnTo>
                    <a:pt x="881" y="178"/>
                  </a:lnTo>
                  <a:lnTo>
                    <a:pt x="1399" y="0"/>
                  </a:lnTo>
                  <a:lnTo>
                    <a:pt x="2026" y="1186"/>
                  </a:lnTo>
                  <a:lnTo>
                    <a:pt x="1861" y="7260"/>
                  </a:lnTo>
                  <a:lnTo>
                    <a:pt x="2693" y="11349"/>
                  </a:lnTo>
                  <a:lnTo>
                    <a:pt x="3227" y="14586"/>
                  </a:lnTo>
                  <a:close/>
                </a:path>
              </a:pathLst>
            </a:custGeom>
            <a:solidFill>
              <a:srgbClr val="D4E7C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g445"/>
            <p:cNvSpPr/>
            <p:nvPr/>
          </p:nvSpPr>
          <p:spPr>
            <a:xfrm>
              <a:off x="3034931" y="3189703"/>
              <a:ext cx="2696" cy="6502"/>
            </a:xfrm>
            <a:custGeom>
              <a:avLst/>
              <a:pathLst>
                <a:path w="2696" h="6502">
                  <a:moveTo>
                    <a:pt x="2545" y="5377"/>
                  </a:moveTo>
                  <a:lnTo>
                    <a:pt x="1595" y="6502"/>
                  </a:lnTo>
                  <a:lnTo>
                    <a:pt x="933" y="6012"/>
                  </a:lnTo>
                  <a:lnTo>
                    <a:pt x="303" y="4847"/>
                  </a:lnTo>
                  <a:lnTo>
                    <a:pt x="0" y="3162"/>
                  </a:lnTo>
                  <a:lnTo>
                    <a:pt x="246" y="1714"/>
                  </a:lnTo>
                  <a:lnTo>
                    <a:pt x="1524" y="0"/>
                  </a:lnTo>
                  <a:lnTo>
                    <a:pt x="2286" y="555"/>
                  </a:lnTo>
                  <a:lnTo>
                    <a:pt x="2696" y="3213"/>
                  </a:lnTo>
                  <a:close/>
                </a:path>
              </a:pathLst>
            </a:custGeom>
            <a:solidFill>
              <a:srgbClr val="C1DCB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g446"/>
            <p:cNvSpPr/>
            <p:nvPr/>
          </p:nvSpPr>
          <p:spPr>
            <a:xfrm>
              <a:off x="3050352" y="3181274"/>
              <a:ext cx="1656" cy="5627"/>
            </a:xfrm>
            <a:custGeom>
              <a:avLst/>
              <a:pathLst>
                <a:path w="1656" h="5627">
                  <a:moveTo>
                    <a:pt x="849" y="5518"/>
                  </a:moveTo>
                  <a:lnTo>
                    <a:pt x="509" y="5627"/>
                  </a:lnTo>
                  <a:lnTo>
                    <a:pt x="0" y="4296"/>
                  </a:lnTo>
                  <a:lnTo>
                    <a:pt x="113" y="2452"/>
                  </a:lnTo>
                  <a:lnTo>
                    <a:pt x="56" y="1966"/>
                  </a:lnTo>
                  <a:lnTo>
                    <a:pt x="506" y="0"/>
                  </a:lnTo>
                  <a:lnTo>
                    <a:pt x="1390" y="171"/>
                  </a:lnTo>
                  <a:lnTo>
                    <a:pt x="1614" y="1628"/>
                  </a:lnTo>
                  <a:lnTo>
                    <a:pt x="1656" y="4635"/>
                  </a:lnTo>
                  <a:close/>
                </a:path>
              </a:pathLst>
            </a:custGeom>
            <a:solidFill>
              <a:srgbClr val="C1DCB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g447"/>
            <p:cNvSpPr/>
            <p:nvPr/>
          </p:nvSpPr>
          <p:spPr>
            <a:xfrm>
              <a:off x="3043853" y="3181127"/>
              <a:ext cx="4153" cy="12186"/>
            </a:xfrm>
            <a:custGeom>
              <a:avLst/>
              <a:pathLst>
                <a:path w="4153" h="12186">
                  <a:moveTo>
                    <a:pt x="4153" y="9472"/>
                  </a:moveTo>
                  <a:lnTo>
                    <a:pt x="3416" y="12186"/>
                  </a:lnTo>
                  <a:lnTo>
                    <a:pt x="1801" y="11968"/>
                  </a:lnTo>
                  <a:lnTo>
                    <a:pt x="970" y="10850"/>
                  </a:lnTo>
                  <a:lnTo>
                    <a:pt x="0" y="7434"/>
                  </a:lnTo>
                  <a:lnTo>
                    <a:pt x="30" y="4798"/>
                  </a:lnTo>
                  <a:lnTo>
                    <a:pt x="371" y="2510"/>
                  </a:lnTo>
                  <a:lnTo>
                    <a:pt x="312" y="523"/>
                  </a:lnTo>
                  <a:lnTo>
                    <a:pt x="449" y="0"/>
                  </a:lnTo>
                  <a:lnTo>
                    <a:pt x="947" y="343"/>
                  </a:lnTo>
                  <a:lnTo>
                    <a:pt x="1028" y="1680"/>
                  </a:lnTo>
                  <a:lnTo>
                    <a:pt x="2498" y="4953"/>
                  </a:lnTo>
                  <a:lnTo>
                    <a:pt x="3043" y="5592"/>
                  </a:lnTo>
                  <a:close/>
                </a:path>
              </a:pathLst>
            </a:custGeom>
            <a:solidFill>
              <a:srgbClr val="C1DCB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g448"/>
            <p:cNvSpPr/>
            <p:nvPr/>
          </p:nvSpPr>
          <p:spPr>
            <a:xfrm>
              <a:off x="3053917" y="3154275"/>
              <a:ext cx="3380" cy="7423"/>
            </a:xfrm>
            <a:custGeom>
              <a:avLst/>
              <a:pathLst>
                <a:path w="3380" h="7423">
                  <a:moveTo>
                    <a:pt x="506" y="0"/>
                  </a:moveTo>
                  <a:lnTo>
                    <a:pt x="1522" y="539"/>
                  </a:lnTo>
                  <a:lnTo>
                    <a:pt x="1909" y="346"/>
                  </a:lnTo>
                  <a:lnTo>
                    <a:pt x="2557" y="464"/>
                  </a:lnTo>
                  <a:lnTo>
                    <a:pt x="3249" y="2015"/>
                  </a:lnTo>
                  <a:lnTo>
                    <a:pt x="3380" y="3663"/>
                  </a:lnTo>
                  <a:lnTo>
                    <a:pt x="3036" y="5729"/>
                  </a:lnTo>
                  <a:lnTo>
                    <a:pt x="1691" y="7423"/>
                  </a:lnTo>
                  <a:lnTo>
                    <a:pt x="916" y="7225"/>
                  </a:lnTo>
                  <a:lnTo>
                    <a:pt x="0" y="5677"/>
                  </a:lnTo>
                  <a:lnTo>
                    <a:pt x="526" y="2624"/>
                  </a:lnTo>
                  <a:close/>
                </a:path>
              </a:pathLst>
            </a:custGeom>
            <a:solidFill>
              <a:srgbClr val="C1DCB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g449"/>
            <p:cNvSpPr/>
            <p:nvPr/>
          </p:nvSpPr>
          <p:spPr>
            <a:xfrm>
              <a:off x="3036382" y="3141257"/>
              <a:ext cx="4452" cy="5456"/>
            </a:xfrm>
            <a:custGeom>
              <a:avLst/>
              <a:pathLst>
                <a:path w="4452" h="5456">
                  <a:moveTo>
                    <a:pt x="3782" y="1633"/>
                  </a:moveTo>
                  <a:lnTo>
                    <a:pt x="4286" y="2503"/>
                  </a:lnTo>
                  <a:lnTo>
                    <a:pt x="4452" y="3125"/>
                  </a:lnTo>
                  <a:lnTo>
                    <a:pt x="3704" y="3449"/>
                  </a:lnTo>
                  <a:lnTo>
                    <a:pt x="1889" y="2315"/>
                  </a:lnTo>
                  <a:lnTo>
                    <a:pt x="1404" y="3009"/>
                  </a:lnTo>
                  <a:lnTo>
                    <a:pt x="922" y="5456"/>
                  </a:lnTo>
                  <a:lnTo>
                    <a:pt x="0" y="1754"/>
                  </a:lnTo>
                  <a:lnTo>
                    <a:pt x="63" y="393"/>
                  </a:lnTo>
                  <a:lnTo>
                    <a:pt x="260" y="0"/>
                  </a:lnTo>
                  <a:lnTo>
                    <a:pt x="1547" y="972"/>
                  </a:lnTo>
                  <a:close/>
                </a:path>
              </a:pathLst>
            </a:custGeom>
            <a:solidFill>
              <a:srgbClr val="C1DCB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g450"/>
            <p:cNvSpPr/>
            <p:nvPr/>
          </p:nvSpPr>
          <p:spPr>
            <a:xfrm>
              <a:off x="3053531" y="3136353"/>
              <a:ext cx="1250" cy="6968"/>
            </a:xfrm>
            <a:custGeom>
              <a:avLst/>
              <a:pathLst>
                <a:path w="1250" h="6968">
                  <a:moveTo>
                    <a:pt x="1250" y="5456"/>
                  </a:moveTo>
                  <a:lnTo>
                    <a:pt x="861" y="6968"/>
                  </a:lnTo>
                  <a:lnTo>
                    <a:pt x="383" y="4748"/>
                  </a:lnTo>
                  <a:lnTo>
                    <a:pt x="125" y="4221"/>
                  </a:lnTo>
                  <a:lnTo>
                    <a:pt x="0" y="1031"/>
                  </a:lnTo>
                  <a:lnTo>
                    <a:pt x="706" y="80"/>
                  </a:lnTo>
                  <a:lnTo>
                    <a:pt x="1050" y="0"/>
                  </a:lnTo>
                  <a:lnTo>
                    <a:pt x="1060" y="3298"/>
                  </a:lnTo>
                  <a:close/>
                </a:path>
              </a:pathLst>
            </a:custGeom>
            <a:solidFill>
              <a:srgbClr val="C1DCB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g451"/>
            <p:cNvSpPr/>
            <p:nvPr/>
          </p:nvSpPr>
          <p:spPr>
            <a:xfrm>
              <a:off x="3027912" y="3134037"/>
              <a:ext cx="2510" cy="3780"/>
            </a:xfrm>
            <a:custGeom>
              <a:avLst/>
              <a:pathLst>
                <a:path w="2510" h="3780">
                  <a:moveTo>
                    <a:pt x="2510" y="3073"/>
                  </a:moveTo>
                  <a:lnTo>
                    <a:pt x="1510" y="3780"/>
                  </a:lnTo>
                  <a:lnTo>
                    <a:pt x="890" y="3690"/>
                  </a:lnTo>
                  <a:lnTo>
                    <a:pt x="0" y="2647"/>
                  </a:lnTo>
                  <a:lnTo>
                    <a:pt x="279" y="1519"/>
                  </a:lnTo>
                  <a:lnTo>
                    <a:pt x="1243" y="262"/>
                  </a:lnTo>
                  <a:lnTo>
                    <a:pt x="1908" y="0"/>
                  </a:lnTo>
                  <a:lnTo>
                    <a:pt x="2451" y="2234"/>
                  </a:lnTo>
                  <a:close/>
                </a:path>
              </a:pathLst>
            </a:custGeom>
            <a:solidFill>
              <a:srgbClr val="C1DCB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g452"/>
            <p:cNvSpPr/>
            <p:nvPr/>
          </p:nvSpPr>
          <p:spPr>
            <a:xfrm>
              <a:off x="3024884" y="3126014"/>
              <a:ext cx="4410" cy="7911"/>
            </a:xfrm>
            <a:custGeom>
              <a:avLst/>
              <a:pathLst>
                <a:path w="4410" h="7911">
                  <a:moveTo>
                    <a:pt x="2092" y="7303"/>
                  </a:moveTo>
                  <a:lnTo>
                    <a:pt x="905" y="7911"/>
                  </a:lnTo>
                  <a:lnTo>
                    <a:pt x="405" y="7618"/>
                  </a:lnTo>
                  <a:lnTo>
                    <a:pt x="239" y="5267"/>
                  </a:lnTo>
                  <a:lnTo>
                    <a:pt x="0" y="3721"/>
                  </a:lnTo>
                  <a:lnTo>
                    <a:pt x="54" y="3032"/>
                  </a:lnTo>
                  <a:lnTo>
                    <a:pt x="2779" y="0"/>
                  </a:lnTo>
                  <a:lnTo>
                    <a:pt x="3740" y="507"/>
                  </a:lnTo>
                  <a:lnTo>
                    <a:pt x="4410" y="2923"/>
                  </a:lnTo>
                  <a:lnTo>
                    <a:pt x="3954" y="4265"/>
                  </a:lnTo>
                  <a:close/>
                </a:path>
              </a:pathLst>
            </a:custGeom>
            <a:solidFill>
              <a:srgbClr val="C1DCB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g453"/>
            <p:cNvSpPr/>
            <p:nvPr/>
          </p:nvSpPr>
          <p:spPr>
            <a:xfrm>
              <a:off x="2286747" y="3303432"/>
              <a:ext cx="40759" cy="92157"/>
            </a:xfrm>
            <a:custGeom>
              <a:avLst/>
              <a:pathLst>
                <a:path w="40759" h="92157">
                  <a:moveTo>
                    <a:pt x="27616" y="8043"/>
                  </a:moveTo>
                  <a:lnTo>
                    <a:pt x="27917" y="9218"/>
                  </a:lnTo>
                  <a:lnTo>
                    <a:pt x="28272" y="11064"/>
                  </a:lnTo>
                  <a:lnTo>
                    <a:pt x="28429" y="13437"/>
                  </a:lnTo>
                  <a:lnTo>
                    <a:pt x="29977" y="21379"/>
                  </a:lnTo>
                  <a:lnTo>
                    <a:pt x="31213" y="25827"/>
                  </a:lnTo>
                  <a:lnTo>
                    <a:pt x="33921" y="33917"/>
                  </a:lnTo>
                  <a:lnTo>
                    <a:pt x="35093" y="35405"/>
                  </a:lnTo>
                  <a:lnTo>
                    <a:pt x="37069" y="41915"/>
                  </a:lnTo>
                  <a:lnTo>
                    <a:pt x="37752" y="42990"/>
                  </a:lnTo>
                  <a:lnTo>
                    <a:pt x="38141" y="44912"/>
                  </a:lnTo>
                  <a:lnTo>
                    <a:pt x="40191" y="46493"/>
                  </a:lnTo>
                  <a:lnTo>
                    <a:pt x="40759" y="47656"/>
                  </a:lnTo>
                  <a:lnTo>
                    <a:pt x="40690" y="48201"/>
                  </a:lnTo>
                  <a:lnTo>
                    <a:pt x="40479" y="48774"/>
                  </a:lnTo>
                  <a:lnTo>
                    <a:pt x="40177" y="49353"/>
                  </a:lnTo>
                  <a:lnTo>
                    <a:pt x="39778" y="49748"/>
                  </a:lnTo>
                  <a:lnTo>
                    <a:pt x="38811" y="48559"/>
                  </a:lnTo>
                  <a:lnTo>
                    <a:pt x="37865" y="47209"/>
                  </a:lnTo>
                  <a:lnTo>
                    <a:pt x="37341" y="47829"/>
                  </a:lnTo>
                  <a:lnTo>
                    <a:pt x="37144" y="49582"/>
                  </a:lnTo>
                  <a:lnTo>
                    <a:pt x="36793" y="50482"/>
                  </a:lnTo>
                  <a:lnTo>
                    <a:pt x="36354" y="50836"/>
                  </a:lnTo>
                  <a:lnTo>
                    <a:pt x="36173" y="51423"/>
                  </a:lnTo>
                  <a:lnTo>
                    <a:pt x="36137" y="57342"/>
                  </a:lnTo>
                  <a:lnTo>
                    <a:pt x="36167" y="62920"/>
                  </a:lnTo>
                  <a:lnTo>
                    <a:pt x="36886" y="63045"/>
                  </a:lnTo>
                  <a:lnTo>
                    <a:pt x="38084" y="64983"/>
                  </a:lnTo>
                  <a:lnTo>
                    <a:pt x="38595" y="66123"/>
                  </a:lnTo>
                  <a:lnTo>
                    <a:pt x="38757" y="67176"/>
                  </a:lnTo>
                  <a:lnTo>
                    <a:pt x="38609" y="67692"/>
                  </a:lnTo>
                  <a:lnTo>
                    <a:pt x="37732" y="68909"/>
                  </a:lnTo>
                  <a:lnTo>
                    <a:pt x="36878" y="70448"/>
                  </a:lnTo>
                  <a:lnTo>
                    <a:pt x="36451" y="72369"/>
                  </a:lnTo>
                  <a:lnTo>
                    <a:pt x="37199" y="75472"/>
                  </a:lnTo>
                  <a:lnTo>
                    <a:pt x="37358" y="77580"/>
                  </a:lnTo>
                  <a:lnTo>
                    <a:pt x="37332" y="79785"/>
                  </a:lnTo>
                  <a:lnTo>
                    <a:pt x="37127" y="80844"/>
                  </a:lnTo>
                  <a:lnTo>
                    <a:pt x="35470" y="83377"/>
                  </a:lnTo>
                  <a:lnTo>
                    <a:pt x="35107" y="84265"/>
                  </a:lnTo>
                  <a:lnTo>
                    <a:pt x="35155" y="84907"/>
                  </a:lnTo>
                  <a:lnTo>
                    <a:pt x="36068" y="86656"/>
                  </a:lnTo>
                  <a:lnTo>
                    <a:pt x="36502" y="88347"/>
                  </a:lnTo>
                  <a:lnTo>
                    <a:pt x="36862" y="90387"/>
                  </a:lnTo>
                  <a:lnTo>
                    <a:pt x="36910" y="92157"/>
                  </a:lnTo>
                  <a:lnTo>
                    <a:pt x="36083" y="88875"/>
                  </a:lnTo>
                  <a:lnTo>
                    <a:pt x="34935" y="85742"/>
                  </a:lnTo>
                  <a:lnTo>
                    <a:pt x="33937" y="83812"/>
                  </a:lnTo>
                  <a:lnTo>
                    <a:pt x="33861" y="79309"/>
                  </a:lnTo>
                  <a:lnTo>
                    <a:pt x="33461" y="76865"/>
                  </a:lnTo>
                  <a:lnTo>
                    <a:pt x="31957" y="74614"/>
                  </a:lnTo>
                  <a:lnTo>
                    <a:pt x="30670" y="73037"/>
                  </a:lnTo>
                  <a:lnTo>
                    <a:pt x="29715" y="73358"/>
                  </a:lnTo>
                  <a:lnTo>
                    <a:pt x="30300" y="75947"/>
                  </a:lnTo>
                  <a:lnTo>
                    <a:pt x="31811" y="79267"/>
                  </a:lnTo>
                  <a:lnTo>
                    <a:pt x="31911" y="80539"/>
                  </a:lnTo>
                  <a:lnTo>
                    <a:pt x="31887" y="82248"/>
                  </a:lnTo>
                  <a:lnTo>
                    <a:pt x="30848" y="81985"/>
                  </a:lnTo>
                  <a:lnTo>
                    <a:pt x="29931" y="81288"/>
                  </a:lnTo>
                  <a:lnTo>
                    <a:pt x="28813" y="81070"/>
                  </a:lnTo>
                  <a:lnTo>
                    <a:pt x="28070" y="80052"/>
                  </a:lnTo>
                  <a:lnTo>
                    <a:pt x="26494" y="76088"/>
                  </a:lnTo>
                  <a:lnTo>
                    <a:pt x="27614" y="72706"/>
                  </a:lnTo>
                  <a:lnTo>
                    <a:pt x="27960" y="70486"/>
                  </a:lnTo>
                  <a:lnTo>
                    <a:pt x="27931" y="65883"/>
                  </a:lnTo>
                  <a:lnTo>
                    <a:pt x="27674" y="63651"/>
                  </a:lnTo>
                  <a:lnTo>
                    <a:pt x="26459" y="60255"/>
                  </a:lnTo>
                  <a:lnTo>
                    <a:pt x="24526" y="56528"/>
                  </a:lnTo>
                  <a:lnTo>
                    <a:pt x="21816" y="53484"/>
                  </a:lnTo>
                  <a:lnTo>
                    <a:pt x="20543" y="51029"/>
                  </a:lnTo>
                  <a:lnTo>
                    <a:pt x="17371" y="49148"/>
                  </a:lnTo>
                  <a:lnTo>
                    <a:pt x="16165" y="47901"/>
                  </a:lnTo>
                  <a:lnTo>
                    <a:pt x="15223" y="45587"/>
                  </a:lnTo>
                  <a:lnTo>
                    <a:pt x="15082" y="43926"/>
                  </a:lnTo>
                  <a:lnTo>
                    <a:pt x="15416" y="41370"/>
                  </a:lnTo>
                  <a:lnTo>
                    <a:pt x="14540" y="38119"/>
                  </a:lnTo>
                  <a:lnTo>
                    <a:pt x="10760" y="31727"/>
                  </a:lnTo>
                  <a:lnTo>
                    <a:pt x="8647" y="29375"/>
                  </a:lnTo>
                  <a:lnTo>
                    <a:pt x="8194" y="27993"/>
                  </a:lnTo>
                  <a:lnTo>
                    <a:pt x="7858" y="27563"/>
                  </a:lnTo>
                  <a:lnTo>
                    <a:pt x="8183" y="31974"/>
                  </a:lnTo>
                  <a:lnTo>
                    <a:pt x="9107" y="34632"/>
                  </a:lnTo>
                  <a:lnTo>
                    <a:pt x="11519" y="37113"/>
                  </a:lnTo>
                  <a:lnTo>
                    <a:pt x="12183" y="38558"/>
                  </a:lnTo>
                  <a:lnTo>
                    <a:pt x="12450" y="40438"/>
                  </a:lnTo>
                  <a:lnTo>
                    <a:pt x="11050" y="44033"/>
                  </a:lnTo>
                  <a:lnTo>
                    <a:pt x="10338" y="44948"/>
                  </a:lnTo>
                  <a:lnTo>
                    <a:pt x="10127" y="46909"/>
                  </a:lnTo>
                  <a:lnTo>
                    <a:pt x="9670" y="47504"/>
                  </a:lnTo>
                  <a:lnTo>
                    <a:pt x="9189" y="46373"/>
                  </a:lnTo>
                  <a:lnTo>
                    <a:pt x="7232" y="40733"/>
                  </a:lnTo>
                  <a:lnTo>
                    <a:pt x="3450" y="38029"/>
                  </a:lnTo>
                  <a:lnTo>
                    <a:pt x="2766" y="36370"/>
                  </a:lnTo>
                  <a:lnTo>
                    <a:pt x="1359" y="31221"/>
                  </a:lnTo>
                  <a:lnTo>
                    <a:pt x="711" y="26517"/>
                  </a:lnTo>
                  <a:lnTo>
                    <a:pt x="943" y="23382"/>
                  </a:lnTo>
                  <a:lnTo>
                    <a:pt x="2497" y="18497"/>
                  </a:lnTo>
                  <a:lnTo>
                    <a:pt x="2981" y="16370"/>
                  </a:lnTo>
                  <a:lnTo>
                    <a:pt x="2883" y="15060"/>
                  </a:lnTo>
                  <a:lnTo>
                    <a:pt x="2934" y="13132"/>
                  </a:lnTo>
                  <a:lnTo>
                    <a:pt x="2354" y="11786"/>
                  </a:lnTo>
                  <a:lnTo>
                    <a:pt x="915" y="10031"/>
                  </a:lnTo>
                  <a:lnTo>
                    <a:pt x="0" y="8625"/>
                  </a:lnTo>
                  <a:lnTo>
                    <a:pt x="251" y="7924"/>
                  </a:lnTo>
                  <a:lnTo>
                    <a:pt x="1898" y="6033"/>
                  </a:lnTo>
                  <a:lnTo>
                    <a:pt x="2002" y="4328"/>
                  </a:lnTo>
                  <a:lnTo>
                    <a:pt x="1994" y="3762"/>
                  </a:lnTo>
                  <a:lnTo>
                    <a:pt x="2263" y="3640"/>
                  </a:lnTo>
                  <a:lnTo>
                    <a:pt x="2502" y="3188"/>
                  </a:lnTo>
                  <a:lnTo>
                    <a:pt x="2650" y="2718"/>
                  </a:lnTo>
                  <a:lnTo>
                    <a:pt x="3099" y="1074"/>
                  </a:lnTo>
                  <a:lnTo>
                    <a:pt x="3493" y="147"/>
                  </a:lnTo>
                  <a:lnTo>
                    <a:pt x="3946" y="0"/>
                  </a:lnTo>
                  <a:lnTo>
                    <a:pt x="4500" y="683"/>
                  </a:lnTo>
                  <a:lnTo>
                    <a:pt x="6576" y="2452"/>
                  </a:lnTo>
                  <a:lnTo>
                    <a:pt x="8885" y="4417"/>
                  </a:lnTo>
                  <a:lnTo>
                    <a:pt x="12172" y="7214"/>
                  </a:lnTo>
                  <a:lnTo>
                    <a:pt x="13535" y="5423"/>
                  </a:lnTo>
                  <a:lnTo>
                    <a:pt x="14708" y="4055"/>
                  </a:lnTo>
                  <a:lnTo>
                    <a:pt x="15524" y="4250"/>
                  </a:lnTo>
                  <a:lnTo>
                    <a:pt x="17291" y="5844"/>
                  </a:lnTo>
                  <a:lnTo>
                    <a:pt x="18355" y="6352"/>
                  </a:lnTo>
                  <a:lnTo>
                    <a:pt x="19008" y="6192"/>
                  </a:lnTo>
                  <a:lnTo>
                    <a:pt x="20138" y="8531"/>
                  </a:lnTo>
                  <a:lnTo>
                    <a:pt x="20755" y="10287"/>
                  </a:lnTo>
                  <a:lnTo>
                    <a:pt x="20857" y="11457"/>
                  </a:lnTo>
                  <a:lnTo>
                    <a:pt x="21201" y="12087"/>
                  </a:lnTo>
                  <a:lnTo>
                    <a:pt x="22081" y="12226"/>
                  </a:lnTo>
                  <a:lnTo>
                    <a:pt x="24237" y="13418"/>
                  </a:lnTo>
                  <a:lnTo>
                    <a:pt x="25554" y="13184"/>
                  </a:lnTo>
                  <a:lnTo>
                    <a:pt x="26751" y="11924"/>
                  </a:lnTo>
                  <a:lnTo>
                    <a:pt x="27409" y="10418"/>
                  </a:lnTo>
                  <a:close/>
                </a:path>
              </a:pathLst>
            </a:custGeom>
            <a:solidFill>
              <a:srgbClr val="36923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g454"/>
            <p:cNvSpPr/>
            <p:nvPr/>
          </p:nvSpPr>
          <p:spPr>
            <a:xfrm>
              <a:off x="2319948" y="2985683"/>
              <a:ext cx="7580" cy="14816"/>
            </a:xfrm>
            <a:custGeom>
              <a:avLst/>
              <a:pathLst>
                <a:path w="7580" h="14816">
                  <a:moveTo>
                    <a:pt x="7580" y="10964"/>
                  </a:moveTo>
                  <a:lnTo>
                    <a:pt x="6446" y="12530"/>
                  </a:lnTo>
                  <a:lnTo>
                    <a:pt x="4029" y="14739"/>
                  </a:lnTo>
                  <a:lnTo>
                    <a:pt x="2731" y="14816"/>
                  </a:lnTo>
                  <a:lnTo>
                    <a:pt x="1419" y="13986"/>
                  </a:lnTo>
                  <a:lnTo>
                    <a:pt x="515" y="12139"/>
                  </a:lnTo>
                  <a:lnTo>
                    <a:pt x="0" y="10320"/>
                  </a:lnTo>
                  <a:lnTo>
                    <a:pt x="43" y="9446"/>
                  </a:lnTo>
                  <a:lnTo>
                    <a:pt x="863" y="10904"/>
                  </a:lnTo>
                  <a:lnTo>
                    <a:pt x="1571" y="11621"/>
                  </a:lnTo>
                  <a:lnTo>
                    <a:pt x="2151" y="11144"/>
                  </a:lnTo>
                  <a:lnTo>
                    <a:pt x="2561" y="10355"/>
                  </a:lnTo>
                  <a:lnTo>
                    <a:pt x="1234" y="4471"/>
                  </a:lnTo>
                  <a:lnTo>
                    <a:pt x="1292" y="3227"/>
                  </a:lnTo>
                  <a:lnTo>
                    <a:pt x="2346" y="0"/>
                  </a:lnTo>
                  <a:lnTo>
                    <a:pt x="5216" y="981"/>
                  </a:lnTo>
                  <a:lnTo>
                    <a:pt x="5718" y="1549"/>
                  </a:lnTo>
                  <a:lnTo>
                    <a:pt x="6117" y="3592"/>
                  </a:lnTo>
                  <a:lnTo>
                    <a:pt x="6756" y="5195"/>
                  </a:lnTo>
                  <a:lnTo>
                    <a:pt x="7506" y="9482"/>
                  </a:lnTo>
                  <a:close/>
                </a:path>
              </a:pathLst>
            </a:custGeom>
            <a:solidFill>
              <a:srgbClr val="FFF0E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g455"/>
            <p:cNvSpPr/>
            <p:nvPr/>
          </p:nvSpPr>
          <p:spPr>
            <a:xfrm>
              <a:off x="2384116" y="2981274"/>
              <a:ext cx="3471" cy="5041"/>
            </a:xfrm>
            <a:custGeom>
              <a:avLst/>
              <a:pathLst>
                <a:path w="3471" h="5041">
                  <a:moveTo>
                    <a:pt x="3041" y="4136"/>
                  </a:moveTo>
                  <a:lnTo>
                    <a:pt x="2540" y="5041"/>
                  </a:lnTo>
                  <a:lnTo>
                    <a:pt x="1992" y="3734"/>
                  </a:lnTo>
                  <a:lnTo>
                    <a:pt x="1644" y="3591"/>
                  </a:lnTo>
                  <a:lnTo>
                    <a:pt x="1162" y="3073"/>
                  </a:lnTo>
                  <a:lnTo>
                    <a:pt x="226" y="1618"/>
                  </a:lnTo>
                  <a:lnTo>
                    <a:pt x="0" y="114"/>
                  </a:lnTo>
                  <a:lnTo>
                    <a:pt x="777" y="0"/>
                  </a:lnTo>
                  <a:lnTo>
                    <a:pt x="1756" y="265"/>
                  </a:lnTo>
                  <a:lnTo>
                    <a:pt x="3471" y="1121"/>
                  </a:lnTo>
                  <a:lnTo>
                    <a:pt x="3321" y="2820"/>
                  </a:lnTo>
                  <a:close/>
                </a:path>
              </a:pathLst>
            </a:custGeom>
            <a:solidFill>
              <a:srgbClr val="FFF0E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g456"/>
            <p:cNvSpPr/>
            <p:nvPr/>
          </p:nvSpPr>
          <p:spPr>
            <a:xfrm>
              <a:off x="2382616" y="2975064"/>
              <a:ext cx="2427" cy="5241"/>
            </a:xfrm>
            <a:custGeom>
              <a:avLst/>
              <a:pathLst>
                <a:path w="2427" h="5241">
                  <a:moveTo>
                    <a:pt x="1977" y="5158"/>
                  </a:moveTo>
                  <a:lnTo>
                    <a:pt x="1575" y="5241"/>
                  </a:lnTo>
                  <a:lnTo>
                    <a:pt x="362" y="4009"/>
                  </a:lnTo>
                  <a:lnTo>
                    <a:pt x="0" y="2979"/>
                  </a:lnTo>
                  <a:lnTo>
                    <a:pt x="426" y="1598"/>
                  </a:lnTo>
                  <a:lnTo>
                    <a:pt x="517" y="99"/>
                  </a:lnTo>
                  <a:lnTo>
                    <a:pt x="682" y="0"/>
                  </a:lnTo>
                  <a:lnTo>
                    <a:pt x="878" y="1815"/>
                  </a:lnTo>
                  <a:lnTo>
                    <a:pt x="1803" y="2586"/>
                  </a:lnTo>
                  <a:lnTo>
                    <a:pt x="1858" y="2985"/>
                  </a:lnTo>
                  <a:lnTo>
                    <a:pt x="2427" y="4524"/>
                  </a:lnTo>
                  <a:close/>
                </a:path>
              </a:pathLst>
            </a:custGeom>
            <a:solidFill>
              <a:srgbClr val="FFF0E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g457"/>
            <p:cNvSpPr/>
            <p:nvPr/>
          </p:nvSpPr>
          <p:spPr>
            <a:xfrm>
              <a:off x="2379790" y="2971059"/>
              <a:ext cx="3003" cy="4997"/>
            </a:xfrm>
            <a:custGeom>
              <a:avLst/>
              <a:pathLst>
                <a:path w="3003" h="4997">
                  <a:moveTo>
                    <a:pt x="3003" y="4505"/>
                  </a:moveTo>
                  <a:lnTo>
                    <a:pt x="2754" y="4997"/>
                  </a:lnTo>
                  <a:lnTo>
                    <a:pt x="2094" y="3897"/>
                  </a:lnTo>
                  <a:lnTo>
                    <a:pt x="1139" y="3418"/>
                  </a:lnTo>
                  <a:lnTo>
                    <a:pt x="577" y="1703"/>
                  </a:lnTo>
                  <a:lnTo>
                    <a:pt x="42" y="1046"/>
                  </a:lnTo>
                  <a:lnTo>
                    <a:pt x="0" y="415"/>
                  </a:lnTo>
                  <a:lnTo>
                    <a:pt x="884" y="0"/>
                  </a:lnTo>
                  <a:lnTo>
                    <a:pt x="1498" y="181"/>
                  </a:lnTo>
                  <a:lnTo>
                    <a:pt x="2186" y="1490"/>
                  </a:lnTo>
                  <a:lnTo>
                    <a:pt x="2582" y="3892"/>
                  </a:lnTo>
                  <a:close/>
                </a:path>
              </a:pathLst>
            </a:custGeom>
            <a:solidFill>
              <a:srgbClr val="FFF0E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g458"/>
            <p:cNvSpPr/>
            <p:nvPr/>
          </p:nvSpPr>
          <p:spPr>
            <a:xfrm>
              <a:off x="2374648" y="2967673"/>
              <a:ext cx="5016" cy="3165"/>
            </a:xfrm>
            <a:custGeom>
              <a:avLst/>
              <a:pathLst>
                <a:path w="5016" h="3165">
                  <a:moveTo>
                    <a:pt x="796" y="0"/>
                  </a:moveTo>
                  <a:lnTo>
                    <a:pt x="2469" y="626"/>
                  </a:lnTo>
                  <a:lnTo>
                    <a:pt x="3049" y="251"/>
                  </a:lnTo>
                  <a:lnTo>
                    <a:pt x="3606" y="141"/>
                  </a:lnTo>
                  <a:lnTo>
                    <a:pt x="4195" y="402"/>
                  </a:lnTo>
                  <a:lnTo>
                    <a:pt x="5016" y="2859"/>
                  </a:lnTo>
                  <a:lnTo>
                    <a:pt x="4295" y="3165"/>
                  </a:lnTo>
                  <a:lnTo>
                    <a:pt x="3723" y="3165"/>
                  </a:lnTo>
                  <a:lnTo>
                    <a:pt x="3302" y="2722"/>
                  </a:lnTo>
                  <a:lnTo>
                    <a:pt x="1801" y="2607"/>
                  </a:lnTo>
                  <a:lnTo>
                    <a:pt x="810" y="1892"/>
                  </a:lnTo>
                  <a:lnTo>
                    <a:pt x="266" y="1282"/>
                  </a:lnTo>
                  <a:lnTo>
                    <a:pt x="0" y="539"/>
                  </a:lnTo>
                  <a:close/>
                </a:path>
              </a:pathLst>
            </a:custGeom>
            <a:solidFill>
              <a:srgbClr val="FFF0E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g459"/>
            <p:cNvSpPr/>
            <p:nvPr/>
          </p:nvSpPr>
          <p:spPr>
            <a:xfrm>
              <a:off x="2363281" y="2960153"/>
              <a:ext cx="3415" cy="4995"/>
            </a:xfrm>
            <a:custGeom>
              <a:avLst/>
              <a:pathLst>
                <a:path w="3415" h="4995">
                  <a:moveTo>
                    <a:pt x="3395" y="4220"/>
                  </a:moveTo>
                  <a:lnTo>
                    <a:pt x="3415" y="4995"/>
                  </a:lnTo>
                  <a:lnTo>
                    <a:pt x="1284" y="2825"/>
                  </a:lnTo>
                  <a:lnTo>
                    <a:pt x="369" y="564"/>
                  </a:lnTo>
                  <a:lnTo>
                    <a:pt x="0" y="44"/>
                  </a:lnTo>
                  <a:lnTo>
                    <a:pt x="597" y="0"/>
                  </a:lnTo>
                  <a:lnTo>
                    <a:pt x="2997" y="3705"/>
                  </a:lnTo>
                  <a:close/>
                </a:path>
              </a:pathLst>
            </a:custGeom>
            <a:solidFill>
              <a:srgbClr val="FFF0E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g460"/>
            <p:cNvSpPr/>
            <p:nvPr/>
          </p:nvSpPr>
          <p:spPr>
            <a:xfrm>
              <a:off x="2299188" y="2948815"/>
              <a:ext cx="131017" cy="98544"/>
            </a:xfrm>
            <a:custGeom>
              <a:avLst/>
              <a:pathLst>
                <a:path w="131017" h="98544">
                  <a:moveTo>
                    <a:pt x="37168" y="809"/>
                  </a:moveTo>
                  <a:lnTo>
                    <a:pt x="40361" y="2184"/>
                  </a:lnTo>
                  <a:lnTo>
                    <a:pt x="42942" y="1794"/>
                  </a:lnTo>
                  <a:lnTo>
                    <a:pt x="44176" y="992"/>
                  </a:lnTo>
                  <a:lnTo>
                    <a:pt x="44063" y="1826"/>
                  </a:lnTo>
                  <a:lnTo>
                    <a:pt x="45197" y="3863"/>
                  </a:lnTo>
                  <a:lnTo>
                    <a:pt x="45611" y="4003"/>
                  </a:lnTo>
                  <a:lnTo>
                    <a:pt x="47280" y="2972"/>
                  </a:lnTo>
                  <a:lnTo>
                    <a:pt x="51637" y="2581"/>
                  </a:lnTo>
                  <a:lnTo>
                    <a:pt x="52085" y="3152"/>
                  </a:lnTo>
                  <a:lnTo>
                    <a:pt x="52852" y="5136"/>
                  </a:lnTo>
                  <a:lnTo>
                    <a:pt x="53964" y="6365"/>
                  </a:lnTo>
                  <a:lnTo>
                    <a:pt x="55114" y="7299"/>
                  </a:lnTo>
                  <a:lnTo>
                    <a:pt x="56317" y="7548"/>
                  </a:lnTo>
                  <a:lnTo>
                    <a:pt x="57518" y="7123"/>
                  </a:lnTo>
                  <a:lnTo>
                    <a:pt x="58644" y="7331"/>
                  </a:lnTo>
                  <a:lnTo>
                    <a:pt x="60050" y="9264"/>
                  </a:lnTo>
                  <a:lnTo>
                    <a:pt x="60493" y="9493"/>
                  </a:lnTo>
                  <a:lnTo>
                    <a:pt x="61751" y="8965"/>
                  </a:lnTo>
                  <a:lnTo>
                    <a:pt x="61380" y="10733"/>
                  </a:lnTo>
                  <a:lnTo>
                    <a:pt x="63501" y="13219"/>
                  </a:lnTo>
                  <a:lnTo>
                    <a:pt x="65055" y="18103"/>
                  </a:lnTo>
                  <a:lnTo>
                    <a:pt x="66185" y="20110"/>
                  </a:lnTo>
                  <a:lnTo>
                    <a:pt x="67381" y="21910"/>
                  </a:lnTo>
                  <a:lnTo>
                    <a:pt x="68388" y="23131"/>
                  </a:lnTo>
                  <a:lnTo>
                    <a:pt x="69518" y="23714"/>
                  </a:lnTo>
                  <a:lnTo>
                    <a:pt x="72944" y="23474"/>
                  </a:lnTo>
                  <a:lnTo>
                    <a:pt x="73754" y="23624"/>
                  </a:lnTo>
                  <a:lnTo>
                    <a:pt x="74478" y="24321"/>
                  </a:lnTo>
                  <a:lnTo>
                    <a:pt x="75170" y="24595"/>
                  </a:lnTo>
                  <a:lnTo>
                    <a:pt x="75569" y="24336"/>
                  </a:lnTo>
                  <a:lnTo>
                    <a:pt x="82191" y="31942"/>
                  </a:lnTo>
                  <a:lnTo>
                    <a:pt x="84295" y="36004"/>
                  </a:lnTo>
                  <a:lnTo>
                    <a:pt x="85580" y="38113"/>
                  </a:lnTo>
                  <a:lnTo>
                    <a:pt x="88362" y="41163"/>
                  </a:lnTo>
                  <a:lnTo>
                    <a:pt x="89479" y="41836"/>
                  </a:lnTo>
                  <a:lnTo>
                    <a:pt x="90064" y="41430"/>
                  </a:lnTo>
                  <a:lnTo>
                    <a:pt x="89949" y="40759"/>
                  </a:lnTo>
                  <a:lnTo>
                    <a:pt x="89135" y="39067"/>
                  </a:lnTo>
                  <a:lnTo>
                    <a:pt x="89016" y="38448"/>
                  </a:lnTo>
                  <a:lnTo>
                    <a:pt x="90062" y="38969"/>
                  </a:lnTo>
                  <a:lnTo>
                    <a:pt x="91953" y="42407"/>
                  </a:lnTo>
                  <a:lnTo>
                    <a:pt x="92472" y="43678"/>
                  </a:lnTo>
                  <a:lnTo>
                    <a:pt x="93416" y="44855"/>
                  </a:lnTo>
                  <a:lnTo>
                    <a:pt x="94366" y="45707"/>
                  </a:lnTo>
                  <a:lnTo>
                    <a:pt x="93914" y="47064"/>
                  </a:lnTo>
                  <a:lnTo>
                    <a:pt x="93142" y="47180"/>
                  </a:lnTo>
                  <a:lnTo>
                    <a:pt x="91660" y="46621"/>
                  </a:lnTo>
                  <a:lnTo>
                    <a:pt x="92837" y="48830"/>
                  </a:lnTo>
                  <a:lnTo>
                    <a:pt x="93041" y="50438"/>
                  </a:lnTo>
                  <a:lnTo>
                    <a:pt x="93589" y="50575"/>
                  </a:lnTo>
                  <a:lnTo>
                    <a:pt x="94405" y="48809"/>
                  </a:lnTo>
                  <a:lnTo>
                    <a:pt x="94921" y="47320"/>
                  </a:lnTo>
                  <a:lnTo>
                    <a:pt x="96999" y="51162"/>
                  </a:lnTo>
                  <a:lnTo>
                    <a:pt x="98117" y="52919"/>
                  </a:lnTo>
                  <a:lnTo>
                    <a:pt x="97831" y="53945"/>
                  </a:lnTo>
                  <a:lnTo>
                    <a:pt x="97738" y="54961"/>
                  </a:lnTo>
                  <a:lnTo>
                    <a:pt x="98987" y="54016"/>
                  </a:lnTo>
                  <a:lnTo>
                    <a:pt x="99461" y="54120"/>
                  </a:lnTo>
                  <a:lnTo>
                    <a:pt x="99919" y="54665"/>
                  </a:lnTo>
                  <a:lnTo>
                    <a:pt x="100420" y="56317"/>
                  </a:lnTo>
                  <a:lnTo>
                    <a:pt x="101586" y="56684"/>
                  </a:lnTo>
                  <a:lnTo>
                    <a:pt x="102762" y="56639"/>
                  </a:lnTo>
                  <a:lnTo>
                    <a:pt x="105151" y="58005"/>
                  </a:lnTo>
                  <a:lnTo>
                    <a:pt x="107412" y="60781"/>
                  </a:lnTo>
                  <a:lnTo>
                    <a:pt x="109540" y="61348"/>
                  </a:lnTo>
                  <a:lnTo>
                    <a:pt x="111686" y="61444"/>
                  </a:lnTo>
                  <a:lnTo>
                    <a:pt x="112774" y="62912"/>
                  </a:lnTo>
                  <a:lnTo>
                    <a:pt x="113236" y="64882"/>
                  </a:lnTo>
                  <a:lnTo>
                    <a:pt x="112715" y="66277"/>
                  </a:lnTo>
                  <a:lnTo>
                    <a:pt x="112418" y="67734"/>
                  </a:lnTo>
                  <a:lnTo>
                    <a:pt x="113218" y="69522"/>
                  </a:lnTo>
                  <a:lnTo>
                    <a:pt x="111476" y="70281"/>
                  </a:lnTo>
                  <a:lnTo>
                    <a:pt x="111230" y="71357"/>
                  </a:lnTo>
                  <a:lnTo>
                    <a:pt x="111320" y="72520"/>
                  </a:lnTo>
                  <a:lnTo>
                    <a:pt x="111667" y="73159"/>
                  </a:lnTo>
                  <a:lnTo>
                    <a:pt x="112663" y="72600"/>
                  </a:lnTo>
                  <a:lnTo>
                    <a:pt x="114103" y="73097"/>
                  </a:lnTo>
                  <a:lnTo>
                    <a:pt x="116376" y="73542"/>
                  </a:lnTo>
                  <a:lnTo>
                    <a:pt x="117898" y="73180"/>
                  </a:lnTo>
                  <a:lnTo>
                    <a:pt x="120988" y="74397"/>
                  </a:lnTo>
                  <a:lnTo>
                    <a:pt x="121928" y="75048"/>
                  </a:lnTo>
                  <a:lnTo>
                    <a:pt x="123762" y="77336"/>
                  </a:lnTo>
                  <a:lnTo>
                    <a:pt x="124611" y="78846"/>
                  </a:lnTo>
                  <a:lnTo>
                    <a:pt x="126430" y="82910"/>
                  </a:lnTo>
                  <a:lnTo>
                    <a:pt x="128000" y="84509"/>
                  </a:lnTo>
                  <a:lnTo>
                    <a:pt x="129359" y="84895"/>
                  </a:lnTo>
                  <a:lnTo>
                    <a:pt x="129834" y="84628"/>
                  </a:lnTo>
                  <a:lnTo>
                    <a:pt x="130265" y="85070"/>
                  </a:lnTo>
                  <a:lnTo>
                    <a:pt x="130643" y="85640"/>
                  </a:lnTo>
                  <a:lnTo>
                    <a:pt x="131017" y="87420"/>
                  </a:lnTo>
                  <a:lnTo>
                    <a:pt x="130811" y="89293"/>
                  </a:lnTo>
                  <a:lnTo>
                    <a:pt x="130034" y="90812"/>
                  </a:lnTo>
                  <a:lnTo>
                    <a:pt x="129603" y="91919"/>
                  </a:lnTo>
                  <a:lnTo>
                    <a:pt x="127661" y="92047"/>
                  </a:lnTo>
                  <a:lnTo>
                    <a:pt x="124948" y="92555"/>
                  </a:lnTo>
                  <a:lnTo>
                    <a:pt x="122324" y="94206"/>
                  </a:lnTo>
                  <a:lnTo>
                    <a:pt x="121044" y="95517"/>
                  </a:lnTo>
                  <a:lnTo>
                    <a:pt x="120458" y="96385"/>
                  </a:lnTo>
                  <a:lnTo>
                    <a:pt x="119078" y="97187"/>
                  </a:lnTo>
                  <a:lnTo>
                    <a:pt x="118984" y="96500"/>
                  </a:lnTo>
                  <a:lnTo>
                    <a:pt x="119011" y="95636"/>
                  </a:lnTo>
                  <a:lnTo>
                    <a:pt x="118649" y="94027"/>
                  </a:lnTo>
                  <a:lnTo>
                    <a:pt x="118336" y="95474"/>
                  </a:lnTo>
                  <a:lnTo>
                    <a:pt x="117823" y="96530"/>
                  </a:lnTo>
                  <a:lnTo>
                    <a:pt x="116957" y="97432"/>
                  </a:lnTo>
                  <a:lnTo>
                    <a:pt x="113770" y="97491"/>
                  </a:lnTo>
                  <a:lnTo>
                    <a:pt x="112487" y="96276"/>
                  </a:lnTo>
                  <a:lnTo>
                    <a:pt x="111172" y="95444"/>
                  </a:lnTo>
                  <a:lnTo>
                    <a:pt x="106379" y="94577"/>
                  </a:lnTo>
                  <a:lnTo>
                    <a:pt x="105228" y="94653"/>
                  </a:lnTo>
                  <a:lnTo>
                    <a:pt x="102026" y="95553"/>
                  </a:lnTo>
                  <a:lnTo>
                    <a:pt x="98807" y="96041"/>
                  </a:lnTo>
                  <a:lnTo>
                    <a:pt x="97460" y="96598"/>
                  </a:lnTo>
                  <a:lnTo>
                    <a:pt x="96129" y="97441"/>
                  </a:lnTo>
                  <a:lnTo>
                    <a:pt x="93539" y="97413"/>
                  </a:lnTo>
                  <a:lnTo>
                    <a:pt x="90478" y="98370"/>
                  </a:lnTo>
                  <a:lnTo>
                    <a:pt x="87408" y="98544"/>
                  </a:lnTo>
                  <a:lnTo>
                    <a:pt x="89374" y="91847"/>
                  </a:lnTo>
                  <a:lnTo>
                    <a:pt x="93522" y="85397"/>
                  </a:lnTo>
                  <a:lnTo>
                    <a:pt x="94302" y="84012"/>
                  </a:lnTo>
                  <a:lnTo>
                    <a:pt x="94857" y="82232"/>
                  </a:lnTo>
                  <a:lnTo>
                    <a:pt x="94989" y="80890"/>
                  </a:lnTo>
                  <a:lnTo>
                    <a:pt x="94807" y="79746"/>
                  </a:lnTo>
                  <a:lnTo>
                    <a:pt x="93820" y="77727"/>
                  </a:lnTo>
                  <a:lnTo>
                    <a:pt x="93619" y="76224"/>
                  </a:lnTo>
                  <a:lnTo>
                    <a:pt x="93324" y="75251"/>
                  </a:lnTo>
                  <a:lnTo>
                    <a:pt x="91887" y="74406"/>
                  </a:lnTo>
                  <a:lnTo>
                    <a:pt x="90431" y="73900"/>
                  </a:lnTo>
                  <a:lnTo>
                    <a:pt x="88899" y="73882"/>
                  </a:lnTo>
                  <a:lnTo>
                    <a:pt x="85680" y="73187"/>
                  </a:lnTo>
                  <a:lnTo>
                    <a:pt x="83968" y="73135"/>
                  </a:lnTo>
                  <a:lnTo>
                    <a:pt x="82517" y="71761"/>
                  </a:lnTo>
                  <a:lnTo>
                    <a:pt x="80110" y="66867"/>
                  </a:lnTo>
                  <a:lnTo>
                    <a:pt x="78983" y="65497"/>
                  </a:lnTo>
                  <a:lnTo>
                    <a:pt x="78404" y="64400"/>
                  </a:lnTo>
                  <a:lnTo>
                    <a:pt x="77954" y="63137"/>
                  </a:lnTo>
                  <a:lnTo>
                    <a:pt x="77388" y="55954"/>
                  </a:lnTo>
                  <a:lnTo>
                    <a:pt x="76909" y="52497"/>
                  </a:lnTo>
                  <a:lnTo>
                    <a:pt x="76179" y="49491"/>
                  </a:lnTo>
                  <a:lnTo>
                    <a:pt x="75067" y="47210"/>
                  </a:lnTo>
                  <a:lnTo>
                    <a:pt x="73906" y="46435"/>
                  </a:lnTo>
                  <a:lnTo>
                    <a:pt x="69442" y="48389"/>
                  </a:lnTo>
                  <a:lnTo>
                    <a:pt x="68404" y="48099"/>
                  </a:lnTo>
                  <a:lnTo>
                    <a:pt x="67392" y="47434"/>
                  </a:lnTo>
                  <a:lnTo>
                    <a:pt x="60654" y="42782"/>
                  </a:lnTo>
                  <a:lnTo>
                    <a:pt x="57875" y="40221"/>
                  </a:lnTo>
                  <a:lnTo>
                    <a:pt x="56741" y="38953"/>
                  </a:lnTo>
                  <a:lnTo>
                    <a:pt x="55774" y="37144"/>
                  </a:lnTo>
                  <a:lnTo>
                    <a:pt x="54772" y="34179"/>
                  </a:lnTo>
                  <a:lnTo>
                    <a:pt x="53645" y="31528"/>
                  </a:lnTo>
                  <a:lnTo>
                    <a:pt x="53652" y="32600"/>
                  </a:lnTo>
                  <a:lnTo>
                    <a:pt x="53479" y="33298"/>
                  </a:lnTo>
                  <a:lnTo>
                    <a:pt x="47838" y="33613"/>
                  </a:lnTo>
                  <a:lnTo>
                    <a:pt x="46939" y="33001"/>
                  </a:lnTo>
                  <a:lnTo>
                    <a:pt x="46361" y="32281"/>
                  </a:lnTo>
                  <a:lnTo>
                    <a:pt x="45952" y="31209"/>
                  </a:lnTo>
                  <a:lnTo>
                    <a:pt x="45650" y="29061"/>
                  </a:lnTo>
                  <a:lnTo>
                    <a:pt x="45113" y="27257"/>
                  </a:lnTo>
                  <a:lnTo>
                    <a:pt x="44942" y="29179"/>
                  </a:lnTo>
                  <a:lnTo>
                    <a:pt x="44663" y="30952"/>
                  </a:lnTo>
                  <a:lnTo>
                    <a:pt x="43908" y="31942"/>
                  </a:lnTo>
                  <a:lnTo>
                    <a:pt x="43044" y="32099"/>
                  </a:lnTo>
                  <a:lnTo>
                    <a:pt x="41998" y="29745"/>
                  </a:lnTo>
                  <a:lnTo>
                    <a:pt x="37426" y="29260"/>
                  </a:lnTo>
                  <a:lnTo>
                    <a:pt x="37022" y="28862"/>
                  </a:lnTo>
                  <a:lnTo>
                    <a:pt x="35520" y="26581"/>
                  </a:lnTo>
                  <a:lnTo>
                    <a:pt x="34239" y="23720"/>
                  </a:lnTo>
                  <a:lnTo>
                    <a:pt x="35515" y="22711"/>
                  </a:lnTo>
                  <a:lnTo>
                    <a:pt x="38147" y="21384"/>
                  </a:lnTo>
                  <a:lnTo>
                    <a:pt x="38717" y="20499"/>
                  </a:lnTo>
                  <a:lnTo>
                    <a:pt x="39047" y="19372"/>
                  </a:lnTo>
                  <a:lnTo>
                    <a:pt x="38809" y="17686"/>
                  </a:lnTo>
                  <a:lnTo>
                    <a:pt x="38286" y="16474"/>
                  </a:lnTo>
                  <a:lnTo>
                    <a:pt x="37747" y="15761"/>
                  </a:lnTo>
                  <a:lnTo>
                    <a:pt x="37151" y="15305"/>
                  </a:lnTo>
                  <a:lnTo>
                    <a:pt x="36364" y="15112"/>
                  </a:lnTo>
                  <a:lnTo>
                    <a:pt x="26192" y="14809"/>
                  </a:lnTo>
                  <a:lnTo>
                    <a:pt x="25603" y="15722"/>
                  </a:lnTo>
                  <a:lnTo>
                    <a:pt x="24691" y="17590"/>
                  </a:lnTo>
                  <a:lnTo>
                    <a:pt x="22884" y="19987"/>
                  </a:lnTo>
                  <a:lnTo>
                    <a:pt x="21694" y="22473"/>
                  </a:lnTo>
                  <a:lnTo>
                    <a:pt x="21247" y="23756"/>
                  </a:lnTo>
                  <a:lnTo>
                    <a:pt x="20691" y="24673"/>
                  </a:lnTo>
                  <a:lnTo>
                    <a:pt x="19439" y="26216"/>
                  </a:lnTo>
                  <a:lnTo>
                    <a:pt x="18373" y="28586"/>
                  </a:lnTo>
                  <a:lnTo>
                    <a:pt x="17077" y="29647"/>
                  </a:lnTo>
                  <a:lnTo>
                    <a:pt x="16369" y="29002"/>
                  </a:lnTo>
                  <a:lnTo>
                    <a:pt x="15668" y="29007"/>
                  </a:lnTo>
                  <a:lnTo>
                    <a:pt x="15162" y="29592"/>
                  </a:lnTo>
                  <a:lnTo>
                    <a:pt x="14631" y="29859"/>
                  </a:lnTo>
                  <a:lnTo>
                    <a:pt x="12022" y="30149"/>
                  </a:lnTo>
                  <a:lnTo>
                    <a:pt x="11632" y="30753"/>
                  </a:lnTo>
                  <a:lnTo>
                    <a:pt x="11259" y="32454"/>
                  </a:lnTo>
                  <a:lnTo>
                    <a:pt x="10836" y="35763"/>
                  </a:lnTo>
                  <a:lnTo>
                    <a:pt x="10435" y="36856"/>
                  </a:lnTo>
                  <a:lnTo>
                    <a:pt x="9126" y="37273"/>
                  </a:lnTo>
                  <a:lnTo>
                    <a:pt x="7879" y="38180"/>
                  </a:lnTo>
                  <a:lnTo>
                    <a:pt x="5342" y="41332"/>
                  </a:lnTo>
                  <a:lnTo>
                    <a:pt x="4687" y="41790"/>
                  </a:lnTo>
                  <a:lnTo>
                    <a:pt x="4829" y="39481"/>
                  </a:lnTo>
                  <a:lnTo>
                    <a:pt x="4702" y="37236"/>
                  </a:lnTo>
                  <a:lnTo>
                    <a:pt x="3987" y="37155"/>
                  </a:lnTo>
                  <a:lnTo>
                    <a:pt x="3172" y="37529"/>
                  </a:lnTo>
                  <a:lnTo>
                    <a:pt x="2492" y="38158"/>
                  </a:lnTo>
                  <a:lnTo>
                    <a:pt x="1235" y="39836"/>
                  </a:lnTo>
                  <a:lnTo>
                    <a:pt x="596" y="40260"/>
                  </a:lnTo>
                  <a:lnTo>
                    <a:pt x="0" y="39402"/>
                  </a:lnTo>
                  <a:lnTo>
                    <a:pt x="121" y="38304"/>
                  </a:lnTo>
                  <a:lnTo>
                    <a:pt x="4319" y="34255"/>
                  </a:lnTo>
                  <a:lnTo>
                    <a:pt x="4789" y="33946"/>
                  </a:lnTo>
                  <a:lnTo>
                    <a:pt x="5534" y="34251"/>
                  </a:lnTo>
                  <a:lnTo>
                    <a:pt x="6264" y="34114"/>
                  </a:lnTo>
                  <a:lnTo>
                    <a:pt x="6835" y="32980"/>
                  </a:lnTo>
                  <a:lnTo>
                    <a:pt x="6144" y="27624"/>
                  </a:lnTo>
                  <a:lnTo>
                    <a:pt x="6409" y="23979"/>
                  </a:lnTo>
                  <a:lnTo>
                    <a:pt x="7383" y="21163"/>
                  </a:lnTo>
                  <a:lnTo>
                    <a:pt x="9328" y="16898"/>
                  </a:lnTo>
                  <a:lnTo>
                    <a:pt x="10265" y="15495"/>
                  </a:lnTo>
                  <a:lnTo>
                    <a:pt x="19857" y="6585"/>
                  </a:lnTo>
                  <a:lnTo>
                    <a:pt x="20839" y="6129"/>
                  </a:lnTo>
                  <a:lnTo>
                    <a:pt x="27072" y="4340"/>
                  </a:lnTo>
                  <a:lnTo>
                    <a:pt x="28023" y="3719"/>
                  </a:lnTo>
                  <a:lnTo>
                    <a:pt x="30914" y="1077"/>
                  </a:lnTo>
                  <a:lnTo>
                    <a:pt x="33951" y="0"/>
                  </a:lnTo>
                  <a:close/>
                </a:path>
              </a:pathLst>
            </a:custGeom>
            <a:solidFill>
              <a:srgbClr val="FFF0E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g461"/>
            <p:cNvSpPr/>
            <p:nvPr/>
          </p:nvSpPr>
          <p:spPr>
            <a:xfrm>
              <a:off x="2490872" y="3268245"/>
              <a:ext cx="4970" cy="9893"/>
            </a:xfrm>
            <a:custGeom>
              <a:avLst/>
              <a:pathLst>
                <a:path w="4970" h="9893">
                  <a:moveTo>
                    <a:pt x="4970" y="9470"/>
                  </a:moveTo>
                  <a:lnTo>
                    <a:pt x="4333" y="9893"/>
                  </a:lnTo>
                  <a:lnTo>
                    <a:pt x="1995" y="7045"/>
                  </a:lnTo>
                  <a:lnTo>
                    <a:pt x="61" y="2418"/>
                  </a:lnTo>
                  <a:lnTo>
                    <a:pt x="0" y="0"/>
                  </a:lnTo>
                  <a:lnTo>
                    <a:pt x="492" y="207"/>
                  </a:lnTo>
                  <a:lnTo>
                    <a:pt x="1000" y="1129"/>
                  </a:lnTo>
                  <a:lnTo>
                    <a:pt x="1776" y="4400"/>
                  </a:lnTo>
                  <a:lnTo>
                    <a:pt x="4040" y="6551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g462"/>
            <p:cNvSpPr/>
            <p:nvPr/>
          </p:nvSpPr>
          <p:spPr>
            <a:xfrm>
              <a:off x="2341455" y="3061264"/>
              <a:ext cx="3801" cy="3340"/>
            </a:xfrm>
            <a:custGeom>
              <a:avLst/>
              <a:pathLst>
                <a:path w="3801" h="3340">
                  <a:moveTo>
                    <a:pt x="604" y="1064"/>
                  </a:moveTo>
                  <a:lnTo>
                    <a:pt x="997" y="1637"/>
                  </a:lnTo>
                  <a:lnTo>
                    <a:pt x="1494" y="1286"/>
                  </a:lnTo>
                  <a:lnTo>
                    <a:pt x="1636" y="660"/>
                  </a:lnTo>
                  <a:lnTo>
                    <a:pt x="3517" y="1126"/>
                  </a:lnTo>
                  <a:lnTo>
                    <a:pt x="3801" y="2356"/>
                  </a:lnTo>
                  <a:lnTo>
                    <a:pt x="2370" y="2387"/>
                  </a:lnTo>
                  <a:lnTo>
                    <a:pt x="1728" y="3177"/>
                  </a:lnTo>
                  <a:lnTo>
                    <a:pt x="1406" y="3340"/>
                  </a:lnTo>
                  <a:lnTo>
                    <a:pt x="174" y="3146"/>
                  </a:lnTo>
                  <a:lnTo>
                    <a:pt x="0" y="300"/>
                  </a:lnTo>
                  <a:lnTo>
                    <a:pt x="342" y="0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g463"/>
            <p:cNvSpPr/>
            <p:nvPr/>
          </p:nvSpPr>
          <p:spPr>
            <a:xfrm>
              <a:off x="2357215" y="3051384"/>
              <a:ext cx="1789" cy="1577"/>
            </a:xfrm>
            <a:custGeom>
              <a:avLst/>
              <a:pathLst>
                <a:path w="1789" h="1577">
                  <a:moveTo>
                    <a:pt x="1789" y="327"/>
                  </a:moveTo>
                  <a:lnTo>
                    <a:pt x="1670" y="494"/>
                  </a:lnTo>
                  <a:lnTo>
                    <a:pt x="1281" y="367"/>
                  </a:lnTo>
                  <a:lnTo>
                    <a:pt x="386" y="1577"/>
                  </a:lnTo>
                  <a:lnTo>
                    <a:pt x="0" y="1504"/>
                  </a:lnTo>
                  <a:lnTo>
                    <a:pt x="119" y="1082"/>
                  </a:lnTo>
                  <a:lnTo>
                    <a:pt x="304" y="685"/>
                  </a:lnTo>
                  <a:lnTo>
                    <a:pt x="514" y="389"/>
                  </a:lnTo>
                  <a:lnTo>
                    <a:pt x="710" y="275"/>
                  </a:lnTo>
                  <a:lnTo>
                    <a:pt x="1336" y="30"/>
                  </a:lnTo>
                  <a:lnTo>
                    <a:pt x="1633" y="0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g464"/>
            <p:cNvSpPr/>
            <p:nvPr/>
          </p:nvSpPr>
          <p:spPr>
            <a:xfrm>
              <a:off x="2359893" y="3050012"/>
              <a:ext cx="1997" cy="2040"/>
            </a:xfrm>
            <a:custGeom>
              <a:avLst/>
              <a:pathLst>
                <a:path w="1997" h="2040">
                  <a:moveTo>
                    <a:pt x="1009" y="1589"/>
                  </a:moveTo>
                  <a:lnTo>
                    <a:pt x="440" y="2040"/>
                  </a:lnTo>
                  <a:lnTo>
                    <a:pt x="0" y="1866"/>
                  </a:lnTo>
                  <a:lnTo>
                    <a:pt x="999" y="639"/>
                  </a:lnTo>
                  <a:lnTo>
                    <a:pt x="1256" y="225"/>
                  </a:lnTo>
                  <a:lnTo>
                    <a:pt x="1475" y="2"/>
                  </a:lnTo>
                  <a:lnTo>
                    <a:pt x="1704" y="0"/>
                  </a:lnTo>
                  <a:lnTo>
                    <a:pt x="1997" y="253"/>
                  </a:lnTo>
                  <a:lnTo>
                    <a:pt x="1997" y="438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g465"/>
            <p:cNvSpPr/>
            <p:nvPr/>
          </p:nvSpPr>
          <p:spPr>
            <a:xfrm>
              <a:off x="3732403" y="2580290"/>
              <a:ext cx="22465" cy="19553"/>
            </a:xfrm>
            <a:custGeom>
              <a:avLst/>
              <a:pathLst>
                <a:path w="22465" h="19553">
                  <a:moveTo>
                    <a:pt x="15743" y="17635"/>
                  </a:moveTo>
                  <a:lnTo>
                    <a:pt x="15270" y="17885"/>
                  </a:lnTo>
                  <a:lnTo>
                    <a:pt x="14510" y="17038"/>
                  </a:lnTo>
                  <a:lnTo>
                    <a:pt x="14060" y="16797"/>
                  </a:lnTo>
                  <a:lnTo>
                    <a:pt x="13641" y="17577"/>
                  </a:lnTo>
                  <a:lnTo>
                    <a:pt x="13157" y="18139"/>
                  </a:lnTo>
                  <a:lnTo>
                    <a:pt x="12726" y="18388"/>
                  </a:lnTo>
                  <a:lnTo>
                    <a:pt x="12346" y="18460"/>
                  </a:lnTo>
                  <a:lnTo>
                    <a:pt x="11732" y="19035"/>
                  </a:lnTo>
                  <a:lnTo>
                    <a:pt x="10989" y="18890"/>
                  </a:lnTo>
                  <a:lnTo>
                    <a:pt x="9908" y="18420"/>
                  </a:lnTo>
                  <a:lnTo>
                    <a:pt x="9299" y="19553"/>
                  </a:lnTo>
                  <a:lnTo>
                    <a:pt x="9154" y="19417"/>
                  </a:lnTo>
                  <a:lnTo>
                    <a:pt x="9058" y="16566"/>
                  </a:lnTo>
                  <a:lnTo>
                    <a:pt x="8671" y="15399"/>
                  </a:lnTo>
                  <a:lnTo>
                    <a:pt x="8178" y="14755"/>
                  </a:lnTo>
                  <a:lnTo>
                    <a:pt x="7469" y="15024"/>
                  </a:lnTo>
                  <a:lnTo>
                    <a:pt x="6528" y="14926"/>
                  </a:lnTo>
                  <a:lnTo>
                    <a:pt x="5829" y="14446"/>
                  </a:lnTo>
                  <a:lnTo>
                    <a:pt x="4446" y="15243"/>
                  </a:lnTo>
                  <a:lnTo>
                    <a:pt x="3330" y="16123"/>
                  </a:lnTo>
                  <a:lnTo>
                    <a:pt x="2520" y="16967"/>
                  </a:lnTo>
                  <a:lnTo>
                    <a:pt x="1910" y="16921"/>
                  </a:lnTo>
                  <a:lnTo>
                    <a:pt x="869" y="16142"/>
                  </a:lnTo>
                  <a:lnTo>
                    <a:pt x="91" y="15268"/>
                  </a:lnTo>
                  <a:lnTo>
                    <a:pt x="0" y="14509"/>
                  </a:lnTo>
                  <a:lnTo>
                    <a:pt x="727" y="14848"/>
                  </a:lnTo>
                  <a:lnTo>
                    <a:pt x="2037" y="14227"/>
                  </a:lnTo>
                  <a:lnTo>
                    <a:pt x="2604" y="11346"/>
                  </a:lnTo>
                  <a:lnTo>
                    <a:pt x="2789" y="8026"/>
                  </a:lnTo>
                  <a:lnTo>
                    <a:pt x="5005" y="8978"/>
                  </a:lnTo>
                  <a:lnTo>
                    <a:pt x="7252" y="9472"/>
                  </a:lnTo>
                  <a:lnTo>
                    <a:pt x="9092" y="9638"/>
                  </a:lnTo>
                  <a:lnTo>
                    <a:pt x="10906" y="9098"/>
                  </a:lnTo>
                  <a:lnTo>
                    <a:pt x="16462" y="5557"/>
                  </a:lnTo>
                  <a:lnTo>
                    <a:pt x="18034" y="3438"/>
                  </a:lnTo>
                  <a:lnTo>
                    <a:pt x="19007" y="2721"/>
                  </a:lnTo>
                  <a:lnTo>
                    <a:pt x="20699" y="968"/>
                  </a:lnTo>
                  <a:lnTo>
                    <a:pt x="22465" y="0"/>
                  </a:lnTo>
                  <a:lnTo>
                    <a:pt x="21333" y="2025"/>
                  </a:lnTo>
                  <a:lnTo>
                    <a:pt x="14981" y="10933"/>
                  </a:lnTo>
                  <a:lnTo>
                    <a:pt x="14566" y="13582"/>
                  </a:lnTo>
                  <a:lnTo>
                    <a:pt x="14850" y="15415"/>
                  </a:lnTo>
                  <a:close/>
                </a:path>
              </a:pathLst>
            </a:custGeom>
            <a:solidFill>
              <a:srgbClr val="D8E9D3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g466"/>
            <p:cNvSpPr/>
            <p:nvPr/>
          </p:nvSpPr>
          <p:spPr>
            <a:xfrm>
              <a:off x="3727385" y="2594456"/>
              <a:ext cx="21318" cy="18116"/>
            </a:xfrm>
            <a:custGeom>
              <a:avLst/>
              <a:pathLst>
                <a:path w="21318" h="18116">
                  <a:moveTo>
                    <a:pt x="5017" y="343"/>
                  </a:moveTo>
                  <a:lnTo>
                    <a:pt x="5109" y="1102"/>
                  </a:lnTo>
                  <a:lnTo>
                    <a:pt x="5887" y="1976"/>
                  </a:lnTo>
                  <a:lnTo>
                    <a:pt x="6927" y="2755"/>
                  </a:lnTo>
                  <a:lnTo>
                    <a:pt x="7538" y="2802"/>
                  </a:lnTo>
                  <a:lnTo>
                    <a:pt x="8347" y="1957"/>
                  </a:lnTo>
                  <a:lnTo>
                    <a:pt x="9464" y="1077"/>
                  </a:lnTo>
                  <a:lnTo>
                    <a:pt x="10847" y="281"/>
                  </a:lnTo>
                  <a:lnTo>
                    <a:pt x="11545" y="760"/>
                  </a:lnTo>
                  <a:lnTo>
                    <a:pt x="12487" y="858"/>
                  </a:lnTo>
                  <a:lnTo>
                    <a:pt x="13196" y="590"/>
                  </a:lnTo>
                  <a:lnTo>
                    <a:pt x="13689" y="1233"/>
                  </a:lnTo>
                  <a:lnTo>
                    <a:pt x="14075" y="2400"/>
                  </a:lnTo>
                  <a:lnTo>
                    <a:pt x="14172" y="5251"/>
                  </a:lnTo>
                  <a:lnTo>
                    <a:pt x="14317" y="5387"/>
                  </a:lnTo>
                  <a:lnTo>
                    <a:pt x="14925" y="4254"/>
                  </a:lnTo>
                  <a:lnTo>
                    <a:pt x="16007" y="4725"/>
                  </a:lnTo>
                  <a:lnTo>
                    <a:pt x="16750" y="4869"/>
                  </a:lnTo>
                  <a:lnTo>
                    <a:pt x="17364" y="4295"/>
                  </a:lnTo>
                  <a:lnTo>
                    <a:pt x="17744" y="4223"/>
                  </a:lnTo>
                  <a:lnTo>
                    <a:pt x="18174" y="3973"/>
                  </a:lnTo>
                  <a:lnTo>
                    <a:pt x="18659" y="3412"/>
                  </a:lnTo>
                  <a:lnTo>
                    <a:pt x="19078" y="2631"/>
                  </a:lnTo>
                  <a:lnTo>
                    <a:pt x="19528" y="2872"/>
                  </a:lnTo>
                  <a:lnTo>
                    <a:pt x="20288" y="3719"/>
                  </a:lnTo>
                  <a:lnTo>
                    <a:pt x="20761" y="3469"/>
                  </a:lnTo>
                  <a:lnTo>
                    <a:pt x="20994" y="4051"/>
                  </a:lnTo>
                  <a:lnTo>
                    <a:pt x="21318" y="5741"/>
                  </a:lnTo>
                  <a:lnTo>
                    <a:pt x="19932" y="6240"/>
                  </a:lnTo>
                  <a:lnTo>
                    <a:pt x="18542" y="6404"/>
                  </a:lnTo>
                  <a:lnTo>
                    <a:pt x="17769" y="6188"/>
                  </a:lnTo>
                  <a:lnTo>
                    <a:pt x="17043" y="6287"/>
                  </a:lnTo>
                  <a:lnTo>
                    <a:pt x="14788" y="11116"/>
                  </a:lnTo>
                  <a:lnTo>
                    <a:pt x="13576" y="12758"/>
                  </a:lnTo>
                  <a:lnTo>
                    <a:pt x="12133" y="13738"/>
                  </a:lnTo>
                  <a:lnTo>
                    <a:pt x="10664" y="14320"/>
                  </a:lnTo>
                  <a:lnTo>
                    <a:pt x="9927" y="14393"/>
                  </a:lnTo>
                  <a:lnTo>
                    <a:pt x="9278" y="15006"/>
                  </a:lnTo>
                  <a:lnTo>
                    <a:pt x="8822" y="16126"/>
                  </a:lnTo>
                  <a:lnTo>
                    <a:pt x="8810" y="17217"/>
                  </a:lnTo>
                  <a:lnTo>
                    <a:pt x="8615" y="18116"/>
                  </a:lnTo>
                  <a:lnTo>
                    <a:pt x="7809" y="17930"/>
                  </a:lnTo>
                  <a:lnTo>
                    <a:pt x="7474" y="16168"/>
                  </a:lnTo>
                  <a:lnTo>
                    <a:pt x="6900" y="15410"/>
                  </a:lnTo>
                  <a:lnTo>
                    <a:pt x="5473" y="15804"/>
                  </a:lnTo>
                  <a:lnTo>
                    <a:pt x="4777" y="15758"/>
                  </a:lnTo>
                  <a:lnTo>
                    <a:pt x="2493" y="14077"/>
                  </a:lnTo>
                  <a:lnTo>
                    <a:pt x="1804" y="13392"/>
                  </a:lnTo>
                  <a:lnTo>
                    <a:pt x="1374" y="11956"/>
                  </a:lnTo>
                  <a:lnTo>
                    <a:pt x="197" y="6776"/>
                  </a:lnTo>
                  <a:lnTo>
                    <a:pt x="0" y="2946"/>
                  </a:lnTo>
                  <a:lnTo>
                    <a:pt x="1096" y="3925"/>
                  </a:lnTo>
                  <a:lnTo>
                    <a:pt x="2120" y="2738"/>
                  </a:lnTo>
                  <a:lnTo>
                    <a:pt x="3107" y="795"/>
                  </a:lnTo>
                  <a:lnTo>
                    <a:pt x="4282" y="0"/>
                  </a:lnTo>
                  <a:close/>
                </a:path>
              </a:pathLst>
            </a:custGeom>
            <a:solidFill>
              <a:srgbClr val="D8E9D3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g467"/>
            <p:cNvSpPr/>
            <p:nvPr/>
          </p:nvSpPr>
          <p:spPr>
            <a:xfrm>
              <a:off x="3481067" y="2125952"/>
              <a:ext cx="82172" cy="72737"/>
            </a:xfrm>
            <a:custGeom>
              <a:avLst/>
              <a:pathLst>
                <a:path w="82172" h="72737">
                  <a:moveTo>
                    <a:pt x="33144" y="5283"/>
                  </a:moveTo>
                  <a:lnTo>
                    <a:pt x="34197" y="5212"/>
                  </a:lnTo>
                  <a:lnTo>
                    <a:pt x="35259" y="4468"/>
                  </a:lnTo>
                  <a:lnTo>
                    <a:pt x="35345" y="3266"/>
                  </a:lnTo>
                  <a:lnTo>
                    <a:pt x="35278" y="1015"/>
                  </a:lnTo>
                  <a:lnTo>
                    <a:pt x="35391" y="692"/>
                  </a:lnTo>
                  <a:lnTo>
                    <a:pt x="37003" y="1327"/>
                  </a:lnTo>
                  <a:lnTo>
                    <a:pt x="38619" y="2341"/>
                  </a:lnTo>
                  <a:lnTo>
                    <a:pt x="38844" y="4573"/>
                  </a:lnTo>
                  <a:lnTo>
                    <a:pt x="39277" y="5674"/>
                  </a:lnTo>
                  <a:lnTo>
                    <a:pt x="39786" y="6678"/>
                  </a:lnTo>
                  <a:lnTo>
                    <a:pt x="40277" y="7136"/>
                  </a:lnTo>
                  <a:lnTo>
                    <a:pt x="41122" y="7208"/>
                  </a:lnTo>
                  <a:lnTo>
                    <a:pt x="43315" y="8537"/>
                  </a:lnTo>
                  <a:lnTo>
                    <a:pt x="44371" y="8808"/>
                  </a:lnTo>
                  <a:lnTo>
                    <a:pt x="45452" y="9724"/>
                  </a:lnTo>
                  <a:lnTo>
                    <a:pt x="46362" y="10663"/>
                  </a:lnTo>
                  <a:lnTo>
                    <a:pt x="47027" y="10860"/>
                  </a:lnTo>
                  <a:lnTo>
                    <a:pt x="47336" y="11888"/>
                  </a:lnTo>
                  <a:lnTo>
                    <a:pt x="47743" y="12593"/>
                  </a:lnTo>
                  <a:lnTo>
                    <a:pt x="48464" y="12051"/>
                  </a:lnTo>
                  <a:lnTo>
                    <a:pt x="51094" y="11292"/>
                  </a:lnTo>
                  <a:lnTo>
                    <a:pt x="52042" y="12304"/>
                  </a:lnTo>
                  <a:lnTo>
                    <a:pt x="52682" y="13374"/>
                  </a:lnTo>
                  <a:lnTo>
                    <a:pt x="52770" y="13715"/>
                  </a:lnTo>
                  <a:lnTo>
                    <a:pt x="52435" y="14660"/>
                  </a:lnTo>
                  <a:lnTo>
                    <a:pt x="52275" y="15392"/>
                  </a:lnTo>
                  <a:lnTo>
                    <a:pt x="52001" y="15876"/>
                  </a:lnTo>
                  <a:lnTo>
                    <a:pt x="51098" y="16393"/>
                  </a:lnTo>
                  <a:lnTo>
                    <a:pt x="50588" y="17230"/>
                  </a:lnTo>
                  <a:lnTo>
                    <a:pt x="50218" y="18144"/>
                  </a:lnTo>
                  <a:lnTo>
                    <a:pt x="50467" y="19020"/>
                  </a:lnTo>
                  <a:lnTo>
                    <a:pt x="51205" y="19677"/>
                  </a:lnTo>
                  <a:lnTo>
                    <a:pt x="51727" y="19824"/>
                  </a:lnTo>
                  <a:lnTo>
                    <a:pt x="51926" y="20464"/>
                  </a:lnTo>
                  <a:lnTo>
                    <a:pt x="53597" y="23326"/>
                  </a:lnTo>
                  <a:lnTo>
                    <a:pt x="54926" y="27063"/>
                  </a:lnTo>
                  <a:lnTo>
                    <a:pt x="55444" y="27647"/>
                  </a:lnTo>
                  <a:lnTo>
                    <a:pt x="55931" y="27785"/>
                  </a:lnTo>
                  <a:lnTo>
                    <a:pt x="56494" y="27236"/>
                  </a:lnTo>
                  <a:lnTo>
                    <a:pt x="57144" y="26025"/>
                  </a:lnTo>
                  <a:lnTo>
                    <a:pt x="57914" y="25148"/>
                  </a:lnTo>
                  <a:lnTo>
                    <a:pt x="58566" y="24698"/>
                  </a:lnTo>
                  <a:lnTo>
                    <a:pt x="59716" y="23665"/>
                  </a:lnTo>
                  <a:lnTo>
                    <a:pt x="59761" y="22991"/>
                  </a:lnTo>
                  <a:lnTo>
                    <a:pt x="58803" y="20464"/>
                  </a:lnTo>
                  <a:lnTo>
                    <a:pt x="58247" y="18417"/>
                  </a:lnTo>
                  <a:lnTo>
                    <a:pt x="58380" y="18046"/>
                  </a:lnTo>
                  <a:lnTo>
                    <a:pt x="59607" y="18370"/>
                  </a:lnTo>
                  <a:lnTo>
                    <a:pt x="61694" y="19486"/>
                  </a:lnTo>
                  <a:lnTo>
                    <a:pt x="64902" y="23137"/>
                  </a:lnTo>
                  <a:lnTo>
                    <a:pt x="65476" y="23137"/>
                  </a:lnTo>
                  <a:lnTo>
                    <a:pt x="66601" y="22863"/>
                  </a:lnTo>
                  <a:lnTo>
                    <a:pt x="67821" y="22267"/>
                  </a:lnTo>
                  <a:lnTo>
                    <a:pt x="68400" y="21588"/>
                  </a:lnTo>
                  <a:lnTo>
                    <a:pt x="68618" y="21841"/>
                  </a:lnTo>
                  <a:lnTo>
                    <a:pt x="68805" y="23846"/>
                  </a:lnTo>
                  <a:lnTo>
                    <a:pt x="68486" y="24946"/>
                  </a:lnTo>
                  <a:lnTo>
                    <a:pt x="67024" y="26012"/>
                  </a:lnTo>
                  <a:lnTo>
                    <a:pt x="67109" y="26543"/>
                  </a:lnTo>
                  <a:lnTo>
                    <a:pt x="67484" y="27226"/>
                  </a:lnTo>
                  <a:lnTo>
                    <a:pt x="68142" y="27687"/>
                  </a:lnTo>
                  <a:lnTo>
                    <a:pt x="68941" y="28987"/>
                  </a:lnTo>
                  <a:lnTo>
                    <a:pt x="69490" y="30470"/>
                  </a:lnTo>
                  <a:lnTo>
                    <a:pt x="69972" y="31159"/>
                  </a:lnTo>
                  <a:lnTo>
                    <a:pt x="70503" y="31485"/>
                  </a:lnTo>
                  <a:lnTo>
                    <a:pt x="71831" y="30693"/>
                  </a:lnTo>
                  <a:lnTo>
                    <a:pt x="72208" y="30066"/>
                  </a:lnTo>
                  <a:lnTo>
                    <a:pt x="72374" y="29624"/>
                  </a:lnTo>
                  <a:lnTo>
                    <a:pt x="72632" y="29722"/>
                  </a:lnTo>
                  <a:lnTo>
                    <a:pt x="73098" y="30450"/>
                  </a:lnTo>
                  <a:lnTo>
                    <a:pt x="73238" y="30879"/>
                  </a:lnTo>
                  <a:lnTo>
                    <a:pt x="74531" y="31707"/>
                  </a:lnTo>
                  <a:lnTo>
                    <a:pt x="75275" y="32726"/>
                  </a:lnTo>
                  <a:lnTo>
                    <a:pt x="75749" y="33205"/>
                  </a:lnTo>
                  <a:lnTo>
                    <a:pt x="76276" y="32739"/>
                  </a:lnTo>
                  <a:lnTo>
                    <a:pt x="78320" y="33549"/>
                  </a:lnTo>
                  <a:lnTo>
                    <a:pt x="78883" y="34231"/>
                  </a:lnTo>
                  <a:lnTo>
                    <a:pt x="79063" y="35360"/>
                  </a:lnTo>
                  <a:lnTo>
                    <a:pt x="78962" y="36046"/>
                  </a:lnTo>
                  <a:lnTo>
                    <a:pt x="79276" y="37822"/>
                  </a:lnTo>
                  <a:lnTo>
                    <a:pt x="81863" y="42079"/>
                  </a:lnTo>
                  <a:lnTo>
                    <a:pt x="82136" y="44254"/>
                  </a:lnTo>
                  <a:lnTo>
                    <a:pt x="82172" y="45121"/>
                  </a:lnTo>
                  <a:lnTo>
                    <a:pt x="81864" y="45167"/>
                  </a:lnTo>
                  <a:lnTo>
                    <a:pt x="81166" y="45617"/>
                  </a:lnTo>
                  <a:lnTo>
                    <a:pt x="80270" y="45780"/>
                  </a:lnTo>
                  <a:lnTo>
                    <a:pt x="79299" y="45692"/>
                  </a:lnTo>
                  <a:lnTo>
                    <a:pt x="78544" y="46483"/>
                  </a:lnTo>
                  <a:lnTo>
                    <a:pt x="77831" y="47771"/>
                  </a:lnTo>
                  <a:lnTo>
                    <a:pt x="77097" y="48663"/>
                  </a:lnTo>
                  <a:lnTo>
                    <a:pt x="76698" y="49461"/>
                  </a:lnTo>
                  <a:lnTo>
                    <a:pt x="76475" y="50279"/>
                  </a:lnTo>
                  <a:lnTo>
                    <a:pt x="73990" y="52609"/>
                  </a:lnTo>
                  <a:lnTo>
                    <a:pt x="73645" y="53579"/>
                  </a:lnTo>
                  <a:lnTo>
                    <a:pt x="73369" y="54902"/>
                  </a:lnTo>
                  <a:lnTo>
                    <a:pt x="73253" y="56688"/>
                  </a:lnTo>
                  <a:lnTo>
                    <a:pt x="73076" y="58290"/>
                  </a:lnTo>
                  <a:lnTo>
                    <a:pt x="72649" y="59135"/>
                  </a:lnTo>
                  <a:lnTo>
                    <a:pt x="71307" y="59861"/>
                  </a:lnTo>
                  <a:lnTo>
                    <a:pt x="70972" y="60252"/>
                  </a:lnTo>
                  <a:lnTo>
                    <a:pt x="70721" y="61067"/>
                  </a:lnTo>
                  <a:lnTo>
                    <a:pt x="69968" y="62324"/>
                  </a:lnTo>
                  <a:lnTo>
                    <a:pt x="69086" y="63520"/>
                  </a:lnTo>
                  <a:lnTo>
                    <a:pt x="67464" y="64888"/>
                  </a:lnTo>
                  <a:lnTo>
                    <a:pt x="65724" y="65303"/>
                  </a:lnTo>
                  <a:lnTo>
                    <a:pt x="63460" y="64859"/>
                  </a:lnTo>
                  <a:lnTo>
                    <a:pt x="62139" y="64324"/>
                  </a:lnTo>
                  <a:lnTo>
                    <a:pt x="61495" y="64911"/>
                  </a:lnTo>
                  <a:lnTo>
                    <a:pt x="60613" y="66693"/>
                  </a:lnTo>
                  <a:lnTo>
                    <a:pt x="59662" y="69762"/>
                  </a:lnTo>
                  <a:lnTo>
                    <a:pt x="59271" y="72069"/>
                  </a:lnTo>
                  <a:lnTo>
                    <a:pt x="58968" y="71416"/>
                  </a:lnTo>
                  <a:lnTo>
                    <a:pt x="58424" y="68969"/>
                  </a:lnTo>
                  <a:lnTo>
                    <a:pt x="57809" y="68656"/>
                  </a:lnTo>
                  <a:lnTo>
                    <a:pt x="56971" y="68428"/>
                  </a:lnTo>
                  <a:lnTo>
                    <a:pt x="56340" y="68068"/>
                  </a:lnTo>
                  <a:lnTo>
                    <a:pt x="54979" y="66659"/>
                  </a:lnTo>
                  <a:lnTo>
                    <a:pt x="54279" y="66235"/>
                  </a:lnTo>
                  <a:lnTo>
                    <a:pt x="53479" y="66121"/>
                  </a:lnTo>
                  <a:lnTo>
                    <a:pt x="52710" y="66949"/>
                  </a:lnTo>
                  <a:lnTo>
                    <a:pt x="52131" y="67928"/>
                  </a:lnTo>
                  <a:lnTo>
                    <a:pt x="50328" y="67915"/>
                  </a:lnTo>
                  <a:lnTo>
                    <a:pt x="48352" y="67460"/>
                  </a:lnTo>
                  <a:lnTo>
                    <a:pt x="45524" y="64220"/>
                  </a:lnTo>
                  <a:lnTo>
                    <a:pt x="44791" y="64191"/>
                  </a:lnTo>
                  <a:lnTo>
                    <a:pt x="44008" y="64338"/>
                  </a:lnTo>
                  <a:lnTo>
                    <a:pt x="42773" y="63572"/>
                  </a:lnTo>
                  <a:lnTo>
                    <a:pt x="40378" y="61474"/>
                  </a:lnTo>
                  <a:lnTo>
                    <a:pt x="39257" y="60982"/>
                  </a:lnTo>
                  <a:lnTo>
                    <a:pt x="38548" y="61282"/>
                  </a:lnTo>
                  <a:lnTo>
                    <a:pt x="37900" y="61747"/>
                  </a:lnTo>
                  <a:lnTo>
                    <a:pt x="37438" y="61801"/>
                  </a:lnTo>
                  <a:lnTo>
                    <a:pt x="37170" y="61120"/>
                  </a:lnTo>
                  <a:lnTo>
                    <a:pt x="36281" y="60278"/>
                  </a:lnTo>
                  <a:lnTo>
                    <a:pt x="35388" y="60181"/>
                  </a:lnTo>
                  <a:lnTo>
                    <a:pt x="35128" y="60689"/>
                  </a:lnTo>
                  <a:lnTo>
                    <a:pt x="34826" y="65305"/>
                  </a:lnTo>
                  <a:lnTo>
                    <a:pt x="34524" y="66970"/>
                  </a:lnTo>
                  <a:lnTo>
                    <a:pt x="33297" y="66892"/>
                  </a:lnTo>
                  <a:lnTo>
                    <a:pt x="32859" y="67679"/>
                  </a:lnTo>
                  <a:lnTo>
                    <a:pt x="31892" y="69909"/>
                  </a:lnTo>
                  <a:lnTo>
                    <a:pt x="31705" y="72057"/>
                  </a:lnTo>
                  <a:lnTo>
                    <a:pt x="30031" y="71640"/>
                  </a:lnTo>
                  <a:lnTo>
                    <a:pt x="29236" y="71279"/>
                  </a:lnTo>
                  <a:lnTo>
                    <a:pt x="28534" y="71554"/>
                  </a:lnTo>
                  <a:lnTo>
                    <a:pt x="27760" y="72737"/>
                  </a:lnTo>
                  <a:lnTo>
                    <a:pt x="25594" y="72667"/>
                  </a:lnTo>
                  <a:lnTo>
                    <a:pt x="23879" y="71960"/>
                  </a:lnTo>
                  <a:lnTo>
                    <a:pt x="23143" y="69303"/>
                  </a:lnTo>
                  <a:lnTo>
                    <a:pt x="22358" y="68251"/>
                  </a:lnTo>
                  <a:lnTo>
                    <a:pt x="21369" y="67310"/>
                  </a:lnTo>
                  <a:lnTo>
                    <a:pt x="21022" y="67101"/>
                  </a:lnTo>
                  <a:lnTo>
                    <a:pt x="20476" y="65652"/>
                  </a:lnTo>
                  <a:lnTo>
                    <a:pt x="19441" y="63857"/>
                  </a:lnTo>
                  <a:lnTo>
                    <a:pt x="17767" y="61406"/>
                  </a:lnTo>
                  <a:lnTo>
                    <a:pt x="16464" y="61527"/>
                  </a:lnTo>
                  <a:lnTo>
                    <a:pt x="15982" y="60877"/>
                  </a:lnTo>
                  <a:lnTo>
                    <a:pt x="15769" y="59975"/>
                  </a:lnTo>
                  <a:lnTo>
                    <a:pt x="15225" y="58418"/>
                  </a:lnTo>
                  <a:lnTo>
                    <a:pt x="14612" y="57334"/>
                  </a:lnTo>
                  <a:lnTo>
                    <a:pt x="13870" y="56915"/>
                  </a:lnTo>
                  <a:lnTo>
                    <a:pt x="12806" y="55535"/>
                  </a:lnTo>
                  <a:lnTo>
                    <a:pt x="11382" y="52528"/>
                  </a:lnTo>
                  <a:lnTo>
                    <a:pt x="10078" y="50449"/>
                  </a:lnTo>
                  <a:lnTo>
                    <a:pt x="8819" y="50482"/>
                  </a:lnTo>
                  <a:lnTo>
                    <a:pt x="8020" y="49393"/>
                  </a:lnTo>
                  <a:lnTo>
                    <a:pt x="7207" y="47966"/>
                  </a:lnTo>
                  <a:lnTo>
                    <a:pt x="6608" y="46585"/>
                  </a:lnTo>
                  <a:lnTo>
                    <a:pt x="5679" y="43228"/>
                  </a:lnTo>
                  <a:lnTo>
                    <a:pt x="5003" y="41312"/>
                  </a:lnTo>
                  <a:lnTo>
                    <a:pt x="4476" y="40127"/>
                  </a:lnTo>
                  <a:lnTo>
                    <a:pt x="3881" y="39140"/>
                  </a:lnTo>
                  <a:lnTo>
                    <a:pt x="3665" y="38358"/>
                  </a:lnTo>
                  <a:lnTo>
                    <a:pt x="4392" y="36571"/>
                  </a:lnTo>
                  <a:lnTo>
                    <a:pt x="4657" y="35686"/>
                  </a:lnTo>
                  <a:lnTo>
                    <a:pt x="4970" y="35007"/>
                  </a:lnTo>
                  <a:lnTo>
                    <a:pt x="5152" y="34287"/>
                  </a:lnTo>
                  <a:lnTo>
                    <a:pt x="5146" y="33744"/>
                  </a:lnTo>
                  <a:lnTo>
                    <a:pt x="4483" y="31980"/>
                  </a:lnTo>
                  <a:lnTo>
                    <a:pt x="3588" y="30707"/>
                  </a:lnTo>
                  <a:lnTo>
                    <a:pt x="2275" y="29414"/>
                  </a:lnTo>
                  <a:lnTo>
                    <a:pt x="1438" y="27784"/>
                  </a:lnTo>
                  <a:lnTo>
                    <a:pt x="1130" y="26291"/>
                  </a:lnTo>
                  <a:lnTo>
                    <a:pt x="1039" y="25470"/>
                  </a:lnTo>
                  <a:lnTo>
                    <a:pt x="464" y="24359"/>
                  </a:lnTo>
                  <a:lnTo>
                    <a:pt x="0" y="22730"/>
                  </a:lnTo>
                  <a:lnTo>
                    <a:pt x="1" y="21749"/>
                  </a:lnTo>
                  <a:lnTo>
                    <a:pt x="115" y="21476"/>
                  </a:lnTo>
                  <a:lnTo>
                    <a:pt x="549" y="21477"/>
                  </a:lnTo>
                  <a:lnTo>
                    <a:pt x="1036" y="22144"/>
                  </a:lnTo>
                  <a:lnTo>
                    <a:pt x="1723" y="23430"/>
                  </a:lnTo>
                  <a:lnTo>
                    <a:pt x="2286" y="25304"/>
                  </a:lnTo>
                  <a:lnTo>
                    <a:pt x="2631" y="24587"/>
                  </a:lnTo>
                  <a:lnTo>
                    <a:pt x="3276" y="22591"/>
                  </a:lnTo>
                  <a:lnTo>
                    <a:pt x="4422" y="20329"/>
                  </a:lnTo>
                  <a:lnTo>
                    <a:pt x="5597" y="19040"/>
                  </a:lnTo>
                  <a:lnTo>
                    <a:pt x="6651" y="18932"/>
                  </a:lnTo>
                  <a:lnTo>
                    <a:pt x="7515" y="18576"/>
                  </a:lnTo>
                  <a:lnTo>
                    <a:pt x="8234" y="17931"/>
                  </a:lnTo>
                  <a:lnTo>
                    <a:pt x="9487" y="18189"/>
                  </a:lnTo>
                  <a:lnTo>
                    <a:pt x="10394" y="18655"/>
                  </a:lnTo>
                  <a:lnTo>
                    <a:pt x="10688" y="18367"/>
                  </a:lnTo>
                  <a:lnTo>
                    <a:pt x="11057" y="17189"/>
                  </a:lnTo>
                  <a:lnTo>
                    <a:pt x="11293" y="16175"/>
                  </a:lnTo>
                  <a:lnTo>
                    <a:pt x="13301" y="15581"/>
                  </a:lnTo>
                  <a:lnTo>
                    <a:pt x="13990" y="13623"/>
                  </a:lnTo>
                  <a:lnTo>
                    <a:pt x="14378" y="13633"/>
                  </a:lnTo>
                  <a:lnTo>
                    <a:pt x="14823" y="13340"/>
                  </a:lnTo>
                  <a:lnTo>
                    <a:pt x="15249" y="12598"/>
                  </a:lnTo>
                  <a:lnTo>
                    <a:pt x="15658" y="12294"/>
                  </a:lnTo>
                  <a:lnTo>
                    <a:pt x="15982" y="12660"/>
                  </a:lnTo>
                  <a:lnTo>
                    <a:pt x="16408" y="12904"/>
                  </a:lnTo>
                  <a:lnTo>
                    <a:pt x="16852" y="12435"/>
                  </a:lnTo>
                  <a:lnTo>
                    <a:pt x="17510" y="10193"/>
                  </a:lnTo>
                  <a:lnTo>
                    <a:pt x="17878" y="9844"/>
                  </a:lnTo>
                  <a:lnTo>
                    <a:pt x="19641" y="9493"/>
                  </a:lnTo>
                  <a:lnTo>
                    <a:pt x="22044" y="8170"/>
                  </a:lnTo>
                  <a:lnTo>
                    <a:pt x="23261" y="6993"/>
                  </a:lnTo>
                  <a:lnTo>
                    <a:pt x="24456" y="6354"/>
                  </a:lnTo>
                  <a:lnTo>
                    <a:pt x="25739" y="5217"/>
                  </a:lnTo>
                  <a:lnTo>
                    <a:pt x="27778" y="4109"/>
                  </a:lnTo>
                  <a:lnTo>
                    <a:pt x="27875" y="3656"/>
                  </a:lnTo>
                  <a:lnTo>
                    <a:pt x="26929" y="2517"/>
                  </a:lnTo>
                  <a:lnTo>
                    <a:pt x="26611" y="1799"/>
                  </a:lnTo>
                  <a:lnTo>
                    <a:pt x="26398" y="1061"/>
                  </a:lnTo>
                  <a:lnTo>
                    <a:pt x="26732" y="245"/>
                  </a:lnTo>
                  <a:lnTo>
                    <a:pt x="27177" y="0"/>
                  </a:lnTo>
                  <a:lnTo>
                    <a:pt x="27756" y="340"/>
                  </a:lnTo>
                  <a:lnTo>
                    <a:pt x="29463" y="825"/>
                  </a:lnTo>
                  <a:lnTo>
                    <a:pt x="29931" y="1295"/>
                  </a:lnTo>
                  <a:lnTo>
                    <a:pt x="30101" y="2448"/>
                  </a:lnTo>
                  <a:lnTo>
                    <a:pt x="30534" y="3521"/>
                  </a:lnTo>
                  <a:lnTo>
                    <a:pt x="30883" y="3635"/>
                  </a:lnTo>
                  <a:lnTo>
                    <a:pt x="30758" y="5384"/>
                  </a:lnTo>
                  <a:lnTo>
                    <a:pt x="31302" y="6062"/>
                  </a:lnTo>
                  <a:lnTo>
                    <a:pt x="32096" y="6592"/>
                  </a:lnTo>
                  <a:lnTo>
                    <a:pt x="32622" y="6485"/>
                  </a:lnTo>
                  <a:lnTo>
                    <a:pt x="32999" y="5775"/>
                  </a:lnTo>
                  <a:close/>
                </a:path>
              </a:pathLst>
            </a:custGeom>
            <a:solidFill>
              <a:srgbClr val="A8CE9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g468"/>
            <p:cNvSpPr/>
            <p:nvPr/>
          </p:nvSpPr>
          <p:spPr>
            <a:xfrm>
              <a:off x="3502159" y="2034662"/>
              <a:ext cx="4792" cy="7805"/>
            </a:xfrm>
            <a:custGeom>
              <a:avLst/>
              <a:pathLst>
                <a:path w="4792" h="7805">
                  <a:moveTo>
                    <a:pt x="4792" y="7579"/>
                  </a:moveTo>
                  <a:lnTo>
                    <a:pt x="4286" y="7472"/>
                  </a:lnTo>
                  <a:lnTo>
                    <a:pt x="2777" y="7805"/>
                  </a:lnTo>
                  <a:lnTo>
                    <a:pt x="1284" y="7333"/>
                  </a:lnTo>
                  <a:lnTo>
                    <a:pt x="996" y="5563"/>
                  </a:lnTo>
                  <a:lnTo>
                    <a:pt x="1234" y="3859"/>
                  </a:lnTo>
                  <a:lnTo>
                    <a:pt x="634" y="2687"/>
                  </a:lnTo>
                  <a:lnTo>
                    <a:pt x="82" y="1999"/>
                  </a:lnTo>
                  <a:lnTo>
                    <a:pt x="0" y="1017"/>
                  </a:lnTo>
                  <a:lnTo>
                    <a:pt x="89" y="0"/>
                  </a:lnTo>
                  <a:lnTo>
                    <a:pt x="2662" y="2738"/>
                  </a:lnTo>
                  <a:lnTo>
                    <a:pt x="4765" y="5227"/>
                  </a:lnTo>
                  <a:lnTo>
                    <a:pt x="4604" y="6152"/>
                  </a:lnTo>
                  <a:close/>
                </a:path>
              </a:pathLst>
            </a:custGeom>
            <a:solidFill>
              <a:srgbClr val="9FC89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g469"/>
            <p:cNvSpPr/>
            <p:nvPr/>
          </p:nvSpPr>
          <p:spPr>
            <a:xfrm>
              <a:off x="3467929" y="2022660"/>
              <a:ext cx="3303" cy="3468"/>
            </a:xfrm>
            <a:custGeom>
              <a:avLst/>
              <a:pathLst>
                <a:path w="3303" h="3468">
                  <a:moveTo>
                    <a:pt x="3303" y="3410"/>
                  </a:moveTo>
                  <a:lnTo>
                    <a:pt x="1432" y="3468"/>
                  </a:lnTo>
                  <a:lnTo>
                    <a:pt x="718" y="2286"/>
                  </a:lnTo>
                  <a:lnTo>
                    <a:pt x="0" y="1986"/>
                  </a:lnTo>
                  <a:lnTo>
                    <a:pt x="386" y="529"/>
                  </a:lnTo>
                  <a:lnTo>
                    <a:pt x="892" y="0"/>
                  </a:lnTo>
                  <a:lnTo>
                    <a:pt x="2704" y="949"/>
                  </a:lnTo>
                  <a:lnTo>
                    <a:pt x="3272" y="2807"/>
                  </a:lnTo>
                  <a:close/>
                </a:path>
              </a:pathLst>
            </a:custGeom>
            <a:solidFill>
              <a:srgbClr val="9FC89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g470"/>
            <p:cNvSpPr/>
            <p:nvPr/>
          </p:nvSpPr>
          <p:spPr>
            <a:xfrm>
              <a:off x="3494066" y="2017757"/>
              <a:ext cx="7042" cy="13399"/>
            </a:xfrm>
            <a:custGeom>
              <a:avLst/>
              <a:pathLst>
                <a:path w="7042" h="13399">
                  <a:moveTo>
                    <a:pt x="6737" y="9355"/>
                  </a:moveTo>
                  <a:lnTo>
                    <a:pt x="7042" y="11343"/>
                  </a:lnTo>
                  <a:lnTo>
                    <a:pt x="6714" y="12356"/>
                  </a:lnTo>
                  <a:lnTo>
                    <a:pt x="5345" y="10671"/>
                  </a:lnTo>
                  <a:lnTo>
                    <a:pt x="3969" y="10694"/>
                  </a:lnTo>
                  <a:lnTo>
                    <a:pt x="3146" y="13289"/>
                  </a:lnTo>
                  <a:lnTo>
                    <a:pt x="2535" y="13399"/>
                  </a:lnTo>
                  <a:lnTo>
                    <a:pt x="410" y="11042"/>
                  </a:lnTo>
                  <a:lnTo>
                    <a:pt x="70" y="9892"/>
                  </a:lnTo>
                  <a:lnTo>
                    <a:pt x="0" y="8935"/>
                  </a:lnTo>
                  <a:lnTo>
                    <a:pt x="303" y="5624"/>
                  </a:lnTo>
                  <a:lnTo>
                    <a:pt x="247" y="4582"/>
                  </a:lnTo>
                  <a:lnTo>
                    <a:pt x="915" y="3444"/>
                  </a:lnTo>
                  <a:lnTo>
                    <a:pt x="1018" y="1799"/>
                  </a:lnTo>
                  <a:lnTo>
                    <a:pt x="2199" y="65"/>
                  </a:lnTo>
                  <a:lnTo>
                    <a:pt x="3246" y="0"/>
                  </a:lnTo>
                  <a:lnTo>
                    <a:pt x="3579" y="1468"/>
                  </a:lnTo>
                  <a:lnTo>
                    <a:pt x="4081" y="2480"/>
                  </a:lnTo>
                  <a:lnTo>
                    <a:pt x="5846" y="3614"/>
                  </a:lnTo>
                  <a:lnTo>
                    <a:pt x="6109" y="4129"/>
                  </a:lnTo>
                  <a:lnTo>
                    <a:pt x="6268" y="4842"/>
                  </a:lnTo>
                  <a:lnTo>
                    <a:pt x="5447" y="6238"/>
                  </a:lnTo>
                  <a:lnTo>
                    <a:pt x="5168" y="6954"/>
                  </a:lnTo>
                  <a:lnTo>
                    <a:pt x="5429" y="8101"/>
                  </a:lnTo>
                  <a:close/>
                </a:path>
              </a:pathLst>
            </a:custGeom>
            <a:solidFill>
              <a:srgbClr val="9FC89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g471"/>
            <p:cNvSpPr/>
            <p:nvPr/>
          </p:nvSpPr>
          <p:spPr>
            <a:xfrm>
              <a:off x="3436104" y="2015955"/>
              <a:ext cx="2285" cy="2131"/>
            </a:xfrm>
            <a:custGeom>
              <a:avLst/>
              <a:pathLst>
                <a:path w="2285" h="2131">
                  <a:moveTo>
                    <a:pt x="2285" y="1406"/>
                  </a:moveTo>
                  <a:lnTo>
                    <a:pt x="1810" y="2131"/>
                  </a:lnTo>
                  <a:lnTo>
                    <a:pt x="651" y="2045"/>
                  </a:lnTo>
                  <a:lnTo>
                    <a:pt x="0" y="1364"/>
                  </a:lnTo>
                  <a:lnTo>
                    <a:pt x="210" y="639"/>
                  </a:lnTo>
                  <a:lnTo>
                    <a:pt x="825" y="85"/>
                  </a:lnTo>
                  <a:lnTo>
                    <a:pt x="1335" y="0"/>
                  </a:lnTo>
                  <a:lnTo>
                    <a:pt x="2108" y="341"/>
                  </a:lnTo>
                  <a:close/>
                </a:path>
              </a:pathLst>
            </a:custGeom>
            <a:solidFill>
              <a:srgbClr val="9FC89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g472"/>
            <p:cNvSpPr/>
            <p:nvPr/>
          </p:nvSpPr>
          <p:spPr>
            <a:xfrm>
              <a:off x="3405113" y="2011729"/>
              <a:ext cx="111623" cy="225297"/>
            </a:xfrm>
            <a:custGeom>
              <a:avLst/>
              <a:pathLst>
                <a:path w="111623" h="225297">
                  <a:moveTo>
                    <a:pt x="47313" y="2298"/>
                  </a:moveTo>
                  <a:lnTo>
                    <a:pt x="47388" y="2840"/>
                  </a:lnTo>
                  <a:lnTo>
                    <a:pt x="49172" y="3625"/>
                  </a:lnTo>
                  <a:lnTo>
                    <a:pt x="49922" y="4876"/>
                  </a:lnTo>
                  <a:lnTo>
                    <a:pt x="50755" y="6778"/>
                  </a:lnTo>
                  <a:lnTo>
                    <a:pt x="50836" y="9515"/>
                  </a:lnTo>
                  <a:lnTo>
                    <a:pt x="49770" y="11484"/>
                  </a:lnTo>
                  <a:lnTo>
                    <a:pt x="48884" y="12731"/>
                  </a:lnTo>
                  <a:lnTo>
                    <a:pt x="52233" y="12259"/>
                  </a:lnTo>
                  <a:lnTo>
                    <a:pt x="52566" y="13389"/>
                  </a:lnTo>
                  <a:lnTo>
                    <a:pt x="53073" y="14608"/>
                  </a:lnTo>
                  <a:lnTo>
                    <a:pt x="54878" y="13740"/>
                  </a:lnTo>
                  <a:lnTo>
                    <a:pt x="59400" y="17347"/>
                  </a:lnTo>
                  <a:lnTo>
                    <a:pt x="62135" y="15591"/>
                  </a:lnTo>
                  <a:lnTo>
                    <a:pt x="62835" y="15488"/>
                  </a:lnTo>
                  <a:lnTo>
                    <a:pt x="63456" y="18403"/>
                  </a:lnTo>
                  <a:lnTo>
                    <a:pt x="62777" y="21339"/>
                  </a:lnTo>
                  <a:lnTo>
                    <a:pt x="60365" y="24471"/>
                  </a:lnTo>
                  <a:lnTo>
                    <a:pt x="60900" y="26402"/>
                  </a:lnTo>
                  <a:lnTo>
                    <a:pt x="61670" y="26830"/>
                  </a:lnTo>
                  <a:lnTo>
                    <a:pt x="63943" y="26420"/>
                  </a:lnTo>
                  <a:lnTo>
                    <a:pt x="67542" y="28328"/>
                  </a:lnTo>
                  <a:lnTo>
                    <a:pt x="68292" y="27733"/>
                  </a:lnTo>
                  <a:lnTo>
                    <a:pt x="71210" y="23337"/>
                  </a:lnTo>
                  <a:lnTo>
                    <a:pt x="72377" y="22394"/>
                  </a:lnTo>
                  <a:lnTo>
                    <a:pt x="76216" y="21718"/>
                  </a:lnTo>
                  <a:lnTo>
                    <a:pt x="76915" y="20017"/>
                  </a:lnTo>
                  <a:lnTo>
                    <a:pt x="78470" y="18306"/>
                  </a:lnTo>
                  <a:lnTo>
                    <a:pt x="79472" y="16438"/>
                  </a:lnTo>
                  <a:lnTo>
                    <a:pt x="81872" y="12881"/>
                  </a:lnTo>
                  <a:lnTo>
                    <a:pt x="84354" y="13522"/>
                  </a:lnTo>
                  <a:lnTo>
                    <a:pt x="85804" y="14203"/>
                  </a:lnTo>
                  <a:lnTo>
                    <a:pt x="87395" y="14546"/>
                  </a:lnTo>
                  <a:lnTo>
                    <a:pt x="88844" y="18338"/>
                  </a:lnTo>
                  <a:lnTo>
                    <a:pt x="92507" y="22529"/>
                  </a:lnTo>
                  <a:lnTo>
                    <a:pt x="95873" y="22164"/>
                  </a:lnTo>
                  <a:lnTo>
                    <a:pt x="97068" y="26129"/>
                  </a:lnTo>
                  <a:lnTo>
                    <a:pt x="97595" y="31025"/>
                  </a:lnTo>
                  <a:lnTo>
                    <a:pt x="98629" y="32561"/>
                  </a:lnTo>
                  <a:lnTo>
                    <a:pt x="99538" y="33564"/>
                  </a:lnTo>
                  <a:lnTo>
                    <a:pt x="102389" y="34681"/>
                  </a:lnTo>
                  <a:lnTo>
                    <a:pt x="102477" y="35346"/>
                  </a:lnTo>
                  <a:lnTo>
                    <a:pt x="102645" y="37780"/>
                  </a:lnTo>
                  <a:lnTo>
                    <a:pt x="102874" y="39798"/>
                  </a:lnTo>
                  <a:lnTo>
                    <a:pt x="104286" y="47864"/>
                  </a:lnTo>
                  <a:lnTo>
                    <a:pt x="104258" y="49836"/>
                  </a:lnTo>
                  <a:lnTo>
                    <a:pt x="104242" y="50360"/>
                  </a:lnTo>
                  <a:lnTo>
                    <a:pt x="103725" y="53121"/>
                  </a:lnTo>
                  <a:lnTo>
                    <a:pt x="102807" y="55450"/>
                  </a:lnTo>
                  <a:lnTo>
                    <a:pt x="101594" y="56763"/>
                  </a:lnTo>
                  <a:lnTo>
                    <a:pt x="100926" y="58225"/>
                  </a:lnTo>
                  <a:lnTo>
                    <a:pt x="100801" y="59839"/>
                  </a:lnTo>
                  <a:lnTo>
                    <a:pt x="102326" y="62667"/>
                  </a:lnTo>
                  <a:lnTo>
                    <a:pt x="105499" y="66713"/>
                  </a:lnTo>
                  <a:lnTo>
                    <a:pt x="106783" y="70173"/>
                  </a:lnTo>
                  <a:lnTo>
                    <a:pt x="106177" y="73051"/>
                  </a:lnTo>
                  <a:lnTo>
                    <a:pt x="105993" y="75162"/>
                  </a:lnTo>
                  <a:lnTo>
                    <a:pt x="106228" y="76507"/>
                  </a:lnTo>
                  <a:lnTo>
                    <a:pt x="106736" y="77586"/>
                  </a:lnTo>
                  <a:lnTo>
                    <a:pt x="107520" y="78403"/>
                  </a:lnTo>
                  <a:lnTo>
                    <a:pt x="107830" y="79659"/>
                  </a:lnTo>
                  <a:lnTo>
                    <a:pt x="107672" y="81356"/>
                  </a:lnTo>
                  <a:lnTo>
                    <a:pt x="107821" y="82533"/>
                  </a:lnTo>
                  <a:lnTo>
                    <a:pt x="108405" y="83372"/>
                  </a:lnTo>
                  <a:lnTo>
                    <a:pt x="108351" y="83698"/>
                  </a:lnTo>
                  <a:lnTo>
                    <a:pt x="108067" y="84878"/>
                  </a:lnTo>
                  <a:lnTo>
                    <a:pt x="107679" y="87031"/>
                  </a:lnTo>
                  <a:lnTo>
                    <a:pt x="107459" y="88602"/>
                  </a:lnTo>
                  <a:lnTo>
                    <a:pt x="106566" y="90743"/>
                  </a:lnTo>
                  <a:lnTo>
                    <a:pt x="106838" y="92562"/>
                  </a:lnTo>
                  <a:lnTo>
                    <a:pt x="107537" y="94708"/>
                  </a:lnTo>
                  <a:lnTo>
                    <a:pt x="108068" y="95786"/>
                  </a:lnTo>
                  <a:lnTo>
                    <a:pt x="108236" y="96807"/>
                  </a:lnTo>
                  <a:lnTo>
                    <a:pt x="107898" y="99237"/>
                  </a:lnTo>
                  <a:lnTo>
                    <a:pt x="108066" y="99859"/>
                  </a:lnTo>
                  <a:lnTo>
                    <a:pt x="110275" y="101648"/>
                  </a:lnTo>
                  <a:lnTo>
                    <a:pt x="110635" y="102475"/>
                  </a:lnTo>
                  <a:lnTo>
                    <a:pt x="110850" y="104195"/>
                  </a:lnTo>
                  <a:lnTo>
                    <a:pt x="111623" y="107871"/>
                  </a:lnTo>
                  <a:lnTo>
                    <a:pt x="110981" y="112528"/>
                  </a:lnTo>
                  <a:lnTo>
                    <a:pt x="110415" y="115081"/>
                  </a:lnTo>
                  <a:lnTo>
                    <a:pt x="109157" y="119132"/>
                  </a:lnTo>
                  <a:lnTo>
                    <a:pt x="109098" y="119506"/>
                  </a:lnTo>
                  <a:lnTo>
                    <a:pt x="108952" y="119998"/>
                  </a:lnTo>
                  <a:lnTo>
                    <a:pt x="108575" y="120708"/>
                  </a:lnTo>
                  <a:lnTo>
                    <a:pt x="108049" y="120814"/>
                  </a:lnTo>
                  <a:lnTo>
                    <a:pt x="107255" y="120285"/>
                  </a:lnTo>
                  <a:lnTo>
                    <a:pt x="106711" y="119607"/>
                  </a:lnTo>
                  <a:lnTo>
                    <a:pt x="106836" y="117858"/>
                  </a:lnTo>
                  <a:lnTo>
                    <a:pt x="106488" y="117744"/>
                  </a:lnTo>
                  <a:lnTo>
                    <a:pt x="106054" y="116671"/>
                  </a:lnTo>
                  <a:lnTo>
                    <a:pt x="105884" y="115518"/>
                  </a:lnTo>
                  <a:lnTo>
                    <a:pt x="105417" y="115047"/>
                  </a:lnTo>
                  <a:lnTo>
                    <a:pt x="103710" y="114563"/>
                  </a:lnTo>
                  <a:lnTo>
                    <a:pt x="103130" y="114222"/>
                  </a:lnTo>
                  <a:lnTo>
                    <a:pt x="102685" y="114467"/>
                  </a:lnTo>
                  <a:lnTo>
                    <a:pt x="102352" y="115284"/>
                  </a:lnTo>
                  <a:lnTo>
                    <a:pt x="102565" y="116021"/>
                  </a:lnTo>
                  <a:lnTo>
                    <a:pt x="102883" y="116740"/>
                  </a:lnTo>
                  <a:lnTo>
                    <a:pt x="103829" y="117878"/>
                  </a:lnTo>
                  <a:lnTo>
                    <a:pt x="103731" y="118331"/>
                  </a:lnTo>
                  <a:lnTo>
                    <a:pt x="101693" y="119439"/>
                  </a:lnTo>
                  <a:lnTo>
                    <a:pt x="100410" y="120576"/>
                  </a:lnTo>
                  <a:lnTo>
                    <a:pt x="99215" y="121215"/>
                  </a:lnTo>
                  <a:lnTo>
                    <a:pt x="97997" y="122393"/>
                  </a:lnTo>
                  <a:lnTo>
                    <a:pt x="95594" y="123716"/>
                  </a:lnTo>
                  <a:lnTo>
                    <a:pt x="93832" y="124067"/>
                  </a:lnTo>
                  <a:lnTo>
                    <a:pt x="93464" y="124416"/>
                  </a:lnTo>
                  <a:lnTo>
                    <a:pt x="92806" y="126658"/>
                  </a:lnTo>
                  <a:lnTo>
                    <a:pt x="92362" y="127127"/>
                  </a:lnTo>
                  <a:lnTo>
                    <a:pt x="91936" y="126883"/>
                  </a:lnTo>
                  <a:lnTo>
                    <a:pt x="91612" y="126516"/>
                  </a:lnTo>
                  <a:lnTo>
                    <a:pt x="91202" y="126821"/>
                  </a:lnTo>
                  <a:lnTo>
                    <a:pt x="90776" y="127563"/>
                  </a:lnTo>
                  <a:lnTo>
                    <a:pt x="90331" y="127855"/>
                  </a:lnTo>
                  <a:lnTo>
                    <a:pt x="89943" y="127845"/>
                  </a:lnTo>
                  <a:lnTo>
                    <a:pt x="89254" y="129803"/>
                  </a:lnTo>
                  <a:lnTo>
                    <a:pt x="87246" y="130398"/>
                  </a:lnTo>
                  <a:lnTo>
                    <a:pt x="87011" y="131412"/>
                  </a:lnTo>
                  <a:lnTo>
                    <a:pt x="86642" y="132589"/>
                  </a:lnTo>
                  <a:lnTo>
                    <a:pt x="86348" y="132878"/>
                  </a:lnTo>
                  <a:lnTo>
                    <a:pt x="85441" y="132412"/>
                  </a:lnTo>
                  <a:lnTo>
                    <a:pt x="84188" y="132154"/>
                  </a:lnTo>
                  <a:lnTo>
                    <a:pt x="83469" y="132799"/>
                  </a:lnTo>
                  <a:lnTo>
                    <a:pt x="82605" y="133155"/>
                  </a:lnTo>
                  <a:lnTo>
                    <a:pt x="81550" y="133263"/>
                  </a:lnTo>
                  <a:lnTo>
                    <a:pt x="80376" y="134552"/>
                  </a:lnTo>
                  <a:lnTo>
                    <a:pt x="79229" y="136814"/>
                  </a:lnTo>
                  <a:lnTo>
                    <a:pt x="78584" y="138809"/>
                  </a:lnTo>
                  <a:lnTo>
                    <a:pt x="78239" y="139526"/>
                  </a:lnTo>
                  <a:lnTo>
                    <a:pt x="77676" y="137652"/>
                  </a:lnTo>
                  <a:lnTo>
                    <a:pt x="76990" y="136367"/>
                  </a:lnTo>
                  <a:lnTo>
                    <a:pt x="76503" y="135700"/>
                  </a:lnTo>
                  <a:lnTo>
                    <a:pt x="76068" y="135699"/>
                  </a:lnTo>
                  <a:lnTo>
                    <a:pt x="75954" y="135971"/>
                  </a:lnTo>
                  <a:lnTo>
                    <a:pt x="75953" y="136952"/>
                  </a:lnTo>
                  <a:lnTo>
                    <a:pt x="76417" y="138581"/>
                  </a:lnTo>
                  <a:lnTo>
                    <a:pt x="76992" y="139692"/>
                  </a:lnTo>
                  <a:lnTo>
                    <a:pt x="77084" y="140513"/>
                  </a:lnTo>
                  <a:lnTo>
                    <a:pt x="77392" y="142007"/>
                  </a:lnTo>
                  <a:lnTo>
                    <a:pt x="78229" y="143637"/>
                  </a:lnTo>
                  <a:lnTo>
                    <a:pt x="79541" y="144930"/>
                  </a:lnTo>
                  <a:lnTo>
                    <a:pt x="80436" y="146202"/>
                  </a:lnTo>
                  <a:lnTo>
                    <a:pt x="81099" y="147967"/>
                  </a:lnTo>
                  <a:lnTo>
                    <a:pt x="81105" y="148509"/>
                  </a:lnTo>
                  <a:lnTo>
                    <a:pt x="80923" y="149229"/>
                  </a:lnTo>
                  <a:lnTo>
                    <a:pt x="80610" y="149909"/>
                  </a:lnTo>
                  <a:lnTo>
                    <a:pt x="80346" y="150793"/>
                  </a:lnTo>
                  <a:lnTo>
                    <a:pt x="79619" y="152581"/>
                  </a:lnTo>
                  <a:lnTo>
                    <a:pt x="79834" y="153363"/>
                  </a:lnTo>
                  <a:lnTo>
                    <a:pt x="80429" y="154350"/>
                  </a:lnTo>
                  <a:lnTo>
                    <a:pt x="80956" y="155535"/>
                  </a:lnTo>
                  <a:lnTo>
                    <a:pt x="81632" y="157451"/>
                  </a:lnTo>
                  <a:lnTo>
                    <a:pt x="82562" y="160808"/>
                  </a:lnTo>
                  <a:lnTo>
                    <a:pt x="83161" y="162189"/>
                  </a:lnTo>
                  <a:lnTo>
                    <a:pt x="83973" y="163616"/>
                  </a:lnTo>
                  <a:lnTo>
                    <a:pt x="84772" y="164705"/>
                  </a:lnTo>
                  <a:lnTo>
                    <a:pt x="86031" y="164672"/>
                  </a:lnTo>
                  <a:lnTo>
                    <a:pt x="87336" y="166751"/>
                  </a:lnTo>
                  <a:lnTo>
                    <a:pt x="88759" y="169758"/>
                  </a:lnTo>
                  <a:lnTo>
                    <a:pt x="89823" y="171137"/>
                  </a:lnTo>
                  <a:lnTo>
                    <a:pt x="90566" y="171557"/>
                  </a:lnTo>
                  <a:lnTo>
                    <a:pt x="91179" y="172641"/>
                  </a:lnTo>
                  <a:lnTo>
                    <a:pt x="91723" y="174197"/>
                  </a:lnTo>
                  <a:lnTo>
                    <a:pt x="91936" y="175099"/>
                  </a:lnTo>
                  <a:lnTo>
                    <a:pt x="92418" y="175750"/>
                  </a:lnTo>
                  <a:lnTo>
                    <a:pt x="93721" y="175629"/>
                  </a:lnTo>
                  <a:lnTo>
                    <a:pt x="95394" y="178080"/>
                  </a:lnTo>
                  <a:lnTo>
                    <a:pt x="96430" y="179875"/>
                  </a:lnTo>
                  <a:lnTo>
                    <a:pt x="96976" y="181324"/>
                  </a:lnTo>
                  <a:lnTo>
                    <a:pt x="96832" y="181898"/>
                  </a:lnTo>
                  <a:lnTo>
                    <a:pt x="96765" y="183703"/>
                  </a:lnTo>
                  <a:lnTo>
                    <a:pt x="96782" y="185616"/>
                  </a:lnTo>
                  <a:lnTo>
                    <a:pt x="96618" y="186627"/>
                  </a:lnTo>
                  <a:lnTo>
                    <a:pt x="95869" y="187959"/>
                  </a:lnTo>
                  <a:lnTo>
                    <a:pt x="95482" y="188243"/>
                  </a:lnTo>
                  <a:lnTo>
                    <a:pt x="95275" y="188530"/>
                  </a:lnTo>
                  <a:lnTo>
                    <a:pt x="92977" y="186793"/>
                  </a:lnTo>
                  <a:lnTo>
                    <a:pt x="92795" y="187089"/>
                  </a:lnTo>
                  <a:lnTo>
                    <a:pt x="92651" y="187304"/>
                  </a:lnTo>
                  <a:lnTo>
                    <a:pt x="92036" y="192340"/>
                  </a:lnTo>
                  <a:lnTo>
                    <a:pt x="91612" y="193308"/>
                  </a:lnTo>
                  <a:lnTo>
                    <a:pt x="90981" y="194198"/>
                  </a:lnTo>
                  <a:lnTo>
                    <a:pt x="89670" y="195065"/>
                  </a:lnTo>
                  <a:lnTo>
                    <a:pt x="88758" y="195418"/>
                  </a:lnTo>
                  <a:lnTo>
                    <a:pt x="88047" y="195857"/>
                  </a:lnTo>
                  <a:lnTo>
                    <a:pt x="85797" y="197967"/>
                  </a:lnTo>
                  <a:lnTo>
                    <a:pt x="84783" y="199233"/>
                  </a:lnTo>
                  <a:lnTo>
                    <a:pt x="84126" y="200825"/>
                  </a:lnTo>
                  <a:lnTo>
                    <a:pt x="84122" y="201741"/>
                  </a:lnTo>
                  <a:lnTo>
                    <a:pt x="85217" y="204435"/>
                  </a:lnTo>
                  <a:lnTo>
                    <a:pt x="86480" y="207218"/>
                  </a:lnTo>
                  <a:lnTo>
                    <a:pt x="86488" y="209666"/>
                  </a:lnTo>
                  <a:lnTo>
                    <a:pt x="85929" y="211497"/>
                  </a:lnTo>
                  <a:lnTo>
                    <a:pt x="85799" y="212204"/>
                  </a:lnTo>
                  <a:lnTo>
                    <a:pt x="86170" y="212471"/>
                  </a:lnTo>
                  <a:lnTo>
                    <a:pt x="86870" y="212572"/>
                  </a:lnTo>
                  <a:lnTo>
                    <a:pt x="87456" y="212888"/>
                  </a:lnTo>
                  <a:lnTo>
                    <a:pt x="87706" y="214177"/>
                  </a:lnTo>
                  <a:lnTo>
                    <a:pt x="87631" y="216422"/>
                  </a:lnTo>
                  <a:lnTo>
                    <a:pt x="87431" y="218524"/>
                  </a:lnTo>
                  <a:lnTo>
                    <a:pt x="87221" y="219408"/>
                  </a:lnTo>
                  <a:lnTo>
                    <a:pt x="86657" y="219479"/>
                  </a:lnTo>
                  <a:lnTo>
                    <a:pt x="85571" y="218570"/>
                  </a:lnTo>
                  <a:lnTo>
                    <a:pt x="84723" y="217514"/>
                  </a:lnTo>
                  <a:lnTo>
                    <a:pt x="84400" y="216865"/>
                  </a:lnTo>
                  <a:lnTo>
                    <a:pt x="84379" y="216089"/>
                  </a:lnTo>
                  <a:lnTo>
                    <a:pt x="84563" y="215598"/>
                  </a:lnTo>
                  <a:lnTo>
                    <a:pt x="84260" y="214641"/>
                  </a:lnTo>
                  <a:lnTo>
                    <a:pt x="83218" y="213757"/>
                  </a:lnTo>
                  <a:lnTo>
                    <a:pt x="82101" y="214142"/>
                  </a:lnTo>
                  <a:lnTo>
                    <a:pt x="81277" y="214738"/>
                  </a:lnTo>
                  <a:lnTo>
                    <a:pt x="80745" y="214703"/>
                  </a:lnTo>
                  <a:lnTo>
                    <a:pt x="80170" y="213852"/>
                  </a:lnTo>
                  <a:lnTo>
                    <a:pt x="79285" y="213200"/>
                  </a:lnTo>
                  <a:lnTo>
                    <a:pt x="78130" y="212770"/>
                  </a:lnTo>
                  <a:lnTo>
                    <a:pt x="77410" y="212311"/>
                  </a:lnTo>
                  <a:lnTo>
                    <a:pt x="77259" y="212582"/>
                  </a:lnTo>
                  <a:lnTo>
                    <a:pt x="77343" y="214425"/>
                  </a:lnTo>
                  <a:lnTo>
                    <a:pt x="77122" y="215228"/>
                  </a:lnTo>
                  <a:lnTo>
                    <a:pt x="71408" y="216293"/>
                  </a:lnTo>
                  <a:lnTo>
                    <a:pt x="69667" y="217290"/>
                  </a:lnTo>
                  <a:lnTo>
                    <a:pt x="68399" y="218580"/>
                  </a:lnTo>
                  <a:lnTo>
                    <a:pt x="67461" y="219140"/>
                  </a:lnTo>
                  <a:lnTo>
                    <a:pt x="67231" y="219935"/>
                  </a:lnTo>
                  <a:lnTo>
                    <a:pt x="66303" y="220980"/>
                  </a:lnTo>
                  <a:lnTo>
                    <a:pt x="65255" y="221313"/>
                  </a:lnTo>
                  <a:lnTo>
                    <a:pt x="65002" y="220971"/>
                  </a:lnTo>
                  <a:lnTo>
                    <a:pt x="64330" y="221453"/>
                  </a:lnTo>
                  <a:lnTo>
                    <a:pt x="63184" y="221919"/>
                  </a:lnTo>
                  <a:lnTo>
                    <a:pt x="62439" y="221770"/>
                  </a:lnTo>
                  <a:lnTo>
                    <a:pt x="62089" y="220926"/>
                  </a:lnTo>
                  <a:lnTo>
                    <a:pt x="61379" y="219633"/>
                  </a:lnTo>
                  <a:lnTo>
                    <a:pt x="61095" y="218737"/>
                  </a:lnTo>
                  <a:lnTo>
                    <a:pt x="61125" y="218163"/>
                  </a:lnTo>
                  <a:lnTo>
                    <a:pt x="59523" y="218048"/>
                  </a:lnTo>
                  <a:lnTo>
                    <a:pt x="58512" y="217365"/>
                  </a:lnTo>
                  <a:lnTo>
                    <a:pt x="56369" y="217525"/>
                  </a:lnTo>
                  <a:lnTo>
                    <a:pt x="55841" y="217237"/>
                  </a:lnTo>
                  <a:lnTo>
                    <a:pt x="55730" y="217547"/>
                  </a:lnTo>
                  <a:lnTo>
                    <a:pt x="55407" y="221213"/>
                  </a:lnTo>
                  <a:lnTo>
                    <a:pt x="54984" y="222718"/>
                  </a:lnTo>
                  <a:lnTo>
                    <a:pt x="54297" y="224274"/>
                  </a:lnTo>
                  <a:lnTo>
                    <a:pt x="53417" y="225139"/>
                  </a:lnTo>
                  <a:lnTo>
                    <a:pt x="52715" y="225297"/>
                  </a:lnTo>
                  <a:lnTo>
                    <a:pt x="52748" y="224162"/>
                  </a:lnTo>
                  <a:lnTo>
                    <a:pt x="52926" y="222796"/>
                  </a:lnTo>
                  <a:lnTo>
                    <a:pt x="52420" y="222476"/>
                  </a:lnTo>
                  <a:lnTo>
                    <a:pt x="51661" y="222318"/>
                  </a:lnTo>
                  <a:lnTo>
                    <a:pt x="51293" y="221912"/>
                  </a:lnTo>
                  <a:lnTo>
                    <a:pt x="51389" y="220873"/>
                  </a:lnTo>
                  <a:lnTo>
                    <a:pt x="51214" y="220265"/>
                  </a:lnTo>
                  <a:lnTo>
                    <a:pt x="50900" y="219541"/>
                  </a:lnTo>
                  <a:lnTo>
                    <a:pt x="50138" y="218603"/>
                  </a:lnTo>
                  <a:lnTo>
                    <a:pt x="48525" y="217215"/>
                  </a:lnTo>
                  <a:lnTo>
                    <a:pt x="47425" y="216529"/>
                  </a:lnTo>
                  <a:lnTo>
                    <a:pt x="47013" y="217260"/>
                  </a:lnTo>
                  <a:lnTo>
                    <a:pt x="46226" y="217996"/>
                  </a:lnTo>
                  <a:lnTo>
                    <a:pt x="44987" y="217755"/>
                  </a:lnTo>
                  <a:lnTo>
                    <a:pt x="44684" y="218045"/>
                  </a:lnTo>
                  <a:lnTo>
                    <a:pt x="42563" y="215837"/>
                  </a:lnTo>
                  <a:lnTo>
                    <a:pt x="40526" y="213716"/>
                  </a:lnTo>
                  <a:lnTo>
                    <a:pt x="39852" y="213716"/>
                  </a:lnTo>
                  <a:lnTo>
                    <a:pt x="36849" y="214139"/>
                  </a:lnTo>
                  <a:lnTo>
                    <a:pt x="36762" y="213953"/>
                  </a:lnTo>
                  <a:lnTo>
                    <a:pt x="36240" y="212744"/>
                  </a:lnTo>
                  <a:lnTo>
                    <a:pt x="35776" y="212362"/>
                  </a:lnTo>
                  <a:lnTo>
                    <a:pt x="35496" y="212558"/>
                  </a:lnTo>
                  <a:lnTo>
                    <a:pt x="35309" y="212909"/>
                  </a:lnTo>
                  <a:lnTo>
                    <a:pt x="34987" y="212849"/>
                  </a:lnTo>
                  <a:lnTo>
                    <a:pt x="33640" y="210897"/>
                  </a:lnTo>
                  <a:lnTo>
                    <a:pt x="33089" y="210616"/>
                  </a:lnTo>
                  <a:lnTo>
                    <a:pt x="32324" y="210874"/>
                  </a:lnTo>
                  <a:lnTo>
                    <a:pt x="31421" y="211924"/>
                  </a:lnTo>
                  <a:lnTo>
                    <a:pt x="31027" y="213211"/>
                  </a:lnTo>
                  <a:lnTo>
                    <a:pt x="31147" y="213953"/>
                  </a:lnTo>
                  <a:lnTo>
                    <a:pt x="31616" y="214275"/>
                  </a:lnTo>
                  <a:lnTo>
                    <a:pt x="32842" y="214058"/>
                  </a:lnTo>
                  <a:lnTo>
                    <a:pt x="33022" y="214272"/>
                  </a:lnTo>
                  <a:lnTo>
                    <a:pt x="33063" y="214689"/>
                  </a:lnTo>
                  <a:lnTo>
                    <a:pt x="32929" y="215096"/>
                  </a:lnTo>
                  <a:lnTo>
                    <a:pt x="31931" y="215431"/>
                  </a:lnTo>
                  <a:lnTo>
                    <a:pt x="31643" y="215918"/>
                  </a:lnTo>
                  <a:lnTo>
                    <a:pt x="31352" y="216038"/>
                  </a:lnTo>
                  <a:lnTo>
                    <a:pt x="31165" y="216113"/>
                  </a:lnTo>
                  <a:lnTo>
                    <a:pt x="30106" y="215601"/>
                  </a:lnTo>
                  <a:lnTo>
                    <a:pt x="28526" y="215601"/>
                  </a:lnTo>
                  <a:lnTo>
                    <a:pt x="27253" y="216510"/>
                  </a:lnTo>
                  <a:lnTo>
                    <a:pt x="25221" y="216873"/>
                  </a:lnTo>
                  <a:lnTo>
                    <a:pt x="22430" y="216696"/>
                  </a:lnTo>
                  <a:lnTo>
                    <a:pt x="21426" y="216021"/>
                  </a:lnTo>
                  <a:lnTo>
                    <a:pt x="20814" y="215612"/>
                  </a:lnTo>
                  <a:lnTo>
                    <a:pt x="20375" y="213623"/>
                  </a:lnTo>
                  <a:lnTo>
                    <a:pt x="20487" y="210675"/>
                  </a:lnTo>
                  <a:lnTo>
                    <a:pt x="21153" y="206774"/>
                  </a:lnTo>
                  <a:lnTo>
                    <a:pt x="21339" y="203910"/>
                  </a:lnTo>
                  <a:lnTo>
                    <a:pt x="21043" y="202086"/>
                  </a:lnTo>
                  <a:lnTo>
                    <a:pt x="21438" y="199353"/>
                  </a:lnTo>
                  <a:lnTo>
                    <a:pt x="22523" y="195711"/>
                  </a:lnTo>
                  <a:lnTo>
                    <a:pt x="23248" y="191871"/>
                  </a:lnTo>
                  <a:lnTo>
                    <a:pt x="23610" y="187828"/>
                  </a:lnTo>
                  <a:lnTo>
                    <a:pt x="24136" y="185192"/>
                  </a:lnTo>
                  <a:lnTo>
                    <a:pt x="25169" y="183345"/>
                  </a:lnTo>
                  <a:lnTo>
                    <a:pt x="27622" y="178181"/>
                  </a:lnTo>
                  <a:lnTo>
                    <a:pt x="27821" y="177793"/>
                  </a:lnTo>
                  <a:lnTo>
                    <a:pt x="27754" y="175218"/>
                  </a:lnTo>
                  <a:lnTo>
                    <a:pt x="27093" y="174854"/>
                  </a:lnTo>
                  <a:lnTo>
                    <a:pt x="26126" y="174114"/>
                  </a:lnTo>
                  <a:lnTo>
                    <a:pt x="23663" y="173199"/>
                  </a:lnTo>
                  <a:lnTo>
                    <a:pt x="21369" y="172612"/>
                  </a:lnTo>
                  <a:lnTo>
                    <a:pt x="20327" y="171885"/>
                  </a:lnTo>
                  <a:lnTo>
                    <a:pt x="19415" y="169940"/>
                  </a:lnTo>
                  <a:lnTo>
                    <a:pt x="18849" y="169914"/>
                  </a:lnTo>
                  <a:lnTo>
                    <a:pt x="17742" y="170609"/>
                  </a:lnTo>
                  <a:lnTo>
                    <a:pt x="16359" y="171079"/>
                  </a:lnTo>
                  <a:lnTo>
                    <a:pt x="15354" y="170668"/>
                  </a:lnTo>
                  <a:lnTo>
                    <a:pt x="14724" y="170748"/>
                  </a:lnTo>
                  <a:lnTo>
                    <a:pt x="14371" y="171107"/>
                  </a:lnTo>
                  <a:lnTo>
                    <a:pt x="14193" y="170790"/>
                  </a:lnTo>
                  <a:lnTo>
                    <a:pt x="13941" y="169122"/>
                  </a:lnTo>
                  <a:lnTo>
                    <a:pt x="13415" y="168686"/>
                  </a:lnTo>
                  <a:lnTo>
                    <a:pt x="12597" y="168305"/>
                  </a:lnTo>
                  <a:lnTo>
                    <a:pt x="12089" y="168469"/>
                  </a:lnTo>
                  <a:lnTo>
                    <a:pt x="11738" y="169298"/>
                  </a:lnTo>
                  <a:lnTo>
                    <a:pt x="11196" y="169882"/>
                  </a:lnTo>
                  <a:lnTo>
                    <a:pt x="10699" y="169691"/>
                  </a:lnTo>
                  <a:lnTo>
                    <a:pt x="9141" y="165842"/>
                  </a:lnTo>
                  <a:lnTo>
                    <a:pt x="8740" y="164991"/>
                  </a:lnTo>
                  <a:lnTo>
                    <a:pt x="8638" y="164207"/>
                  </a:lnTo>
                  <a:lnTo>
                    <a:pt x="8247" y="162775"/>
                  </a:lnTo>
                  <a:lnTo>
                    <a:pt x="7319" y="161351"/>
                  </a:lnTo>
                  <a:lnTo>
                    <a:pt x="6394" y="160899"/>
                  </a:lnTo>
                  <a:lnTo>
                    <a:pt x="5932" y="161059"/>
                  </a:lnTo>
                  <a:lnTo>
                    <a:pt x="5982" y="159287"/>
                  </a:lnTo>
                  <a:lnTo>
                    <a:pt x="6347" y="156719"/>
                  </a:lnTo>
                  <a:lnTo>
                    <a:pt x="6693" y="155379"/>
                  </a:lnTo>
                  <a:lnTo>
                    <a:pt x="7155" y="154284"/>
                  </a:lnTo>
                  <a:lnTo>
                    <a:pt x="7644" y="153522"/>
                  </a:lnTo>
                  <a:lnTo>
                    <a:pt x="7753" y="152145"/>
                  </a:lnTo>
                  <a:lnTo>
                    <a:pt x="7675" y="150843"/>
                  </a:lnTo>
                  <a:lnTo>
                    <a:pt x="7110" y="150640"/>
                  </a:lnTo>
                  <a:lnTo>
                    <a:pt x="5692" y="149678"/>
                  </a:lnTo>
                  <a:lnTo>
                    <a:pt x="4857" y="148665"/>
                  </a:lnTo>
                  <a:lnTo>
                    <a:pt x="4233" y="147396"/>
                  </a:lnTo>
                  <a:lnTo>
                    <a:pt x="3420" y="145647"/>
                  </a:lnTo>
                  <a:lnTo>
                    <a:pt x="3074" y="143872"/>
                  </a:lnTo>
                  <a:lnTo>
                    <a:pt x="3056" y="142103"/>
                  </a:lnTo>
                  <a:lnTo>
                    <a:pt x="3156" y="141313"/>
                  </a:lnTo>
                  <a:lnTo>
                    <a:pt x="3214" y="140770"/>
                  </a:lnTo>
                  <a:lnTo>
                    <a:pt x="3870" y="138013"/>
                  </a:lnTo>
                  <a:lnTo>
                    <a:pt x="6178" y="135546"/>
                  </a:lnTo>
                  <a:lnTo>
                    <a:pt x="5924" y="133061"/>
                  </a:lnTo>
                  <a:lnTo>
                    <a:pt x="5891" y="131539"/>
                  </a:lnTo>
                  <a:lnTo>
                    <a:pt x="5330" y="130542"/>
                  </a:lnTo>
                  <a:lnTo>
                    <a:pt x="4210" y="130139"/>
                  </a:lnTo>
                  <a:lnTo>
                    <a:pt x="3914" y="129448"/>
                  </a:lnTo>
                  <a:lnTo>
                    <a:pt x="3789" y="128773"/>
                  </a:lnTo>
                  <a:lnTo>
                    <a:pt x="4611" y="127257"/>
                  </a:lnTo>
                  <a:lnTo>
                    <a:pt x="3619" y="126058"/>
                  </a:lnTo>
                  <a:lnTo>
                    <a:pt x="3191" y="124817"/>
                  </a:lnTo>
                  <a:lnTo>
                    <a:pt x="1809" y="123251"/>
                  </a:lnTo>
                  <a:lnTo>
                    <a:pt x="1662" y="122713"/>
                  </a:lnTo>
                  <a:lnTo>
                    <a:pt x="2326" y="118149"/>
                  </a:lnTo>
                  <a:lnTo>
                    <a:pt x="1819" y="116818"/>
                  </a:lnTo>
                  <a:lnTo>
                    <a:pt x="1188" y="116138"/>
                  </a:lnTo>
                  <a:lnTo>
                    <a:pt x="453" y="115805"/>
                  </a:lnTo>
                  <a:lnTo>
                    <a:pt x="117" y="115171"/>
                  </a:lnTo>
                  <a:lnTo>
                    <a:pt x="0" y="114449"/>
                  </a:lnTo>
                  <a:lnTo>
                    <a:pt x="132" y="114000"/>
                  </a:lnTo>
                  <a:lnTo>
                    <a:pt x="996" y="114133"/>
                  </a:lnTo>
                  <a:lnTo>
                    <a:pt x="1261" y="113664"/>
                  </a:lnTo>
                  <a:lnTo>
                    <a:pt x="3320" y="110983"/>
                  </a:lnTo>
                  <a:lnTo>
                    <a:pt x="3405" y="110468"/>
                  </a:lnTo>
                  <a:lnTo>
                    <a:pt x="3118" y="110176"/>
                  </a:lnTo>
                  <a:lnTo>
                    <a:pt x="2740" y="110021"/>
                  </a:lnTo>
                  <a:lnTo>
                    <a:pt x="2648" y="109458"/>
                  </a:lnTo>
                  <a:lnTo>
                    <a:pt x="2661" y="108716"/>
                  </a:lnTo>
                  <a:lnTo>
                    <a:pt x="3762" y="104854"/>
                  </a:lnTo>
                  <a:lnTo>
                    <a:pt x="4086" y="103206"/>
                  </a:lnTo>
                  <a:lnTo>
                    <a:pt x="4159" y="102042"/>
                  </a:lnTo>
                  <a:lnTo>
                    <a:pt x="4091" y="100892"/>
                  </a:lnTo>
                  <a:lnTo>
                    <a:pt x="3462" y="99084"/>
                  </a:lnTo>
                  <a:lnTo>
                    <a:pt x="2846" y="97641"/>
                  </a:lnTo>
                  <a:lnTo>
                    <a:pt x="2825" y="96493"/>
                  </a:lnTo>
                  <a:lnTo>
                    <a:pt x="2379" y="95888"/>
                  </a:lnTo>
                  <a:lnTo>
                    <a:pt x="1109" y="92811"/>
                  </a:lnTo>
                  <a:lnTo>
                    <a:pt x="1111" y="91620"/>
                  </a:lnTo>
                  <a:lnTo>
                    <a:pt x="1829" y="90695"/>
                  </a:lnTo>
                  <a:lnTo>
                    <a:pt x="2831" y="90105"/>
                  </a:lnTo>
                  <a:lnTo>
                    <a:pt x="3164" y="89619"/>
                  </a:lnTo>
                  <a:lnTo>
                    <a:pt x="3765" y="89313"/>
                  </a:lnTo>
                  <a:lnTo>
                    <a:pt x="5356" y="90201"/>
                  </a:lnTo>
                  <a:lnTo>
                    <a:pt x="6070" y="90971"/>
                  </a:lnTo>
                  <a:lnTo>
                    <a:pt x="6272" y="90812"/>
                  </a:lnTo>
                  <a:lnTo>
                    <a:pt x="6916" y="89974"/>
                  </a:lnTo>
                  <a:lnTo>
                    <a:pt x="8044" y="90105"/>
                  </a:lnTo>
                  <a:lnTo>
                    <a:pt x="10776" y="88423"/>
                  </a:lnTo>
                  <a:lnTo>
                    <a:pt x="11183" y="87614"/>
                  </a:lnTo>
                  <a:lnTo>
                    <a:pt x="11490" y="86754"/>
                  </a:lnTo>
                  <a:lnTo>
                    <a:pt x="11515" y="86376"/>
                  </a:lnTo>
                  <a:lnTo>
                    <a:pt x="10457" y="84721"/>
                  </a:lnTo>
                  <a:lnTo>
                    <a:pt x="10425" y="84109"/>
                  </a:lnTo>
                  <a:lnTo>
                    <a:pt x="10566" y="83419"/>
                  </a:lnTo>
                  <a:lnTo>
                    <a:pt x="10864" y="82874"/>
                  </a:lnTo>
                  <a:lnTo>
                    <a:pt x="11490" y="82503"/>
                  </a:lnTo>
                  <a:lnTo>
                    <a:pt x="12157" y="81777"/>
                  </a:lnTo>
                  <a:lnTo>
                    <a:pt x="13646" y="79717"/>
                  </a:lnTo>
                  <a:lnTo>
                    <a:pt x="14162" y="77929"/>
                  </a:lnTo>
                  <a:lnTo>
                    <a:pt x="14321" y="75994"/>
                  </a:lnTo>
                  <a:lnTo>
                    <a:pt x="14352" y="74555"/>
                  </a:lnTo>
                  <a:lnTo>
                    <a:pt x="13946" y="73409"/>
                  </a:lnTo>
                  <a:lnTo>
                    <a:pt x="13535" y="72667"/>
                  </a:lnTo>
                  <a:lnTo>
                    <a:pt x="12973" y="72780"/>
                  </a:lnTo>
                  <a:lnTo>
                    <a:pt x="11882" y="72721"/>
                  </a:lnTo>
                  <a:lnTo>
                    <a:pt x="10862" y="72079"/>
                  </a:lnTo>
                  <a:lnTo>
                    <a:pt x="10303" y="71038"/>
                  </a:lnTo>
                  <a:lnTo>
                    <a:pt x="10165" y="70124"/>
                  </a:lnTo>
                  <a:lnTo>
                    <a:pt x="10418" y="69548"/>
                  </a:lnTo>
                  <a:lnTo>
                    <a:pt x="10495" y="68841"/>
                  </a:lnTo>
                  <a:lnTo>
                    <a:pt x="10332" y="68130"/>
                  </a:lnTo>
                  <a:lnTo>
                    <a:pt x="10398" y="67532"/>
                  </a:lnTo>
                  <a:lnTo>
                    <a:pt x="10857" y="67053"/>
                  </a:lnTo>
                  <a:lnTo>
                    <a:pt x="14084" y="67069"/>
                  </a:lnTo>
                  <a:lnTo>
                    <a:pt x="14325" y="66543"/>
                  </a:lnTo>
                  <a:lnTo>
                    <a:pt x="14543" y="63782"/>
                  </a:lnTo>
                  <a:lnTo>
                    <a:pt x="15350" y="59579"/>
                  </a:lnTo>
                  <a:lnTo>
                    <a:pt x="16111" y="57239"/>
                  </a:lnTo>
                  <a:lnTo>
                    <a:pt x="16238" y="56255"/>
                  </a:lnTo>
                  <a:lnTo>
                    <a:pt x="16226" y="50709"/>
                  </a:lnTo>
                  <a:lnTo>
                    <a:pt x="16327" y="47900"/>
                  </a:lnTo>
                  <a:lnTo>
                    <a:pt x="15776" y="46580"/>
                  </a:lnTo>
                  <a:lnTo>
                    <a:pt x="14573" y="45135"/>
                  </a:lnTo>
                  <a:lnTo>
                    <a:pt x="14829" y="42127"/>
                  </a:lnTo>
                  <a:lnTo>
                    <a:pt x="15229" y="39783"/>
                  </a:lnTo>
                  <a:lnTo>
                    <a:pt x="16439" y="36900"/>
                  </a:lnTo>
                  <a:lnTo>
                    <a:pt x="17400" y="36108"/>
                  </a:lnTo>
                  <a:lnTo>
                    <a:pt x="21591" y="35637"/>
                  </a:lnTo>
                  <a:lnTo>
                    <a:pt x="26223" y="35831"/>
                  </a:lnTo>
                  <a:lnTo>
                    <a:pt x="28147" y="40184"/>
                  </a:lnTo>
                  <a:lnTo>
                    <a:pt x="27433" y="42421"/>
                  </a:lnTo>
                  <a:lnTo>
                    <a:pt x="28557" y="43463"/>
                  </a:lnTo>
                  <a:lnTo>
                    <a:pt x="29099" y="43082"/>
                  </a:lnTo>
                  <a:lnTo>
                    <a:pt x="29511" y="41136"/>
                  </a:lnTo>
                  <a:lnTo>
                    <a:pt x="29786" y="38980"/>
                  </a:lnTo>
                  <a:lnTo>
                    <a:pt x="30180" y="38328"/>
                  </a:lnTo>
                  <a:lnTo>
                    <a:pt x="31611" y="39938"/>
                  </a:lnTo>
                  <a:lnTo>
                    <a:pt x="32115" y="41042"/>
                  </a:lnTo>
                  <a:lnTo>
                    <a:pt x="32146" y="44591"/>
                  </a:lnTo>
                  <a:lnTo>
                    <a:pt x="32673" y="39785"/>
                  </a:lnTo>
                  <a:lnTo>
                    <a:pt x="32280" y="36421"/>
                  </a:lnTo>
                  <a:lnTo>
                    <a:pt x="32550" y="33160"/>
                  </a:lnTo>
                  <a:lnTo>
                    <a:pt x="33125" y="31465"/>
                  </a:lnTo>
                  <a:lnTo>
                    <a:pt x="33654" y="30385"/>
                  </a:lnTo>
                  <a:lnTo>
                    <a:pt x="37051" y="31547"/>
                  </a:lnTo>
                  <a:lnTo>
                    <a:pt x="40803" y="30948"/>
                  </a:lnTo>
                  <a:lnTo>
                    <a:pt x="42222" y="32203"/>
                  </a:lnTo>
                  <a:lnTo>
                    <a:pt x="45431" y="38497"/>
                  </a:lnTo>
                  <a:lnTo>
                    <a:pt x="46501" y="39527"/>
                  </a:lnTo>
                  <a:lnTo>
                    <a:pt x="47852" y="39852"/>
                  </a:lnTo>
                  <a:lnTo>
                    <a:pt x="45991" y="38506"/>
                  </a:lnTo>
                  <a:lnTo>
                    <a:pt x="42100" y="30854"/>
                  </a:lnTo>
                  <a:lnTo>
                    <a:pt x="40935" y="29906"/>
                  </a:lnTo>
                  <a:lnTo>
                    <a:pt x="39146" y="29619"/>
                  </a:lnTo>
                  <a:lnTo>
                    <a:pt x="38031" y="28872"/>
                  </a:lnTo>
                  <a:lnTo>
                    <a:pt x="37328" y="27716"/>
                  </a:lnTo>
                  <a:lnTo>
                    <a:pt x="37122" y="26683"/>
                  </a:lnTo>
                  <a:lnTo>
                    <a:pt x="37160" y="18986"/>
                  </a:lnTo>
                  <a:lnTo>
                    <a:pt x="36489" y="17840"/>
                  </a:lnTo>
                  <a:lnTo>
                    <a:pt x="35621" y="17442"/>
                  </a:lnTo>
                  <a:lnTo>
                    <a:pt x="35081" y="17968"/>
                  </a:lnTo>
                  <a:lnTo>
                    <a:pt x="33970" y="17976"/>
                  </a:lnTo>
                  <a:lnTo>
                    <a:pt x="33737" y="16233"/>
                  </a:lnTo>
                  <a:lnTo>
                    <a:pt x="34008" y="14941"/>
                  </a:lnTo>
                  <a:lnTo>
                    <a:pt x="36240" y="14058"/>
                  </a:lnTo>
                  <a:lnTo>
                    <a:pt x="37711" y="12875"/>
                  </a:lnTo>
                  <a:lnTo>
                    <a:pt x="37776" y="10785"/>
                  </a:lnTo>
                  <a:lnTo>
                    <a:pt x="36847" y="9141"/>
                  </a:lnTo>
                  <a:lnTo>
                    <a:pt x="35734" y="6127"/>
                  </a:lnTo>
                  <a:lnTo>
                    <a:pt x="34426" y="3293"/>
                  </a:lnTo>
                  <a:lnTo>
                    <a:pt x="34284" y="0"/>
                  </a:lnTo>
                  <a:lnTo>
                    <a:pt x="36558" y="64"/>
                  </a:lnTo>
                  <a:lnTo>
                    <a:pt x="37115" y="189"/>
                  </a:lnTo>
                  <a:lnTo>
                    <a:pt x="40562" y="1732"/>
                  </a:lnTo>
                  <a:lnTo>
                    <a:pt x="41405" y="2816"/>
                  </a:lnTo>
                  <a:lnTo>
                    <a:pt x="42466" y="2866"/>
                  </a:lnTo>
                  <a:lnTo>
                    <a:pt x="44376" y="1858"/>
                  </a:lnTo>
                  <a:lnTo>
                    <a:pt x="45803" y="1415"/>
                  </a:lnTo>
                  <a:lnTo>
                    <a:pt x="46356" y="2037"/>
                  </a:lnTo>
                  <a:lnTo>
                    <a:pt x="47133" y="2298"/>
                  </a:lnTo>
                  <a:close/>
                </a:path>
              </a:pathLst>
            </a:custGeom>
            <a:solidFill>
              <a:srgbClr val="9FC89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g473"/>
            <p:cNvSpPr/>
            <p:nvPr/>
          </p:nvSpPr>
          <p:spPr>
            <a:xfrm>
              <a:off x="3434693" y="2007137"/>
              <a:ext cx="4203" cy="8617"/>
            </a:xfrm>
            <a:custGeom>
              <a:avLst/>
              <a:pathLst>
                <a:path w="4203" h="8617">
                  <a:moveTo>
                    <a:pt x="280" y="8030"/>
                  </a:moveTo>
                  <a:lnTo>
                    <a:pt x="0" y="8617"/>
                  </a:lnTo>
                  <a:lnTo>
                    <a:pt x="134" y="4445"/>
                  </a:lnTo>
                  <a:lnTo>
                    <a:pt x="1468" y="0"/>
                  </a:lnTo>
                  <a:lnTo>
                    <a:pt x="2032" y="99"/>
                  </a:lnTo>
                  <a:lnTo>
                    <a:pt x="1455" y="1300"/>
                  </a:lnTo>
                  <a:lnTo>
                    <a:pt x="1288" y="2141"/>
                  </a:lnTo>
                  <a:lnTo>
                    <a:pt x="1054" y="3822"/>
                  </a:lnTo>
                  <a:lnTo>
                    <a:pt x="1160" y="4694"/>
                  </a:lnTo>
                  <a:lnTo>
                    <a:pt x="4203" y="4934"/>
                  </a:lnTo>
                  <a:lnTo>
                    <a:pt x="3850" y="5713"/>
                  </a:lnTo>
                  <a:lnTo>
                    <a:pt x="764" y="6238"/>
                  </a:lnTo>
                  <a:close/>
                </a:path>
              </a:pathLst>
            </a:custGeom>
            <a:solidFill>
              <a:srgbClr val="9FC89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g474"/>
            <p:cNvSpPr/>
            <p:nvPr/>
          </p:nvSpPr>
          <p:spPr>
            <a:xfrm>
              <a:off x="3842721" y="3258543"/>
              <a:ext cx="20049" cy="52230"/>
            </a:xfrm>
            <a:custGeom>
              <a:avLst/>
              <a:pathLst>
                <a:path w="20049" h="52230">
                  <a:moveTo>
                    <a:pt x="18053" y="35718"/>
                  </a:moveTo>
                  <a:lnTo>
                    <a:pt x="16997" y="39680"/>
                  </a:lnTo>
                  <a:lnTo>
                    <a:pt x="15648" y="44744"/>
                  </a:lnTo>
                  <a:lnTo>
                    <a:pt x="14114" y="50507"/>
                  </a:lnTo>
                  <a:lnTo>
                    <a:pt x="13155" y="50547"/>
                  </a:lnTo>
                  <a:lnTo>
                    <a:pt x="12410" y="50213"/>
                  </a:lnTo>
                  <a:lnTo>
                    <a:pt x="11901" y="49234"/>
                  </a:lnTo>
                  <a:lnTo>
                    <a:pt x="10850" y="48173"/>
                  </a:lnTo>
                  <a:lnTo>
                    <a:pt x="9665" y="48100"/>
                  </a:lnTo>
                  <a:lnTo>
                    <a:pt x="8537" y="49096"/>
                  </a:lnTo>
                  <a:lnTo>
                    <a:pt x="6623" y="50332"/>
                  </a:lnTo>
                  <a:lnTo>
                    <a:pt x="4893" y="50735"/>
                  </a:lnTo>
                  <a:lnTo>
                    <a:pt x="3503" y="51422"/>
                  </a:lnTo>
                  <a:lnTo>
                    <a:pt x="2349" y="52230"/>
                  </a:lnTo>
                  <a:lnTo>
                    <a:pt x="1310" y="51793"/>
                  </a:lnTo>
                  <a:lnTo>
                    <a:pt x="409" y="51064"/>
                  </a:lnTo>
                  <a:lnTo>
                    <a:pt x="211" y="44938"/>
                  </a:lnTo>
                  <a:lnTo>
                    <a:pt x="0" y="38286"/>
                  </a:lnTo>
                  <a:lnTo>
                    <a:pt x="22" y="33079"/>
                  </a:lnTo>
                  <a:lnTo>
                    <a:pt x="341" y="30215"/>
                  </a:lnTo>
                  <a:lnTo>
                    <a:pt x="621" y="29100"/>
                  </a:lnTo>
                  <a:lnTo>
                    <a:pt x="2254" y="25138"/>
                  </a:lnTo>
                  <a:lnTo>
                    <a:pt x="2818" y="23528"/>
                  </a:lnTo>
                  <a:lnTo>
                    <a:pt x="4685" y="16974"/>
                  </a:lnTo>
                  <a:lnTo>
                    <a:pt x="6285" y="11356"/>
                  </a:lnTo>
                  <a:lnTo>
                    <a:pt x="7481" y="7156"/>
                  </a:lnTo>
                  <a:lnTo>
                    <a:pt x="7847" y="6329"/>
                  </a:lnTo>
                  <a:lnTo>
                    <a:pt x="8352" y="5533"/>
                  </a:lnTo>
                  <a:lnTo>
                    <a:pt x="8710" y="5761"/>
                  </a:lnTo>
                  <a:lnTo>
                    <a:pt x="11035" y="9811"/>
                  </a:lnTo>
                  <a:lnTo>
                    <a:pt x="11444" y="9700"/>
                  </a:lnTo>
                  <a:lnTo>
                    <a:pt x="12221" y="8443"/>
                  </a:lnTo>
                  <a:lnTo>
                    <a:pt x="12926" y="4114"/>
                  </a:lnTo>
                  <a:lnTo>
                    <a:pt x="13421" y="2535"/>
                  </a:lnTo>
                  <a:lnTo>
                    <a:pt x="13633" y="2579"/>
                  </a:lnTo>
                  <a:lnTo>
                    <a:pt x="15124" y="1367"/>
                  </a:lnTo>
                  <a:lnTo>
                    <a:pt x="16477" y="0"/>
                  </a:lnTo>
                  <a:lnTo>
                    <a:pt x="16650" y="1422"/>
                  </a:lnTo>
                  <a:lnTo>
                    <a:pt x="18695" y="7231"/>
                  </a:lnTo>
                  <a:lnTo>
                    <a:pt x="19363" y="10092"/>
                  </a:lnTo>
                  <a:lnTo>
                    <a:pt x="20049" y="15325"/>
                  </a:lnTo>
                  <a:lnTo>
                    <a:pt x="19689" y="18241"/>
                  </a:lnTo>
                  <a:lnTo>
                    <a:pt x="19159" y="20140"/>
                  </a:lnTo>
                  <a:lnTo>
                    <a:pt x="18371" y="21838"/>
                  </a:lnTo>
                  <a:lnTo>
                    <a:pt x="15641" y="25989"/>
                  </a:lnTo>
                  <a:lnTo>
                    <a:pt x="12606" y="28638"/>
                  </a:lnTo>
                  <a:lnTo>
                    <a:pt x="10668" y="33936"/>
                  </a:lnTo>
                  <a:lnTo>
                    <a:pt x="9227" y="33580"/>
                  </a:lnTo>
                  <a:lnTo>
                    <a:pt x="9446" y="35585"/>
                  </a:lnTo>
                  <a:lnTo>
                    <a:pt x="9983" y="35808"/>
                  </a:lnTo>
                  <a:lnTo>
                    <a:pt x="10823" y="35429"/>
                  </a:lnTo>
                  <a:lnTo>
                    <a:pt x="12493" y="33889"/>
                  </a:lnTo>
                  <a:lnTo>
                    <a:pt x="13977" y="33153"/>
                  </a:lnTo>
                  <a:lnTo>
                    <a:pt x="15576" y="33098"/>
                  </a:lnTo>
                  <a:lnTo>
                    <a:pt x="17026" y="33762"/>
                  </a:lnTo>
                  <a:close/>
                </a:path>
              </a:pathLst>
            </a:custGeom>
            <a:solidFill>
              <a:srgbClr val="CEE3C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g475"/>
            <p:cNvSpPr/>
            <p:nvPr/>
          </p:nvSpPr>
          <p:spPr>
            <a:xfrm>
              <a:off x="2584442" y="3172127"/>
              <a:ext cx="2804" cy="11991"/>
            </a:xfrm>
            <a:custGeom>
              <a:avLst/>
              <a:pathLst>
                <a:path w="2804" h="11991">
                  <a:moveTo>
                    <a:pt x="2430" y="11349"/>
                  </a:moveTo>
                  <a:lnTo>
                    <a:pt x="1288" y="11991"/>
                  </a:lnTo>
                  <a:lnTo>
                    <a:pt x="797" y="6892"/>
                  </a:lnTo>
                  <a:lnTo>
                    <a:pt x="0" y="3190"/>
                  </a:lnTo>
                  <a:lnTo>
                    <a:pt x="136" y="875"/>
                  </a:lnTo>
                  <a:lnTo>
                    <a:pt x="280" y="0"/>
                  </a:lnTo>
                  <a:lnTo>
                    <a:pt x="1963" y="1419"/>
                  </a:lnTo>
                  <a:lnTo>
                    <a:pt x="2485" y="3143"/>
                  </a:lnTo>
                  <a:lnTo>
                    <a:pt x="2804" y="7681"/>
                  </a:lnTo>
                  <a:close/>
                </a:path>
              </a:pathLst>
            </a:custGeom>
            <a:solidFill>
              <a:srgbClr val="ECF4E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g476"/>
            <p:cNvSpPr/>
            <p:nvPr/>
          </p:nvSpPr>
          <p:spPr>
            <a:xfrm>
              <a:off x="3468219" y="2010297"/>
              <a:ext cx="8901" cy="9542"/>
            </a:xfrm>
            <a:custGeom>
              <a:avLst/>
              <a:pathLst>
                <a:path w="8901" h="9542">
                  <a:moveTo>
                    <a:pt x="3971" y="1777"/>
                  </a:moveTo>
                  <a:lnTo>
                    <a:pt x="6128" y="3611"/>
                  </a:lnTo>
                  <a:lnTo>
                    <a:pt x="7587" y="3505"/>
                  </a:lnTo>
                  <a:lnTo>
                    <a:pt x="8579" y="4266"/>
                  </a:lnTo>
                  <a:lnTo>
                    <a:pt x="8816" y="5440"/>
                  </a:lnTo>
                  <a:lnTo>
                    <a:pt x="8901" y="8048"/>
                  </a:lnTo>
                  <a:lnTo>
                    <a:pt x="7858" y="8808"/>
                  </a:lnTo>
                  <a:lnTo>
                    <a:pt x="6707" y="8550"/>
                  </a:lnTo>
                  <a:lnTo>
                    <a:pt x="5141" y="9542"/>
                  </a:lnTo>
                  <a:lnTo>
                    <a:pt x="0" y="5280"/>
                  </a:lnTo>
                  <a:lnTo>
                    <a:pt x="74" y="1726"/>
                  </a:lnTo>
                  <a:lnTo>
                    <a:pt x="280" y="331"/>
                  </a:lnTo>
                  <a:lnTo>
                    <a:pt x="2717" y="0"/>
                  </a:lnTo>
                  <a:close/>
                </a:path>
              </a:pathLst>
            </a:custGeom>
            <a:solidFill>
              <a:srgbClr val="91C187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g477"/>
            <p:cNvSpPr/>
            <p:nvPr/>
          </p:nvSpPr>
          <p:spPr>
            <a:xfrm>
              <a:off x="3458035" y="2009973"/>
              <a:ext cx="3716" cy="3710"/>
            </a:xfrm>
            <a:custGeom>
              <a:avLst/>
              <a:pathLst>
                <a:path w="3716" h="3710">
                  <a:moveTo>
                    <a:pt x="3466" y="3403"/>
                  </a:moveTo>
                  <a:lnTo>
                    <a:pt x="2649" y="3710"/>
                  </a:lnTo>
                  <a:lnTo>
                    <a:pt x="1713" y="3067"/>
                  </a:lnTo>
                  <a:lnTo>
                    <a:pt x="191" y="643"/>
                  </a:lnTo>
                  <a:lnTo>
                    <a:pt x="0" y="0"/>
                  </a:lnTo>
                  <a:lnTo>
                    <a:pt x="799" y="411"/>
                  </a:lnTo>
                  <a:lnTo>
                    <a:pt x="1792" y="1678"/>
                  </a:lnTo>
                  <a:lnTo>
                    <a:pt x="2605" y="1947"/>
                  </a:lnTo>
                  <a:lnTo>
                    <a:pt x="3716" y="3019"/>
                  </a:lnTo>
                  <a:close/>
                </a:path>
              </a:pathLst>
            </a:custGeom>
            <a:solidFill>
              <a:srgbClr val="91C187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g478"/>
            <p:cNvSpPr/>
            <p:nvPr/>
          </p:nvSpPr>
          <p:spPr>
            <a:xfrm>
              <a:off x="3481421" y="2006978"/>
              <a:ext cx="5245" cy="5071"/>
            </a:xfrm>
            <a:custGeom>
              <a:avLst/>
              <a:pathLst>
                <a:path w="5245" h="5071">
                  <a:moveTo>
                    <a:pt x="5245" y="2905"/>
                  </a:moveTo>
                  <a:lnTo>
                    <a:pt x="4779" y="3345"/>
                  </a:lnTo>
                  <a:lnTo>
                    <a:pt x="2908" y="3022"/>
                  </a:lnTo>
                  <a:lnTo>
                    <a:pt x="799" y="5071"/>
                  </a:lnTo>
                  <a:lnTo>
                    <a:pt x="0" y="4423"/>
                  </a:lnTo>
                  <a:lnTo>
                    <a:pt x="302" y="3115"/>
                  </a:lnTo>
                  <a:lnTo>
                    <a:pt x="522" y="2638"/>
                  </a:lnTo>
                  <a:lnTo>
                    <a:pt x="1231" y="2083"/>
                  </a:lnTo>
                  <a:lnTo>
                    <a:pt x="1705" y="1271"/>
                  </a:lnTo>
                  <a:lnTo>
                    <a:pt x="1891" y="0"/>
                  </a:lnTo>
                  <a:lnTo>
                    <a:pt x="2330" y="685"/>
                  </a:lnTo>
                  <a:lnTo>
                    <a:pt x="3635" y="972"/>
                  </a:lnTo>
                  <a:lnTo>
                    <a:pt x="4273" y="1377"/>
                  </a:lnTo>
                  <a:lnTo>
                    <a:pt x="4807" y="1973"/>
                  </a:lnTo>
                  <a:close/>
                </a:path>
              </a:pathLst>
            </a:custGeom>
            <a:solidFill>
              <a:srgbClr val="91C187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g479"/>
            <p:cNvSpPr/>
            <p:nvPr/>
          </p:nvSpPr>
          <p:spPr>
            <a:xfrm>
              <a:off x="3452810" y="2006832"/>
              <a:ext cx="3534" cy="5808"/>
            </a:xfrm>
            <a:custGeom>
              <a:avLst/>
              <a:pathLst>
                <a:path w="3534" h="5808">
                  <a:moveTo>
                    <a:pt x="3534" y="5397"/>
                  </a:moveTo>
                  <a:lnTo>
                    <a:pt x="2266" y="5808"/>
                  </a:lnTo>
                  <a:lnTo>
                    <a:pt x="1617" y="5094"/>
                  </a:lnTo>
                  <a:lnTo>
                    <a:pt x="427" y="4817"/>
                  </a:lnTo>
                  <a:lnTo>
                    <a:pt x="0" y="269"/>
                  </a:lnTo>
                  <a:lnTo>
                    <a:pt x="122" y="0"/>
                  </a:lnTo>
                  <a:lnTo>
                    <a:pt x="721" y="318"/>
                  </a:lnTo>
                  <a:lnTo>
                    <a:pt x="2774" y="2439"/>
                  </a:lnTo>
                  <a:lnTo>
                    <a:pt x="3491" y="4761"/>
                  </a:lnTo>
                  <a:close/>
                </a:path>
              </a:pathLst>
            </a:custGeom>
            <a:solidFill>
              <a:srgbClr val="91C187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g480"/>
            <p:cNvSpPr/>
            <p:nvPr/>
          </p:nvSpPr>
          <p:spPr>
            <a:xfrm>
              <a:off x="3463175" y="2004208"/>
              <a:ext cx="4014" cy="12197"/>
            </a:xfrm>
            <a:custGeom>
              <a:avLst/>
              <a:pathLst>
                <a:path w="4014" h="12197">
                  <a:moveTo>
                    <a:pt x="1369" y="12030"/>
                  </a:moveTo>
                  <a:lnTo>
                    <a:pt x="829" y="12197"/>
                  </a:lnTo>
                  <a:lnTo>
                    <a:pt x="95" y="9803"/>
                  </a:lnTo>
                  <a:lnTo>
                    <a:pt x="0" y="9055"/>
                  </a:lnTo>
                  <a:lnTo>
                    <a:pt x="862" y="7522"/>
                  </a:lnTo>
                  <a:lnTo>
                    <a:pt x="1421" y="5787"/>
                  </a:lnTo>
                  <a:lnTo>
                    <a:pt x="2864" y="3122"/>
                  </a:lnTo>
                  <a:lnTo>
                    <a:pt x="3696" y="0"/>
                  </a:lnTo>
                  <a:lnTo>
                    <a:pt x="4014" y="49"/>
                  </a:lnTo>
                  <a:lnTo>
                    <a:pt x="3645" y="2829"/>
                  </a:lnTo>
                  <a:lnTo>
                    <a:pt x="1749" y="10584"/>
                  </a:lnTo>
                  <a:close/>
                </a:path>
              </a:pathLst>
            </a:custGeom>
            <a:solidFill>
              <a:srgbClr val="91C187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g481"/>
            <p:cNvSpPr/>
            <p:nvPr/>
          </p:nvSpPr>
          <p:spPr>
            <a:xfrm>
              <a:off x="3512686" y="2000104"/>
              <a:ext cx="5519" cy="8622"/>
            </a:xfrm>
            <a:custGeom>
              <a:avLst/>
              <a:pathLst>
                <a:path w="5519" h="8622">
                  <a:moveTo>
                    <a:pt x="4917" y="8121"/>
                  </a:moveTo>
                  <a:lnTo>
                    <a:pt x="4467" y="8622"/>
                  </a:lnTo>
                  <a:lnTo>
                    <a:pt x="2454" y="7794"/>
                  </a:lnTo>
                  <a:lnTo>
                    <a:pt x="0" y="5746"/>
                  </a:lnTo>
                  <a:lnTo>
                    <a:pt x="359" y="1734"/>
                  </a:lnTo>
                  <a:lnTo>
                    <a:pt x="989" y="0"/>
                  </a:lnTo>
                  <a:lnTo>
                    <a:pt x="5465" y="4497"/>
                  </a:lnTo>
                  <a:lnTo>
                    <a:pt x="5519" y="6192"/>
                  </a:lnTo>
                  <a:close/>
                </a:path>
              </a:pathLst>
            </a:custGeom>
            <a:solidFill>
              <a:srgbClr val="91C187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g482"/>
            <p:cNvSpPr/>
            <p:nvPr/>
          </p:nvSpPr>
          <p:spPr>
            <a:xfrm>
              <a:off x="3453880" y="1990764"/>
              <a:ext cx="11702" cy="16667"/>
            </a:xfrm>
            <a:custGeom>
              <a:avLst/>
              <a:pathLst>
                <a:path w="11702" h="16667">
                  <a:moveTo>
                    <a:pt x="9580" y="89"/>
                  </a:moveTo>
                  <a:lnTo>
                    <a:pt x="10088" y="1631"/>
                  </a:lnTo>
                  <a:lnTo>
                    <a:pt x="10713" y="4920"/>
                  </a:lnTo>
                  <a:lnTo>
                    <a:pt x="11702" y="8597"/>
                  </a:lnTo>
                  <a:lnTo>
                    <a:pt x="11289" y="10137"/>
                  </a:lnTo>
                  <a:lnTo>
                    <a:pt x="11570" y="12109"/>
                  </a:lnTo>
                  <a:lnTo>
                    <a:pt x="11288" y="14167"/>
                  </a:lnTo>
                  <a:lnTo>
                    <a:pt x="9321" y="16559"/>
                  </a:lnTo>
                  <a:lnTo>
                    <a:pt x="7114" y="16667"/>
                  </a:lnTo>
                  <a:lnTo>
                    <a:pt x="4821" y="15511"/>
                  </a:lnTo>
                  <a:lnTo>
                    <a:pt x="1581" y="13287"/>
                  </a:lnTo>
                  <a:lnTo>
                    <a:pt x="1321" y="12037"/>
                  </a:lnTo>
                  <a:lnTo>
                    <a:pt x="866" y="11344"/>
                  </a:lnTo>
                  <a:lnTo>
                    <a:pt x="0" y="7553"/>
                  </a:lnTo>
                  <a:lnTo>
                    <a:pt x="20" y="2877"/>
                  </a:lnTo>
                  <a:lnTo>
                    <a:pt x="1648" y="2291"/>
                  </a:lnTo>
                  <a:lnTo>
                    <a:pt x="5205" y="59"/>
                  </a:lnTo>
                  <a:lnTo>
                    <a:pt x="6028" y="409"/>
                  </a:lnTo>
                  <a:lnTo>
                    <a:pt x="6886" y="1551"/>
                  </a:lnTo>
                  <a:lnTo>
                    <a:pt x="7874" y="1618"/>
                  </a:lnTo>
                  <a:lnTo>
                    <a:pt x="9308" y="0"/>
                  </a:lnTo>
                  <a:close/>
                </a:path>
              </a:pathLst>
            </a:custGeom>
            <a:solidFill>
              <a:srgbClr val="91C187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g483"/>
            <p:cNvSpPr/>
            <p:nvPr/>
          </p:nvSpPr>
          <p:spPr>
            <a:xfrm>
              <a:off x="3486314" y="1988772"/>
              <a:ext cx="1772" cy="3729"/>
            </a:xfrm>
            <a:custGeom>
              <a:avLst/>
              <a:pathLst>
                <a:path w="1772" h="3729">
                  <a:moveTo>
                    <a:pt x="1772" y="2472"/>
                  </a:moveTo>
                  <a:lnTo>
                    <a:pt x="624" y="3729"/>
                  </a:lnTo>
                  <a:lnTo>
                    <a:pt x="372" y="3663"/>
                  </a:lnTo>
                  <a:lnTo>
                    <a:pt x="0" y="1939"/>
                  </a:lnTo>
                  <a:lnTo>
                    <a:pt x="604" y="890"/>
                  </a:lnTo>
                  <a:lnTo>
                    <a:pt x="961" y="0"/>
                  </a:lnTo>
                  <a:lnTo>
                    <a:pt x="1215" y="25"/>
                  </a:lnTo>
                  <a:lnTo>
                    <a:pt x="1561" y="988"/>
                  </a:lnTo>
                  <a:close/>
                </a:path>
              </a:pathLst>
            </a:custGeom>
            <a:solidFill>
              <a:srgbClr val="91C187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g484"/>
            <p:cNvSpPr/>
            <p:nvPr/>
          </p:nvSpPr>
          <p:spPr>
            <a:xfrm>
              <a:off x="3461889" y="1979561"/>
              <a:ext cx="1774" cy="6703"/>
            </a:xfrm>
            <a:custGeom>
              <a:avLst/>
              <a:pathLst>
                <a:path w="1774" h="6703">
                  <a:moveTo>
                    <a:pt x="1111" y="6172"/>
                  </a:moveTo>
                  <a:lnTo>
                    <a:pt x="904" y="6703"/>
                  </a:lnTo>
                  <a:lnTo>
                    <a:pt x="132" y="6150"/>
                  </a:lnTo>
                  <a:lnTo>
                    <a:pt x="51" y="4238"/>
                  </a:lnTo>
                  <a:lnTo>
                    <a:pt x="343" y="2522"/>
                  </a:lnTo>
                  <a:lnTo>
                    <a:pt x="0" y="986"/>
                  </a:lnTo>
                  <a:lnTo>
                    <a:pt x="378" y="0"/>
                  </a:lnTo>
                  <a:lnTo>
                    <a:pt x="1465" y="2298"/>
                  </a:lnTo>
                  <a:lnTo>
                    <a:pt x="1774" y="3379"/>
                  </a:lnTo>
                  <a:lnTo>
                    <a:pt x="1355" y="4670"/>
                  </a:lnTo>
                  <a:close/>
                </a:path>
              </a:pathLst>
            </a:custGeom>
            <a:solidFill>
              <a:srgbClr val="91C187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g485"/>
            <p:cNvSpPr/>
            <p:nvPr/>
          </p:nvSpPr>
          <p:spPr>
            <a:xfrm>
              <a:off x="3467529" y="1975715"/>
              <a:ext cx="19858" cy="39876"/>
            </a:xfrm>
            <a:custGeom>
              <a:avLst/>
              <a:pathLst>
                <a:path w="19858" h="39876">
                  <a:moveTo>
                    <a:pt x="19375" y="9959"/>
                  </a:moveTo>
                  <a:lnTo>
                    <a:pt x="19405" y="12917"/>
                  </a:lnTo>
                  <a:lnTo>
                    <a:pt x="19088" y="13778"/>
                  </a:lnTo>
                  <a:lnTo>
                    <a:pt x="18623" y="14345"/>
                  </a:lnTo>
                  <a:lnTo>
                    <a:pt x="17406" y="14947"/>
                  </a:lnTo>
                  <a:lnTo>
                    <a:pt x="16351" y="15787"/>
                  </a:lnTo>
                  <a:lnTo>
                    <a:pt x="15411" y="17263"/>
                  </a:lnTo>
                  <a:lnTo>
                    <a:pt x="15065" y="19372"/>
                  </a:lnTo>
                  <a:lnTo>
                    <a:pt x="15800" y="20916"/>
                  </a:lnTo>
                  <a:lnTo>
                    <a:pt x="17138" y="21761"/>
                  </a:lnTo>
                  <a:lnTo>
                    <a:pt x="17478" y="24701"/>
                  </a:lnTo>
                  <a:lnTo>
                    <a:pt x="16374" y="26151"/>
                  </a:lnTo>
                  <a:lnTo>
                    <a:pt x="13540" y="27598"/>
                  </a:lnTo>
                  <a:lnTo>
                    <a:pt x="13242" y="31091"/>
                  </a:lnTo>
                  <a:lnTo>
                    <a:pt x="13334" y="33844"/>
                  </a:lnTo>
                  <a:lnTo>
                    <a:pt x="13283" y="35845"/>
                  </a:lnTo>
                  <a:lnTo>
                    <a:pt x="13058" y="38614"/>
                  </a:lnTo>
                  <a:lnTo>
                    <a:pt x="10766" y="39876"/>
                  </a:lnTo>
                  <a:lnTo>
                    <a:pt x="9286" y="35659"/>
                  </a:lnTo>
                  <a:lnTo>
                    <a:pt x="9273" y="33971"/>
                  </a:lnTo>
                  <a:lnTo>
                    <a:pt x="8832" y="32000"/>
                  </a:lnTo>
                  <a:lnTo>
                    <a:pt x="8748" y="30320"/>
                  </a:lnTo>
                  <a:lnTo>
                    <a:pt x="8225" y="27634"/>
                  </a:lnTo>
                  <a:lnTo>
                    <a:pt x="6056" y="26907"/>
                  </a:lnTo>
                  <a:lnTo>
                    <a:pt x="5215" y="26811"/>
                  </a:lnTo>
                  <a:lnTo>
                    <a:pt x="4038" y="27311"/>
                  </a:lnTo>
                  <a:lnTo>
                    <a:pt x="3746" y="27116"/>
                  </a:lnTo>
                  <a:lnTo>
                    <a:pt x="2337" y="23447"/>
                  </a:lnTo>
                  <a:lnTo>
                    <a:pt x="2569" y="19398"/>
                  </a:lnTo>
                  <a:lnTo>
                    <a:pt x="1817" y="17355"/>
                  </a:lnTo>
                  <a:lnTo>
                    <a:pt x="1713" y="16430"/>
                  </a:lnTo>
                  <a:lnTo>
                    <a:pt x="1731" y="15406"/>
                  </a:lnTo>
                  <a:lnTo>
                    <a:pt x="1113" y="14562"/>
                  </a:lnTo>
                  <a:lnTo>
                    <a:pt x="364" y="14114"/>
                  </a:lnTo>
                  <a:lnTo>
                    <a:pt x="0" y="11836"/>
                  </a:lnTo>
                  <a:lnTo>
                    <a:pt x="861" y="11284"/>
                  </a:lnTo>
                  <a:lnTo>
                    <a:pt x="2992" y="11551"/>
                  </a:lnTo>
                  <a:lnTo>
                    <a:pt x="3614" y="11395"/>
                  </a:lnTo>
                  <a:lnTo>
                    <a:pt x="4184" y="10920"/>
                  </a:lnTo>
                  <a:lnTo>
                    <a:pt x="5907" y="7175"/>
                  </a:lnTo>
                  <a:lnTo>
                    <a:pt x="5857" y="6349"/>
                  </a:lnTo>
                  <a:lnTo>
                    <a:pt x="6042" y="5279"/>
                  </a:lnTo>
                  <a:lnTo>
                    <a:pt x="7907" y="4882"/>
                  </a:lnTo>
                  <a:lnTo>
                    <a:pt x="8738" y="6329"/>
                  </a:lnTo>
                  <a:lnTo>
                    <a:pt x="8571" y="8646"/>
                  </a:lnTo>
                  <a:lnTo>
                    <a:pt x="8677" y="11616"/>
                  </a:lnTo>
                  <a:lnTo>
                    <a:pt x="9806" y="12424"/>
                  </a:lnTo>
                  <a:lnTo>
                    <a:pt x="10247" y="12542"/>
                  </a:lnTo>
                  <a:lnTo>
                    <a:pt x="10717" y="10349"/>
                  </a:lnTo>
                  <a:lnTo>
                    <a:pt x="11047" y="9282"/>
                  </a:lnTo>
                  <a:lnTo>
                    <a:pt x="11494" y="8688"/>
                  </a:lnTo>
                  <a:lnTo>
                    <a:pt x="11646" y="6684"/>
                  </a:lnTo>
                  <a:lnTo>
                    <a:pt x="11381" y="5460"/>
                  </a:lnTo>
                  <a:lnTo>
                    <a:pt x="10816" y="4549"/>
                  </a:lnTo>
                  <a:lnTo>
                    <a:pt x="12927" y="2067"/>
                  </a:lnTo>
                  <a:lnTo>
                    <a:pt x="15112" y="102"/>
                  </a:lnTo>
                  <a:lnTo>
                    <a:pt x="16383" y="0"/>
                  </a:lnTo>
                  <a:lnTo>
                    <a:pt x="17663" y="480"/>
                  </a:lnTo>
                  <a:lnTo>
                    <a:pt x="18852" y="1144"/>
                  </a:lnTo>
                  <a:lnTo>
                    <a:pt x="19497" y="1715"/>
                  </a:lnTo>
                  <a:lnTo>
                    <a:pt x="19858" y="2633"/>
                  </a:lnTo>
                  <a:lnTo>
                    <a:pt x="19061" y="4820"/>
                  </a:lnTo>
                  <a:lnTo>
                    <a:pt x="18840" y="6017"/>
                  </a:lnTo>
                  <a:close/>
                </a:path>
              </a:pathLst>
            </a:custGeom>
            <a:solidFill>
              <a:srgbClr val="91C187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g486"/>
            <p:cNvSpPr/>
            <p:nvPr/>
          </p:nvSpPr>
          <p:spPr>
            <a:xfrm>
              <a:off x="3466248" y="1940025"/>
              <a:ext cx="3664" cy="2979"/>
            </a:xfrm>
            <a:custGeom>
              <a:avLst/>
              <a:pathLst>
                <a:path w="3664" h="2979">
                  <a:moveTo>
                    <a:pt x="2173" y="2286"/>
                  </a:moveTo>
                  <a:lnTo>
                    <a:pt x="1676" y="2979"/>
                  </a:lnTo>
                  <a:lnTo>
                    <a:pt x="0" y="1999"/>
                  </a:lnTo>
                  <a:lnTo>
                    <a:pt x="740" y="630"/>
                  </a:lnTo>
                  <a:lnTo>
                    <a:pt x="2582" y="0"/>
                  </a:lnTo>
                  <a:lnTo>
                    <a:pt x="3664" y="207"/>
                  </a:lnTo>
                  <a:lnTo>
                    <a:pt x="2474" y="1566"/>
                  </a:lnTo>
                  <a:close/>
                </a:path>
              </a:pathLst>
            </a:custGeom>
            <a:solidFill>
              <a:srgbClr val="91C187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g487"/>
            <p:cNvSpPr/>
            <p:nvPr/>
          </p:nvSpPr>
          <p:spPr>
            <a:xfrm>
              <a:off x="3432705" y="1927999"/>
              <a:ext cx="34181" cy="86596"/>
            </a:xfrm>
            <a:custGeom>
              <a:avLst/>
              <a:pathLst>
                <a:path w="34181" h="86596">
                  <a:moveTo>
                    <a:pt x="19722" y="86028"/>
                  </a:moveTo>
                  <a:lnTo>
                    <a:pt x="19542" y="86028"/>
                  </a:lnTo>
                  <a:lnTo>
                    <a:pt x="18765" y="85767"/>
                  </a:lnTo>
                  <a:lnTo>
                    <a:pt x="18211" y="85145"/>
                  </a:lnTo>
                  <a:lnTo>
                    <a:pt x="16784" y="85588"/>
                  </a:lnTo>
                  <a:lnTo>
                    <a:pt x="14874" y="86596"/>
                  </a:lnTo>
                  <a:lnTo>
                    <a:pt x="13814" y="86546"/>
                  </a:lnTo>
                  <a:lnTo>
                    <a:pt x="12971" y="85462"/>
                  </a:lnTo>
                  <a:lnTo>
                    <a:pt x="9523" y="83919"/>
                  </a:lnTo>
                  <a:lnTo>
                    <a:pt x="8966" y="83794"/>
                  </a:lnTo>
                  <a:lnTo>
                    <a:pt x="6688" y="83727"/>
                  </a:lnTo>
                  <a:lnTo>
                    <a:pt x="6580" y="81288"/>
                  </a:lnTo>
                  <a:lnTo>
                    <a:pt x="6298" y="79527"/>
                  </a:lnTo>
                  <a:lnTo>
                    <a:pt x="5502" y="76905"/>
                  </a:lnTo>
                  <a:lnTo>
                    <a:pt x="6682" y="76273"/>
                  </a:lnTo>
                  <a:lnTo>
                    <a:pt x="6454" y="71164"/>
                  </a:lnTo>
                  <a:lnTo>
                    <a:pt x="6025" y="68515"/>
                  </a:lnTo>
                  <a:lnTo>
                    <a:pt x="2727" y="65794"/>
                  </a:lnTo>
                  <a:lnTo>
                    <a:pt x="129" y="63149"/>
                  </a:lnTo>
                  <a:lnTo>
                    <a:pt x="729" y="54244"/>
                  </a:lnTo>
                  <a:lnTo>
                    <a:pt x="985" y="51845"/>
                  </a:lnTo>
                  <a:lnTo>
                    <a:pt x="0" y="47190"/>
                  </a:lnTo>
                  <a:lnTo>
                    <a:pt x="102" y="41833"/>
                  </a:lnTo>
                  <a:lnTo>
                    <a:pt x="517" y="33391"/>
                  </a:lnTo>
                  <a:lnTo>
                    <a:pt x="1343" y="33060"/>
                  </a:lnTo>
                  <a:lnTo>
                    <a:pt x="1949" y="33101"/>
                  </a:lnTo>
                  <a:lnTo>
                    <a:pt x="4285" y="34616"/>
                  </a:lnTo>
                  <a:lnTo>
                    <a:pt x="5258" y="34767"/>
                  </a:lnTo>
                  <a:lnTo>
                    <a:pt x="5924" y="36121"/>
                  </a:lnTo>
                  <a:lnTo>
                    <a:pt x="6705" y="36678"/>
                  </a:lnTo>
                  <a:lnTo>
                    <a:pt x="7270" y="35240"/>
                  </a:lnTo>
                  <a:lnTo>
                    <a:pt x="7490" y="32783"/>
                  </a:lnTo>
                  <a:lnTo>
                    <a:pt x="9342" y="29603"/>
                  </a:lnTo>
                  <a:lnTo>
                    <a:pt x="10640" y="28429"/>
                  </a:lnTo>
                  <a:lnTo>
                    <a:pt x="11524" y="27866"/>
                  </a:lnTo>
                  <a:lnTo>
                    <a:pt x="12416" y="29149"/>
                  </a:lnTo>
                  <a:lnTo>
                    <a:pt x="13100" y="30590"/>
                  </a:lnTo>
                  <a:lnTo>
                    <a:pt x="13261" y="27436"/>
                  </a:lnTo>
                  <a:lnTo>
                    <a:pt x="13812" y="21428"/>
                  </a:lnTo>
                  <a:lnTo>
                    <a:pt x="12052" y="20485"/>
                  </a:lnTo>
                  <a:lnTo>
                    <a:pt x="10618" y="21299"/>
                  </a:lnTo>
                  <a:lnTo>
                    <a:pt x="9196" y="25106"/>
                  </a:lnTo>
                  <a:lnTo>
                    <a:pt x="7927" y="29892"/>
                  </a:lnTo>
                  <a:lnTo>
                    <a:pt x="5869" y="30332"/>
                  </a:lnTo>
                  <a:lnTo>
                    <a:pt x="4227" y="31687"/>
                  </a:lnTo>
                  <a:lnTo>
                    <a:pt x="2744" y="30282"/>
                  </a:lnTo>
                  <a:lnTo>
                    <a:pt x="1788" y="29044"/>
                  </a:lnTo>
                  <a:lnTo>
                    <a:pt x="1765" y="27231"/>
                  </a:lnTo>
                  <a:lnTo>
                    <a:pt x="1981" y="26138"/>
                  </a:lnTo>
                  <a:lnTo>
                    <a:pt x="3724" y="22235"/>
                  </a:lnTo>
                  <a:lnTo>
                    <a:pt x="6057" y="18486"/>
                  </a:lnTo>
                  <a:lnTo>
                    <a:pt x="8409" y="18522"/>
                  </a:lnTo>
                  <a:lnTo>
                    <a:pt x="10124" y="17325"/>
                  </a:lnTo>
                  <a:lnTo>
                    <a:pt x="11149" y="17182"/>
                  </a:lnTo>
                  <a:lnTo>
                    <a:pt x="14348" y="17445"/>
                  </a:lnTo>
                  <a:lnTo>
                    <a:pt x="15990" y="16624"/>
                  </a:lnTo>
                  <a:lnTo>
                    <a:pt x="17461" y="14905"/>
                  </a:lnTo>
                  <a:lnTo>
                    <a:pt x="20640" y="7638"/>
                  </a:lnTo>
                  <a:lnTo>
                    <a:pt x="22434" y="4608"/>
                  </a:lnTo>
                  <a:lnTo>
                    <a:pt x="26051" y="3542"/>
                  </a:lnTo>
                  <a:lnTo>
                    <a:pt x="29393" y="44"/>
                  </a:lnTo>
                  <a:lnTo>
                    <a:pt x="30327" y="0"/>
                  </a:lnTo>
                  <a:lnTo>
                    <a:pt x="28755" y="2607"/>
                  </a:lnTo>
                  <a:lnTo>
                    <a:pt x="28503" y="3615"/>
                  </a:lnTo>
                  <a:lnTo>
                    <a:pt x="28312" y="5162"/>
                  </a:lnTo>
                  <a:lnTo>
                    <a:pt x="29439" y="8521"/>
                  </a:lnTo>
                  <a:lnTo>
                    <a:pt x="29201" y="10565"/>
                  </a:lnTo>
                  <a:lnTo>
                    <a:pt x="29281" y="14588"/>
                  </a:lnTo>
                  <a:lnTo>
                    <a:pt x="28218" y="16684"/>
                  </a:lnTo>
                  <a:lnTo>
                    <a:pt x="27018" y="21144"/>
                  </a:lnTo>
                  <a:lnTo>
                    <a:pt x="26502" y="21801"/>
                  </a:lnTo>
                  <a:lnTo>
                    <a:pt x="26391" y="27006"/>
                  </a:lnTo>
                  <a:lnTo>
                    <a:pt x="26509" y="28249"/>
                  </a:lnTo>
                  <a:lnTo>
                    <a:pt x="26339" y="32988"/>
                  </a:lnTo>
                  <a:lnTo>
                    <a:pt x="27568" y="34929"/>
                  </a:lnTo>
                  <a:lnTo>
                    <a:pt x="28868" y="35943"/>
                  </a:lnTo>
                  <a:lnTo>
                    <a:pt x="33203" y="35907"/>
                  </a:lnTo>
                  <a:lnTo>
                    <a:pt x="33652" y="36760"/>
                  </a:lnTo>
                  <a:lnTo>
                    <a:pt x="34181" y="38226"/>
                  </a:lnTo>
                  <a:lnTo>
                    <a:pt x="33794" y="40715"/>
                  </a:lnTo>
                  <a:lnTo>
                    <a:pt x="33331" y="42592"/>
                  </a:lnTo>
                  <a:lnTo>
                    <a:pt x="32075" y="44173"/>
                  </a:lnTo>
                  <a:lnTo>
                    <a:pt x="30464" y="45352"/>
                  </a:lnTo>
                  <a:lnTo>
                    <a:pt x="29462" y="45404"/>
                  </a:lnTo>
                  <a:lnTo>
                    <a:pt x="28097" y="43163"/>
                  </a:lnTo>
                  <a:lnTo>
                    <a:pt x="27448" y="43890"/>
                  </a:lnTo>
                  <a:lnTo>
                    <a:pt x="26778" y="45033"/>
                  </a:lnTo>
                  <a:lnTo>
                    <a:pt x="25656" y="51165"/>
                  </a:lnTo>
                  <a:lnTo>
                    <a:pt x="25124" y="55307"/>
                  </a:lnTo>
                  <a:lnTo>
                    <a:pt x="24836" y="55644"/>
                  </a:lnTo>
                  <a:lnTo>
                    <a:pt x="24201" y="55033"/>
                  </a:lnTo>
                  <a:lnTo>
                    <a:pt x="23105" y="54986"/>
                  </a:lnTo>
                  <a:lnTo>
                    <a:pt x="21720" y="55968"/>
                  </a:lnTo>
                  <a:lnTo>
                    <a:pt x="22430" y="56847"/>
                  </a:lnTo>
                  <a:lnTo>
                    <a:pt x="23181" y="58373"/>
                  </a:lnTo>
                  <a:lnTo>
                    <a:pt x="22881" y="59138"/>
                  </a:lnTo>
                  <a:lnTo>
                    <a:pt x="21663" y="59965"/>
                  </a:lnTo>
                  <a:lnTo>
                    <a:pt x="20582" y="61637"/>
                  </a:lnTo>
                  <a:lnTo>
                    <a:pt x="20130" y="62902"/>
                  </a:lnTo>
                  <a:lnTo>
                    <a:pt x="18767" y="64400"/>
                  </a:lnTo>
                  <a:lnTo>
                    <a:pt x="17910" y="66299"/>
                  </a:lnTo>
                  <a:lnTo>
                    <a:pt x="18330" y="68652"/>
                  </a:lnTo>
                  <a:lnTo>
                    <a:pt x="18509" y="70718"/>
                  </a:lnTo>
                  <a:lnTo>
                    <a:pt x="18884" y="73001"/>
                  </a:lnTo>
                  <a:lnTo>
                    <a:pt x="18546" y="74823"/>
                  </a:lnTo>
                  <a:lnTo>
                    <a:pt x="16858" y="77437"/>
                  </a:lnTo>
                  <a:lnTo>
                    <a:pt x="16236" y="79704"/>
                  </a:lnTo>
                  <a:lnTo>
                    <a:pt x="17682" y="79675"/>
                  </a:lnTo>
                  <a:lnTo>
                    <a:pt x="18572" y="80199"/>
                  </a:lnTo>
                  <a:lnTo>
                    <a:pt x="19093" y="80868"/>
                  </a:lnTo>
                  <a:lnTo>
                    <a:pt x="19631" y="81818"/>
                  </a:lnTo>
                  <a:lnTo>
                    <a:pt x="19301" y="82991"/>
                  </a:lnTo>
                  <a:close/>
                </a:path>
              </a:pathLst>
            </a:custGeom>
            <a:solidFill>
              <a:srgbClr val="91C187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g488"/>
            <p:cNvSpPr/>
            <p:nvPr/>
          </p:nvSpPr>
          <p:spPr>
            <a:xfrm>
              <a:off x="2456242" y="3045631"/>
              <a:ext cx="44620" cy="67323"/>
            </a:xfrm>
            <a:custGeom>
              <a:avLst/>
              <a:pathLst>
                <a:path w="44620" h="67323">
                  <a:moveTo>
                    <a:pt x="2828" y="55398"/>
                  </a:moveTo>
                  <a:lnTo>
                    <a:pt x="2883" y="50529"/>
                  </a:lnTo>
                  <a:lnTo>
                    <a:pt x="3206" y="48553"/>
                  </a:lnTo>
                  <a:lnTo>
                    <a:pt x="2906" y="46470"/>
                  </a:lnTo>
                  <a:lnTo>
                    <a:pt x="1557" y="44257"/>
                  </a:lnTo>
                  <a:lnTo>
                    <a:pt x="731" y="41409"/>
                  </a:lnTo>
                  <a:lnTo>
                    <a:pt x="0" y="38888"/>
                  </a:lnTo>
                  <a:lnTo>
                    <a:pt x="164" y="38520"/>
                  </a:lnTo>
                  <a:lnTo>
                    <a:pt x="1631" y="38407"/>
                  </a:lnTo>
                  <a:lnTo>
                    <a:pt x="2147" y="37481"/>
                  </a:lnTo>
                  <a:lnTo>
                    <a:pt x="3134" y="34899"/>
                  </a:lnTo>
                  <a:lnTo>
                    <a:pt x="3331" y="32821"/>
                  </a:lnTo>
                  <a:lnTo>
                    <a:pt x="3250" y="31250"/>
                  </a:lnTo>
                  <a:lnTo>
                    <a:pt x="2608" y="29370"/>
                  </a:lnTo>
                  <a:lnTo>
                    <a:pt x="2355" y="27390"/>
                  </a:lnTo>
                  <a:lnTo>
                    <a:pt x="3148" y="25662"/>
                  </a:lnTo>
                  <a:lnTo>
                    <a:pt x="4184" y="23142"/>
                  </a:lnTo>
                  <a:lnTo>
                    <a:pt x="4327" y="22174"/>
                  </a:lnTo>
                  <a:lnTo>
                    <a:pt x="4304" y="21216"/>
                  </a:lnTo>
                  <a:lnTo>
                    <a:pt x="3094" y="18560"/>
                  </a:lnTo>
                  <a:lnTo>
                    <a:pt x="3012" y="17419"/>
                  </a:lnTo>
                  <a:lnTo>
                    <a:pt x="3576" y="14537"/>
                  </a:lnTo>
                  <a:lnTo>
                    <a:pt x="3521" y="12629"/>
                  </a:lnTo>
                  <a:lnTo>
                    <a:pt x="2961" y="6671"/>
                  </a:lnTo>
                  <a:lnTo>
                    <a:pt x="2695" y="5785"/>
                  </a:lnTo>
                  <a:lnTo>
                    <a:pt x="3233" y="5285"/>
                  </a:lnTo>
                  <a:lnTo>
                    <a:pt x="3587" y="3510"/>
                  </a:lnTo>
                  <a:lnTo>
                    <a:pt x="4058" y="1930"/>
                  </a:lnTo>
                  <a:lnTo>
                    <a:pt x="4685" y="1079"/>
                  </a:lnTo>
                  <a:lnTo>
                    <a:pt x="5394" y="549"/>
                  </a:lnTo>
                  <a:lnTo>
                    <a:pt x="6808" y="590"/>
                  </a:lnTo>
                  <a:lnTo>
                    <a:pt x="8763" y="1967"/>
                  </a:lnTo>
                  <a:lnTo>
                    <a:pt x="9316" y="1944"/>
                  </a:lnTo>
                  <a:lnTo>
                    <a:pt x="11193" y="694"/>
                  </a:lnTo>
                  <a:lnTo>
                    <a:pt x="12750" y="0"/>
                  </a:lnTo>
                  <a:lnTo>
                    <a:pt x="14216" y="789"/>
                  </a:lnTo>
                  <a:lnTo>
                    <a:pt x="14809" y="1864"/>
                  </a:lnTo>
                  <a:lnTo>
                    <a:pt x="16019" y="3566"/>
                  </a:lnTo>
                  <a:lnTo>
                    <a:pt x="16625" y="4087"/>
                  </a:lnTo>
                  <a:lnTo>
                    <a:pt x="18537" y="4048"/>
                  </a:lnTo>
                  <a:lnTo>
                    <a:pt x="19060" y="4217"/>
                  </a:lnTo>
                  <a:lnTo>
                    <a:pt x="20665" y="7029"/>
                  </a:lnTo>
                  <a:lnTo>
                    <a:pt x="22016" y="8153"/>
                  </a:lnTo>
                  <a:lnTo>
                    <a:pt x="22801" y="8209"/>
                  </a:lnTo>
                  <a:lnTo>
                    <a:pt x="24207" y="7121"/>
                  </a:lnTo>
                  <a:lnTo>
                    <a:pt x="24905" y="7153"/>
                  </a:lnTo>
                  <a:lnTo>
                    <a:pt x="25705" y="9580"/>
                  </a:lnTo>
                  <a:lnTo>
                    <a:pt x="25862" y="13021"/>
                  </a:lnTo>
                  <a:lnTo>
                    <a:pt x="26530" y="16158"/>
                  </a:lnTo>
                  <a:lnTo>
                    <a:pt x="27555" y="18165"/>
                  </a:lnTo>
                  <a:lnTo>
                    <a:pt x="32606" y="17322"/>
                  </a:lnTo>
                  <a:lnTo>
                    <a:pt x="33733" y="18974"/>
                  </a:lnTo>
                  <a:lnTo>
                    <a:pt x="33345" y="20338"/>
                  </a:lnTo>
                  <a:lnTo>
                    <a:pt x="32632" y="21065"/>
                  </a:lnTo>
                  <a:lnTo>
                    <a:pt x="30232" y="20742"/>
                  </a:lnTo>
                  <a:lnTo>
                    <a:pt x="29181" y="20905"/>
                  </a:lnTo>
                  <a:lnTo>
                    <a:pt x="28970" y="22264"/>
                  </a:lnTo>
                  <a:lnTo>
                    <a:pt x="28966" y="23525"/>
                  </a:lnTo>
                  <a:lnTo>
                    <a:pt x="30371" y="23826"/>
                  </a:lnTo>
                  <a:lnTo>
                    <a:pt x="31749" y="24463"/>
                  </a:lnTo>
                  <a:lnTo>
                    <a:pt x="33151" y="25473"/>
                  </a:lnTo>
                  <a:lnTo>
                    <a:pt x="34579" y="26165"/>
                  </a:lnTo>
                  <a:lnTo>
                    <a:pt x="36184" y="26617"/>
                  </a:lnTo>
                  <a:lnTo>
                    <a:pt x="37768" y="27347"/>
                  </a:lnTo>
                  <a:lnTo>
                    <a:pt x="40408" y="29820"/>
                  </a:lnTo>
                  <a:lnTo>
                    <a:pt x="43325" y="35444"/>
                  </a:lnTo>
                  <a:lnTo>
                    <a:pt x="44105" y="36724"/>
                  </a:lnTo>
                  <a:lnTo>
                    <a:pt x="44620" y="38485"/>
                  </a:lnTo>
                  <a:lnTo>
                    <a:pt x="44375" y="40655"/>
                  </a:lnTo>
                  <a:lnTo>
                    <a:pt x="43332" y="44212"/>
                  </a:lnTo>
                  <a:lnTo>
                    <a:pt x="42742" y="45356"/>
                  </a:lnTo>
                  <a:lnTo>
                    <a:pt x="41882" y="46052"/>
                  </a:lnTo>
                  <a:lnTo>
                    <a:pt x="41292" y="47506"/>
                  </a:lnTo>
                  <a:lnTo>
                    <a:pt x="40724" y="49995"/>
                  </a:lnTo>
                  <a:lnTo>
                    <a:pt x="40376" y="50204"/>
                  </a:lnTo>
                  <a:lnTo>
                    <a:pt x="39966" y="50102"/>
                  </a:lnTo>
                  <a:lnTo>
                    <a:pt x="39266" y="48692"/>
                  </a:lnTo>
                  <a:lnTo>
                    <a:pt x="38765" y="46529"/>
                  </a:lnTo>
                  <a:lnTo>
                    <a:pt x="37359" y="44499"/>
                  </a:lnTo>
                  <a:lnTo>
                    <a:pt x="35685" y="44759"/>
                  </a:lnTo>
                  <a:lnTo>
                    <a:pt x="33220" y="43558"/>
                  </a:lnTo>
                  <a:lnTo>
                    <a:pt x="31728" y="44141"/>
                  </a:lnTo>
                  <a:lnTo>
                    <a:pt x="30235" y="44273"/>
                  </a:lnTo>
                  <a:lnTo>
                    <a:pt x="28708" y="43661"/>
                  </a:lnTo>
                  <a:lnTo>
                    <a:pt x="27174" y="43449"/>
                  </a:lnTo>
                  <a:lnTo>
                    <a:pt x="25641" y="44212"/>
                  </a:lnTo>
                  <a:lnTo>
                    <a:pt x="24156" y="45515"/>
                  </a:lnTo>
                  <a:lnTo>
                    <a:pt x="23607" y="46342"/>
                  </a:lnTo>
                  <a:lnTo>
                    <a:pt x="22653" y="48367"/>
                  </a:lnTo>
                  <a:lnTo>
                    <a:pt x="22147" y="49116"/>
                  </a:lnTo>
                  <a:lnTo>
                    <a:pt x="18530" y="50135"/>
                  </a:lnTo>
                  <a:lnTo>
                    <a:pt x="17488" y="48649"/>
                  </a:lnTo>
                  <a:lnTo>
                    <a:pt x="16522" y="46620"/>
                  </a:lnTo>
                  <a:lnTo>
                    <a:pt x="15130" y="46343"/>
                  </a:lnTo>
                  <a:lnTo>
                    <a:pt x="13114" y="47913"/>
                  </a:lnTo>
                  <a:lnTo>
                    <a:pt x="11852" y="48483"/>
                  </a:lnTo>
                  <a:lnTo>
                    <a:pt x="11339" y="49158"/>
                  </a:lnTo>
                  <a:lnTo>
                    <a:pt x="11189" y="49926"/>
                  </a:lnTo>
                  <a:lnTo>
                    <a:pt x="11185" y="52762"/>
                  </a:lnTo>
                  <a:lnTo>
                    <a:pt x="10900" y="54486"/>
                  </a:lnTo>
                  <a:lnTo>
                    <a:pt x="8934" y="60999"/>
                  </a:lnTo>
                  <a:lnTo>
                    <a:pt x="7825" y="65593"/>
                  </a:lnTo>
                  <a:lnTo>
                    <a:pt x="7369" y="67013"/>
                  </a:lnTo>
                  <a:lnTo>
                    <a:pt x="6842" y="67323"/>
                  </a:lnTo>
                  <a:lnTo>
                    <a:pt x="5874" y="64681"/>
                  </a:lnTo>
                  <a:lnTo>
                    <a:pt x="5256" y="63725"/>
                  </a:lnTo>
                  <a:lnTo>
                    <a:pt x="4492" y="63244"/>
                  </a:lnTo>
                  <a:lnTo>
                    <a:pt x="4169" y="61840"/>
                  </a:lnTo>
                  <a:lnTo>
                    <a:pt x="4182" y="59845"/>
                  </a:lnTo>
                  <a:lnTo>
                    <a:pt x="3981" y="57912"/>
                  </a:lnTo>
                  <a:lnTo>
                    <a:pt x="3509" y="56394"/>
                  </a:lnTo>
                  <a:close/>
                </a:path>
              </a:pathLst>
            </a:custGeom>
            <a:solidFill>
              <a:srgbClr val="E8F2E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g489"/>
            <p:cNvSpPr/>
            <p:nvPr/>
          </p:nvSpPr>
          <p:spPr>
            <a:xfrm>
              <a:off x="3227901" y="2538025"/>
              <a:ext cx="251680" cy="535007"/>
            </a:xfrm>
            <a:custGeom>
              <a:avLst/>
              <a:pathLst>
                <a:path w="251680" h="535007">
                  <a:moveTo>
                    <a:pt x="210350" y="4585"/>
                  </a:moveTo>
                  <a:lnTo>
                    <a:pt x="210607" y="6160"/>
                  </a:lnTo>
                  <a:lnTo>
                    <a:pt x="210651" y="7636"/>
                  </a:lnTo>
                  <a:lnTo>
                    <a:pt x="209499" y="9008"/>
                  </a:lnTo>
                  <a:lnTo>
                    <a:pt x="208737" y="9799"/>
                  </a:lnTo>
                  <a:lnTo>
                    <a:pt x="207828" y="13588"/>
                  </a:lnTo>
                  <a:lnTo>
                    <a:pt x="206135" y="16166"/>
                  </a:lnTo>
                  <a:lnTo>
                    <a:pt x="205853" y="16944"/>
                  </a:lnTo>
                  <a:lnTo>
                    <a:pt x="205868" y="17648"/>
                  </a:lnTo>
                  <a:lnTo>
                    <a:pt x="207013" y="18815"/>
                  </a:lnTo>
                  <a:lnTo>
                    <a:pt x="207393" y="19922"/>
                  </a:lnTo>
                  <a:lnTo>
                    <a:pt x="207573" y="21405"/>
                  </a:lnTo>
                  <a:lnTo>
                    <a:pt x="207061" y="26700"/>
                  </a:lnTo>
                  <a:lnTo>
                    <a:pt x="206739" y="30772"/>
                  </a:lnTo>
                  <a:lnTo>
                    <a:pt x="206317" y="36103"/>
                  </a:lnTo>
                  <a:lnTo>
                    <a:pt x="206334" y="38135"/>
                  </a:lnTo>
                  <a:lnTo>
                    <a:pt x="206771" y="40573"/>
                  </a:lnTo>
                  <a:lnTo>
                    <a:pt x="207199" y="42475"/>
                  </a:lnTo>
                  <a:lnTo>
                    <a:pt x="207333" y="44623"/>
                  </a:lnTo>
                  <a:lnTo>
                    <a:pt x="207179" y="49915"/>
                  </a:lnTo>
                  <a:lnTo>
                    <a:pt x="207709" y="52974"/>
                  </a:lnTo>
                  <a:lnTo>
                    <a:pt x="208128" y="55804"/>
                  </a:lnTo>
                  <a:lnTo>
                    <a:pt x="207127" y="59327"/>
                  </a:lnTo>
                  <a:lnTo>
                    <a:pt x="206697" y="62433"/>
                  </a:lnTo>
                  <a:lnTo>
                    <a:pt x="206427" y="66882"/>
                  </a:lnTo>
                  <a:lnTo>
                    <a:pt x="206316" y="69685"/>
                  </a:lnTo>
                  <a:lnTo>
                    <a:pt x="205672" y="72279"/>
                  </a:lnTo>
                  <a:lnTo>
                    <a:pt x="204827" y="74713"/>
                  </a:lnTo>
                  <a:lnTo>
                    <a:pt x="203879" y="76227"/>
                  </a:lnTo>
                  <a:lnTo>
                    <a:pt x="202707" y="77527"/>
                  </a:lnTo>
                  <a:lnTo>
                    <a:pt x="201352" y="79252"/>
                  </a:lnTo>
                  <a:lnTo>
                    <a:pt x="200258" y="83857"/>
                  </a:lnTo>
                  <a:lnTo>
                    <a:pt x="197894" y="87683"/>
                  </a:lnTo>
                  <a:lnTo>
                    <a:pt x="197398" y="88997"/>
                  </a:lnTo>
                  <a:lnTo>
                    <a:pt x="197176" y="92071"/>
                  </a:lnTo>
                  <a:lnTo>
                    <a:pt x="197232" y="96327"/>
                  </a:lnTo>
                  <a:lnTo>
                    <a:pt x="197648" y="99712"/>
                  </a:lnTo>
                  <a:lnTo>
                    <a:pt x="198784" y="104714"/>
                  </a:lnTo>
                  <a:lnTo>
                    <a:pt x="199779" y="110220"/>
                  </a:lnTo>
                  <a:lnTo>
                    <a:pt x="200049" y="112991"/>
                  </a:lnTo>
                  <a:lnTo>
                    <a:pt x="200431" y="114038"/>
                  </a:lnTo>
                  <a:lnTo>
                    <a:pt x="201827" y="115840"/>
                  </a:lnTo>
                  <a:lnTo>
                    <a:pt x="204244" y="118294"/>
                  </a:lnTo>
                  <a:lnTo>
                    <a:pt x="204694" y="119291"/>
                  </a:lnTo>
                  <a:lnTo>
                    <a:pt x="205894" y="123091"/>
                  </a:lnTo>
                  <a:lnTo>
                    <a:pt x="207030" y="129900"/>
                  </a:lnTo>
                  <a:lnTo>
                    <a:pt x="207386" y="134412"/>
                  </a:lnTo>
                  <a:lnTo>
                    <a:pt x="209601" y="137996"/>
                  </a:lnTo>
                  <a:lnTo>
                    <a:pt x="211646" y="141301"/>
                  </a:lnTo>
                  <a:lnTo>
                    <a:pt x="213610" y="144207"/>
                  </a:lnTo>
                  <a:lnTo>
                    <a:pt x="215741" y="147361"/>
                  </a:lnTo>
                  <a:lnTo>
                    <a:pt x="216047" y="148336"/>
                  </a:lnTo>
                  <a:lnTo>
                    <a:pt x="216758" y="155021"/>
                  </a:lnTo>
                  <a:lnTo>
                    <a:pt x="217463" y="161664"/>
                  </a:lnTo>
                  <a:lnTo>
                    <a:pt x="218240" y="168982"/>
                  </a:lnTo>
                  <a:lnTo>
                    <a:pt x="219019" y="176320"/>
                  </a:lnTo>
                  <a:lnTo>
                    <a:pt x="219938" y="184961"/>
                  </a:lnTo>
                  <a:lnTo>
                    <a:pt x="220459" y="189869"/>
                  </a:lnTo>
                  <a:lnTo>
                    <a:pt x="221092" y="195821"/>
                  </a:lnTo>
                  <a:lnTo>
                    <a:pt x="221832" y="202794"/>
                  </a:lnTo>
                  <a:lnTo>
                    <a:pt x="220641" y="204275"/>
                  </a:lnTo>
                  <a:lnTo>
                    <a:pt x="219291" y="206168"/>
                  </a:lnTo>
                  <a:lnTo>
                    <a:pt x="220276" y="209760"/>
                  </a:lnTo>
                  <a:lnTo>
                    <a:pt x="222167" y="215602"/>
                  </a:lnTo>
                  <a:lnTo>
                    <a:pt x="223312" y="220316"/>
                  </a:lnTo>
                  <a:lnTo>
                    <a:pt x="223708" y="222368"/>
                  </a:lnTo>
                  <a:lnTo>
                    <a:pt x="224601" y="228220"/>
                  </a:lnTo>
                  <a:lnTo>
                    <a:pt x="225324" y="233893"/>
                  </a:lnTo>
                  <a:lnTo>
                    <a:pt x="225512" y="235730"/>
                  </a:lnTo>
                  <a:lnTo>
                    <a:pt x="225779" y="240097"/>
                  </a:lnTo>
                  <a:lnTo>
                    <a:pt x="225450" y="252117"/>
                  </a:lnTo>
                  <a:lnTo>
                    <a:pt x="225969" y="267391"/>
                  </a:lnTo>
                  <a:lnTo>
                    <a:pt x="226674" y="275003"/>
                  </a:lnTo>
                  <a:lnTo>
                    <a:pt x="225568" y="281880"/>
                  </a:lnTo>
                  <a:lnTo>
                    <a:pt x="224621" y="288443"/>
                  </a:lnTo>
                  <a:lnTo>
                    <a:pt x="224682" y="291739"/>
                  </a:lnTo>
                  <a:lnTo>
                    <a:pt x="225204" y="296897"/>
                  </a:lnTo>
                  <a:lnTo>
                    <a:pt x="225712" y="300707"/>
                  </a:lnTo>
                  <a:lnTo>
                    <a:pt x="226411" y="302713"/>
                  </a:lnTo>
                  <a:lnTo>
                    <a:pt x="226274" y="309129"/>
                  </a:lnTo>
                  <a:lnTo>
                    <a:pt x="225984" y="311459"/>
                  </a:lnTo>
                  <a:lnTo>
                    <a:pt x="223858" y="314820"/>
                  </a:lnTo>
                  <a:lnTo>
                    <a:pt x="221499" y="317907"/>
                  </a:lnTo>
                  <a:lnTo>
                    <a:pt x="220847" y="320514"/>
                  </a:lnTo>
                  <a:lnTo>
                    <a:pt x="220658" y="323423"/>
                  </a:lnTo>
                  <a:lnTo>
                    <a:pt x="220973" y="325785"/>
                  </a:lnTo>
                  <a:lnTo>
                    <a:pt x="222594" y="331015"/>
                  </a:lnTo>
                  <a:lnTo>
                    <a:pt x="225029" y="338871"/>
                  </a:lnTo>
                  <a:lnTo>
                    <a:pt x="227706" y="347505"/>
                  </a:lnTo>
                  <a:lnTo>
                    <a:pt x="227930" y="349678"/>
                  </a:lnTo>
                  <a:lnTo>
                    <a:pt x="228040" y="355810"/>
                  </a:lnTo>
                  <a:lnTo>
                    <a:pt x="229154" y="363516"/>
                  </a:lnTo>
                  <a:lnTo>
                    <a:pt x="230362" y="366885"/>
                  </a:lnTo>
                  <a:lnTo>
                    <a:pt x="230816" y="369403"/>
                  </a:lnTo>
                  <a:lnTo>
                    <a:pt x="231668" y="371199"/>
                  </a:lnTo>
                  <a:lnTo>
                    <a:pt x="232522" y="372518"/>
                  </a:lnTo>
                  <a:lnTo>
                    <a:pt x="233047" y="372677"/>
                  </a:lnTo>
                  <a:lnTo>
                    <a:pt x="236060" y="370575"/>
                  </a:lnTo>
                  <a:lnTo>
                    <a:pt x="241203" y="374042"/>
                  </a:lnTo>
                  <a:lnTo>
                    <a:pt x="246071" y="377578"/>
                  </a:lnTo>
                  <a:lnTo>
                    <a:pt x="246428" y="378274"/>
                  </a:lnTo>
                  <a:lnTo>
                    <a:pt x="247492" y="382739"/>
                  </a:lnTo>
                  <a:lnTo>
                    <a:pt x="249232" y="390041"/>
                  </a:lnTo>
                  <a:lnTo>
                    <a:pt x="250525" y="395885"/>
                  </a:lnTo>
                  <a:lnTo>
                    <a:pt x="251680" y="401113"/>
                  </a:lnTo>
                  <a:lnTo>
                    <a:pt x="245369" y="410134"/>
                  </a:lnTo>
                  <a:lnTo>
                    <a:pt x="239059" y="419156"/>
                  </a:lnTo>
                  <a:lnTo>
                    <a:pt x="232747" y="428176"/>
                  </a:lnTo>
                  <a:lnTo>
                    <a:pt x="226436" y="437197"/>
                  </a:lnTo>
                  <a:lnTo>
                    <a:pt x="220126" y="446219"/>
                  </a:lnTo>
                  <a:lnTo>
                    <a:pt x="213815" y="455240"/>
                  </a:lnTo>
                  <a:lnTo>
                    <a:pt x="207504" y="464260"/>
                  </a:lnTo>
                  <a:lnTo>
                    <a:pt x="201193" y="473281"/>
                  </a:lnTo>
                  <a:lnTo>
                    <a:pt x="197007" y="479264"/>
                  </a:lnTo>
                  <a:lnTo>
                    <a:pt x="194346" y="484542"/>
                  </a:lnTo>
                  <a:lnTo>
                    <a:pt x="191006" y="491160"/>
                  </a:lnTo>
                  <a:lnTo>
                    <a:pt x="187853" y="497734"/>
                  </a:lnTo>
                  <a:lnTo>
                    <a:pt x="185372" y="502908"/>
                  </a:lnTo>
                  <a:lnTo>
                    <a:pt x="182158" y="509610"/>
                  </a:lnTo>
                  <a:lnTo>
                    <a:pt x="180541" y="512983"/>
                  </a:lnTo>
                  <a:lnTo>
                    <a:pt x="176957" y="520454"/>
                  </a:lnTo>
                  <a:lnTo>
                    <a:pt x="175882" y="521781"/>
                  </a:lnTo>
                  <a:lnTo>
                    <a:pt x="171133" y="523989"/>
                  </a:lnTo>
                  <a:lnTo>
                    <a:pt x="166778" y="526011"/>
                  </a:lnTo>
                  <a:lnTo>
                    <a:pt x="162755" y="527881"/>
                  </a:lnTo>
                  <a:lnTo>
                    <a:pt x="160006" y="529160"/>
                  </a:lnTo>
                  <a:lnTo>
                    <a:pt x="157348" y="530393"/>
                  </a:lnTo>
                  <a:lnTo>
                    <a:pt x="153479" y="532138"/>
                  </a:lnTo>
                  <a:lnTo>
                    <a:pt x="150717" y="533383"/>
                  </a:lnTo>
                  <a:lnTo>
                    <a:pt x="147734" y="534726"/>
                  </a:lnTo>
                  <a:lnTo>
                    <a:pt x="147273" y="534954"/>
                  </a:lnTo>
                  <a:lnTo>
                    <a:pt x="146731" y="535007"/>
                  </a:lnTo>
                  <a:lnTo>
                    <a:pt x="146329" y="534956"/>
                  </a:lnTo>
                  <a:lnTo>
                    <a:pt x="145506" y="534220"/>
                  </a:lnTo>
                  <a:lnTo>
                    <a:pt x="144510" y="532458"/>
                  </a:lnTo>
                  <a:lnTo>
                    <a:pt x="143846" y="531563"/>
                  </a:lnTo>
                  <a:lnTo>
                    <a:pt x="143679" y="530177"/>
                  </a:lnTo>
                  <a:lnTo>
                    <a:pt x="144067" y="528343"/>
                  </a:lnTo>
                  <a:lnTo>
                    <a:pt x="144547" y="526688"/>
                  </a:lnTo>
                  <a:lnTo>
                    <a:pt x="144732" y="525391"/>
                  </a:lnTo>
                  <a:lnTo>
                    <a:pt x="145064" y="524406"/>
                  </a:lnTo>
                  <a:lnTo>
                    <a:pt x="145487" y="523602"/>
                  </a:lnTo>
                  <a:lnTo>
                    <a:pt x="145505" y="522469"/>
                  </a:lnTo>
                  <a:lnTo>
                    <a:pt x="145154" y="520618"/>
                  </a:lnTo>
                  <a:lnTo>
                    <a:pt x="144845" y="518053"/>
                  </a:lnTo>
                  <a:lnTo>
                    <a:pt x="144858" y="513387"/>
                  </a:lnTo>
                  <a:lnTo>
                    <a:pt x="144866" y="511837"/>
                  </a:lnTo>
                  <a:lnTo>
                    <a:pt x="144870" y="511277"/>
                  </a:lnTo>
                  <a:lnTo>
                    <a:pt x="143975" y="509490"/>
                  </a:lnTo>
                  <a:lnTo>
                    <a:pt x="142295" y="507527"/>
                  </a:lnTo>
                  <a:lnTo>
                    <a:pt x="140751" y="506365"/>
                  </a:lnTo>
                  <a:lnTo>
                    <a:pt x="140046" y="505966"/>
                  </a:lnTo>
                  <a:lnTo>
                    <a:pt x="138338" y="505272"/>
                  </a:lnTo>
                  <a:lnTo>
                    <a:pt x="135979" y="504029"/>
                  </a:lnTo>
                  <a:lnTo>
                    <a:pt x="135150" y="503176"/>
                  </a:lnTo>
                  <a:lnTo>
                    <a:pt x="133623" y="498849"/>
                  </a:lnTo>
                  <a:lnTo>
                    <a:pt x="132873" y="497741"/>
                  </a:lnTo>
                  <a:lnTo>
                    <a:pt x="129332" y="497005"/>
                  </a:lnTo>
                  <a:lnTo>
                    <a:pt x="128157" y="496291"/>
                  </a:lnTo>
                  <a:lnTo>
                    <a:pt x="127192" y="495265"/>
                  </a:lnTo>
                  <a:lnTo>
                    <a:pt x="126366" y="493883"/>
                  </a:lnTo>
                  <a:lnTo>
                    <a:pt x="125902" y="491505"/>
                  </a:lnTo>
                  <a:lnTo>
                    <a:pt x="125764" y="489569"/>
                  </a:lnTo>
                  <a:lnTo>
                    <a:pt x="125455" y="488647"/>
                  </a:lnTo>
                  <a:lnTo>
                    <a:pt x="121550" y="483978"/>
                  </a:lnTo>
                  <a:lnTo>
                    <a:pt x="120558" y="482391"/>
                  </a:lnTo>
                  <a:lnTo>
                    <a:pt x="120032" y="480909"/>
                  </a:lnTo>
                  <a:lnTo>
                    <a:pt x="120012" y="478726"/>
                  </a:lnTo>
                  <a:lnTo>
                    <a:pt x="120118" y="476046"/>
                  </a:lnTo>
                  <a:lnTo>
                    <a:pt x="119953" y="473667"/>
                  </a:lnTo>
                  <a:lnTo>
                    <a:pt x="119786" y="472493"/>
                  </a:lnTo>
                  <a:lnTo>
                    <a:pt x="118005" y="469671"/>
                  </a:lnTo>
                  <a:lnTo>
                    <a:pt x="114014" y="463344"/>
                  </a:lnTo>
                  <a:lnTo>
                    <a:pt x="110023" y="457017"/>
                  </a:lnTo>
                  <a:lnTo>
                    <a:pt x="106032" y="450689"/>
                  </a:lnTo>
                  <a:lnTo>
                    <a:pt x="105825" y="450361"/>
                  </a:lnTo>
                  <a:lnTo>
                    <a:pt x="102041" y="444364"/>
                  </a:lnTo>
                  <a:lnTo>
                    <a:pt x="98050" y="438037"/>
                  </a:lnTo>
                  <a:lnTo>
                    <a:pt x="94059" y="431708"/>
                  </a:lnTo>
                  <a:lnTo>
                    <a:pt x="90068" y="425383"/>
                  </a:lnTo>
                  <a:lnTo>
                    <a:pt x="86077" y="419056"/>
                  </a:lnTo>
                  <a:lnTo>
                    <a:pt x="82086" y="412728"/>
                  </a:lnTo>
                  <a:lnTo>
                    <a:pt x="78095" y="406403"/>
                  </a:lnTo>
                  <a:lnTo>
                    <a:pt x="74103" y="400075"/>
                  </a:lnTo>
                  <a:lnTo>
                    <a:pt x="70112" y="393748"/>
                  </a:lnTo>
                  <a:lnTo>
                    <a:pt x="66121" y="387421"/>
                  </a:lnTo>
                  <a:lnTo>
                    <a:pt x="62130" y="381094"/>
                  </a:lnTo>
                  <a:lnTo>
                    <a:pt x="58139" y="374767"/>
                  </a:lnTo>
                  <a:lnTo>
                    <a:pt x="54148" y="368442"/>
                  </a:lnTo>
                  <a:lnTo>
                    <a:pt x="50776" y="363095"/>
                  </a:lnTo>
                  <a:lnTo>
                    <a:pt x="47051" y="357448"/>
                  </a:lnTo>
                  <a:lnTo>
                    <a:pt x="44286" y="353315"/>
                  </a:lnTo>
                  <a:lnTo>
                    <a:pt x="41538" y="349206"/>
                  </a:lnTo>
                  <a:lnTo>
                    <a:pt x="38589" y="344796"/>
                  </a:lnTo>
                  <a:lnTo>
                    <a:pt x="36669" y="342059"/>
                  </a:lnTo>
                  <a:lnTo>
                    <a:pt x="34377" y="338791"/>
                  </a:lnTo>
                  <a:lnTo>
                    <a:pt x="32086" y="335523"/>
                  </a:lnTo>
                  <a:lnTo>
                    <a:pt x="29793" y="332255"/>
                  </a:lnTo>
                  <a:lnTo>
                    <a:pt x="27502" y="328987"/>
                  </a:lnTo>
                  <a:lnTo>
                    <a:pt x="25210" y="325717"/>
                  </a:lnTo>
                  <a:lnTo>
                    <a:pt x="22918" y="322451"/>
                  </a:lnTo>
                  <a:lnTo>
                    <a:pt x="20626" y="319183"/>
                  </a:lnTo>
                  <a:lnTo>
                    <a:pt x="18334" y="315915"/>
                  </a:lnTo>
                  <a:lnTo>
                    <a:pt x="16042" y="312647"/>
                  </a:lnTo>
                  <a:lnTo>
                    <a:pt x="13750" y="309379"/>
                  </a:lnTo>
                  <a:lnTo>
                    <a:pt x="11458" y="306111"/>
                  </a:lnTo>
                  <a:lnTo>
                    <a:pt x="9167" y="302843"/>
                  </a:lnTo>
                  <a:lnTo>
                    <a:pt x="6874" y="299575"/>
                  </a:lnTo>
                  <a:lnTo>
                    <a:pt x="4583" y="296307"/>
                  </a:lnTo>
                  <a:lnTo>
                    <a:pt x="2291" y="293039"/>
                  </a:lnTo>
                  <a:lnTo>
                    <a:pt x="0" y="289771"/>
                  </a:lnTo>
                  <a:lnTo>
                    <a:pt x="0" y="283734"/>
                  </a:lnTo>
                  <a:lnTo>
                    <a:pt x="0" y="278823"/>
                  </a:lnTo>
                  <a:lnTo>
                    <a:pt x="0" y="271614"/>
                  </a:lnTo>
                  <a:lnTo>
                    <a:pt x="0" y="265361"/>
                  </a:lnTo>
                  <a:lnTo>
                    <a:pt x="0" y="259106"/>
                  </a:lnTo>
                  <a:lnTo>
                    <a:pt x="0" y="254805"/>
                  </a:lnTo>
                  <a:lnTo>
                    <a:pt x="0" y="250328"/>
                  </a:lnTo>
                  <a:lnTo>
                    <a:pt x="60" y="248300"/>
                  </a:lnTo>
                  <a:lnTo>
                    <a:pt x="285" y="247437"/>
                  </a:lnTo>
                  <a:lnTo>
                    <a:pt x="1523" y="245981"/>
                  </a:lnTo>
                  <a:lnTo>
                    <a:pt x="3461" y="242662"/>
                  </a:lnTo>
                  <a:lnTo>
                    <a:pt x="4178" y="241185"/>
                  </a:lnTo>
                  <a:lnTo>
                    <a:pt x="5096" y="239697"/>
                  </a:lnTo>
                  <a:lnTo>
                    <a:pt x="8341" y="235209"/>
                  </a:lnTo>
                  <a:lnTo>
                    <a:pt x="9012" y="233958"/>
                  </a:lnTo>
                  <a:lnTo>
                    <a:pt x="12165" y="228794"/>
                  </a:lnTo>
                  <a:lnTo>
                    <a:pt x="12903" y="228035"/>
                  </a:lnTo>
                  <a:lnTo>
                    <a:pt x="14595" y="227532"/>
                  </a:lnTo>
                  <a:lnTo>
                    <a:pt x="15303" y="226563"/>
                  </a:lnTo>
                  <a:lnTo>
                    <a:pt x="16252" y="224503"/>
                  </a:lnTo>
                  <a:lnTo>
                    <a:pt x="17652" y="222134"/>
                  </a:lnTo>
                  <a:lnTo>
                    <a:pt x="18562" y="221019"/>
                  </a:lnTo>
                  <a:lnTo>
                    <a:pt x="18779" y="220814"/>
                  </a:lnTo>
                  <a:lnTo>
                    <a:pt x="19358" y="220648"/>
                  </a:lnTo>
                  <a:lnTo>
                    <a:pt x="22275" y="221345"/>
                  </a:lnTo>
                  <a:lnTo>
                    <a:pt x="23499" y="221870"/>
                  </a:lnTo>
                  <a:lnTo>
                    <a:pt x="24959" y="222314"/>
                  </a:lnTo>
                  <a:lnTo>
                    <a:pt x="25417" y="222014"/>
                  </a:lnTo>
                  <a:lnTo>
                    <a:pt x="25808" y="221278"/>
                  </a:lnTo>
                  <a:lnTo>
                    <a:pt x="26358" y="219623"/>
                  </a:lnTo>
                  <a:lnTo>
                    <a:pt x="26478" y="217668"/>
                  </a:lnTo>
                  <a:lnTo>
                    <a:pt x="26512" y="215962"/>
                  </a:lnTo>
                  <a:lnTo>
                    <a:pt x="26598" y="215213"/>
                  </a:lnTo>
                  <a:lnTo>
                    <a:pt x="26855" y="214881"/>
                  </a:lnTo>
                  <a:lnTo>
                    <a:pt x="27490" y="215006"/>
                  </a:lnTo>
                  <a:lnTo>
                    <a:pt x="28344" y="215237"/>
                  </a:lnTo>
                  <a:lnTo>
                    <a:pt x="30084" y="215167"/>
                  </a:lnTo>
                  <a:lnTo>
                    <a:pt x="30673" y="214923"/>
                  </a:lnTo>
                  <a:lnTo>
                    <a:pt x="32650" y="214559"/>
                  </a:lnTo>
                  <a:lnTo>
                    <a:pt x="35444" y="213442"/>
                  </a:lnTo>
                  <a:lnTo>
                    <a:pt x="37658" y="211997"/>
                  </a:lnTo>
                  <a:lnTo>
                    <a:pt x="39420" y="210845"/>
                  </a:lnTo>
                  <a:lnTo>
                    <a:pt x="41310" y="207840"/>
                  </a:lnTo>
                  <a:lnTo>
                    <a:pt x="42694" y="204663"/>
                  </a:lnTo>
                  <a:lnTo>
                    <a:pt x="44135" y="199927"/>
                  </a:lnTo>
                  <a:lnTo>
                    <a:pt x="45276" y="195821"/>
                  </a:lnTo>
                  <a:lnTo>
                    <a:pt x="47589" y="193250"/>
                  </a:lnTo>
                  <a:lnTo>
                    <a:pt x="49525" y="191702"/>
                  </a:lnTo>
                  <a:lnTo>
                    <a:pt x="50628" y="191089"/>
                  </a:lnTo>
                  <a:lnTo>
                    <a:pt x="53142" y="188922"/>
                  </a:lnTo>
                  <a:lnTo>
                    <a:pt x="55263" y="185651"/>
                  </a:lnTo>
                  <a:lnTo>
                    <a:pt x="57255" y="182579"/>
                  </a:lnTo>
                  <a:lnTo>
                    <a:pt x="58782" y="182173"/>
                  </a:lnTo>
                  <a:lnTo>
                    <a:pt x="60708" y="181664"/>
                  </a:lnTo>
                  <a:lnTo>
                    <a:pt x="61137" y="181087"/>
                  </a:lnTo>
                  <a:lnTo>
                    <a:pt x="61623" y="179996"/>
                  </a:lnTo>
                  <a:lnTo>
                    <a:pt x="61653" y="178080"/>
                  </a:lnTo>
                  <a:lnTo>
                    <a:pt x="61068" y="176733"/>
                  </a:lnTo>
                  <a:lnTo>
                    <a:pt x="60365" y="176023"/>
                  </a:lnTo>
                  <a:lnTo>
                    <a:pt x="59867" y="175242"/>
                  </a:lnTo>
                  <a:lnTo>
                    <a:pt x="59370" y="175101"/>
                  </a:lnTo>
                  <a:lnTo>
                    <a:pt x="59107" y="174179"/>
                  </a:lnTo>
                  <a:lnTo>
                    <a:pt x="59253" y="172475"/>
                  </a:lnTo>
                  <a:lnTo>
                    <a:pt x="59329" y="170898"/>
                  </a:lnTo>
                  <a:lnTo>
                    <a:pt x="59646" y="169332"/>
                  </a:lnTo>
                  <a:lnTo>
                    <a:pt x="59557" y="167107"/>
                  </a:lnTo>
                  <a:lnTo>
                    <a:pt x="59062" y="164884"/>
                  </a:lnTo>
                  <a:lnTo>
                    <a:pt x="58910" y="163287"/>
                  </a:lnTo>
                  <a:lnTo>
                    <a:pt x="58945" y="161707"/>
                  </a:lnTo>
                  <a:lnTo>
                    <a:pt x="59188" y="160465"/>
                  </a:lnTo>
                  <a:lnTo>
                    <a:pt x="59902" y="159648"/>
                  </a:lnTo>
                  <a:lnTo>
                    <a:pt x="60730" y="159336"/>
                  </a:lnTo>
                  <a:lnTo>
                    <a:pt x="61895" y="159730"/>
                  </a:lnTo>
                  <a:lnTo>
                    <a:pt x="63904" y="159205"/>
                  </a:lnTo>
                  <a:lnTo>
                    <a:pt x="69052" y="155372"/>
                  </a:lnTo>
                  <a:lnTo>
                    <a:pt x="69407" y="154191"/>
                  </a:lnTo>
                  <a:lnTo>
                    <a:pt x="69737" y="151539"/>
                  </a:lnTo>
                  <a:lnTo>
                    <a:pt x="70106" y="149218"/>
                  </a:lnTo>
                  <a:lnTo>
                    <a:pt x="70638" y="148440"/>
                  </a:lnTo>
                  <a:lnTo>
                    <a:pt x="70928" y="148267"/>
                  </a:lnTo>
                  <a:lnTo>
                    <a:pt x="72644" y="147645"/>
                  </a:lnTo>
                  <a:lnTo>
                    <a:pt x="75074" y="146761"/>
                  </a:lnTo>
                  <a:lnTo>
                    <a:pt x="75986" y="146634"/>
                  </a:lnTo>
                  <a:lnTo>
                    <a:pt x="78633" y="146889"/>
                  </a:lnTo>
                  <a:lnTo>
                    <a:pt x="80564" y="147075"/>
                  </a:lnTo>
                  <a:lnTo>
                    <a:pt x="83681" y="147378"/>
                  </a:lnTo>
                  <a:lnTo>
                    <a:pt x="85897" y="147533"/>
                  </a:lnTo>
                  <a:lnTo>
                    <a:pt x="87824" y="147671"/>
                  </a:lnTo>
                  <a:lnTo>
                    <a:pt x="90282" y="147844"/>
                  </a:lnTo>
                  <a:lnTo>
                    <a:pt x="90885" y="147306"/>
                  </a:lnTo>
                  <a:lnTo>
                    <a:pt x="90885" y="145612"/>
                  </a:lnTo>
                  <a:lnTo>
                    <a:pt x="90444" y="142463"/>
                  </a:lnTo>
                  <a:lnTo>
                    <a:pt x="90709" y="140499"/>
                  </a:lnTo>
                  <a:lnTo>
                    <a:pt x="91657" y="138680"/>
                  </a:lnTo>
                  <a:lnTo>
                    <a:pt x="92840" y="136636"/>
                  </a:lnTo>
                  <a:lnTo>
                    <a:pt x="92285" y="134155"/>
                  </a:lnTo>
                  <a:lnTo>
                    <a:pt x="91344" y="132494"/>
                  </a:lnTo>
                  <a:lnTo>
                    <a:pt x="90026" y="130509"/>
                  </a:lnTo>
                  <a:lnTo>
                    <a:pt x="89346" y="129691"/>
                  </a:lnTo>
                  <a:lnTo>
                    <a:pt x="88154" y="127284"/>
                  </a:lnTo>
                  <a:lnTo>
                    <a:pt x="87423" y="124541"/>
                  </a:lnTo>
                  <a:lnTo>
                    <a:pt x="86926" y="118751"/>
                  </a:lnTo>
                  <a:lnTo>
                    <a:pt x="86020" y="115508"/>
                  </a:lnTo>
                  <a:lnTo>
                    <a:pt x="85361" y="111510"/>
                  </a:lnTo>
                  <a:lnTo>
                    <a:pt x="85945" y="104179"/>
                  </a:lnTo>
                  <a:lnTo>
                    <a:pt x="85071" y="99743"/>
                  </a:lnTo>
                  <a:lnTo>
                    <a:pt x="84935" y="97823"/>
                  </a:lnTo>
                  <a:lnTo>
                    <a:pt x="84928" y="95566"/>
                  </a:lnTo>
                  <a:lnTo>
                    <a:pt x="85196" y="91664"/>
                  </a:lnTo>
                  <a:lnTo>
                    <a:pt x="85023" y="86174"/>
                  </a:lnTo>
                  <a:lnTo>
                    <a:pt x="83988" y="80505"/>
                  </a:lnTo>
                  <a:lnTo>
                    <a:pt x="84475" y="78574"/>
                  </a:lnTo>
                  <a:lnTo>
                    <a:pt x="84701" y="77576"/>
                  </a:lnTo>
                  <a:lnTo>
                    <a:pt x="84626" y="76717"/>
                  </a:lnTo>
                  <a:lnTo>
                    <a:pt x="83686" y="74915"/>
                  </a:lnTo>
                  <a:lnTo>
                    <a:pt x="83283" y="73431"/>
                  </a:lnTo>
                  <a:lnTo>
                    <a:pt x="83493" y="72033"/>
                  </a:lnTo>
                  <a:lnTo>
                    <a:pt x="83984" y="70007"/>
                  </a:lnTo>
                  <a:lnTo>
                    <a:pt x="83942" y="69158"/>
                  </a:lnTo>
                  <a:lnTo>
                    <a:pt x="82415" y="66687"/>
                  </a:lnTo>
                  <a:lnTo>
                    <a:pt x="79845" y="62689"/>
                  </a:lnTo>
                  <a:lnTo>
                    <a:pt x="79126" y="60947"/>
                  </a:lnTo>
                  <a:lnTo>
                    <a:pt x="78774" y="58748"/>
                  </a:lnTo>
                  <a:lnTo>
                    <a:pt x="81234" y="59314"/>
                  </a:lnTo>
                  <a:lnTo>
                    <a:pt x="82508" y="59043"/>
                  </a:lnTo>
                  <a:lnTo>
                    <a:pt x="85428" y="56417"/>
                  </a:lnTo>
                  <a:lnTo>
                    <a:pt x="87743" y="52872"/>
                  </a:lnTo>
                  <a:lnTo>
                    <a:pt x="89545" y="51064"/>
                  </a:lnTo>
                  <a:lnTo>
                    <a:pt x="91135" y="47179"/>
                  </a:lnTo>
                  <a:lnTo>
                    <a:pt x="92569" y="44723"/>
                  </a:lnTo>
                  <a:lnTo>
                    <a:pt x="94644" y="42077"/>
                  </a:lnTo>
                  <a:lnTo>
                    <a:pt x="100632" y="36370"/>
                  </a:lnTo>
                  <a:lnTo>
                    <a:pt x="101550" y="36321"/>
                  </a:lnTo>
                  <a:lnTo>
                    <a:pt x="103520" y="37624"/>
                  </a:lnTo>
                  <a:lnTo>
                    <a:pt x="105237" y="37219"/>
                  </a:lnTo>
                  <a:lnTo>
                    <a:pt x="105825" y="36215"/>
                  </a:lnTo>
                  <a:lnTo>
                    <a:pt x="106410" y="35217"/>
                  </a:lnTo>
                  <a:lnTo>
                    <a:pt x="107674" y="30413"/>
                  </a:lnTo>
                  <a:lnTo>
                    <a:pt x="109630" y="27481"/>
                  </a:lnTo>
                  <a:lnTo>
                    <a:pt x="112101" y="24542"/>
                  </a:lnTo>
                  <a:lnTo>
                    <a:pt x="115463" y="21743"/>
                  </a:lnTo>
                  <a:lnTo>
                    <a:pt x="117667" y="19160"/>
                  </a:lnTo>
                  <a:lnTo>
                    <a:pt x="121147" y="16925"/>
                  </a:lnTo>
                  <a:lnTo>
                    <a:pt x="129889" y="15507"/>
                  </a:lnTo>
                  <a:lnTo>
                    <a:pt x="134378" y="14245"/>
                  </a:lnTo>
                  <a:lnTo>
                    <a:pt x="137431" y="14529"/>
                  </a:lnTo>
                  <a:lnTo>
                    <a:pt x="140516" y="10446"/>
                  </a:lnTo>
                  <a:lnTo>
                    <a:pt x="142056" y="9098"/>
                  </a:lnTo>
                  <a:lnTo>
                    <a:pt x="148731" y="8783"/>
                  </a:lnTo>
                  <a:lnTo>
                    <a:pt x="151881" y="5797"/>
                  </a:lnTo>
                  <a:lnTo>
                    <a:pt x="163813" y="5793"/>
                  </a:lnTo>
                  <a:lnTo>
                    <a:pt x="165273" y="6795"/>
                  </a:lnTo>
                  <a:lnTo>
                    <a:pt x="166705" y="8401"/>
                  </a:lnTo>
                  <a:lnTo>
                    <a:pt x="169145" y="12279"/>
                  </a:lnTo>
                  <a:lnTo>
                    <a:pt x="170362" y="13124"/>
                  </a:lnTo>
                  <a:lnTo>
                    <a:pt x="171936" y="12320"/>
                  </a:lnTo>
                  <a:lnTo>
                    <a:pt x="175603" y="8651"/>
                  </a:lnTo>
                  <a:lnTo>
                    <a:pt x="179738" y="6740"/>
                  </a:lnTo>
                  <a:lnTo>
                    <a:pt x="181985" y="4552"/>
                  </a:lnTo>
                  <a:lnTo>
                    <a:pt x="182944" y="1369"/>
                  </a:lnTo>
                  <a:lnTo>
                    <a:pt x="184878" y="196"/>
                  </a:lnTo>
                  <a:lnTo>
                    <a:pt x="185967" y="2640"/>
                  </a:lnTo>
                  <a:lnTo>
                    <a:pt x="190253" y="5110"/>
                  </a:lnTo>
                  <a:lnTo>
                    <a:pt x="192884" y="4403"/>
                  </a:lnTo>
                  <a:lnTo>
                    <a:pt x="194042" y="3660"/>
                  </a:lnTo>
                  <a:lnTo>
                    <a:pt x="193626" y="0"/>
                  </a:lnTo>
                  <a:lnTo>
                    <a:pt x="196406" y="978"/>
                  </a:lnTo>
                  <a:lnTo>
                    <a:pt x="198542" y="2737"/>
                  </a:lnTo>
                  <a:lnTo>
                    <a:pt x="200783" y="6267"/>
                  </a:lnTo>
                  <a:lnTo>
                    <a:pt x="202232" y="6974"/>
                  </a:lnTo>
                  <a:lnTo>
                    <a:pt x="204873" y="5378"/>
                  </a:lnTo>
                  <a:close/>
                </a:path>
              </a:pathLst>
            </a:custGeom>
            <a:solidFill>
              <a:srgbClr val="EDF5E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g490"/>
            <p:cNvSpPr/>
            <p:nvPr/>
          </p:nvSpPr>
          <p:spPr>
            <a:xfrm>
              <a:off x="2355423" y="3712932"/>
              <a:ext cx="4435" cy="10131"/>
            </a:xfrm>
            <a:custGeom>
              <a:avLst/>
              <a:pathLst>
                <a:path w="4435" h="10131">
                  <a:moveTo>
                    <a:pt x="1722" y="8991"/>
                  </a:moveTo>
                  <a:lnTo>
                    <a:pt x="1490" y="10131"/>
                  </a:lnTo>
                  <a:lnTo>
                    <a:pt x="332" y="10030"/>
                  </a:lnTo>
                  <a:lnTo>
                    <a:pt x="0" y="9664"/>
                  </a:lnTo>
                  <a:lnTo>
                    <a:pt x="9" y="8359"/>
                  </a:lnTo>
                  <a:lnTo>
                    <a:pt x="282" y="4227"/>
                  </a:lnTo>
                  <a:lnTo>
                    <a:pt x="600" y="2490"/>
                  </a:lnTo>
                  <a:lnTo>
                    <a:pt x="1550" y="810"/>
                  </a:lnTo>
                  <a:lnTo>
                    <a:pt x="2342" y="0"/>
                  </a:lnTo>
                  <a:lnTo>
                    <a:pt x="3359" y="147"/>
                  </a:lnTo>
                  <a:lnTo>
                    <a:pt x="4435" y="1676"/>
                  </a:lnTo>
                  <a:lnTo>
                    <a:pt x="3165" y="4452"/>
                  </a:lnTo>
                  <a:lnTo>
                    <a:pt x="2458" y="4873"/>
                  </a:lnTo>
                  <a:lnTo>
                    <a:pt x="2188" y="5231"/>
                  </a:lnTo>
                  <a:close/>
                </a:path>
              </a:pathLst>
            </a:custGeom>
            <a:solidFill>
              <a:srgbClr val="FFF2E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g491"/>
            <p:cNvSpPr/>
            <p:nvPr/>
          </p:nvSpPr>
          <p:spPr>
            <a:xfrm>
              <a:off x="2230546" y="3670149"/>
              <a:ext cx="1710" cy="3575"/>
            </a:xfrm>
            <a:custGeom>
              <a:avLst/>
              <a:pathLst>
                <a:path w="1710" h="3575">
                  <a:moveTo>
                    <a:pt x="1165" y="3514"/>
                  </a:moveTo>
                  <a:lnTo>
                    <a:pt x="671" y="3575"/>
                  </a:lnTo>
                  <a:lnTo>
                    <a:pt x="0" y="2308"/>
                  </a:lnTo>
                  <a:lnTo>
                    <a:pt x="515" y="0"/>
                  </a:lnTo>
                  <a:lnTo>
                    <a:pt x="1066" y="556"/>
                  </a:lnTo>
                  <a:lnTo>
                    <a:pt x="1472" y="1220"/>
                  </a:lnTo>
                  <a:lnTo>
                    <a:pt x="1710" y="2106"/>
                  </a:lnTo>
                  <a:close/>
                </a:path>
              </a:pathLst>
            </a:custGeom>
            <a:solidFill>
              <a:srgbClr val="FFF2E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g492"/>
            <p:cNvSpPr/>
            <p:nvPr/>
          </p:nvSpPr>
          <p:spPr>
            <a:xfrm>
              <a:off x="2241647" y="3654166"/>
              <a:ext cx="4255" cy="8045"/>
            </a:xfrm>
            <a:custGeom>
              <a:avLst/>
              <a:pathLst>
                <a:path w="4255" h="8045">
                  <a:moveTo>
                    <a:pt x="2311" y="6824"/>
                  </a:moveTo>
                  <a:lnTo>
                    <a:pt x="877" y="8045"/>
                  </a:lnTo>
                  <a:lnTo>
                    <a:pt x="381" y="7496"/>
                  </a:lnTo>
                  <a:lnTo>
                    <a:pt x="72" y="6896"/>
                  </a:lnTo>
                  <a:lnTo>
                    <a:pt x="0" y="6160"/>
                  </a:lnTo>
                  <a:lnTo>
                    <a:pt x="793" y="4337"/>
                  </a:lnTo>
                  <a:lnTo>
                    <a:pt x="1567" y="3347"/>
                  </a:lnTo>
                  <a:lnTo>
                    <a:pt x="2260" y="1246"/>
                  </a:lnTo>
                  <a:lnTo>
                    <a:pt x="3536" y="0"/>
                  </a:lnTo>
                  <a:lnTo>
                    <a:pt x="3909" y="288"/>
                  </a:lnTo>
                  <a:lnTo>
                    <a:pt x="4157" y="724"/>
                  </a:lnTo>
                  <a:lnTo>
                    <a:pt x="4255" y="1428"/>
                  </a:lnTo>
                  <a:lnTo>
                    <a:pt x="3823" y="3128"/>
                  </a:lnTo>
                  <a:lnTo>
                    <a:pt x="3049" y="4314"/>
                  </a:lnTo>
                  <a:close/>
                </a:path>
              </a:pathLst>
            </a:custGeom>
            <a:solidFill>
              <a:srgbClr val="FFF2E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g493"/>
            <p:cNvSpPr/>
            <p:nvPr/>
          </p:nvSpPr>
          <p:spPr>
            <a:xfrm>
              <a:off x="2230270" y="3648391"/>
              <a:ext cx="4348" cy="8529"/>
            </a:xfrm>
            <a:custGeom>
              <a:avLst/>
              <a:pathLst>
                <a:path w="4348" h="8529">
                  <a:moveTo>
                    <a:pt x="2526" y="8478"/>
                  </a:moveTo>
                  <a:lnTo>
                    <a:pt x="1889" y="8529"/>
                  </a:lnTo>
                  <a:lnTo>
                    <a:pt x="0" y="5667"/>
                  </a:lnTo>
                  <a:lnTo>
                    <a:pt x="127" y="2859"/>
                  </a:lnTo>
                  <a:lnTo>
                    <a:pt x="882" y="966"/>
                  </a:lnTo>
                  <a:lnTo>
                    <a:pt x="3324" y="0"/>
                  </a:lnTo>
                  <a:lnTo>
                    <a:pt x="4348" y="1777"/>
                  </a:lnTo>
                  <a:lnTo>
                    <a:pt x="4258" y="5145"/>
                  </a:lnTo>
                  <a:lnTo>
                    <a:pt x="3425" y="7603"/>
                  </a:lnTo>
                  <a:lnTo>
                    <a:pt x="2763" y="8053"/>
                  </a:lnTo>
                  <a:close/>
                </a:path>
              </a:pathLst>
            </a:custGeom>
            <a:solidFill>
              <a:srgbClr val="FFF2E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g494"/>
            <p:cNvSpPr/>
            <p:nvPr/>
          </p:nvSpPr>
          <p:spPr>
            <a:xfrm>
              <a:off x="2216718" y="3641625"/>
              <a:ext cx="3105" cy="6576"/>
            </a:xfrm>
            <a:custGeom>
              <a:avLst/>
              <a:pathLst>
                <a:path w="3105" h="6576">
                  <a:moveTo>
                    <a:pt x="2780" y="6062"/>
                  </a:moveTo>
                  <a:lnTo>
                    <a:pt x="1557" y="6576"/>
                  </a:lnTo>
                  <a:lnTo>
                    <a:pt x="529" y="5563"/>
                  </a:lnTo>
                  <a:lnTo>
                    <a:pt x="92" y="3993"/>
                  </a:lnTo>
                  <a:lnTo>
                    <a:pt x="0" y="1633"/>
                  </a:lnTo>
                  <a:lnTo>
                    <a:pt x="91" y="851"/>
                  </a:lnTo>
                  <a:lnTo>
                    <a:pt x="2364" y="0"/>
                  </a:lnTo>
                  <a:lnTo>
                    <a:pt x="3105" y="1973"/>
                  </a:lnTo>
                  <a:lnTo>
                    <a:pt x="3097" y="4882"/>
                  </a:lnTo>
                  <a:close/>
                </a:path>
              </a:pathLst>
            </a:custGeom>
            <a:solidFill>
              <a:srgbClr val="FFF2E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g495"/>
            <p:cNvSpPr/>
            <p:nvPr/>
          </p:nvSpPr>
          <p:spPr>
            <a:xfrm>
              <a:off x="2226301" y="3638811"/>
              <a:ext cx="3832" cy="6022"/>
            </a:xfrm>
            <a:custGeom>
              <a:avLst/>
              <a:pathLst>
                <a:path w="3832" h="6022">
                  <a:moveTo>
                    <a:pt x="3581" y="5127"/>
                  </a:moveTo>
                  <a:lnTo>
                    <a:pt x="3014" y="6022"/>
                  </a:lnTo>
                  <a:lnTo>
                    <a:pt x="715" y="4992"/>
                  </a:lnTo>
                  <a:lnTo>
                    <a:pt x="0" y="3278"/>
                  </a:lnTo>
                  <a:lnTo>
                    <a:pt x="577" y="937"/>
                  </a:lnTo>
                  <a:lnTo>
                    <a:pt x="1065" y="0"/>
                  </a:lnTo>
                  <a:lnTo>
                    <a:pt x="2440" y="868"/>
                  </a:lnTo>
                  <a:lnTo>
                    <a:pt x="3832" y="3485"/>
                  </a:lnTo>
                  <a:close/>
                </a:path>
              </a:pathLst>
            </a:custGeom>
            <a:solidFill>
              <a:srgbClr val="FFF2E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g496"/>
            <p:cNvSpPr/>
            <p:nvPr/>
          </p:nvSpPr>
          <p:spPr>
            <a:xfrm>
              <a:off x="2217416" y="3630352"/>
              <a:ext cx="9715" cy="33847"/>
            </a:xfrm>
            <a:custGeom>
              <a:avLst/>
              <a:pathLst>
                <a:path w="9715" h="33847">
                  <a:moveTo>
                    <a:pt x="3956" y="2975"/>
                  </a:moveTo>
                  <a:lnTo>
                    <a:pt x="4713" y="4879"/>
                  </a:lnTo>
                  <a:lnTo>
                    <a:pt x="5125" y="10308"/>
                  </a:lnTo>
                  <a:lnTo>
                    <a:pt x="7571" y="16036"/>
                  </a:lnTo>
                  <a:lnTo>
                    <a:pt x="7875" y="19237"/>
                  </a:lnTo>
                  <a:lnTo>
                    <a:pt x="7658" y="20726"/>
                  </a:lnTo>
                  <a:lnTo>
                    <a:pt x="7774" y="21309"/>
                  </a:lnTo>
                  <a:lnTo>
                    <a:pt x="8948" y="23568"/>
                  </a:lnTo>
                  <a:lnTo>
                    <a:pt x="9715" y="25940"/>
                  </a:lnTo>
                  <a:lnTo>
                    <a:pt x="8425" y="31509"/>
                  </a:lnTo>
                  <a:lnTo>
                    <a:pt x="5676" y="33847"/>
                  </a:lnTo>
                  <a:lnTo>
                    <a:pt x="2745" y="33769"/>
                  </a:lnTo>
                  <a:lnTo>
                    <a:pt x="2166" y="33169"/>
                  </a:lnTo>
                  <a:lnTo>
                    <a:pt x="1380" y="31039"/>
                  </a:lnTo>
                  <a:lnTo>
                    <a:pt x="1235" y="29158"/>
                  </a:lnTo>
                  <a:lnTo>
                    <a:pt x="1688" y="27342"/>
                  </a:lnTo>
                  <a:lnTo>
                    <a:pt x="3202" y="24587"/>
                  </a:lnTo>
                  <a:lnTo>
                    <a:pt x="5510" y="22122"/>
                  </a:lnTo>
                  <a:lnTo>
                    <a:pt x="5799" y="20238"/>
                  </a:lnTo>
                  <a:lnTo>
                    <a:pt x="4872" y="18403"/>
                  </a:lnTo>
                  <a:lnTo>
                    <a:pt x="4232" y="14758"/>
                  </a:lnTo>
                  <a:lnTo>
                    <a:pt x="2774" y="12204"/>
                  </a:lnTo>
                  <a:lnTo>
                    <a:pt x="2047" y="4409"/>
                  </a:lnTo>
                  <a:lnTo>
                    <a:pt x="1561" y="4022"/>
                  </a:lnTo>
                  <a:lnTo>
                    <a:pt x="570" y="5097"/>
                  </a:lnTo>
                  <a:lnTo>
                    <a:pt x="82" y="4155"/>
                  </a:lnTo>
                  <a:lnTo>
                    <a:pt x="0" y="3656"/>
                  </a:lnTo>
                  <a:lnTo>
                    <a:pt x="1068" y="1878"/>
                  </a:lnTo>
                  <a:lnTo>
                    <a:pt x="1289" y="610"/>
                  </a:lnTo>
                  <a:lnTo>
                    <a:pt x="2869" y="0"/>
                  </a:lnTo>
                  <a:lnTo>
                    <a:pt x="3547" y="1017"/>
                  </a:lnTo>
                  <a:close/>
                </a:path>
              </a:pathLst>
            </a:custGeom>
            <a:solidFill>
              <a:srgbClr val="FFF2E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g497"/>
            <p:cNvSpPr/>
            <p:nvPr/>
          </p:nvSpPr>
          <p:spPr>
            <a:xfrm>
              <a:off x="2371038" y="3593890"/>
              <a:ext cx="1119" cy="3380"/>
            </a:xfrm>
            <a:custGeom>
              <a:avLst/>
              <a:pathLst>
                <a:path w="1119" h="3380">
                  <a:moveTo>
                    <a:pt x="1005" y="3161"/>
                  </a:moveTo>
                  <a:lnTo>
                    <a:pt x="317" y="3380"/>
                  </a:lnTo>
                  <a:lnTo>
                    <a:pt x="0" y="1966"/>
                  </a:lnTo>
                  <a:lnTo>
                    <a:pt x="834" y="320"/>
                  </a:lnTo>
                  <a:lnTo>
                    <a:pt x="1119" y="0"/>
                  </a:lnTo>
                  <a:close/>
                </a:path>
              </a:pathLst>
            </a:custGeom>
            <a:solidFill>
              <a:srgbClr val="FFF2E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g498"/>
            <p:cNvSpPr/>
            <p:nvPr/>
          </p:nvSpPr>
          <p:spPr>
            <a:xfrm>
              <a:off x="2347016" y="3591065"/>
              <a:ext cx="69627" cy="190473"/>
            </a:xfrm>
            <a:custGeom>
              <a:avLst/>
              <a:pathLst>
                <a:path w="69627" h="190473">
                  <a:moveTo>
                    <a:pt x="69202" y="46153"/>
                  </a:moveTo>
                  <a:lnTo>
                    <a:pt x="68520" y="47206"/>
                  </a:lnTo>
                  <a:lnTo>
                    <a:pt x="67814" y="47318"/>
                  </a:lnTo>
                  <a:lnTo>
                    <a:pt x="66869" y="47647"/>
                  </a:lnTo>
                  <a:lnTo>
                    <a:pt x="65555" y="46634"/>
                  </a:lnTo>
                  <a:lnTo>
                    <a:pt x="65037" y="46634"/>
                  </a:lnTo>
                  <a:lnTo>
                    <a:pt x="64967" y="47662"/>
                  </a:lnTo>
                  <a:lnTo>
                    <a:pt x="65837" y="48917"/>
                  </a:lnTo>
                  <a:lnTo>
                    <a:pt x="66685" y="50343"/>
                  </a:lnTo>
                  <a:lnTo>
                    <a:pt x="66990" y="52513"/>
                  </a:lnTo>
                  <a:lnTo>
                    <a:pt x="67493" y="55087"/>
                  </a:lnTo>
                  <a:lnTo>
                    <a:pt x="68705" y="57972"/>
                  </a:lnTo>
                  <a:lnTo>
                    <a:pt x="69461" y="59415"/>
                  </a:lnTo>
                  <a:lnTo>
                    <a:pt x="69508" y="60442"/>
                  </a:lnTo>
                  <a:lnTo>
                    <a:pt x="69273" y="62327"/>
                  </a:lnTo>
                  <a:lnTo>
                    <a:pt x="69213" y="63899"/>
                  </a:lnTo>
                  <a:lnTo>
                    <a:pt x="69627" y="71131"/>
                  </a:lnTo>
                  <a:lnTo>
                    <a:pt x="69349" y="71572"/>
                  </a:lnTo>
                  <a:lnTo>
                    <a:pt x="68901" y="71610"/>
                  </a:lnTo>
                  <a:lnTo>
                    <a:pt x="68426" y="71572"/>
                  </a:lnTo>
                  <a:lnTo>
                    <a:pt x="68037" y="70787"/>
                  </a:lnTo>
                  <a:lnTo>
                    <a:pt x="67696" y="70317"/>
                  </a:lnTo>
                  <a:lnTo>
                    <a:pt x="67546" y="71437"/>
                  </a:lnTo>
                  <a:lnTo>
                    <a:pt x="67195" y="74657"/>
                  </a:lnTo>
                  <a:lnTo>
                    <a:pt x="66407" y="81900"/>
                  </a:lnTo>
                  <a:lnTo>
                    <a:pt x="65716" y="88251"/>
                  </a:lnTo>
                  <a:lnTo>
                    <a:pt x="64849" y="90499"/>
                  </a:lnTo>
                  <a:lnTo>
                    <a:pt x="63596" y="94069"/>
                  </a:lnTo>
                  <a:lnTo>
                    <a:pt x="61878" y="98954"/>
                  </a:lnTo>
                  <a:lnTo>
                    <a:pt x="59388" y="106036"/>
                  </a:lnTo>
                  <a:lnTo>
                    <a:pt x="57546" y="109311"/>
                  </a:lnTo>
                  <a:lnTo>
                    <a:pt x="56093" y="111893"/>
                  </a:lnTo>
                  <a:lnTo>
                    <a:pt x="54396" y="114877"/>
                  </a:lnTo>
                  <a:lnTo>
                    <a:pt x="52206" y="118727"/>
                  </a:lnTo>
                  <a:lnTo>
                    <a:pt x="49748" y="120894"/>
                  </a:lnTo>
                  <a:lnTo>
                    <a:pt x="46327" y="123901"/>
                  </a:lnTo>
                  <a:lnTo>
                    <a:pt x="43907" y="126027"/>
                  </a:lnTo>
                  <a:lnTo>
                    <a:pt x="42122" y="127513"/>
                  </a:lnTo>
                  <a:lnTo>
                    <a:pt x="40264" y="129063"/>
                  </a:lnTo>
                  <a:lnTo>
                    <a:pt x="37807" y="131109"/>
                  </a:lnTo>
                  <a:lnTo>
                    <a:pt x="36857" y="133039"/>
                  </a:lnTo>
                  <a:lnTo>
                    <a:pt x="35280" y="137763"/>
                  </a:lnTo>
                  <a:lnTo>
                    <a:pt x="34545" y="140040"/>
                  </a:lnTo>
                  <a:lnTo>
                    <a:pt x="33874" y="141999"/>
                  </a:lnTo>
                  <a:lnTo>
                    <a:pt x="33736" y="142894"/>
                  </a:lnTo>
                  <a:lnTo>
                    <a:pt x="33823" y="143465"/>
                  </a:lnTo>
                  <a:lnTo>
                    <a:pt x="34146" y="144420"/>
                  </a:lnTo>
                  <a:lnTo>
                    <a:pt x="34176" y="145396"/>
                  </a:lnTo>
                  <a:lnTo>
                    <a:pt x="33733" y="146008"/>
                  </a:lnTo>
                  <a:lnTo>
                    <a:pt x="33349" y="146106"/>
                  </a:lnTo>
                  <a:lnTo>
                    <a:pt x="33178" y="145615"/>
                  </a:lnTo>
                  <a:lnTo>
                    <a:pt x="33052" y="144539"/>
                  </a:lnTo>
                  <a:lnTo>
                    <a:pt x="32644" y="143442"/>
                  </a:lnTo>
                  <a:lnTo>
                    <a:pt x="32171" y="143125"/>
                  </a:lnTo>
                  <a:lnTo>
                    <a:pt x="31899" y="143393"/>
                  </a:lnTo>
                  <a:lnTo>
                    <a:pt x="31876" y="144394"/>
                  </a:lnTo>
                  <a:lnTo>
                    <a:pt x="31257" y="149228"/>
                  </a:lnTo>
                  <a:lnTo>
                    <a:pt x="31233" y="151577"/>
                  </a:lnTo>
                  <a:lnTo>
                    <a:pt x="30971" y="152506"/>
                  </a:lnTo>
                  <a:lnTo>
                    <a:pt x="30992" y="154607"/>
                  </a:lnTo>
                  <a:lnTo>
                    <a:pt x="30367" y="156563"/>
                  </a:lnTo>
                  <a:lnTo>
                    <a:pt x="30094" y="158306"/>
                  </a:lnTo>
                  <a:lnTo>
                    <a:pt x="29903" y="159787"/>
                  </a:lnTo>
                  <a:lnTo>
                    <a:pt x="29399" y="160814"/>
                  </a:lnTo>
                  <a:lnTo>
                    <a:pt x="29220" y="162430"/>
                  </a:lnTo>
                  <a:lnTo>
                    <a:pt x="28754" y="165849"/>
                  </a:lnTo>
                  <a:lnTo>
                    <a:pt x="28210" y="168533"/>
                  </a:lnTo>
                  <a:lnTo>
                    <a:pt x="27828" y="170830"/>
                  </a:lnTo>
                  <a:lnTo>
                    <a:pt x="27758" y="172547"/>
                  </a:lnTo>
                  <a:lnTo>
                    <a:pt x="28049" y="173762"/>
                  </a:lnTo>
                  <a:lnTo>
                    <a:pt x="28150" y="174740"/>
                  </a:lnTo>
                  <a:lnTo>
                    <a:pt x="27888" y="176497"/>
                  </a:lnTo>
                  <a:lnTo>
                    <a:pt x="27747" y="177819"/>
                  </a:lnTo>
                  <a:lnTo>
                    <a:pt x="27052" y="178714"/>
                  </a:lnTo>
                  <a:lnTo>
                    <a:pt x="25608" y="180852"/>
                  </a:lnTo>
                  <a:lnTo>
                    <a:pt x="25046" y="182312"/>
                  </a:lnTo>
                  <a:lnTo>
                    <a:pt x="24825" y="183974"/>
                  </a:lnTo>
                  <a:lnTo>
                    <a:pt x="24966" y="185391"/>
                  </a:lnTo>
                  <a:lnTo>
                    <a:pt x="24905" y="186565"/>
                  </a:lnTo>
                  <a:lnTo>
                    <a:pt x="24220" y="187004"/>
                  </a:lnTo>
                  <a:lnTo>
                    <a:pt x="23978" y="188031"/>
                  </a:lnTo>
                  <a:lnTo>
                    <a:pt x="23515" y="189838"/>
                  </a:lnTo>
                  <a:lnTo>
                    <a:pt x="22991" y="190473"/>
                  </a:lnTo>
                  <a:lnTo>
                    <a:pt x="21645" y="189515"/>
                  </a:lnTo>
                  <a:lnTo>
                    <a:pt x="20653" y="189497"/>
                  </a:lnTo>
                  <a:lnTo>
                    <a:pt x="19887" y="188617"/>
                  </a:lnTo>
                  <a:lnTo>
                    <a:pt x="19053" y="186023"/>
                  </a:lnTo>
                  <a:lnTo>
                    <a:pt x="18366" y="183841"/>
                  </a:lnTo>
                  <a:lnTo>
                    <a:pt x="17804" y="181016"/>
                  </a:lnTo>
                  <a:lnTo>
                    <a:pt x="17630" y="177132"/>
                  </a:lnTo>
                  <a:lnTo>
                    <a:pt x="16880" y="175992"/>
                  </a:lnTo>
                  <a:lnTo>
                    <a:pt x="16139" y="174642"/>
                  </a:lnTo>
                  <a:lnTo>
                    <a:pt x="15256" y="175017"/>
                  </a:lnTo>
                  <a:lnTo>
                    <a:pt x="14204" y="175277"/>
                  </a:lnTo>
                  <a:lnTo>
                    <a:pt x="13621" y="174376"/>
                  </a:lnTo>
                  <a:lnTo>
                    <a:pt x="12186" y="172734"/>
                  </a:lnTo>
                  <a:lnTo>
                    <a:pt x="10959" y="170879"/>
                  </a:lnTo>
                  <a:lnTo>
                    <a:pt x="10033" y="169950"/>
                  </a:lnTo>
                  <a:lnTo>
                    <a:pt x="9327" y="170391"/>
                  </a:lnTo>
                  <a:lnTo>
                    <a:pt x="8904" y="171514"/>
                  </a:lnTo>
                  <a:lnTo>
                    <a:pt x="8158" y="173516"/>
                  </a:lnTo>
                  <a:lnTo>
                    <a:pt x="7059" y="174902"/>
                  </a:lnTo>
                  <a:lnTo>
                    <a:pt x="6564" y="174835"/>
                  </a:lnTo>
                  <a:lnTo>
                    <a:pt x="5901" y="173909"/>
                  </a:lnTo>
                  <a:lnTo>
                    <a:pt x="5780" y="172833"/>
                  </a:lnTo>
                  <a:lnTo>
                    <a:pt x="6324" y="171124"/>
                  </a:lnTo>
                  <a:lnTo>
                    <a:pt x="7433" y="167361"/>
                  </a:lnTo>
                  <a:lnTo>
                    <a:pt x="6203" y="167263"/>
                  </a:lnTo>
                  <a:lnTo>
                    <a:pt x="5780" y="166092"/>
                  </a:lnTo>
                  <a:lnTo>
                    <a:pt x="5719" y="164721"/>
                  </a:lnTo>
                  <a:lnTo>
                    <a:pt x="5518" y="163255"/>
                  </a:lnTo>
                  <a:lnTo>
                    <a:pt x="5760" y="161498"/>
                  </a:lnTo>
                  <a:lnTo>
                    <a:pt x="6405" y="160569"/>
                  </a:lnTo>
                  <a:lnTo>
                    <a:pt x="7372" y="161301"/>
                  </a:lnTo>
                  <a:lnTo>
                    <a:pt x="8037" y="161351"/>
                  </a:lnTo>
                  <a:lnTo>
                    <a:pt x="8481" y="159688"/>
                  </a:lnTo>
                  <a:lnTo>
                    <a:pt x="8924" y="158955"/>
                  </a:lnTo>
                  <a:lnTo>
                    <a:pt x="9367" y="158419"/>
                  </a:lnTo>
                  <a:lnTo>
                    <a:pt x="9549" y="157588"/>
                  </a:lnTo>
                  <a:lnTo>
                    <a:pt x="9082" y="154927"/>
                  </a:lnTo>
                  <a:lnTo>
                    <a:pt x="8944" y="153484"/>
                  </a:lnTo>
                  <a:lnTo>
                    <a:pt x="9085" y="152653"/>
                  </a:lnTo>
                  <a:lnTo>
                    <a:pt x="9065" y="150991"/>
                  </a:lnTo>
                  <a:lnTo>
                    <a:pt x="9045" y="149770"/>
                  </a:lnTo>
                  <a:lnTo>
                    <a:pt x="8763" y="148694"/>
                  </a:lnTo>
                  <a:lnTo>
                    <a:pt x="8742" y="147081"/>
                  </a:lnTo>
                  <a:lnTo>
                    <a:pt x="8501" y="146204"/>
                  </a:lnTo>
                  <a:lnTo>
                    <a:pt x="8420" y="145275"/>
                  </a:lnTo>
                  <a:lnTo>
                    <a:pt x="8400" y="144198"/>
                  </a:lnTo>
                  <a:lnTo>
                    <a:pt x="8097" y="143662"/>
                  </a:lnTo>
                  <a:lnTo>
                    <a:pt x="7777" y="143113"/>
                  </a:lnTo>
                  <a:lnTo>
                    <a:pt x="8039" y="142727"/>
                  </a:lnTo>
                  <a:lnTo>
                    <a:pt x="9785" y="141235"/>
                  </a:lnTo>
                  <a:lnTo>
                    <a:pt x="10510" y="139749"/>
                  </a:lnTo>
                  <a:lnTo>
                    <a:pt x="11408" y="138392"/>
                  </a:lnTo>
                  <a:lnTo>
                    <a:pt x="12180" y="136312"/>
                  </a:lnTo>
                  <a:lnTo>
                    <a:pt x="12689" y="134315"/>
                  </a:lnTo>
                  <a:lnTo>
                    <a:pt x="13894" y="125061"/>
                  </a:lnTo>
                  <a:lnTo>
                    <a:pt x="15025" y="119214"/>
                  </a:lnTo>
                  <a:lnTo>
                    <a:pt x="14835" y="116424"/>
                  </a:lnTo>
                  <a:lnTo>
                    <a:pt x="13898" y="112638"/>
                  </a:lnTo>
                  <a:lnTo>
                    <a:pt x="13686" y="107063"/>
                  </a:lnTo>
                  <a:lnTo>
                    <a:pt x="13773" y="105369"/>
                  </a:lnTo>
                  <a:lnTo>
                    <a:pt x="13657" y="104094"/>
                  </a:lnTo>
                  <a:lnTo>
                    <a:pt x="13032" y="106408"/>
                  </a:lnTo>
                  <a:lnTo>
                    <a:pt x="13192" y="114620"/>
                  </a:lnTo>
                  <a:lnTo>
                    <a:pt x="12640" y="118311"/>
                  </a:lnTo>
                  <a:lnTo>
                    <a:pt x="11867" y="119203"/>
                  </a:lnTo>
                  <a:lnTo>
                    <a:pt x="11366" y="118554"/>
                  </a:lnTo>
                  <a:lnTo>
                    <a:pt x="11652" y="112557"/>
                  </a:lnTo>
                  <a:lnTo>
                    <a:pt x="11086" y="113648"/>
                  </a:lnTo>
                  <a:lnTo>
                    <a:pt x="10184" y="117717"/>
                  </a:lnTo>
                  <a:lnTo>
                    <a:pt x="8703" y="120735"/>
                  </a:lnTo>
                  <a:lnTo>
                    <a:pt x="8622" y="121742"/>
                  </a:lnTo>
                  <a:lnTo>
                    <a:pt x="8263" y="122986"/>
                  </a:lnTo>
                  <a:lnTo>
                    <a:pt x="7120" y="121840"/>
                  </a:lnTo>
                  <a:lnTo>
                    <a:pt x="6248" y="120599"/>
                  </a:lnTo>
                  <a:lnTo>
                    <a:pt x="3387" y="113830"/>
                  </a:lnTo>
                  <a:lnTo>
                    <a:pt x="1507" y="112416"/>
                  </a:lnTo>
                  <a:lnTo>
                    <a:pt x="373" y="110055"/>
                  </a:lnTo>
                  <a:lnTo>
                    <a:pt x="136" y="109060"/>
                  </a:lnTo>
                  <a:lnTo>
                    <a:pt x="0" y="107695"/>
                  </a:lnTo>
                  <a:lnTo>
                    <a:pt x="1159" y="106275"/>
                  </a:lnTo>
                  <a:lnTo>
                    <a:pt x="2345" y="104368"/>
                  </a:lnTo>
                  <a:lnTo>
                    <a:pt x="2464" y="100169"/>
                  </a:lnTo>
                  <a:lnTo>
                    <a:pt x="2433" y="96871"/>
                  </a:lnTo>
                  <a:lnTo>
                    <a:pt x="1557" y="91241"/>
                  </a:lnTo>
                  <a:lnTo>
                    <a:pt x="1966" y="83882"/>
                  </a:lnTo>
                  <a:lnTo>
                    <a:pt x="1740" y="81000"/>
                  </a:lnTo>
                  <a:lnTo>
                    <a:pt x="736" y="74885"/>
                  </a:lnTo>
                  <a:lnTo>
                    <a:pt x="1479" y="71806"/>
                  </a:lnTo>
                  <a:lnTo>
                    <a:pt x="4132" y="69561"/>
                  </a:lnTo>
                  <a:lnTo>
                    <a:pt x="4983" y="68060"/>
                  </a:lnTo>
                  <a:lnTo>
                    <a:pt x="5578" y="63210"/>
                  </a:lnTo>
                  <a:lnTo>
                    <a:pt x="6182" y="60304"/>
                  </a:lnTo>
                  <a:lnTo>
                    <a:pt x="7365" y="61475"/>
                  </a:lnTo>
                  <a:lnTo>
                    <a:pt x="8292" y="61340"/>
                  </a:lnTo>
                  <a:lnTo>
                    <a:pt x="7044" y="60261"/>
                  </a:lnTo>
                  <a:lnTo>
                    <a:pt x="6026" y="55889"/>
                  </a:lnTo>
                  <a:lnTo>
                    <a:pt x="5856" y="53886"/>
                  </a:lnTo>
                  <a:lnTo>
                    <a:pt x="7818" y="47904"/>
                  </a:lnTo>
                  <a:lnTo>
                    <a:pt x="8845" y="46346"/>
                  </a:lnTo>
                  <a:lnTo>
                    <a:pt x="10107" y="43183"/>
                  </a:lnTo>
                  <a:lnTo>
                    <a:pt x="11171" y="38413"/>
                  </a:lnTo>
                  <a:lnTo>
                    <a:pt x="11429" y="30885"/>
                  </a:lnTo>
                  <a:lnTo>
                    <a:pt x="10989" y="25503"/>
                  </a:lnTo>
                  <a:lnTo>
                    <a:pt x="10657" y="19815"/>
                  </a:lnTo>
                  <a:lnTo>
                    <a:pt x="11295" y="18344"/>
                  </a:lnTo>
                  <a:lnTo>
                    <a:pt x="12909" y="17586"/>
                  </a:lnTo>
                  <a:lnTo>
                    <a:pt x="14221" y="15752"/>
                  </a:lnTo>
                  <a:lnTo>
                    <a:pt x="14887" y="14053"/>
                  </a:lnTo>
                  <a:lnTo>
                    <a:pt x="16447" y="14308"/>
                  </a:lnTo>
                  <a:lnTo>
                    <a:pt x="18249" y="11681"/>
                  </a:lnTo>
                  <a:lnTo>
                    <a:pt x="21129" y="10365"/>
                  </a:lnTo>
                  <a:lnTo>
                    <a:pt x="25143" y="7361"/>
                  </a:lnTo>
                  <a:lnTo>
                    <a:pt x="26028" y="4710"/>
                  </a:lnTo>
                  <a:lnTo>
                    <a:pt x="25631" y="0"/>
                  </a:lnTo>
                  <a:lnTo>
                    <a:pt x="26006" y="611"/>
                  </a:lnTo>
                  <a:lnTo>
                    <a:pt x="27124" y="2856"/>
                  </a:lnTo>
                  <a:lnTo>
                    <a:pt x="27800" y="5080"/>
                  </a:lnTo>
                  <a:lnTo>
                    <a:pt x="28946" y="6462"/>
                  </a:lnTo>
                  <a:lnTo>
                    <a:pt x="29874" y="7580"/>
                  </a:lnTo>
                  <a:lnTo>
                    <a:pt x="32304" y="12093"/>
                  </a:lnTo>
                  <a:lnTo>
                    <a:pt x="33906" y="14384"/>
                  </a:lnTo>
                  <a:lnTo>
                    <a:pt x="35657" y="16448"/>
                  </a:lnTo>
                  <a:lnTo>
                    <a:pt x="38185" y="18615"/>
                  </a:lnTo>
                  <a:lnTo>
                    <a:pt x="39729" y="18247"/>
                  </a:lnTo>
                  <a:lnTo>
                    <a:pt x="40091" y="19890"/>
                  </a:lnTo>
                  <a:lnTo>
                    <a:pt x="40390" y="21622"/>
                  </a:lnTo>
                  <a:lnTo>
                    <a:pt x="40966" y="22630"/>
                  </a:lnTo>
                  <a:lnTo>
                    <a:pt x="41883" y="23492"/>
                  </a:lnTo>
                  <a:lnTo>
                    <a:pt x="42428" y="23763"/>
                  </a:lnTo>
                  <a:lnTo>
                    <a:pt x="42595" y="24196"/>
                  </a:lnTo>
                  <a:lnTo>
                    <a:pt x="43143" y="30450"/>
                  </a:lnTo>
                  <a:lnTo>
                    <a:pt x="43465" y="31365"/>
                  </a:lnTo>
                  <a:lnTo>
                    <a:pt x="44728" y="32355"/>
                  </a:lnTo>
                  <a:lnTo>
                    <a:pt x="46275" y="32729"/>
                  </a:lnTo>
                  <a:lnTo>
                    <a:pt x="46904" y="32512"/>
                  </a:lnTo>
                  <a:lnTo>
                    <a:pt x="48265" y="34251"/>
                  </a:lnTo>
                  <a:lnTo>
                    <a:pt x="49268" y="35070"/>
                  </a:lnTo>
                  <a:lnTo>
                    <a:pt x="50375" y="35683"/>
                  </a:lnTo>
                  <a:lnTo>
                    <a:pt x="51126" y="35864"/>
                  </a:lnTo>
                  <a:lnTo>
                    <a:pt x="51472" y="35593"/>
                  </a:lnTo>
                  <a:lnTo>
                    <a:pt x="51598" y="34963"/>
                  </a:lnTo>
                  <a:lnTo>
                    <a:pt x="52213" y="35080"/>
                  </a:lnTo>
                  <a:lnTo>
                    <a:pt x="53133" y="35884"/>
                  </a:lnTo>
                  <a:lnTo>
                    <a:pt x="54454" y="36047"/>
                  </a:lnTo>
                  <a:lnTo>
                    <a:pt x="55275" y="35285"/>
                  </a:lnTo>
                  <a:lnTo>
                    <a:pt x="55388" y="34024"/>
                  </a:lnTo>
                  <a:lnTo>
                    <a:pt x="55444" y="31809"/>
                  </a:lnTo>
                  <a:lnTo>
                    <a:pt x="55751" y="31038"/>
                  </a:lnTo>
                  <a:lnTo>
                    <a:pt x="56691" y="29752"/>
                  </a:lnTo>
                  <a:lnTo>
                    <a:pt x="57184" y="30020"/>
                  </a:lnTo>
                  <a:lnTo>
                    <a:pt x="59654" y="32793"/>
                  </a:lnTo>
                  <a:lnTo>
                    <a:pt x="60163" y="33753"/>
                  </a:lnTo>
                  <a:lnTo>
                    <a:pt x="60789" y="35683"/>
                  </a:lnTo>
                  <a:lnTo>
                    <a:pt x="61947" y="38543"/>
                  </a:lnTo>
                  <a:lnTo>
                    <a:pt x="63204" y="40367"/>
                  </a:lnTo>
                  <a:lnTo>
                    <a:pt x="65146" y="41146"/>
                  </a:lnTo>
                  <a:lnTo>
                    <a:pt x="67015" y="44140"/>
                  </a:lnTo>
                  <a:close/>
                </a:path>
              </a:pathLst>
            </a:custGeom>
            <a:solidFill>
              <a:srgbClr val="FFF2E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g499"/>
            <p:cNvSpPr/>
            <p:nvPr/>
          </p:nvSpPr>
          <p:spPr>
            <a:xfrm>
              <a:off x="3634790" y="2698696"/>
              <a:ext cx="148296" cy="285446"/>
            </a:xfrm>
            <a:custGeom>
              <a:avLst/>
              <a:pathLst>
                <a:path w="148296" h="285446">
                  <a:moveTo>
                    <a:pt x="115716" y="9821"/>
                  </a:moveTo>
                  <a:lnTo>
                    <a:pt x="115891" y="10717"/>
                  </a:lnTo>
                  <a:lnTo>
                    <a:pt x="116291" y="13198"/>
                  </a:lnTo>
                  <a:lnTo>
                    <a:pt x="117305" y="19501"/>
                  </a:lnTo>
                  <a:lnTo>
                    <a:pt x="118188" y="24441"/>
                  </a:lnTo>
                  <a:lnTo>
                    <a:pt x="119272" y="31283"/>
                  </a:lnTo>
                  <a:lnTo>
                    <a:pt x="119612" y="33910"/>
                  </a:lnTo>
                  <a:lnTo>
                    <a:pt x="119757" y="35722"/>
                  </a:lnTo>
                  <a:lnTo>
                    <a:pt x="121328" y="43245"/>
                  </a:lnTo>
                  <a:lnTo>
                    <a:pt x="122260" y="49434"/>
                  </a:lnTo>
                  <a:lnTo>
                    <a:pt x="122943" y="54455"/>
                  </a:lnTo>
                  <a:lnTo>
                    <a:pt x="123902" y="61788"/>
                  </a:lnTo>
                  <a:lnTo>
                    <a:pt x="124322" y="64347"/>
                  </a:lnTo>
                  <a:lnTo>
                    <a:pt x="123643" y="65683"/>
                  </a:lnTo>
                  <a:lnTo>
                    <a:pt x="122276" y="70455"/>
                  </a:lnTo>
                  <a:lnTo>
                    <a:pt x="120823" y="85605"/>
                  </a:lnTo>
                  <a:lnTo>
                    <a:pt x="118743" y="97442"/>
                  </a:lnTo>
                  <a:lnTo>
                    <a:pt x="118507" y="104854"/>
                  </a:lnTo>
                  <a:lnTo>
                    <a:pt x="118173" y="107527"/>
                  </a:lnTo>
                  <a:lnTo>
                    <a:pt x="117184" y="111282"/>
                  </a:lnTo>
                  <a:lnTo>
                    <a:pt x="115984" y="114965"/>
                  </a:lnTo>
                  <a:lnTo>
                    <a:pt x="113851" y="113058"/>
                  </a:lnTo>
                  <a:lnTo>
                    <a:pt x="110379" y="106592"/>
                  </a:lnTo>
                  <a:lnTo>
                    <a:pt x="108355" y="100449"/>
                  </a:lnTo>
                  <a:lnTo>
                    <a:pt x="106185" y="96481"/>
                  </a:lnTo>
                  <a:lnTo>
                    <a:pt x="104133" y="91225"/>
                  </a:lnTo>
                  <a:lnTo>
                    <a:pt x="103575" y="87443"/>
                  </a:lnTo>
                  <a:lnTo>
                    <a:pt x="103597" y="85018"/>
                  </a:lnTo>
                  <a:lnTo>
                    <a:pt x="102701" y="79094"/>
                  </a:lnTo>
                  <a:lnTo>
                    <a:pt x="102038" y="76293"/>
                  </a:lnTo>
                  <a:lnTo>
                    <a:pt x="99537" y="69994"/>
                  </a:lnTo>
                  <a:lnTo>
                    <a:pt x="98819" y="66632"/>
                  </a:lnTo>
                  <a:lnTo>
                    <a:pt x="98271" y="65155"/>
                  </a:lnTo>
                  <a:lnTo>
                    <a:pt x="97720" y="63034"/>
                  </a:lnTo>
                  <a:lnTo>
                    <a:pt x="96814" y="54859"/>
                  </a:lnTo>
                  <a:lnTo>
                    <a:pt x="95821" y="49672"/>
                  </a:lnTo>
                  <a:lnTo>
                    <a:pt x="94692" y="51106"/>
                  </a:lnTo>
                  <a:lnTo>
                    <a:pt x="94892" y="53290"/>
                  </a:lnTo>
                  <a:lnTo>
                    <a:pt x="93907" y="56310"/>
                  </a:lnTo>
                  <a:lnTo>
                    <a:pt x="93311" y="59816"/>
                  </a:lnTo>
                  <a:lnTo>
                    <a:pt x="93768" y="62679"/>
                  </a:lnTo>
                  <a:lnTo>
                    <a:pt x="95813" y="67036"/>
                  </a:lnTo>
                  <a:lnTo>
                    <a:pt x="96227" y="68939"/>
                  </a:lnTo>
                  <a:lnTo>
                    <a:pt x="96703" y="73068"/>
                  </a:lnTo>
                  <a:lnTo>
                    <a:pt x="96627" y="78681"/>
                  </a:lnTo>
                  <a:lnTo>
                    <a:pt x="96957" y="80587"/>
                  </a:lnTo>
                  <a:lnTo>
                    <a:pt x="98487" y="84757"/>
                  </a:lnTo>
                  <a:lnTo>
                    <a:pt x="99036" y="87231"/>
                  </a:lnTo>
                  <a:lnTo>
                    <a:pt x="99366" y="89367"/>
                  </a:lnTo>
                  <a:lnTo>
                    <a:pt x="99874" y="91299"/>
                  </a:lnTo>
                  <a:lnTo>
                    <a:pt x="101393" y="94932"/>
                  </a:lnTo>
                  <a:lnTo>
                    <a:pt x="103578" y="101846"/>
                  </a:lnTo>
                  <a:lnTo>
                    <a:pt x="105651" y="106506"/>
                  </a:lnTo>
                  <a:lnTo>
                    <a:pt x="107146" y="108755"/>
                  </a:lnTo>
                  <a:lnTo>
                    <a:pt x="107781" y="111010"/>
                  </a:lnTo>
                  <a:lnTo>
                    <a:pt x="107924" y="116829"/>
                  </a:lnTo>
                  <a:lnTo>
                    <a:pt x="107815" y="119602"/>
                  </a:lnTo>
                  <a:lnTo>
                    <a:pt x="109126" y="124827"/>
                  </a:lnTo>
                  <a:lnTo>
                    <a:pt x="109612" y="127470"/>
                  </a:lnTo>
                  <a:lnTo>
                    <a:pt x="110884" y="129626"/>
                  </a:lnTo>
                  <a:lnTo>
                    <a:pt x="111465" y="132086"/>
                  </a:lnTo>
                  <a:lnTo>
                    <a:pt x="111998" y="136088"/>
                  </a:lnTo>
                  <a:lnTo>
                    <a:pt x="112803" y="147921"/>
                  </a:lnTo>
                  <a:lnTo>
                    <a:pt x="113905" y="150825"/>
                  </a:lnTo>
                  <a:lnTo>
                    <a:pt x="117314" y="166379"/>
                  </a:lnTo>
                  <a:lnTo>
                    <a:pt x="120189" y="176225"/>
                  </a:lnTo>
                  <a:lnTo>
                    <a:pt x="121580" y="183571"/>
                  </a:lnTo>
                  <a:lnTo>
                    <a:pt x="123700" y="192517"/>
                  </a:lnTo>
                  <a:lnTo>
                    <a:pt x="127855" y="212157"/>
                  </a:lnTo>
                  <a:lnTo>
                    <a:pt x="130328" y="218219"/>
                  </a:lnTo>
                  <a:lnTo>
                    <a:pt x="131312" y="221623"/>
                  </a:lnTo>
                  <a:lnTo>
                    <a:pt x="133102" y="224246"/>
                  </a:lnTo>
                  <a:lnTo>
                    <a:pt x="135042" y="228035"/>
                  </a:lnTo>
                  <a:lnTo>
                    <a:pt x="133191" y="227664"/>
                  </a:lnTo>
                  <a:lnTo>
                    <a:pt x="132726" y="227894"/>
                  </a:lnTo>
                  <a:lnTo>
                    <a:pt x="132080" y="228541"/>
                  </a:lnTo>
                  <a:lnTo>
                    <a:pt x="131768" y="230840"/>
                  </a:lnTo>
                  <a:lnTo>
                    <a:pt x="131636" y="232718"/>
                  </a:lnTo>
                  <a:lnTo>
                    <a:pt x="131859" y="242670"/>
                  </a:lnTo>
                  <a:lnTo>
                    <a:pt x="132366" y="247735"/>
                  </a:lnTo>
                  <a:lnTo>
                    <a:pt x="133993" y="257336"/>
                  </a:lnTo>
                  <a:lnTo>
                    <a:pt x="135206" y="260216"/>
                  </a:lnTo>
                  <a:lnTo>
                    <a:pt x="135796" y="262078"/>
                  </a:lnTo>
                  <a:lnTo>
                    <a:pt x="136620" y="263439"/>
                  </a:lnTo>
                  <a:lnTo>
                    <a:pt x="140475" y="266714"/>
                  </a:lnTo>
                  <a:lnTo>
                    <a:pt x="142728" y="273647"/>
                  </a:lnTo>
                  <a:lnTo>
                    <a:pt x="147787" y="282409"/>
                  </a:lnTo>
                  <a:lnTo>
                    <a:pt x="148284" y="284829"/>
                  </a:lnTo>
                  <a:lnTo>
                    <a:pt x="148296" y="285392"/>
                  </a:lnTo>
                  <a:lnTo>
                    <a:pt x="144297" y="285394"/>
                  </a:lnTo>
                  <a:lnTo>
                    <a:pt x="140299" y="285396"/>
                  </a:lnTo>
                  <a:lnTo>
                    <a:pt x="136299" y="285397"/>
                  </a:lnTo>
                  <a:lnTo>
                    <a:pt x="132301" y="285399"/>
                  </a:lnTo>
                  <a:lnTo>
                    <a:pt x="128302" y="285400"/>
                  </a:lnTo>
                  <a:lnTo>
                    <a:pt x="124303" y="285402"/>
                  </a:lnTo>
                  <a:lnTo>
                    <a:pt x="120304" y="285403"/>
                  </a:lnTo>
                  <a:lnTo>
                    <a:pt x="116305" y="285405"/>
                  </a:lnTo>
                  <a:lnTo>
                    <a:pt x="112308" y="285406"/>
                  </a:lnTo>
                  <a:lnTo>
                    <a:pt x="108309" y="285407"/>
                  </a:lnTo>
                  <a:lnTo>
                    <a:pt x="104310" y="285409"/>
                  </a:lnTo>
                  <a:lnTo>
                    <a:pt x="100311" y="285410"/>
                  </a:lnTo>
                  <a:lnTo>
                    <a:pt x="96313" y="285413"/>
                  </a:lnTo>
                  <a:lnTo>
                    <a:pt x="92313" y="285413"/>
                  </a:lnTo>
                  <a:lnTo>
                    <a:pt x="88315" y="285416"/>
                  </a:lnTo>
                  <a:lnTo>
                    <a:pt x="84316" y="285418"/>
                  </a:lnTo>
                  <a:lnTo>
                    <a:pt x="82035" y="285418"/>
                  </a:lnTo>
                  <a:lnTo>
                    <a:pt x="82424" y="282793"/>
                  </a:lnTo>
                  <a:lnTo>
                    <a:pt x="82664" y="280928"/>
                  </a:lnTo>
                  <a:lnTo>
                    <a:pt x="82398" y="279636"/>
                  </a:lnTo>
                  <a:lnTo>
                    <a:pt x="81618" y="279313"/>
                  </a:lnTo>
                  <a:lnTo>
                    <a:pt x="81109" y="279721"/>
                  </a:lnTo>
                  <a:lnTo>
                    <a:pt x="79916" y="285227"/>
                  </a:lnTo>
                  <a:lnTo>
                    <a:pt x="79289" y="285446"/>
                  </a:lnTo>
                  <a:lnTo>
                    <a:pt x="77869" y="285446"/>
                  </a:lnTo>
                  <a:lnTo>
                    <a:pt x="73213" y="285445"/>
                  </a:lnTo>
                  <a:lnTo>
                    <a:pt x="68557" y="285442"/>
                  </a:lnTo>
                  <a:lnTo>
                    <a:pt x="63903" y="285439"/>
                  </a:lnTo>
                  <a:lnTo>
                    <a:pt x="59245" y="285439"/>
                  </a:lnTo>
                  <a:lnTo>
                    <a:pt x="54590" y="285436"/>
                  </a:lnTo>
                  <a:lnTo>
                    <a:pt x="49935" y="285435"/>
                  </a:lnTo>
                  <a:lnTo>
                    <a:pt x="45279" y="285433"/>
                  </a:lnTo>
                  <a:lnTo>
                    <a:pt x="40622" y="285432"/>
                  </a:lnTo>
                  <a:lnTo>
                    <a:pt x="35967" y="285429"/>
                  </a:lnTo>
                  <a:lnTo>
                    <a:pt x="31311" y="285428"/>
                  </a:lnTo>
                  <a:lnTo>
                    <a:pt x="26655" y="285426"/>
                  </a:lnTo>
                  <a:lnTo>
                    <a:pt x="22000" y="285425"/>
                  </a:lnTo>
                  <a:lnTo>
                    <a:pt x="17344" y="285423"/>
                  </a:lnTo>
                  <a:lnTo>
                    <a:pt x="12688" y="285420"/>
                  </a:lnTo>
                  <a:lnTo>
                    <a:pt x="8032" y="285419"/>
                  </a:lnTo>
                  <a:lnTo>
                    <a:pt x="3376" y="285418"/>
                  </a:lnTo>
                  <a:lnTo>
                    <a:pt x="3376" y="278782"/>
                  </a:lnTo>
                  <a:lnTo>
                    <a:pt x="3376" y="272146"/>
                  </a:lnTo>
                  <a:lnTo>
                    <a:pt x="3376" y="265511"/>
                  </a:lnTo>
                  <a:lnTo>
                    <a:pt x="3376" y="258875"/>
                  </a:lnTo>
                  <a:lnTo>
                    <a:pt x="3376" y="252240"/>
                  </a:lnTo>
                  <a:lnTo>
                    <a:pt x="3376" y="245604"/>
                  </a:lnTo>
                  <a:lnTo>
                    <a:pt x="3376" y="238967"/>
                  </a:lnTo>
                  <a:lnTo>
                    <a:pt x="3376" y="232332"/>
                  </a:lnTo>
                  <a:lnTo>
                    <a:pt x="3376" y="225696"/>
                  </a:lnTo>
                  <a:lnTo>
                    <a:pt x="3376" y="219061"/>
                  </a:lnTo>
                  <a:lnTo>
                    <a:pt x="3376" y="212425"/>
                  </a:lnTo>
                  <a:lnTo>
                    <a:pt x="3376" y="205790"/>
                  </a:lnTo>
                  <a:lnTo>
                    <a:pt x="3376" y="199154"/>
                  </a:lnTo>
                  <a:lnTo>
                    <a:pt x="3376" y="192518"/>
                  </a:lnTo>
                  <a:lnTo>
                    <a:pt x="3376" y="185883"/>
                  </a:lnTo>
                  <a:lnTo>
                    <a:pt x="3376" y="179247"/>
                  </a:lnTo>
                  <a:lnTo>
                    <a:pt x="3376" y="172612"/>
                  </a:lnTo>
                  <a:lnTo>
                    <a:pt x="3376" y="165976"/>
                  </a:lnTo>
                  <a:lnTo>
                    <a:pt x="3376" y="159341"/>
                  </a:lnTo>
                  <a:lnTo>
                    <a:pt x="3376" y="152705"/>
                  </a:lnTo>
                  <a:lnTo>
                    <a:pt x="3376" y="146070"/>
                  </a:lnTo>
                  <a:lnTo>
                    <a:pt x="3376" y="139434"/>
                  </a:lnTo>
                  <a:lnTo>
                    <a:pt x="3376" y="132797"/>
                  </a:lnTo>
                  <a:lnTo>
                    <a:pt x="3376" y="126161"/>
                  </a:lnTo>
                  <a:lnTo>
                    <a:pt x="3376" y="119526"/>
                  </a:lnTo>
                  <a:lnTo>
                    <a:pt x="3376" y="112890"/>
                  </a:lnTo>
                  <a:lnTo>
                    <a:pt x="3376" y="106255"/>
                  </a:lnTo>
                  <a:lnTo>
                    <a:pt x="3376" y="99619"/>
                  </a:lnTo>
                  <a:lnTo>
                    <a:pt x="3376" y="92984"/>
                  </a:lnTo>
                  <a:lnTo>
                    <a:pt x="3376" y="86348"/>
                  </a:lnTo>
                  <a:lnTo>
                    <a:pt x="3376" y="79713"/>
                  </a:lnTo>
                  <a:lnTo>
                    <a:pt x="3376" y="73077"/>
                  </a:lnTo>
                  <a:lnTo>
                    <a:pt x="3271" y="71838"/>
                  </a:lnTo>
                  <a:lnTo>
                    <a:pt x="2594" y="67333"/>
                  </a:lnTo>
                  <a:lnTo>
                    <a:pt x="1982" y="61601"/>
                  </a:lnTo>
                  <a:lnTo>
                    <a:pt x="1311" y="54554"/>
                  </a:lnTo>
                  <a:lnTo>
                    <a:pt x="1224" y="52270"/>
                  </a:lnTo>
                  <a:lnTo>
                    <a:pt x="102" y="45016"/>
                  </a:lnTo>
                  <a:lnTo>
                    <a:pt x="0" y="42961"/>
                  </a:lnTo>
                  <a:lnTo>
                    <a:pt x="283" y="41498"/>
                  </a:lnTo>
                  <a:lnTo>
                    <a:pt x="2124" y="35383"/>
                  </a:lnTo>
                  <a:lnTo>
                    <a:pt x="2679" y="32414"/>
                  </a:lnTo>
                  <a:lnTo>
                    <a:pt x="3146" y="28853"/>
                  </a:lnTo>
                  <a:lnTo>
                    <a:pt x="3299" y="25956"/>
                  </a:lnTo>
                  <a:lnTo>
                    <a:pt x="2757" y="21526"/>
                  </a:lnTo>
                  <a:lnTo>
                    <a:pt x="2124" y="17544"/>
                  </a:lnTo>
                  <a:lnTo>
                    <a:pt x="1910" y="13468"/>
                  </a:lnTo>
                  <a:lnTo>
                    <a:pt x="1822" y="9460"/>
                  </a:lnTo>
                  <a:lnTo>
                    <a:pt x="2763" y="6722"/>
                  </a:lnTo>
                  <a:lnTo>
                    <a:pt x="3892" y="4165"/>
                  </a:lnTo>
                  <a:lnTo>
                    <a:pt x="4314" y="2594"/>
                  </a:lnTo>
                  <a:lnTo>
                    <a:pt x="4981" y="829"/>
                  </a:lnTo>
                  <a:lnTo>
                    <a:pt x="5450" y="0"/>
                  </a:lnTo>
                  <a:lnTo>
                    <a:pt x="6364" y="3581"/>
                  </a:lnTo>
                  <a:lnTo>
                    <a:pt x="8275" y="4201"/>
                  </a:lnTo>
                  <a:lnTo>
                    <a:pt x="14503" y="1007"/>
                  </a:lnTo>
                  <a:lnTo>
                    <a:pt x="21377" y="4221"/>
                  </a:lnTo>
                  <a:lnTo>
                    <a:pt x="25171" y="5455"/>
                  </a:lnTo>
                  <a:lnTo>
                    <a:pt x="31014" y="8187"/>
                  </a:lnTo>
                  <a:lnTo>
                    <a:pt x="34572" y="13069"/>
                  </a:lnTo>
                  <a:lnTo>
                    <a:pt x="35548" y="13688"/>
                  </a:lnTo>
                  <a:lnTo>
                    <a:pt x="38106" y="13591"/>
                  </a:lnTo>
                  <a:lnTo>
                    <a:pt x="39783" y="16475"/>
                  </a:lnTo>
                  <a:lnTo>
                    <a:pt x="46453" y="17863"/>
                  </a:lnTo>
                  <a:lnTo>
                    <a:pt x="50012" y="21047"/>
                  </a:lnTo>
                  <a:lnTo>
                    <a:pt x="52033" y="23587"/>
                  </a:lnTo>
                  <a:lnTo>
                    <a:pt x="53244" y="24369"/>
                  </a:lnTo>
                  <a:lnTo>
                    <a:pt x="54315" y="24242"/>
                  </a:lnTo>
                  <a:lnTo>
                    <a:pt x="55764" y="23285"/>
                  </a:lnTo>
                  <a:lnTo>
                    <a:pt x="57588" y="21498"/>
                  </a:lnTo>
                  <a:lnTo>
                    <a:pt x="59575" y="19013"/>
                  </a:lnTo>
                  <a:lnTo>
                    <a:pt x="63697" y="12631"/>
                  </a:lnTo>
                  <a:lnTo>
                    <a:pt x="65155" y="11510"/>
                  </a:lnTo>
                  <a:lnTo>
                    <a:pt x="66107" y="11799"/>
                  </a:lnTo>
                  <a:lnTo>
                    <a:pt x="67266" y="11718"/>
                  </a:lnTo>
                  <a:lnTo>
                    <a:pt x="67749" y="9991"/>
                  </a:lnTo>
                  <a:lnTo>
                    <a:pt x="68359" y="8804"/>
                  </a:lnTo>
                  <a:lnTo>
                    <a:pt x="68742" y="7453"/>
                  </a:lnTo>
                  <a:lnTo>
                    <a:pt x="69368" y="5831"/>
                  </a:lnTo>
                  <a:lnTo>
                    <a:pt x="71511" y="5377"/>
                  </a:lnTo>
                  <a:lnTo>
                    <a:pt x="75808" y="2604"/>
                  </a:lnTo>
                  <a:lnTo>
                    <a:pt x="75328" y="3918"/>
                  </a:lnTo>
                  <a:lnTo>
                    <a:pt x="71414" y="7032"/>
                  </a:lnTo>
                  <a:lnTo>
                    <a:pt x="73089" y="7420"/>
                  </a:lnTo>
                  <a:lnTo>
                    <a:pt x="74807" y="6355"/>
                  </a:lnTo>
                  <a:lnTo>
                    <a:pt x="76761" y="5678"/>
                  </a:lnTo>
                  <a:lnTo>
                    <a:pt x="77116" y="4355"/>
                  </a:lnTo>
                  <a:lnTo>
                    <a:pt x="77373" y="1874"/>
                  </a:lnTo>
                  <a:lnTo>
                    <a:pt x="77750" y="1526"/>
                  </a:lnTo>
                  <a:lnTo>
                    <a:pt x="79103" y="1991"/>
                  </a:lnTo>
                  <a:lnTo>
                    <a:pt x="83131" y="5813"/>
                  </a:lnTo>
                  <a:lnTo>
                    <a:pt x="84132" y="5886"/>
                  </a:lnTo>
                  <a:lnTo>
                    <a:pt x="86968" y="3801"/>
                  </a:lnTo>
                  <a:lnTo>
                    <a:pt x="87574" y="3355"/>
                  </a:lnTo>
                  <a:lnTo>
                    <a:pt x="88491" y="4517"/>
                  </a:lnTo>
                  <a:lnTo>
                    <a:pt x="90585" y="9275"/>
                  </a:lnTo>
                  <a:lnTo>
                    <a:pt x="89854" y="9174"/>
                  </a:lnTo>
                  <a:lnTo>
                    <a:pt x="87613" y="5097"/>
                  </a:lnTo>
                  <a:lnTo>
                    <a:pt x="87414" y="7128"/>
                  </a:lnTo>
                  <a:lnTo>
                    <a:pt x="86137" y="10708"/>
                  </a:lnTo>
                  <a:lnTo>
                    <a:pt x="87733" y="12256"/>
                  </a:lnTo>
                  <a:lnTo>
                    <a:pt x="89030" y="12838"/>
                  </a:lnTo>
                  <a:lnTo>
                    <a:pt x="89727" y="14833"/>
                  </a:lnTo>
                  <a:lnTo>
                    <a:pt x="90167" y="16611"/>
                  </a:lnTo>
                  <a:lnTo>
                    <a:pt x="91444" y="15836"/>
                  </a:lnTo>
                  <a:lnTo>
                    <a:pt x="92362" y="13418"/>
                  </a:lnTo>
                  <a:lnTo>
                    <a:pt x="91886" y="12069"/>
                  </a:lnTo>
                  <a:lnTo>
                    <a:pt x="91562" y="10673"/>
                  </a:lnTo>
                  <a:lnTo>
                    <a:pt x="91981" y="10639"/>
                  </a:lnTo>
                  <a:lnTo>
                    <a:pt x="92870" y="11787"/>
                  </a:lnTo>
                  <a:lnTo>
                    <a:pt x="95420" y="16377"/>
                  </a:lnTo>
                  <a:lnTo>
                    <a:pt x="96280" y="17322"/>
                  </a:lnTo>
                  <a:lnTo>
                    <a:pt x="97270" y="17166"/>
                  </a:lnTo>
                  <a:lnTo>
                    <a:pt x="99341" y="15875"/>
                  </a:lnTo>
                  <a:lnTo>
                    <a:pt x="99914" y="16075"/>
                  </a:lnTo>
                  <a:lnTo>
                    <a:pt x="102697" y="14384"/>
                  </a:lnTo>
                  <a:lnTo>
                    <a:pt x="103024" y="15624"/>
                  </a:lnTo>
                  <a:lnTo>
                    <a:pt x="103482" y="16856"/>
                  </a:lnTo>
                  <a:lnTo>
                    <a:pt x="105720" y="15484"/>
                  </a:lnTo>
                  <a:lnTo>
                    <a:pt x="109237" y="15500"/>
                  </a:lnTo>
                  <a:lnTo>
                    <a:pt x="112114" y="14006"/>
                  </a:lnTo>
                  <a:lnTo>
                    <a:pt x="115450" y="10373"/>
                  </a:lnTo>
                  <a:close/>
                </a:path>
              </a:pathLst>
            </a:custGeom>
            <a:solidFill>
              <a:srgbClr val="E5F0E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g500"/>
            <p:cNvSpPr/>
            <p:nvPr/>
          </p:nvSpPr>
          <p:spPr>
            <a:xfrm>
              <a:off x="3820483" y="3164553"/>
              <a:ext cx="5706" cy="9221"/>
            </a:xfrm>
            <a:custGeom>
              <a:avLst/>
              <a:pathLst>
                <a:path w="5706" h="9221">
                  <a:moveTo>
                    <a:pt x="2452" y="5710"/>
                  </a:moveTo>
                  <a:lnTo>
                    <a:pt x="2956" y="7283"/>
                  </a:lnTo>
                  <a:lnTo>
                    <a:pt x="3308" y="7128"/>
                  </a:lnTo>
                  <a:lnTo>
                    <a:pt x="3584" y="6605"/>
                  </a:lnTo>
                  <a:lnTo>
                    <a:pt x="3779" y="5494"/>
                  </a:lnTo>
                  <a:lnTo>
                    <a:pt x="5706" y="7688"/>
                  </a:lnTo>
                  <a:lnTo>
                    <a:pt x="5594" y="9146"/>
                  </a:lnTo>
                  <a:lnTo>
                    <a:pt x="4445" y="9221"/>
                  </a:lnTo>
                  <a:lnTo>
                    <a:pt x="3118" y="8606"/>
                  </a:lnTo>
                  <a:lnTo>
                    <a:pt x="1891" y="8819"/>
                  </a:lnTo>
                  <a:lnTo>
                    <a:pt x="429" y="8183"/>
                  </a:lnTo>
                  <a:lnTo>
                    <a:pt x="91" y="5710"/>
                  </a:lnTo>
                  <a:lnTo>
                    <a:pt x="1023" y="6908"/>
                  </a:lnTo>
                  <a:lnTo>
                    <a:pt x="1505" y="6605"/>
                  </a:lnTo>
                  <a:lnTo>
                    <a:pt x="1591" y="6287"/>
                  </a:lnTo>
                  <a:lnTo>
                    <a:pt x="930" y="4614"/>
                  </a:lnTo>
                  <a:lnTo>
                    <a:pt x="0" y="4280"/>
                  </a:lnTo>
                  <a:lnTo>
                    <a:pt x="64" y="2964"/>
                  </a:lnTo>
                  <a:lnTo>
                    <a:pt x="480" y="2447"/>
                  </a:lnTo>
                  <a:lnTo>
                    <a:pt x="737" y="1806"/>
                  </a:lnTo>
                  <a:lnTo>
                    <a:pt x="204" y="0"/>
                  </a:lnTo>
                  <a:lnTo>
                    <a:pt x="1250" y="411"/>
                  </a:lnTo>
                  <a:lnTo>
                    <a:pt x="1911" y="1504"/>
                  </a:lnTo>
                  <a:lnTo>
                    <a:pt x="2345" y="2781"/>
                  </a:lnTo>
                  <a:close/>
                </a:path>
              </a:pathLst>
            </a:custGeom>
            <a:solidFill>
              <a:srgbClr val="E1EEDE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g501"/>
            <p:cNvSpPr/>
            <p:nvPr/>
          </p:nvSpPr>
          <p:spPr>
            <a:xfrm>
              <a:off x="3821167" y="3158198"/>
              <a:ext cx="1388" cy="3508"/>
            </a:xfrm>
            <a:custGeom>
              <a:avLst/>
              <a:pathLst>
                <a:path w="1388" h="3508">
                  <a:moveTo>
                    <a:pt x="979" y="652"/>
                  </a:moveTo>
                  <a:lnTo>
                    <a:pt x="1388" y="3508"/>
                  </a:lnTo>
                  <a:lnTo>
                    <a:pt x="198" y="2418"/>
                  </a:lnTo>
                  <a:lnTo>
                    <a:pt x="0" y="1826"/>
                  </a:lnTo>
                  <a:lnTo>
                    <a:pt x="523" y="695"/>
                  </a:lnTo>
                  <a:lnTo>
                    <a:pt x="634" y="0"/>
                  </a:lnTo>
                  <a:close/>
                </a:path>
              </a:pathLst>
            </a:custGeom>
            <a:solidFill>
              <a:srgbClr val="E1EEDE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g502"/>
            <p:cNvSpPr/>
            <p:nvPr/>
          </p:nvSpPr>
          <p:spPr>
            <a:xfrm>
              <a:off x="3777667" y="3102037"/>
              <a:ext cx="81531" cy="166317"/>
            </a:xfrm>
            <a:custGeom>
              <a:avLst/>
              <a:pathLst>
                <a:path w="81531" h="166317">
                  <a:moveTo>
                    <a:pt x="26601" y="0"/>
                  </a:moveTo>
                  <a:lnTo>
                    <a:pt x="30284" y="17077"/>
                  </a:lnTo>
                  <a:lnTo>
                    <a:pt x="31780" y="27171"/>
                  </a:lnTo>
                  <a:lnTo>
                    <a:pt x="33098" y="37702"/>
                  </a:lnTo>
                  <a:lnTo>
                    <a:pt x="34073" y="53524"/>
                  </a:lnTo>
                  <a:lnTo>
                    <a:pt x="35003" y="61579"/>
                  </a:lnTo>
                  <a:lnTo>
                    <a:pt x="36506" y="65551"/>
                  </a:lnTo>
                  <a:lnTo>
                    <a:pt x="37533" y="73073"/>
                  </a:lnTo>
                  <a:lnTo>
                    <a:pt x="38414" y="73357"/>
                  </a:lnTo>
                  <a:lnTo>
                    <a:pt x="39053" y="75425"/>
                  </a:lnTo>
                  <a:lnTo>
                    <a:pt x="40145" y="82483"/>
                  </a:lnTo>
                  <a:lnTo>
                    <a:pt x="40934" y="85107"/>
                  </a:lnTo>
                  <a:lnTo>
                    <a:pt x="41347" y="82849"/>
                  </a:lnTo>
                  <a:lnTo>
                    <a:pt x="41300" y="81548"/>
                  </a:lnTo>
                  <a:lnTo>
                    <a:pt x="40992" y="79375"/>
                  </a:lnTo>
                  <a:lnTo>
                    <a:pt x="41274" y="76576"/>
                  </a:lnTo>
                  <a:lnTo>
                    <a:pt x="41887" y="74899"/>
                  </a:lnTo>
                  <a:lnTo>
                    <a:pt x="43283" y="77181"/>
                  </a:lnTo>
                  <a:lnTo>
                    <a:pt x="44047" y="78912"/>
                  </a:lnTo>
                  <a:lnTo>
                    <a:pt x="44252" y="82382"/>
                  </a:lnTo>
                  <a:lnTo>
                    <a:pt x="44572" y="84307"/>
                  </a:lnTo>
                  <a:lnTo>
                    <a:pt x="46035" y="88380"/>
                  </a:lnTo>
                  <a:lnTo>
                    <a:pt x="47268" y="89564"/>
                  </a:lnTo>
                  <a:lnTo>
                    <a:pt x="48867" y="89862"/>
                  </a:lnTo>
                  <a:lnTo>
                    <a:pt x="50205" y="90759"/>
                  </a:lnTo>
                  <a:lnTo>
                    <a:pt x="51279" y="92254"/>
                  </a:lnTo>
                  <a:lnTo>
                    <a:pt x="53289" y="96390"/>
                  </a:lnTo>
                  <a:lnTo>
                    <a:pt x="57885" y="100016"/>
                  </a:lnTo>
                  <a:lnTo>
                    <a:pt x="61581" y="111139"/>
                  </a:lnTo>
                  <a:lnTo>
                    <a:pt x="63756" y="118846"/>
                  </a:lnTo>
                  <a:lnTo>
                    <a:pt x="70909" y="130530"/>
                  </a:lnTo>
                  <a:lnTo>
                    <a:pt x="72144" y="136131"/>
                  </a:lnTo>
                  <a:lnTo>
                    <a:pt x="72788" y="141613"/>
                  </a:lnTo>
                  <a:lnTo>
                    <a:pt x="74294" y="141350"/>
                  </a:lnTo>
                  <a:lnTo>
                    <a:pt x="76873" y="147345"/>
                  </a:lnTo>
                  <a:lnTo>
                    <a:pt x="77625" y="151906"/>
                  </a:lnTo>
                  <a:lnTo>
                    <a:pt x="79738" y="153558"/>
                  </a:lnTo>
                  <a:lnTo>
                    <a:pt x="80097" y="150864"/>
                  </a:lnTo>
                  <a:lnTo>
                    <a:pt x="81119" y="153077"/>
                  </a:lnTo>
                  <a:lnTo>
                    <a:pt x="81531" y="156506"/>
                  </a:lnTo>
                  <a:lnTo>
                    <a:pt x="80178" y="157873"/>
                  </a:lnTo>
                  <a:lnTo>
                    <a:pt x="78687" y="159085"/>
                  </a:lnTo>
                  <a:lnTo>
                    <a:pt x="78475" y="159041"/>
                  </a:lnTo>
                  <a:lnTo>
                    <a:pt x="77980" y="160621"/>
                  </a:lnTo>
                  <a:lnTo>
                    <a:pt x="77275" y="164949"/>
                  </a:lnTo>
                  <a:lnTo>
                    <a:pt x="76498" y="166206"/>
                  </a:lnTo>
                  <a:lnTo>
                    <a:pt x="76089" y="166317"/>
                  </a:lnTo>
                  <a:lnTo>
                    <a:pt x="73764" y="162267"/>
                  </a:lnTo>
                  <a:lnTo>
                    <a:pt x="73406" y="162039"/>
                  </a:lnTo>
                  <a:lnTo>
                    <a:pt x="72901" y="162835"/>
                  </a:lnTo>
                  <a:lnTo>
                    <a:pt x="72535" y="163662"/>
                  </a:lnTo>
                  <a:lnTo>
                    <a:pt x="71455" y="160595"/>
                  </a:lnTo>
                  <a:lnTo>
                    <a:pt x="70664" y="157883"/>
                  </a:lnTo>
                  <a:lnTo>
                    <a:pt x="69558" y="154649"/>
                  </a:lnTo>
                  <a:lnTo>
                    <a:pt x="68489" y="153196"/>
                  </a:lnTo>
                  <a:lnTo>
                    <a:pt x="67339" y="151372"/>
                  </a:lnTo>
                  <a:lnTo>
                    <a:pt x="66210" y="147130"/>
                  </a:lnTo>
                  <a:lnTo>
                    <a:pt x="65058" y="142460"/>
                  </a:lnTo>
                  <a:lnTo>
                    <a:pt x="63352" y="138639"/>
                  </a:lnTo>
                  <a:lnTo>
                    <a:pt x="60157" y="133126"/>
                  </a:lnTo>
                  <a:lnTo>
                    <a:pt x="57226" y="126143"/>
                  </a:lnTo>
                  <a:lnTo>
                    <a:pt x="54986" y="118845"/>
                  </a:lnTo>
                  <a:lnTo>
                    <a:pt x="53542" y="115046"/>
                  </a:lnTo>
                  <a:lnTo>
                    <a:pt x="52926" y="114076"/>
                  </a:lnTo>
                  <a:lnTo>
                    <a:pt x="49939" y="111691"/>
                  </a:lnTo>
                  <a:lnTo>
                    <a:pt x="47851" y="108356"/>
                  </a:lnTo>
                  <a:lnTo>
                    <a:pt x="46247" y="105606"/>
                  </a:lnTo>
                  <a:lnTo>
                    <a:pt x="45261" y="104870"/>
                  </a:lnTo>
                  <a:lnTo>
                    <a:pt x="44304" y="104779"/>
                  </a:lnTo>
                  <a:lnTo>
                    <a:pt x="42269" y="105324"/>
                  </a:lnTo>
                  <a:lnTo>
                    <a:pt x="40576" y="103600"/>
                  </a:lnTo>
                  <a:lnTo>
                    <a:pt x="39866" y="103600"/>
                  </a:lnTo>
                  <a:lnTo>
                    <a:pt x="38732" y="103097"/>
                  </a:lnTo>
                  <a:lnTo>
                    <a:pt x="37842" y="102486"/>
                  </a:lnTo>
                  <a:lnTo>
                    <a:pt x="36797" y="103221"/>
                  </a:lnTo>
                  <a:lnTo>
                    <a:pt x="34652" y="104448"/>
                  </a:lnTo>
                  <a:lnTo>
                    <a:pt x="33774" y="104180"/>
                  </a:lnTo>
                  <a:lnTo>
                    <a:pt x="33293" y="102463"/>
                  </a:lnTo>
                  <a:lnTo>
                    <a:pt x="33011" y="101152"/>
                  </a:lnTo>
                  <a:lnTo>
                    <a:pt x="32265" y="99782"/>
                  </a:lnTo>
                  <a:lnTo>
                    <a:pt x="31651" y="99782"/>
                  </a:lnTo>
                  <a:lnTo>
                    <a:pt x="31308" y="101004"/>
                  </a:lnTo>
                  <a:lnTo>
                    <a:pt x="29069" y="104094"/>
                  </a:lnTo>
                  <a:lnTo>
                    <a:pt x="25320" y="105805"/>
                  </a:lnTo>
                  <a:lnTo>
                    <a:pt x="24431" y="105681"/>
                  </a:lnTo>
                  <a:lnTo>
                    <a:pt x="23767" y="104446"/>
                  </a:lnTo>
                  <a:lnTo>
                    <a:pt x="21872" y="99149"/>
                  </a:lnTo>
                  <a:lnTo>
                    <a:pt x="21331" y="98288"/>
                  </a:lnTo>
                  <a:lnTo>
                    <a:pt x="20903" y="98208"/>
                  </a:lnTo>
                  <a:lnTo>
                    <a:pt x="20025" y="97581"/>
                  </a:lnTo>
                  <a:lnTo>
                    <a:pt x="19204" y="96565"/>
                  </a:lnTo>
                  <a:lnTo>
                    <a:pt x="18484" y="94395"/>
                  </a:lnTo>
                  <a:lnTo>
                    <a:pt x="17761" y="93161"/>
                  </a:lnTo>
                  <a:lnTo>
                    <a:pt x="16983" y="97410"/>
                  </a:lnTo>
                  <a:lnTo>
                    <a:pt x="15619" y="104835"/>
                  </a:lnTo>
                  <a:lnTo>
                    <a:pt x="14888" y="108814"/>
                  </a:lnTo>
                  <a:lnTo>
                    <a:pt x="13947" y="113941"/>
                  </a:lnTo>
                  <a:lnTo>
                    <a:pt x="13649" y="114095"/>
                  </a:lnTo>
                  <a:lnTo>
                    <a:pt x="13167" y="113724"/>
                  </a:lnTo>
                  <a:lnTo>
                    <a:pt x="11296" y="107340"/>
                  </a:lnTo>
                  <a:lnTo>
                    <a:pt x="10121" y="104938"/>
                  </a:lnTo>
                  <a:lnTo>
                    <a:pt x="9242" y="105167"/>
                  </a:lnTo>
                  <a:lnTo>
                    <a:pt x="8602" y="106347"/>
                  </a:lnTo>
                  <a:lnTo>
                    <a:pt x="8197" y="108477"/>
                  </a:lnTo>
                  <a:lnTo>
                    <a:pt x="7759" y="109798"/>
                  </a:lnTo>
                  <a:lnTo>
                    <a:pt x="7284" y="110309"/>
                  </a:lnTo>
                  <a:lnTo>
                    <a:pt x="6263" y="110055"/>
                  </a:lnTo>
                  <a:lnTo>
                    <a:pt x="4693" y="109037"/>
                  </a:lnTo>
                  <a:lnTo>
                    <a:pt x="3075" y="109257"/>
                  </a:lnTo>
                  <a:lnTo>
                    <a:pt x="1409" y="110716"/>
                  </a:lnTo>
                  <a:lnTo>
                    <a:pt x="1188" y="110757"/>
                  </a:lnTo>
                  <a:lnTo>
                    <a:pt x="798" y="102261"/>
                  </a:lnTo>
                  <a:lnTo>
                    <a:pt x="536" y="96584"/>
                  </a:lnTo>
                  <a:lnTo>
                    <a:pt x="260" y="90567"/>
                  </a:lnTo>
                  <a:lnTo>
                    <a:pt x="0" y="84894"/>
                  </a:lnTo>
                  <a:lnTo>
                    <a:pt x="1158" y="81405"/>
                  </a:lnTo>
                  <a:lnTo>
                    <a:pt x="1697" y="78097"/>
                  </a:lnTo>
                  <a:lnTo>
                    <a:pt x="3076" y="67333"/>
                  </a:lnTo>
                  <a:lnTo>
                    <a:pt x="3628" y="65191"/>
                  </a:lnTo>
                  <a:lnTo>
                    <a:pt x="4713" y="59427"/>
                  </a:lnTo>
                  <a:lnTo>
                    <a:pt x="4864" y="57762"/>
                  </a:lnTo>
                  <a:lnTo>
                    <a:pt x="5935" y="50496"/>
                  </a:lnTo>
                  <a:lnTo>
                    <a:pt x="5834" y="45669"/>
                  </a:lnTo>
                  <a:lnTo>
                    <a:pt x="5618" y="40790"/>
                  </a:lnTo>
                  <a:lnTo>
                    <a:pt x="6203" y="37902"/>
                  </a:lnTo>
                  <a:lnTo>
                    <a:pt x="6726" y="35591"/>
                  </a:lnTo>
                  <a:lnTo>
                    <a:pt x="6691" y="33642"/>
                  </a:lnTo>
                  <a:lnTo>
                    <a:pt x="6927" y="29091"/>
                  </a:lnTo>
                  <a:lnTo>
                    <a:pt x="7095" y="27959"/>
                  </a:lnTo>
                  <a:lnTo>
                    <a:pt x="7736" y="27888"/>
                  </a:lnTo>
                  <a:lnTo>
                    <a:pt x="9052" y="28475"/>
                  </a:lnTo>
                  <a:lnTo>
                    <a:pt x="10018" y="28018"/>
                  </a:lnTo>
                  <a:lnTo>
                    <a:pt x="11135" y="28012"/>
                  </a:lnTo>
                  <a:lnTo>
                    <a:pt x="11995" y="27875"/>
                  </a:lnTo>
                  <a:lnTo>
                    <a:pt x="12506" y="26487"/>
                  </a:lnTo>
                  <a:lnTo>
                    <a:pt x="13203" y="21185"/>
                  </a:lnTo>
                  <a:lnTo>
                    <a:pt x="13658" y="20121"/>
                  </a:lnTo>
                  <a:lnTo>
                    <a:pt x="14005" y="19799"/>
                  </a:lnTo>
                  <a:lnTo>
                    <a:pt x="14990" y="18817"/>
                  </a:lnTo>
                  <a:lnTo>
                    <a:pt x="15833" y="17273"/>
                  </a:lnTo>
                  <a:lnTo>
                    <a:pt x="16521" y="16165"/>
                  </a:lnTo>
                  <a:lnTo>
                    <a:pt x="16776" y="15943"/>
                  </a:lnTo>
                  <a:lnTo>
                    <a:pt x="17503" y="15803"/>
                  </a:lnTo>
                  <a:lnTo>
                    <a:pt x="18229" y="15151"/>
                  </a:lnTo>
                  <a:lnTo>
                    <a:pt x="18565" y="14402"/>
                  </a:lnTo>
                  <a:lnTo>
                    <a:pt x="19481" y="13807"/>
                  </a:lnTo>
                  <a:lnTo>
                    <a:pt x="20379" y="14142"/>
                  </a:lnTo>
                  <a:lnTo>
                    <a:pt x="20983" y="13490"/>
                  </a:lnTo>
                  <a:lnTo>
                    <a:pt x="21385" y="13067"/>
                  </a:lnTo>
                  <a:lnTo>
                    <a:pt x="21842" y="13034"/>
                  </a:lnTo>
                  <a:lnTo>
                    <a:pt x="22263" y="12419"/>
                  </a:lnTo>
                  <a:lnTo>
                    <a:pt x="22430" y="11476"/>
                  </a:lnTo>
                  <a:lnTo>
                    <a:pt x="22705" y="10876"/>
                  </a:lnTo>
                  <a:lnTo>
                    <a:pt x="23406" y="9499"/>
                  </a:lnTo>
                  <a:lnTo>
                    <a:pt x="23728" y="8502"/>
                  </a:lnTo>
                  <a:lnTo>
                    <a:pt x="23872" y="7499"/>
                  </a:lnTo>
                  <a:lnTo>
                    <a:pt x="24013" y="6699"/>
                  </a:lnTo>
                  <a:lnTo>
                    <a:pt x="24322" y="5352"/>
                  </a:lnTo>
                  <a:lnTo>
                    <a:pt x="25545" y="1966"/>
                  </a:lnTo>
                  <a:close/>
                </a:path>
              </a:pathLst>
            </a:custGeom>
            <a:solidFill>
              <a:srgbClr val="E1EEDE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g503"/>
            <p:cNvSpPr/>
            <p:nvPr/>
          </p:nvSpPr>
          <p:spPr>
            <a:xfrm>
              <a:off x="3112400" y="2811125"/>
              <a:ext cx="3322" cy="6020"/>
            </a:xfrm>
            <a:custGeom>
              <a:avLst/>
              <a:pathLst>
                <a:path w="3322" h="6020">
                  <a:moveTo>
                    <a:pt x="3322" y="1198"/>
                  </a:moveTo>
                  <a:lnTo>
                    <a:pt x="2142" y="6020"/>
                  </a:lnTo>
                  <a:lnTo>
                    <a:pt x="657" y="4215"/>
                  </a:lnTo>
                  <a:lnTo>
                    <a:pt x="299" y="3611"/>
                  </a:lnTo>
                  <a:lnTo>
                    <a:pt x="0" y="2620"/>
                  </a:lnTo>
                  <a:lnTo>
                    <a:pt x="1428" y="2423"/>
                  </a:lnTo>
                  <a:lnTo>
                    <a:pt x="2876" y="0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g504"/>
            <p:cNvSpPr/>
            <p:nvPr/>
          </p:nvSpPr>
          <p:spPr>
            <a:xfrm>
              <a:off x="3141053" y="2801989"/>
              <a:ext cx="5195" cy="12184"/>
            </a:xfrm>
            <a:custGeom>
              <a:avLst/>
              <a:pathLst>
                <a:path w="5195" h="12184">
                  <a:moveTo>
                    <a:pt x="4983" y="353"/>
                  </a:moveTo>
                  <a:lnTo>
                    <a:pt x="4908" y="2624"/>
                  </a:lnTo>
                  <a:lnTo>
                    <a:pt x="5195" y="4920"/>
                  </a:lnTo>
                  <a:lnTo>
                    <a:pt x="5122" y="8410"/>
                  </a:lnTo>
                  <a:lnTo>
                    <a:pt x="4542" y="10301"/>
                  </a:lnTo>
                  <a:lnTo>
                    <a:pt x="3048" y="12184"/>
                  </a:lnTo>
                  <a:lnTo>
                    <a:pt x="1873" y="11846"/>
                  </a:lnTo>
                  <a:lnTo>
                    <a:pt x="1208" y="11088"/>
                  </a:lnTo>
                  <a:lnTo>
                    <a:pt x="26" y="8030"/>
                  </a:lnTo>
                  <a:lnTo>
                    <a:pt x="0" y="4870"/>
                  </a:lnTo>
                  <a:lnTo>
                    <a:pt x="1078" y="2812"/>
                  </a:lnTo>
                  <a:lnTo>
                    <a:pt x="1544" y="155"/>
                  </a:lnTo>
                  <a:lnTo>
                    <a:pt x="4347" y="662"/>
                  </a:lnTo>
                  <a:lnTo>
                    <a:pt x="4591" y="150"/>
                  </a:lnTo>
                  <a:lnTo>
                    <a:pt x="4801" y="0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g505"/>
            <p:cNvSpPr/>
            <p:nvPr/>
          </p:nvSpPr>
          <p:spPr>
            <a:xfrm>
              <a:off x="3122584" y="2800693"/>
              <a:ext cx="2727" cy="5603"/>
            </a:xfrm>
            <a:custGeom>
              <a:avLst/>
              <a:pathLst>
                <a:path w="2727" h="5603">
                  <a:moveTo>
                    <a:pt x="1709" y="5354"/>
                  </a:moveTo>
                  <a:lnTo>
                    <a:pt x="1212" y="5603"/>
                  </a:lnTo>
                  <a:lnTo>
                    <a:pt x="621" y="4872"/>
                  </a:lnTo>
                  <a:lnTo>
                    <a:pt x="0" y="2526"/>
                  </a:lnTo>
                  <a:lnTo>
                    <a:pt x="421" y="793"/>
                  </a:lnTo>
                  <a:lnTo>
                    <a:pt x="808" y="0"/>
                  </a:lnTo>
                  <a:lnTo>
                    <a:pt x="1347" y="115"/>
                  </a:lnTo>
                  <a:lnTo>
                    <a:pt x="2379" y="1395"/>
                  </a:lnTo>
                  <a:lnTo>
                    <a:pt x="2695" y="2719"/>
                  </a:lnTo>
                  <a:lnTo>
                    <a:pt x="2727" y="3537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g506"/>
            <p:cNvSpPr/>
            <p:nvPr/>
          </p:nvSpPr>
          <p:spPr>
            <a:xfrm>
              <a:off x="3127698" y="2789677"/>
              <a:ext cx="9581" cy="16807"/>
            </a:xfrm>
            <a:custGeom>
              <a:avLst/>
              <a:pathLst>
                <a:path w="9581" h="16807">
                  <a:moveTo>
                    <a:pt x="6957" y="5792"/>
                  </a:moveTo>
                  <a:lnTo>
                    <a:pt x="5936" y="12545"/>
                  </a:lnTo>
                  <a:lnTo>
                    <a:pt x="4985" y="15190"/>
                  </a:lnTo>
                  <a:lnTo>
                    <a:pt x="4418" y="16071"/>
                  </a:lnTo>
                  <a:lnTo>
                    <a:pt x="3014" y="16807"/>
                  </a:lnTo>
                  <a:lnTo>
                    <a:pt x="1347" y="12611"/>
                  </a:lnTo>
                  <a:lnTo>
                    <a:pt x="479" y="8354"/>
                  </a:lnTo>
                  <a:lnTo>
                    <a:pt x="0" y="6984"/>
                  </a:lnTo>
                  <a:lnTo>
                    <a:pt x="758" y="5905"/>
                  </a:lnTo>
                  <a:lnTo>
                    <a:pt x="1867" y="6091"/>
                  </a:lnTo>
                  <a:lnTo>
                    <a:pt x="4247" y="5185"/>
                  </a:lnTo>
                  <a:lnTo>
                    <a:pt x="4727" y="4824"/>
                  </a:lnTo>
                  <a:lnTo>
                    <a:pt x="7145" y="525"/>
                  </a:lnTo>
                  <a:lnTo>
                    <a:pt x="9526" y="0"/>
                  </a:lnTo>
                  <a:lnTo>
                    <a:pt x="9581" y="1409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g507"/>
            <p:cNvSpPr/>
            <p:nvPr/>
          </p:nvSpPr>
          <p:spPr>
            <a:xfrm>
              <a:off x="3157112" y="2784692"/>
              <a:ext cx="8100" cy="20349"/>
            </a:xfrm>
            <a:custGeom>
              <a:avLst/>
              <a:pathLst>
                <a:path w="8100" h="20349">
                  <a:moveTo>
                    <a:pt x="3595" y="17002"/>
                  </a:moveTo>
                  <a:lnTo>
                    <a:pt x="1939" y="20349"/>
                  </a:lnTo>
                  <a:lnTo>
                    <a:pt x="282" y="19570"/>
                  </a:lnTo>
                  <a:lnTo>
                    <a:pt x="0" y="19022"/>
                  </a:lnTo>
                  <a:lnTo>
                    <a:pt x="1660" y="18172"/>
                  </a:lnTo>
                  <a:lnTo>
                    <a:pt x="3166" y="15627"/>
                  </a:lnTo>
                  <a:lnTo>
                    <a:pt x="4134" y="9988"/>
                  </a:lnTo>
                  <a:lnTo>
                    <a:pt x="5647" y="3759"/>
                  </a:lnTo>
                  <a:lnTo>
                    <a:pt x="5952" y="1122"/>
                  </a:lnTo>
                  <a:lnTo>
                    <a:pt x="6552" y="95"/>
                  </a:lnTo>
                  <a:lnTo>
                    <a:pt x="7379" y="0"/>
                  </a:lnTo>
                  <a:lnTo>
                    <a:pt x="7733" y="196"/>
                  </a:lnTo>
                  <a:lnTo>
                    <a:pt x="8100" y="1579"/>
                  </a:lnTo>
                  <a:lnTo>
                    <a:pt x="8094" y="4713"/>
                  </a:lnTo>
                  <a:lnTo>
                    <a:pt x="7663" y="9909"/>
                  </a:lnTo>
                  <a:lnTo>
                    <a:pt x="6870" y="14514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g508"/>
            <p:cNvSpPr/>
            <p:nvPr/>
          </p:nvSpPr>
          <p:spPr>
            <a:xfrm>
              <a:off x="3114347" y="2781675"/>
              <a:ext cx="3341" cy="10669"/>
            </a:xfrm>
            <a:custGeom>
              <a:avLst/>
              <a:pathLst>
                <a:path w="3341" h="10669">
                  <a:moveTo>
                    <a:pt x="2029" y="10447"/>
                  </a:moveTo>
                  <a:lnTo>
                    <a:pt x="1723" y="10669"/>
                  </a:lnTo>
                  <a:lnTo>
                    <a:pt x="1446" y="8338"/>
                  </a:lnTo>
                  <a:lnTo>
                    <a:pt x="0" y="2615"/>
                  </a:lnTo>
                  <a:lnTo>
                    <a:pt x="877" y="65"/>
                  </a:lnTo>
                  <a:lnTo>
                    <a:pt x="2476" y="0"/>
                  </a:lnTo>
                  <a:lnTo>
                    <a:pt x="3122" y="1779"/>
                  </a:lnTo>
                  <a:lnTo>
                    <a:pt x="3341" y="3614"/>
                  </a:lnTo>
                  <a:lnTo>
                    <a:pt x="3036" y="4674"/>
                  </a:lnTo>
                  <a:lnTo>
                    <a:pt x="3124" y="6818"/>
                  </a:lnTo>
                  <a:lnTo>
                    <a:pt x="2958" y="8205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g509"/>
            <p:cNvSpPr/>
            <p:nvPr/>
          </p:nvSpPr>
          <p:spPr>
            <a:xfrm>
              <a:off x="3164813" y="2770138"/>
              <a:ext cx="5325" cy="11575"/>
            </a:xfrm>
            <a:custGeom>
              <a:avLst/>
              <a:pathLst>
                <a:path w="5325" h="11575">
                  <a:moveTo>
                    <a:pt x="1754" y="9632"/>
                  </a:moveTo>
                  <a:lnTo>
                    <a:pt x="925" y="11575"/>
                  </a:lnTo>
                  <a:lnTo>
                    <a:pt x="0" y="10877"/>
                  </a:lnTo>
                  <a:lnTo>
                    <a:pt x="442" y="6615"/>
                  </a:lnTo>
                  <a:lnTo>
                    <a:pt x="874" y="5351"/>
                  </a:lnTo>
                  <a:lnTo>
                    <a:pt x="2557" y="3493"/>
                  </a:lnTo>
                  <a:lnTo>
                    <a:pt x="3959" y="2745"/>
                  </a:lnTo>
                  <a:lnTo>
                    <a:pt x="4369" y="767"/>
                  </a:lnTo>
                  <a:lnTo>
                    <a:pt x="4830" y="0"/>
                  </a:lnTo>
                  <a:lnTo>
                    <a:pt x="5325" y="1173"/>
                  </a:lnTo>
                  <a:lnTo>
                    <a:pt x="4949" y="2536"/>
                  </a:lnTo>
                  <a:lnTo>
                    <a:pt x="4655" y="6814"/>
                  </a:lnTo>
                  <a:lnTo>
                    <a:pt x="3719" y="8185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g510"/>
            <p:cNvSpPr/>
            <p:nvPr/>
          </p:nvSpPr>
          <p:spPr>
            <a:xfrm>
              <a:off x="3350812" y="2488506"/>
              <a:ext cx="2339" cy="3231"/>
            </a:xfrm>
            <a:custGeom>
              <a:avLst/>
              <a:pathLst>
                <a:path w="2339" h="3231">
                  <a:moveTo>
                    <a:pt x="2339" y="2840"/>
                  </a:moveTo>
                  <a:lnTo>
                    <a:pt x="2062" y="3231"/>
                  </a:lnTo>
                  <a:lnTo>
                    <a:pt x="1255" y="2872"/>
                  </a:lnTo>
                  <a:lnTo>
                    <a:pt x="46" y="2872"/>
                  </a:lnTo>
                  <a:lnTo>
                    <a:pt x="0" y="1677"/>
                  </a:lnTo>
                  <a:lnTo>
                    <a:pt x="185" y="844"/>
                  </a:lnTo>
                  <a:lnTo>
                    <a:pt x="418" y="0"/>
                  </a:lnTo>
                  <a:lnTo>
                    <a:pt x="1156" y="1663"/>
                  </a:lnTo>
                  <a:lnTo>
                    <a:pt x="2324" y="1972"/>
                  </a:lnTo>
                  <a:close/>
                </a:path>
              </a:pathLst>
            </a:custGeom>
            <a:solidFill>
              <a:srgbClr val="8FBF8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g511"/>
            <p:cNvSpPr/>
            <p:nvPr/>
          </p:nvSpPr>
          <p:spPr>
            <a:xfrm>
              <a:off x="3348636" y="2478080"/>
              <a:ext cx="4878" cy="7794"/>
            </a:xfrm>
            <a:custGeom>
              <a:avLst/>
              <a:pathLst>
                <a:path w="4878" h="7794">
                  <a:moveTo>
                    <a:pt x="2704" y="5979"/>
                  </a:moveTo>
                  <a:lnTo>
                    <a:pt x="2262" y="7794"/>
                  </a:lnTo>
                  <a:lnTo>
                    <a:pt x="409" y="7152"/>
                  </a:lnTo>
                  <a:lnTo>
                    <a:pt x="0" y="6417"/>
                  </a:lnTo>
                  <a:lnTo>
                    <a:pt x="401" y="4363"/>
                  </a:lnTo>
                  <a:lnTo>
                    <a:pt x="931" y="4116"/>
                  </a:lnTo>
                  <a:lnTo>
                    <a:pt x="965" y="2656"/>
                  </a:lnTo>
                  <a:lnTo>
                    <a:pt x="1526" y="1188"/>
                  </a:lnTo>
                  <a:lnTo>
                    <a:pt x="4157" y="0"/>
                  </a:lnTo>
                  <a:lnTo>
                    <a:pt x="4751" y="994"/>
                  </a:lnTo>
                  <a:lnTo>
                    <a:pt x="4878" y="2429"/>
                  </a:lnTo>
                  <a:lnTo>
                    <a:pt x="3305" y="5570"/>
                  </a:lnTo>
                  <a:close/>
                </a:path>
              </a:pathLst>
            </a:custGeom>
            <a:solidFill>
              <a:srgbClr val="8FBF8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g512"/>
            <p:cNvSpPr/>
            <p:nvPr/>
          </p:nvSpPr>
          <p:spPr>
            <a:xfrm>
              <a:off x="3362610" y="2452980"/>
              <a:ext cx="13305" cy="19775"/>
            </a:xfrm>
            <a:custGeom>
              <a:avLst/>
              <a:pathLst>
                <a:path w="13305" h="19775">
                  <a:moveTo>
                    <a:pt x="9448" y="5331"/>
                  </a:moveTo>
                  <a:lnTo>
                    <a:pt x="10616" y="6318"/>
                  </a:lnTo>
                  <a:lnTo>
                    <a:pt x="11848" y="5430"/>
                  </a:lnTo>
                  <a:lnTo>
                    <a:pt x="12502" y="5709"/>
                  </a:lnTo>
                  <a:lnTo>
                    <a:pt x="13148" y="6183"/>
                  </a:lnTo>
                  <a:lnTo>
                    <a:pt x="13305" y="8059"/>
                  </a:lnTo>
                  <a:lnTo>
                    <a:pt x="12731" y="10145"/>
                  </a:lnTo>
                  <a:lnTo>
                    <a:pt x="11927" y="12258"/>
                  </a:lnTo>
                  <a:lnTo>
                    <a:pt x="11248" y="14581"/>
                  </a:lnTo>
                  <a:lnTo>
                    <a:pt x="10660" y="17253"/>
                  </a:lnTo>
                  <a:lnTo>
                    <a:pt x="9561" y="18830"/>
                  </a:lnTo>
                  <a:lnTo>
                    <a:pt x="8565" y="19775"/>
                  </a:lnTo>
                  <a:lnTo>
                    <a:pt x="6460" y="17792"/>
                  </a:lnTo>
                  <a:lnTo>
                    <a:pt x="5237" y="17299"/>
                  </a:lnTo>
                  <a:lnTo>
                    <a:pt x="4872" y="16555"/>
                  </a:lnTo>
                  <a:lnTo>
                    <a:pt x="4582" y="13600"/>
                  </a:lnTo>
                  <a:lnTo>
                    <a:pt x="4028" y="12657"/>
                  </a:lnTo>
                  <a:lnTo>
                    <a:pt x="3218" y="12242"/>
                  </a:lnTo>
                  <a:lnTo>
                    <a:pt x="2508" y="12997"/>
                  </a:lnTo>
                  <a:lnTo>
                    <a:pt x="1578" y="14556"/>
                  </a:lnTo>
                  <a:lnTo>
                    <a:pt x="1081" y="13002"/>
                  </a:lnTo>
                  <a:lnTo>
                    <a:pt x="296" y="12709"/>
                  </a:lnTo>
                  <a:lnTo>
                    <a:pt x="0" y="11773"/>
                  </a:lnTo>
                  <a:lnTo>
                    <a:pt x="15" y="10561"/>
                  </a:lnTo>
                  <a:lnTo>
                    <a:pt x="5056" y="3418"/>
                  </a:lnTo>
                  <a:lnTo>
                    <a:pt x="6517" y="1838"/>
                  </a:lnTo>
                  <a:lnTo>
                    <a:pt x="9611" y="0"/>
                  </a:lnTo>
                  <a:lnTo>
                    <a:pt x="10085" y="278"/>
                  </a:lnTo>
                  <a:lnTo>
                    <a:pt x="9681" y="1367"/>
                  </a:lnTo>
                  <a:lnTo>
                    <a:pt x="9712" y="1855"/>
                  </a:lnTo>
                  <a:lnTo>
                    <a:pt x="10098" y="2383"/>
                  </a:lnTo>
                  <a:lnTo>
                    <a:pt x="10004" y="3224"/>
                  </a:lnTo>
                  <a:lnTo>
                    <a:pt x="9611" y="3957"/>
                  </a:lnTo>
                  <a:close/>
                </a:path>
              </a:pathLst>
            </a:custGeom>
            <a:solidFill>
              <a:srgbClr val="8FBF8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g513"/>
            <p:cNvSpPr/>
            <p:nvPr/>
          </p:nvSpPr>
          <p:spPr>
            <a:xfrm>
              <a:off x="3380558" y="2449889"/>
              <a:ext cx="5842" cy="7234"/>
            </a:xfrm>
            <a:custGeom>
              <a:avLst/>
              <a:pathLst>
                <a:path w="5842" h="7234">
                  <a:moveTo>
                    <a:pt x="5496" y="6892"/>
                  </a:moveTo>
                  <a:lnTo>
                    <a:pt x="5272" y="7234"/>
                  </a:lnTo>
                  <a:lnTo>
                    <a:pt x="1523" y="3819"/>
                  </a:lnTo>
                  <a:lnTo>
                    <a:pt x="298" y="3438"/>
                  </a:lnTo>
                  <a:lnTo>
                    <a:pt x="0" y="2917"/>
                  </a:lnTo>
                  <a:lnTo>
                    <a:pt x="33" y="1141"/>
                  </a:lnTo>
                  <a:lnTo>
                    <a:pt x="130" y="356"/>
                  </a:lnTo>
                  <a:lnTo>
                    <a:pt x="2638" y="0"/>
                  </a:lnTo>
                  <a:lnTo>
                    <a:pt x="4668" y="1262"/>
                  </a:lnTo>
                  <a:lnTo>
                    <a:pt x="5757" y="4664"/>
                  </a:lnTo>
                  <a:lnTo>
                    <a:pt x="5842" y="5247"/>
                  </a:lnTo>
                  <a:close/>
                </a:path>
              </a:pathLst>
            </a:custGeom>
            <a:solidFill>
              <a:srgbClr val="8FBF8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g514"/>
            <p:cNvSpPr/>
            <p:nvPr/>
          </p:nvSpPr>
          <p:spPr>
            <a:xfrm>
              <a:off x="3221170" y="2340869"/>
              <a:ext cx="152856" cy="228668"/>
            </a:xfrm>
            <a:custGeom>
              <a:avLst/>
              <a:pathLst>
                <a:path w="152856" h="228668">
                  <a:moveTo>
                    <a:pt x="90692" y="10555"/>
                  </a:moveTo>
                  <a:lnTo>
                    <a:pt x="90708" y="11582"/>
                  </a:lnTo>
                  <a:lnTo>
                    <a:pt x="91189" y="12996"/>
                  </a:lnTo>
                  <a:lnTo>
                    <a:pt x="91682" y="13519"/>
                  </a:lnTo>
                  <a:lnTo>
                    <a:pt x="92726" y="14244"/>
                  </a:lnTo>
                  <a:lnTo>
                    <a:pt x="93526" y="14341"/>
                  </a:lnTo>
                  <a:lnTo>
                    <a:pt x="94620" y="14682"/>
                  </a:lnTo>
                  <a:lnTo>
                    <a:pt x="95364" y="15497"/>
                  </a:lnTo>
                  <a:lnTo>
                    <a:pt x="95405" y="16767"/>
                  </a:lnTo>
                  <a:lnTo>
                    <a:pt x="95219" y="18185"/>
                  </a:lnTo>
                  <a:lnTo>
                    <a:pt x="94770" y="19489"/>
                  </a:lnTo>
                  <a:lnTo>
                    <a:pt x="94513" y="20489"/>
                  </a:lnTo>
                  <a:lnTo>
                    <a:pt x="94753" y="21062"/>
                  </a:lnTo>
                  <a:lnTo>
                    <a:pt x="95144" y="21505"/>
                  </a:lnTo>
                  <a:lnTo>
                    <a:pt x="95567" y="21627"/>
                  </a:lnTo>
                  <a:lnTo>
                    <a:pt x="95854" y="21480"/>
                  </a:lnTo>
                  <a:lnTo>
                    <a:pt x="96070" y="20692"/>
                  </a:lnTo>
                  <a:lnTo>
                    <a:pt x="96483" y="19726"/>
                  </a:lnTo>
                  <a:lnTo>
                    <a:pt x="96712" y="19607"/>
                  </a:lnTo>
                  <a:lnTo>
                    <a:pt x="96694" y="20154"/>
                  </a:lnTo>
                  <a:lnTo>
                    <a:pt x="96890" y="20829"/>
                  </a:lnTo>
                  <a:lnTo>
                    <a:pt x="98231" y="21967"/>
                  </a:lnTo>
                  <a:lnTo>
                    <a:pt x="101175" y="24083"/>
                  </a:lnTo>
                  <a:lnTo>
                    <a:pt x="102329" y="24122"/>
                  </a:lnTo>
                  <a:lnTo>
                    <a:pt x="103262" y="24370"/>
                  </a:lnTo>
                  <a:lnTo>
                    <a:pt x="103535" y="25265"/>
                  </a:lnTo>
                  <a:lnTo>
                    <a:pt x="105409" y="28531"/>
                  </a:lnTo>
                  <a:lnTo>
                    <a:pt x="105856" y="28442"/>
                  </a:lnTo>
                  <a:lnTo>
                    <a:pt x="106692" y="28521"/>
                  </a:lnTo>
                  <a:lnTo>
                    <a:pt x="107700" y="28262"/>
                  </a:lnTo>
                  <a:lnTo>
                    <a:pt x="108430" y="27650"/>
                  </a:lnTo>
                  <a:lnTo>
                    <a:pt x="108908" y="27752"/>
                  </a:lnTo>
                  <a:lnTo>
                    <a:pt x="109436" y="28384"/>
                  </a:lnTo>
                  <a:lnTo>
                    <a:pt x="110054" y="28935"/>
                  </a:lnTo>
                  <a:lnTo>
                    <a:pt x="110850" y="30010"/>
                  </a:lnTo>
                  <a:lnTo>
                    <a:pt x="111563" y="31342"/>
                  </a:lnTo>
                  <a:lnTo>
                    <a:pt x="112055" y="31778"/>
                  </a:lnTo>
                  <a:lnTo>
                    <a:pt x="112556" y="31626"/>
                  </a:lnTo>
                  <a:lnTo>
                    <a:pt x="115010" y="30885"/>
                  </a:lnTo>
                  <a:lnTo>
                    <a:pt x="115670" y="31665"/>
                  </a:lnTo>
                  <a:lnTo>
                    <a:pt x="116370" y="31655"/>
                  </a:lnTo>
                  <a:lnTo>
                    <a:pt x="117154" y="31452"/>
                  </a:lnTo>
                  <a:lnTo>
                    <a:pt x="118865" y="31861"/>
                  </a:lnTo>
                  <a:lnTo>
                    <a:pt x="120254" y="31763"/>
                  </a:lnTo>
                  <a:lnTo>
                    <a:pt x="120380" y="31437"/>
                  </a:lnTo>
                  <a:lnTo>
                    <a:pt x="120499" y="28488"/>
                  </a:lnTo>
                  <a:lnTo>
                    <a:pt x="120720" y="27445"/>
                  </a:lnTo>
                  <a:lnTo>
                    <a:pt x="121049" y="27168"/>
                  </a:lnTo>
                  <a:lnTo>
                    <a:pt x="121873" y="27377"/>
                  </a:lnTo>
                  <a:lnTo>
                    <a:pt x="124866" y="29123"/>
                  </a:lnTo>
                  <a:lnTo>
                    <a:pt x="126098" y="30214"/>
                  </a:lnTo>
                  <a:lnTo>
                    <a:pt x="127282" y="31068"/>
                  </a:lnTo>
                  <a:lnTo>
                    <a:pt x="128318" y="31162"/>
                  </a:lnTo>
                  <a:lnTo>
                    <a:pt x="129002" y="31731"/>
                  </a:lnTo>
                  <a:lnTo>
                    <a:pt x="129964" y="34532"/>
                  </a:lnTo>
                  <a:lnTo>
                    <a:pt x="129799" y="35936"/>
                  </a:lnTo>
                  <a:lnTo>
                    <a:pt x="129886" y="36455"/>
                  </a:lnTo>
                  <a:lnTo>
                    <a:pt x="129987" y="37429"/>
                  </a:lnTo>
                  <a:lnTo>
                    <a:pt x="129961" y="38508"/>
                  </a:lnTo>
                  <a:lnTo>
                    <a:pt x="130213" y="39214"/>
                  </a:lnTo>
                  <a:lnTo>
                    <a:pt x="130669" y="39302"/>
                  </a:lnTo>
                  <a:lnTo>
                    <a:pt x="131252" y="39088"/>
                  </a:lnTo>
                  <a:lnTo>
                    <a:pt x="131890" y="38667"/>
                  </a:lnTo>
                  <a:lnTo>
                    <a:pt x="133013" y="37464"/>
                  </a:lnTo>
                  <a:lnTo>
                    <a:pt x="133348" y="37268"/>
                  </a:lnTo>
                  <a:lnTo>
                    <a:pt x="135222" y="38634"/>
                  </a:lnTo>
                  <a:lnTo>
                    <a:pt x="136052" y="39543"/>
                  </a:lnTo>
                  <a:lnTo>
                    <a:pt x="136339" y="40534"/>
                  </a:lnTo>
                  <a:lnTo>
                    <a:pt x="136766" y="41547"/>
                  </a:lnTo>
                  <a:lnTo>
                    <a:pt x="137329" y="41694"/>
                  </a:lnTo>
                  <a:lnTo>
                    <a:pt x="138129" y="40732"/>
                  </a:lnTo>
                  <a:lnTo>
                    <a:pt x="139373" y="39702"/>
                  </a:lnTo>
                  <a:lnTo>
                    <a:pt x="141494" y="40608"/>
                  </a:lnTo>
                  <a:lnTo>
                    <a:pt x="143853" y="41922"/>
                  </a:lnTo>
                  <a:lnTo>
                    <a:pt x="144873" y="42079"/>
                  </a:lnTo>
                  <a:lnTo>
                    <a:pt x="144911" y="41440"/>
                  </a:lnTo>
                  <a:lnTo>
                    <a:pt x="145096" y="40527"/>
                  </a:lnTo>
                  <a:lnTo>
                    <a:pt x="145484" y="40070"/>
                  </a:lnTo>
                  <a:lnTo>
                    <a:pt x="146064" y="39935"/>
                  </a:lnTo>
                  <a:lnTo>
                    <a:pt x="146871" y="39456"/>
                  </a:lnTo>
                  <a:lnTo>
                    <a:pt x="147794" y="38664"/>
                  </a:lnTo>
                  <a:lnTo>
                    <a:pt x="148753" y="38334"/>
                  </a:lnTo>
                  <a:lnTo>
                    <a:pt x="149759" y="38925"/>
                  </a:lnTo>
                  <a:lnTo>
                    <a:pt x="150972" y="39404"/>
                  </a:lnTo>
                  <a:lnTo>
                    <a:pt x="151695" y="39400"/>
                  </a:lnTo>
                  <a:lnTo>
                    <a:pt x="152041" y="41270"/>
                  </a:lnTo>
                  <a:lnTo>
                    <a:pt x="152627" y="41984"/>
                  </a:lnTo>
                  <a:lnTo>
                    <a:pt x="152856" y="43602"/>
                  </a:lnTo>
                  <a:lnTo>
                    <a:pt x="151783" y="44447"/>
                  </a:lnTo>
                  <a:lnTo>
                    <a:pt x="151146" y="44561"/>
                  </a:lnTo>
                  <a:lnTo>
                    <a:pt x="150951" y="47340"/>
                  </a:lnTo>
                  <a:lnTo>
                    <a:pt x="151253" y="48122"/>
                  </a:lnTo>
                  <a:lnTo>
                    <a:pt x="151855" y="48856"/>
                  </a:lnTo>
                  <a:lnTo>
                    <a:pt x="152020" y="49711"/>
                  </a:lnTo>
                  <a:lnTo>
                    <a:pt x="152141" y="53788"/>
                  </a:lnTo>
                  <a:lnTo>
                    <a:pt x="150908" y="56247"/>
                  </a:lnTo>
                  <a:lnTo>
                    <a:pt x="149177" y="59012"/>
                  </a:lnTo>
                  <a:lnTo>
                    <a:pt x="140720" y="67904"/>
                  </a:lnTo>
                  <a:lnTo>
                    <a:pt x="138705" y="72211"/>
                  </a:lnTo>
                  <a:lnTo>
                    <a:pt x="137938" y="73197"/>
                  </a:lnTo>
                  <a:lnTo>
                    <a:pt x="131649" y="75909"/>
                  </a:lnTo>
                  <a:lnTo>
                    <a:pt x="127252" y="78806"/>
                  </a:lnTo>
                  <a:lnTo>
                    <a:pt x="125145" y="79856"/>
                  </a:lnTo>
                  <a:lnTo>
                    <a:pt x="122512" y="84892"/>
                  </a:lnTo>
                  <a:lnTo>
                    <a:pt x="121266" y="86924"/>
                  </a:lnTo>
                  <a:lnTo>
                    <a:pt x="122258" y="87487"/>
                  </a:lnTo>
                  <a:lnTo>
                    <a:pt x="123416" y="89893"/>
                  </a:lnTo>
                  <a:lnTo>
                    <a:pt x="123027" y="90961"/>
                  </a:lnTo>
                  <a:lnTo>
                    <a:pt x="121338" y="92609"/>
                  </a:lnTo>
                  <a:lnTo>
                    <a:pt x="120601" y="93115"/>
                  </a:lnTo>
                  <a:lnTo>
                    <a:pt x="120199" y="92852"/>
                  </a:lnTo>
                  <a:lnTo>
                    <a:pt x="119821" y="93080"/>
                  </a:lnTo>
                  <a:lnTo>
                    <a:pt x="116988" y="101811"/>
                  </a:lnTo>
                  <a:lnTo>
                    <a:pt x="114487" y="108089"/>
                  </a:lnTo>
                  <a:lnTo>
                    <a:pt x="113081" y="110826"/>
                  </a:lnTo>
                  <a:lnTo>
                    <a:pt x="112556" y="112312"/>
                  </a:lnTo>
                  <a:lnTo>
                    <a:pt x="111640" y="114905"/>
                  </a:lnTo>
                  <a:lnTo>
                    <a:pt x="108571" y="125426"/>
                  </a:lnTo>
                  <a:lnTo>
                    <a:pt x="108547" y="128463"/>
                  </a:lnTo>
                  <a:lnTo>
                    <a:pt x="110059" y="138938"/>
                  </a:lnTo>
                  <a:lnTo>
                    <a:pt x="110926" y="141689"/>
                  </a:lnTo>
                  <a:lnTo>
                    <a:pt x="112140" y="144002"/>
                  </a:lnTo>
                  <a:lnTo>
                    <a:pt x="112556" y="144357"/>
                  </a:lnTo>
                  <a:lnTo>
                    <a:pt x="114444" y="145968"/>
                  </a:lnTo>
                  <a:lnTo>
                    <a:pt x="115013" y="147903"/>
                  </a:lnTo>
                  <a:lnTo>
                    <a:pt x="114218" y="149747"/>
                  </a:lnTo>
                  <a:lnTo>
                    <a:pt x="112556" y="152114"/>
                  </a:lnTo>
                  <a:lnTo>
                    <a:pt x="111914" y="153030"/>
                  </a:lnTo>
                  <a:lnTo>
                    <a:pt x="107910" y="157464"/>
                  </a:lnTo>
                  <a:lnTo>
                    <a:pt x="106209" y="160961"/>
                  </a:lnTo>
                  <a:lnTo>
                    <a:pt x="105845" y="164334"/>
                  </a:lnTo>
                  <a:lnTo>
                    <a:pt x="104674" y="165849"/>
                  </a:lnTo>
                  <a:lnTo>
                    <a:pt x="104230" y="170572"/>
                  </a:lnTo>
                  <a:lnTo>
                    <a:pt x="103519" y="173701"/>
                  </a:lnTo>
                  <a:lnTo>
                    <a:pt x="103383" y="174762"/>
                  </a:lnTo>
                  <a:lnTo>
                    <a:pt x="102628" y="177135"/>
                  </a:lnTo>
                  <a:lnTo>
                    <a:pt x="102525" y="178858"/>
                  </a:lnTo>
                  <a:lnTo>
                    <a:pt x="103762" y="181238"/>
                  </a:lnTo>
                  <a:lnTo>
                    <a:pt x="103149" y="182267"/>
                  </a:lnTo>
                  <a:lnTo>
                    <a:pt x="102536" y="182724"/>
                  </a:lnTo>
                  <a:lnTo>
                    <a:pt x="101124" y="183003"/>
                  </a:lnTo>
                  <a:lnTo>
                    <a:pt x="96377" y="183304"/>
                  </a:lnTo>
                  <a:lnTo>
                    <a:pt x="92557" y="188451"/>
                  </a:lnTo>
                  <a:lnTo>
                    <a:pt x="90648" y="193005"/>
                  </a:lnTo>
                  <a:lnTo>
                    <a:pt x="88922" y="201486"/>
                  </a:lnTo>
                  <a:lnTo>
                    <a:pt x="86823" y="206485"/>
                  </a:lnTo>
                  <a:lnTo>
                    <a:pt x="85894" y="207407"/>
                  </a:lnTo>
                  <a:lnTo>
                    <a:pt x="84458" y="205209"/>
                  </a:lnTo>
                  <a:lnTo>
                    <a:pt x="82663" y="204875"/>
                  </a:lnTo>
                  <a:lnTo>
                    <a:pt x="80922" y="205603"/>
                  </a:lnTo>
                  <a:lnTo>
                    <a:pt x="80009" y="207345"/>
                  </a:lnTo>
                  <a:lnTo>
                    <a:pt x="78584" y="208314"/>
                  </a:lnTo>
                  <a:lnTo>
                    <a:pt x="77191" y="207475"/>
                  </a:lnTo>
                  <a:lnTo>
                    <a:pt x="74177" y="207022"/>
                  </a:lnTo>
                  <a:lnTo>
                    <a:pt x="72837" y="207103"/>
                  </a:lnTo>
                  <a:lnTo>
                    <a:pt x="70739" y="208516"/>
                  </a:lnTo>
                  <a:lnTo>
                    <a:pt x="68941" y="207573"/>
                  </a:lnTo>
                  <a:lnTo>
                    <a:pt x="65906" y="207094"/>
                  </a:lnTo>
                  <a:lnTo>
                    <a:pt x="59337" y="208215"/>
                  </a:lnTo>
                  <a:lnTo>
                    <a:pt x="58508" y="208743"/>
                  </a:lnTo>
                  <a:lnTo>
                    <a:pt x="57686" y="210844"/>
                  </a:lnTo>
                  <a:lnTo>
                    <a:pt x="55592" y="214469"/>
                  </a:lnTo>
                  <a:lnTo>
                    <a:pt x="52409" y="214599"/>
                  </a:lnTo>
                  <a:lnTo>
                    <a:pt x="49530" y="216912"/>
                  </a:lnTo>
                  <a:lnTo>
                    <a:pt x="48811" y="218394"/>
                  </a:lnTo>
                  <a:lnTo>
                    <a:pt x="47602" y="222469"/>
                  </a:lnTo>
                  <a:lnTo>
                    <a:pt x="47221" y="225448"/>
                  </a:lnTo>
                  <a:lnTo>
                    <a:pt x="46970" y="225472"/>
                  </a:lnTo>
                  <a:lnTo>
                    <a:pt x="46657" y="224739"/>
                  </a:lnTo>
                  <a:lnTo>
                    <a:pt x="46214" y="224985"/>
                  </a:lnTo>
                  <a:lnTo>
                    <a:pt x="45984" y="227254"/>
                  </a:lnTo>
                  <a:lnTo>
                    <a:pt x="44902" y="228287"/>
                  </a:lnTo>
                  <a:lnTo>
                    <a:pt x="43997" y="228668"/>
                  </a:lnTo>
                  <a:lnTo>
                    <a:pt x="41768" y="226824"/>
                  </a:lnTo>
                  <a:lnTo>
                    <a:pt x="39912" y="224064"/>
                  </a:lnTo>
                  <a:lnTo>
                    <a:pt x="38937" y="223867"/>
                  </a:lnTo>
                  <a:lnTo>
                    <a:pt x="37356" y="219571"/>
                  </a:lnTo>
                  <a:lnTo>
                    <a:pt x="36675" y="216833"/>
                  </a:lnTo>
                  <a:lnTo>
                    <a:pt x="36192" y="213877"/>
                  </a:lnTo>
                  <a:lnTo>
                    <a:pt x="36292" y="212744"/>
                  </a:lnTo>
                  <a:lnTo>
                    <a:pt x="36155" y="211802"/>
                  </a:lnTo>
                  <a:lnTo>
                    <a:pt x="34752" y="210611"/>
                  </a:lnTo>
                  <a:lnTo>
                    <a:pt x="34409" y="207897"/>
                  </a:lnTo>
                  <a:lnTo>
                    <a:pt x="35432" y="204373"/>
                  </a:lnTo>
                  <a:lnTo>
                    <a:pt x="36271" y="202871"/>
                  </a:lnTo>
                  <a:lnTo>
                    <a:pt x="36791" y="202439"/>
                  </a:lnTo>
                  <a:lnTo>
                    <a:pt x="35522" y="202589"/>
                  </a:lnTo>
                  <a:lnTo>
                    <a:pt x="34605" y="204860"/>
                  </a:lnTo>
                  <a:lnTo>
                    <a:pt x="33432" y="201226"/>
                  </a:lnTo>
                  <a:lnTo>
                    <a:pt x="28652" y="194146"/>
                  </a:lnTo>
                  <a:lnTo>
                    <a:pt x="28960" y="192523"/>
                  </a:lnTo>
                  <a:lnTo>
                    <a:pt x="28906" y="191644"/>
                  </a:lnTo>
                  <a:lnTo>
                    <a:pt x="28105" y="193534"/>
                  </a:lnTo>
                  <a:lnTo>
                    <a:pt x="27555" y="194022"/>
                  </a:lnTo>
                  <a:lnTo>
                    <a:pt x="25114" y="193716"/>
                  </a:lnTo>
                  <a:lnTo>
                    <a:pt x="22296" y="194583"/>
                  </a:lnTo>
                  <a:lnTo>
                    <a:pt x="21552" y="187238"/>
                  </a:lnTo>
                  <a:lnTo>
                    <a:pt x="21200" y="184414"/>
                  </a:lnTo>
                  <a:lnTo>
                    <a:pt x="21109" y="182585"/>
                  </a:lnTo>
                  <a:lnTo>
                    <a:pt x="21835" y="178366"/>
                  </a:lnTo>
                  <a:lnTo>
                    <a:pt x="22628" y="176649"/>
                  </a:lnTo>
                  <a:lnTo>
                    <a:pt x="23684" y="173101"/>
                  </a:lnTo>
                  <a:lnTo>
                    <a:pt x="24986" y="170149"/>
                  </a:lnTo>
                  <a:lnTo>
                    <a:pt x="26362" y="169449"/>
                  </a:lnTo>
                  <a:lnTo>
                    <a:pt x="26967" y="169015"/>
                  </a:lnTo>
                  <a:lnTo>
                    <a:pt x="27476" y="166732"/>
                  </a:lnTo>
                  <a:lnTo>
                    <a:pt x="27763" y="164784"/>
                  </a:lnTo>
                  <a:lnTo>
                    <a:pt x="27553" y="164591"/>
                  </a:lnTo>
                  <a:lnTo>
                    <a:pt x="25949" y="164988"/>
                  </a:lnTo>
                  <a:lnTo>
                    <a:pt x="23065" y="156820"/>
                  </a:lnTo>
                  <a:lnTo>
                    <a:pt x="23153" y="155519"/>
                  </a:lnTo>
                  <a:lnTo>
                    <a:pt x="23517" y="153587"/>
                  </a:lnTo>
                  <a:lnTo>
                    <a:pt x="23756" y="151148"/>
                  </a:lnTo>
                  <a:lnTo>
                    <a:pt x="23815" y="149222"/>
                  </a:lnTo>
                  <a:lnTo>
                    <a:pt x="24566" y="147569"/>
                  </a:lnTo>
                  <a:lnTo>
                    <a:pt x="25716" y="145901"/>
                  </a:lnTo>
                  <a:lnTo>
                    <a:pt x="26685" y="143534"/>
                  </a:lnTo>
                  <a:lnTo>
                    <a:pt x="27170" y="141223"/>
                  </a:lnTo>
                  <a:lnTo>
                    <a:pt x="27271" y="139119"/>
                  </a:lnTo>
                  <a:lnTo>
                    <a:pt x="26722" y="137623"/>
                  </a:lnTo>
                  <a:lnTo>
                    <a:pt x="25145" y="136792"/>
                  </a:lnTo>
                  <a:lnTo>
                    <a:pt x="23519" y="130796"/>
                  </a:lnTo>
                  <a:lnTo>
                    <a:pt x="23158" y="127043"/>
                  </a:lnTo>
                  <a:lnTo>
                    <a:pt x="22826" y="126653"/>
                  </a:lnTo>
                  <a:lnTo>
                    <a:pt x="21821" y="124944"/>
                  </a:lnTo>
                  <a:lnTo>
                    <a:pt x="20857" y="121736"/>
                  </a:lnTo>
                  <a:lnTo>
                    <a:pt x="20717" y="121239"/>
                  </a:lnTo>
                  <a:lnTo>
                    <a:pt x="21712" y="120674"/>
                  </a:lnTo>
                  <a:lnTo>
                    <a:pt x="25812" y="120644"/>
                  </a:lnTo>
                  <a:lnTo>
                    <a:pt x="26668" y="119939"/>
                  </a:lnTo>
                  <a:lnTo>
                    <a:pt x="26798" y="119690"/>
                  </a:lnTo>
                  <a:lnTo>
                    <a:pt x="27546" y="117196"/>
                  </a:lnTo>
                  <a:lnTo>
                    <a:pt x="28328" y="113097"/>
                  </a:lnTo>
                  <a:lnTo>
                    <a:pt x="28512" y="110593"/>
                  </a:lnTo>
                  <a:lnTo>
                    <a:pt x="28265" y="109559"/>
                  </a:lnTo>
                  <a:lnTo>
                    <a:pt x="26907" y="107024"/>
                  </a:lnTo>
                  <a:lnTo>
                    <a:pt x="26848" y="106276"/>
                  </a:lnTo>
                  <a:lnTo>
                    <a:pt x="27067" y="105082"/>
                  </a:lnTo>
                  <a:lnTo>
                    <a:pt x="27874" y="103803"/>
                  </a:lnTo>
                  <a:lnTo>
                    <a:pt x="28966" y="102352"/>
                  </a:lnTo>
                  <a:lnTo>
                    <a:pt x="29559" y="101100"/>
                  </a:lnTo>
                  <a:lnTo>
                    <a:pt x="29418" y="100120"/>
                  </a:lnTo>
                  <a:lnTo>
                    <a:pt x="29099" y="99094"/>
                  </a:lnTo>
                  <a:lnTo>
                    <a:pt x="29049" y="98140"/>
                  </a:lnTo>
                  <a:lnTo>
                    <a:pt x="29248" y="96962"/>
                  </a:lnTo>
                  <a:lnTo>
                    <a:pt x="29320" y="92945"/>
                  </a:lnTo>
                  <a:lnTo>
                    <a:pt x="29459" y="91912"/>
                  </a:lnTo>
                  <a:lnTo>
                    <a:pt x="29246" y="88264"/>
                  </a:lnTo>
                  <a:lnTo>
                    <a:pt x="28980" y="85285"/>
                  </a:lnTo>
                  <a:lnTo>
                    <a:pt x="28118" y="81419"/>
                  </a:lnTo>
                  <a:lnTo>
                    <a:pt x="28275" y="80565"/>
                  </a:lnTo>
                  <a:lnTo>
                    <a:pt x="28674" y="79845"/>
                  </a:lnTo>
                  <a:lnTo>
                    <a:pt x="29978" y="78506"/>
                  </a:lnTo>
                  <a:lnTo>
                    <a:pt x="31022" y="75351"/>
                  </a:lnTo>
                  <a:lnTo>
                    <a:pt x="32536" y="72715"/>
                  </a:lnTo>
                  <a:lnTo>
                    <a:pt x="34520" y="70597"/>
                  </a:lnTo>
                  <a:lnTo>
                    <a:pt x="35907" y="68244"/>
                  </a:lnTo>
                  <a:lnTo>
                    <a:pt x="36455" y="66444"/>
                  </a:lnTo>
                  <a:lnTo>
                    <a:pt x="36843" y="65968"/>
                  </a:lnTo>
                  <a:lnTo>
                    <a:pt x="36731" y="65129"/>
                  </a:lnTo>
                  <a:lnTo>
                    <a:pt x="36470" y="63906"/>
                  </a:lnTo>
                  <a:lnTo>
                    <a:pt x="35679" y="62713"/>
                  </a:lnTo>
                  <a:lnTo>
                    <a:pt x="34659" y="62028"/>
                  </a:lnTo>
                  <a:lnTo>
                    <a:pt x="33526" y="62057"/>
                  </a:lnTo>
                  <a:lnTo>
                    <a:pt x="32825" y="61817"/>
                  </a:lnTo>
                  <a:lnTo>
                    <a:pt x="32621" y="60885"/>
                  </a:lnTo>
                  <a:lnTo>
                    <a:pt x="32698" y="58359"/>
                  </a:lnTo>
                  <a:lnTo>
                    <a:pt x="32638" y="55860"/>
                  </a:lnTo>
                  <a:lnTo>
                    <a:pt x="32421" y="54708"/>
                  </a:lnTo>
                  <a:lnTo>
                    <a:pt x="31898" y="53843"/>
                  </a:lnTo>
                  <a:lnTo>
                    <a:pt x="30858" y="54074"/>
                  </a:lnTo>
                  <a:lnTo>
                    <a:pt x="29960" y="53367"/>
                  </a:lnTo>
                  <a:lnTo>
                    <a:pt x="29279" y="53199"/>
                  </a:lnTo>
                  <a:lnTo>
                    <a:pt x="28885" y="53758"/>
                  </a:lnTo>
                  <a:lnTo>
                    <a:pt x="26874" y="53599"/>
                  </a:lnTo>
                  <a:lnTo>
                    <a:pt x="26038" y="53198"/>
                  </a:lnTo>
                  <a:lnTo>
                    <a:pt x="25453" y="52697"/>
                  </a:lnTo>
                  <a:lnTo>
                    <a:pt x="25077" y="52977"/>
                  </a:lnTo>
                  <a:lnTo>
                    <a:pt x="24865" y="53463"/>
                  </a:lnTo>
                  <a:lnTo>
                    <a:pt x="24829" y="54227"/>
                  </a:lnTo>
                  <a:lnTo>
                    <a:pt x="24691" y="55235"/>
                  </a:lnTo>
                  <a:lnTo>
                    <a:pt x="23973" y="56147"/>
                  </a:lnTo>
                  <a:lnTo>
                    <a:pt x="22327" y="57054"/>
                  </a:lnTo>
                  <a:lnTo>
                    <a:pt x="20999" y="56987"/>
                  </a:lnTo>
                  <a:lnTo>
                    <a:pt x="19780" y="56338"/>
                  </a:lnTo>
                  <a:lnTo>
                    <a:pt x="19389" y="55864"/>
                  </a:lnTo>
                  <a:lnTo>
                    <a:pt x="18799" y="55436"/>
                  </a:lnTo>
                  <a:lnTo>
                    <a:pt x="16321" y="55965"/>
                  </a:lnTo>
                  <a:lnTo>
                    <a:pt x="16023" y="55579"/>
                  </a:lnTo>
                  <a:lnTo>
                    <a:pt x="15169" y="56516"/>
                  </a:lnTo>
                  <a:lnTo>
                    <a:pt x="13908" y="57630"/>
                  </a:lnTo>
                  <a:lnTo>
                    <a:pt x="13200" y="57697"/>
                  </a:lnTo>
                  <a:lnTo>
                    <a:pt x="12944" y="57460"/>
                  </a:lnTo>
                  <a:lnTo>
                    <a:pt x="12850" y="56958"/>
                  </a:lnTo>
                  <a:lnTo>
                    <a:pt x="12319" y="55218"/>
                  </a:lnTo>
                  <a:lnTo>
                    <a:pt x="12459" y="54294"/>
                  </a:lnTo>
                  <a:lnTo>
                    <a:pt x="13474" y="51604"/>
                  </a:lnTo>
                  <a:lnTo>
                    <a:pt x="13361" y="50960"/>
                  </a:lnTo>
                  <a:lnTo>
                    <a:pt x="12943" y="50090"/>
                  </a:lnTo>
                  <a:lnTo>
                    <a:pt x="12570" y="48835"/>
                  </a:lnTo>
                  <a:lnTo>
                    <a:pt x="12462" y="48190"/>
                  </a:lnTo>
                  <a:lnTo>
                    <a:pt x="11816" y="48080"/>
                  </a:lnTo>
                  <a:lnTo>
                    <a:pt x="11127" y="48740"/>
                  </a:lnTo>
                  <a:lnTo>
                    <a:pt x="8501" y="50091"/>
                  </a:lnTo>
                  <a:lnTo>
                    <a:pt x="7872" y="50582"/>
                  </a:lnTo>
                  <a:lnTo>
                    <a:pt x="6735" y="51889"/>
                  </a:lnTo>
                  <a:lnTo>
                    <a:pt x="5587" y="53882"/>
                  </a:lnTo>
                  <a:lnTo>
                    <a:pt x="4671" y="54300"/>
                  </a:lnTo>
                  <a:lnTo>
                    <a:pt x="4354" y="53710"/>
                  </a:lnTo>
                  <a:lnTo>
                    <a:pt x="4246" y="49029"/>
                  </a:lnTo>
                  <a:lnTo>
                    <a:pt x="5644" y="45917"/>
                  </a:lnTo>
                  <a:lnTo>
                    <a:pt x="6638" y="44039"/>
                  </a:lnTo>
                  <a:lnTo>
                    <a:pt x="6172" y="43659"/>
                  </a:lnTo>
                  <a:lnTo>
                    <a:pt x="5116" y="43711"/>
                  </a:lnTo>
                  <a:lnTo>
                    <a:pt x="5187" y="42257"/>
                  </a:lnTo>
                  <a:lnTo>
                    <a:pt x="5682" y="41557"/>
                  </a:lnTo>
                  <a:lnTo>
                    <a:pt x="6162" y="39974"/>
                  </a:lnTo>
                  <a:lnTo>
                    <a:pt x="5599" y="39292"/>
                  </a:lnTo>
                  <a:lnTo>
                    <a:pt x="5161" y="38250"/>
                  </a:lnTo>
                  <a:lnTo>
                    <a:pt x="5188" y="35523"/>
                  </a:lnTo>
                  <a:lnTo>
                    <a:pt x="5310" y="34414"/>
                  </a:lnTo>
                  <a:lnTo>
                    <a:pt x="5168" y="33219"/>
                  </a:lnTo>
                  <a:lnTo>
                    <a:pt x="3020" y="34835"/>
                  </a:lnTo>
                  <a:lnTo>
                    <a:pt x="2468" y="34593"/>
                  </a:lnTo>
                  <a:lnTo>
                    <a:pt x="2444" y="32568"/>
                  </a:lnTo>
                  <a:lnTo>
                    <a:pt x="3637" y="29485"/>
                  </a:lnTo>
                  <a:lnTo>
                    <a:pt x="3759" y="28543"/>
                  </a:lnTo>
                  <a:lnTo>
                    <a:pt x="2364" y="28087"/>
                  </a:lnTo>
                  <a:lnTo>
                    <a:pt x="1321" y="26574"/>
                  </a:lnTo>
                  <a:lnTo>
                    <a:pt x="684" y="25221"/>
                  </a:lnTo>
                  <a:lnTo>
                    <a:pt x="5" y="23274"/>
                  </a:lnTo>
                  <a:lnTo>
                    <a:pt x="0" y="21534"/>
                  </a:lnTo>
                  <a:lnTo>
                    <a:pt x="701" y="17449"/>
                  </a:lnTo>
                  <a:lnTo>
                    <a:pt x="1707" y="16262"/>
                  </a:lnTo>
                  <a:lnTo>
                    <a:pt x="2573" y="15530"/>
                  </a:lnTo>
                  <a:lnTo>
                    <a:pt x="4411" y="12709"/>
                  </a:lnTo>
                  <a:lnTo>
                    <a:pt x="6946" y="13236"/>
                  </a:lnTo>
                  <a:lnTo>
                    <a:pt x="8513" y="12631"/>
                  </a:lnTo>
                  <a:lnTo>
                    <a:pt x="9921" y="11190"/>
                  </a:lnTo>
                  <a:lnTo>
                    <a:pt x="10726" y="10865"/>
                  </a:lnTo>
                  <a:lnTo>
                    <a:pt x="12025" y="9607"/>
                  </a:lnTo>
                  <a:lnTo>
                    <a:pt x="11984" y="7908"/>
                  </a:lnTo>
                  <a:lnTo>
                    <a:pt x="11538" y="6647"/>
                  </a:lnTo>
                  <a:lnTo>
                    <a:pt x="11930" y="5456"/>
                  </a:lnTo>
                  <a:lnTo>
                    <a:pt x="13387" y="4003"/>
                  </a:lnTo>
                  <a:lnTo>
                    <a:pt x="15001" y="2073"/>
                  </a:lnTo>
                  <a:lnTo>
                    <a:pt x="16853" y="1701"/>
                  </a:lnTo>
                  <a:lnTo>
                    <a:pt x="18737" y="0"/>
                  </a:lnTo>
                  <a:lnTo>
                    <a:pt x="20000" y="1099"/>
                  </a:lnTo>
                  <a:lnTo>
                    <a:pt x="21108" y="727"/>
                  </a:lnTo>
                  <a:lnTo>
                    <a:pt x="22379" y="2031"/>
                  </a:lnTo>
                  <a:lnTo>
                    <a:pt x="24053" y="5021"/>
                  </a:lnTo>
                  <a:lnTo>
                    <a:pt x="26503" y="6222"/>
                  </a:lnTo>
                  <a:lnTo>
                    <a:pt x="28456" y="5286"/>
                  </a:lnTo>
                  <a:lnTo>
                    <a:pt x="31910" y="5087"/>
                  </a:lnTo>
                  <a:lnTo>
                    <a:pt x="33636" y="5485"/>
                  </a:lnTo>
                  <a:lnTo>
                    <a:pt x="36702" y="4748"/>
                  </a:lnTo>
                  <a:lnTo>
                    <a:pt x="38456" y="5012"/>
                  </a:lnTo>
                  <a:lnTo>
                    <a:pt x="41302" y="3530"/>
                  </a:lnTo>
                  <a:lnTo>
                    <a:pt x="43506" y="5380"/>
                  </a:lnTo>
                  <a:lnTo>
                    <a:pt x="47772" y="6245"/>
                  </a:lnTo>
                  <a:lnTo>
                    <a:pt x="50337" y="7762"/>
                  </a:lnTo>
                  <a:lnTo>
                    <a:pt x="57433" y="10307"/>
                  </a:lnTo>
                  <a:lnTo>
                    <a:pt x="59995" y="10336"/>
                  </a:lnTo>
                  <a:lnTo>
                    <a:pt x="63621" y="8907"/>
                  </a:lnTo>
                  <a:lnTo>
                    <a:pt x="65156" y="7834"/>
                  </a:lnTo>
                  <a:lnTo>
                    <a:pt x="66561" y="8470"/>
                  </a:lnTo>
                  <a:lnTo>
                    <a:pt x="68626" y="7241"/>
                  </a:lnTo>
                  <a:lnTo>
                    <a:pt x="69613" y="7491"/>
                  </a:lnTo>
                  <a:lnTo>
                    <a:pt x="70902" y="9244"/>
                  </a:lnTo>
                  <a:lnTo>
                    <a:pt x="75439" y="11611"/>
                  </a:lnTo>
                  <a:lnTo>
                    <a:pt x="76632" y="9599"/>
                  </a:lnTo>
                  <a:lnTo>
                    <a:pt x="77517" y="9163"/>
                  </a:lnTo>
                  <a:lnTo>
                    <a:pt x="80783" y="10395"/>
                  </a:lnTo>
                  <a:lnTo>
                    <a:pt x="84073" y="12898"/>
                  </a:lnTo>
                  <a:lnTo>
                    <a:pt x="85785" y="13079"/>
                  </a:lnTo>
                  <a:lnTo>
                    <a:pt x="88288" y="12395"/>
                  </a:lnTo>
                  <a:lnTo>
                    <a:pt x="90272" y="10747"/>
                  </a:lnTo>
                  <a:close/>
                </a:path>
              </a:pathLst>
            </a:custGeom>
            <a:solidFill>
              <a:srgbClr val="8FBF8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g515"/>
            <p:cNvSpPr/>
            <p:nvPr/>
          </p:nvSpPr>
          <p:spPr>
            <a:xfrm>
              <a:off x="3600072" y="1901687"/>
              <a:ext cx="17899" cy="20567"/>
            </a:xfrm>
            <a:custGeom>
              <a:avLst/>
              <a:pathLst>
                <a:path w="17899" h="20567">
                  <a:moveTo>
                    <a:pt x="9297" y="181"/>
                  </a:moveTo>
                  <a:lnTo>
                    <a:pt x="10162" y="897"/>
                  </a:lnTo>
                  <a:lnTo>
                    <a:pt x="10960" y="670"/>
                  </a:lnTo>
                  <a:lnTo>
                    <a:pt x="11768" y="173"/>
                  </a:lnTo>
                  <a:lnTo>
                    <a:pt x="13524" y="640"/>
                  </a:lnTo>
                  <a:lnTo>
                    <a:pt x="17529" y="4252"/>
                  </a:lnTo>
                  <a:lnTo>
                    <a:pt x="17899" y="5217"/>
                  </a:lnTo>
                  <a:lnTo>
                    <a:pt x="15510" y="5655"/>
                  </a:lnTo>
                  <a:lnTo>
                    <a:pt x="14967" y="6763"/>
                  </a:lnTo>
                  <a:lnTo>
                    <a:pt x="14392" y="7537"/>
                  </a:lnTo>
                  <a:lnTo>
                    <a:pt x="13715" y="7786"/>
                  </a:lnTo>
                  <a:lnTo>
                    <a:pt x="12560" y="9340"/>
                  </a:lnTo>
                  <a:lnTo>
                    <a:pt x="10999" y="10829"/>
                  </a:lnTo>
                  <a:lnTo>
                    <a:pt x="10673" y="11722"/>
                  </a:lnTo>
                  <a:lnTo>
                    <a:pt x="7847" y="11558"/>
                  </a:lnTo>
                  <a:lnTo>
                    <a:pt x="6303" y="12122"/>
                  </a:lnTo>
                  <a:lnTo>
                    <a:pt x="5055" y="13789"/>
                  </a:lnTo>
                  <a:lnTo>
                    <a:pt x="4544" y="17007"/>
                  </a:lnTo>
                  <a:lnTo>
                    <a:pt x="3631" y="19519"/>
                  </a:lnTo>
                  <a:lnTo>
                    <a:pt x="2702" y="20428"/>
                  </a:lnTo>
                  <a:lnTo>
                    <a:pt x="1735" y="20567"/>
                  </a:lnTo>
                  <a:lnTo>
                    <a:pt x="1505" y="19623"/>
                  </a:lnTo>
                  <a:lnTo>
                    <a:pt x="1597" y="18681"/>
                  </a:lnTo>
                  <a:lnTo>
                    <a:pt x="3637" y="15130"/>
                  </a:lnTo>
                  <a:lnTo>
                    <a:pt x="4060" y="13978"/>
                  </a:lnTo>
                  <a:lnTo>
                    <a:pt x="3045" y="13465"/>
                  </a:lnTo>
                  <a:lnTo>
                    <a:pt x="2194" y="12233"/>
                  </a:lnTo>
                  <a:lnTo>
                    <a:pt x="336" y="10786"/>
                  </a:lnTo>
                  <a:lnTo>
                    <a:pt x="0" y="9624"/>
                  </a:lnTo>
                  <a:lnTo>
                    <a:pt x="445" y="9538"/>
                  </a:lnTo>
                  <a:lnTo>
                    <a:pt x="852" y="9205"/>
                  </a:lnTo>
                  <a:lnTo>
                    <a:pt x="1347" y="8231"/>
                  </a:lnTo>
                  <a:lnTo>
                    <a:pt x="1579" y="7113"/>
                  </a:lnTo>
                  <a:lnTo>
                    <a:pt x="95" y="3847"/>
                  </a:lnTo>
                  <a:lnTo>
                    <a:pt x="852" y="3342"/>
                  </a:lnTo>
                  <a:lnTo>
                    <a:pt x="1795" y="3461"/>
                  </a:lnTo>
                  <a:lnTo>
                    <a:pt x="2764" y="4410"/>
                  </a:lnTo>
                  <a:lnTo>
                    <a:pt x="3827" y="3296"/>
                  </a:lnTo>
                  <a:lnTo>
                    <a:pt x="4278" y="3132"/>
                  </a:lnTo>
                  <a:lnTo>
                    <a:pt x="5022" y="3529"/>
                  </a:lnTo>
                  <a:lnTo>
                    <a:pt x="5772" y="1374"/>
                  </a:lnTo>
                  <a:lnTo>
                    <a:pt x="7555" y="665"/>
                  </a:lnTo>
                  <a:lnTo>
                    <a:pt x="8439" y="0"/>
                  </a:lnTo>
                  <a:close/>
                </a:path>
              </a:pathLst>
            </a:custGeom>
            <a:solidFill>
              <a:srgbClr val="FEFFFE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g516"/>
            <p:cNvSpPr/>
            <p:nvPr/>
          </p:nvSpPr>
          <p:spPr>
            <a:xfrm>
              <a:off x="3614806" y="1900187"/>
              <a:ext cx="3570" cy="4081"/>
            </a:xfrm>
            <a:custGeom>
              <a:avLst/>
              <a:pathLst>
                <a:path w="3570" h="4081">
                  <a:moveTo>
                    <a:pt x="3413" y="3775"/>
                  </a:moveTo>
                  <a:lnTo>
                    <a:pt x="2399" y="4081"/>
                  </a:lnTo>
                  <a:lnTo>
                    <a:pt x="0" y="1981"/>
                  </a:lnTo>
                  <a:lnTo>
                    <a:pt x="555" y="558"/>
                  </a:lnTo>
                  <a:lnTo>
                    <a:pt x="1242" y="0"/>
                  </a:lnTo>
                  <a:lnTo>
                    <a:pt x="3282" y="872"/>
                  </a:lnTo>
                  <a:lnTo>
                    <a:pt x="3570" y="3031"/>
                  </a:lnTo>
                  <a:close/>
                </a:path>
              </a:pathLst>
            </a:custGeom>
            <a:solidFill>
              <a:srgbClr val="FEFFFE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g517"/>
            <p:cNvSpPr/>
            <p:nvPr/>
          </p:nvSpPr>
          <p:spPr>
            <a:xfrm>
              <a:off x="3602531" y="1888102"/>
              <a:ext cx="11607" cy="11734"/>
            </a:xfrm>
            <a:custGeom>
              <a:avLst/>
              <a:pathLst>
                <a:path w="11607" h="11734">
                  <a:moveTo>
                    <a:pt x="10572" y="7688"/>
                  </a:moveTo>
                  <a:lnTo>
                    <a:pt x="9572" y="9150"/>
                  </a:lnTo>
                  <a:lnTo>
                    <a:pt x="8977" y="8565"/>
                  </a:lnTo>
                  <a:lnTo>
                    <a:pt x="8665" y="7866"/>
                  </a:lnTo>
                  <a:lnTo>
                    <a:pt x="7375" y="11167"/>
                  </a:lnTo>
                  <a:lnTo>
                    <a:pt x="5922" y="11734"/>
                  </a:lnTo>
                  <a:lnTo>
                    <a:pt x="5074" y="11082"/>
                  </a:lnTo>
                  <a:lnTo>
                    <a:pt x="5151" y="9848"/>
                  </a:lnTo>
                  <a:lnTo>
                    <a:pt x="4323" y="6610"/>
                  </a:lnTo>
                  <a:lnTo>
                    <a:pt x="3061" y="5662"/>
                  </a:lnTo>
                  <a:lnTo>
                    <a:pt x="1287" y="5573"/>
                  </a:lnTo>
                  <a:lnTo>
                    <a:pt x="0" y="4240"/>
                  </a:lnTo>
                  <a:lnTo>
                    <a:pt x="4952" y="3332"/>
                  </a:lnTo>
                  <a:lnTo>
                    <a:pt x="5464" y="1791"/>
                  </a:lnTo>
                  <a:lnTo>
                    <a:pt x="6470" y="174"/>
                  </a:lnTo>
                  <a:lnTo>
                    <a:pt x="7229" y="0"/>
                  </a:lnTo>
                  <a:lnTo>
                    <a:pt x="7872" y="374"/>
                  </a:lnTo>
                  <a:lnTo>
                    <a:pt x="7994" y="1628"/>
                  </a:lnTo>
                  <a:lnTo>
                    <a:pt x="8156" y="2128"/>
                  </a:lnTo>
                  <a:lnTo>
                    <a:pt x="10403" y="2833"/>
                  </a:lnTo>
                  <a:lnTo>
                    <a:pt x="11277" y="4942"/>
                  </a:lnTo>
                  <a:lnTo>
                    <a:pt x="11607" y="7480"/>
                  </a:lnTo>
                  <a:close/>
                </a:path>
              </a:pathLst>
            </a:custGeom>
            <a:solidFill>
              <a:srgbClr val="FEFFFE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g518"/>
            <p:cNvSpPr/>
            <p:nvPr/>
          </p:nvSpPr>
          <p:spPr>
            <a:xfrm>
              <a:off x="3619298" y="1871794"/>
              <a:ext cx="57511" cy="62452"/>
            </a:xfrm>
            <a:custGeom>
              <a:avLst/>
              <a:pathLst>
                <a:path w="57511" h="62452">
                  <a:moveTo>
                    <a:pt x="55823" y="4572"/>
                  </a:moveTo>
                  <a:lnTo>
                    <a:pt x="56472" y="5491"/>
                  </a:lnTo>
                  <a:lnTo>
                    <a:pt x="57291" y="6971"/>
                  </a:lnTo>
                  <a:lnTo>
                    <a:pt x="57511" y="7818"/>
                  </a:lnTo>
                  <a:lnTo>
                    <a:pt x="57234" y="8316"/>
                  </a:lnTo>
                  <a:lnTo>
                    <a:pt x="56418" y="8739"/>
                  </a:lnTo>
                  <a:lnTo>
                    <a:pt x="56232" y="9195"/>
                  </a:lnTo>
                  <a:lnTo>
                    <a:pt x="55870" y="9966"/>
                  </a:lnTo>
                  <a:lnTo>
                    <a:pt x="54917" y="10105"/>
                  </a:lnTo>
                  <a:lnTo>
                    <a:pt x="54423" y="10678"/>
                  </a:lnTo>
                  <a:lnTo>
                    <a:pt x="53836" y="13188"/>
                  </a:lnTo>
                  <a:lnTo>
                    <a:pt x="52716" y="17345"/>
                  </a:lnTo>
                  <a:lnTo>
                    <a:pt x="51061" y="20508"/>
                  </a:lnTo>
                  <a:lnTo>
                    <a:pt x="49736" y="22242"/>
                  </a:lnTo>
                  <a:lnTo>
                    <a:pt x="49143" y="23571"/>
                  </a:lnTo>
                  <a:lnTo>
                    <a:pt x="48775" y="25168"/>
                  </a:lnTo>
                  <a:lnTo>
                    <a:pt x="48688" y="26770"/>
                  </a:lnTo>
                  <a:lnTo>
                    <a:pt x="49959" y="35569"/>
                  </a:lnTo>
                  <a:lnTo>
                    <a:pt x="49943" y="37158"/>
                  </a:lnTo>
                  <a:lnTo>
                    <a:pt x="49645" y="38790"/>
                  </a:lnTo>
                  <a:lnTo>
                    <a:pt x="49428" y="40450"/>
                  </a:lnTo>
                  <a:lnTo>
                    <a:pt x="49606" y="41890"/>
                  </a:lnTo>
                  <a:lnTo>
                    <a:pt x="50443" y="44350"/>
                  </a:lnTo>
                  <a:lnTo>
                    <a:pt x="51333" y="48019"/>
                  </a:lnTo>
                  <a:lnTo>
                    <a:pt x="51690" y="50363"/>
                  </a:lnTo>
                  <a:lnTo>
                    <a:pt x="52282" y="51224"/>
                  </a:lnTo>
                  <a:lnTo>
                    <a:pt x="52852" y="51854"/>
                  </a:lnTo>
                  <a:lnTo>
                    <a:pt x="52971" y="52251"/>
                  </a:lnTo>
                  <a:lnTo>
                    <a:pt x="52952" y="52664"/>
                  </a:lnTo>
                  <a:lnTo>
                    <a:pt x="52658" y="53129"/>
                  </a:lnTo>
                  <a:lnTo>
                    <a:pt x="50090" y="54358"/>
                  </a:lnTo>
                  <a:lnTo>
                    <a:pt x="49756" y="55398"/>
                  </a:lnTo>
                  <a:lnTo>
                    <a:pt x="49479" y="56558"/>
                  </a:lnTo>
                  <a:lnTo>
                    <a:pt x="48358" y="58277"/>
                  </a:lnTo>
                  <a:lnTo>
                    <a:pt x="48014" y="59880"/>
                  </a:lnTo>
                  <a:lnTo>
                    <a:pt x="47801" y="61719"/>
                  </a:lnTo>
                  <a:lnTo>
                    <a:pt x="47772" y="62374"/>
                  </a:lnTo>
                  <a:lnTo>
                    <a:pt x="47463" y="62452"/>
                  </a:lnTo>
                  <a:lnTo>
                    <a:pt x="45763" y="62073"/>
                  </a:lnTo>
                  <a:lnTo>
                    <a:pt x="43890" y="60878"/>
                  </a:lnTo>
                  <a:lnTo>
                    <a:pt x="43069" y="59981"/>
                  </a:lnTo>
                  <a:lnTo>
                    <a:pt x="42262" y="59991"/>
                  </a:lnTo>
                  <a:lnTo>
                    <a:pt x="41286" y="60584"/>
                  </a:lnTo>
                  <a:lnTo>
                    <a:pt x="37787" y="62289"/>
                  </a:lnTo>
                  <a:lnTo>
                    <a:pt x="36928" y="61891"/>
                  </a:lnTo>
                  <a:lnTo>
                    <a:pt x="34928" y="60219"/>
                  </a:lnTo>
                  <a:lnTo>
                    <a:pt x="33917" y="58396"/>
                  </a:lnTo>
                  <a:lnTo>
                    <a:pt x="31666" y="54768"/>
                  </a:lnTo>
                  <a:lnTo>
                    <a:pt x="31482" y="53905"/>
                  </a:lnTo>
                  <a:lnTo>
                    <a:pt x="31188" y="53212"/>
                  </a:lnTo>
                  <a:lnTo>
                    <a:pt x="28782" y="52315"/>
                  </a:lnTo>
                  <a:lnTo>
                    <a:pt x="27894" y="50977"/>
                  </a:lnTo>
                  <a:lnTo>
                    <a:pt x="27154" y="50790"/>
                  </a:lnTo>
                  <a:lnTo>
                    <a:pt x="26071" y="50122"/>
                  </a:lnTo>
                  <a:lnTo>
                    <a:pt x="23253" y="47265"/>
                  </a:lnTo>
                  <a:lnTo>
                    <a:pt x="22553" y="46998"/>
                  </a:lnTo>
                  <a:lnTo>
                    <a:pt x="22383" y="47479"/>
                  </a:lnTo>
                  <a:lnTo>
                    <a:pt x="22432" y="48154"/>
                  </a:lnTo>
                  <a:lnTo>
                    <a:pt x="22257" y="48545"/>
                  </a:lnTo>
                  <a:lnTo>
                    <a:pt x="21896" y="48532"/>
                  </a:lnTo>
                  <a:lnTo>
                    <a:pt x="21244" y="47481"/>
                  </a:lnTo>
                  <a:lnTo>
                    <a:pt x="20462" y="46557"/>
                  </a:lnTo>
                  <a:lnTo>
                    <a:pt x="18028" y="48295"/>
                  </a:lnTo>
                  <a:lnTo>
                    <a:pt x="17147" y="48764"/>
                  </a:lnTo>
                  <a:lnTo>
                    <a:pt x="16376" y="48866"/>
                  </a:lnTo>
                  <a:lnTo>
                    <a:pt x="12514" y="51153"/>
                  </a:lnTo>
                  <a:lnTo>
                    <a:pt x="11339" y="52386"/>
                  </a:lnTo>
                  <a:lnTo>
                    <a:pt x="10853" y="52254"/>
                  </a:lnTo>
                  <a:lnTo>
                    <a:pt x="10968" y="51097"/>
                  </a:lnTo>
                  <a:lnTo>
                    <a:pt x="12575" y="45300"/>
                  </a:lnTo>
                  <a:lnTo>
                    <a:pt x="12863" y="40700"/>
                  </a:lnTo>
                  <a:lnTo>
                    <a:pt x="13451" y="40068"/>
                  </a:lnTo>
                  <a:lnTo>
                    <a:pt x="13621" y="39430"/>
                  </a:lnTo>
                  <a:lnTo>
                    <a:pt x="13370" y="37963"/>
                  </a:lnTo>
                  <a:lnTo>
                    <a:pt x="11701" y="37022"/>
                  </a:lnTo>
                  <a:lnTo>
                    <a:pt x="11027" y="37161"/>
                  </a:lnTo>
                  <a:lnTo>
                    <a:pt x="10422" y="38738"/>
                  </a:lnTo>
                  <a:lnTo>
                    <a:pt x="9793" y="39875"/>
                  </a:lnTo>
                  <a:lnTo>
                    <a:pt x="8321" y="40567"/>
                  </a:lnTo>
                  <a:lnTo>
                    <a:pt x="7055" y="39370"/>
                  </a:lnTo>
                  <a:lnTo>
                    <a:pt x="4089" y="37768"/>
                  </a:lnTo>
                  <a:lnTo>
                    <a:pt x="3339" y="35636"/>
                  </a:lnTo>
                  <a:lnTo>
                    <a:pt x="3162" y="33490"/>
                  </a:lnTo>
                  <a:lnTo>
                    <a:pt x="1593" y="31415"/>
                  </a:lnTo>
                  <a:lnTo>
                    <a:pt x="941" y="28971"/>
                  </a:lnTo>
                  <a:lnTo>
                    <a:pt x="1202" y="27266"/>
                  </a:lnTo>
                  <a:lnTo>
                    <a:pt x="2625" y="26146"/>
                  </a:lnTo>
                  <a:lnTo>
                    <a:pt x="3031" y="25171"/>
                  </a:lnTo>
                  <a:lnTo>
                    <a:pt x="1237" y="25325"/>
                  </a:lnTo>
                  <a:lnTo>
                    <a:pt x="872" y="25092"/>
                  </a:lnTo>
                  <a:lnTo>
                    <a:pt x="793" y="24214"/>
                  </a:lnTo>
                  <a:lnTo>
                    <a:pt x="0" y="21226"/>
                  </a:lnTo>
                  <a:lnTo>
                    <a:pt x="702" y="20049"/>
                  </a:lnTo>
                  <a:lnTo>
                    <a:pt x="1011" y="18905"/>
                  </a:lnTo>
                  <a:lnTo>
                    <a:pt x="435" y="17931"/>
                  </a:lnTo>
                  <a:lnTo>
                    <a:pt x="586" y="16823"/>
                  </a:lnTo>
                  <a:lnTo>
                    <a:pt x="1035" y="15703"/>
                  </a:lnTo>
                  <a:lnTo>
                    <a:pt x="760" y="13100"/>
                  </a:lnTo>
                  <a:lnTo>
                    <a:pt x="2540" y="11721"/>
                  </a:lnTo>
                  <a:lnTo>
                    <a:pt x="4271" y="10751"/>
                  </a:lnTo>
                  <a:lnTo>
                    <a:pt x="7938" y="10256"/>
                  </a:lnTo>
                  <a:lnTo>
                    <a:pt x="7575" y="7880"/>
                  </a:lnTo>
                  <a:lnTo>
                    <a:pt x="9059" y="7773"/>
                  </a:lnTo>
                  <a:lnTo>
                    <a:pt x="11557" y="4915"/>
                  </a:lnTo>
                  <a:lnTo>
                    <a:pt x="14034" y="5417"/>
                  </a:lnTo>
                  <a:lnTo>
                    <a:pt x="17616" y="3455"/>
                  </a:lnTo>
                  <a:lnTo>
                    <a:pt x="24517" y="3482"/>
                  </a:lnTo>
                  <a:lnTo>
                    <a:pt x="25457" y="2350"/>
                  </a:lnTo>
                  <a:lnTo>
                    <a:pt x="25293" y="1211"/>
                  </a:lnTo>
                  <a:lnTo>
                    <a:pt x="25315" y="0"/>
                  </a:lnTo>
                  <a:lnTo>
                    <a:pt x="26613" y="339"/>
                  </a:lnTo>
                  <a:lnTo>
                    <a:pt x="28782" y="128"/>
                  </a:lnTo>
                  <a:lnTo>
                    <a:pt x="36912" y="2514"/>
                  </a:lnTo>
                  <a:lnTo>
                    <a:pt x="38913" y="2514"/>
                  </a:lnTo>
                  <a:lnTo>
                    <a:pt x="41680" y="4941"/>
                  </a:lnTo>
                  <a:lnTo>
                    <a:pt x="43175" y="5566"/>
                  </a:lnTo>
                  <a:lnTo>
                    <a:pt x="47576" y="5570"/>
                  </a:lnTo>
                  <a:lnTo>
                    <a:pt x="54361" y="6642"/>
                  </a:lnTo>
                  <a:lnTo>
                    <a:pt x="55693" y="4999"/>
                  </a:lnTo>
                  <a:close/>
                </a:path>
              </a:pathLst>
            </a:custGeom>
            <a:solidFill>
              <a:srgbClr val="FEFFFE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g519"/>
            <p:cNvSpPr/>
            <p:nvPr/>
          </p:nvSpPr>
          <p:spPr>
            <a:xfrm>
              <a:off x="3735891" y="3195199"/>
              <a:ext cx="182555" cy="336746"/>
            </a:xfrm>
            <a:custGeom>
              <a:avLst/>
              <a:pathLst>
                <a:path w="182555" h="336746">
                  <a:moveTo>
                    <a:pt x="114311" y="70500"/>
                  </a:moveTo>
                  <a:lnTo>
                    <a:pt x="113114" y="74700"/>
                  </a:lnTo>
                  <a:lnTo>
                    <a:pt x="111515" y="80319"/>
                  </a:lnTo>
                  <a:lnTo>
                    <a:pt x="109648" y="86872"/>
                  </a:lnTo>
                  <a:lnTo>
                    <a:pt x="109083" y="88482"/>
                  </a:lnTo>
                  <a:lnTo>
                    <a:pt x="107451" y="92444"/>
                  </a:lnTo>
                  <a:lnTo>
                    <a:pt x="107171" y="93559"/>
                  </a:lnTo>
                  <a:lnTo>
                    <a:pt x="106852" y="96423"/>
                  </a:lnTo>
                  <a:lnTo>
                    <a:pt x="106829" y="101631"/>
                  </a:lnTo>
                  <a:lnTo>
                    <a:pt x="107041" y="108282"/>
                  </a:lnTo>
                  <a:lnTo>
                    <a:pt x="107239" y="114408"/>
                  </a:lnTo>
                  <a:lnTo>
                    <a:pt x="108140" y="115137"/>
                  </a:lnTo>
                  <a:lnTo>
                    <a:pt x="109179" y="115574"/>
                  </a:lnTo>
                  <a:lnTo>
                    <a:pt x="110333" y="114766"/>
                  </a:lnTo>
                  <a:lnTo>
                    <a:pt x="111723" y="114079"/>
                  </a:lnTo>
                  <a:lnTo>
                    <a:pt x="113452" y="113677"/>
                  </a:lnTo>
                  <a:lnTo>
                    <a:pt x="115366" y="112440"/>
                  </a:lnTo>
                  <a:lnTo>
                    <a:pt x="116494" y="111445"/>
                  </a:lnTo>
                  <a:lnTo>
                    <a:pt x="117680" y="111517"/>
                  </a:lnTo>
                  <a:lnTo>
                    <a:pt x="118731" y="112579"/>
                  </a:lnTo>
                  <a:lnTo>
                    <a:pt x="119240" y="113557"/>
                  </a:lnTo>
                  <a:lnTo>
                    <a:pt x="119985" y="113892"/>
                  </a:lnTo>
                  <a:lnTo>
                    <a:pt x="120943" y="113851"/>
                  </a:lnTo>
                  <a:lnTo>
                    <a:pt x="120741" y="115006"/>
                  </a:lnTo>
                  <a:lnTo>
                    <a:pt x="120214" y="116691"/>
                  </a:lnTo>
                  <a:lnTo>
                    <a:pt x="119566" y="118382"/>
                  </a:lnTo>
                  <a:lnTo>
                    <a:pt x="118997" y="120128"/>
                  </a:lnTo>
                  <a:lnTo>
                    <a:pt x="117736" y="125019"/>
                  </a:lnTo>
                  <a:lnTo>
                    <a:pt x="117698" y="125651"/>
                  </a:lnTo>
                  <a:lnTo>
                    <a:pt x="117854" y="126609"/>
                  </a:lnTo>
                  <a:lnTo>
                    <a:pt x="118536" y="128850"/>
                  </a:lnTo>
                  <a:lnTo>
                    <a:pt x="119249" y="132458"/>
                  </a:lnTo>
                  <a:lnTo>
                    <a:pt x="119647" y="135775"/>
                  </a:lnTo>
                  <a:lnTo>
                    <a:pt x="119954" y="137380"/>
                  </a:lnTo>
                  <a:lnTo>
                    <a:pt x="120818" y="139219"/>
                  </a:lnTo>
                  <a:lnTo>
                    <a:pt x="122064" y="143008"/>
                  </a:lnTo>
                  <a:lnTo>
                    <a:pt x="122725" y="145560"/>
                  </a:lnTo>
                  <a:lnTo>
                    <a:pt x="124098" y="146927"/>
                  </a:lnTo>
                  <a:lnTo>
                    <a:pt x="124547" y="150172"/>
                  </a:lnTo>
                  <a:lnTo>
                    <a:pt x="125579" y="154931"/>
                  </a:lnTo>
                  <a:lnTo>
                    <a:pt x="126691" y="158738"/>
                  </a:lnTo>
                  <a:lnTo>
                    <a:pt x="127765" y="161716"/>
                  </a:lnTo>
                  <a:lnTo>
                    <a:pt x="128966" y="162861"/>
                  </a:lnTo>
                  <a:lnTo>
                    <a:pt x="129447" y="162959"/>
                  </a:lnTo>
                  <a:lnTo>
                    <a:pt x="131961" y="168474"/>
                  </a:lnTo>
                  <a:lnTo>
                    <a:pt x="133874" y="172668"/>
                  </a:lnTo>
                  <a:lnTo>
                    <a:pt x="134350" y="173342"/>
                  </a:lnTo>
                  <a:lnTo>
                    <a:pt x="137804" y="176089"/>
                  </a:lnTo>
                  <a:lnTo>
                    <a:pt x="141775" y="179250"/>
                  </a:lnTo>
                  <a:lnTo>
                    <a:pt x="144962" y="181788"/>
                  </a:lnTo>
                  <a:lnTo>
                    <a:pt x="149025" y="185020"/>
                  </a:lnTo>
                  <a:lnTo>
                    <a:pt x="153029" y="188206"/>
                  </a:lnTo>
                  <a:lnTo>
                    <a:pt x="156780" y="191253"/>
                  </a:lnTo>
                  <a:lnTo>
                    <a:pt x="162054" y="195535"/>
                  </a:lnTo>
                  <a:lnTo>
                    <a:pt x="166304" y="198987"/>
                  </a:lnTo>
                  <a:lnTo>
                    <a:pt x="169653" y="201706"/>
                  </a:lnTo>
                  <a:lnTo>
                    <a:pt x="170368" y="202565"/>
                  </a:lnTo>
                  <a:lnTo>
                    <a:pt x="174359" y="202565"/>
                  </a:lnTo>
                  <a:lnTo>
                    <a:pt x="178405" y="202565"/>
                  </a:lnTo>
                  <a:lnTo>
                    <a:pt x="182555" y="202565"/>
                  </a:lnTo>
                  <a:lnTo>
                    <a:pt x="179550" y="209590"/>
                  </a:lnTo>
                  <a:lnTo>
                    <a:pt x="176152" y="217534"/>
                  </a:lnTo>
                  <a:lnTo>
                    <a:pt x="172581" y="225885"/>
                  </a:lnTo>
                  <a:lnTo>
                    <a:pt x="170283" y="231258"/>
                  </a:lnTo>
                  <a:lnTo>
                    <a:pt x="166634" y="239791"/>
                  </a:lnTo>
                  <a:lnTo>
                    <a:pt x="163601" y="246883"/>
                  </a:lnTo>
                  <a:lnTo>
                    <a:pt x="160479" y="254642"/>
                  </a:lnTo>
                  <a:lnTo>
                    <a:pt x="157654" y="261659"/>
                  </a:lnTo>
                  <a:lnTo>
                    <a:pt x="153981" y="271379"/>
                  </a:lnTo>
                  <a:lnTo>
                    <a:pt x="151603" y="277668"/>
                  </a:lnTo>
                  <a:lnTo>
                    <a:pt x="147878" y="287530"/>
                  </a:lnTo>
                  <a:lnTo>
                    <a:pt x="145534" y="293725"/>
                  </a:lnTo>
                  <a:lnTo>
                    <a:pt x="145182" y="294083"/>
                  </a:lnTo>
                  <a:lnTo>
                    <a:pt x="141831" y="293614"/>
                  </a:lnTo>
                  <a:lnTo>
                    <a:pt x="138575" y="293158"/>
                  </a:lnTo>
                  <a:lnTo>
                    <a:pt x="134415" y="292574"/>
                  </a:lnTo>
                  <a:lnTo>
                    <a:pt x="133936" y="292587"/>
                  </a:lnTo>
                  <a:lnTo>
                    <a:pt x="132725" y="293171"/>
                  </a:lnTo>
                  <a:lnTo>
                    <a:pt x="131990" y="293743"/>
                  </a:lnTo>
                  <a:lnTo>
                    <a:pt x="128996" y="295411"/>
                  </a:lnTo>
                  <a:lnTo>
                    <a:pt x="128445" y="295843"/>
                  </a:lnTo>
                  <a:lnTo>
                    <a:pt x="125955" y="298501"/>
                  </a:lnTo>
                  <a:lnTo>
                    <a:pt x="123416" y="301631"/>
                  </a:lnTo>
                  <a:lnTo>
                    <a:pt x="122080" y="304029"/>
                  </a:lnTo>
                  <a:lnTo>
                    <a:pt x="121043" y="307516"/>
                  </a:lnTo>
                  <a:lnTo>
                    <a:pt x="120602" y="310005"/>
                  </a:lnTo>
                  <a:lnTo>
                    <a:pt x="120138" y="311094"/>
                  </a:lnTo>
                  <a:lnTo>
                    <a:pt x="119345" y="312046"/>
                  </a:lnTo>
                  <a:lnTo>
                    <a:pt x="114026" y="314403"/>
                  </a:lnTo>
                  <a:lnTo>
                    <a:pt x="112481" y="314716"/>
                  </a:lnTo>
                  <a:lnTo>
                    <a:pt x="109991" y="316599"/>
                  </a:lnTo>
                  <a:lnTo>
                    <a:pt x="108666" y="319750"/>
                  </a:lnTo>
                  <a:lnTo>
                    <a:pt x="108284" y="321332"/>
                  </a:lnTo>
                  <a:lnTo>
                    <a:pt x="106501" y="321293"/>
                  </a:lnTo>
                  <a:lnTo>
                    <a:pt x="103384" y="321759"/>
                  </a:lnTo>
                  <a:lnTo>
                    <a:pt x="102050" y="322264"/>
                  </a:lnTo>
                  <a:lnTo>
                    <a:pt x="101397" y="322357"/>
                  </a:lnTo>
                  <a:lnTo>
                    <a:pt x="100202" y="322342"/>
                  </a:lnTo>
                  <a:lnTo>
                    <a:pt x="99222" y="321768"/>
                  </a:lnTo>
                  <a:lnTo>
                    <a:pt x="98573" y="320913"/>
                  </a:lnTo>
                  <a:lnTo>
                    <a:pt x="97764" y="318976"/>
                  </a:lnTo>
                  <a:lnTo>
                    <a:pt x="95958" y="315050"/>
                  </a:lnTo>
                  <a:lnTo>
                    <a:pt x="94649" y="312606"/>
                  </a:lnTo>
                  <a:lnTo>
                    <a:pt x="91767" y="315425"/>
                  </a:lnTo>
                  <a:lnTo>
                    <a:pt x="89174" y="318230"/>
                  </a:lnTo>
                  <a:lnTo>
                    <a:pt x="85496" y="322213"/>
                  </a:lnTo>
                  <a:lnTo>
                    <a:pt x="83400" y="325064"/>
                  </a:lnTo>
                  <a:lnTo>
                    <a:pt x="82768" y="327936"/>
                  </a:lnTo>
                  <a:lnTo>
                    <a:pt x="81149" y="333149"/>
                  </a:lnTo>
                  <a:lnTo>
                    <a:pt x="79703" y="336359"/>
                  </a:lnTo>
                  <a:lnTo>
                    <a:pt x="79162" y="336746"/>
                  </a:lnTo>
                  <a:lnTo>
                    <a:pt x="75884" y="336077"/>
                  </a:lnTo>
                  <a:lnTo>
                    <a:pt x="74700" y="335423"/>
                  </a:lnTo>
                  <a:lnTo>
                    <a:pt x="72743" y="334840"/>
                  </a:lnTo>
                  <a:lnTo>
                    <a:pt x="70122" y="333706"/>
                  </a:lnTo>
                  <a:lnTo>
                    <a:pt x="68359" y="332491"/>
                  </a:lnTo>
                  <a:lnTo>
                    <a:pt x="66452" y="332351"/>
                  </a:lnTo>
                  <a:lnTo>
                    <a:pt x="63694" y="331933"/>
                  </a:lnTo>
                  <a:lnTo>
                    <a:pt x="61998" y="331051"/>
                  </a:lnTo>
                  <a:lnTo>
                    <a:pt x="60277" y="328158"/>
                  </a:lnTo>
                  <a:lnTo>
                    <a:pt x="58059" y="324674"/>
                  </a:lnTo>
                  <a:lnTo>
                    <a:pt x="55775" y="321090"/>
                  </a:lnTo>
                  <a:lnTo>
                    <a:pt x="53423" y="317399"/>
                  </a:lnTo>
                  <a:lnTo>
                    <a:pt x="50645" y="313153"/>
                  </a:lnTo>
                  <a:lnTo>
                    <a:pt x="47611" y="308516"/>
                  </a:lnTo>
                  <a:lnTo>
                    <a:pt x="46912" y="308047"/>
                  </a:lnTo>
                  <a:lnTo>
                    <a:pt x="46612" y="307965"/>
                  </a:lnTo>
                  <a:lnTo>
                    <a:pt x="43314" y="307754"/>
                  </a:lnTo>
                  <a:lnTo>
                    <a:pt x="39888" y="307533"/>
                  </a:lnTo>
                  <a:lnTo>
                    <a:pt x="37573" y="307386"/>
                  </a:lnTo>
                  <a:lnTo>
                    <a:pt x="36842" y="306842"/>
                  </a:lnTo>
                  <a:lnTo>
                    <a:pt x="36315" y="305787"/>
                  </a:lnTo>
                  <a:lnTo>
                    <a:pt x="35597" y="302359"/>
                  </a:lnTo>
                  <a:lnTo>
                    <a:pt x="34693" y="299912"/>
                  </a:lnTo>
                  <a:lnTo>
                    <a:pt x="33687" y="296799"/>
                  </a:lnTo>
                  <a:lnTo>
                    <a:pt x="33602" y="292588"/>
                  </a:lnTo>
                  <a:lnTo>
                    <a:pt x="33884" y="288006"/>
                  </a:lnTo>
                  <a:lnTo>
                    <a:pt x="34140" y="286488"/>
                  </a:lnTo>
                  <a:lnTo>
                    <a:pt x="33996" y="284976"/>
                  </a:lnTo>
                  <a:lnTo>
                    <a:pt x="34032" y="282894"/>
                  </a:lnTo>
                  <a:lnTo>
                    <a:pt x="33467" y="280961"/>
                  </a:lnTo>
                  <a:lnTo>
                    <a:pt x="30099" y="278742"/>
                  </a:lnTo>
                  <a:lnTo>
                    <a:pt x="29555" y="278913"/>
                  </a:lnTo>
                  <a:lnTo>
                    <a:pt x="28993" y="279744"/>
                  </a:lnTo>
                  <a:lnTo>
                    <a:pt x="28351" y="280343"/>
                  </a:lnTo>
                  <a:lnTo>
                    <a:pt x="27892" y="279776"/>
                  </a:lnTo>
                  <a:lnTo>
                    <a:pt x="27612" y="278949"/>
                  </a:lnTo>
                  <a:lnTo>
                    <a:pt x="27603" y="277595"/>
                  </a:lnTo>
                  <a:lnTo>
                    <a:pt x="27658" y="276579"/>
                  </a:lnTo>
                  <a:lnTo>
                    <a:pt x="27464" y="276025"/>
                  </a:lnTo>
                  <a:lnTo>
                    <a:pt x="26391" y="273951"/>
                  </a:lnTo>
                  <a:lnTo>
                    <a:pt x="25386" y="271235"/>
                  </a:lnTo>
                  <a:lnTo>
                    <a:pt x="24776" y="268228"/>
                  </a:lnTo>
                  <a:lnTo>
                    <a:pt x="24187" y="265763"/>
                  </a:lnTo>
                  <a:lnTo>
                    <a:pt x="23887" y="260245"/>
                  </a:lnTo>
                  <a:lnTo>
                    <a:pt x="23142" y="256854"/>
                  </a:lnTo>
                  <a:lnTo>
                    <a:pt x="22414" y="252707"/>
                  </a:lnTo>
                  <a:lnTo>
                    <a:pt x="21331" y="244796"/>
                  </a:lnTo>
                  <a:lnTo>
                    <a:pt x="20861" y="242065"/>
                  </a:lnTo>
                  <a:lnTo>
                    <a:pt x="19985" y="240237"/>
                  </a:lnTo>
                  <a:lnTo>
                    <a:pt x="19059" y="238533"/>
                  </a:lnTo>
                  <a:lnTo>
                    <a:pt x="18103" y="235030"/>
                  </a:lnTo>
                  <a:lnTo>
                    <a:pt x="15604" y="231944"/>
                  </a:lnTo>
                  <a:lnTo>
                    <a:pt x="14642" y="229528"/>
                  </a:lnTo>
                  <a:lnTo>
                    <a:pt x="12983" y="225357"/>
                  </a:lnTo>
                  <a:lnTo>
                    <a:pt x="12568" y="223252"/>
                  </a:lnTo>
                  <a:lnTo>
                    <a:pt x="12449" y="221154"/>
                  </a:lnTo>
                  <a:lnTo>
                    <a:pt x="11931" y="219186"/>
                  </a:lnTo>
                  <a:lnTo>
                    <a:pt x="11011" y="216971"/>
                  </a:lnTo>
                  <a:lnTo>
                    <a:pt x="8131" y="212200"/>
                  </a:lnTo>
                  <a:lnTo>
                    <a:pt x="7337" y="211626"/>
                  </a:lnTo>
                  <a:lnTo>
                    <a:pt x="6305" y="211114"/>
                  </a:lnTo>
                  <a:lnTo>
                    <a:pt x="4793" y="210642"/>
                  </a:lnTo>
                  <a:lnTo>
                    <a:pt x="2767" y="209551"/>
                  </a:lnTo>
                  <a:lnTo>
                    <a:pt x="997" y="207687"/>
                  </a:lnTo>
                  <a:lnTo>
                    <a:pt x="191" y="206362"/>
                  </a:lnTo>
                  <a:lnTo>
                    <a:pt x="0" y="205448"/>
                  </a:lnTo>
                  <a:lnTo>
                    <a:pt x="166" y="203911"/>
                  </a:lnTo>
                  <a:lnTo>
                    <a:pt x="808" y="201282"/>
                  </a:lnTo>
                  <a:lnTo>
                    <a:pt x="2026" y="195059"/>
                  </a:lnTo>
                  <a:lnTo>
                    <a:pt x="2868" y="190765"/>
                  </a:lnTo>
                  <a:lnTo>
                    <a:pt x="3438" y="189558"/>
                  </a:lnTo>
                  <a:lnTo>
                    <a:pt x="5002" y="189248"/>
                  </a:lnTo>
                  <a:lnTo>
                    <a:pt x="6658" y="189376"/>
                  </a:lnTo>
                  <a:lnTo>
                    <a:pt x="7871" y="189696"/>
                  </a:lnTo>
                  <a:lnTo>
                    <a:pt x="9580" y="189740"/>
                  </a:lnTo>
                  <a:lnTo>
                    <a:pt x="11631" y="189373"/>
                  </a:lnTo>
                  <a:lnTo>
                    <a:pt x="12440" y="187938"/>
                  </a:lnTo>
                  <a:lnTo>
                    <a:pt x="13086" y="186366"/>
                  </a:lnTo>
                  <a:lnTo>
                    <a:pt x="13352" y="185274"/>
                  </a:lnTo>
                  <a:lnTo>
                    <a:pt x="13440" y="182492"/>
                  </a:lnTo>
                  <a:lnTo>
                    <a:pt x="13438" y="180262"/>
                  </a:lnTo>
                  <a:lnTo>
                    <a:pt x="13309" y="171710"/>
                  </a:lnTo>
                  <a:lnTo>
                    <a:pt x="13231" y="166473"/>
                  </a:lnTo>
                  <a:lnTo>
                    <a:pt x="13140" y="160489"/>
                  </a:lnTo>
                  <a:lnTo>
                    <a:pt x="13152" y="159292"/>
                  </a:lnTo>
                  <a:lnTo>
                    <a:pt x="13166" y="157757"/>
                  </a:lnTo>
                  <a:lnTo>
                    <a:pt x="13666" y="151368"/>
                  </a:lnTo>
                  <a:lnTo>
                    <a:pt x="14139" y="147712"/>
                  </a:lnTo>
                  <a:lnTo>
                    <a:pt x="14458" y="145787"/>
                  </a:lnTo>
                  <a:lnTo>
                    <a:pt x="15752" y="139694"/>
                  </a:lnTo>
                  <a:lnTo>
                    <a:pt x="15993" y="137740"/>
                  </a:lnTo>
                  <a:lnTo>
                    <a:pt x="16037" y="135947"/>
                  </a:lnTo>
                  <a:lnTo>
                    <a:pt x="15560" y="127775"/>
                  </a:lnTo>
                  <a:lnTo>
                    <a:pt x="16392" y="123918"/>
                  </a:lnTo>
                  <a:lnTo>
                    <a:pt x="17458" y="120100"/>
                  </a:lnTo>
                  <a:lnTo>
                    <a:pt x="18391" y="118474"/>
                  </a:lnTo>
                  <a:lnTo>
                    <a:pt x="19169" y="117372"/>
                  </a:lnTo>
                  <a:lnTo>
                    <a:pt x="19534" y="117834"/>
                  </a:lnTo>
                  <a:lnTo>
                    <a:pt x="20426" y="119595"/>
                  </a:lnTo>
                  <a:lnTo>
                    <a:pt x="21600" y="121331"/>
                  </a:lnTo>
                  <a:lnTo>
                    <a:pt x="22147" y="120947"/>
                  </a:lnTo>
                  <a:lnTo>
                    <a:pt x="22953" y="119429"/>
                  </a:lnTo>
                  <a:lnTo>
                    <a:pt x="23552" y="117826"/>
                  </a:lnTo>
                  <a:lnTo>
                    <a:pt x="23472" y="114951"/>
                  </a:lnTo>
                  <a:lnTo>
                    <a:pt x="24011" y="109051"/>
                  </a:lnTo>
                  <a:lnTo>
                    <a:pt x="23909" y="105653"/>
                  </a:lnTo>
                  <a:lnTo>
                    <a:pt x="24483" y="101424"/>
                  </a:lnTo>
                  <a:lnTo>
                    <a:pt x="25114" y="95480"/>
                  </a:lnTo>
                  <a:lnTo>
                    <a:pt x="25395" y="91720"/>
                  </a:lnTo>
                  <a:lnTo>
                    <a:pt x="25756" y="89703"/>
                  </a:lnTo>
                  <a:lnTo>
                    <a:pt x="27464" y="85552"/>
                  </a:lnTo>
                  <a:lnTo>
                    <a:pt x="28930" y="79685"/>
                  </a:lnTo>
                  <a:lnTo>
                    <a:pt x="29867" y="75400"/>
                  </a:lnTo>
                  <a:lnTo>
                    <a:pt x="31652" y="68405"/>
                  </a:lnTo>
                  <a:lnTo>
                    <a:pt x="32555" y="65851"/>
                  </a:lnTo>
                  <a:lnTo>
                    <a:pt x="33291" y="64749"/>
                  </a:lnTo>
                  <a:lnTo>
                    <a:pt x="34388" y="64045"/>
                  </a:lnTo>
                  <a:lnTo>
                    <a:pt x="36423" y="63412"/>
                  </a:lnTo>
                  <a:lnTo>
                    <a:pt x="37885" y="62816"/>
                  </a:lnTo>
                  <a:lnTo>
                    <a:pt x="38100" y="61913"/>
                  </a:lnTo>
                  <a:lnTo>
                    <a:pt x="38224" y="60486"/>
                  </a:lnTo>
                  <a:lnTo>
                    <a:pt x="38245" y="57359"/>
                  </a:lnTo>
                  <a:lnTo>
                    <a:pt x="38526" y="51976"/>
                  </a:lnTo>
                  <a:lnTo>
                    <a:pt x="39160" y="46723"/>
                  </a:lnTo>
                  <a:lnTo>
                    <a:pt x="39908" y="42743"/>
                  </a:lnTo>
                  <a:lnTo>
                    <a:pt x="40314" y="40938"/>
                  </a:lnTo>
                  <a:lnTo>
                    <a:pt x="40795" y="39182"/>
                  </a:lnTo>
                  <a:lnTo>
                    <a:pt x="41335" y="36233"/>
                  </a:lnTo>
                  <a:lnTo>
                    <a:pt x="42023" y="29852"/>
                  </a:lnTo>
                  <a:lnTo>
                    <a:pt x="41985" y="25526"/>
                  </a:lnTo>
                  <a:lnTo>
                    <a:pt x="42964" y="17595"/>
                  </a:lnTo>
                  <a:lnTo>
                    <a:pt x="43184" y="17554"/>
                  </a:lnTo>
                  <a:lnTo>
                    <a:pt x="44851" y="16096"/>
                  </a:lnTo>
                  <a:lnTo>
                    <a:pt x="46469" y="15875"/>
                  </a:lnTo>
                  <a:lnTo>
                    <a:pt x="48039" y="16894"/>
                  </a:lnTo>
                  <a:lnTo>
                    <a:pt x="49060" y="17147"/>
                  </a:lnTo>
                  <a:lnTo>
                    <a:pt x="49535" y="16637"/>
                  </a:lnTo>
                  <a:lnTo>
                    <a:pt x="49973" y="15315"/>
                  </a:lnTo>
                  <a:lnTo>
                    <a:pt x="50378" y="13185"/>
                  </a:lnTo>
                  <a:lnTo>
                    <a:pt x="51018" y="12005"/>
                  </a:lnTo>
                  <a:lnTo>
                    <a:pt x="51896" y="11776"/>
                  </a:lnTo>
                  <a:lnTo>
                    <a:pt x="53072" y="14178"/>
                  </a:lnTo>
                  <a:lnTo>
                    <a:pt x="54943" y="20563"/>
                  </a:lnTo>
                  <a:lnTo>
                    <a:pt x="55425" y="20933"/>
                  </a:lnTo>
                  <a:lnTo>
                    <a:pt x="55723" y="20779"/>
                  </a:lnTo>
                  <a:lnTo>
                    <a:pt x="56664" y="15653"/>
                  </a:lnTo>
                  <a:lnTo>
                    <a:pt x="57395" y="11673"/>
                  </a:lnTo>
                  <a:lnTo>
                    <a:pt x="58759" y="4249"/>
                  </a:lnTo>
                  <a:lnTo>
                    <a:pt x="59537" y="0"/>
                  </a:lnTo>
                  <a:lnTo>
                    <a:pt x="60260" y="1233"/>
                  </a:lnTo>
                  <a:lnTo>
                    <a:pt x="60980" y="3403"/>
                  </a:lnTo>
                  <a:lnTo>
                    <a:pt x="61801" y="4419"/>
                  </a:lnTo>
                  <a:lnTo>
                    <a:pt x="62679" y="5047"/>
                  </a:lnTo>
                  <a:lnTo>
                    <a:pt x="63106" y="5126"/>
                  </a:lnTo>
                  <a:lnTo>
                    <a:pt x="63648" y="5987"/>
                  </a:lnTo>
                  <a:lnTo>
                    <a:pt x="65543" y="11284"/>
                  </a:lnTo>
                  <a:lnTo>
                    <a:pt x="66207" y="12519"/>
                  </a:lnTo>
                  <a:lnTo>
                    <a:pt x="67096" y="12643"/>
                  </a:lnTo>
                  <a:lnTo>
                    <a:pt x="70845" y="10932"/>
                  </a:lnTo>
                  <a:lnTo>
                    <a:pt x="73083" y="7843"/>
                  </a:lnTo>
                  <a:lnTo>
                    <a:pt x="73426" y="6621"/>
                  </a:lnTo>
                  <a:lnTo>
                    <a:pt x="74040" y="6621"/>
                  </a:lnTo>
                  <a:lnTo>
                    <a:pt x="74787" y="7990"/>
                  </a:lnTo>
                  <a:lnTo>
                    <a:pt x="75069" y="9301"/>
                  </a:lnTo>
                  <a:lnTo>
                    <a:pt x="75550" y="11018"/>
                  </a:lnTo>
                  <a:lnTo>
                    <a:pt x="76428" y="11287"/>
                  </a:lnTo>
                  <a:lnTo>
                    <a:pt x="78573" y="10059"/>
                  </a:lnTo>
                  <a:lnTo>
                    <a:pt x="79618" y="9324"/>
                  </a:lnTo>
                  <a:lnTo>
                    <a:pt x="80508" y="9935"/>
                  </a:lnTo>
                  <a:lnTo>
                    <a:pt x="81642" y="10438"/>
                  </a:lnTo>
                  <a:lnTo>
                    <a:pt x="82351" y="10438"/>
                  </a:lnTo>
                  <a:lnTo>
                    <a:pt x="84045" y="12163"/>
                  </a:lnTo>
                  <a:lnTo>
                    <a:pt x="86080" y="11617"/>
                  </a:lnTo>
                  <a:lnTo>
                    <a:pt x="87037" y="11708"/>
                  </a:lnTo>
                  <a:lnTo>
                    <a:pt x="88022" y="12444"/>
                  </a:lnTo>
                  <a:lnTo>
                    <a:pt x="89627" y="15194"/>
                  </a:lnTo>
                  <a:lnTo>
                    <a:pt x="91714" y="18530"/>
                  </a:lnTo>
                  <a:lnTo>
                    <a:pt x="94702" y="20915"/>
                  </a:lnTo>
                  <a:lnTo>
                    <a:pt x="95318" y="21884"/>
                  </a:lnTo>
                  <a:lnTo>
                    <a:pt x="96762" y="25683"/>
                  </a:lnTo>
                  <a:lnTo>
                    <a:pt x="99002" y="32981"/>
                  </a:lnTo>
                  <a:lnTo>
                    <a:pt x="101933" y="39964"/>
                  </a:lnTo>
                  <a:lnTo>
                    <a:pt x="105127" y="45477"/>
                  </a:lnTo>
                  <a:lnTo>
                    <a:pt x="106834" y="49298"/>
                  </a:lnTo>
                  <a:lnTo>
                    <a:pt x="107986" y="53968"/>
                  </a:lnTo>
                  <a:lnTo>
                    <a:pt x="109114" y="58210"/>
                  </a:lnTo>
                  <a:lnTo>
                    <a:pt x="110265" y="60034"/>
                  </a:lnTo>
                  <a:lnTo>
                    <a:pt x="111334" y="61487"/>
                  </a:lnTo>
                  <a:lnTo>
                    <a:pt x="112440" y="64722"/>
                  </a:lnTo>
                  <a:lnTo>
                    <a:pt x="113231" y="67433"/>
                  </a:lnTo>
                  <a:close/>
                </a:path>
              </a:pathLst>
            </a:custGeom>
            <a:solidFill>
              <a:srgbClr val="FBFDF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g520"/>
            <p:cNvSpPr/>
            <p:nvPr/>
          </p:nvSpPr>
          <p:spPr>
            <a:xfrm>
              <a:off x="3595581" y="1856036"/>
              <a:ext cx="1975" cy="2198"/>
            </a:xfrm>
            <a:custGeom>
              <a:avLst/>
              <a:pathLst>
                <a:path w="1975" h="2198">
                  <a:moveTo>
                    <a:pt x="1734" y="1905"/>
                  </a:moveTo>
                  <a:lnTo>
                    <a:pt x="665" y="2198"/>
                  </a:lnTo>
                  <a:lnTo>
                    <a:pt x="0" y="1344"/>
                  </a:lnTo>
                  <a:lnTo>
                    <a:pt x="252" y="708"/>
                  </a:lnTo>
                  <a:lnTo>
                    <a:pt x="998" y="0"/>
                  </a:lnTo>
                  <a:lnTo>
                    <a:pt x="1804" y="98"/>
                  </a:lnTo>
                  <a:lnTo>
                    <a:pt x="1975" y="929"/>
                  </a:lnTo>
                  <a:close/>
                </a:path>
              </a:pathLst>
            </a:custGeom>
            <a:solidFill>
              <a:srgbClr val="92C188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g521"/>
            <p:cNvSpPr/>
            <p:nvPr/>
          </p:nvSpPr>
          <p:spPr>
            <a:xfrm>
              <a:off x="3598128" y="1855164"/>
              <a:ext cx="2063" cy="2826"/>
            </a:xfrm>
            <a:custGeom>
              <a:avLst/>
              <a:pathLst>
                <a:path w="2063" h="2826">
                  <a:moveTo>
                    <a:pt x="1684" y="1810"/>
                  </a:moveTo>
                  <a:lnTo>
                    <a:pt x="464" y="2826"/>
                  </a:lnTo>
                  <a:lnTo>
                    <a:pt x="0" y="2584"/>
                  </a:lnTo>
                  <a:lnTo>
                    <a:pt x="119" y="871"/>
                  </a:lnTo>
                  <a:lnTo>
                    <a:pt x="843" y="87"/>
                  </a:lnTo>
                  <a:lnTo>
                    <a:pt x="2063" y="0"/>
                  </a:lnTo>
                  <a:close/>
                </a:path>
              </a:pathLst>
            </a:custGeom>
            <a:solidFill>
              <a:srgbClr val="92C188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g522"/>
            <p:cNvSpPr/>
            <p:nvPr/>
          </p:nvSpPr>
          <p:spPr>
            <a:xfrm>
              <a:off x="3602785" y="1850172"/>
              <a:ext cx="4123" cy="6062"/>
            </a:xfrm>
            <a:custGeom>
              <a:avLst/>
              <a:pathLst>
                <a:path w="4123" h="6062">
                  <a:moveTo>
                    <a:pt x="1193" y="0"/>
                  </a:moveTo>
                  <a:lnTo>
                    <a:pt x="2737" y="685"/>
                  </a:lnTo>
                  <a:lnTo>
                    <a:pt x="3385" y="439"/>
                  </a:lnTo>
                  <a:lnTo>
                    <a:pt x="4123" y="1990"/>
                  </a:lnTo>
                  <a:lnTo>
                    <a:pt x="2873" y="2977"/>
                  </a:lnTo>
                  <a:lnTo>
                    <a:pt x="2786" y="4201"/>
                  </a:lnTo>
                  <a:lnTo>
                    <a:pt x="3280" y="4961"/>
                  </a:lnTo>
                  <a:lnTo>
                    <a:pt x="3453" y="6062"/>
                  </a:lnTo>
                  <a:lnTo>
                    <a:pt x="2207" y="6061"/>
                  </a:lnTo>
                  <a:lnTo>
                    <a:pt x="1611" y="5134"/>
                  </a:lnTo>
                  <a:lnTo>
                    <a:pt x="1352" y="3958"/>
                  </a:lnTo>
                  <a:lnTo>
                    <a:pt x="772" y="3128"/>
                  </a:lnTo>
                  <a:lnTo>
                    <a:pt x="0" y="2494"/>
                  </a:lnTo>
                  <a:lnTo>
                    <a:pt x="378" y="1650"/>
                  </a:lnTo>
                  <a:lnTo>
                    <a:pt x="593" y="439"/>
                  </a:lnTo>
                  <a:close/>
                </a:path>
              </a:pathLst>
            </a:custGeom>
            <a:solidFill>
              <a:srgbClr val="92C188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g523"/>
            <p:cNvSpPr/>
            <p:nvPr/>
          </p:nvSpPr>
          <p:spPr>
            <a:xfrm>
              <a:off x="3599477" y="1847241"/>
              <a:ext cx="2298" cy="4067"/>
            </a:xfrm>
            <a:custGeom>
              <a:avLst/>
              <a:pathLst>
                <a:path w="2298" h="4067">
                  <a:moveTo>
                    <a:pt x="2298" y="3937"/>
                  </a:moveTo>
                  <a:lnTo>
                    <a:pt x="1411" y="4067"/>
                  </a:lnTo>
                  <a:lnTo>
                    <a:pt x="158" y="2602"/>
                  </a:lnTo>
                  <a:lnTo>
                    <a:pt x="0" y="2030"/>
                  </a:lnTo>
                  <a:lnTo>
                    <a:pt x="491" y="1698"/>
                  </a:lnTo>
                  <a:lnTo>
                    <a:pt x="166" y="520"/>
                  </a:lnTo>
                  <a:lnTo>
                    <a:pt x="263" y="0"/>
                  </a:lnTo>
                  <a:lnTo>
                    <a:pt x="1232" y="929"/>
                  </a:lnTo>
                  <a:lnTo>
                    <a:pt x="1762" y="2015"/>
                  </a:lnTo>
                  <a:lnTo>
                    <a:pt x="1244" y="2268"/>
                  </a:lnTo>
                  <a:lnTo>
                    <a:pt x="2122" y="3389"/>
                  </a:lnTo>
                  <a:close/>
                </a:path>
              </a:pathLst>
            </a:custGeom>
            <a:solidFill>
              <a:srgbClr val="92C188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g524"/>
            <p:cNvSpPr/>
            <p:nvPr/>
          </p:nvSpPr>
          <p:spPr>
            <a:xfrm>
              <a:off x="3592273" y="1842267"/>
              <a:ext cx="2880" cy="4683"/>
            </a:xfrm>
            <a:custGeom>
              <a:avLst/>
              <a:pathLst>
                <a:path w="2880" h="4683">
                  <a:moveTo>
                    <a:pt x="2880" y="3211"/>
                  </a:moveTo>
                  <a:lnTo>
                    <a:pt x="2710" y="4586"/>
                  </a:lnTo>
                  <a:lnTo>
                    <a:pt x="1882" y="4433"/>
                  </a:lnTo>
                  <a:lnTo>
                    <a:pt x="1041" y="4683"/>
                  </a:lnTo>
                  <a:lnTo>
                    <a:pt x="362" y="3318"/>
                  </a:lnTo>
                  <a:lnTo>
                    <a:pt x="0" y="1017"/>
                  </a:lnTo>
                  <a:lnTo>
                    <a:pt x="123" y="522"/>
                  </a:lnTo>
                  <a:lnTo>
                    <a:pt x="652" y="0"/>
                  </a:lnTo>
                  <a:lnTo>
                    <a:pt x="1056" y="1262"/>
                  </a:lnTo>
                  <a:close/>
                </a:path>
              </a:pathLst>
            </a:custGeom>
            <a:solidFill>
              <a:srgbClr val="92C188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g525"/>
            <p:cNvSpPr/>
            <p:nvPr/>
          </p:nvSpPr>
          <p:spPr>
            <a:xfrm>
              <a:off x="3590680" y="1764273"/>
              <a:ext cx="4120" cy="3715"/>
            </a:xfrm>
            <a:custGeom>
              <a:avLst/>
              <a:pathLst>
                <a:path w="4120" h="3715">
                  <a:moveTo>
                    <a:pt x="1631" y="1076"/>
                  </a:moveTo>
                  <a:lnTo>
                    <a:pt x="1762" y="1627"/>
                  </a:lnTo>
                  <a:lnTo>
                    <a:pt x="2476" y="1475"/>
                  </a:lnTo>
                  <a:lnTo>
                    <a:pt x="3438" y="471"/>
                  </a:lnTo>
                  <a:lnTo>
                    <a:pt x="4120" y="940"/>
                  </a:lnTo>
                  <a:lnTo>
                    <a:pt x="4042" y="2374"/>
                  </a:lnTo>
                  <a:lnTo>
                    <a:pt x="3579" y="2319"/>
                  </a:lnTo>
                  <a:lnTo>
                    <a:pt x="3452" y="2083"/>
                  </a:lnTo>
                  <a:lnTo>
                    <a:pt x="2858" y="2903"/>
                  </a:lnTo>
                  <a:lnTo>
                    <a:pt x="2752" y="3399"/>
                  </a:lnTo>
                  <a:lnTo>
                    <a:pt x="2066" y="3715"/>
                  </a:lnTo>
                  <a:lnTo>
                    <a:pt x="797" y="2312"/>
                  </a:lnTo>
                  <a:lnTo>
                    <a:pt x="0" y="5"/>
                  </a:lnTo>
                  <a:lnTo>
                    <a:pt x="1857" y="0"/>
                  </a:lnTo>
                  <a:lnTo>
                    <a:pt x="1680" y="549"/>
                  </a:lnTo>
                  <a:close/>
                </a:path>
              </a:pathLst>
            </a:custGeom>
            <a:solidFill>
              <a:srgbClr val="92C188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g526"/>
            <p:cNvSpPr/>
            <p:nvPr/>
          </p:nvSpPr>
          <p:spPr>
            <a:xfrm>
              <a:off x="3633246" y="1710828"/>
              <a:ext cx="5130" cy="3800"/>
            </a:xfrm>
            <a:custGeom>
              <a:avLst/>
              <a:pathLst>
                <a:path w="5130" h="3800">
                  <a:moveTo>
                    <a:pt x="3311" y="2819"/>
                  </a:moveTo>
                  <a:lnTo>
                    <a:pt x="1491" y="3800"/>
                  </a:lnTo>
                  <a:lnTo>
                    <a:pt x="24" y="3187"/>
                  </a:lnTo>
                  <a:lnTo>
                    <a:pt x="0" y="1286"/>
                  </a:lnTo>
                  <a:lnTo>
                    <a:pt x="909" y="367"/>
                  </a:lnTo>
                  <a:lnTo>
                    <a:pt x="2552" y="0"/>
                  </a:lnTo>
                  <a:lnTo>
                    <a:pt x="4802" y="918"/>
                  </a:lnTo>
                  <a:lnTo>
                    <a:pt x="5130" y="1409"/>
                  </a:lnTo>
                  <a:lnTo>
                    <a:pt x="3841" y="1777"/>
                  </a:lnTo>
                  <a:close/>
                </a:path>
              </a:pathLst>
            </a:custGeom>
            <a:solidFill>
              <a:srgbClr val="92C188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g527"/>
            <p:cNvSpPr/>
            <p:nvPr/>
          </p:nvSpPr>
          <p:spPr>
            <a:xfrm>
              <a:off x="3585053" y="1563721"/>
              <a:ext cx="133015" cy="302842"/>
            </a:xfrm>
            <a:custGeom>
              <a:avLst/>
              <a:pathLst>
                <a:path w="133015" h="302842">
                  <a:moveTo>
                    <a:pt x="101685" y="30815"/>
                  </a:moveTo>
                  <a:lnTo>
                    <a:pt x="100870" y="31179"/>
                  </a:lnTo>
                  <a:lnTo>
                    <a:pt x="98351" y="32616"/>
                  </a:lnTo>
                  <a:lnTo>
                    <a:pt x="96813" y="33586"/>
                  </a:lnTo>
                  <a:lnTo>
                    <a:pt x="94961" y="34297"/>
                  </a:lnTo>
                  <a:lnTo>
                    <a:pt x="95442" y="35239"/>
                  </a:lnTo>
                  <a:lnTo>
                    <a:pt x="98518" y="35438"/>
                  </a:lnTo>
                  <a:lnTo>
                    <a:pt x="98992" y="35706"/>
                  </a:lnTo>
                  <a:lnTo>
                    <a:pt x="99334" y="36191"/>
                  </a:lnTo>
                  <a:lnTo>
                    <a:pt x="99392" y="36966"/>
                  </a:lnTo>
                  <a:lnTo>
                    <a:pt x="99080" y="38219"/>
                  </a:lnTo>
                  <a:lnTo>
                    <a:pt x="95756" y="45127"/>
                  </a:lnTo>
                  <a:lnTo>
                    <a:pt x="95651" y="46583"/>
                  </a:lnTo>
                  <a:lnTo>
                    <a:pt x="96741" y="50631"/>
                  </a:lnTo>
                  <a:lnTo>
                    <a:pt x="98265" y="55405"/>
                  </a:lnTo>
                  <a:lnTo>
                    <a:pt x="102870" y="57528"/>
                  </a:lnTo>
                  <a:lnTo>
                    <a:pt x="106292" y="59186"/>
                  </a:lnTo>
                  <a:lnTo>
                    <a:pt x="108491" y="63109"/>
                  </a:lnTo>
                  <a:lnTo>
                    <a:pt x="112115" y="68283"/>
                  </a:lnTo>
                  <a:lnTo>
                    <a:pt x="114036" y="70216"/>
                  </a:lnTo>
                  <a:lnTo>
                    <a:pt x="114144" y="70816"/>
                  </a:lnTo>
                  <a:lnTo>
                    <a:pt x="113573" y="74386"/>
                  </a:lnTo>
                  <a:lnTo>
                    <a:pt x="111249" y="77962"/>
                  </a:lnTo>
                  <a:lnTo>
                    <a:pt x="109076" y="80978"/>
                  </a:lnTo>
                  <a:lnTo>
                    <a:pt x="106827" y="84611"/>
                  </a:lnTo>
                  <a:lnTo>
                    <a:pt x="105068" y="87709"/>
                  </a:lnTo>
                  <a:lnTo>
                    <a:pt x="103162" y="91421"/>
                  </a:lnTo>
                  <a:lnTo>
                    <a:pt x="102943" y="92624"/>
                  </a:lnTo>
                  <a:lnTo>
                    <a:pt x="102909" y="93761"/>
                  </a:lnTo>
                  <a:lnTo>
                    <a:pt x="103236" y="95018"/>
                  </a:lnTo>
                  <a:lnTo>
                    <a:pt x="105676" y="99560"/>
                  </a:lnTo>
                  <a:lnTo>
                    <a:pt x="106626" y="101879"/>
                  </a:lnTo>
                  <a:lnTo>
                    <a:pt x="107761" y="104386"/>
                  </a:lnTo>
                  <a:lnTo>
                    <a:pt x="108736" y="107119"/>
                  </a:lnTo>
                  <a:lnTo>
                    <a:pt x="109301" y="109567"/>
                  </a:lnTo>
                  <a:lnTo>
                    <a:pt x="110278" y="111953"/>
                  </a:lnTo>
                  <a:lnTo>
                    <a:pt x="110885" y="113172"/>
                  </a:lnTo>
                  <a:lnTo>
                    <a:pt x="111895" y="114880"/>
                  </a:lnTo>
                  <a:lnTo>
                    <a:pt x="113112" y="117421"/>
                  </a:lnTo>
                  <a:lnTo>
                    <a:pt x="113517" y="119434"/>
                  </a:lnTo>
                  <a:lnTo>
                    <a:pt x="115356" y="126420"/>
                  </a:lnTo>
                  <a:lnTo>
                    <a:pt x="115541" y="128200"/>
                  </a:lnTo>
                  <a:lnTo>
                    <a:pt x="115451" y="129518"/>
                  </a:lnTo>
                  <a:lnTo>
                    <a:pt x="114643" y="129842"/>
                  </a:lnTo>
                  <a:lnTo>
                    <a:pt x="112859" y="130051"/>
                  </a:lnTo>
                  <a:lnTo>
                    <a:pt x="110925" y="130916"/>
                  </a:lnTo>
                  <a:lnTo>
                    <a:pt x="110827" y="131206"/>
                  </a:lnTo>
                  <a:lnTo>
                    <a:pt x="112089" y="132855"/>
                  </a:lnTo>
                  <a:lnTo>
                    <a:pt x="110975" y="135671"/>
                  </a:lnTo>
                  <a:lnTo>
                    <a:pt x="110814" y="139704"/>
                  </a:lnTo>
                  <a:lnTo>
                    <a:pt x="109624" y="141820"/>
                  </a:lnTo>
                  <a:lnTo>
                    <a:pt x="109512" y="142312"/>
                  </a:lnTo>
                  <a:lnTo>
                    <a:pt x="109565" y="142723"/>
                  </a:lnTo>
                  <a:lnTo>
                    <a:pt x="109776" y="143045"/>
                  </a:lnTo>
                  <a:lnTo>
                    <a:pt x="111980" y="143611"/>
                  </a:lnTo>
                  <a:lnTo>
                    <a:pt x="112171" y="144185"/>
                  </a:lnTo>
                  <a:lnTo>
                    <a:pt x="112180" y="145374"/>
                  </a:lnTo>
                  <a:lnTo>
                    <a:pt x="111984" y="146472"/>
                  </a:lnTo>
                  <a:lnTo>
                    <a:pt x="110877" y="147287"/>
                  </a:lnTo>
                  <a:lnTo>
                    <a:pt x="109688" y="148494"/>
                  </a:lnTo>
                  <a:lnTo>
                    <a:pt x="109425" y="149603"/>
                  </a:lnTo>
                  <a:lnTo>
                    <a:pt x="109465" y="150594"/>
                  </a:lnTo>
                  <a:lnTo>
                    <a:pt x="109871" y="152268"/>
                  </a:lnTo>
                  <a:lnTo>
                    <a:pt x="110653" y="154218"/>
                  </a:lnTo>
                  <a:lnTo>
                    <a:pt x="111647" y="155444"/>
                  </a:lnTo>
                  <a:lnTo>
                    <a:pt x="115177" y="156603"/>
                  </a:lnTo>
                  <a:lnTo>
                    <a:pt x="115633" y="157563"/>
                  </a:lnTo>
                  <a:lnTo>
                    <a:pt x="115827" y="158877"/>
                  </a:lnTo>
                  <a:lnTo>
                    <a:pt x="115753" y="160162"/>
                  </a:lnTo>
                  <a:lnTo>
                    <a:pt x="114113" y="162730"/>
                  </a:lnTo>
                  <a:lnTo>
                    <a:pt x="114126" y="163718"/>
                  </a:lnTo>
                  <a:lnTo>
                    <a:pt x="114800" y="166109"/>
                  </a:lnTo>
                  <a:lnTo>
                    <a:pt x="115607" y="168392"/>
                  </a:lnTo>
                  <a:lnTo>
                    <a:pt x="119050" y="170865"/>
                  </a:lnTo>
                  <a:lnTo>
                    <a:pt x="120235" y="172221"/>
                  </a:lnTo>
                  <a:lnTo>
                    <a:pt x="120551" y="173300"/>
                  </a:lnTo>
                  <a:lnTo>
                    <a:pt x="120723" y="175040"/>
                  </a:lnTo>
                  <a:lnTo>
                    <a:pt x="120701" y="176926"/>
                  </a:lnTo>
                  <a:lnTo>
                    <a:pt x="120430" y="178601"/>
                  </a:lnTo>
                  <a:lnTo>
                    <a:pt x="119351" y="180761"/>
                  </a:lnTo>
                  <a:lnTo>
                    <a:pt x="116852" y="185022"/>
                  </a:lnTo>
                  <a:lnTo>
                    <a:pt x="114339" y="186676"/>
                  </a:lnTo>
                  <a:lnTo>
                    <a:pt x="114186" y="187036"/>
                  </a:lnTo>
                  <a:lnTo>
                    <a:pt x="114964" y="188399"/>
                  </a:lnTo>
                  <a:lnTo>
                    <a:pt x="119390" y="193865"/>
                  </a:lnTo>
                  <a:lnTo>
                    <a:pt x="122275" y="196423"/>
                  </a:lnTo>
                  <a:lnTo>
                    <a:pt x="126169" y="199875"/>
                  </a:lnTo>
                  <a:lnTo>
                    <a:pt x="128681" y="202604"/>
                  </a:lnTo>
                  <a:lnTo>
                    <a:pt x="129492" y="204566"/>
                  </a:lnTo>
                  <a:lnTo>
                    <a:pt x="130580" y="206747"/>
                  </a:lnTo>
                  <a:lnTo>
                    <a:pt x="131802" y="208531"/>
                  </a:lnTo>
                  <a:lnTo>
                    <a:pt x="132683" y="210079"/>
                  </a:lnTo>
                  <a:lnTo>
                    <a:pt x="133015" y="211075"/>
                  </a:lnTo>
                  <a:lnTo>
                    <a:pt x="132984" y="212145"/>
                  </a:lnTo>
                  <a:lnTo>
                    <a:pt x="131806" y="215374"/>
                  </a:lnTo>
                  <a:lnTo>
                    <a:pt x="131137" y="217870"/>
                  </a:lnTo>
                  <a:lnTo>
                    <a:pt x="129958" y="221529"/>
                  </a:lnTo>
                  <a:lnTo>
                    <a:pt x="128752" y="224083"/>
                  </a:lnTo>
                  <a:lnTo>
                    <a:pt x="125693" y="228740"/>
                  </a:lnTo>
                  <a:lnTo>
                    <a:pt x="121183" y="234538"/>
                  </a:lnTo>
                  <a:lnTo>
                    <a:pt x="120135" y="236292"/>
                  </a:lnTo>
                  <a:lnTo>
                    <a:pt x="118024" y="239347"/>
                  </a:lnTo>
                  <a:lnTo>
                    <a:pt x="114411" y="245477"/>
                  </a:lnTo>
                  <a:lnTo>
                    <a:pt x="113475" y="246831"/>
                  </a:lnTo>
                  <a:lnTo>
                    <a:pt x="110513" y="251720"/>
                  </a:lnTo>
                  <a:lnTo>
                    <a:pt x="109163" y="253276"/>
                  </a:lnTo>
                  <a:lnTo>
                    <a:pt x="108103" y="254730"/>
                  </a:lnTo>
                  <a:lnTo>
                    <a:pt x="105169" y="259353"/>
                  </a:lnTo>
                  <a:lnTo>
                    <a:pt x="102016" y="262862"/>
                  </a:lnTo>
                  <a:lnTo>
                    <a:pt x="98922" y="266121"/>
                  </a:lnTo>
                  <a:lnTo>
                    <a:pt x="97993" y="267773"/>
                  </a:lnTo>
                  <a:lnTo>
                    <a:pt x="96839" y="269033"/>
                  </a:lnTo>
                  <a:lnTo>
                    <a:pt x="95461" y="270232"/>
                  </a:lnTo>
                  <a:lnTo>
                    <a:pt x="94880" y="270903"/>
                  </a:lnTo>
                  <a:lnTo>
                    <a:pt x="91767" y="275367"/>
                  </a:lnTo>
                  <a:lnTo>
                    <a:pt x="87449" y="281564"/>
                  </a:lnTo>
                  <a:lnTo>
                    <a:pt x="87010" y="281660"/>
                  </a:lnTo>
                  <a:lnTo>
                    <a:pt x="85885" y="282662"/>
                  </a:lnTo>
                  <a:lnTo>
                    <a:pt x="84127" y="282904"/>
                  </a:lnTo>
                  <a:lnTo>
                    <a:pt x="83363" y="283670"/>
                  </a:lnTo>
                  <a:lnTo>
                    <a:pt x="80676" y="281489"/>
                  </a:lnTo>
                  <a:lnTo>
                    <a:pt x="80229" y="281347"/>
                  </a:lnTo>
                  <a:lnTo>
                    <a:pt x="78649" y="281888"/>
                  </a:lnTo>
                  <a:lnTo>
                    <a:pt x="77132" y="283474"/>
                  </a:lnTo>
                  <a:lnTo>
                    <a:pt x="74333" y="283959"/>
                  </a:lnTo>
                  <a:lnTo>
                    <a:pt x="72943" y="284473"/>
                  </a:lnTo>
                  <a:lnTo>
                    <a:pt x="72056" y="285205"/>
                  </a:lnTo>
                  <a:lnTo>
                    <a:pt x="71874" y="283471"/>
                  </a:lnTo>
                  <a:lnTo>
                    <a:pt x="72258" y="281272"/>
                  </a:lnTo>
                  <a:lnTo>
                    <a:pt x="72874" y="279806"/>
                  </a:lnTo>
                  <a:lnTo>
                    <a:pt x="72931" y="278851"/>
                  </a:lnTo>
                  <a:lnTo>
                    <a:pt x="72479" y="278951"/>
                  </a:lnTo>
                  <a:lnTo>
                    <a:pt x="71583" y="281101"/>
                  </a:lnTo>
                  <a:lnTo>
                    <a:pt x="71103" y="283613"/>
                  </a:lnTo>
                  <a:lnTo>
                    <a:pt x="70144" y="284875"/>
                  </a:lnTo>
                  <a:lnTo>
                    <a:pt x="68035" y="285392"/>
                  </a:lnTo>
                  <a:lnTo>
                    <a:pt x="65979" y="283373"/>
                  </a:lnTo>
                  <a:lnTo>
                    <a:pt x="65004" y="283393"/>
                  </a:lnTo>
                  <a:lnTo>
                    <a:pt x="65616" y="284839"/>
                  </a:lnTo>
                  <a:lnTo>
                    <a:pt x="66031" y="286426"/>
                  </a:lnTo>
                  <a:lnTo>
                    <a:pt x="65977" y="287315"/>
                  </a:lnTo>
                  <a:lnTo>
                    <a:pt x="64881" y="287159"/>
                  </a:lnTo>
                  <a:lnTo>
                    <a:pt x="63661" y="288110"/>
                  </a:lnTo>
                  <a:lnTo>
                    <a:pt x="62591" y="289501"/>
                  </a:lnTo>
                  <a:lnTo>
                    <a:pt x="62072" y="289504"/>
                  </a:lnTo>
                  <a:lnTo>
                    <a:pt x="61353" y="287560"/>
                  </a:lnTo>
                  <a:lnTo>
                    <a:pt x="60035" y="288468"/>
                  </a:lnTo>
                  <a:lnTo>
                    <a:pt x="58908" y="289687"/>
                  </a:lnTo>
                  <a:lnTo>
                    <a:pt x="56618" y="290068"/>
                  </a:lnTo>
                  <a:lnTo>
                    <a:pt x="55253" y="291671"/>
                  </a:lnTo>
                  <a:lnTo>
                    <a:pt x="52837" y="292753"/>
                  </a:lnTo>
                  <a:lnTo>
                    <a:pt x="51510" y="292727"/>
                  </a:lnTo>
                  <a:lnTo>
                    <a:pt x="48484" y="294030"/>
                  </a:lnTo>
                  <a:lnTo>
                    <a:pt x="47478" y="296038"/>
                  </a:lnTo>
                  <a:lnTo>
                    <a:pt x="46597" y="296777"/>
                  </a:lnTo>
                  <a:lnTo>
                    <a:pt x="45341" y="296155"/>
                  </a:lnTo>
                  <a:lnTo>
                    <a:pt x="41473" y="297135"/>
                  </a:lnTo>
                  <a:lnTo>
                    <a:pt x="37775" y="298420"/>
                  </a:lnTo>
                  <a:lnTo>
                    <a:pt x="36202" y="298347"/>
                  </a:lnTo>
                  <a:lnTo>
                    <a:pt x="34628" y="297813"/>
                  </a:lnTo>
                  <a:lnTo>
                    <a:pt x="32961" y="299599"/>
                  </a:lnTo>
                  <a:lnTo>
                    <a:pt x="31190" y="301988"/>
                  </a:lnTo>
                  <a:lnTo>
                    <a:pt x="29238" y="302842"/>
                  </a:lnTo>
                  <a:lnTo>
                    <a:pt x="28538" y="302537"/>
                  </a:lnTo>
                  <a:lnTo>
                    <a:pt x="29098" y="301283"/>
                  </a:lnTo>
                  <a:lnTo>
                    <a:pt x="30389" y="299986"/>
                  </a:lnTo>
                  <a:lnTo>
                    <a:pt x="31276" y="298227"/>
                  </a:lnTo>
                  <a:lnTo>
                    <a:pt x="31397" y="296761"/>
                  </a:lnTo>
                  <a:lnTo>
                    <a:pt x="30788" y="296185"/>
                  </a:lnTo>
                  <a:lnTo>
                    <a:pt x="29956" y="296009"/>
                  </a:lnTo>
                  <a:lnTo>
                    <a:pt x="28907" y="294494"/>
                  </a:lnTo>
                  <a:lnTo>
                    <a:pt x="27903" y="291209"/>
                  </a:lnTo>
                  <a:lnTo>
                    <a:pt x="27359" y="291029"/>
                  </a:lnTo>
                  <a:lnTo>
                    <a:pt x="27083" y="291891"/>
                  </a:lnTo>
                  <a:lnTo>
                    <a:pt x="26774" y="294411"/>
                  </a:lnTo>
                  <a:lnTo>
                    <a:pt x="26461" y="295136"/>
                  </a:lnTo>
                  <a:lnTo>
                    <a:pt x="25929" y="295714"/>
                  </a:lnTo>
                  <a:lnTo>
                    <a:pt x="25290" y="296295"/>
                  </a:lnTo>
                  <a:lnTo>
                    <a:pt x="24667" y="296578"/>
                  </a:lnTo>
                  <a:lnTo>
                    <a:pt x="22430" y="296543"/>
                  </a:lnTo>
                  <a:lnTo>
                    <a:pt x="22136" y="295271"/>
                  </a:lnTo>
                  <a:lnTo>
                    <a:pt x="22136" y="294738"/>
                  </a:lnTo>
                  <a:lnTo>
                    <a:pt x="22533" y="293063"/>
                  </a:lnTo>
                  <a:lnTo>
                    <a:pt x="22186" y="292770"/>
                  </a:lnTo>
                  <a:lnTo>
                    <a:pt x="22516" y="291457"/>
                  </a:lnTo>
                  <a:lnTo>
                    <a:pt x="23043" y="291528"/>
                  </a:lnTo>
                  <a:lnTo>
                    <a:pt x="23668" y="291333"/>
                  </a:lnTo>
                  <a:lnTo>
                    <a:pt x="23981" y="290658"/>
                  </a:lnTo>
                  <a:lnTo>
                    <a:pt x="23957" y="289851"/>
                  </a:lnTo>
                  <a:lnTo>
                    <a:pt x="23089" y="289642"/>
                  </a:lnTo>
                  <a:lnTo>
                    <a:pt x="23035" y="289092"/>
                  </a:lnTo>
                  <a:lnTo>
                    <a:pt x="23810" y="286796"/>
                  </a:lnTo>
                  <a:lnTo>
                    <a:pt x="23920" y="286161"/>
                  </a:lnTo>
                  <a:lnTo>
                    <a:pt x="23621" y="286029"/>
                  </a:lnTo>
                  <a:lnTo>
                    <a:pt x="23135" y="286279"/>
                  </a:lnTo>
                  <a:lnTo>
                    <a:pt x="19935" y="285559"/>
                  </a:lnTo>
                  <a:lnTo>
                    <a:pt x="15987" y="282623"/>
                  </a:lnTo>
                  <a:lnTo>
                    <a:pt x="15016" y="282471"/>
                  </a:lnTo>
                  <a:lnTo>
                    <a:pt x="14418" y="279850"/>
                  </a:lnTo>
                  <a:lnTo>
                    <a:pt x="13466" y="280182"/>
                  </a:lnTo>
                  <a:lnTo>
                    <a:pt x="12078" y="281717"/>
                  </a:lnTo>
                  <a:lnTo>
                    <a:pt x="11037" y="280551"/>
                  </a:lnTo>
                  <a:lnTo>
                    <a:pt x="9918" y="279783"/>
                  </a:lnTo>
                  <a:lnTo>
                    <a:pt x="9609" y="278584"/>
                  </a:lnTo>
                  <a:lnTo>
                    <a:pt x="9624" y="276816"/>
                  </a:lnTo>
                  <a:lnTo>
                    <a:pt x="9528" y="274729"/>
                  </a:lnTo>
                  <a:lnTo>
                    <a:pt x="9222" y="272288"/>
                  </a:lnTo>
                  <a:lnTo>
                    <a:pt x="8998" y="268818"/>
                  </a:lnTo>
                  <a:lnTo>
                    <a:pt x="9208" y="266107"/>
                  </a:lnTo>
                  <a:lnTo>
                    <a:pt x="10100" y="264100"/>
                  </a:lnTo>
                  <a:lnTo>
                    <a:pt x="10443" y="262819"/>
                  </a:lnTo>
                  <a:lnTo>
                    <a:pt x="10862" y="259548"/>
                  </a:lnTo>
                  <a:lnTo>
                    <a:pt x="10956" y="255717"/>
                  </a:lnTo>
                  <a:lnTo>
                    <a:pt x="10719" y="254413"/>
                  </a:lnTo>
                  <a:lnTo>
                    <a:pt x="10779" y="253546"/>
                  </a:lnTo>
                  <a:lnTo>
                    <a:pt x="11490" y="253546"/>
                  </a:lnTo>
                  <a:lnTo>
                    <a:pt x="11336" y="252801"/>
                  </a:lnTo>
                  <a:lnTo>
                    <a:pt x="11023" y="252394"/>
                  </a:lnTo>
                  <a:lnTo>
                    <a:pt x="10676" y="251547"/>
                  </a:lnTo>
                  <a:lnTo>
                    <a:pt x="10972" y="251098"/>
                  </a:lnTo>
                  <a:lnTo>
                    <a:pt x="11824" y="251067"/>
                  </a:lnTo>
                  <a:lnTo>
                    <a:pt x="11893" y="250781"/>
                  </a:lnTo>
                  <a:lnTo>
                    <a:pt x="11989" y="250377"/>
                  </a:lnTo>
                  <a:lnTo>
                    <a:pt x="11330" y="248152"/>
                  </a:lnTo>
                  <a:lnTo>
                    <a:pt x="11254" y="247092"/>
                  </a:lnTo>
                  <a:lnTo>
                    <a:pt x="10338" y="243873"/>
                  </a:lnTo>
                  <a:lnTo>
                    <a:pt x="9295" y="240821"/>
                  </a:lnTo>
                  <a:lnTo>
                    <a:pt x="7724" y="238614"/>
                  </a:lnTo>
                  <a:lnTo>
                    <a:pt x="8281" y="234979"/>
                  </a:lnTo>
                  <a:lnTo>
                    <a:pt x="8915" y="231694"/>
                  </a:lnTo>
                  <a:lnTo>
                    <a:pt x="8789" y="230111"/>
                  </a:lnTo>
                  <a:lnTo>
                    <a:pt x="8546" y="228185"/>
                  </a:lnTo>
                  <a:lnTo>
                    <a:pt x="6623" y="226073"/>
                  </a:lnTo>
                  <a:lnTo>
                    <a:pt x="6337" y="223096"/>
                  </a:lnTo>
                  <a:lnTo>
                    <a:pt x="5867" y="219900"/>
                  </a:lnTo>
                  <a:lnTo>
                    <a:pt x="6044" y="217941"/>
                  </a:lnTo>
                  <a:lnTo>
                    <a:pt x="6357" y="216442"/>
                  </a:lnTo>
                  <a:lnTo>
                    <a:pt x="6989" y="214948"/>
                  </a:lnTo>
                  <a:lnTo>
                    <a:pt x="10180" y="210236"/>
                  </a:lnTo>
                  <a:lnTo>
                    <a:pt x="10375" y="207776"/>
                  </a:lnTo>
                  <a:lnTo>
                    <a:pt x="12538" y="207597"/>
                  </a:lnTo>
                  <a:lnTo>
                    <a:pt x="11535" y="205399"/>
                  </a:lnTo>
                  <a:lnTo>
                    <a:pt x="11298" y="204164"/>
                  </a:lnTo>
                  <a:lnTo>
                    <a:pt x="11248" y="202722"/>
                  </a:lnTo>
                  <a:lnTo>
                    <a:pt x="14359" y="201735"/>
                  </a:lnTo>
                  <a:lnTo>
                    <a:pt x="15520" y="202546"/>
                  </a:lnTo>
                  <a:lnTo>
                    <a:pt x="18258" y="201545"/>
                  </a:lnTo>
                  <a:lnTo>
                    <a:pt x="20688" y="199585"/>
                  </a:lnTo>
                  <a:lnTo>
                    <a:pt x="20645" y="198545"/>
                  </a:lnTo>
                  <a:lnTo>
                    <a:pt x="20271" y="197613"/>
                  </a:lnTo>
                  <a:lnTo>
                    <a:pt x="19756" y="195818"/>
                  </a:lnTo>
                  <a:lnTo>
                    <a:pt x="20121" y="195320"/>
                  </a:lnTo>
                  <a:lnTo>
                    <a:pt x="21008" y="195687"/>
                  </a:lnTo>
                  <a:lnTo>
                    <a:pt x="20601" y="194795"/>
                  </a:lnTo>
                  <a:lnTo>
                    <a:pt x="20675" y="193854"/>
                  </a:lnTo>
                  <a:lnTo>
                    <a:pt x="21643" y="194245"/>
                  </a:lnTo>
                  <a:lnTo>
                    <a:pt x="23222" y="191621"/>
                  </a:lnTo>
                  <a:lnTo>
                    <a:pt x="23279" y="189615"/>
                  </a:lnTo>
                  <a:lnTo>
                    <a:pt x="26008" y="188566"/>
                  </a:lnTo>
                  <a:lnTo>
                    <a:pt x="29155" y="184475"/>
                  </a:lnTo>
                  <a:lnTo>
                    <a:pt x="30607" y="183201"/>
                  </a:lnTo>
                  <a:lnTo>
                    <a:pt x="32010" y="182279"/>
                  </a:lnTo>
                  <a:lnTo>
                    <a:pt x="34998" y="178191"/>
                  </a:lnTo>
                  <a:lnTo>
                    <a:pt x="36278" y="178001"/>
                  </a:lnTo>
                  <a:lnTo>
                    <a:pt x="36936" y="175245"/>
                  </a:lnTo>
                  <a:lnTo>
                    <a:pt x="39477" y="171579"/>
                  </a:lnTo>
                  <a:lnTo>
                    <a:pt x="40249" y="171110"/>
                  </a:lnTo>
                  <a:lnTo>
                    <a:pt x="41437" y="167804"/>
                  </a:lnTo>
                  <a:lnTo>
                    <a:pt x="44558" y="163984"/>
                  </a:lnTo>
                  <a:lnTo>
                    <a:pt x="46536" y="159113"/>
                  </a:lnTo>
                  <a:lnTo>
                    <a:pt x="47627" y="157383"/>
                  </a:lnTo>
                  <a:lnTo>
                    <a:pt x="47965" y="155540"/>
                  </a:lnTo>
                  <a:lnTo>
                    <a:pt x="49180" y="155384"/>
                  </a:lnTo>
                  <a:lnTo>
                    <a:pt x="50277" y="154031"/>
                  </a:lnTo>
                  <a:lnTo>
                    <a:pt x="52649" y="153087"/>
                  </a:lnTo>
                  <a:lnTo>
                    <a:pt x="54990" y="153349"/>
                  </a:lnTo>
                  <a:lnTo>
                    <a:pt x="55964" y="153991"/>
                  </a:lnTo>
                  <a:lnTo>
                    <a:pt x="56865" y="153787"/>
                  </a:lnTo>
                  <a:lnTo>
                    <a:pt x="56775" y="152131"/>
                  </a:lnTo>
                  <a:lnTo>
                    <a:pt x="56132" y="151108"/>
                  </a:lnTo>
                  <a:lnTo>
                    <a:pt x="56657" y="150125"/>
                  </a:lnTo>
                  <a:lnTo>
                    <a:pt x="57895" y="149381"/>
                  </a:lnTo>
                  <a:lnTo>
                    <a:pt x="57769" y="147736"/>
                  </a:lnTo>
                  <a:lnTo>
                    <a:pt x="57500" y="146746"/>
                  </a:lnTo>
                  <a:lnTo>
                    <a:pt x="56471" y="145427"/>
                  </a:lnTo>
                  <a:lnTo>
                    <a:pt x="56983" y="142474"/>
                  </a:lnTo>
                  <a:lnTo>
                    <a:pt x="57106" y="139238"/>
                  </a:lnTo>
                  <a:lnTo>
                    <a:pt x="57592" y="135499"/>
                  </a:lnTo>
                  <a:lnTo>
                    <a:pt x="56300" y="133518"/>
                  </a:lnTo>
                  <a:lnTo>
                    <a:pt x="51395" y="130148"/>
                  </a:lnTo>
                  <a:lnTo>
                    <a:pt x="50480" y="130265"/>
                  </a:lnTo>
                  <a:lnTo>
                    <a:pt x="49391" y="129842"/>
                  </a:lnTo>
                  <a:lnTo>
                    <a:pt x="48253" y="127288"/>
                  </a:lnTo>
                  <a:lnTo>
                    <a:pt x="48761" y="125085"/>
                  </a:lnTo>
                  <a:lnTo>
                    <a:pt x="48820" y="124273"/>
                  </a:lnTo>
                  <a:lnTo>
                    <a:pt x="48376" y="124297"/>
                  </a:lnTo>
                  <a:lnTo>
                    <a:pt x="47657" y="125371"/>
                  </a:lnTo>
                  <a:lnTo>
                    <a:pt x="46093" y="126599"/>
                  </a:lnTo>
                  <a:lnTo>
                    <a:pt x="44060" y="125656"/>
                  </a:lnTo>
                  <a:lnTo>
                    <a:pt x="43061" y="125866"/>
                  </a:lnTo>
                  <a:lnTo>
                    <a:pt x="41763" y="120412"/>
                  </a:lnTo>
                  <a:lnTo>
                    <a:pt x="41100" y="118328"/>
                  </a:lnTo>
                  <a:lnTo>
                    <a:pt x="40036" y="115731"/>
                  </a:lnTo>
                  <a:lnTo>
                    <a:pt x="38137" y="114463"/>
                  </a:lnTo>
                  <a:lnTo>
                    <a:pt x="37766" y="113746"/>
                  </a:lnTo>
                  <a:lnTo>
                    <a:pt x="37513" y="112646"/>
                  </a:lnTo>
                  <a:lnTo>
                    <a:pt x="37431" y="111120"/>
                  </a:lnTo>
                  <a:lnTo>
                    <a:pt x="37191" y="108862"/>
                  </a:lnTo>
                  <a:lnTo>
                    <a:pt x="37291" y="107009"/>
                  </a:lnTo>
                  <a:lnTo>
                    <a:pt x="37524" y="105906"/>
                  </a:lnTo>
                  <a:lnTo>
                    <a:pt x="38343" y="105164"/>
                  </a:lnTo>
                  <a:lnTo>
                    <a:pt x="39527" y="103073"/>
                  </a:lnTo>
                  <a:lnTo>
                    <a:pt x="39775" y="101554"/>
                  </a:lnTo>
                  <a:lnTo>
                    <a:pt x="39876" y="99224"/>
                  </a:lnTo>
                  <a:lnTo>
                    <a:pt x="40421" y="97190"/>
                  </a:lnTo>
                  <a:lnTo>
                    <a:pt x="41027" y="96161"/>
                  </a:lnTo>
                  <a:lnTo>
                    <a:pt x="40874" y="95343"/>
                  </a:lnTo>
                  <a:lnTo>
                    <a:pt x="40457" y="94173"/>
                  </a:lnTo>
                  <a:lnTo>
                    <a:pt x="39573" y="92512"/>
                  </a:lnTo>
                  <a:lnTo>
                    <a:pt x="38229" y="90486"/>
                  </a:lnTo>
                  <a:lnTo>
                    <a:pt x="37234" y="88550"/>
                  </a:lnTo>
                  <a:lnTo>
                    <a:pt x="36797" y="86739"/>
                  </a:lnTo>
                  <a:lnTo>
                    <a:pt x="36572" y="85122"/>
                  </a:lnTo>
                  <a:lnTo>
                    <a:pt x="36609" y="83650"/>
                  </a:lnTo>
                  <a:lnTo>
                    <a:pt x="36981" y="82649"/>
                  </a:lnTo>
                  <a:lnTo>
                    <a:pt x="38252" y="81388"/>
                  </a:lnTo>
                  <a:lnTo>
                    <a:pt x="38423" y="80852"/>
                  </a:lnTo>
                  <a:lnTo>
                    <a:pt x="37919" y="78066"/>
                  </a:lnTo>
                  <a:lnTo>
                    <a:pt x="37032" y="77560"/>
                  </a:lnTo>
                  <a:lnTo>
                    <a:pt x="35525" y="77290"/>
                  </a:lnTo>
                  <a:lnTo>
                    <a:pt x="34683" y="77267"/>
                  </a:lnTo>
                  <a:lnTo>
                    <a:pt x="34522" y="76962"/>
                  </a:lnTo>
                  <a:lnTo>
                    <a:pt x="34481" y="76403"/>
                  </a:lnTo>
                  <a:lnTo>
                    <a:pt x="34651" y="75260"/>
                  </a:lnTo>
                  <a:lnTo>
                    <a:pt x="35127" y="73951"/>
                  </a:lnTo>
                  <a:lnTo>
                    <a:pt x="35523" y="73117"/>
                  </a:lnTo>
                  <a:lnTo>
                    <a:pt x="35576" y="72411"/>
                  </a:lnTo>
                  <a:lnTo>
                    <a:pt x="35075" y="69991"/>
                  </a:lnTo>
                  <a:lnTo>
                    <a:pt x="34923" y="67025"/>
                  </a:lnTo>
                  <a:lnTo>
                    <a:pt x="35095" y="64701"/>
                  </a:lnTo>
                  <a:lnTo>
                    <a:pt x="36692" y="62987"/>
                  </a:lnTo>
                  <a:lnTo>
                    <a:pt x="36765" y="62361"/>
                  </a:lnTo>
                  <a:lnTo>
                    <a:pt x="34758" y="60501"/>
                  </a:lnTo>
                  <a:lnTo>
                    <a:pt x="33311" y="58393"/>
                  </a:lnTo>
                  <a:lnTo>
                    <a:pt x="32861" y="57163"/>
                  </a:lnTo>
                  <a:lnTo>
                    <a:pt x="31203" y="56977"/>
                  </a:lnTo>
                  <a:lnTo>
                    <a:pt x="30171" y="53403"/>
                  </a:lnTo>
                  <a:lnTo>
                    <a:pt x="28679" y="51663"/>
                  </a:lnTo>
                  <a:lnTo>
                    <a:pt x="27201" y="50159"/>
                  </a:lnTo>
                  <a:lnTo>
                    <a:pt x="26327" y="49459"/>
                  </a:lnTo>
                  <a:lnTo>
                    <a:pt x="21205" y="47301"/>
                  </a:lnTo>
                  <a:lnTo>
                    <a:pt x="19169" y="46890"/>
                  </a:lnTo>
                  <a:lnTo>
                    <a:pt x="16760" y="45630"/>
                  </a:lnTo>
                  <a:lnTo>
                    <a:pt x="14966" y="44049"/>
                  </a:lnTo>
                  <a:lnTo>
                    <a:pt x="13428" y="43032"/>
                  </a:lnTo>
                  <a:lnTo>
                    <a:pt x="12112" y="41778"/>
                  </a:lnTo>
                  <a:lnTo>
                    <a:pt x="10277" y="40605"/>
                  </a:lnTo>
                  <a:lnTo>
                    <a:pt x="9752" y="39602"/>
                  </a:lnTo>
                  <a:lnTo>
                    <a:pt x="7770" y="37745"/>
                  </a:lnTo>
                  <a:lnTo>
                    <a:pt x="6839" y="36523"/>
                  </a:lnTo>
                  <a:lnTo>
                    <a:pt x="3612" y="34215"/>
                  </a:lnTo>
                  <a:lnTo>
                    <a:pt x="3495" y="33304"/>
                  </a:lnTo>
                  <a:lnTo>
                    <a:pt x="3471" y="32425"/>
                  </a:lnTo>
                  <a:lnTo>
                    <a:pt x="3326" y="32060"/>
                  </a:lnTo>
                  <a:lnTo>
                    <a:pt x="0" y="30375"/>
                  </a:lnTo>
                  <a:lnTo>
                    <a:pt x="654" y="29411"/>
                  </a:lnTo>
                  <a:lnTo>
                    <a:pt x="3255" y="29354"/>
                  </a:lnTo>
                  <a:lnTo>
                    <a:pt x="5405" y="30231"/>
                  </a:lnTo>
                  <a:lnTo>
                    <a:pt x="5878" y="29856"/>
                  </a:lnTo>
                  <a:lnTo>
                    <a:pt x="6162" y="29077"/>
                  </a:lnTo>
                  <a:lnTo>
                    <a:pt x="5246" y="25952"/>
                  </a:lnTo>
                  <a:lnTo>
                    <a:pt x="5410" y="25138"/>
                  </a:lnTo>
                  <a:lnTo>
                    <a:pt x="6356" y="24158"/>
                  </a:lnTo>
                  <a:lnTo>
                    <a:pt x="7856" y="23378"/>
                  </a:lnTo>
                  <a:lnTo>
                    <a:pt x="10225" y="23265"/>
                  </a:lnTo>
                  <a:lnTo>
                    <a:pt x="11840" y="23380"/>
                  </a:lnTo>
                  <a:lnTo>
                    <a:pt x="12182" y="23465"/>
                  </a:lnTo>
                  <a:lnTo>
                    <a:pt x="14594" y="26900"/>
                  </a:lnTo>
                  <a:lnTo>
                    <a:pt x="16663" y="30250"/>
                  </a:lnTo>
                  <a:lnTo>
                    <a:pt x="17763" y="31678"/>
                  </a:lnTo>
                  <a:lnTo>
                    <a:pt x="20452" y="35724"/>
                  </a:lnTo>
                  <a:lnTo>
                    <a:pt x="21458" y="38065"/>
                  </a:lnTo>
                  <a:lnTo>
                    <a:pt x="21800" y="39742"/>
                  </a:lnTo>
                  <a:lnTo>
                    <a:pt x="22893" y="39732"/>
                  </a:lnTo>
                  <a:lnTo>
                    <a:pt x="26676" y="40468"/>
                  </a:lnTo>
                  <a:lnTo>
                    <a:pt x="29852" y="41087"/>
                  </a:lnTo>
                  <a:lnTo>
                    <a:pt x="30738" y="42026"/>
                  </a:lnTo>
                  <a:lnTo>
                    <a:pt x="32928" y="41837"/>
                  </a:lnTo>
                  <a:lnTo>
                    <a:pt x="34615" y="40990"/>
                  </a:lnTo>
                  <a:lnTo>
                    <a:pt x="37595" y="39920"/>
                  </a:lnTo>
                  <a:lnTo>
                    <a:pt x="38394" y="38604"/>
                  </a:lnTo>
                  <a:lnTo>
                    <a:pt x="39387" y="37200"/>
                  </a:lnTo>
                  <a:lnTo>
                    <a:pt x="41134" y="37421"/>
                  </a:lnTo>
                  <a:lnTo>
                    <a:pt x="43044" y="38530"/>
                  </a:lnTo>
                  <a:lnTo>
                    <a:pt x="45212" y="39989"/>
                  </a:lnTo>
                  <a:lnTo>
                    <a:pt x="47144" y="40664"/>
                  </a:lnTo>
                  <a:lnTo>
                    <a:pt x="49736" y="41723"/>
                  </a:lnTo>
                  <a:lnTo>
                    <a:pt x="50945" y="43092"/>
                  </a:lnTo>
                  <a:lnTo>
                    <a:pt x="52639" y="43483"/>
                  </a:lnTo>
                  <a:lnTo>
                    <a:pt x="54412" y="42114"/>
                  </a:lnTo>
                  <a:lnTo>
                    <a:pt x="55460" y="38400"/>
                  </a:lnTo>
                  <a:lnTo>
                    <a:pt x="56389" y="36744"/>
                  </a:lnTo>
                  <a:lnTo>
                    <a:pt x="57705" y="35529"/>
                  </a:lnTo>
                  <a:lnTo>
                    <a:pt x="59213" y="34992"/>
                  </a:lnTo>
                  <a:lnTo>
                    <a:pt x="60364" y="34799"/>
                  </a:lnTo>
                  <a:lnTo>
                    <a:pt x="61234" y="33854"/>
                  </a:lnTo>
                  <a:lnTo>
                    <a:pt x="62473" y="31756"/>
                  </a:lnTo>
                  <a:lnTo>
                    <a:pt x="62715" y="29215"/>
                  </a:lnTo>
                  <a:lnTo>
                    <a:pt x="62477" y="24626"/>
                  </a:lnTo>
                  <a:lnTo>
                    <a:pt x="62703" y="23112"/>
                  </a:lnTo>
                  <a:lnTo>
                    <a:pt x="63715" y="20635"/>
                  </a:lnTo>
                  <a:lnTo>
                    <a:pt x="65071" y="14071"/>
                  </a:lnTo>
                  <a:lnTo>
                    <a:pt x="65681" y="12180"/>
                  </a:lnTo>
                  <a:lnTo>
                    <a:pt x="66423" y="11030"/>
                  </a:lnTo>
                  <a:lnTo>
                    <a:pt x="67443" y="10346"/>
                  </a:lnTo>
                  <a:lnTo>
                    <a:pt x="69296" y="8359"/>
                  </a:lnTo>
                  <a:lnTo>
                    <a:pt x="71943" y="4426"/>
                  </a:lnTo>
                  <a:lnTo>
                    <a:pt x="72661" y="4093"/>
                  </a:lnTo>
                  <a:lnTo>
                    <a:pt x="74562" y="3894"/>
                  </a:lnTo>
                  <a:lnTo>
                    <a:pt x="76927" y="4039"/>
                  </a:lnTo>
                  <a:lnTo>
                    <a:pt x="79052" y="4732"/>
                  </a:lnTo>
                  <a:lnTo>
                    <a:pt x="79282" y="4679"/>
                  </a:lnTo>
                  <a:lnTo>
                    <a:pt x="80234" y="4318"/>
                  </a:lnTo>
                  <a:lnTo>
                    <a:pt x="81969" y="3096"/>
                  </a:lnTo>
                  <a:lnTo>
                    <a:pt x="84939" y="667"/>
                  </a:lnTo>
                  <a:lnTo>
                    <a:pt x="86842" y="0"/>
                  </a:lnTo>
                  <a:lnTo>
                    <a:pt x="88573" y="93"/>
                  </a:lnTo>
                  <a:lnTo>
                    <a:pt x="90491" y="2752"/>
                  </a:lnTo>
                  <a:lnTo>
                    <a:pt x="93195" y="5714"/>
                  </a:lnTo>
                  <a:lnTo>
                    <a:pt x="94932" y="7153"/>
                  </a:lnTo>
                  <a:lnTo>
                    <a:pt x="99669" y="9850"/>
                  </a:lnTo>
                  <a:lnTo>
                    <a:pt x="103828" y="11624"/>
                  </a:lnTo>
                  <a:lnTo>
                    <a:pt x="106165" y="17488"/>
                  </a:lnTo>
                  <a:lnTo>
                    <a:pt x="105013" y="19824"/>
                  </a:lnTo>
                  <a:lnTo>
                    <a:pt x="104439" y="20629"/>
                  </a:lnTo>
                  <a:lnTo>
                    <a:pt x="102405" y="22955"/>
                  </a:lnTo>
                  <a:lnTo>
                    <a:pt x="100229" y="26237"/>
                  </a:lnTo>
                  <a:lnTo>
                    <a:pt x="100062" y="27948"/>
                  </a:lnTo>
                  <a:lnTo>
                    <a:pt x="100784" y="29674"/>
                  </a:lnTo>
                  <a:close/>
                </a:path>
              </a:pathLst>
            </a:custGeom>
            <a:solidFill>
              <a:srgbClr val="92C188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g528"/>
            <p:cNvSpPr/>
            <p:nvPr/>
          </p:nvSpPr>
          <p:spPr>
            <a:xfrm>
              <a:off x="5461458" y="4274323"/>
              <a:ext cx="517" cy="1134"/>
            </a:xfrm>
            <a:custGeom>
              <a:avLst/>
              <a:pathLst>
                <a:path w="517" h="1134">
                  <a:moveTo>
                    <a:pt x="517" y="813"/>
                  </a:moveTo>
                  <a:lnTo>
                    <a:pt x="422" y="1134"/>
                  </a:lnTo>
                  <a:lnTo>
                    <a:pt x="70" y="1030"/>
                  </a:lnTo>
                  <a:lnTo>
                    <a:pt x="0" y="372"/>
                  </a:lnTo>
                  <a:lnTo>
                    <a:pt x="207" y="0"/>
                  </a:lnTo>
                  <a:lnTo>
                    <a:pt x="493" y="251"/>
                  </a:lnTo>
                  <a:close/>
                </a:path>
              </a:pathLst>
            </a:custGeom>
            <a:solidFill>
              <a:srgbClr val="E5F0E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g529"/>
            <p:cNvSpPr/>
            <p:nvPr/>
          </p:nvSpPr>
          <p:spPr>
            <a:xfrm>
              <a:off x="1155499" y="4244131"/>
              <a:ext cx="199" cy="623"/>
            </a:xfrm>
            <a:custGeom>
              <a:avLst/>
              <a:pathLst>
                <a:path w="199" h="623">
                  <a:moveTo>
                    <a:pt x="90" y="623"/>
                  </a:moveTo>
                  <a:lnTo>
                    <a:pt x="17" y="427"/>
                  </a:lnTo>
                  <a:lnTo>
                    <a:pt x="0" y="210"/>
                  </a:lnTo>
                  <a:lnTo>
                    <a:pt x="73" y="0"/>
                  </a:lnTo>
                  <a:lnTo>
                    <a:pt x="138" y="196"/>
                  </a:lnTo>
                  <a:lnTo>
                    <a:pt x="199" y="415"/>
                  </a:lnTo>
                  <a:close/>
                </a:path>
              </a:pathLst>
            </a:custGeom>
            <a:solidFill>
              <a:srgbClr val="E5F0E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g530"/>
            <p:cNvSpPr/>
            <p:nvPr/>
          </p:nvSpPr>
          <p:spPr>
            <a:xfrm>
              <a:off x="1157106" y="4198731"/>
              <a:ext cx="774" cy="1942"/>
            </a:xfrm>
            <a:custGeom>
              <a:avLst/>
              <a:pathLst>
                <a:path w="774" h="1942">
                  <a:moveTo>
                    <a:pt x="774" y="1676"/>
                  </a:moveTo>
                  <a:lnTo>
                    <a:pt x="637" y="1942"/>
                  </a:lnTo>
                  <a:lnTo>
                    <a:pt x="304" y="1644"/>
                  </a:lnTo>
                  <a:lnTo>
                    <a:pt x="33" y="1243"/>
                  </a:lnTo>
                  <a:lnTo>
                    <a:pt x="0" y="822"/>
                  </a:lnTo>
                  <a:lnTo>
                    <a:pt x="114" y="282"/>
                  </a:lnTo>
                  <a:lnTo>
                    <a:pt x="377" y="0"/>
                  </a:lnTo>
                  <a:lnTo>
                    <a:pt x="511" y="109"/>
                  </a:lnTo>
                  <a:lnTo>
                    <a:pt x="434" y="279"/>
                  </a:lnTo>
                  <a:lnTo>
                    <a:pt x="274" y="470"/>
                  </a:lnTo>
                  <a:lnTo>
                    <a:pt x="299" y="1001"/>
                  </a:lnTo>
                  <a:lnTo>
                    <a:pt x="506" y="1324"/>
                  </a:lnTo>
                  <a:lnTo>
                    <a:pt x="707" y="1411"/>
                  </a:lnTo>
                  <a:close/>
                </a:path>
              </a:pathLst>
            </a:custGeom>
            <a:solidFill>
              <a:srgbClr val="E5F0E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g531"/>
            <p:cNvSpPr/>
            <p:nvPr/>
          </p:nvSpPr>
          <p:spPr>
            <a:xfrm>
              <a:off x="5502547" y="4193566"/>
              <a:ext cx="6449" cy="6417"/>
            </a:xfrm>
            <a:custGeom>
              <a:avLst/>
              <a:pathLst>
                <a:path w="6449" h="6417">
                  <a:moveTo>
                    <a:pt x="6449" y="1171"/>
                  </a:moveTo>
                  <a:lnTo>
                    <a:pt x="6446" y="2441"/>
                  </a:lnTo>
                  <a:lnTo>
                    <a:pt x="4878" y="3283"/>
                  </a:lnTo>
                  <a:lnTo>
                    <a:pt x="4350" y="2236"/>
                  </a:lnTo>
                  <a:lnTo>
                    <a:pt x="4013" y="2045"/>
                  </a:lnTo>
                  <a:lnTo>
                    <a:pt x="3078" y="3901"/>
                  </a:lnTo>
                  <a:lnTo>
                    <a:pt x="2808" y="4663"/>
                  </a:lnTo>
                  <a:lnTo>
                    <a:pt x="2719" y="5237"/>
                  </a:lnTo>
                  <a:lnTo>
                    <a:pt x="2479" y="5526"/>
                  </a:lnTo>
                  <a:lnTo>
                    <a:pt x="757" y="6417"/>
                  </a:lnTo>
                  <a:lnTo>
                    <a:pt x="0" y="5528"/>
                  </a:lnTo>
                  <a:lnTo>
                    <a:pt x="512" y="4922"/>
                  </a:lnTo>
                  <a:lnTo>
                    <a:pt x="1136" y="3713"/>
                  </a:lnTo>
                  <a:lnTo>
                    <a:pt x="1772" y="3892"/>
                  </a:lnTo>
                  <a:lnTo>
                    <a:pt x="2412" y="2761"/>
                  </a:lnTo>
                  <a:lnTo>
                    <a:pt x="3043" y="1038"/>
                  </a:lnTo>
                  <a:lnTo>
                    <a:pt x="3942" y="666"/>
                  </a:lnTo>
                  <a:lnTo>
                    <a:pt x="4577" y="0"/>
                  </a:lnTo>
                  <a:lnTo>
                    <a:pt x="5625" y="481"/>
                  </a:lnTo>
                  <a:close/>
                </a:path>
              </a:pathLst>
            </a:custGeom>
            <a:solidFill>
              <a:srgbClr val="E5F0E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g532"/>
            <p:cNvSpPr/>
            <p:nvPr/>
          </p:nvSpPr>
          <p:spPr>
            <a:xfrm>
              <a:off x="1141645" y="4193263"/>
              <a:ext cx="849" cy="2325"/>
            </a:xfrm>
            <a:custGeom>
              <a:avLst/>
              <a:pathLst>
                <a:path w="849" h="2325">
                  <a:moveTo>
                    <a:pt x="822" y="476"/>
                  </a:moveTo>
                  <a:lnTo>
                    <a:pt x="849" y="1347"/>
                  </a:lnTo>
                  <a:lnTo>
                    <a:pt x="668" y="1298"/>
                  </a:lnTo>
                  <a:lnTo>
                    <a:pt x="452" y="926"/>
                  </a:lnTo>
                  <a:lnTo>
                    <a:pt x="341" y="1108"/>
                  </a:lnTo>
                  <a:lnTo>
                    <a:pt x="266" y="1376"/>
                  </a:lnTo>
                  <a:lnTo>
                    <a:pt x="228" y="1982"/>
                  </a:lnTo>
                  <a:lnTo>
                    <a:pt x="196" y="2325"/>
                  </a:lnTo>
                  <a:lnTo>
                    <a:pt x="28" y="2201"/>
                  </a:lnTo>
                  <a:lnTo>
                    <a:pt x="0" y="1601"/>
                  </a:lnTo>
                  <a:lnTo>
                    <a:pt x="55" y="1180"/>
                  </a:lnTo>
                  <a:lnTo>
                    <a:pt x="135" y="562"/>
                  </a:lnTo>
                  <a:lnTo>
                    <a:pt x="441" y="0"/>
                  </a:lnTo>
                  <a:close/>
                </a:path>
              </a:pathLst>
            </a:custGeom>
            <a:solidFill>
              <a:srgbClr val="E5F0E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g533"/>
            <p:cNvSpPr/>
            <p:nvPr/>
          </p:nvSpPr>
          <p:spPr>
            <a:xfrm>
              <a:off x="1154069" y="4171459"/>
              <a:ext cx="1047" cy="1953"/>
            </a:xfrm>
            <a:custGeom>
              <a:avLst/>
              <a:pathLst>
                <a:path w="1047" h="1953">
                  <a:moveTo>
                    <a:pt x="1047" y="1405"/>
                  </a:moveTo>
                  <a:lnTo>
                    <a:pt x="905" y="1953"/>
                  </a:lnTo>
                  <a:lnTo>
                    <a:pt x="250" y="1059"/>
                  </a:lnTo>
                  <a:lnTo>
                    <a:pt x="0" y="464"/>
                  </a:lnTo>
                  <a:lnTo>
                    <a:pt x="695" y="0"/>
                  </a:lnTo>
                  <a:lnTo>
                    <a:pt x="1033" y="150"/>
                  </a:lnTo>
                  <a:close/>
                </a:path>
              </a:pathLst>
            </a:custGeom>
            <a:solidFill>
              <a:srgbClr val="E5F0E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g534"/>
            <p:cNvSpPr/>
            <p:nvPr/>
          </p:nvSpPr>
          <p:spPr>
            <a:xfrm>
              <a:off x="5518327" y="4164299"/>
              <a:ext cx="1327" cy="4917"/>
            </a:xfrm>
            <a:custGeom>
              <a:avLst/>
              <a:pathLst>
                <a:path w="1327" h="4917">
                  <a:moveTo>
                    <a:pt x="1167" y="4677"/>
                  </a:moveTo>
                  <a:lnTo>
                    <a:pt x="1059" y="4917"/>
                  </a:lnTo>
                  <a:lnTo>
                    <a:pt x="0" y="2556"/>
                  </a:lnTo>
                  <a:lnTo>
                    <a:pt x="35" y="1624"/>
                  </a:lnTo>
                  <a:lnTo>
                    <a:pt x="222" y="787"/>
                  </a:lnTo>
                  <a:lnTo>
                    <a:pt x="644" y="0"/>
                  </a:lnTo>
                  <a:lnTo>
                    <a:pt x="1028" y="1344"/>
                  </a:lnTo>
                  <a:lnTo>
                    <a:pt x="1327" y="3581"/>
                  </a:lnTo>
                  <a:close/>
                </a:path>
              </a:pathLst>
            </a:custGeom>
            <a:solidFill>
              <a:srgbClr val="E5F0E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g535"/>
            <p:cNvSpPr/>
            <p:nvPr/>
          </p:nvSpPr>
          <p:spPr>
            <a:xfrm>
              <a:off x="1151252" y="4163601"/>
              <a:ext cx="1108" cy="2109"/>
            </a:xfrm>
            <a:custGeom>
              <a:avLst/>
              <a:pathLst>
                <a:path w="1108" h="2109">
                  <a:moveTo>
                    <a:pt x="1108" y="1662"/>
                  </a:moveTo>
                  <a:lnTo>
                    <a:pt x="738" y="2109"/>
                  </a:lnTo>
                  <a:lnTo>
                    <a:pt x="484" y="2008"/>
                  </a:lnTo>
                  <a:lnTo>
                    <a:pt x="185" y="1535"/>
                  </a:lnTo>
                  <a:lnTo>
                    <a:pt x="0" y="701"/>
                  </a:lnTo>
                  <a:lnTo>
                    <a:pt x="382" y="0"/>
                  </a:lnTo>
                  <a:lnTo>
                    <a:pt x="973" y="796"/>
                  </a:lnTo>
                  <a:close/>
                </a:path>
              </a:pathLst>
            </a:custGeom>
            <a:solidFill>
              <a:srgbClr val="E5F0E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g536"/>
            <p:cNvSpPr/>
            <p:nvPr/>
          </p:nvSpPr>
          <p:spPr>
            <a:xfrm>
              <a:off x="1160049" y="4162282"/>
              <a:ext cx="1293" cy="2585"/>
            </a:xfrm>
            <a:custGeom>
              <a:avLst/>
              <a:pathLst>
                <a:path w="1293" h="2585">
                  <a:moveTo>
                    <a:pt x="1293" y="2273"/>
                  </a:moveTo>
                  <a:lnTo>
                    <a:pt x="614" y="2585"/>
                  </a:lnTo>
                  <a:lnTo>
                    <a:pt x="0" y="1333"/>
                  </a:lnTo>
                  <a:lnTo>
                    <a:pt x="387" y="0"/>
                  </a:lnTo>
                  <a:lnTo>
                    <a:pt x="937" y="314"/>
                  </a:lnTo>
                  <a:lnTo>
                    <a:pt x="1250" y="1601"/>
                  </a:lnTo>
                  <a:close/>
                </a:path>
              </a:pathLst>
            </a:custGeom>
            <a:solidFill>
              <a:srgbClr val="E5F0E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g537"/>
            <p:cNvSpPr/>
            <p:nvPr/>
          </p:nvSpPr>
          <p:spPr>
            <a:xfrm>
              <a:off x="5512162" y="4154690"/>
              <a:ext cx="1278" cy="3780"/>
            </a:xfrm>
            <a:custGeom>
              <a:avLst/>
              <a:pathLst>
                <a:path w="1278" h="3780">
                  <a:moveTo>
                    <a:pt x="973" y="3255"/>
                  </a:moveTo>
                  <a:lnTo>
                    <a:pt x="346" y="3780"/>
                  </a:lnTo>
                  <a:lnTo>
                    <a:pt x="0" y="1976"/>
                  </a:lnTo>
                  <a:lnTo>
                    <a:pt x="480" y="164"/>
                  </a:lnTo>
                  <a:lnTo>
                    <a:pt x="1016" y="0"/>
                  </a:lnTo>
                  <a:lnTo>
                    <a:pt x="1278" y="1843"/>
                  </a:lnTo>
                  <a:close/>
                </a:path>
              </a:pathLst>
            </a:custGeom>
            <a:solidFill>
              <a:srgbClr val="E5F0E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g538"/>
            <p:cNvSpPr/>
            <p:nvPr/>
          </p:nvSpPr>
          <p:spPr>
            <a:xfrm>
              <a:off x="5493970" y="4145652"/>
              <a:ext cx="17218" cy="28103"/>
            </a:xfrm>
            <a:custGeom>
              <a:avLst/>
              <a:pathLst>
                <a:path w="17218" h="28103">
                  <a:moveTo>
                    <a:pt x="12495" y="1742"/>
                  </a:moveTo>
                  <a:lnTo>
                    <a:pt x="12495" y="3050"/>
                  </a:lnTo>
                  <a:lnTo>
                    <a:pt x="12852" y="3615"/>
                  </a:lnTo>
                  <a:lnTo>
                    <a:pt x="13207" y="3708"/>
                  </a:lnTo>
                  <a:lnTo>
                    <a:pt x="14089" y="6207"/>
                  </a:lnTo>
                  <a:lnTo>
                    <a:pt x="15457" y="8356"/>
                  </a:lnTo>
                  <a:lnTo>
                    <a:pt x="16291" y="10001"/>
                  </a:lnTo>
                  <a:lnTo>
                    <a:pt x="16340" y="11406"/>
                  </a:lnTo>
                  <a:lnTo>
                    <a:pt x="16087" y="12893"/>
                  </a:lnTo>
                  <a:lnTo>
                    <a:pt x="16439" y="15553"/>
                  </a:lnTo>
                  <a:lnTo>
                    <a:pt x="16611" y="18315"/>
                  </a:lnTo>
                  <a:lnTo>
                    <a:pt x="17218" y="22689"/>
                  </a:lnTo>
                  <a:lnTo>
                    <a:pt x="16360" y="23520"/>
                  </a:lnTo>
                  <a:lnTo>
                    <a:pt x="15012" y="23619"/>
                  </a:lnTo>
                  <a:lnTo>
                    <a:pt x="14700" y="24406"/>
                  </a:lnTo>
                  <a:lnTo>
                    <a:pt x="14241" y="23971"/>
                  </a:lnTo>
                  <a:lnTo>
                    <a:pt x="13121" y="24297"/>
                  </a:lnTo>
                  <a:lnTo>
                    <a:pt x="12051" y="25737"/>
                  </a:lnTo>
                  <a:lnTo>
                    <a:pt x="11032" y="27693"/>
                  </a:lnTo>
                  <a:lnTo>
                    <a:pt x="9860" y="27699"/>
                  </a:lnTo>
                  <a:lnTo>
                    <a:pt x="8538" y="28103"/>
                  </a:lnTo>
                  <a:lnTo>
                    <a:pt x="7217" y="27832"/>
                  </a:lnTo>
                  <a:lnTo>
                    <a:pt x="6287" y="26787"/>
                  </a:lnTo>
                  <a:lnTo>
                    <a:pt x="4649" y="25650"/>
                  </a:lnTo>
                  <a:lnTo>
                    <a:pt x="2467" y="24680"/>
                  </a:lnTo>
                  <a:lnTo>
                    <a:pt x="1563" y="23867"/>
                  </a:lnTo>
                  <a:lnTo>
                    <a:pt x="810" y="22591"/>
                  </a:lnTo>
                  <a:lnTo>
                    <a:pt x="104" y="19374"/>
                  </a:lnTo>
                  <a:lnTo>
                    <a:pt x="0" y="17787"/>
                  </a:lnTo>
                  <a:lnTo>
                    <a:pt x="110" y="16266"/>
                  </a:lnTo>
                  <a:lnTo>
                    <a:pt x="748" y="15752"/>
                  </a:lnTo>
                  <a:lnTo>
                    <a:pt x="1282" y="14982"/>
                  </a:lnTo>
                  <a:lnTo>
                    <a:pt x="1359" y="13978"/>
                  </a:lnTo>
                  <a:lnTo>
                    <a:pt x="1594" y="13276"/>
                  </a:lnTo>
                  <a:lnTo>
                    <a:pt x="1901" y="13022"/>
                  </a:lnTo>
                  <a:lnTo>
                    <a:pt x="2051" y="12538"/>
                  </a:lnTo>
                  <a:lnTo>
                    <a:pt x="1836" y="10907"/>
                  </a:lnTo>
                  <a:lnTo>
                    <a:pt x="1776" y="9415"/>
                  </a:lnTo>
                  <a:lnTo>
                    <a:pt x="3041" y="6694"/>
                  </a:lnTo>
                  <a:lnTo>
                    <a:pt x="4424" y="4374"/>
                  </a:lnTo>
                  <a:lnTo>
                    <a:pt x="6862" y="2230"/>
                  </a:lnTo>
                  <a:lnTo>
                    <a:pt x="8352" y="2426"/>
                  </a:lnTo>
                  <a:lnTo>
                    <a:pt x="10636" y="776"/>
                  </a:lnTo>
                  <a:lnTo>
                    <a:pt x="11367" y="0"/>
                  </a:lnTo>
                  <a:lnTo>
                    <a:pt x="12093" y="476"/>
                  </a:lnTo>
                  <a:close/>
                </a:path>
              </a:pathLst>
            </a:custGeom>
            <a:solidFill>
              <a:srgbClr val="E5F0E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g539"/>
            <p:cNvSpPr/>
            <p:nvPr/>
          </p:nvSpPr>
          <p:spPr>
            <a:xfrm>
              <a:off x="5519785" y="4143973"/>
              <a:ext cx="902" cy="4068"/>
            </a:xfrm>
            <a:custGeom>
              <a:avLst/>
              <a:pathLst>
                <a:path w="902" h="4068">
                  <a:moveTo>
                    <a:pt x="599" y="3269"/>
                  </a:moveTo>
                  <a:lnTo>
                    <a:pt x="192" y="4068"/>
                  </a:lnTo>
                  <a:lnTo>
                    <a:pt x="0" y="0"/>
                  </a:lnTo>
                  <a:lnTo>
                    <a:pt x="420" y="34"/>
                  </a:lnTo>
                  <a:lnTo>
                    <a:pt x="727" y="455"/>
                  </a:lnTo>
                  <a:lnTo>
                    <a:pt x="902" y="1480"/>
                  </a:lnTo>
                  <a:close/>
                </a:path>
              </a:pathLst>
            </a:custGeom>
            <a:solidFill>
              <a:srgbClr val="E5F0E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g540"/>
            <p:cNvSpPr/>
            <p:nvPr/>
          </p:nvSpPr>
          <p:spPr>
            <a:xfrm>
              <a:off x="1152000" y="4140787"/>
              <a:ext cx="1253" cy="4689"/>
            </a:xfrm>
            <a:custGeom>
              <a:avLst/>
              <a:pathLst>
                <a:path w="1253" h="4689">
                  <a:moveTo>
                    <a:pt x="745" y="3679"/>
                  </a:moveTo>
                  <a:lnTo>
                    <a:pt x="436" y="4689"/>
                  </a:lnTo>
                  <a:lnTo>
                    <a:pt x="167" y="4331"/>
                  </a:lnTo>
                  <a:lnTo>
                    <a:pt x="513" y="2634"/>
                  </a:lnTo>
                  <a:lnTo>
                    <a:pt x="562" y="1901"/>
                  </a:lnTo>
                  <a:lnTo>
                    <a:pt x="33" y="1007"/>
                  </a:lnTo>
                  <a:lnTo>
                    <a:pt x="0" y="383"/>
                  </a:lnTo>
                  <a:lnTo>
                    <a:pt x="154" y="0"/>
                  </a:lnTo>
                  <a:lnTo>
                    <a:pt x="790" y="995"/>
                  </a:lnTo>
                  <a:lnTo>
                    <a:pt x="1176" y="1774"/>
                  </a:lnTo>
                  <a:lnTo>
                    <a:pt x="1253" y="2207"/>
                  </a:lnTo>
                  <a:lnTo>
                    <a:pt x="1134" y="2963"/>
                  </a:lnTo>
                  <a:close/>
                </a:path>
              </a:pathLst>
            </a:custGeom>
            <a:solidFill>
              <a:srgbClr val="E5F0E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g541"/>
            <p:cNvSpPr/>
            <p:nvPr/>
          </p:nvSpPr>
          <p:spPr>
            <a:xfrm>
              <a:off x="5493091" y="4137841"/>
              <a:ext cx="1274" cy="3405"/>
            </a:xfrm>
            <a:custGeom>
              <a:avLst/>
              <a:pathLst>
                <a:path w="1274" h="3405">
                  <a:moveTo>
                    <a:pt x="625" y="2908"/>
                  </a:moveTo>
                  <a:lnTo>
                    <a:pt x="0" y="3405"/>
                  </a:lnTo>
                  <a:lnTo>
                    <a:pt x="333" y="1053"/>
                  </a:lnTo>
                  <a:lnTo>
                    <a:pt x="687" y="317"/>
                  </a:lnTo>
                  <a:lnTo>
                    <a:pt x="910" y="164"/>
                  </a:lnTo>
                  <a:lnTo>
                    <a:pt x="1274" y="0"/>
                  </a:lnTo>
                  <a:lnTo>
                    <a:pt x="1133" y="1662"/>
                  </a:lnTo>
                  <a:close/>
                </a:path>
              </a:pathLst>
            </a:custGeom>
            <a:solidFill>
              <a:srgbClr val="E5F0E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g542"/>
            <p:cNvSpPr/>
            <p:nvPr/>
          </p:nvSpPr>
          <p:spPr>
            <a:xfrm>
              <a:off x="5526169" y="4127193"/>
              <a:ext cx="3421" cy="9219"/>
            </a:xfrm>
            <a:custGeom>
              <a:avLst/>
              <a:pathLst>
                <a:path w="3421" h="9219">
                  <a:moveTo>
                    <a:pt x="1255" y="8120"/>
                  </a:moveTo>
                  <a:lnTo>
                    <a:pt x="352" y="9219"/>
                  </a:lnTo>
                  <a:lnTo>
                    <a:pt x="0" y="8149"/>
                  </a:lnTo>
                  <a:lnTo>
                    <a:pt x="414" y="5546"/>
                  </a:lnTo>
                  <a:lnTo>
                    <a:pt x="1255" y="2879"/>
                  </a:lnTo>
                  <a:lnTo>
                    <a:pt x="2552" y="357"/>
                  </a:lnTo>
                  <a:lnTo>
                    <a:pt x="2949" y="0"/>
                  </a:lnTo>
                  <a:lnTo>
                    <a:pt x="3421" y="2276"/>
                  </a:lnTo>
                  <a:lnTo>
                    <a:pt x="2866" y="4787"/>
                  </a:lnTo>
                  <a:lnTo>
                    <a:pt x="1561" y="6989"/>
                  </a:lnTo>
                  <a:close/>
                </a:path>
              </a:pathLst>
            </a:custGeom>
            <a:solidFill>
              <a:srgbClr val="E5F0E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g543"/>
            <p:cNvSpPr/>
            <p:nvPr/>
          </p:nvSpPr>
          <p:spPr>
            <a:xfrm>
              <a:off x="5527238" y="4119606"/>
              <a:ext cx="1394" cy="3240"/>
            </a:xfrm>
            <a:custGeom>
              <a:avLst/>
              <a:pathLst>
                <a:path w="1394" h="3240">
                  <a:moveTo>
                    <a:pt x="186" y="3205"/>
                  </a:moveTo>
                  <a:lnTo>
                    <a:pt x="30" y="3240"/>
                  </a:lnTo>
                  <a:lnTo>
                    <a:pt x="0" y="2677"/>
                  </a:lnTo>
                  <a:lnTo>
                    <a:pt x="186" y="1693"/>
                  </a:lnTo>
                  <a:lnTo>
                    <a:pt x="873" y="291"/>
                  </a:lnTo>
                  <a:lnTo>
                    <a:pt x="1394" y="0"/>
                  </a:lnTo>
                  <a:lnTo>
                    <a:pt x="1072" y="1405"/>
                  </a:lnTo>
                  <a:lnTo>
                    <a:pt x="1046" y="2106"/>
                  </a:lnTo>
                  <a:close/>
                </a:path>
              </a:pathLst>
            </a:custGeom>
            <a:solidFill>
              <a:srgbClr val="E5F0E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g544"/>
            <p:cNvSpPr/>
            <p:nvPr/>
          </p:nvSpPr>
          <p:spPr>
            <a:xfrm>
              <a:off x="5509113" y="4110580"/>
              <a:ext cx="18987" cy="25119"/>
            </a:xfrm>
            <a:custGeom>
              <a:avLst/>
              <a:pathLst>
                <a:path w="18987" h="25119">
                  <a:moveTo>
                    <a:pt x="18311" y="1246"/>
                  </a:moveTo>
                  <a:lnTo>
                    <a:pt x="16462" y="5188"/>
                  </a:lnTo>
                  <a:lnTo>
                    <a:pt x="15799" y="7216"/>
                  </a:lnTo>
                  <a:lnTo>
                    <a:pt x="15242" y="9461"/>
                  </a:lnTo>
                  <a:lnTo>
                    <a:pt x="13670" y="11868"/>
                  </a:lnTo>
                  <a:lnTo>
                    <a:pt x="13000" y="15094"/>
                  </a:lnTo>
                  <a:lnTo>
                    <a:pt x="13048" y="18361"/>
                  </a:lnTo>
                  <a:lnTo>
                    <a:pt x="14619" y="14947"/>
                  </a:lnTo>
                  <a:lnTo>
                    <a:pt x="16374" y="12157"/>
                  </a:lnTo>
                  <a:lnTo>
                    <a:pt x="16909" y="11594"/>
                  </a:lnTo>
                  <a:lnTo>
                    <a:pt x="17463" y="11623"/>
                  </a:lnTo>
                  <a:lnTo>
                    <a:pt x="17416" y="12575"/>
                  </a:lnTo>
                  <a:lnTo>
                    <a:pt x="17165" y="13519"/>
                  </a:lnTo>
                  <a:lnTo>
                    <a:pt x="16971" y="15983"/>
                  </a:lnTo>
                  <a:lnTo>
                    <a:pt x="17433" y="18271"/>
                  </a:lnTo>
                  <a:lnTo>
                    <a:pt x="16127" y="18049"/>
                  </a:lnTo>
                  <a:lnTo>
                    <a:pt x="14835" y="18245"/>
                  </a:lnTo>
                  <a:lnTo>
                    <a:pt x="13302" y="19530"/>
                  </a:lnTo>
                  <a:lnTo>
                    <a:pt x="11797" y="20092"/>
                  </a:lnTo>
                  <a:lnTo>
                    <a:pt x="11235" y="20107"/>
                  </a:lnTo>
                  <a:lnTo>
                    <a:pt x="10694" y="19677"/>
                  </a:lnTo>
                  <a:lnTo>
                    <a:pt x="10341" y="19019"/>
                  </a:lnTo>
                  <a:lnTo>
                    <a:pt x="10065" y="17492"/>
                  </a:lnTo>
                  <a:lnTo>
                    <a:pt x="9786" y="17264"/>
                  </a:lnTo>
                  <a:lnTo>
                    <a:pt x="8590" y="17334"/>
                  </a:lnTo>
                  <a:lnTo>
                    <a:pt x="6800" y="20314"/>
                  </a:lnTo>
                  <a:lnTo>
                    <a:pt x="6207" y="22874"/>
                  </a:lnTo>
                  <a:lnTo>
                    <a:pt x="5520" y="22987"/>
                  </a:lnTo>
                  <a:lnTo>
                    <a:pt x="4707" y="22456"/>
                  </a:lnTo>
                  <a:lnTo>
                    <a:pt x="3722" y="24409"/>
                  </a:lnTo>
                  <a:lnTo>
                    <a:pt x="2549" y="25119"/>
                  </a:lnTo>
                  <a:lnTo>
                    <a:pt x="2042" y="23460"/>
                  </a:lnTo>
                  <a:lnTo>
                    <a:pt x="1714" y="21428"/>
                  </a:lnTo>
                  <a:lnTo>
                    <a:pt x="1295" y="19931"/>
                  </a:lnTo>
                  <a:lnTo>
                    <a:pt x="0" y="19556"/>
                  </a:lnTo>
                  <a:lnTo>
                    <a:pt x="198" y="17729"/>
                  </a:lnTo>
                  <a:lnTo>
                    <a:pt x="542" y="16973"/>
                  </a:lnTo>
                  <a:lnTo>
                    <a:pt x="856" y="15891"/>
                  </a:lnTo>
                  <a:lnTo>
                    <a:pt x="1049" y="14650"/>
                  </a:lnTo>
                  <a:lnTo>
                    <a:pt x="1667" y="15438"/>
                  </a:lnTo>
                  <a:lnTo>
                    <a:pt x="2301" y="15943"/>
                  </a:lnTo>
                  <a:lnTo>
                    <a:pt x="3011" y="15013"/>
                  </a:lnTo>
                  <a:lnTo>
                    <a:pt x="3749" y="14933"/>
                  </a:lnTo>
                  <a:lnTo>
                    <a:pt x="4488" y="12232"/>
                  </a:lnTo>
                  <a:lnTo>
                    <a:pt x="5643" y="10541"/>
                  </a:lnTo>
                  <a:lnTo>
                    <a:pt x="7238" y="9202"/>
                  </a:lnTo>
                  <a:lnTo>
                    <a:pt x="8862" y="8247"/>
                  </a:lnTo>
                  <a:lnTo>
                    <a:pt x="9702" y="8053"/>
                  </a:lnTo>
                  <a:lnTo>
                    <a:pt x="10502" y="7499"/>
                  </a:lnTo>
                  <a:lnTo>
                    <a:pt x="11914" y="4966"/>
                  </a:lnTo>
                  <a:lnTo>
                    <a:pt x="12849" y="3658"/>
                  </a:lnTo>
                  <a:lnTo>
                    <a:pt x="13866" y="2871"/>
                  </a:lnTo>
                  <a:lnTo>
                    <a:pt x="14839" y="2409"/>
                  </a:lnTo>
                  <a:lnTo>
                    <a:pt x="15738" y="2819"/>
                  </a:lnTo>
                  <a:lnTo>
                    <a:pt x="16461" y="2605"/>
                  </a:lnTo>
                  <a:lnTo>
                    <a:pt x="18311" y="793"/>
                  </a:lnTo>
                  <a:lnTo>
                    <a:pt x="18685" y="0"/>
                  </a:lnTo>
                  <a:lnTo>
                    <a:pt x="18987" y="0"/>
                  </a:lnTo>
                  <a:lnTo>
                    <a:pt x="18846" y="683"/>
                  </a:lnTo>
                  <a:close/>
                </a:path>
              </a:pathLst>
            </a:custGeom>
            <a:solidFill>
              <a:srgbClr val="E5F0E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g545"/>
            <p:cNvSpPr/>
            <p:nvPr/>
          </p:nvSpPr>
          <p:spPr>
            <a:xfrm>
              <a:off x="5490939" y="4002752"/>
              <a:ext cx="1470" cy="1142"/>
            </a:xfrm>
            <a:custGeom>
              <a:avLst/>
              <a:pathLst>
                <a:path w="1470" h="1142">
                  <a:moveTo>
                    <a:pt x="1404" y="842"/>
                  </a:moveTo>
                  <a:lnTo>
                    <a:pt x="928" y="1142"/>
                  </a:lnTo>
                  <a:lnTo>
                    <a:pt x="159" y="897"/>
                  </a:lnTo>
                  <a:lnTo>
                    <a:pt x="0" y="418"/>
                  </a:lnTo>
                  <a:lnTo>
                    <a:pt x="245" y="311"/>
                  </a:lnTo>
                  <a:lnTo>
                    <a:pt x="747" y="0"/>
                  </a:lnTo>
                  <a:lnTo>
                    <a:pt x="1362" y="158"/>
                  </a:lnTo>
                  <a:lnTo>
                    <a:pt x="1470" y="470"/>
                  </a:lnTo>
                  <a:close/>
                </a:path>
              </a:pathLst>
            </a:custGeom>
            <a:solidFill>
              <a:srgbClr val="E5F0E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g546"/>
            <p:cNvSpPr/>
            <p:nvPr/>
          </p:nvSpPr>
          <p:spPr>
            <a:xfrm>
              <a:off x="2605013" y="5174585"/>
              <a:ext cx="1368" cy="3448"/>
            </a:xfrm>
            <a:custGeom>
              <a:avLst/>
              <a:pathLst>
                <a:path w="1368" h="3448">
                  <a:moveTo>
                    <a:pt x="1348" y="2879"/>
                  </a:moveTo>
                  <a:lnTo>
                    <a:pt x="569" y="3448"/>
                  </a:lnTo>
                  <a:lnTo>
                    <a:pt x="351" y="3191"/>
                  </a:lnTo>
                  <a:lnTo>
                    <a:pt x="102" y="2083"/>
                  </a:lnTo>
                  <a:lnTo>
                    <a:pt x="89" y="649"/>
                  </a:lnTo>
                  <a:lnTo>
                    <a:pt x="0" y="0"/>
                  </a:lnTo>
                  <a:lnTo>
                    <a:pt x="488" y="213"/>
                  </a:lnTo>
                  <a:lnTo>
                    <a:pt x="1368" y="1356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g547"/>
            <p:cNvSpPr/>
            <p:nvPr/>
          </p:nvSpPr>
          <p:spPr>
            <a:xfrm>
              <a:off x="2620270" y="5170603"/>
              <a:ext cx="1324" cy="2943"/>
            </a:xfrm>
            <a:custGeom>
              <a:avLst/>
              <a:pathLst>
                <a:path w="1324" h="2943">
                  <a:moveTo>
                    <a:pt x="1250" y="343"/>
                  </a:moveTo>
                  <a:lnTo>
                    <a:pt x="1324" y="2943"/>
                  </a:lnTo>
                  <a:lnTo>
                    <a:pt x="348" y="2118"/>
                  </a:lnTo>
                  <a:lnTo>
                    <a:pt x="0" y="857"/>
                  </a:lnTo>
                  <a:lnTo>
                    <a:pt x="540" y="0"/>
                  </a:lnTo>
                  <a:lnTo>
                    <a:pt x="985" y="63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g548"/>
            <p:cNvSpPr/>
            <p:nvPr/>
          </p:nvSpPr>
          <p:spPr>
            <a:xfrm>
              <a:off x="2588539" y="5164289"/>
              <a:ext cx="3278" cy="4743"/>
            </a:xfrm>
            <a:custGeom>
              <a:avLst/>
              <a:pathLst>
                <a:path w="3278" h="4743">
                  <a:moveTo>
                    <a:pt x="1538" y="0"/>
                  </a:moveTo>
                  <a:lnTo>
                    <a:pt x="2410" y="406"/>
                  </a:lnTo>
                  <a:lnTo>
                    <a:pt x="3278" y="251"/>
                  </a:lnTo>
                  <a:lnTo>
                    <a:pt x="2789" y="3286"/>
                  </a:lnTo>
                  <a:lnTo>
                    <a:pt x="2406" y="4743"/>
                  </a:lnTo>
                  <a:lnTo>
                    <a:pt x="1377" y="4631"/>
                  </a:lnTo>
                  <a:lnTo>
                    <a:pt x="356" y="2646"/>
                  </a:lnTo>
                  <a:lnTo>
                    <a:pt x="0" y="1586"/>
                  </a:lnTo>
                  <a:lnTo>
                    <a:pt x="1137" y="833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g549"/>
            <p:cNvSpPr/>
            <p:nvPr/>
          </p:nvSpPr>
          <p:spPr>
            <a:xfrm>
              <a:off x="2590777" y="5151540"/>
              <a:ext cx="20637" cy="24833"/>
            </a:xfrm>
            <a:custGeom>
              <a:avLst/>
              <a:pathLst>
                <a:path w="20637" h="24833">
                  <a:moveTo>
                    <a:pt x="8228" y="3179"/>
                  </a:moveTo>
                  <a:lnTo>
                    <a:pt x="9991" y="3742"/>
                  </a:lnTo>
                  <a:lnTo>
                    <a:pt x="11611" y="1662"/>
                  </a:lnTo>
                  <a:lnTo>
                    <a:pt x="12727" y="998"/>
                  </a:lnTo>
                  <a:lnTo>
                    <a:pt x="13647" y="1448"/>
                  </a:lnTo>
                  <a:lnTo>
                    <a:pt x="14295" y="2709"/>
                  </a:lnTo>
                  <a:lnTo>
                    <a:pt x="15235" y="2510"/>
                  </a:lnTo>
                  <a:lnTo>
                    <a:pt x="17890" y="1223"/>
                  </a:lnTo>
                  <a:lnTo>
                    <a:pt x="18236" y="1662"/>
                  </a:lnTo>
                  <a:lnTo>
                    <a:pt x="19180" y="167"/>
                  </a:lnTo>
                  <a:lnTo>
                    <a:pt x="19994" y="865"/>
                  </a:lnTo>
                  <a:lnTo>
                    <a:pt x="20637" y="2164"/>
                  </a:lnTo>
                  <a:lnTo>
                    <a:pt x="20321" y="3670"/>
                  </a:lnTo>
                  <a:lnTo>
                    <a:pt x="19587" y="4628"/>
                  </a:lnTo>
                  <a:lnTo>
                    <a:pt x="19121" y="5964"/>
                  </a:lnTo>
                  <a:lnTo>
                    <a:pt x="18578" y="7043"/>
                  </a:lnTo>
                  <a:lnTo>
                    <a:pt x="17637" y="8045"/>
                  </a:lnTo>
                  <a:lnTo>
                    <a:pt x="16918" y="9649"/>
                  </a:lnTo>
                  <a:lnTo>
                    <a:pt x="15191" y="13398"/>
                  </a:lnTo>
                  <a:lnTo>
                    <a:pt x="12675" y="18179"/>
                  </a:lnTo>
                  <a:lnTo>
                    <a:pt x="11842" y="18609"/>
                  </a:lnTo>
                  <a:lnTo>
                    <a:pt x="10105" y="18898"/>
                  </a:lnTo>
                  <a:lnTo>
                    <a:pt x="9355" y="18569"/>
                  </a:lnTo>
                  <a:lnTo>
                    <a:pt x="8714" y="18678"/>
                  </a:lnTo>
                  <a:lnTo>
                    <a:pt x="8203" y="21258"/>
                  </a:lnTo>
                  <a:lnTo>
                    <a:pt x="7409" y="23215"/>
                  </a:lnTo>
                  <a:lnTo>
                    <a:pt x="7034" y="23630"/>
                  </a:lnTo>
                  <a:lnTo>
                    <a:pt x="6208" y="23815"/>
                  </a:lnTo>
                  <a:lnTo>
                    <a:pt x="5817" y="24112"/>
                  </a:lnTo>
                  <a:lnTo>
                    <a:pt x="5521" y="24833"/>
                  </a:lnTo>
                  <a:lnTo>
                    <a:pt x="3352" y="24646"/>
                  </a:lnTo>
                  <a:lnTo>
                    <a:pt x="1818" y="23445"/>
                  </a:lnTo>
                  <a:lnTo>
                    <a:pt x="0" y="20773"/>
                  </a:lnTo>
                  <a:lnTo>
                    <a:pt x="2424" y="17498"/>
                  </a:lnTo>
                  <a:lnTo>
                    <a:pt x="4513" y="17648"/>
                  </a:lnTo>
                  <a:lnTo>
                    <a:pt x="6235" y="15449"/>
                  </a:lnTo>
                  <a:lnTo>
                    <a:pt x="7640" y="14338"/>
                  </a:lnTo>
                  <a:lnTo>
                    <a:pt x="8198" y="13207"/>
                  </a:lnTo>
                  <a:lnTo>
                    <a:pt x="8810" y="12341"/>
                  </a:lnTo>
                  <a:lnTo>
                    <a:pt x="8814" y="11213"/>
                  </a:lnTo>
                  <a:lnTo>
                    <a:pt x="8347" y="10705"/>
                  </a:lnTo>
                  <a:lnTo>
                    <a:pt x="7715" y="10757"/>
                  </a:lnTo>
                  <a:lnTo>
                    <a:pt x="7090" y="11254"/>
                  </a:lnTo>
                  <a:lnTo>
                    <a:pt x="5622" y="11885"/>
                  </a:lnTo>
                  <a:lnTo>
                    <a:pt x="4617" y="10590"/>
                  </a:lnTo>
                  <a:lnTo>
                    <a:pt x="5281" y="10108"/>
                  </a:lnTo>
                  <a:lnTo>
                    <a:pt x="6022" y="10131"/>
                  </a:lnTo>
                  <a:lnTo>
                    <a:pt x="8293" y="8916"/>
                  </a:lnTo>
                  <a:lnTo>
                    <a:pt x="8729" y="8408"/>
                  </a:lnTo>
                  <a:lnTo>
                    <a:pt x="8028" y="6683"/>
                  </a:lnTo>
                  <a:lnTo>
                    <a:pt x="6660" y="5635"/>
                  </a:lnTo>
                  <a:lnTo>
                    <a:pt x="5552" y="3875"/>
                  </a:lnTo>
                  <a:lnTo>
                    <a:pt x="5346" y="3217"/>
                  </a:lnTo>
                  <a:lnTo>
                    <a:pt x="5400" y="2172"/>
                  </a:lnTo>
                  <a:lnTo>
                    <a:pt x="4789" y="103"/>
                  </a:lnTo>
                  <a:lnTo>
                    <a:pt x="5431" y="0"/>
                  </a:lnTo>
                  <a:lnTo>
                    <a:pt x="6288" y="1333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g550"/>
            <p:cNvSpPr/>
            <p:nvPr/>
          </p:nvSpPr>
          <p:spPr>
            <a:xfrm>
              <a:off x="2599131" y="5149151"/>
              <a:ext cx="2511" cy="3621"/>
            </a:xfrm>
            <a:custGeom>
              <a:avLst/>
              <a:pathLst>
                <a:path w="2511" h="3621">
                  <a:moveTo>
                    <a:pt x="2000" y="3618"/>
                  </a:moveTo>
                  <a:lnTo>
                    <a:pt x="329" y="3621"/>
                  </a:lnTo>
                  <a:lnTo>
                    <a:pt x="0" y="2651"/>
                  </a:lnTo>
                  <a:lnTo>
                    <a:pt x="6" y="210"/>
                  </a:lnTo>
                  <a:lnTo>
                    <a:pt x="1273" y="0"/>
                  </a:lnTo>
                  <a:lnTo>
                    <a:pt x="2511" y="1018"/>
                  </a:lnTo>
                  <a:lnTo>
                    <a:pt x="2430" y="2042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g551"/>
            <p:cNvSpPr/>
            <p:nvPr/>
          </p:nvSpPr>
          <p:spPr>
            <a:xfrm>
              <a:off x="2606769" y="5149047"/>
              <a:ext cx="22636" cy="30674"/>
            </a:xfrm>
            <a:custGeom>
              <a:avLst/>
              <a:pathLst>
                <a:path w="22636" h="30674">
                  <a:moveTo>
                    <a:pt x="9737" y="0"/>
                  </a:moveTo>
                  <a:lnTo>
                    <a:pt x="11598" y="1731"/>
                  </a:lnTo>
                  <a:lnTo>
                    <a:pt x="13928" y="1128"/>
                  </a:lnTo>
                  <a:lnTo>
                    <a:pt x="14909" y="1604"/>
                  </a:lnTo>
                  <a:lnTo>
                    <a:pt x="15483" y="3047"/>
                  </a:lnTo>
                  <a:lnTo>
                    <a:pt x="15141" y="4386"/>
                  </a:lnTo>
                  <a:lnTo>
                    <a:pt x="14402" y="4192"/>
                  </a:lnTo>
                  <a:lnTo>
                    <a:pt x="13770" y="4550"/>
                  </a:lnTo>
                  <a:lnTo>
                    <a:pt x="13896" y="6313"/>
                  </a:lnTo>
                  <a:lnTo>
                    <a:pt x="14325" y="7067"/>
                  </a:lnTo>
                  <a:lnTo>
                    <a:pt x="16788" y="9006"/>
                  </a:lnTo>
                  <a:lnTo>
                    <a:pt x="17240" y="9121"/>
                  </a:lnTo>
                  <a:lnTo>
                    <a:pt x="17160" y="8307"/>
                  </a:lnTo>
                  <a:lnTo>
                    <a:pt x="16732" y="6977"/>
                  </a:lnTo>
                  <a:lnTo>
                    <a:pt x="16572" y="5543"/>
                  </a:lnTo>
                  <a:lnTo>
                    <a:pt x="16939" y="4348"/>
                  </a:lnTo>
                  <a:lnTo>
                    <a:pt x="17582" y="3982"/>
                  </a:lnTo>
                  <a:lnTo>
                    <a:pt x="20385" y="3381"/>
                  </a:lnTo>
                  <a:lnTo>
                    <a:pt x="21043" y="3947"/>
                  </a:lnTo>
                  <a:lnTo>
                    <a:pt x="22432" y="7329"/>
                  </a:lnTo>
                  <a:lnTo>
                    <a:pt x="21129" y="7797"/>
                  </a:lnTo>
                  <a:lnTo>
                    <a:pt x="20580" y="9257"/>
                  </a:lnTo>
                  <a:lnTo>
                    <a:pt x="21727" y="9889"/>
                  </a:lnTo>
                  <a:lnTo>
                    <a:pt x="22636" y="10821"/>
                  </a:lnTo>
                  <a:lnTo>
                    <a:pt x="22156" y="12252"/>
                  </a:lnTo>
                  <a:lnTo>
                    <a:pt x="22070" y="12979"/>
                  </a:lnTo>
                  <a:lnTo>
                    <a:pt x="20050" y="13992"/>
                  </a:lnTo>
                  <a:lnTo>
                    <a:pt x="18259" y="14641"/>
                  </a:lnTo>
                  <a:lnTo>
                    <a:pt x="17446" y="16327"/>
                  </a:lnTo>
                  <a:lnTo>
                    <a:pt x="16004" y="17547"/>
                  </a:lnTo>
                  <a:lnTo>
                    <a:pt x="11768" y="19688"/>
                  </a:lnTo>
                  <a:lnTo>
                    <a:pt x="12261" y="21420"/>
                  </a:lnTo>
                  <a:lnTo>
                    <a:pt x="12327" y="22254"/>
                  </a:lnTo>
                  <a:lnTo>
                    <a:pt x="12143" y="24504"/>
                  </a:lnTo>
                  <a:lnTo>
                    <a:pt x="6312" y="21806"/>
                  </a:lnTo>
                  <a:lnTo>
                    <a:pt x="5524" y="22095"/>
                  </a:lnTo>
                  <a:lnTo>
                    <a:pt x="7082" y="26686"/>
                  </a:lnTo>
                  <a:lnTo>
                    <a:pt x="5927" y="27534"/>
                  </a:lnTo>
                  <a:lnTo>
                    <a:pt x="4787" y="26983"/>
                  </a:lnTo>
                  <a:lnTo>
                    <a:pt x="3749" y="27364"/>
                  </a:lnTo>
                  <a:lnTo>
                    <a:pt x="3089" y="30674"/>
                  </a:lnTo>
                  <a:lnTo>
                    <a:pt x="1425" y="28559"/>
                  </a:lnTo>
                  <a:lnTo>
                    <a:pt x="5" y="25543"/>
                  </a:lnTo>
                  <a:lnTo>
                    <a:pt x="0" y="23855"/>
                  </a:lnTo>
                  <a:lnTo>
                    <a:pt x="1371" y="20704"/>
                  </a:lnTo>
                  <a:lnTo>
                    <a:pt x="955" y="19368"/>
                  </a:lnTo>
                  <a:lnTo>
                    <a:pt x="4148" y="15086"/>
                  </a:lnTo>
                  <a:lnTo>
                    <a:pt x="4721" y="13810"/>
                  </a:lnTo>
                  <a:lnTo>
                    <a:pt x="5717" y="13077"/>
                  </a:lnTo>
                  <a:lnTo>
                    <a:pt x="6748" y="12829"/>
                  </a:lnTo>
                  <a:lnTo>
                    <a:pt x="7186" y="12278"/>
                  </a:lnTo>
                  <a:lnTo>
                    <a:pt x="7114" y="11236"/>
                  </a:lnTo>
                  <a:lnTo>
                    <a:pt x="6699" y="9450"/>
                  </a:lnTo>
                  <a:lnTo>
                    <a:pt x="6733" y="6544"/>
                  </a:lnTo>
                  <a:lnTo>
                    <a:pt x="9292" y="2600"/>
                  </a:lnTo>
                  <a:lnTo>
                    <a:pt x="8917" y="63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g552"/>
            <p:cNvSpPr/>
            <p:nvPr/>
          </p:nvSpPr>
          <p:spPr>
            <a:xfrm>
              <a:off x="4006861" y="4250615"/>
              <a:ext cx="7388" cy="14889"/>
            </a:xfrm>
            <a:custGeom>
              <a:avLst/>
              <a:pathLst>
                <a:path w="7388" h="14889">
                  <a:moveTo>
                    <a:pt x="6880" y="14012"/>
                  </a:moveTo>
                  <a:lnTo>
                    <a:pt x="5159" y="14889"/>
                  </a:lnTo>
                  <a:lnTo>
                    <a:pt x="3958" y="14572"/>
                  </a:lnTo>
                  <a:lnTo>
                    <a:pt x="1582" y="12070"/>
                  </a:lnTo>
                  <a:lnTo>
                    <a:pt x="944" y="10408"/>
                  </a:lnTo>
                  <a:lnTo>
                    <a:pt x="0" y="5710"/>
                  </a:lnTo>
                  <a:lnTo>
                    <a:pt x="209" y="4057"/>
                  </a:lnTo>
                  <a:lnTo>
                    <a:pt x="956" y="1151"/>
                  </a:lnTo>
                  <a:lnTo>
                    <a:pt x="2652" y="0"/>
                  </a:lnTo>
                  <a:lnTo>
                    <a:pt x="4432" y="427"/>
                  </a:lnTo>
                  <a:lnTo>
                    <a:pt x="5229" y="1214"/>
                  </a:lnTo>
                  <a:lnTo>
                    <a:pt x="6170" y="4619"/>
                  </a:lnTo>
                  <a:lnTo>
                    <a:pt x="7388" y="8079"/>
                  </a:lnTo>
                  <a:lnTo>
                    <a:pt x="7186" y="12194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g553"/>
            <p:cNvSpPr/>
            <p:nvPr/>
          </p:nvSpPr>
          <p:spPr>
            <a:xfrm>
              <a:off x="3882670" y="4007955"/>
              <a:ext cx="2200" cy="9808"/>
            </a:xfrm>
            <a:custGeom>
              <a:avLst/>
              <a:pathLst>
                <a:path w="2200" h="9808">
                  <a:moveTo>
                    <a:pt x="1678" y="9565"/>
                  </a:moveTo>
                  <a:lnTo>
                    <a:pt x="914" y="9808"/>
                  </a:lnTo>
                  <a:lnTo>
                    <a:pt x="549" y="9026"/>
                  </a:lnTo>
                  <a:lnTo>
                    <a:pt x="327" y="7167"/>
                  </a:lnTo>
                  <a:lnTo>
                    <a:pt x="557" y="5378"/>
                  </a:lnTo>
                  <a:lnTo>
                    <a:pt x="621" y="3933"/>
                  </a:lnTo>
                  <a:lnTo>
                    <a:pt x="0" y="1425"/>
                  </a:lnTo>
                  <a:lnTo>
                    <a:pt x="607" y="0"/>
                  </a:lnTo>
                  <a:lnTo>
                    <a:pt x="1123" y="1659"/>
                  </a:lnTo>
                  <a:lnTo>
                    <a:pt x="1416" y="1771"/>
                  </a:lnTo>
                  <a:lnTo>
                    <a:pt x="2200" y="2928"/>
                  </a:lnTo>
                  <a:lnTo>
                    <a:pt x="1970" y="5061"/>
                  </a:lnTo>
                  <a:lnTo>
                    <a:pt x="2023" y="5759"/>
                  </a:lnTo>
                  <a:lnTo>
                    <a:pt x="1667" y="7895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g554"/>
            <p:cNvSpPr/>
            <p:nvPr/>
          </p:nvSpPr>
          <p:spPr>
            <a:xfrm>
              <a:off x="2668106" y="3463211"/>
              <a:ext cx="36119" cy="108184"/>
            </a:xfrm>
            <a:custGeom>
              <a:avLst/>
              <a:pathLst>
                <a:path w="36119" h="108184">
                  <a:moveTo>
                    <a:pt x="36119" y="50852"/>
                  </a:moveTo>
                  <a:lnTo>
                    <a:pt x="35742" y="51490"/>
                  </a:lnTo>
                  <a:lnTo>
                    <a:pt x="34723" y="52879"/>
                  </a:lnTo>
                  <a:lnTo>
                    <a:pt x="34258" y="54733"/>
                  </a:lnTo>
                  <a:lnTo>
                    <a:pt x="33987" y="56516"/>
                  </a:lnTo>
                  <a:lnTo>
                    <a:pt x="33353" y="57728"/>
                  </a:lnTo>
                  <a:lnTo>
                    <a:pt x="32751" y="59253"/>
                  </a:lnTo>
                  <a:lnTo>
                    <a:pt x="32563" y="60490"/>
                  </a:lnTo>
                  <a:lnTo>
                    <a:pt x="31999" y="61468"/>
                  </a:lnTo>
                  <a:lnTo>
                    <a:pt x="31890" y="63097"/>
                  </a:lnTo>
                  <a:lnTo>
                    <a:pt x="30469" y="68847"/>
                  </a:lnTo>
                  <a:lnTo>
                    <a:pt x="29903" y="71435"/>
                  </a:lnTo>
                  <a:lnTo>
                    <a:pt x="29088" y="74184"/>
                  </a:lnTo>
                  <a:lnTo>
                    <a:pt x="28579" y="75205"/>
                  </a:lnTo>
                  <a:lnTo>
                    <a:pt x="27888" y="76841"/>
                  </a:lnTo>
                  <a:lnTo>
                    <a:pt x="27538" y="78733"/>
                  </a:lnTo>
                  <a:lnTo>
                    <a:pt x="27538" y="80688"/>
                  </a:lnTo>
                  <a:lnTo>
                    <a:pt x="27054" y="83033"/>
                  </a:lnTo>
                  <a:lnTo>
                    <a:pt x="26785" y="85053"/>
                  </a:lnTo>
                  <a:lnTo>
                    <a:pt x="26329" y="86226"/>
                  </a:lnTo>
                  <a:lnTo>
                    <a:pt x="25124" y="92623"/>
                  </a:lnTo>
                  <a:lnTo>
                    <a:pt x="25066" y="94825"/>
                  </a:lnTo>
                  <a:lnTo>
                    <a:pt x="24779" y="96132"/>
                  </a:lnTo>
                  <a:lnTo>
                    <a:pt x="23924" y="99181"/>
                  </a:lnTo>
                  <a:lnTo>
                    <a:pt x="23346" y="101015"/>
                  </a:lnTo>
                  <a:lnTo>
                    <a:pt x="22337" y="102388"/>
                  </a:lnTo>
                  <a:lnTo>
                    <a:pt x="21277" y="103881"/>
                  </a:lnTo>
                  <a:lnTo>
                    <a:pt x="20874" y="105510"/>
                  </a:lnTo>
                  <a:lnTo>
                    <a:pt x="20126" y="106337"/>
                  </a:lnTo>
                  <a:lnTo>
                    <a:pt x="19579" y="106390"/>
                  </a:lnTo>
                  <a:lnTo>
                    <a:pt x="18695" y="105800"/>
                  </a:lnTo>
                  <a:lnTo>
                    <a:pt x="17503" y="105516"/>
                  </a:lnTo>
                  <a:lnTo>
                    <a:pt x="16897" y="105707"/>
                  </a:lnTo>
                  <a:lnTo>
                    <a:pt x="16624" y="104897"/>
                  </a:lnTo>
                  <a:lnTo>
                    <a:pt x="16218" y="103037"/>
                  </a:lnTo>
                  <a:lnTo>
                    <a:pt x="15622" y="101722"/>
                  </a:lnTo>
                  <a:lnTo>
                    <a:pt x="15236" y="102180"/>
                  </a:lnTo>
                  <a:lnTo>
                    <a:pt x="14434" y="103503"/>
                  </a:lnTo>
                  <a:lnTo>
                    <a:pt x="13494" y="104281"/>
                  </a:lnTo>
                  <a:lnTo>
                    <a:pt x="12824" y="104021"/>
                  </a:lnTo>
                  <a:lnTo>
                    <a:pt x="11365" y="103105"/>
                  </a:lnTo>
                  <a:lnTo>
                    <a:pt x="10743" y="102643"/>
                  </a:lnTo>
                  <a:lnTo>
                    <a:pt x="10555" y="101861"/>
                  </a:lnTo>
                  <a:lnTo>
                    <a:pt x="10340" y="101276"/>
                  </a:lnTo>
                  <a:lnTo>
                    <a:pt x="10018" y="101537"/>
                  </a:lnTo>
                  <a:lnTo>
                    <a:pt x="9587" y="102514"/>
                  </a:lnTo>
                  <a:lnTo>
                    <a:pt x="9014" y="103538"/>
                  </a:lnTo>
                  <a:lnTo>
                    <a:pt x="8163" y="104889"/>
                  </a:lnTo>
                  <a:lnTo>
                    <a:pt x="6416" y="107314"/>
                  </a:lnTo>
                  <a:lnTo>
                    <a:pt x="5925" y="108184"/>
                  </a:lnTo>
                  <a:lnTo>
                    <a:pt x="5470" y="107711"/>
                  </a:lnTo>
                  <a:lnTo>
                    <a:pt x="4732" y="107230"/>
                  </a:lnTo>
                  <a:lnTo>
                    <a:pt x="3938" y="107203"/>
                  </a:lnTo>
                  <a:lnTo>
                    <a:pt x="2232" y="105629"/>
                  </a:lnTo>
                  <a:lnTo>
                    <a:pt x="1233" y="104508"/>
                  </a:lnTo>
                  <a:lnTo>
                    <a:pt x="801" y="103101"/>
                  </a:lnTo>
                  <a:lnTo>
                    <a:pt x="296" y="102489"/>
                  </a:lnTo>
                  <a:lnTo>
                    <a:pt x="0" y="102105"/>
                  </a:lnTo>
                  <a:lnTo>
                    <a:pt x="140" y="101838"/>
                  </a:lnTo>
                  <a:lnTo>
                    <a:pt x="583" y="101638"/>
                  </a:lnTo>
                  <a:lnTo>
                    <a:pt x="978" y="101616"/>
                  </a:lnTo>
                  <a:lnTo>
                    <a:pt x="1593" y="99465"/>
                  </a:lnTo>
                  <a:lnTo>
                    <a:pt x="2611" y="98123"/>
                  </a:lnTo>
                  <a:lnTo>
                    <a:pt x="4381" y="90671"/>
                  </a:lnTo>
                  <a:lnTo>
                    <a:pt x="5127" y="87593"/>
                  </a:lnTo>
                  <a:lnTo>
                    <a:pt x="5218" y="85910"/>
                  </a:lnTo>
                  <a:lnTo>
                    <a:pt x="5430" y="82401"/>
                  </a:lnTo>
                  <a:lnTo>
                    <a:pt x="5034" y="78128"/>
                  </a:lnTo>
                  <a:lnTo>
                    <a:pt x="5218" y="76929"/>
                  </a:lnTo>
                  <a:lnTo>
                    <a:pt x="6740" y="71771"/>
                  </a:lnTo>
                  <a:lnTo>
                    <a:pt x="7393" y="68958"/>
                  </a:lnTo>
                  <a:lnTo>
                    <a:pt x="7437" y="66535"/>
                  </a:lnTo>
                  <a:lnTo>
                    <a:pt x="7626" y="64791"/>
                  </a:lnTo>
                  <a:lnTo>
                    <a:pt x="7438" y="63879"/>
                  </a:lnTo>
                  <a:lnTo>
                    <a:pt x="7093" y="63614"/>
                  </a:lnTo>
                  <a:lnTo>
                    <a:pt x="6511" y="61351"/>
                  </a:lnTo>
                  <a:lnTo>
                    <a:pt x="6135" y="59476"/>
                  </a:lnTo>
                  <a:lnTo>
                    <a:pt x="5103" y="57555"/>
                  </a:lnTo>
                  <a:lnTo>
                    <a:pt x="4396" y="55586"/>
                  </a:lnTo>
                  <a:lnTo>
                    <a:pt x="3236" y="51064"/>
                  </a:lnTo>
                  <a:lnTo>
                    <a:pt x="3340" y="48525"/>
                  </a:lnTo>
                  <a:lnTo>
                    <a:pt x="3011" y="47611"/>
                  </a:lnTo>
                  <a:lnTo>
                    <a:pt x="2655" y="46679"/>
                  </a:lnTo>
                  <a:lnTo>
                    <a:pt x="2681" y="45529"/>
                  </a:lnTo>
                  <a:lnTo>
                    <a:pt x="2440" y="42685"/>
                  </a:lnTo>
                  <a:lnTo>
                    <a:pt x="2139" y="40015"/>
                  </a:lnTo>
                  <a:lnTo>
                    <a:pt x="2031" y="38331"/>
                  </a:lnTo>
                  <a:lnTo>
                    <a:pt x="2317" y="35435"/>
                  </a:lnTo>
                  <a:lnTo>
                    <a:pt x="2145" y="32215"/>
                  </a:lnTo>
                  <a:lnTo>
                    <a:pt x="1768" y="30521"/>
                  </a:lnTo>
                  <a:lnTo>
                    <a:pt x="1664" y="27944"/>
                  </a:lnTo>
                  <a:lnTo>
                    <a:pt x="1741" y="25634"/>
                  </a:lnTo>
                  <a:lnTo>
                    <a:pt x="2064" y="24331"/>
                  </a:lnTo>
                  <a:lnTo>
                    <a:pt x="1999" y="22715"/>
                  </a:lnTo>
                  <a:lnTo>
                    <a:pt x="3468" y="17576"/>
                  </a:lnTo>
                  <a:lnTo>
                    <a:pt x="4583" y="14597"/>
                  </a:lnTo>
                  <a:lnTo>
                    <a:pt x="5609" y="12506"/>
                  </a:lnTo>
                  <a:lnTo>
                    <a:pt x="6470" y="10945"/>
                  </a:lnTo>
                  <a:lnTo>
                    <a:pt x="7637" y="3138"/>
                  </a:lnTo>
                  <a:lnTo>
                    <a:pt x="8486" y="390"/>
                  </a:lnTo>
                  <a:lnTo>
                    <a:pt x="9373" y="0"/>
                  </a:lnTo>
                  <a:lnTo>
                    <a:pt x="14159" y="6463"/>
                  </a:lnTo>
                  <a:lnTo>
                    <a:pt x="16402" y="7061"/>
                  </a:lnTo>
                  <a:lnTo>
                    <a:pt x="20924" y="10554"/>
                  </a:lnTo>
                  <a:lnTo>
                    <a:pt x="22561" y="15032"/>
                  </a:lnTo>
                  <a:lnTo>
                    <a:pt x="26352" y="22483"/>
                  </a:lnTo>
                  <a:lnTo>
                    <a:pt x="28344" y="24822"/>
                  </a:lnTo>
                  <a:lnTo>
                    <a:pt x="28363" y="26774"/>
                  </a:lnTo>
                  <a:lnTo>
                    <a:pt x="27928" y="29883"/>
                  </a:lnTo>
                  <a:lnTo>
                    <a:pt x="29204" y="27168"/>
                  </a:lnTo>
                  <a:lnTo>
                    <a:pt x="31176" y="31465"/>
                  </a:lnTo>
                  <a:lnTo>
                    <a:pt x="31734" y="33574"/>
                  </a:lnTo>
                  <a:lnTo>
                    <a:pt x="32349" y="37462"/>
                  </a:lnTo>
                  <a:lnTo>
                    <a:pt x="32136" y="39960"/>
                  </a:lnTo>
                  <a:lnTo>
                    <a:pt x="31864" y="41250"/>
                  </a:lnTo>
                  <a:lnTo>
                    <a:pt x="31849" y="42253"/>
                  </a:lnTo>
                  <a:lnTo>
                    <a:pt x="32435" y="40870"/>
                  </a:lnTo>
                  <a:lnTo>
                    <a:pt x="32766" y="39775"/>
                  </a:lnTo>
                  <a:lnTo>
                    <a:pt x="32864" y="37170"/>
                  </a:lnTo>
                  <a:lnTo>
                    <a:pt x="33344" y="33936"/>
                  </a:lnTo>
                  <a:lnTo>
                    <a:pt x="33986" y="33878"/>
                  </a:lnTo>
                  <a:lnTo>
                    <a:pt x="34497" y="35805"/>
                  </a:lnTo>
                  <a:lnTo>
                    <a:pt x="35557" y="44187"/>
                  </a:lnTo>
                  <a:lnTo>
                    <a:pt x="35957" y="45902"/>
                  </a:lnTo>
                  <a:lnTo>
                    <a:pt x="36110" y="48562"/>
                  </a:lnTo>
                  <a:lnTo>
                    <a:pt x="36051" y="49752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g555"/>
            <p:cNvSpPr/>
            <p:nvPr/>
          </p:nvSpPr>
          <p:spPr>
            <a:xfrm>
              <a:off x="2587629" y="3194519"/>
              <a:ext cx="4795" cy="13268"/>
            </a:xfrm>
            <a:custGeom>
              <a:avLst/>
              <a:pathLst>
                <a:path w="4795" h="13268">
                  <a:moveTo>
                    <a:pt x="4795" y="11252"/>
                  </a:moveTo>
                  <a:lnTo>
                    <a:pt x="4669" y="12939"/>
                  </a:lnTo>
                  <a:lnTo>
                    <a:pt x="4358" y="13268"/>
                  </a:lnTo>
                  <a:lnTo>
                    <a:pt x="3903" y="11864"/>
                  </a:lnTo>
                  <a:lnTo>
                    <a:pt x="1901" y="12061"/>
                  </a:lnTo>
                  <a:lnTo>
                    <a:pt x="1594" y="10806"/>
                  </a:lnTo>
                  <a:lnTo>
                    <a:pt x="1577" y="10212"/>
                  </a:lnTo>
                  <a:lnTo>
                    <a:pt x="2539" y="8078"/>
                  </a:lnTo>
                  <a:lnTo>
                    <a:pt x="1406" y="7506"/>
                  </a:lnTo>
                  <a:lnTo>
                    <a:pt x="958" y="6586"/>
                  </a:lnTo>
                  <a:lnTo>
                    <a:pt x="0" y="2094"/>
                  </a:lnTo>
                  <a:lnTo>
                    <a:pt x="78" y="789"/>
                  </a:lnTo>
                  <a:lnTo>
                    <a:pt x="474" y="99"/>
                  </a:lnTo>
                  <a:lnTo>
                    <a:pt x="1125" y="0"/>
                  </a:lnTo>
                  <a:lnTo>
                    <a:pt x="2347" y="1451"/>
                  </a:lnTo>
                  <a:lnTo>
                    <a:pt x="3256" y="3517"/>
                  </a:lnTo>
                  <a:lnTo>
                    <a:pt x="3565" y="3549"/>
                  </a:lnTo>
                  <a:lnTo>
                    <a:pt x="3669" y="4135"/>
                  </a:lnTo>
                  <a:lnTo>
                    <a:pt x="3486" y="5588"/>
                  </a:lnTo>
                  <a:lnTo>
                    <a:pt x="4028" y="6818"/>
                  </a:lnTo>
                  <a:lnTo>
                    <a:pt x="4262" y="7729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g556"/>
            <p:cNvSpPr/>
            <p:nvPr/>
          </p:nvSpPr>
          <p:spPr>
            <a:xfrm>
              <a:off x="2586426" y="3161099"/>
              <a:ext cx="1401" cy="3553"/>
            </a:xfrm>
            <a:custGeom>
              <a:avLst/>
              <a:pathLst>
                <a:path w="1401" h="3553">
                  <a:moveTo>
                    <a:pt x="1071" y="3438"/>
                  </a:moveTo>
                  <a:lnTo>
                    <a:pt x="392" y="3553"/>
                  </a:lnTo>
                  <a:lnTo>
                    <a:pt x="93" y="3298"/>
                  </a:lnTo>
                  <a:lnTo>
                    <a:pt x="0" y="1519"/>
                  </a:lnTo>
                  <a:lnTo>
                    <a:pt x="525" y="297"/>
                  </a:lnTo>
                  <a:lnTo>
                    <a:pt x="833" y="0"/>
                  </a:lnTo>
                  <a:lnTo>
                    <a:pt x="1292" y="1370"/>
                  </a:lnTo>
                  <a:lnTo>
                    <a:pt x="1401" y="2513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g557"/>
            <p:cNvSpPr/>
            <p:nvPr/>
          </p:nvSpPr>
          <p:spPr>
            <a:xfrm>
              <a:off x="2580629" y="3150787"/>
              <a:ext cx="2946" cy="11619"/>
            </a:xfrm>
            <a:custGeom>
              <a:avLst/>
              <a:pathLst>
                <a:path w="2946" h="11619">
                  <a:moveTo>
                    <a:pt x="2492" y="10293"/>
                  </a:moveTo>
                  <a:lnTo>
                    <a:pt x="1506" y="11619"/>
                  </a:lnTo>
                  <a:lnTo>
                    <a:pt x="1021" y="11209"/>
                  </a:lnTo>
                  <a:lnTo>
                    <a:pt x="422" y="8664"/>
                  </a:lnTo>
                  <a:lnTo>
                    <a:pt x="0" y="1604"/>
                  </a:lnTo>
                  <a:lnTo>
                    <a:pt x="328" y="437"/>
                  </a:lnTo>
                  <a:lnTo>
                    <a:pt x="561" y="0"/>
                  </a:lnTo>
                  <a:lnTo>
                    <a:pt x="1859" y="865"/>
                  </a:lnTo>
                  <a:lnTo>
                    <a:pt x="2401" y="1864"/>
                  </a:lnTo>
                  <a:lnTo>
                    <a:pt x="2946" y="2493"/>
                  </a:lnTo>
                  <a:lnTo>
                    <a:pt x="2669" y="3786"/>
                  </a:lnTo>
                  <a:lnTo>
                    <a:pt x="2805" y="9086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g558"/>
            <p:cNvSpPr/>
            <p:nvPr/>
          </p:nvSpPr>
          <p:spPr>
            <a:xfrm>
              <a:off x="2583725" y="3146314"/>
              <a:ext cx="4477" cy="8491"/>
            </a:xfrm>
            <a:custGeom>
              <a:avLst/>
              <a:pathLst>
                <a:path w="4477" h="8491">
                  <a:moveTo>
                    <a:pt x="2593" y="8162"/>
                  </a:moveTo>
                  <a:lnTo>
                    <a:pt x="1159" y="8491"/>
                  </a:lnTo>
                  <a:lnTo>
                    <a:pt x="217" y="8232"/>
                  </a:lnTo>
                  <a:lnTo>
                    <a:pt x="0" y="6117"/>
                  </a:lnTo>
                  <a:lnTo>
                    <a:pt x="480" y="4327"/>
                  </a:lnTo>
                  <a:lnTo>
                    <a:pt x="135" y="2152"/>
                  </a:lnTo>
                  <a:lnTo>
                    <a:pt x="357" y="855"/>
                  </a:lnTo>
                  <a:lnTo>
                    <a:pt x="838" y="0"/>
                  </a:lnTo>
                  <a:lnTo>
                    <a:pt x="1627" y="1132"/>
                  </a:lnTo>
                  <a:lnTo>
                    <a:pt x="1753" y="2754"/>
                  </a:lnTo>
                  <a:lnTo>
                    <a:pt x="2248" y="4239"/>
                  </a:lnTo>
                  <a:lnTo>
                    <a:pt x="4477" y="7403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g559"/>
            <p:cNvSpPr/>
            <p:nvPr/>
          </p:nvSpPr>
          <p:spPr>
            <a:xfrm>
              <a:off x="3438118" y="2362826"/>
              <a:ext cx="12075" cy="48359"/>
            </a:xfrm>
            <a:custGeom>
              <a:avLst/>
              <a:pathLst>
                <a:path w="12075" h="48359">
                  <a:moveTo>
                    <a:pt x="11148" y="6384"/>
                  </a:moveTo>
                  <a:lnTo>
                    <a:pt x="10829" y="10723"/>
                  </a:lnTo>
                  <a:lnTo>
                    <a:pt x="11061" y="11994"/>
                  </a:lnTo>
                  <a:lnTo>
                    <a:pt x="11501" y="12880"/>
                  </a:lnTo>
                  <a:lnTo>
                    <a:pt x="11706" y="13853"/>
                  </a:lnTo>
                  <a:lnTo>
                    <a:pt x="12075" y="25428"/>
                  </a:lnTo>
                  <a:lnTo>
                    <a:pt x="12005" y="26350"/>
                  </a:lnTo>
                  <a:lnTo>
                    <a:pt x="10515" y="30999"/>
                  </a:lnTo>
                  <a:lnTo>
                    <a:pt x="10179" y="32364"/>
                  </a:lnTo>
                  <a:lnTo>
                    <a:pt x="10105" y="38126"/>
                  </a:lnTo>
                  <a:lnTo>
                    <a:pt x="9854" y="39674"/>
                  </a:lnTo>
                  <a:lnTo>
                    <a:pt x="9326" y="41201"/>
                  </a:lnTo>
                  <a:lnTo>
                    <a:pt x="8382" y="46138"/>
                  </a:lnTo>
                  <a:lnTo>
                    <a:pt x="7562" y="48359"/>
                  </a:lnTo>
                  <a:lnTo>
                    <a:pt x="5330" y="45650"/>
                  </a:lnTo>
                  <a:lnTo>
                    <a:pt x="4014" y="44480"/>
                  </a:lnTo>
                  <a:lnTo>
                    <a:pt x="3369" y="43218"/>
                  </a:lnTo>
                  <a:lnTo>
                    <a:pt x="2948" y="42346"/>
                  </a:lnTo>
                  <a:lnTo>
                    <a:pt x="3219" y="41185"/>
                  </a:lnTo>
                  <a:lnTo>
                    <a:pt x="3819" y="39977"/>
                  </a:lnTo>
                  <a:lnTo>
                    <a:pt x="3914" y="39028"/>
                  </a:lnTo>
                  <a:lnTo>
                    <a:pt x="2502" y="37952"/>
                  </a:lnTo>
                  <a:lnTo>
                    <a:pt x="1856" y="37233"/>
                  </a:lnTo>
                  <a:lnTo>
                    <a:pt x="1864" y="35975"/>
                  </a:lnTo>
                  <a:lnTo>
                    <a:pt x="2352" y="34013"/>
                  </a:lnTo>
                  <a:lnTo>
                    <a:pt x="2130" y="32395"/>
                  </a:lnTo>
                  <a:lnTo>
                    <a:pt x="1316" y="32477"/>
                  </a:lnTo>
                  <a:lnTo>
                    <a:pt x="685" y="32231"/>
                  </a:lnTo>
                  <a:lnTo>
                    <a:pt x="603" y="31391"/>
                  </a:lnTo>
                  <a:lnTo>
                    <a:pt x="1069" y="30315"/>
                  </a:lnTo>
                  <a:lnTo>
                    <a:pt x="1668" y="28909"/>
                  </a:lnTo>
                  <a:lnTo>
                    <a:pt x="1649" y="27358"/>
                  </a:lnTo>
                  <a:lnTo>
                    <a:pt x="925" y="26690"/>
                  </a:lnTo>
                  <a:lnTo>
                    <a:pt x="270" y="25431"/>
                  </a:lnTo>
                  <a:lnTo>
                    <a:pt x="7" y="23718"/>
                  </a:lnTo>
                  <a:lnTo>
                    <a:pt x="515" y="22546"/>
                  </a:lnTo>
                  <a:lnTo>
                    <a:pt x="1338" y="21790"/>
                  </a:lnTo>
                  <a:lnTo>
                    <a:pt x="734" y="20036"/>
                  </a:lnTo>
                  <a:lnTo>
                    <a:pt x="326" y="19997"/>
                  </a:lnTo>
                  <a:lnTo>
                    <a:pt x="0" y="19613"/>
                  </a:lnTo>
                  <a:lnTo>
                    <a:pt x="266" y="18798"/>
                  </a:lnTo>
                  <a:lnTo>
                    <a:pt x="906" y="17579"/>
                  </a:lnTo>
                  <a:lnTo>
                    <a:pt x="1797" y="13939"/>
                  </a:lnTo>
                  <a:lnTo>
                    <a:pt x="3037" y="12220"/>
                  </a:lnTo>
                  <a:lnTo>
                    <a:pt x="5231" y="11115"/>
                  </a:lnTo>
                  <a:lnTo>
                    <a:pt x="5825" y="10632"/>
                  </a:lnTo>
                  <a:lnTo>
                    <a:pt x="6370" y="9352"/>
                  </a:lnTo>
                  <a:lnTo>
                    <a:pt x="6974" y="8527"/>
                  </a:lnTo>
                  <a:lnTo>
                    <a:pt x="7707" y="8636"/>
                  </a:lnTo>
                  <a:lnTo>
                    <a:pt x="8383" y="9131"/>
                  </a:lnTo>
                  <a:lnTo>
                    <a:pt x="8800" y="9658"/>
                  </a:lnTo>
                  <a:lnTo>
                    <a:pt x="9113" y="9110"/>
                  </a:lnTo>
                  <a:lnTo>
                    <a:pt x="9417" y="7522"/>
                  </a:lnTo>
                  <a:lnTo>
                    <a:pt x="9230" y="6129"/>
                  </a:lnTo>
                  <a:lnTo>
                    <a:pt x="9327" y="2295"/>
                  </a:lnTo>
                  <a:lnTo>
                    <a:pt x="9720" y="121"/>
                  </a:lnTo>
                  <a:lnTo>
                    <a:pt x="10354" y="0"/>
                  </a:lnTo>
                  <a:lnTo>
                    <a:pt x="10939" y="1196"/>
                  </a:lnTo>
                  <a:lnTo>
                    <a:pt x="10910" y="2253"/>
                  </a:lnTo>
                  <a:lnTo>
                    <a:pt x="11126" y="4756"/>
                  </a:lnTo>
                  <a:close/>
                </a:path>
              </a:pathLst>
            </a:custGeom>
            <a:solidFill>
              <a:srgbClr val="80B77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g560"/>
            <p:cNvSpPr/>
            <p:nvPr/>
          </p:nvSpPr>
          <p:spPr>
            <a:xfrm>
              <a:off x="3316800" y="2273325"/>
              <a:ext cx="2565" cy="6908"/>
            </a:xfrm>
            <a:custGeom>
              <a:avLst/>
              <a:pathLst>
                <a:path w="2565" h="6908">
                  <a:moveTo>
                    <a:pt x="2565" y="4324"/>
                  </a:moveTo>
                  <a:lnTo>
                    <a:pt x="2136" y="6908"/>
                  </a:lnTo>
                  <a:lnTo>
                    <a:pt x="1323" y="4529"/>
                  </a:lnTo>
                  <a:lnTo>
                    <a:pt x="245" y="2444"/>
                  </a:lnTo>
                  <a:lnTo>
                    <a:pt x="0" y="515"/>
                  </a:lnTo>
                  <a:lnTo>
                    <a:pt x="2" y="0"/>
                  </a:lnTo>
                  <a:lnTo>
                    <a:pt x="1265" y="1409"/>
                  </a:lnTo>
                  <a:close/>
                </a:path>
              </a:pathLst>
            </a:custGeom>
            <a:solidFill>
              <a:srgbClr val="80B77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g561"/>
            <p:cNvSpPr/>
            <p:nvPr/>
          </p:nvSpPr>
          <p:spPr>
            <a:xfrm>
              <a:off x="3275685" y="2124199"/>
              <a:ext cx="157249" cy="258750"/>
            </a:xfrm>
            <a:custGeom>
              <a:avLst/>
              <a:pathLst>
                <a:path w="157249" h="258750">
                  <a:moveTo>
                    <a:pt x="128602" y="46062"/>
                  </a:moveTo>
                  <a:lnTo>
                    <a:pt x="129013" y="47043"/>
                  </a:lnTo>
                  <a:lnTo>
                    <a:pt x="129962" y="47496"/>
                  </a:lnTo>
                  <a:lnTo>
                    <a:pt x="130298" y="47857"/>
                  </a:lnTo>
                  <a:lnTo>
                    <a:pt x="130670" y="48533"/>
                  </a:lnTo>
                  <a:lnTo>
                    <a:pt x="131304" y="48804"/>
                  </a:lnTo>
                  <a:lnTo>
                    <a:pt x="132068" y="48533"/>
                  </a:lnTo>
                  <a:lnTo>
                    <a:pt x="132626" y="47630"/>
                  </a:lnTo>
                  <a:lnTo>
                    <a:pt x="133371" y="47224"/>
                  </a:lnTo>
                  <a:lnTo>
                    <a:pt x="134116" y="47360"/>
                  </a:lnTo>
                  <a:lnTo>
                    <a:pt x="134544" y="47857"/>
                  </a:lnTo>
                  <a:lnTo>
                    <a:pt x="135361" y="48589"/>
                  </a:lnTo>
                  <a:lnTo>
                    <a:pt x="135823" y="48429"/>
                  </a:lnTo>
                  <a:lnTo>
                    <a:pt x="136747" y="48881"/>
                  </a:lnTo>
                  <a:lnTo>
                    <a:pt x="137676" y="50305"/>
                  </a:lnTo>
                  <a:lnTo>
                    <a:pt x="138066" y="51738"/>
                  </a:lnTo>
                  <a:lnTo>
                    <a:pt x="138168" y="52521"/>
                  </a:lnTo>
                  <a:lnTo>
                    <a:pt x="138570" y="53372"/>
                  </a:lnTo>
                  <a:lnTo>
                    <a:pt x="140127" y="57222"/>
                  </a:lnTo>
                  <a:lnTo>
                    <a:pt x="140625" y="57412"/>
                  </a:lnTo>
                  <a:lnTo>
                    <a:pt x="141166" y="56828"/>
                  </a:lnTo>
                  <a:lnTo>
                    <a:pt x="141518" y="56000"/>
                  </a:lnTo>
                  <a:lnTo>
                    <a:pt x="142026" y="55835"/>
                  </a:lnTo>
                  <a:lnTo>
                    <a:pt x="142843" y="56216"/>
                  </a:lnTo>
                  <a:lnTo>
                    <a:pt x="143369" y="56652"/>
                  </a:lnTo>
                  <a:lnTo>
                    <a:pt x="143622" y="58320"/>
                  </a:lnTo>
                  <a:lnTo>
                    <a:pt x="143799" y="58637"/>
                  </a:lnTo>
                  <a:lnTo>
                    <a:pt x="144153" y="58278"/>
                  </a:lnTo>
                  <a:lnTo>
                    <a:pt x="144782" y="58199"/>
                  </a:lnTo>
                  <a:lnTo>
                    <a:pt x="145788" y="58610"/>
                  </a:lnTo>
                  <a:lnTo>
                    <a:pt x="147171" y="58140"/>
                  </a:lnTo>
                  <a:lnTo>
                    <a:pt x="148278" y="57444"/>
                  </a:lnTo>
                  <a:lnTo>
                    <a:pt x="148843" y="57470"/>
                  </a:lnTo>
                  <a:lnTo>
                    <a:pt x="149756" y="59415"/>
                  </a:lnTo>
                  <a:lnTo>
                    <a:pt x="150797" y="60142"/>
                  </a:lnTo>
                  <a:lnTo>
                    <a:pt x="153092" y="60729"/>
                  </a:lnTo>
                  <a:lnTo>
                    <a:pt x="155554" y="61644"/>
                  </a:lnTo>
                  <a:lnTo>
                    <a:pt x="156522" y="62384"/>
                  </a:lnTo>
                  <a:lnTo>
                    <a:pt x="157182" y="62748"/>
                  </a:lnTo>
                  <a:lnTo>
                    <a:pt x="157249" y="65323"/>
                  </a:lnTo>
                  <a:lnTo>
                    <a:pt x="157050" y="65711"/>
                  </a:lnTo>
                  <a:lnTo>
                    <a:pt x="154597" y="70875"/>
                  </a:lnTo>
                  <a:lnTo>
                    <a:pt x="153564" y="72722"/>
                  </a:lnTo>
                  <a:lnTo>
                    <a:pt x="153038" y="75358"/>
                  </a:lnTo>
                  <a:lnTo>
                    <a:pt x="152676" y="79401"/>
                  </a:lnTo>
                  <a:lnTo>
                    <a:pt x="151952" y="83242"/>
                  </a:lnTo>
                  <a:lnTo>
                    <a:pt x="150866" y="86883"/>
                  </a:lnTo>
                  <a:lnTo>
                    <a:pt x="150471" y="89616"/>
                  </a:lnTo>
                  <a:lnTo>
                    <a:pt x="150767" y="91440"/>
                  </a:lnTo>
                  <a:lnTo>
                    <a:pt x="150582" y="94304"/>
                  </a:lnTo>
                  <a:lnTo>
                    <a:pt x="149915" y="98205"/>
                  </a:lnTo>
                  <a:lnTo>
                    <a:pt x="149803" y="101153"/>
                  </a:lnTo>
                  <a:lnTo>
                    <a:pt x="150243" y="103143"/>
                  </a:lnTo>
                  <a:lnTo>
                    <a:pt x="150854" y="103551"/>
                  </a:lnTo>
                  <a:lnTo>
                    <a:pt x="149383" y="104891"/>
                  </a:lnTo>
                  <a:lnTo>
                    <a:pt x="149048" y="106064"/>
                  </a:lnTo>
                  <a:lnTo>
                    <a:pt x="148470" y="107615"/>
                  </a:lnTo>
                  <a:lnTo>
                    <a:pt x="147534" y="108268"/>
                  </a:lnTo>
                  <a:lnTo>
                    <a:pt x="146590" y="108484"/>
                  </a:lnTo>
                  <a:lnTo>
                    <a:pt x="145827" y="108279"/>
                  </a:lnTo>
                  <a:lnTo>
                    <a:pt x="145393" y="107659"/>
                  </a:lnTo>
                  <a:lnTo>
                    <a:pt x="145414" y="107082"/>
                  </a:lnTo>
                  <a:lnTo>
                    <a:pt x="145009" y="106591"/>
                  </a:lnTo>
                  <a:lnTo>
                    <a:pt x="144003" y="106605"/>
                  </a:lnTo>
                  <a:lnTo>
                    <a:pt x="142966" y="107673"/>
                  </a:lnTo>
                  <a:lnTo>
                    <a:pt x="142138" y="109416"/>
                  </a:lnTo>
                  <a:lnTo>
                    <a:pt x="142395" y="110391"/>
                  </a:lnTo>
                  <a:lnTo>
                    <a:pt x="143158" y="110648"/>
                  </a:lnTo>
                  <a:lnTo>
                    <a:pt x="143359" y="111035"/>
                  </a:lnTo>
                  <a:lnTo>
                    <a:pt x="143359" y="111536"/>
                  </a:lnTo>
                  <a:lnTo>
                    <a:pt x="143090" y="112140"/>
                  </a:lnTo>
                  <a:lnTo>
                    <a:pt x="142767" y="113170"/>
                  </a:lnTo>
                  <a:lnTo>
                    <a:pt x="141166" y="116243"/>
                  </a:lnTo>
                  <a:lnTo>
                    <a:pt x="139550" y="119344"/>
                  </a:lnTo>
                  <a:lnTo>
                    <a:pt x="139292" y="120282"/>
                  </a:lnTo>
                  <a:lnTo>
                    <a:pt x="138779" y="120937"/>
                  </a:lnTo>
                  <a:lnTo>
                    <a:pt x="136725" y="122592"/>
                  </a:lnTo>
                  <a:lnTo>
                    <a:pt x="136509" y="123256"/>
                  </a:lnTo>
                  <a:lnTo>
                    <a:pt x="136393" y="126022"/>
                  </a:lnTo>
                  <a:lnTo>
                    <a:pt x="136163" y="128293"/>
                  </a:lnTo>
                  <a:lnTo>
                    <a:pt x="134640" y="130431"/>
                  </a:lnTo>
                  <a:lnTo>
                    <a:pt x="133123" y="132559"/>
                  </a:lnTo>
                  <a:lnTo>
                    <a:pt x="132745" y="133860"/>
                  </a:lnTo>
                  <a:lnTo>
                    <a:pt x="132469" y="135365"/>
                  </a:lnTo>
                  <a:lnTo>
                    <a:pt x="131993" y="137065"/>
                  </a:lnTo>
                  <a:lnTo>
                    <a:pt x="131899" y="137962"/>
                  </a:lnTo>
                  <a:lnTo>
                    <a:pt x="132666" y="139427"/>
                  </a:lnTo>
                  <a:lnTo>
                    <a:pt x="132577" y="140637"/>
                  </a:lnTo>
                  <a:lnTo>
                    <a:pt x="132333" y="142359"/>
                  </a:lnTo>
                  <a:lnTo>
                    <a:pt x="131605" y="143579"/>
                  </a:lnTo>
                  <a:lnTo>
                    <a:pt x="130799" y="144270"/>
                  </a:lnTo>
                  <a:lnTo>
                    <a:pt x="130817" y="146146"/>
                  </a:lnTo>
                  <a:lnTo>
                    <a:pt x="131245" y="146409"/>
                  </a:lnTo>
                  <a:lnTo>
                    <a:pt x="132220" y="146270"/>
                  </a:lnTo>
                  <a:lnTo>
                    <a:pt x="133595" y="144909"/>
                  </a:lnTo>
                  <a:lnTo>
                    <a:pt x="134491" y="143161"/>
                  </a:lnTo>
                  <a:lnTo>
                    <a:pt x="133962" y="141500"/>
                  </a:lnTo>
                  <a:lnTo>
                    <a:pt x="133897" y="141175"/>
                  </a:lnTo>
                  <a:lnTo>
                    <a:pt x="134024" y="140786"/>
                  </a:lnTo>
                  <a:lnTo>
                    <a:pt x="135087" y="138981"/>
                  </a:lnTo>
                  <a:lnTo>
                    <a:pt x="136392" y="137893"/>
                  </a:lnTo>
                  <a:lnTo>
                    <a:pt x="138211" y="137691"/>
                  </a:lnTo>
                  <a:lnTo>
                    <a:pt x="140404" y="138329"/>
                  </a:lnTo>
                  <a:lnTo>
                    <a:pt x="140623" y="138599"/>
                  </a:lnTo>
                  <a:lnTo>
                    <a:pt x="140517" y="139705"/>
                  </a:lnTo>
                  <a:lnTo>
                    <a:pt x="140721" y="141337"/>
                  </a:lnTo>
                  <a:lnTo>
                    <a:pt x="141119" y="142483"/>
                  </a:lnTo>
                  <a:lnTo>
                    <a:pt x="140574" y="145735"/>
                  </a:lnTo>
                  <a:lnTo>
                    <a:pt x="140983" y="146753"/>
                  </a:lnTo>
                  <a:lnTo>
                    <a:pt x="141621" y="147973"/>
                  </a:lnTo>
                  <a:lnTo>
                    <a:pt x="142100" y="149085"/>
                  </a:lnTo>
                  <a:lnTo>
                    <a:pt x="142787" y="150108"/>
                  </a:lnTo>
                  <a:lnTo>
                    <a:pt x="143399" y="151831"/>
                  </a:lnTo>
                  <a:lnTo>
                    <a:pt x="143609" y="152808"/>
                  </a:lnTo>
                  <a:lnTo>
                    <a:pt x="142630" y="154504"/>
                  </a:lnTo>
                  <a:lnTo>
                    <a:pt x="140969" y="156094"/>
                  </a:lnTo>
                  <a:lnTo>
                    <a:pt x="140782" y="157113"/>
                  </a:lnTo>
                  <a:lnTo>
                    <a:pt x="140803" y="158272"/>
                  </a:lnTo>
                  <a:lnTo>
                    <a:pt x="140990" y="159183"/>
                  </a:lnTo>
                  <a:lnTo>
                    <a:pt x="141907" y="160355"/>
                  </a:lnTo>
                  <a:lnTo>
                    <a:pt x="142893" y="163008"/>
                  </a:lnTo>
                  <a:lnTo>
                    <a:pt x="143518" y="165375"/>
                  </a:lnTo>
                  <a:lnTo>
                    <a:pt x="144888" y="167644"/>
                  </a:lnTo>
                  <a:lnTo>
                    <a:pt x="145221" y="168317"/>
                  </a:lnTo>
                  <a:lnTo>
                    <a:pt x="145136" y="168884"/>
                  </a:lnTo>
                  <a:lnTo>
                    <a:pt x="144775" y="169850"/>
                  </a:lnTo>
                  <a:lnTo>
                    <a:pt x="144306" y="173074"/>
                  </a:lnTo>
                  <a:lnTo>
                    <a:pt x="143747" y="173586"/>
                  </a:lnTo>
                  <a:lnTo>
                    <a:pt x="143123" y="173793"/>
                  </a:lnTo>
                  <a:lnTo>
                    <a:pt x="141429" y="176155"/>
                  </a:lnTo>
                  <a:lnTo>
                    <a:pt x="140675" y="175870"/>
                  </a:lnTo>
                  <a:lnTo>
                    <a:pt x="139601" y="175900"/>
                  </a:lnTo>
                  <a:lnTo>
                    <a:pt x="138815" y="176678"/>
                  </a:lnTo>
                  <a:lnTo>
                    <a:pt x="138900" y="178149"/>
                  </a:lnTo>
                  <a:lnTo>
                    <a:pt x="139591" y="179495"/>
                  </a:lnTo>
                  <a:lnTo>
                    <a:pt x="139997" y="180961"/>
                  </a:lnTo>
                  <a:lnTo>
                    <a:pt x="140161" y="182486"/>
                  </a:lnTo>
                  <a:lnTo>
                    <a:pt x="140927" y="183616"/>
                  </a:lnTo>
                  <a:lnTo>
                    <a:pt x="142003" y="184291"/>
                  </a:lnTo>
                  <a:lnTo>
                    <a:pt x="142618" y="184338"/>
                  </a:lnTo>
                  <a:lnTo>
                    <a:pt x="143021" y="184743"/>
                  </a:lnTo>
                  <a:lnTo>
                    <a:pt x="143262" y="185267"/>
                  </a:lnTo>
                  <a:lnTo>
                    <a:pt x="143725" y="188535"/>
                  </a:lnTo>
                  <a:lnTo>
                    <a:pt x="143448" y="189354"/>
                  </a:lnTo>
                  <a:lnTo>
                    <a:pt x="142868" y="189704"/>
                  </a:lnTo>
                  <a:lnTo>
                    <a:pt x="142522" y="191048"/>
                  </a:lnTo>
                  <a:lnTo>
                    <a:pt x="141831" y="193031"/>
                  </a:lnTo>
                  <a:lnTo>
                    <a:pt x="141438" y="194622"/>
                  </a:lnTo>
                  <a:lnTo>
                    <a:pt x="141872" y="196023"/>
                  </a:lnTo>
                  <a:lnTo>
                    <a:pt x="142058" y="197060"/>
                  </a:lnTo>
                  <a:lnTo>
                    <a:pt x="141826" y="198128"/>
                  </a:lnTo>
                  <a:lnTo>
                    <a:pt x="142135" y="199792"/>
                  </a:lnTo>
                  <a:lnTo>
                    <a:pt x="142953" y="201438"/>
                  </a:lnTo>
                  <a:lnTo>
                    <a:pt x="145173" y="203752"/>
                  </a:lnTo>
                  <a:lnTo>
                    <a:pt x="147234" y="205635"/>
                  </a:lnTo>
                  <a:lnTo>
                    <a:pt x="147872" y="205948"/>
                  </a:lnTo>
                  <a:lnTo>
                    <a:pt x="150657" y="204738"/>
                  </a:lnTo>
                  <a:lnTo>
                    <a:pt x="151117" y="204842"/>
                  </a:lnTo>
                  <a:lnTo>
                    <a:pt x="151457" y="206285"/>
                  </a:lnTo>
                  <a:lnTo>
                    <a:pt x="151604" y="207255"/>
                  </a:lnTo>
                  <a:lnTo>
                    <a:pt x="151291" y="208718"/>
                  </a:lnTo>
                  <a:lnTo>
                    <a:pt x="150538" y="210734"/>
                  </a:lnTo>
                  <a:lnTo>
                    <a:pt x="149721" y="212340"/>
                  </a:lnTo>
                  <a:lnTo>
                    <a:pt x="149226" y="213705"/>
                  </a:lnTo>
                  <a:lnTo>
                    <a:pt x="149330" y="214944"/>
                  </a:lnTo>
                  <a:lnTo>
                    <a:pt x="149362" y="216593"/>
                  </a:lnTo>
                  <a:lnTo>
                    <a:pt x="148698" y="217087"/>
                  </a:lnTo>
                  <a:lnTo>
                    <a:pt x="148676" y="216761"/>
                  </a:lnTo>
                  <a:lnTo>
                    <a:pt x="148403" y="216482"/>
                  </a:lnTo>
                  <a:lnTo>
                    <a:pt x="148166" y="216647"/>
                  </a:lnTo>
                  <a:lnTo>
                    <a:pt x="147984" y="217005"/>
                  </a:lnTo>
                  <a:lnTo>
                    <a:pt x="147955" y="217639"/>
                  </a:lnTo>
                  <a:lnTo>
                    <a:pt x="146539" y="218693"/>
                  </a:lnTo>
                  <a:lnTo>
                    <a:pt x="145563" y="219785"/>
                  </a:lnTo>
                  <a:lnTo>
                    <a:pt x="141703" y="226309"/>
                  </a:lnTo>
                  <a:lnTo>
                    <a:pt x="139898" y="228223"/>
                  </a:lnTo>
                  <a:lnTo>
                    <a:pt x="139542" y="229375"/>
                  </a:lnTo>
                  <a:lnTo>
                    <a:pt x="139174" y="231530"/>
                  </a:lnTo>
                  <a:lnTo>
                    <a:pt x="138114" y="233379"/>
                  </a:lnTo>
                  <a:lnTo>
                    <a:pt x="137185" y="234259"/>
                  </a:lnTo>
                  <a:lnTo>
                    <a:pt x="134886" y="235163"/>
                  </a:lnTo>
                  <a:lnTo>
                    <a:pt x="132577" y="237123"/>
                  </a:lnTo>
                  <a:lnTo>
                    <a:pt x="131537" y="236278"/>
                  </a:lnTo>
                  <a:lnTo>
                    <a:pt x="128842" y="236369"/>
                  </a:lnTo>
                  <a:lnTo>
                    <a:pt x="127162" y="234007"/>
                  </a:lnTo>
                  <a:lnTo>
                    <a:pt x="123932" y="232509"/>
                  </a:lnTo>
                  <a:lnTo>
                    <a:pt x="122880" y="229069"/>
                  </a:lnTo>
                  <a:lnTo>
                    <a:pt x="121409" y="228846"/>
                  </a:lnTo>
                  <a:lnTo>
                    <a:pt x="120445" y="228950"/>
                  </a:lnTo>
                  <a:lnTo>
                    <a:pt x="119869" y="228429"/>
                  </a:lnTo>
                  <a:lnTo>
                    <a:pt x="119719" y="227256"/>
                  </a:lnTo>
                  <a:lnTo>
                    <a:pt x="119706" y="226126"/>
                  </a:lnTo>
                  <a:lnTo>
                    <a:pt x="118684" y="226646"/>
                  </a:lnTo>
                  <a:lnTo>
                    <a:pt x="117904" y="226646"/>
                  </a:lnTo>
                  <a:lnTo>
                    <a:pt x="117438" y="227099"/>
                  </a:lnTo>
                  <a:lnTo>
                    <a:pt x="117071" y="227621"/>
                  </a:lnTo>
                  <a:lnTo>
                    <a:pt x="116636" y="227288"/>
                  </a:lnTo>
                  <a:lnTo>
                    <a:pt x="116384" y="227400"/>
                  </a:lnTo>
                  <a:lnTo>
                    <a:pt x="116406" y="228065"/>
                  </a:lnTo>
                  <a:lnTo>
                    <a:pt x="115469" y="228231"/>
                  </a:lnTo>
                  <a:lnTo>
                    <a:pt x="114452" y="227823"/>
                  </a:lnTo>
                  <a:lnTo>
                    <a:pt x="111784" y="226047"/>
                  </a:lnTo>
                  <a:lnTo>
                    <a:pt x="111374" y="225776"/>
                  </a:lnTo>
                  <a:lnTo>
                    <a:pt x="109523" y="225089"/>
                  </a:lnTo>
                  <a:lnTo>
                    <a:pt x="108774" y="224379"/>
                  </a:lnTo>
                  <a:lnTo>
                    <a:pt x="108168" y="222624"/>
                  </a:lnTo>
                  <a:lnTo>
                    <a:pt x="107705" y="222069"/>
                  </a:lnTo>
                  <a:lnTo>
                    <a:pt x="107431" y="221737"/>
                  </a:lnTo>
                  <a:lnTo>
                    <a:pt x="105703" y="222623"/>
                  </a:lnTo>
                  <a:lnTo>
                    <a:pt x="105104" y="224004"/>
                  </a:lnTo>
                  <a:lnTo>
                    <a:pt x="104167" y="225621"/>
                  </a:lnTo>
                  <a:lnTo>
                    <a:pt x="97758" y="233552"/>
                  </a:lnTo>
                  <a:lnTo>
                    <a:pt x="96588" y="236875"/>
                  </a:lnTo>
                  <a:lnTo>
                    <a:pt x="95234" y="241769"/>
                  </a:lnTo>
                  <a:lnTo>
                    <a:pt x="95128" y="244052"/>
                  </a:lnTo>
                  <a:lnTo>
                    <a:pt x="95711" y="251351"/>
                  </a:lnTo>
                  <a:lnTo>
                    <a:pt x="97014" y="255183"/>
                  </a:lnTo>
                  <a:lnTo>
                    <a:pt x="97179" y="256071"/>
                  </a:lnTo>
                  <a:lnTo>
                    <a:pt x="96457" y="256075"/>
                  </a:lnTo>
                  <a:lnTo>
                    <a:pt x="95244" y="255596"/>
                  </a:lnTo>
                  <a:lnTo>
                    <a:pt x="94237" y="255004"/>
                  </a:lnTo>
                  <a:lnTo>
                    <a:pt x="93279" y="255335"/>
                  </a:lnTo>
                  <a:lnTo>
                    <a:pt x="92356" y="256127"/>
                  </a:lnTo>
                  <a:lnTo>
                    <a:pt x="91549" y="256606"/>
                  </a:lnTo>
                  <a:lnTo>
                    <a:pt x="90969" y="256740"/>
                  </a:lnTo>
                  <a:lnTo>
                    <a:pt x="90581" y="257197"/>
                  </a:lnTo>
                  <a:lnTo>
                    <a:pt x="90396" y="258111"/>
                  </a:lnTo>
                  <a:lnTo>
                    <a:pt x="90357" y="258750"/>
                  </a:lnTo>
                  <a:lnTo>
                    <a:pt x="89337" y="258593"/>
                  </a:lnTo>
                  <a:lnTo>
                    <a:pt x="86979" y="257278"/>
                  </a:lnTo>
                  <a:lnTo>
                    <a:pt x="84858" y="256372"/>
                  </a:lnTo>
                  <a:lnTo>
                    <a:pt x="83614" y="257402"/>
                  </a:lnTo>
                  <a:lnTo>
                    <a:pt x="82814" y="258365"/>
                  </a:lnTo>
                  <a:lnTo>
                    <a:pt x="82251" y="258217"/>
                  </a:lnTo>
                  <a:lnTo>
                    <a:pt x="81824" y="257204"/>
                  </a:lnTo>
                  <a:lnTo>
                    <a:pt x="81537" y="256213"/>
                  </a:lnTo>
                  <a:lnTo>
                    <a:pt x="80706" y="255304"/>
                  </a:lnTo>
                  <a:lnTo>
                    <a:pt x="78833" y="253938"/>
                  </a:lnTo>
                  <a:lnTo>
                    <a:pt x="78930" y="253279"/>
                  </a:lnTo>
                  <a:lnTo>
                    <a:pt x="79250" y="252360"/>
                  </a:lnTo>
                  <a:lnTo>
                    <a:pt x="79240" y="251793"/>
                  </a:lnTo>
                  <a:lnTo>
                    <a:pt x="78880" y="250950"/>
                  </a:lnTo>
                  <a:lnTo>
                    <a:pt x="77153" y="250047"/>
                  </a:lnTo>
                  <a:lnTo>
                    <a:pt x="76339" y="249819"/>
                  </a:lnTo>
                  <a:lnTo>
                    <a:pt x="75821" y="250441"/>
                  </a:lnTo>
                  <a:lnTo>
                    <a:pt x="75448" y="251202"/>
                  </a:lnTo>
                  <a:lnTo>
                    <a:pt x="74487" y="248402"/>
                  </a:lnTo>
                  <a:lnTo>
                    <a:pt x="73802" y="247832"/>
                  </a:lnTo>
                  <a:lnTo>
                    <a:pt x="72767" y="247738"/>
                  </a:lnTo>
                  <a:lnTo>
                    <a:pt x="71583" y="246884"/>
                  </a:lnTo>
                  <a:lnTo>
                    <a:pt x="70351" y="245793"/>
                  </a:lnTo>
                  <a:lnTo>
                    <a:pt x="67358" y="244047"/>
                  </a:lnTo>
                  <a:lnTo>
                    <a:pt x="66534" y="243838"/>
                  </a:lnTo>
                  <a:lnTo>
                    <a:pt x="66204" y="244115"/>
                  </a:lnTo>
                  <a:lnTo>
                    <a:pt x="65984" y="245158"/>
                  </a:lnTo>
                  <a:lnTo>
                    <a:pt x="65865" y="248108"/>
                  </a:lnTo>
                  <a:lnTo>
                    <a:pt x="65739" y="248434"/>
                  </a:lnTo>
                  <a:lnTo>
                    <a:pt x="64350" y="248532"/>
                  </a:lnTo>
                  <a:lnTo>
                    <a:pt x="62639" y="248122"/>
                  </a:lnTo>
                  <a:lnTo>
                    <a:pt x="61854" y="248325"/>
                  </a:lnTo>
                  <a:lnTo>
                    <a:pt x="61155" y="248336"/>
                  </a:lnTo>
                  <a:lnTo>
                    <a:pt x="60495" y="247555"/>
                  </a:lnTo>
                  <a:lnTo>
                    <a:pt x="58041" y="248297"/>
                  </a:lnTo>
                  <a:lnTo>
                    <a:pt x="57539" y="248448"/>
                  </a:lnTo>
                  <a:lnTo>
                    <a:pt x="57048" y="248012"/>
                  </a:lnTo>
                  <a:lnTo>
                    <a:pt x="56334" y="246681"/>
                  </a:lnTo>
                  <a:lnTo>
                    <a:pt x="55539" y="245606"/>
                  </a:lnTo>
                  <a:lnTo>
                    <a:pt x="54921" y="245055"/>
                  </a:lnTo>
                  <a:lnTo>
                    <a:pt x="54393" y="244423"/>
                  </a:lnTo>
                  <a:lnTo>
                    <a:pt x="53915" y="244320"/>
                  </a:lnTo>
                  <a:lnTo>
                    <a:pt x="53185" y="244932"/>
                  </a:lnTo>
                  <a:lnTo>
                    <a:pt x="52177" y="245192"/>
                  </a:lnTo>
                  <a:lnTo>
                    <a:pt x="51341" y="245112"/>
                  </a:lnTo>
                  <a:lnTo>
                    <a:pt x="50894" y="245202"/>
                  </a:lnTo>
                  <a:lnTo>
                    <a:pt x="49020" y="241935"/>
                  </a:lnTo>
                  <a:lnTo>
                    <a:pt x="48747" y="241041"/>
                  </a:lnTo>
                  <a:lnTo>
                    <a:pt x="47813" y="240792"/>
                  </a:lnTo>
                  <a:lnTo>
                    <a:pt x="46660" y="240754"/>
                  </a:lnTo>
                  <a:lnTo>
                    <a:pt x="43716" y="238637"/>
                  </a:lnTo>
                  <a:lnTo>
                    <a:pt x="42375" y="237500"/>
                  </a:lnTo>
                  <a:lnTo>
                    <a:pt x="42179" y="236825"/>
                  </a:lnTo>
                  <a:lnTo>
                    <a:pt x="42197" y="236278"/>
                  </a:lnTo>
                  <a:lnTo>
                    <a:pt x="41968" y="236396"/>
                  </a:lnTo>
                  <a:lnTo>
                    <a:pt x="41555" y="237363"/>
                  </a:lnTo>
                  <a:lnTo>
                    <a:pt x="41338" y="238151"/>
                  </a:lnTo>
                  <a:lnTo>
                    <a:pt x="41052" y="238298"/>
                  </a:lnTo>
                  <a:lnTo>
                    <a:pt x="40629" y="238175"/>
                  </a:lnTo>
                  <a:lnTo>
                    <a:pt x="40238" y="237732"/>
                  </a:lnTo>
                  <a:lnTo>
                    <a:pt x="39998" y="237159"/>
                  </a:lnTo>
                  <a:lnTo>
                    <a:pt x="40255" y="236160"/>
                  </a:lnTo>
                  <a:lnTo>
                    <a:pt x="40703" y="234855"/>
                  </a:lnTo>
                  <a:lnTo>
                    <a:pt x="40890" y="233437"/>
                  </a:lnTo>
                  <a:lnTo>
                    <a:pt x="40849" y="232167"/>
                  </a:lnTo>
                  <a:lnTo>
                    <a:pt x="40105" y="231352"/>
                  </a:lnTo>
                  <a:lnTo>
                    <a:pt x="39011" y="231011"/>
                  </a:lnTo>
                  <a:lnTo>
                    <a:pt x="38211" y="230915"/>
                  </a:lnTo>
                  <a:lnTo>
                    <a:pt x="37166" y="230189"/>
                  </a:lnTo>
                  <a:lnTo>
                    <a:pt x="36674" y="229667"/>
                  </a:lnTo>
                  <a:lnTo>
                    <a:pt x="36193" y="228253"/>
                  </a:lnTo>
                  <a:lnTo>
                    <a:pt x="36177" y="227226"/>
                  </a:lnTo>
                  <a:lnTo>
                    <a:pt x="38158" y="226318"/>
                  </a:lnTo>
                  <a:lnTo>
                    <a:pt x="39945" y="222603"/>
                  </a:lnTo>
                  <a:lnTo>
                    <a:pt x="41637" y="209115"/>
                  </a:lnTo>
                  <a:lnTo>
                    <a:pt x="42862" y="193169"/>
                  </a:lnTo>
                  <a:lnTo>
                    <a:pt x="43772" y="190156"/>
                  </a:lnTo>
                  <a:lnTo>
                    <a:pt x="44916" y="189328"/>
                  </a:lnTo>
                  <a:lnTo>
                    <a:pt x="43991" y="187137"/>
                  </a:lnTo>
                  <a:lnTo>
                    <a:pt x="43412" y="188246"/>
                  </a:lnTo>
                  <a:lnTo>
                    <a:pt x="43169" y="189424"/>
                  </a:lnTo>
                  <a:lnTo>
                    <a:pt x="42865" y="190012"/>
                  </a:lnTo>
                  <a:lnTo>
                    <a:pt x="43550" y="175392"/>
                  </a:lnTo>
                  <a:lnTo>
                    <a:pt x="44037" y="170039"/>
                  </a:lnTo>
                  <a:lnTo>
                    <a:pt x="44867" y="164431"/>
                  </a:lnTo>
                  <a:lnTo>
                    <a:pt x="46564" y="166657"/>
                  </a:lnTo>
                  <a:lnTo>
                    <a:pt x="47971" y="168915"/>
                  </a:lnTo>
                  <a:lnTo>
                    <a:pt x="48698" y="170875"/>
                  </a:lnTo>
                  <a:lnTo>
                    <a:pt x="49618" y="177402"/>
                  </a:lnTo>
                  <a:lnTo>
                    <a:pt x="50315" y="178771"/>
                  </a:lnTo>
                  <a:lnTo>
                    <a:pt x="51357" y="180146"/>
                  </a:lnTo>
                  <a:lnTo>
                    <a:pt x="50945" y="178646"/>
                  </a:lnTo>
                  <a:lnTo>
                    <a:pt x="50228" y="177499"/>
                  </a:lnTo>
                  <a:lnTo>
                    <a:pt x="49107" y="168798"/>
                  </a:lnTo>
                  <a:lnTo>
                    <a:pt x="48404" y="166334"/>
                  </a:lnTo>
                  <a:lnTo>
                    <a:pt x="47308" y="164261"/>
                  </a:lnTo>
                  <a:lnTo>
                    <a:pt x="43782" y="159895"/>
                  </a:lnTo>
                  <a:lnTo>
                    <a:pt x="43465" y="159052"/>
                  </a:lnTo>
                  <a:lnTo>
                    <a:pt x="43295" y="157384"/>
                  </a:lnTo>
                  <a:lnTo>
                    <a:pt x="44460" y="157455"/>
                  </a:lnTo>
                  <a:lnTo>
                    <a:pt x="45467" y="158266"/>
                  </a:lnTo>
                  <a:lnTo>
                    <a:pt x="45348" y="157332"/>
                  </a:lnTo>
                  <a:lnTo>
                    <a:pt x="45049" y="156357"/>
                  </a:lnTo>
                  <a:lnTo>
                    <a:pt x="44582" y="152821"/>
                  </a:lnTo>
                  <a:lnTo>
                    <a:pt x="44192" y="144562"/>
                  </a:lnTo>
                  <a:lnTo>
                    <a:pt x="44245" y="143148"/>
                  </a:lnTo>
                  <a:lnTo>
                    <a:pt x="44071" y="141414"/>
                  </a:lnTo>
                  <a:lnTo>
                    <a:pt x="42943" y="141025"/>
                  </a:lnTo>
                  <a:lnTo>
                    <a:pt x="42042" y="140955"/>
                  </a:lnTo>
                  <a:lnTo>
                    <a:pt x="41071" y="140269"/>
                  </a:lnTo>
                  <a:lnTo>
                    <a:pt x="36268" y="135401"/>
                  </a:lnTo>
                  <a:lnTo>
                    <a:pt x="34624" y="130379"/>
                  </a:lnTo>
                  <a:lnTo>
                    <a:pt x="32943" y="126671"/>
                  </a:lnTo>
                  <a:lnTo>
                    <a:pt x="32540" y="125053"/>
                  </a:lnTo>
                  <a:lnTo>
                    <a:pt x="32566" y="123414"/>
                  </a:lnTo>
                  <a:lnTo>
                    <a:pt x="33436" y="119953"/>
                  </a:lnTo>
                  <a:lnTo>
                    <a:pt x="32668" y="117767"/>
                  </a:lnTo>
                  <a:lnTo>
                    <a:pt x="31917" y="117333"/>
                  </a:lnTo>
                  <a:lnTo>
                    <a:pt x="31265" y="116251"/>
                  </a:lnTo>
                  <a:lnTo>
                    <a:pt x="31856" y="114449"/>
                  </a:lnTo>
                  <a:lnTo>
                    <a:pt x="32347" y="113296"/>
                  </a:lnTo>
                  <a:lnTo>
                    <a:pt x="33330" y="112981"/>
                  </a:lnTo>
                  <a:lnTo>
                    <a:pt x="34621" y="113364"/>
                  </a:lnTo>
                  <a:lnTo>
                    <a:pt x="35845" y="114407"/>
                  </a:lnTo>
                  <a:lnTo>
                    <a:pt x="36805" y="114684"/>
                  </a:lnTo>
                  <a:lnTo>
                    <a:pt x="33967" y="111885"/>
                  </a:lnTo>
                  <a:lnTo>
                    <a:pt x="29364" y="112828"/>
                  </a:lnTo>
                  <a:lnTo>
                    <a:pt x="28372" y="112468"/>
                  </a:lnTo>
                  <a:lnTo>
                    <a:pt x="27535" y="111844"/>
                  </a:lnTo>
                  <a:lnTo>
                    <a:pt x="27207" y="109790"/>
                  </a:lnTo>
                  <a:lnTo>
                    <a:pt x="27862" y="108863"/>
                  </a:lnTo>
                  <a:lnTo>
                    <a:pt x="28454" y="107151"/>
                  </a:lnTo>
                  <a:lnTo>
                    <a:pt x="27784" y="105947"/>
                  </a:lnTo>
                  <a:lnTo>
                    <a:pt x="26914" y="105492"/>
                  </a:lnTo>
                  <a:lnTo>
                    <a:pt x="25551" y="105518"/>
                  </a:lnTo>
                  <a:lnTo>
                    <a:pt x="24279" y="105881"/>
                  </a:lnTo>
                  <a:lnTo>
                    <a:pt x="23956" y="105190"/>
                  </a:lnTo>
                  <a:lnTo>
                    <a:pt x="24732" y="103283"/>
                  </a:lnTo>
                  <a:lnTo>
                    <a:pt x="24073" y="102581"/>
                  </a:lnTo>
                  <a:lnTo>
                    <a:pt x="23193" y="102909"/>
                  </a:lnTo>
                  <a:lnTo>
                    <a:pt x="21917" y="103304"/>
                  </a:lnTo>
                  <a:lnTo>
                    <a:pt x="20697" y="102705"/>
                  </a:lnTo>
                  <a:lnTo>
                    <a:pt x="19544" y="100538"/>
                  </a:lnTo>
                  <a:lnTo>
                    <a:pt x="18779" y="100554"/>
                  </a:lnTo>
                  <a:lnTo>
                    <a:pt x="18254" y="100821"/>
                  </a:lnTo>
                  <a:lnTo>
                    <a:pt x="17475" y="99987"/>
                  </a:lnTo>
                  <a:lnTo>
                    <a:pt x="16655" y="99778"/>
                  </a:lnTo>
                  <a:lnTo>
                    <a:pt x="16069" y="100055"/>
                  </a:lnTo>
                  <a:lnTo>
                    <a:pt x="15291" y="98811"/>
                  </a:lnTo>
                  <a:lnTo>
                    <a:pt x="10500" y="96317"/>
                  </a:lnTo>
                  <a:lnTo>
                    <a:pt x="8431" y="96012"/>
                  </a:lnTo>
                  <a:lnTo>
                    <a:pt x="6533" y="97142"/>
                  </a:lnTo>
                  <a:lnTo>
                    <a:pt x="5489" y="96749"/>
                  </a:lnTo>
                  <a:lnTo>
                    <a:pt x="4721" y="95138"/>
                  </a:lnTo>
                  <a:lnTo>
                    <a:pt x="4076" y="92434"/>
                  </a:lnTo>
                  <a:lnTo>
                    <a:pt x="1019" y="90349"/>
                  </a:lnTo>
                  <a:lnTo>
                    <a:pt x="1624" y="88981"/>
                  </a:lnTo>
                  <a:lnTo>
                    <a:pt x="3047" y="88658"/>
                  </a:lnTo>
                  <a:lnTo>
                    <a:pt x="4688" y="87710"/>
                  </a:lnTo>
                  <a:lnTo>
                    <a:pt x="5277" y="86494"/>
                  </a:lnTo>
                  <a:lnTo>
                    <a:pt x="3995" y="85076"/>
                  </a:lnTo>
                  <a:lnTo>
                    <a:pt x="3050" y="84728"/>
                  </a:lnTo>
                  <a:lnTo>
                    <a:pt x="2658" y="84219"/>
                  </a:lnTo>
                  <a:lnTo>
                    <a:pt x="2258" y="82946"/>
                  </a:lnTo>
                  <a:lnTo>
                    <a:pt x="2825" y="82365"/>
                  </a:lnTo>
                  <a:lnTo>
                    <a:pt x="3224" y="82673"/>
                  </a:lnTo>
                  <a:lnTo>
                    <a:pt x="4377" y="82857"/>
                  </a:lnTo>
                  <a:lnTo>
                    <a:pt x="6350" y="82543"/>
                  </a:lnTo>
                  <a:lnTo>
                    <a:pt x="5615" y="81261"/>
                  </a:lnTo>
                  <a:lnTo>
                    <a:pt x="4851" y="80975"/>
                  </a:lnTo>
                  <a:lnTo>
                    <a:pt x="4501" y="80653"/>
                  </a:lnTo>
                  <a:lnTo>
                    <a:pt x="2896" y="80515"/>
                  </a:lnTo>
                  <a:lnTo>
                    <a:pt x="2166" y="80952"/>
                  </a:lnTo>
                  <a:lnTo>
                    <a:pt x="525" y="80786"/>
                  </a:lnTo>
                  <a:lnTo>
                    <a:pt x="170" y="79401"/>
                  </a:lnTo>
                  <a:lnTo>
                    <a:pt x="0" y="78212"/>
                  </a:lnTo>
                  <a:lnTo>
                    <a:pt x="508" y="75563"/>
                  </a:lnTo>
                  <a:lnTo>
                    <a:pt x="2818" y="73197"/>
                  </a:lnTo>
                  <a:lnTo>
                    <a:pt x="8575" y="70610"/>
                  </a:lnTo>
                  <a:lnTo>
                    <a:pt x="11051" y="70988"/>
                  </a:lnTo>
                  <a:lnTo>
                    <a:pt x="12768" y="70522"/>
                  </a:lnTo>
                  <a:lnTo>
                    <a:pt x="14825" y="68892"/>
                  </a:lnTo>
                  <a:lnTo>
                    <a:pt x="15733" y="67495"/>
                  </a:lnTo>
                  <a:lnTo>
                    <a:pt x="18659" y="66671"/>
                  </a:lnTo>
                  <a:lnTo>
                    <a:pt x="21440" y="68153"/>
                  </a:lnTo>
                  <a:lnTo>
                    <a:pt x="24004" y="73755"/>
                  </a:lnTo>
                  <a:lnTo>
                    <a:pt x="25229" y="75654"/>
                  </a:lnTo>
                  <a:lnTo>
                    <a:pt x="28229" y="72360"/>
                  </a:lnTo>
                  <a:lnTo>
                    <a:pt x="32698" y="72457"/>
                  </a:lnTo>
                  <a:lnTo>
                    <a:pt x="33621" y="74316"/>
                  </a:lnTo>
                  <a:lnTo>
                    <a:pt x="33994" y="72750"/>
                  </a:lnTo>
                  <a:lnTo>
                    <a:pt x="34816" y="70917"/>
                  </a:lnTo>
                  <a:lnTo>
                    <a:pt x="35471" y="71753"/>
                  </a:lnTo>
                  <a:lnTo>
                    <a:pt x="35803" y="72885"/>
                  </a:lnTo>
                  <a:lnTo>
                    <a:pt x="40520" y="72563"/>
                  </a:lnTo>
                  <a:lnTo>
                    <a:pt x="41266" y="72233"/>
                  </a:lnTo>
                  <a:lnTo>
                    <a:pt x="39998" y="70903"/>
                  </a:lnTo>
                  <a:lnTo>
                    <a:pt x="38962" y="67714"/>
                  </a:lnTo>
                  <a:lnTo>
                    <a:pt x="38747" y="55987"/>
                  </a:lnTo>
                  <a:lnTo>
                    <a:pt x="37441" y="52713"/>
                  </a:lnTo>
                  <a:lnTo>
                    <a:pt x="35940" y="47484"/>
                  </a:lnTo>
                  <a:lnTo>
                    <a:pt x="35250" y="44382"/>
                  </a:lnTo>
                  <a:lnTo>
                    <a:pt x="35185" y="43310"/>
                  </a:lnTo>
                  <a:lnTo>
                    <a:pt x="35416" y="41762"/>
                  </a:lnTo>
                  <a:lnTo>
                    <a:pt x="37260" y="41846"/>
                  </a:lnTo>
                  <a:lnTo>
                    <a:pt x="38685" y="42238"/>
                  </a:lnTo>
                  <a:lnTo>
                    <a:pt x="41397" y="41068"/>
                  </a:lnTo>
                  <a:lnTo>
                    <a:pt x="42702" y="41869"/>
                  </a:lnTo>
                  <a:lnTo>
                    <a:pt x="42625" y="44290"/>
                  </a:lnTo>
                  <a:lnTo>
                    <a:pt x="43023" y="47344"/>
                  </a:lnTo>
                  <a:lnTo>
                    <a:pt x="43478" y="48823"/>
                  </a:lnTo>
                  <a:lnTo>
                    <a:pt x="44166" y="50506"/>
                  </a:lnTo>
                  <a:lnTo>
                    <a:pt x="46352" y="50350"/>
                  </a:lnTo>
                  <a:lnTo>
                    <a:pt x="48711" y="51338"/>
                  </a:lnTo>
                  <a:lnTo>
                    <a:pt x="51693" y="51491"/>
                  </a:lnTo>
                  <a:lnTo>
                    <a:pt x="56049" y="53198"/>
                  </a:lnTo>
                  <a:lnTo>
                    <a:pt x="57905" y="52209"/>
                  </a:lnTo>
                  <a:lnTo>
                    <a:pt x="58041" y="52050"/>
                  </a:lnTo>
                  <a:lnTo>
                    <a:pt x="59700" y="50103"/>
                  </a:lnTo>
                  <a:lnTo>
                    <a:pt x="63122" y="48718"/>
                  </a:lnTo>
                  <a:lnTo>
                    <a:pt x="63394" y="47985"/>
                  </a:lnTo>
                  <a:lnTo>
                    <a:pt x="61425" y="48278"/>
                  </a:lnTo>
                  <a:lnTo>
                    <a:pt x="59618" y="46943"/>
                  </a:lnTo>
                  <a:lnTo>
                    <a:pt x="59374" y="45493"/>
                  </a:lnTo>
                  <a:lnTo>
                    <a:pt x="59584" y="44192"/>
                  </a:lnTo>
                  <a:lnTo>
                    <a:pt x="60317" y="41194"/>
                  </a:lnTo>
                  <a:lnTo>
                    <a:pt x="65551" y="36468"/>
                  </a:lnTo>
                  <a:lnTo>
                    <a:pt x="69304" y="35072"/>
                  </a:lnTo>
                  <a:lnTo>
                    <a:pt x="73220" y="32470"/>
                  </a:lnTo>
                  <a:lnTo>
                    <a:pt x="75191" y="29802"/>
                  </a:lnTo>
                  <a:lnTo>
                    <a:pt x="76493" y="26358"/>
                  </a:lnTo>
                  <a:lnTo>
                    <a:pt x="76912" y="25601"/>
                  </a:lnTo>
                  <a:lnTo>
                    <a:pt x="77453" y="24966"/>
                  </a:lnTo>
                  <a:lnTo>
                    <a:pt x="76950" y="23732"/>
                  </a:lnTo>
                  <a:lnTo>
                    <a:pt x="77291" y="10574"/>
                  </a:lnTo>
                  <a:lnTo>
                    <a:pt x="77657" y="8203"/>
                  </a:lnTo>
                  <a:lnTo>
                    <a:pt x="78421" y="6267"/>
                  </a:lnTo>
                  <a:lnTo>
                    <a:pt x="79584" y="4769"/>
                  </a:lnTo>
                  <a:lnTo>
                    <a:pt x="81349" y="3146"/>
                  </a:lnTo>
                  <a:lnTo>
                    <a:pt x="87847" y="904"/>
                  </a:lnTo>
                  <a:lnTo>
                    <a:pt x="88813" y="0"/>
                  </a:lnTo>
                  <a:lnTo>
                    <a:pt x="88948" y="1406"/>
                  </a:lnTo>
                  <a:lnTo>
                    <a:pt x="89421" y="3207"/>
                  </a:lnTo>
                  <a:lnTo>
                    <a:pt x="89746" y="4191"/>
                  </a:lnTo>
                  <a:lnTo>
                    <a:pt x="89476" y="5476"/>
                  </a:lnTo>
                  <a:lnTo>
                    <a:pt x="89689" y="6535"/>
                  </a:lnTo>
                  <a:lnTo>
                    <a:pt x="90570" y="8441"/>
                  </a:lnTo>
                  <a:lnTo>
                    <a:pt x="91670" y="10238"/>
                  </a:lnTo>
                  <a:lnTo>
                    <a:pt x="92650" y="11386"/>
                  </a:lnTo>
                  <a:lnTo>
                    <a:pt x="92926" y="11261"/>
                  </a:lnTo>
                  <a:lnTo>
                    <a:pt x="93652" y="10935"/>
                  </a:lnTo>
                  <a:lnTo>
                    <a:pt x="94881" y="9757"/>
                  </a:lnTo>
                  <a:lnTo>
                    <a:pt x="95905" y="9386"/>
                  </a:lnTo>
                  <a:lnTo>
                    <a:pt x="96490" y="10288"/>
                  </a:lnTo>
                  <a:lnTo>
                    <a:pt x="96821" y="10798"/>
                  </a:lnTo>
                  <a:lnTo>
                    <a:pt x="97466" y="12829"/>
                  </a:lnTo>
                  <a:lnTo>
                    <a:pt x="97647" y="14950"/>
                  </a:lnTo>
                  <a:lnTo>
                    <a:pt x="97934" y="16712"/>
                  </a:lnTo>
                  <a:lnTo>
                    <a:pt x="98456" y="17426"/>
                  </a:lnTo>
                  <a:lnTo>
                    <a:pt x="100415" y="17660"/>
                  </a:lnTo>
                  <a:lnTo>
                    <a:pt x="101859" y="18313"/>
                  </a:lnTo>
                  <a:lnTo>
                    <a:pt x="102241" y="18905"/>
                  </a:lnTo>
                  <a:lnTo>
                    <a:pt x="102735" y="22821"/>
                  </a:lnTo>
                  <a:lnTo>
                    <a:pt x="103004" y="23375"/>
                  </a:lnTo>
                  <a:lnTo>
                    <a:pt x="103364" y="22913"/>
                  </a:lnTo>
                  <a:lnTo>
                    <a:pt x="103719" y="22268"/>
                  </a:lnTo>
                  <a:lnTo>
                    <a:pt x="104213" y="22166"/>
                  </a:lnTo>
                  <a:lnTo>
                    <a:pt x="105061" y="22414"/>
                  </a:lnTo>
                  <a:lnTo>
                    <a:pt x="106177" y="22492"/>
                  </a:lnTo>
                  <a:lnTo>
                    <a:pt x="107328" y="22923"/>
                  </a:lnTo>
                  <a:lnTo>
                    <a:pt x="108918" y="25135"/>
                  </a:lnTo>
                  <a:lnTo>
                    <a:pt x="108857" y="25865"/>
                  </a:lnTo>
                  <a:lnTo>
                    <a:pt x="108547" y="27146"/>
                  </a:lnTo>
                  <a:lnTo>
                    <a:pt x="108438" y="28169"/>
                  </a:lnTo>
                  <a:lnTo>
                    <a:pt x="108712" y="28580"/>
                  </a:lnTo>
                  <a:lnTo>
                    <a:pt x="109132" y="29637"/>
                  </a:lnTo>
                  <a:lnTo>
                    <a:pt x="109031" y="30857"/>
                  </a:lnTo>
                  <a:lnTo>
                    <a:pt x="108622" y="31713"/>
                  </a:lnTo>
                  <a:lnTo>
                    <a:pt x="108457" y="32418"/>
                  </a:lnTo>
                  <a:lnTo>
                    <a:pt x="108460" y="32877"/>
                  </a:lnTo>
                  <a:lnTo>
                    <a:pt x="108610" y="33258"/>
                  </a:lnTo>
                  <a:lnTo>
                    <a:pt x="108936" y="33593"/>
                  </a:lnTo>
                  <a:lnTo>
                    <a:pt x="111284" y="34044"/>
                  </a:lnTo>
                  <a:lnTo>
                    <a:pt x="113432" y="33593"/>
                  </a:lnTo>
                  <a:lnTo>
                    <a:pt x="114787" y="32346"/>
                  </a:lnTo>
                  <a:lnTo>
                    <a:pt x="115018" y="31033"/>
                  </a:lnTo>
                  <a:lnTo>
                    <a:pt x="115402" y="29550"/>
                  </a:lnTo>
                  <a:lnTo>
                    <a:pt x="116209" y="28309"/>
                  </a:lnTo>
                  <a:lnTo>
                    <a:pt x="116767" y="27892"/>
                  </a:lnTo>
                  <a:lnTo>
                    <a:pt x="117278" y="28403"/>
                  </a:lnTo>
                  <a:lnTo>
                    <a:pt x="116418" y="33613"/>
                  </a:lnTo>
                  <a:lnTo>
                    <a:pt x="117046" y="34945"/>
                  </a:lnTo>
                  <a:lnTo>
                    <a:pt x="117138" y="36936"/>
                  </a:lnTo>
                  <a:lnTo>
                    <a:pt x="117363" y="38679"/>
                  </a:lnTo>
                  <a:lnTo>
                    <a:pt x="118131" y="38646"/>
                  </a:lnTo>
                  <a:lnTo>
                    <a:pt x="119062" y="38967"/>
                  </a:lnTo>
                  <a:lnTo>
                    <a:pt x="119721" y="39612"/>
                  </a:lnTo>
                  <a:lnTo>
                    <a:pt x="120490" y="40648"/>
                  </a:lnTo>
                  <a:lnTo>
                    <a:pt x="121598" y="41600"/>
                  </a:lnTo>
                  <a:lnTo>
                    <a:pt x="122375" y="41935"/>
                  </a:lnTo>
                  <a:lnTo>
                    <a:pt x="122657" y="42732"/>
                  </a:lnTo>
                  <a:lnTo>
                    <a:pt x="123286" y="43652"/>
                  </a:lnTo>
                  <a:lnTo>
                    <a:pt x="124275" y="45583"/>
                  </a:lnTo>
                  <a:lnTo>
                    <a:pt x="125160" y="46871"/>
                  </a:lnTo>
                  <a:lnTo>
                    <a:pt x="125587" y="46867"/>
                  </a:lnTo>
                  <a:lnTo>
                    <a:pt x="126412" y="46359"/>
                  </a:lnTo>
                  <a:lnTo>
                    <a:pt x="127636" y="46034"/>
                  </a:lnTo>
                  <a:close/>
                </a:path>
              </a:pathLst>
            </a:custGeom>
            <a:solidFill>
              <a:srgbClr val="80B77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g562"/>
            <p:cNvSpPr/>
            <p:nvPr/>
          </p:nvSpPr>
          <p:spPr>
            <a:xfrm>
              <a:off x="3249210" y="1812834"/>
              <a:ext cx="3109" cy="6501"/>
            </a:xfrm>
            <a:custGeom>
              <a:avLst/>
              <a:pathLst>
                <a:path w="3109" h="6501">
                  <a:moveTo>
                    <a:pt x="2868" y="5605"/>
                  </a:moveTo>
                  <a:lnTo>
                    <a:pt x="3109" y="6501"/>
                  </a:lnTo>
                  <a:lnTo>
                    <a:pt x="2825" y="6401"/>
                  </a:lnTo>
                  <a:lnTo>
                    <a:pt x="2003" y="5380"/>
                  </a:lnTo>
                  <a:lnTo>
                    <a:pt x="569" y="2942"/>
                  </a:lnTo>
                  <a:lnTo>
                    <a:pt x="68" y="927"/>
                  </a:lnTo>
                  <a:lnTo>
                    <a:pt x="0" y="0"/>
                  </a:lnTo>
                  <a:lnTo>
                    <a:pt x="352" y="103"/>
                  </a:lnTo>
                  <a:lnTo>
                    <a:pt x="648" y="932"/>
                  </a:lnTo>
                  <a:lnTo>
                    <a:pt x="2008" y="1476"/>
                  </a:lnTo>
                  <a:lnTo>
                    <a:pt x="2367" y="1885"/>
                  </a:lnTo>
                  <a:lnTo>
                    <a:pt x="2361" y="2894"/>
                  </a:lnTo>
                  <a:lnTo>
                    <a:pt x="2819" y="4089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g563"/>
            <p:cNvSpPr/>
            <p:nvPr/>
          </p:nvSpPr>
          <p:spPr>
            <a:xfrm>
              <a:off x="3249820" y="1804874"/>
              <a:ext cx="3187" cy="4001"/>
            </a:xfrm>
            <a:custGeom>
              <a:avLst/>
              <a:pathLst>
                <a:path w="3187" h="4001">
                  <a:moveTo>
                    <a:pt x="3187" y="2888"/>
                  </a:moveTo>
                  <a:lnTo>
                    <a:pt x="2949" y="4001"/>
                  </a:lnTo>
                  <a:lnTo>
                    <a:pt x="2615" y="3990"/>
                  </a:lnTo>
                  <a:lnTo>
                    <a:pt x="1468" y="2611"/>
                  </a:lnTo>
                  <a:lnTo>
                    <a:pt x="555" y="1859"/>
                  </a:lnTo>
                  <a:lnTo>
                    <a:pt x="253" y="1225"/>
                  </a:lnTo>
                  <a:lnTo>
                    <a:pt x="0" y="135"/>
                  </a:lnTo>
                  <a:lnTo>
                    <a:pt x="523" y="0"/>
                  </a:lnTo>
                  <a:lnTo>
                    <a:pt x="1145" y="246"/>
                  </a:lnTo>
                  <a:lnTo>
                    <a:pt x="2713" y="1239"/>
                  </a:lnTo>
                  <a:lnTo>
                    <a:pt x="3155" y="2275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g564"/>
            <p:cNvSpPr/>
            <p:nvPr/>
          </p:nvSpPr>
          <p:spPr>
            <a:xfrm>
              <a:off x="3243266" y="1797561"/>
              <a:ext cx="4355" cy="3285"/>
            </a:xfrm>
            <a:custGeom>
              <a:avLst/>
              <a:pathLst>
                <a:path w="4355" h="3285">
                  <a:moveTo>
                    <a:pt x="2873" y="352"/>
                  </a:moveTo>
                  <a:lnTo>
                    <a:pt x="3966" y="1497"/>
                  </a:lnTo>
                  <a:lnTo>
                    <a:pt x="4355" y="2304"/>
                  </a:lnTo>
                  <a:lnTo>
                    <a:pt x="3726" y="3084"/>
                  </a:lnTo>
                  <a:lnTo>
                    <a:pt x="2964" y="3285"/>
                  </a:lnTo>
                  <a:lnTo>
                    <a:pt x="2043" y="3104"/>
                  </a:lnTo>
                  <a:lnTo>
                    <a:pt x="530" y="2258"/>
                  </a:lnTo>
                  <a:lnTo>
                    <a:pt x="0" y="323"/>
                  </a:lnTo>
                  <a:lnTo>
                    <a:pt x="1046" y="370"/>
                  </a:lnTo>
                  <a:lnTo>
                    <a:pt x="2282" y="0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g565"/>
            <p:cNvSpPr/>
            <p:nvPr/>
          </p:nvSpPr>
          <p:spPr>
            <a:xfrm>
              <a:off x="3246318" y="1792684"/>
              <a:ext cx="6594" cy="10779"/>
            </a:xfrm>
            <a:custGeom>
              <a:avLst/>
              <a:pathLst>
                <a:path w="6594" h="10779">
                  <a:moveTo>
                    <a:pt x="6594" y="2611"/>
                  </a:moveTo>
                  <a:lnTo>
                    <a:pt x="6292" y="6579"/>
                  </a:lnTo>
                  <a:lnTo>
                    <a:pt x="5797" y="6557"/>
                  </a:lnTo>
                  <a:lnTo>
                    <a:pt x="4914" y="5459"/>
                  </a:lnTo>
                  <a:lnTo>
                    <a:pt x="4250" y="5234"/>
                  </a:lnTo>
                  <a:lnTo>
                    <a:pt x="4041" y="5820"/>
                  </a:lnTo>
                  <a:lnTo>
                    <a:pt x="4076" y="6525"/>
                  </a:lnTo>
                  <a:lnTo>
                    <a:pt x="4420" y="6968"/>
                  </a:lnTo>
                  <a:lnTo>
                    <a:pt x="5479" y="9629"/>
                  </a:lnTo>
                  <a:lnTo>
                    <a:pt x="5578" y="10404"/>
                  </a:lnTo>
                  <a:lnTo>
                    <a:pt x="5447" y="10779"/>
                  </a:lnTo>
                  <a:lnTo>
                    <a:pt x="4417" y="10011"/>
                  </a:lnTo>
                  <a:lnTo>
                    <a:pt x="1932" y="6567"/>
                  </a:lnTo>
                  <a:lnTo>
                    <a:pt x="0" y="906"/>
                  </a:lnTo>
                  <a:lnTo>
                    <a:pt x="2602" y="0"/>
                  </a:lnTo>
                  <a:lnTo>
                    <a:pt x="4491" y="1486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g566"/>
            <p:cNvSpPr/>
            <p:nvPr/>
          </p:nvSpPr>
          <p:spPr>
            <a:xfrm>
              <a:off x="3253785" y="1791520"/>
              <a:ext cx="1869" cy="4998"/>
            </a:xfrm>
            <a:custGeom>
              <a:avLst/>
              <a:pathLst>
                <a:path w="1869" h="4998">
                  <a:moveTo>
                    <a:pt x="1869" y="2866"/>
                  </a:moveTo>
                  <a:lnTo>
                    <a:pt x="1287" y="4998"/>
                  </a:lnTo>
                  <a:lnTo>
                    <a:pt x="423" y="4663"/>
                  </a:lnTo>
                  <a:lnTo>
                    <a:pt x="186" y="4433"/>
                  </a:lnTo>
                  <a:lnTo>
                    <a:pt x="0" y="3875"/>
                  </a:lnTo>
                  <a:lnTo>
                    <a:pt x="90" y="2291"/>
                  </a:lnTo>
                  <a:lnTo>
                    <a:pt x="59" y="0"/>
                  </a:lnTo>
                  <a:lnTo>
                    <a:pt x="1053" y="1884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g567"/>
            <p:cNvSpPr/>
            <p:nvPr/>
          </p:nvSpPr>
          <p:spPr>
            <a:xfrm>
              <a:off x="5319281" y="3476426"/>
              <a:ext cx="882" cy="1706"/>
            </a:xfrm>
            <a:custGeom>
              <a:avLst/>
              <a:pathLst>
                <a:path w="882" h="1706">
                  <a:moveTo>
                    <a:pt x="756" y="274"/>
                  </a:moveTo>
                  <a:lnTo>
                    <a:pt x="882" y="1706"/>
                  </a:lnTo>
                  <a:lnTo>
                    <a:pt x="107" y="1011"/>
                  </a:lnTo>
                  <a:lnTo>
                    <a:pt x="0" y="504"/>
                  </a:lnTo>
                  <a:lnTo>
                    <a:pt x="452" y="0"/>
                  </a:lnTo>
                  <a:close/>
                </a:path>
              </a:pathLst>
            </a:custGeom>
            <a:solidFill>
              <a:srgbClr val="E5F1E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g568"/>
            <p:cNvSpPr/>
            <p:nvPr/>
          </p:nvSpPr>
          <p:spPr>
            <a:xfrm>
              <a:off x="5260862" y="3427885"/>
              <a:ext cx="2526" cy="5517"/>
            </a:xfrm>
            <a:custGeom>
              <a:avLst/>
              <a:pathLst>
                <a:path w="2526" h="5517">
                  <a:moveTo>
                    <a:pt x="2281" y="4847"/>
                  </a:moveTo>
                  <a:lnTo>
                    <a:pt x="1571" y="5517"/>
                  </a:lnTo>
                  <a:lnTo>
                    <a:pt x="679" y="5214"/>
                  </a:lnTo>
                  <a:lnTo>
                    <a:pt x="404" y="2804"/>
                  </a:lnTo>
                  <a:lnTo>
                    <a:pt x="0" y="2159"/>
                  </a:lnTo>
                  <a:lnTo>
                    <a:pt x="86" y="972"/>
                  </a:lnTo>
                  <a:lnTo>
                    <a:pt x="712" y="0"/>
                  </a:lnTo>
                  <a:lnTo>
                    <a:pt x="2035" y="787"/>
                  </a:lnTo>
                  <a:lnTo>
                    <a:pt x="2526" y="2498"/>
                  </a:lnTo>
                  <a:lnTo>
                    <a:pt x="2214" y="3637"/>
                  </a:lnTo>
                  <a:close/>
                </a:path>
              </a:pathLst>
            </a:custGeom>
            <a:solidFill>
              <a:srgbClr val="E5F1E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g569"/>
            <p:cNvSpPr/>
            <p:nvPr/>
          </p:nvSpPr>
          <p:spPr>
            <a:xfrm>
              <a:off x="5180939" y="3415690"/>
              <a:ext cx="984" cy="1696"/>
            </a:xfrm>
            <a:custGeom>
              <a:avLst/>
              <a:pathLst>
                <a:path w="984" h="1696">
                  <a:moveTo>
                    <a:pt x="950" y="1307"/>
                  </a:moveTo>
                  <a:lnTo>
                    <a:pt x="849" y="1696"/>
                  </a:lnTo>
                  <a:lnTo>
                    <a:pt x="104" y="1546"/>
                  </a:lnTo>
                  <a:lnTo>
                    <a:pt x="0" y="1327"/>
                  </a:lnTo>
                  <a:lnTo>
                    <a:pt x="65" y="1155"/>
                  </a:lnTo>
                  <a:lnTo>
                    <a:pt x="421" y="981"/>
                  </a:lnTo>
                  <a:lnTo>
                    <a:pt x="463" y="444"/>
                  </a:lnTo>
                  <a:lnTo>
                    <a:pt x="281" y="330"/>
                  </a:lnTo>
                  <a:lnTo>
                    <a:pt x="437" y="50"/>
                  </a:lnTo>
                  <a:lnTo>
                    <a:pt x="728" y="0"/>
                  </a:lnTo>
                  <a:lnTo>
                    <a:pt x="896" y="330"/>
                  </a:lnTo>
                  <a:lnTo>
                    <a:pt x="984" y="815"/>
                  </a:lnTo>
                  <a:close/>
                </a:path>
              </a:pathLst>
            </a:custGeom>
            <a:solidFill>
              <a:srgbClr val="E5F1E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g570"/>
            <p:cNvSpPr/>
            <p:nvPr/>
          </p:nvSpPr>
          <p:spPr>
            <a:xfrm>
              <a:off x="5184427" y="3413425"/>
              <a:ext cx="690" cy="1191"/>
            </a:xfrm>
            <a:custGeom>
              <a:avLst/>
              <a:pathLst>
                <a:path w="690" h="1191">
                  <a:moveTo>
                    <a:pt x="310" y="1035"/>
                  </a:moveTo>
                  <a:lnTo>
                    <a:pt x="101" y="1191"/>
                  </a:lnTo>
                  <a:lnTo>
                    <a:pt x="0" y="1043"/>
                  </a:lnTo>
                  <a:lnTo>
                    <a:pt x="48" y="287"/>
                  </a:lnTo>
                  <a:lnTo>
                    <a:pt x="114" y="27"/>
                  </a:lnTo>
                  <a:lnTo>
                    <a:pt x="315" y="0"/>
                  </a:lnTo>
                  <a:lnTo>
                    <a:pt x="665" y="204"/>
                  </a:lnTo>
                  <a:lnTo>
                    <a:pt x="690" y="391"/>
                  </a:lnTo>
                  <a:close/>
                </a:path>
              </a:pathLst>
            </a:custGeom>
            <a:solidFill>
              <a:srgbClr val="E5F1E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g571"/>
            <p:cNvSpPr/>
            <p:nvPr/>
          </p:nvSpPr>
          <p:spPr>
            <a:xfrm>
              <a:off x="5016317" y="3350597"/>
              <a:ext cx="1848" cy="5149"/>
            </a:xfrm>
            <a:custGeom>
              <a:avLst/>
              <a:pathLst>
                <a:path w="1848" h="5149">
                  <a:moveTo>
                    <a:pt x="984" y="2737"/>
                  </a:moveTo>
                  <a:lnTo>
                    <a:pt x="63" y="5149"/>
                  </a:lnTo>
                  <a:lnTo>
                    <a:pt x="0" y="4360"/>
                  </a:lnTo>
                  <a:lnTo>
                    <a:pt x="282" y="2917"/>
                  </a:lnTo>
                  <a:lnTo>
                    <a:pt x="669" y="1274"/>
                  </a:lnTo>
                  <a:lnTo>
                    <a:pt x="1036" y="287"/>
                  </a:lnTo>
                  <a:lnTo>
                    <a:pt x="1510" y="0"/>
                  </a:lnTo>
                  <a:lnTo>
                    <a:pt x="1848" y="1362"/>
                  </a:lnTo>
                  <a:lnTo>
                    <a:pt x="1469" y="2539"/>
                  </a:lnTo>
                  <a:close/>
                </a:path>
              </a:pathLst>
            </a:custGeom>
            <a:solidFill>
              <a:srgbClr val="E5F1E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g572"/>
            <p:cNvSpPr/>
            <p:nvPr/>
          </p:nvSpPr>
          <p:spPr>
            <a:xfrm>
              <a:off x="3439793" y="3566042"/>
              <a:ext cx="70410" cy="183750"/>
            </a:xfrm>
            <a:custGeom>
              <a:avLst/>
              <a:pathLst>
                <a:path w="70410" h="183750">
                  <a:moveTo>
                    <a:pt x="55944" y="4155"/>
                  </a:moveTo>
                  <a:lnTo>
                    <a:pt x="55885" y="6220"/>
                  </a:lnTo>
                  <a:lnTo>
                    <a:pt x="54919" y="11281"/>
                  </a:lnTo>
                  <a:lnTo>
                    <a:pt x="54465" y="15177"/>
                  </a:lnTo>
                  <a:lnTo>
                    <a:pt x="54349" y="19328"/>
                  </a:lnTo>
                  <a:lnTo>
                    <a:pt x="54616" y="22668"/>
                  </a:lnTo>
                  <a:lnTo>
                    <a:pt x="55081" y="25045"/>
                  </a:lnTo>
                  <a:lnTo>
                    <a:pt x="55381" y="27643"/>
                  </a:lnTo>
                  <a:lnTo>
                    <a:pt x="55149" y="29453"/>
                  </a:lnTo>
                  <a:lnTo>
                    <a:pt x="54684" y="30227"/>
                  </a:lnTo>
                  <a:lnTo>
                    <a:pt x="55003" y="31137"/>
                  </a:lnTo>
                  <a:lnTo>
                    <a:pt x="55707" y="31356"/>
                  </a:lnTo>
                  <a:lnTo>
                    <a:pt x="56905" y="30566"/>
                  </a:lnTo>
                  <a:lnTo>
                    <a:pt x="58744" y="29182"/>
                  </a:lnTo>
                  <a:lnTo>
                    <a:pt x="61156" y="27182"/>
                  </a:lnTo>
                  <a:lnTo>
                    <a:pt x="62742" y="26105"/>
                  </a:lnTo>
                  <a:lnTo>
                    <a:pt x="65361" y="26780"/>
                  </a:lnTo>
                  <a:lnTo>
                    <a:pt x="66758" y="27539"/>
                  </a:lnTo>
                  <a:lnTo>
                    <a:pt x="67475" y="28947"/>
                  </a:lnTo>
                  <a:lnTo>
                    <a:pt x="68247" y="34907"/>
                  </a:lnTo>
                  <a:lnTo>
                    <a:pt x="68630" y="35812"/>
                  </a:lnTo>
                  <a:lnTo>
                    <a:pt x="69263" y="38347"/>
                  </a:lnTo>
                  <a:lnTo>
                    <a:pt x="69793" y="41390"/>
                  </a:lnTo>
                  <a:lnTo>
                    <a:pt x="69906" y="42937"/>
                  </a:lnTo>
                  <a:lnTo>
                    <a:pt x="69849" y="44049"/>
                  </a:lnTo>
                  <a:lnTo>
                    <a:pt x="69314" y="45697"/>
                  </a:lnTo>
                  <a:lnTo>
                    <a:pt x="68716" y="48116"/>
                  </a:lnTo>
                  <a:lnTo>
                    <a:pt x="68505" y="49582"/>
                  </a:lnTo>
                  <a:lnTo>
                    <a:pt x="68004" y="50669"/>
                  </a:lnTo>
                  <a:lnTo>
                    <a:pt x="67368" y="51742"/>
                  </a:lnTo>
                  <a:lnTo>
                    <a:pt x="65620" y="52172"/>
                  </a:lnTo>
                  <a:lnTo>
                    <a:pt x="65352" y="52810"/>
                  </a:lnTo>
                  <a:lnTo>
                    <a:pt x="64862" y="55388"/>
                  </a:lnTo>
                  <a:lnTo>
                    <a:pt x="63940" y="57573"/>
                  </a:lnTo>
                  <a:lnTo>
                    <a:pt x="63519" y="59636"/>
                  </a:lnTo>
                  <a:lnTo>
                    <a:pt x="63147" y="62389"/>
                  </a:lnTo>
                  <a:lnTo>
                    <a:pt x="63221" y="65802"/>
                  </a:lnTo>
                  <a:lnTo>
                    <a:pt x="63036" y="70711"/>
                  </a:lnTo>
                  <a:lnTo>
                    <a:pt x="62848" y="74035"/>
                  </a:lnTo>
                  <a:lnTo>
                    <a:pt x="63311" y="75195"/>
                  </a:lnTo>
                  <a:lnTo>
                    <a:pt x="65400" y="76009"/>
                  </a:lnTo>
                  <a:lnTo>
                    <a:pt x="65807" y="76667"/>
                  </a:lnTo>
                  <a:lnTo>
                    <a:pt x="66362" y="78721"/>
                  </a:lnTo>
                  <a:lnTo>
                    <a:pt x="67073" y="80655"/>
                  </a:lnTo>
                  <a:lnTo>
                    <a:pt x="68987" y="81873"/>
                  </a:lnTo>
                  <a:lnTo>
                    <a:pt x="69730" y="83353"/>
                  </a:lnTo>
                  <a:lnTo>
                    <a:pt x="70332" y="84972"/>
                  </a:lnTo>
                  <a:lnTo>
                    <a:pt x="70410" y="86299"/>
                  </a:lnTo>
                  <a:lnTo>
                    <a:pt x="69976" y="91632"/>
                  </a:lnTo>
                  <a:lnTo>
                    <a:pt x="69558" y="96751"/>
                  </a:lnTo>
                  <a:lnTo>
                    <a:pt x="69721" y="100647"/>
                  </a:lnTo>
                  <a:lnTo>
                    <a:pt x="69878" y="104366"/>
                  </a:lnTo>
                  <a:lnTo>
                    <a:pt x="70106" y="109785"/>
                  </a:lnTo>
                  <a:lnTo>
                    <a:pt x="70005" y="113092"/>
                  </a:lnTo>
                  <a:lnTo>
                    <a:pt x="69464" y="115109"/>
                  </a:lnTo>
                  <a:lnTo>
                    <a:pt x="69464" y="116694"/>
                  </a:lnTo>
                  <a:lnTo>
                    <a:pt x="69712" y="118601"/>
                  </a:lnTo>
                  <a:lnTo>
                    <a:pt x="69233" y="123876"/>
                  </a:lnTo>
                  <a:lnTo>
                    <a:pt x="68924" y="124768"/>
                  </a:lnTo>
                  <a:lnTo>
                    <a:pt x="68068" y="125752"/>
                  </a:lnTo>
                  <a:lnTo>
                    <a:pt x="67618" y="127169"/>
                  </a:lnTo>
                  <a:lnTo>
                    <a:pt x="67474" y="129393"/>
                  </a:lnTo>
                  <a:lnTo>
                    <a:pt x="67013" y="132441"/>
                  </a:lnTo>
                  <a:lnTo>
                    <a:pt x="66539" y="133555"/>
                  </a:lnTo>
                  <a:lnTo>
                    <a:pt x="66539" y="134971"/>
                  </a:lnTo>
                  <a:lnTo>
                    <a:pt x="66996" y="136007"/>
                  </a:lnTo>
                  <a:lnTo>
                    <a:pt x="66989" y="137592"/>
                  </a:lnTo>
                  <a:lnTo>
                    <a:pt x="66135" y="139476"/>
                  </a:lnTo>
                  <a:lnTo>
                    <a:pt x="65619" y="140922"/>
                  </a:lnTo>
                  <a:lnTo>
                    <a:pt x="64479" y="141623"/>
                  </a:lnTo>
                  <a:lnTo>
                    <a:pt x="63175" y="140878"/>
                  </a:lnTo>
                  <a:lnTo>
                    <a:pt x="62870" y="139828"/>
                  </a:lnTo>
                  <a:lnTo>
                    <a:pt x="63185" y="138192"/>
                  </a:lnTo>
                  <a:lnTo>
                    <a:pt x="63073" y="136882"/>
                  </a:lnTo>
                  <a:lnTo>
                    <a:pt x="62623" y="135508"/>
                  </a:lnTo>
                  <a:lnTo>
                    <a:pt x="61926" y="131965"/>
                  </a:lnTo>
                  <a:lnTo>
                    <a:pt x="61309" y="131217"/>
                  </a:lnTo>
                  <a:lnTo>
                    <a:pt x="60965" y="132666"/>
                  </a:lnTo>
                  <a:lnTo>
                    <a:pt x="59905" y="135358"/>
                  </a:lnTo>
                  <a:lnTo>
                    <a:pt x="58033" y="138809"/>
                  </a:lnTo>
                  <a:lnTo>
                    <a:pt x="56721" y="139086"/>
                  </a:lnTo>
                  <a:lnTo>
                    <a:pt x="54299" y="138033"/>
                  </a:lnTo>
                  <a:lnTo>
                    <a:pt x="52269" y="136385"/>
                  </a:lnTo>
                  <a:lnTo>
                    <a:pt x="51313" y="132334"/>
                  </a:lnTo>
                  <a:lnTo>
                    <a:pt x="50714" y="128995"/>
                  </a:lnTo>
                  <a:lnTo>
                    <a:pt x="49850" y="125111"/>
                  </a:lnTo>
                  <a:lnTo>
                    <a:pt x="48877" y="123267"/>
                  </a:lnTo>
                  <a:lnTo>
                    <a:pt x="47838" y="122090"/>
                  </a:lnTo>
                  <a:lnTo>
                    <a:pt x="47375" y="122009"/>
                  </a:lnTo>
                  <a:lnTo>
                    <a:pt x="45891" y="124170"/>
                  </a:lnTo>
                  <a:lnTo>
                    <a:pt x="45446" y="125025"/>
                  </a:lnTo>
                  <a:lnTo>
                    <a:pt x="45449" y="126840"/>
                  </a:lnTo>
                  <a:lnTo>
                    <a:pt x="45587" y="128531"/>
                  </a:lnTo>
                  <a:lnTo>
                    <a:pt x="45817" y="129350"/>
                  </a:lnTo>
                  <a:lnTo>
                    <a:pt x="46011" y="130435"/>
                  </a:lnTo>
                  <a:lnTo>
                    <a:pt x="45976" y="132126"/>
                  </a:lnTo>
                  <a:lnTo>
                    <a:pt x="45710" y="134383"/>
                  </a:lnTo>
                  <a:lnTo>
                    <a:pt x="45619" y="136876"/>
                  </a:lnTo>
                  <a:lnTo>
                    <a:pt x="40965" y="139317"/>
                  </a:lnTo>
                  <a:lnTo>
                    <a:pt x="40158" y="138437"/>
                  </a:lnTo>
                  <a:lnTo>
                    <a:pt x="39573" y="137315"/>
                  </a:lnTo>
                  <a:lnTo>
                    <a:pt x="38868" y="137511"/>
                  </a:lnTo>
                  <a:lnTo>
                    <a:pt x="36849" y="138789"/>
                  </a:lnTo>
                  <a:lnTo>
                    <a:pt x="36108" y="137897"/>
                  </a:lnTo>
                  <a:lnTo>
                    <a:pt x="35371" y="137248"/>
                  </a:lnTo>
                  <a:lnTo>
                    <a:pt x="35033" y="137791"/>
                  </a:lnTo>
                  <a:lnTo>
                    <a:pt x="35002" y="138858"/>
                  </a:lnTo>
                  <a:lnTo>
                    <a:pt x="35346" y="144719"/>
                  </a:lnTo>
                  <a:lnTo>
                    <a:pt x="35238" y="146953"/>
                  </a:lnTo>
                  <a:lnTo>
                    <a:pt x="34782" y="149867"/>
                  </a:lnTo>
                  <a:lnTo>
                    <a:pt x="34546" y="151850"/>
                  </a:lnTo>
                  <a:lnTo>
                    <a:pt x="35780" y="152401"/>
                  </a:lnTo>
                  <a:lnTo>
                    <a:pt x="36227" y="153324"/>
                  </a:lnTo>
                  <a:lnTo>
                    <a:pt x="36661" y="154799"/>
                  </a:lnTo>
                  <a:lnTo>
                    <a:pt x="37256" y="156175"/>
                  </a:lnTo>
                  <a:lnTo>
                    <a:pt x="37297" y="157006"/>
                  </a:lnTo>
                  <a:lnTo>
                    <a:pt x="36621" y="158538"/>
                  </a:lnTo>
                  <a:lnTo>
                    <a:pt x="36390" y="160426"/>
                  </a:lnTo>
                  <a:lnTo>
                    <a:pt x="36711" y="161903"/>
                  </a:lnTo>
                  <a:lnTo>
                    <a:pt x="37551" y="163444"/>
                  </a:lnTo>
                  <a:lnTo>
                    <a:pt x="38778" y="165043"/>
                  </a:lnTo>
                  <a:lnTo>
                    <a:pt x="39377" y="166087"/>
                  </a:lnTo>
                  <a:lnTo>
                    <a:pt x="39318" y="167045"/>
                  </a:lnTo>
                  <a:lnTo>
                    <a:pt x="38751" y="169091"/>
                  </a:lnTo>
                  <a:lnTo>
                    <a:pt x="38531" y="170817"/>
                  </a:lnTo>
                  <a:lnTo>
                    <a:pt x="38143" y="172378"/>
                  </a:lnTo>
                  <a:lnTo>
                    <a:pt x="38223" y="173815"/>
                  </a:lnTo>
                  <a:lnTo>
                    <a:pt x="38775" y="175154"/>
                  </a:lnTo>
                  <a:lnTo>
                    <a:pt x="38715" y="176352"/>
                  </a:lnTo>
                  <a:lnTo>
                    <a:pt x="38340" y="177261"/>
                  </a:lnTo>
                  <a:lnTo>
                    <a:pt x="37576" y="177070"/>
                  </a:lnTo>
                  <a:lnTo>
                    <a:pt x="36930" y="177197"/>
                  </a:lnTo>
                  <a:lnTo>
                    <a:pt x="36349" y="176828"/>
                  </a:lnTo>
                  <a:lnTo>
                    <a:pt x="34534" y="172188"/>
                  </a:lnTo>
                  <a:lnTo>
                    <a:pt x="34138" y="172049"/>
                  </a:lnTo>
                  <a:lnTo>
                    <a:pt x="31505" y="175619"/>
                  </a:lnTo>
                  <a:lnTo>
                    <a:pt x="30850" y="177087"/>
                  </a:lnTo>
                  <a:lnTo>
                    <a:pt x="30308" y="179191"/>
                  </a:lnTo>
                  <a:lnTo>
                    <a:pt x="29578" y="183750"/>
                  </a:lnTo>
                  <a:lnTo>
                    <a:pt x="28382" y="181096"/>
                  </a:lnTo>
                  <a:lnTo>
                    <a:pt x="27349" y="176239"/>
                  </a:lnTo>
                  <a:lnTo>
                    <a:pt x="26146" y="173261"/>
                  </a:lnTo>
                  <a:lnTo>
                    <a:pt x="23613" y="168436"/>
                  </a:lnTo>
                  <a:lnTo>
                    <a:pt x="22940" y="164890"/>
                  </a:lnTo>
                  <a:lnTo>
                    <a:pt x="20042" y="157061"/>
                  </a:lnTo>
                  <a:lnTo>
                    <a:pt x="15880" y="149238"/>
                  </a:lnTo>
                  <a:lnTo>
                    <a:pt x="12873" y="142448"/>
                  </a:lnTo>
                  <a:lnTo>
                    <a:pt x="12418" y="140942"/>
                  </a:lnTo>
                  <a:lnTo>
                    <a:pt x="12925" y="141126"/>
                  </a:lnTo>
                  <a:lnTo>
                    <a:pt x="15829" y="144511"/>
                  </a:lnTo>
                  <a:lnTo>
                    <a:pt x="16225" y="144133"/>
                  </a:lnTo>
                  <a:lnTo>
                    <a:pt x="16561" y="143374"/>
                  </a:lnTo>
                  <a:lnTo>
                    <a:pt x="15306" y="141600"/>
                  </a:lnTo>
                  <a:lnTo>
                    <a:pt x="14109" y="140203"/>
                  </a:lnTo>
                  <a:lnTo>
                    <a:pt x="12985" y="139332"/>
                  </a:lnTo>
                  <a:lnTo>
                    <a:pt x="11861" y="139407"/>
                  </a:lnTo>
                  <a:lnTo>
                    <a:pt x="11230" y="137972"/>
                  </a:lnTo>
                  <a:lnTo>
                    <a:pt x="10820" y="135788"/>
                  </a:lnTo>
                  <a:lnTo>
                    <a:pt x="10613" y="133921"/>
                  </a:lnTo>
                  <a:lnTo>
                    <a:pt x="10116" y="131967"/>
                  </a:lnTo>
                  <a:lnTo>
                    <a:pt x="8520" y="127942"/>
                  </a:lnTo>
                  <a:lnTo>
                    <a:pt x="8133" y="126387"/>
                  </a:lnTo>
                  <a:lnTo>
                    <a:pt x="7261" y="124260"/>
                  </a:lnTo>
                  <a:lnTo>
                    <a:pt x="7791" y="123983"/>
                  </a:lnTo>
                  <a:lnTo>
                    <a:pt x="9502" y="126011"/>
                  </a:lnTo>
                  <a:lnTo>
                    <a:pt x="9654" y="125203"/>
                  </a:lnTo>
                  <a:lnTo>
                    <a:pt x="9506" y="124012"/>
                  </a:lnTo>
                  <a:lnTo>
                    <a:pt x="7788" y="122084"/>
                  </a:lnTo>
                  <a:lnTo>
                    <a:pt x="6855" y="121957"/>
                  </a:lnTo>
                  <a:lnTo>
                    <a:pt x="6639" y="120604"/>
                  </a:lnTo>
                  <a:lnTo>
                    <a:pt x="6767" y="119037"/>
                  </a:lnTo>
                  <a:lnTo>
                    <a:pt x="5537" y="113170"/>
                  </a:lnTo>
                  <a:lnTo>
                    <a:pt x="4261" y="108778"/>
                  </a:lnTo>
                  <a:lnTo>
                    <a:pt x="4060" y="106704"/>
                  </a:lnTo>
                  <a:lnTo>
                    <a:pt x="7503" y="116252"/>
                  </a:lnTo>
                  <a:lnTo>
                    <a:pt x="7964" y="116417"/>
                  </a:lnTo>
                  <a:lnTo>
                    <a:pt x="8570" y="116327"/>
                  </a:lnTo>
                  <a:lnTo>
                    <a:pt x="9996" y="115257"/>
                  </a:lnTo>
                  <a:lnTo>
                    <a:pt x="9724" y="113981"/>
                  </a:lnTo>
                  <a:lnTo>
                    <a:pt x="9082" y="112613"/>
                  </a:lnTo>
                  <a:lnTo>
                    <a:pt x="8458" y="113242"/>
                  </a:lnTo>
                  <a:lnTo>
                    <a:pt x="7647" y="113372"/>
                  </a:lnTo>
                  <a:lnTo>
                    <a:pt x="7223" y="112801"/>
                  </a:lnTo>
                  <a:lnTo>
                    <a:pt x="7032" y="111817"/>
                  </a:lnTo>
                  <a:lnTo>
                    <a:pt x="7843" y="107180"/>
                  </a:lnTo>
                  <a:lnTo>
                    <a:pt x="7492" y="107413"/>
                  </a:lnTo>
                  <a:lnTo>
                    <a:pt x="7233" y="108242"/>
                  </a:lnTo>
                  <a:lnTo>
                    <a:pt x="6788" y="108634"/>
                  </a:lnTo>
                  <a:lnTo>
                    <a:pt x="6101" y="108876"/>
                  </a:lnTo>
                  <a:lnTo>
                    <a:pt x="4405" y="106392"/>
                  </a:lnTo>
                  <a:lnTo>
                    <a:pt x="2909" y="99689"/>
                  </a:lnTo>
                  <a:lnTo>
                    <a:pt x="2513" y="98315"/>
                  </a:lnTo>
                  <a:lnTo>
                    <a:pt x="2113" y="95983"/>
                  </a:lnTo>
                  <a:lnTo>
                    <a:pt x="1719" y="95022"/>
                  </a:lnTo>
                  <a:lnTo>
                    <a:pt x="0" y="85491"/>
                  </a:lnTo>
                  <a:lnTo>
                    <a:pt x="659" y="86198"/>
                  </a:lnTo>
                  <a:lnTo>
                    <a:pt x="1441" y="88960"/>
                  </a:lnTo>
                  <a:lnTo>
                    <a:pt x="2964" y="88380"/>
                  </a:lnTo>
                  <a:lnTo>
                    <a:pt x="3559" y="86781"/>
                  </a:lnTo>
                  <a:lnTo>
                    <a:pt x="4079" y="86842"/>
                  </a:lnTo>
                  <a:lnTo>
                    <a:pt x="4611" y="86475"/>
                  </a:lnTo>
                  <a:lnTo>
                    <a:pt x="5281" y="84969"/>
                  </a:lnTo>
                  <a:lnTo>
                    <a:pt x="7233" y="78407"/>
                  </a:lnTo>
                  <a:lnTo>
                    <a:pt x="7750" y="69749"/>
                  </a:lnTo>
                  <a:lnTo>
                    <a:pt x="7582" y="64605"/>
                  </a:lnTo>
                  <a:lnTo>
                    <a:pt x="7296" y="59502"/>
                  </a:lnTo>
                  <a:lnTo>
                    <a:pt x="7943" y="57874"/>
                  </a:lnTo>
                  <a:lnTo>
                    <a:pt x="8197" y="58949"/>
                  </a:lnTo>
                  <a:lnTo>
                    <a:pt x="8323" y="60761"/>
                  </a:lnTo>
                  <a:lnTo>
                    <a:pt x="8628" y="62104"/>
                  </a:lnTo>
                  <a:lnTo>
                    <a:pt x="9323" y="63306"/>
                  </a:lnTo>
                  <a:lnTo>
                    <a:pt x="10617" y="63627"/>
                  </a:lnTo>
                  <a:lnTo>
                    <a:pt x="12616" y="65517"/>
                  </a:lnTo>
                  <a:lnTo>
                    <a:pt x="13328" y="66720"/>
                  </a:lnTo>
                  <a:lnTo>
                    <a:pt x="13522" y="64316"/>
                  </a:lnTo>
                  <a:lnTo>
                    <a:pt x="15823" y="62266"/>
                  </a:lnTo>
                  <a:lnTo>
                    <a:pt x="15128" y="61530"/>
                  </a:lnTo>
                  <a:lnTo>
                    <a:pt x="13083" y="62340"/>
                  </a:lnTo>
                  <a:lnTo>
                    <a:pt x="10278" y="59282"/>
                  </a:lnTo>
                  <a:lnTo>
                    <a:pt x="9347" y="57333"/>
                  </a:lnTo>
                  <a:lnTo>
                    <a:pt x="8478" y="53645"/>
                  </a:lnTo>
                  <a:lnTo>
                    <a:pt x="7576" y="51713"/>
                  </a:lnTo>
                  <a:lnTo>
                    <a:pt x="7639" y="49977"/>
                  </a:lnTo>
                  <a:lnTo>
                    <a:pt x="9654" y="48382"/>
                  </a:lnTo>
                  <a:lnTo>
                    <a:pt x="10186" y="48564"/>
                  </a:lnTo>
                  <a:lnTo>
                    <a:pt x="10401" y="50470"/>
                  </a:lnTo>
                  <a:lnTo>
                    <a:pt x="10943" y="51252"/>
                  </a:lnTo>
                  <a:lnTo>
                    <a:pt x="11149" y="50992"/>
                  </a:lnTo>
                  <a:lnTo>
                    <a:pt x="11238" y="49363"/>
                  </a:lnTo>
                  <a:lnTo>
                    <a:pt x="11245" y="44995"/>
                  </a:lnTo>
                  <a:lnTo>
                    <a:pt x="10630" y="38735"/>
                  </a:lnTo>
                  <a:lnTo>
                    <a:pt x="10818" y="37533"/>
                  </a:lnTo>
                  <a:lnTo>
                    <a:pt x="11370" y="37099"/>
                  </a:lnTo>
                  <a:lnTo>
                    <a:pt x="11862" y="36271"/>
                  </a:lnTo>
                  <a:lnTo>
                    <a:pt x="12205" y="36115"/>
                  </a:lnTo>
                  <a:lnTo>
                    <a:pt x="12887" y="36271"/>
                  </a:lnTo>
                  <a:lnTo>
                    <a:pt x="13229" y="37719"/>
                  </a:lnTo>
                  <a:lnTo>
                    <a:pt x="13415" y="38516"/>
                  </a:lnTo>
                  <a:lnTo>
                    <a:pt x="14103" y="38885"/>
                  </a:lnTo>
                  <a:lnTo>
                    <a:pt x="14668" y="39657"/>
                  </a:lnTo>
                  <a:lnTo>
                    <a:pt x="15155" y="39449"/>
                  </a:lnTo>
                  <a:lnTo>
                    <a:pt x="15558" y="38546"/>
                  </a:lnTo>
                  <a:lnTo>
                    <a:pt x="16152" y="38360"/>
                  </a:lnTo>
                  <a:lnTo>
                    <a:pt x="17985" y="38373"/>
                  </a:lnTo>
                  <a:lnTo>
                    <a:pt x="19649" y="38387"/>
                  </a:lnTo>
                  <a:lnTo>
                    <a:pt x="22961" y="38415"/>
                  </a:lnTo>
                  <a:lnTo>
                    <a:pt x="26272" y="38441"/>
                  </a:lnTo>
                  <a:lnTo>
                    <a:pt x="29584" y="38467"/>
                  </a:lnTo>
                  <a:lnTo>
                    <a:pt x="32079" y="38487"/>
                  </a:lnTo>
                  <a:lnTo>
                    <a:pt x="32071" y="34910"/>
                  </a:lnTo>
                  <a:lnTo>
                    <a:pt x="32058" y="29388"/>
                  </a:lnTo>
                  <a:lnTo>
                    <a:pt x="32042" y="22865"/>
                  </a:lnTo>
                  <a:lnTo>
                    <a:pt x="32028" y="16606"/>
                  </a:lnTo>
                  <a:lnTo>
                    <a:pt x="32015" y="10824"/>
                  </a:lnTo>
                  <a:lnTo>
                    <a:pt x="31998" y="3982"/>
                  </a:lnTo>
                  <a:lnTo>
                    <a:pt x="32135" y="2019"/>
                  </a:lnTo>
                  <a:lnTo>
                    <a:pt x="32298" y="1204"/>
                  </a:lnTo>
                  <a:lnTo>
                    <a:pt x="32238" y="73"/>
                  </a:lnTo>
                  <a:lnTo>
                    <a:pt x="34804" y="0"/>
                  </a:lnTo>
                  <a:lnTo>
                    <a:pt x="39445" y="503"/>
                  </a:lnTo>
                  <a:lnTo>
                    <a:pt x="41473" y="434"/>
                  </a:lnTo>
                  <a:lnTo>
                    <a:pt x="42049" y="526"/>
                  </a:lnTo>
                  <a:lnTo>
                    <a:pt x="44583" y="183"/>
                  </a:lnTo>
                  <a:lnTo>
                    <a:pt x="46636" y="616"/>
                  </a:lnTo>
                  <a:lnTo>
                    <a:pt x="47508" y="1097"/>
                  </a:lnTo>
                  <a:lnTo>
                    <a:pt x="48293" y="1341"/>
                  </a:lnTo>
                  <a:lnTo>
                    <a:pt x="50751" y="1637"/>
                  </a:lnTo>
                  <a:lnTo>
                    <a:pt x="53961" y="1263"/>
                  </a:lnTo>
                  <a:lnTo>
                    <a:pt x="55051" y="1351"/>
                  </a:lnTo>
                  <a:lnTo>
                    <a:pt x="55656" y="2304"/>
                  </a:lnTo>
                  <a:close/>
                </a:path>
              </a:pathLst>
            </a:custGeom>
            <a:solidFill>
              <a:srgbClr val="7EB673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g573"/>
            <p:cNvSpPr/>
            <p:nvPr/>
          </p:nvSpPr>
          <p:spPr>
            <a:xfrm>
              <a:off x="3314673" y="2133762"/>
              <a:ext cx="6067" cy="5465"/>
            </a:xfrm>
            <a:custGeom>
              <a:avLst/>
              <a:pathLst>
                <a:path w="6067" h="5465">
                  <a:moveTo>
                    <a:pt x="6067" y="2459"/>
                  </a:moveTo>
                  <a:lnTo>
                    <a:pt x="5046" y="3480"/>
                  </a:lnTo>
                  <a:lnTo>
                    <a:pt x="4723" y="4676"/>
                  </a:lnTo>
                  <a:lnTo>
                    <a:pt x="4476" y="5149"/>
                  </a:lnTo>
                  <a:lnTo>
                    <a:pt x="3801" y="5456"/>
                  </a:lnTo>
                  <a:lnTo>
                    <a:pt x="3133" y="5465"/>
                  </a:lnTo>
                  <a:lnTo>
                    <a:pt x="586" y="3064"/>
                  </a:lnTo>
                  <a:lnTo>
                    <a:pt x="0" y="3172"/>
                  </a:lnTo>
                  <a:lnTo>
                    <a:pt x="581" y="2073"/>
                  </a:lnTo>
                  <a:lnTo>
                    <a:pt x="2164" y="1180"/>
                  </a:lnTo>
                  <a:lnTo>
                    <a:pt x="3054" y="0"/>
                  </a:lnTo>
                  <a:lnTo>
                    <a:pt x="5108" y="1145"/>
                  </a:lnTo>
                  <a:close/>
                </a:path>
              </a:pathLst>
            </a:custGeom>
            <a:solidFill>
              <a:srgbClr val="40963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g574"/>
            <p:cNvSpPr/>
            <p:nvPr/>
          </p:nvSpPr>
          <p:spPr>
            <a:xfrm>
              <a:off x="3278057" y="2055581"/>
              <a:ext cx="6319" cy="8424"/>
            </a:xfrm>
            <a:custGeom>
              <a:avLst/>
              <a:pathLst>
                <a:path w="6319" h="8424">
                  <a:moveTo>
                    <a:pt x="4522" y="2891"/>
                  </a:moveTo>
                  <a:lnTo>
                    <a:pt x="5033" y="3441"/>
                  </a:lnTo>
                  <a:lnTo>
                    <a:pt x="6319" y="3354"/>
                  </a:lnTo>
                  <a:lnTo>
                    <a:pt x="5893" y="4579"/>
                  </a:lnTo>
                  <a:lnTo>
                    <a:pt x="4478" y="5945"/>
                  </a:lnTo>
                  <a:lnTo>
                    <a:pt x="3525" y="7294"/>
                  </a:lnTo>
                  <a:lnTo>
                    <a:pt x="2374" y="8424"/>
                  </a:lnTo>
                  <a:lnTo>
                    <a:pt x="1816" y="7129"/>
                  </a:lnTo>
                  <a:lnTo>
                    <a:pt x="1168" y="7178"/>
                  </a:lnTo>
                  <a:lnTo>
                    <a:pt x="178" y="4693"/>
                  </a:lnTo>
                  <a:lnTo>
                    <a:pt x="0" y="969"/>
                  </a:lnTo>
                  <a:lnTo>
                    <a:pt x="1293" y="0"/>
                  </a:lnTo>
                  <a:lnTo>
                    <a:pt x="3080" y="60"/>
                  </a:lnTo>
                  <a:close/>
                </a:path>
              </a:pathLst>
            </a:custGeom>
            <a:solidFill>
              <a:srgbClr val="40963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g575"/>
            <p:cNvSpPr/>
            <p:nvPr/>
          </p:nvSpPr>
          <p:spPr>
            <a:xfrm>
              <a:off x="3234464" y="2001728"/>
              <a:ext cx="32593" cy="35178"/>
            </a:xfrm>
            <a:custGeom>
              <a:avLst/>
              <a:pathLst>
                <a:path w="32593" h="35178">
                  <a:moveTo>
                    <a:pt x="23482" y="34072"/>
                  </a:moveTo>
                  <a:lnTo>
                    <a:pt x="22438" y="33890"/>
                  </a:lnTo>
                  <a:lnTo>
                    <a:pt x="21707" y="34415"/>
                  </a:lnTo>
                  <a:lnTo>
                    <a:pt x="21233" y="34902"/>
                  </a:lnTo>
                  <a:lnTo>
                    <a:pt x="20773" y="34813"/>
                  </a:lnTo>
                  <a:lnTo>
                    <a:pt x="19459" y="35001"/>
                  </a:lnTo>
                  <a:lnTo>
                    <a:pt x="18220" y="34961"/>
                  </a:lnTo>
                  <a:lnTo>
                    <a:pt x="18044" y="34189"/>
                  </a:lnTo>
                  <a:lnTo>
                    <a:pt x="18255" y="31864"/>
                  </a:lnTo>
                  <a:lnTo>
                    <a:pt x="17979" y="31235"/>
                  </a:lnTo>
                  <a:lnTo>
                    <a:pt x="16796" y="30913"/>
                  </a:lnTo>
                  <a:lnTo>
                    <a:pt x="16358" y="30359"/>
                  </a:lnTo>
                  <a:lnTo>
                    <a:pt x="15678" y="28755"/>
                  </a:lnTo>
                  <a:lnTo>
                    <a:pt x="15545" y="28005"/>
                  </a:lnTo>
                  <a:lnTo>
                    <a:pt x="15448" y="26969"/>
                  </a:lnTo>
                  <a:lnTo>
                    <a:pt x="14730" y="25633"/>
                  </a:lnTo>
                  <a:lnTo>
                    <a:pt x="13858" y="24676"/>
                  </a:lnTo>
                  <a:lnTo>
                    <a:pt x="13346" y="24630"/>
                  </a:lnTo>
                  <a:lnTo>
                    <a:pt x="12325" y="26193"/>
                  </a:lnTo>
                  <a:lnTo>
                    <a:pt x="11483" y="27775"/>
                  </a:lnTo>
                  <a:lnTo>
                    <a:pt x="11781" y="28570"/>
                  </a:lnTo>
                  <a:lnTo>
                    <a:pt x="12057" y="29616"/>
                  </a:lnTo>
                  <a:lnTo>
                    <a:pt x="11599" y="30367"/>
                  </a:lnTo>
                  <a:lnTo>
                    <a:pt x="10213" y="32084"/>
                  </a:lnTo>
                  <a:lnTo>
                    <a:pt x="9997" y="32750"/>
                  </a:lnTo>
                  <a:lnTo>
                    <a:pt x="9623" y="33111"/>
                  </a:lnTo>
                  <a:lnTo>
                    <a:pt x="8962" y="32636"/>
                  </a:lnTo>
                  <a:lnTo>
                    <a:pt x="7317" y="32746"/>
                  </a:lnTo>
                  <a:lnTo>
                    <a:pt x="6560" y="32443"/>
                  </a:lnTo>
                  <a:lnTo>
                    <a:pt x="5680" y="31177"/>
                  </a:lnTo>
                  <a:lnTo>
                    <a:pt x="3532" y="30332"/>
                  </a:lnTo>
                  <a:lnTo>
                    <a:pt x="3172" y="28308"/>
                  </a:lnTo>
                  <a:lnTo>
                    <a:pt x="2758" y="27930"/>
                  </a:lnTo>
                  <a:lnTo>
                    <a:pt x="323" y="24452"/>
                  </a:lnTo>
                  <a:lnTo>
                    <a:pt x="0" y="23293"/>
                  </a:lnTo>
                  <a:lnTo>
                    <a:pt x="315" y="22600"/>
                  </a:lnTo>
                  <a:lnTo>
                    <a:pt x="1224" y="21551"/>
                  </a:lnTo>
                  <a:lnTo>
                    <a:pt x="4278" y="19814"/>
                  </a:lnTo>
                  <a:lnTo>
                    <a:pt x="4758" y="19114"/>
                  </a:lnTo>
                  <a:lnTo>
                    <a:pt x="4857" y="18497"/>
                  </a:lnTo>
                  <a:lnTo>
                    <a:pt x="3960" y="17791"/>
                  </a:lnTo>
                  <a:lnTo>
                    <a:pt x="3152" y="17012"/>
                  </a:lnTo>
                  <a:lnTo>
                    <a:pt x="2877" y="16501"/>
                  </a:lnTo>
                  <a:lnTo>
                    <a:pt x="2854" y="16058"/>
                  </a:lnTo>
                  <a:lnTo>
                    <a:pt x="3313" y="15481"/>
                  </a:lnTo>
                  <a:lnTo>
                    <a:pt x="4235" y="15439"/>
                  </a:lnTo>
                  <a:lnTo>
                    <a:pt x="4964" y="15700"/>
                  </a:lnTo>
                  <a:lnTo>
                    <a:pt x="5543" y="15181"/>
                  </a:lnTo>
                  <a:lnTo>
                    <a:pt x="6561" y="14659"/>
                  </a:lnTo>
                  <a:lnTo>
                    <a:pt x="7244" y="14001"/>
                  </a:lnTo>
                  <a:lnTo>
                    <a:pt x="7831" y="12303"/>
                  </a:lnTo>
                  <a:lnTo>
                    <a:pt x="8452" y="10776"/>
                  </a:lnTo>
                  <a:lnTo>
                    <a:pt x="8516" y="9948"/>
                  </a:lnTo>
                  <a:lnTo>
                    <a:pt x="9060" y="7046"/>
                  </a:lnTo>
                  <a:lnTo>
                    <a:pt x="9358" y="6326"/>
                  </a:lnTo>
                  <a:lnTo>
                    <a:pt x="11287" y="4426"/>
                  </a:lnTo>
                  <a:lnTo>
                    <a:pt x="11775" y="5464"/>
                  </a:lnTo>
                  <a:lnTo>
                    <a:pt x="12725" y="5717"/>
                  </a:lnTo>
                  <a:lnTo>
                    <a:pt x="13577" y="4762"/>
                  </a:lnTo>
                  <a:lnTo>
                    <a:pt x="14596" y="1751"/>
                  </a:lnTo>
                  <a:lnTo>
                    <a:pt x="15305" y="1562"/>
                  </a:lnTo>
                  <a:lnTo>
                    <a:pt x="16086" y="1806"/>
                  </a:lnTo>
                  <a:lnTo>
                    <a:pt x="17622" y="1428"/>
                  </a:lnTo>
                  <a:lnTo>
                    <a:pt x="20349" y="23"/>
                  </a:lnTo>
                  <a:lnTo>
                    <a:pt x="21565" y="0"/>
                  </a:lnTo>
                  <a:lnTo>
                    <a:pt x="23284" y="737"/>
                  </a:lnTo>
                  <a:lnTo>
                    <a:pt x="24565" y="721"/>
                  </a:lnTo>
                  <a:lnTo>
                    <a:pt x="25703" y="2874"/>
                  </a:lnTo>
                  <a:lnTo>
                    <a:pt x="26313" y="6267"/>
                  </a:lnTo>
                  <a:lnTo>
                    <a:pt x="27733" y="9620"/>
                  </a:lnTo>
                  <a:lnTo>
                    <a:pt x="29590" y="12538"/>
                  </a:lnTo>
                  <a:lnTo>
                    <a:pt x="29664" y="14322"/>
                  </a:lnTo>
                  <a:lnTo>
                    <a:pt x="29001" y="15280"/>
                  </a:lnTo>
                  <a:lnTo>
                    <a:pt x="27612" y="16471"/>
                  </a:lnTo>
                  <a:lnTo>
                    <a:pt x="27618" y="17743"/>
                  </a:lnTo>
                  <a:lnTo>
                    <a:pt x="28534" y="17101"/>
                  </a:lnTo>
                  <a:lnTo>
                    <a:pt x="29324" y="16805"/>
                  </a:lnTo>
                  <a:lnTo>
                    <a:pt x="31227" y="17090"/>
                  </a:lnTo>
                  <a:lnTo>
                    <a:pt x="31892" y="18384"/>
                  </a:lnTo>
                  <a:lnTo>
                    <a:pt x="32352" y="20322"/>
                  </a:lnTo>
                  <a:lnTo>
                    <a:pt x="32593" y="21913"/>
                  </a:lnTo>
                  <a:lnTo>
                    <a:pt x="32429" y="23643"/>
                  </a:lnTo>
                  <a:lnTo>
                    <a:pt x="31917" y="23095"/>
                  </a:lnTo>
                  <a:lnTo>
                    <a:pt x="31397" y="21547"/>
                  </a:lnTo>
                  <a:lnTo>
                    <a:pt x="30819" y="20834"/>
                  </a:lnTo>
                  <a:lnTo>
                    <a:pt x="30147" y="20449"/>
                  </a:lnTo>
                  <a:lnTo>
                    <a:pt x="30452" y="22572"/>
                  </a:lnTo>
                  <a:lnTo>
                    <a:pt x="30332" y="25414"/>
                  </a:lnTo>
                  <a:lnTo>
                    <a:pt x="30625" y="25682"/>
                  </a:lnTo>
                  <a:lnTo>
                    <a:pt x="31528" y="25731"/>
                  </a:lnTo>
                  <a:lnTo>
                    <a:pt x="30931" y="28640"/>
                  </a:lnTo>
                  <a:lnTo>
                    <a:pt x="29697" y="29429"/>
                  </a:lnTo>
                  <a:lnTo>
                    <a:pt x="28257" y="29725"/>
                  </a:lnTo>
                  <a:lnTo>
                    <a:pt x="27910" y="30755"/>
                  </a:lnTo>
                  <a:lnTo>
                    <a:pt x="27649" y="32082"/>
                  </a:lnTo>
                  <a:lnTo>
                    <a:pt x="26898" y="34062"/>
                  </a:lnTo>
                  <a:lnTo>
                    <a:pt x="25907" y="35178"/>
                  </a:lnTo>
                  <a:lnTo>
                    <a:pt x="24682" y="34953"/>
                  </a:lnTo>
                  <a:close/>
                </a:path>
              </a:pathLst>
            </a:custGeom>
            <a:solidFill>
              <a:srgbClr val="40963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g576"/>
            <p:cNvSpPr/>
            <p:nvPr/>
          </p:nvSpPr>
          <p:spPr>
            <a:xfrm>
              <a:off x="3268005" y="1987688"/>
              <a:ext cx="3631" cy="7944"/>
            </a:xfrm>
            <a:custGeom>
              <a:avLst/>
              <a:pathLst>
                <a:path w="3631" h="7944">
                  <a:moveTo>
                    <a:pt x="3500" y="7922"/>
                  </a:moveTo>
                  <a:lnTo>
                    <a:pt x="1964" y="7944"/>
                  </a:lnTo>
                  <a:lnTo>
                    <a:pt x="1409" y="7688"/>
                  </a:lnTo>
                  <a:lnTo>
                    <a:pt x="745" y="6970"/>
                  </a:lnTo>
                  <a:lnTo>
                    <a:pt x="0" y="2913"/>
                  </a:lnTo>
                  <a:lnTo>
                    <a:pt x="266" y="1477"/>
                  </a:lnTo>
                  <a:lnTo>
                    <a:pt x="572" y="774"/>
                  </a:lnTo>
                  <a:lnTo>
                    <a:pt x="908" y="229"/>
                  </a:lnTo>
                  <a:lnTo>
                    <a:pt x="1719" y="0"/>
                  </a:lnTo>
                  <a:lnTo>
                    <a:pt x="2525" y="767"/>
                  </a:lnTo>
                  <a:lnTo>
                    <a:pt x="2830" y="1481"/>
                  </a:lnTo>
                  <a:lnTo>
                    <a:pt x="3506" y="4224"/>
                  </a:lnTo>
                  <a:lnTo>
                    <a:pt x="3631" y="6577"/>
                  </a:lnTo>
                  <a:close/>
                </a:path>
              </a:pathLst>
            </a:custGeom>
            <a:solidFill>
              <a:srgbClr val="40963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g577"/>
            <p:cNvSpPr/>
            <p:nvPr/>
          </p:nvSpPr>
          <p:spPr>
            <a:xfrm>
              <a:off x="3254563" y="1981375"/>
              <a:ext cx="5366" cy="9563"/>
            </a:xfrm>
            <a:custGeom>
              <a:avLst/>
              <a:pathLst>
                <a:path w="5366" h="9563">
                  <a:moveTo>
                    <a:pt x="4469" y="0"/>
                  </a:moveTo>
                  <a:lnTo>
                    <a:pt x="4909" y="3794"/>
                  </a:lnTo>
                  <a:lnTo>
                    <a:pt x="5338" y="6147"/>
                  </a:lnTo>
                  <a:lnTo>
                    <a:pt x="5366" y="6951"/>
                  </a:lnTo>
                  <a:lnTo>
                    <a:pt x="4963" y="8068"/>
                  </a:lnTo>
                  <a:lnTo>
                    <a:pt x="2955" y="9554"/>
                  </a:lnTo>
                  <a:lnTo>
                    <a:pt x="2322" y="9563"/>
                  </a:lnTo>
                  <a:lnTo>
                    <a:pt x="2296" y="9202"/>
                  </a:lnTo>
                  <a:lnTo>
                    <a:pt x="2749" y="7690"/>
                  </a:lnTo>
                  <a:lnTo>
                    <a:pt x="2359" y="5974"/>
                  </a:lnTo>
                  <a:lnTo>
                    <a:pt x="2549" y="4670"/>
                  </a:lnTo>
                  <a:lnTo>
                    <a:pt x="2363" y="4431"/>
                  </a:lnTo>
                  <a:lnTo>
                    <a:pt x="1971" y="4615"/>
                  </a:lnTo>
                  <a:lnTo>
                    <a:pt x="532" y="6687"/>
                  </a:lnTo>
                  <a:lnTo>
                    <a:pt x="52" y="6892"/>
                  </a:lnTo>
                  <a:lnTo>
                    <a:pt x="0" y="6471"/>
                  </a:lnTo>
                  <a:lnTo>
                    <a:pt x="355" y="4774"/>
                  </a:lnTo>
                  <a:lnTo>
                    <a:pt x="399" y="3614"/>
                  </a:lnTo>
                  <a:lnTo>
                    <a:pt x="614" y="2901"/>
                  </a:lnTo>
                  <a:lnTo>
                    <a:pt x="1005" y="2243"/>
                  </a:lnTo>
                  <a:lnTo>
                    <a:pt x="1471" y="1750"/>
                  </a:lnTo>
                  <a:lnTo>
                    <a:pt x="1846" y="1679"/>
                  </a:lnTo>
                  <a:lnTo>
                    <a:pt x="2247" y="2188"/>
                  </a:lnTo>
                  <a:lnTo>
                    <a:pt x="3412" y="767"/>
                  </a:lnTo>
                  <a:close/>
                </a:path>
              </a:pathLst>
            </a:custGeom>
            <a:solidFill>
              <a:srgbClr val="40963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g578"/>
            <p:cNvSpPr/>
            <p:nvPr/>
          </p:nvSpPr>
          <p:spPr>
            <a:xfrm>
              <a:off x="3259726" y="1975768"/>
              <a:ext cx="4226" cy="9352"/>
            </a:xfrm>
            <a:custGeom>
              <a:avLst/>
              <a:pathLst>
                <a:path w="4226" h="9352">
                  <a:moveTo>
                    <a:pt x="1241" y="9034"/>
                  </a:moveTo>
                  <a:lnTo>
                    <a:pt x="987" y="9352"/>
                  </a:lnTo>
                  <a:lnTo>
                    <a:pt x="370" y="9264"/>
                  </a:lnTo>
                  <a:lnTo>
                    <a:pt x="141" y="8788"/>
                  </a:lnTo>
                  <a:lnTo>
                    <a:pt x="15" y="8056"/>
                  </a:lnTo>
                  <a:lnTo>
                    <a:pt x="0" y="6713"/>
                  </a:lnTo>
                  <a:lnTo>
                    <a:pt x="373" y="5752"/>
                  </a:lnTo>
                  <a:lnTo>
                    <a:pt x="1952" y="4301"/>
                  </a:lnTo>
                  <a:lnTo>
                    <a:pt x="1238" y="3785"/>
                  </a:lnTo>
                  <a:lnTo>
                    <a:pt x="1210" y="3423"/>
                  </a:lnTo>
                  <a:lnTo>
                    <a:pt x="1619" y="2217"/>
                  </a:lnTo>
                  <a:lnTo>
                    <a:pt x="3319" y="340"/>
                  </a:lnTo>
                  <a:lnTo>
                    <a:pt x="3774" y="0"/>
                  </a:lnTo>
                  <a:lnTo>
                    <a:pt x="4226" y="51"/>
                  </a:lnTo>
                  <a:lnTo>
                    <a:pt x="3348" y="3389"/>
                  </a:lnTo>
                  <a:close/>
                </a:path>
              </a:pathLst>
            </a:custGeom>
            <a:solidFill>
              <a:srgbClr val="40963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g579"/>
            <p:cNvSpPr/>
            <p:nvPr/>
          </p:nvSpPr>
          <p:spPr>
            <a:xfrm>
              <a:off x="3256632" y="1960121"/>
              <a:ext cx="6885" cy="10671"/>
            </a:xfrm>
            <a:custGeom>
              <a:avLst/>
              <a:pathLst>
                <a:path w="6885" h="10671">
                  <a:moveTo>
                    <a:pt x="6677" y="9027"/>
                  </a:moveTo>
                  <a:lnTo>
                    <a:pt x="1823" y="10671"/>
                  </a:lnTo>
                  <a:lnTo>
                    <a:pt x="151" y="10525"/>
                  </a:lnTo>
                  <a:lnTo>
                    <a:pt x="0" y="9718"/>
                  </a:lnTo>
                  <a:lnTo>
                    <a:pt x="333" y="9180"/>
                  </a:lnTo>
                  <a:lnTo>
                    <a:pt x="1717" y="8656"/>
                  </a:lnTo>
                  <a:lnTo>
                    <a:pt x="2278" y="4705"/>
                  </a:lnTo>
                  <a:lnTo>
                    <a:pt x="185" y="2887"/>
                  </a:lnTo>
                  <a:lnTo>
                    <a:pt x="74" y="2376"/>
                  </a:lnTo>
                  <a:lnTo>
                    <a:pt x="238" y="1509"/>
                  </a:lnTo>
                  <a:lnTo>
                    <a:pt x="481" y="1122"/>
                  </a:lnTo>
                  <a:lnTo>
                    <a:pt x="1751" y="203"/>
                  </a:lnTo>
                  <a:lnTo>
                    <a:pt x="2285" y="0"/>
                  </a:lnTo>
                  <a:lnTo>
                    <a:pt x="2718" y="123"/>
                  </a:lnTo>
                  <a:lnTo>
                    <a:pt x="3610" y="1183"/>
                  </a:lnTo>
                  <a:lnTo>
                    <a:pt x="4620" y="3407"/>
                  </a:lnTo>
                  <a:lnTo>
                    <a:pt x="5969" y="3761"/>
                  </a:lnTo>
                  <a:lnTo>
                    <a:pt x="6885" y="4703"/>
                  </a:lnTo>
                  <a:close/>
                </a:path>
              </a:pathLst>
            </a:custGeom>
            <a:solidFill>
              <a:srgbClr val="40963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g580"/>
            <p:cNvSpPr/>
            <p:nvPr/>
          </p:nvSpPr>
          <p:spPr>
            <a:xfrm>
              <a:off x="3252455" y="1959456"/>
              <a:ext cx="2252" cy="2745"/>
            </a:xfrm>
            <a:custGeom>
              <a:avLst/>
              <a:pathLst>
                <a:path w="2252" h="2745">
                  <a:moveTo>
                    <a:pt x="742" y="2581"/>
                  </a:moveTo>
                  <a:lnTo>
                    <a:pt x="49" y="2745"/>
                  </a:lnTo>
                  <a:lnTo>
                    <a:pt x="0" y="2327"/>
                  </a:lnTo>
                  <a:lnTo>
                    <a:pt x="1202" y="328"/>
                  </a:lnTo>
                  <a:lnTo>
                    <a:pt x="1980" y="0"/>
                  </a:lnTo>
                  <a:lnTo>
                    <a:pt x="2252" y="194"/>
                  </a:lnTo>
                  <a:lnTo>
                    <a:pt x="1687" y="1351"/>
                  </a:lnTo>
                  <a:close/>
                </a:path>
              </a:pathLst>
            </a:custGeom>
            <a:solidFill>
              <a:srgbClr val="40963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g581"/>
            <p:cNvSpPr/>
            <p:nvPr/>
          </p:nvSpPr>
          <p:spPr>
            <a:xfrm>
              <a:off x="3241799" y="1949215"/>
              <a:ext cx="1755" cy="1988"/>
            </a:xfrm>
            <a:custGeom>
              <a:avLst/>
              <a:pathLst>
                <a:path w="1755" h="1988">
                  <a:moveTo>
                    <a:pt x="1536" y="1581"/>
                  </a:moveTo>
                  <a:lnTo>
                    <a:pt x="465" y="1988"/>
                  </a:lnTo>
                  <a:lnTo>
                    <a:pt x="67" y="1750"/>
                  </a:lnTo>
                  <a:lnTo>
                    <a:pt x="0" y="1376"/>
                  </a:lnTo>
                  <a:lnTo>
                    <a:pt x="243" y="359"/>
                  </a:lnTo>
                  <a:lnTo>
                    <a:pt x="1066" y="0"/>
                  </a:lnTo>
                  <a:lnTo>
                    <a:pt x="1660" y="551"/>
                  </a:lnTo>
                  <a:lnTo>
                    <a:pt x="1755" y="1051"/>
                  </a:lnTo>
                  <a:close/>
                </a:path>
              </a:pathLst>
            </a:custGeom>
            <a:solidFill>
              <a:srgbClr val="40963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g582"/>
            <p:cNvSpPr/>
            <p:nvPr/>
          </p:nvSpPr>
          <p:spPr>
            <a:xfrm>
              <a:off x="3255331" y="1948281"/>
              <a:ext cx="2097" cy="2917"/>
            </a:xfrm>
            <a:custGeom>
              <a:avLst/>
              <a:pathLst>
                <a:path w="2097" h="2917">
                  <a:moveTo>
                    <a:pt x="1871" y="2536"/>
                  </a:moveTo>
                  <a:lnTo>
                    <a:pt x="1509" y="2917"/>
                  </a:lnTo>
                  <a:lnTo>
                    <a:pt x="1052" y="2843"/>
                  </a:lnTo>
                  <a:lnTo>
                    <a:pt x="599" y="2353"/>
                  </a:lnTo>
                  <a:lnTo>
                    <a:pt x="0" y="963"/>
                  </a:lnTo>
                  <a:lnTo>
                    <a:pt x="1343" y="0"/>
                  </a:lnTo>
                  <a:lnTo>
                    <a:pt x="1881" y="565"/>
                  </a:lnTo>
                  <a:lnTo>
                    <a:pt x="2088" y="1211"/>
                  </a:lnTo>
                  <a:lnTo>
                    <a:pt x="2097" y="1928"/>
                  </a:lnTo>
                  <a:close/>
                </a:path>
              </a:pathLst>
            </a:custGeom>
            <a:solidFill>
              <a:srgbClr val="40963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g583"/>
            <p:cNvSpPr/>
            <p:nvPr/>
          </p:nvSpPr>
          <p:spPr>
            <a:xfrm>
              <a:off x="3243269" y="1938437"/>
              <a:ext cx="2130" cy="8094"/>
            </a:xfrm>
            <a:custGeom>
              <a:avLst/>
              <a:pathLst>
                <a:path w="2130" h="8094">
                  <a:moveTo>
                    <a:pt x="2102" y="7929"/>
                  </a:moveTo>
                  <a:lnTo>
                    <a:pt x="1588" y="8094"/>
                  </a:lnTo>
                  <a:lnTo>
                    <a:pt x="913" y="7935"/>
                  </a:lnTo>
                  <a:lnTo>
                    <a:pt x="498" y="7476"/>
                  </a:lnTo>
                  <a:lnTo>
                    <a:pt x="78" y="5660"/>
                  </a:lnTo>
                  <a:lnTo>
                    <a:pt x="0" y="4560"/>
                  </a:lnTo>
                  <a:lnTo>
                    <a:pt x="186" y="2517"/>
                  </a:lnTo>
                  <a:lnTo>
                    <a:pt x="144" y="76"/>
                  </a:lnTo>
                  <a:lnTo>
                    <a:pt x="1535" y="0"/>
                  </a:lnTo>
                  <a:lnTo>
                    <a:pt x="1891" y="351"/>
                  </a:lnTo>
                  <a:lnTo>
                    <a:pt x="2130" y="7603"/>
                  </a:lnTo>
                  <a:close/>
                </a:path>
              </a:pathLst>
            </a:custGeom>
            <a:solidFill>
              <a:srgbClr val="40963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g584"/>
            <p:cNvSpPr/>
            <p:nvPr/>
          </p:nvSpPr>
          <p:spPr>
            <a:xfrm>
              <a:off x="3251327" y="1929918"/>
              <a:ext cx="13314" cy="18543"/>
            </a:xfrm>
            <a:custGeom>
              <a:avLst/>
              <a:pathLst>
                <a:path w="13314" h="18543">
                  <a:moveTo>
                    <a:pt x="7512" y="4934"/>
                  </a:moveTo>
                  <a:lnTo>
                    <a:pt x="7495" y="6240"/>
                  </a:lnTo>
                  <a:lnTo>
                    <a:pt x="7280" y="7775"/>
                  </a:lnTo>
                  <a:lnTo>
                    <a:pt x="7559" y="9405"/>
                  </a:lnTo>
                  <a:lnTo>
                    <a:pt x="7624" y="10570"/>
                  </a:lnTo>
                  <a:lnTo>
                    <a:pt x="8137" y="10941"/>
                  </a:lnTo>
                  <a:lnTo>
                    <a:pt x="8451" y="11477"/>
                  </a:lnTo>
                  <a:lnTo>
                    <a:pt x="10735" y="12077"/>
                  </a:lnTo>
                  <a:lnTo>
                    <a:pt x="12859" y="11909"/>
                  </a:lnTo>
                  <a:lnTo>
                    <a:pt x="13267" y="12389"/>
                  </a:lnTo>
                  <a:lnTo>
                    <a:pt x="13314" y="13151"/>
                  </a:lnTo>
                  <a:lnTo>
                    <a:pt x="12978" y="13992"/>
                  </a:lnTo>
                  <a:lnTo>
                    <a:pt x="11769" y="15526"/>
                  </a:lnTo>
                  <a:lnTo>
                    <a:pt x="10327" y="18004"/>
                  </a:lnTo>
                  <a:lnTo>
                    <a:pt x="9896" y="18521"/>
                  </a:lnTo>
                  <a:lnTo>
                    <a:pt x="9430" y="18543"/>
                  </a:lnTo>
                  <a:lnTo>
                    <a:pt x="9096" y="18321"/>
                  </a:lnTo>
                  <a:lnTo>
                    <a:pt x="8857" y="13910"/>
                  </a:lnTo>
                  <a:lnTo>
                    <a:pt x="7292" y="14474"/>
                  </a:lnTo>
                  <a:lnTo>
                    <a:pt x="6032" y="14409"/>
                  </a:lnTo>
                  <a:lnTo>
                    <a:pt x="5343" y="13872"/>
                  </a:lnTo>
                  <a:lnTo>
                    <a:pt x="4859" y="12838"/>
                  </a:lnTo>
                  <a:lnTo>
                    <a:pt x="3884" y="10179"/>
                  </a:lnTo>
                  <a:lnTo>
                    <a:pt x="1044" y="9133"/>
                  </a:lnTo>
                  <a:lnTo>
                    <a:pt x="241" y="7668"/>
                  </a:lnTo>
                  <a:lnTo>
                    <a:pt x="0" y="6784"/>
                  </a:lnTo>
                  <a:lnTo>
                    <a:pt x="102" y="6295"/>
                  </a:lnTo>
                  <a:lnTo>
                    <a:pt x="693" y="5207"/>
                  </a:lnTo>
                  <a:lnTo>
                    <a:pt x="1434" y="5595"/>
                  </a:lnTo>
                  <a:lnTo>
                    <a:pt x="1892" y="5357"/>
                  </a:lnTo>
                  <a:lnTo>
                    <a:pt x="2170" y="4871"/>
                  </a:lnTo>
                  <a:lnTo>
                    <a:pt x="2164" y="4471"/>
                  </a:lnTo>
                  <a:lnTo>
                    <a:pt x="1777" y="3523"/>
                  </a:lnTo>
                  <a:lnTo>
                    <a:pt x="1759" y="3228"/>
                  </a:lnTo>
                  <a:lnTo>
                    <a:pt x="4663" y="2028"/>
                  </a:lnTo>
                  <a:lnTo>
                    <a:pt x="4917" y="153"/>
                  </a:lnTo>
                  <a:lnTo>
                    <a:pt x="5547" y="0"/>
                  </a:lnTo>
                  <a:lnTo>
                    <a:pt x="6266" y="613"/>
                  </a:lnTo>
                  <a:lnTo>
                    <a:pt x="7252" y="2561"/>
                  </a:lnTo>
                  <a:close/>
                </a:path>
              </a:pathLst>
            </a:custGeom>
            <a:solidFill>
              <a:srgbClr val="40963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g585"/>
            <p:cNvSpPr/>
            <p:nvPr/>
          </p:nvSpPr>
          <p:spPr>
            <a:xfrm>
              <a:off x="3242132" y="1929593"/>
              <a:ext cx="5153" cy="4422"/>
            </a:xfrm>
            <a:custGeom>
              <a:avLst/>
              <a:pathLst>
                <a:path w="5153" h="4422">
                  <a:moveTo>
                    <a:pt x="3778" y="0"/>
                  </a:moveTo>
                  <a:lnTo>
                    <a:pt x="5153" y="1663"/>
                  </a:lnTo>
                  <a:lnTo>
                    <a:pt x="4058" y="4422"/>
                  </a:lnTo>
                  <a:lnTo>
                    <a:pt x="2377" y="4409"/>
                  </a:lnTo>
                  <a:lnTo>
                    <a:pt x="10" y="2393"/>
                  </a:lnTo>
                  <a:lnTo>
                    <a:pt x="0" y="1982"/>
                  </a:lnTo>
                  <a:lnTo>
                    <a:pt x="197" y="1378"/>
                  </a:lnTo>
                  <a:lnTo>
                    <a:pt x="552" y="898"/>
                  </a:lnTo>
                  <a:lnTo>
                    <a:pt x="921" y="785"/>
                  </a:lnTo>
                  <a:lnTo>
                    <a:pt x="1507" y="1115"/>
                  </a:lnTo>
                  <a:lnTo>
                    <a:pt x="2324" y="585"/>
                  </a:lnTo>
                  <a:lnTo>
                    <a:pt x="2978" y="753"/>
                  </a:lnTo>
                  <a:close/>
                </a:path>
              </a:pathLst>
            </a:custGeom>
            <a:solidFill>
              <a:srgbClr val="40963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g586"/>
            <p:cNvSpPr/>
            <p:nvPr/>
          </p:nvSpPr>
          <p:spPr>
            <a:xfrm>
              <a:off x="3247251" y="1905367"/>
              <a:ext cx="10985" cy="22245"/>
            </a:xfrm>
            <a:custGeom>
              <a:avLst/>
              <a:pathLst>
                <a:path w="10985" h="22245">
                  <a:moveTo>
                    <a:pt x="10931" y="4123"/>
                  </a:moveTo>
                  <a:lnTo>
                    <a:pt x="9381" y="9277"/>
                  </a:lnTo>
                  <a:lnTo>
                    <a:pt x="8775" y="9404"/>
                  </a:lnTo>
                  <a:lnTo>
                    <a:pt x="8242" y="10692"/>
                  </a:lnTo>
                  <a:lnTo>
                    <a:pt x="6593" y="12113"/>
                  </a:lnTo>
                  <a:lnTo>
                    <a:pt x="8032" y="12142"/>
                  </a:lnTo>
                  <a:lnTo>
                    <a:pt x="8436" y="12616"/>
                  </a:lnTo>
                  <a:lnTo>
                    <a:pt x="8447" y="13636"/>
                  </a:lnTo>
                  <a:lnTo>
                    <a:pt x="8170" y="14229"/>
                  </a:lnTo>
                  <a:lnTo>
                    <a:pt x="6306" y="16591"/>
                  </a:lnTo>
                  <a:lnTo>
                    <a:pt x="5024" y="17486"/>
                  </a:lnTo>
                  <a:lnTo>
                    <a:pt x="3644" y="19954"/>
                  </a:lnTo>
                  <a:lnTo>
                    <a:pt x="2947" y="19984"/>
                  </a:lnTo>
                  <a:lnTo>
                    <a:pt x="2257" y="21554"/>
                  </a:lnTo>
                  <a:lnTo>
                    <a:pt x="1690" y="22243"/>
                  </a:lnTo>
                  <a:lnTo>
                    <a:pt x="1371" y="22245"/>
                  </a:lnTo>
                  <a:lnTo>
                    <a:pt x="1004" y="21897"/>
                  </a:lnTo>
                  <a:lnTo>
                    <a:pt x="148" y="20361"/>
                  </a:lnTo>
                  <a:lnTo>
                    <a:pt x="1701" y="18850"/>
                  </a:lnTo>
                  <a:lnTo>
                    <a:pt x="1845" y="18000"/>
                  </a:lnTo>
                  <a:lnTo>
                    <a:pt x="2909" y="17117"/>
                  </a:lnTo>
                  <a:lnTo>
                    <a:pt x="2820" y="16842"/>
                  </a:lnTo>
                  <a:lnTo>
                    <a:pt x="1134" y="15599"/>
                  </a:lnTo>
                  <a:lnTo>
                    <a:pt x="469" y="14764"/>
                  </a:lnTo>
                  <a:lnTo>
                    <a:pt x="532" y="14327"/>
                  </a:lnTo>
                  <a:lnTo>
                    <a:pt x="1344" y="13366"/>
                  </a:lnTo>
                  <a:lnTo>
                    <a:pt x="959" y="13239"/>
                  </a:lnTo>
                  <a:lnTo>
                    <a:pt x="699" y="12721"/>
                  </a:lnTo>
                  <a:lnTo>
                    <a:pt x="227" y="12523"/>
                  </a:lnTo>
                  <a:lnTo>
                    <a:pt x="86" y="12040"/>
                  </a:lnTo>
                  <a:lnTo>
                    <a:pt x="0" y="10772"/>
                  </a:lnTo>
                  <a:lnTo>
                    <a:pt x="126" y="9474"/>
                  </a:lnTo>
                  <a:lnTo>
                    <a:pt x="617" y="8902"/>
                  </a:lnTo>
                  <a:lnTo>
                    <a:pt x="818" y="8288"/>
                  </a:lnTo>
                  <a:lnTo>
                    <a:pt x="1018" y="8100"/>
                  </a:lnTo>
                  <a:lnTo>
                    <a:pt x="1779" y="8425"/>
                  </a:lnTo>
                  <a:lnTo>
                    <a:pt x="2551" y="9463"/>
                  </a:lnTo>
                  <a:lnTo>
                    <a:pt x="3452" y="9063"/>
                  </a:lnTo>
                  <a:lnTo>
                    <a:pt x="4498" y="9261"/>
                  </a:lnTo>
                  <a:lnTo>
                    <a:pt x="4520" y="9020"/>
                  </a:lnTo>
                  <a:lnTo>
                    <a:pt x="3751" y="6469"/>
                  </a:lnTo>
                  <a:lnTo>
                    <a:pt x="3889" y="5948"/>
                  </a:lnTo>
                  <a:lnTo>
                    <a:pt x="4305" y="5354"/>
                  </a:lnTo>
                  <a:lnTo>
                    <a:pt x="6720" y="3536"/>
                  </a:lnTo>
                  <a:lnTo>
                    <a:pt x="9730" y="478"/>
                  </a:lnTo>
                  <a:lnTo>
                    <a:pt x="10458" y="0"/>
                  </a:lnTo>
                  <a:lnTo>
                    <a:pt x="10678" y="416"/>
                  </a:lnTo>
                  <a:lnTo>
                    <a:pt x="10985" y="2001"/>
                  </a:lnTo>
                  <a:close/>
                </a:path>
              </a:pathLst>
            </a:custGeom>
            <a:solidFill>
              <a:srgbClr val="40963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g587"/>
            <p:cNvSpPr/>
            <p:nvPr/>
          </p:nvSpPr>
          <p:spPr>
            <a:xfrm>
              <a:off x="3258974" y="1901018"/>
              <a:ext cx="96038" cy="254967"/>
            </a:xfrm>
            <a:custGeom>
              <a:avLst/>
              <a:pathLst>
                <a:path w="96038" h="254967">
                  <a:moveTo>
                    <a:pt x="36854" y="3974"/>
                  </a:moveTo>
                  <a:lnTo>
                    <a:pt x="36958" y="6391"/>
                  </a:lnTo>
                  <a:lnTo>
                    <a:pt x="36815" y="7124"/>
                  </a:lnTo>
                  <a:lnTo>
                    <a:pt x="36524" y="8027"/>
                  </a:lnTo>
                  <a:lnTo>
                    <a:pt x="35602" y="9714"/>
                  </a:lnTo>
                  <a:lnTo>
                    <a:pt x="33182" y="12125"/>
                  </a:lnTo>
                  <a:lnTo>
                    <a:pt x="28745" y="17667"/>
                  </a:lnTo>
                  <a:lnTo>
                    <a:pt x="26125" y="20417"/>
                  </a:lnTo>
                  <a:lnTo>
                    <a:pt x="25764" y="21740"/>
                  </a:lnTo>
                  <a:lnTo>
                    <a:pt x="25569" y="23580"/>
                  </a:lnTo>
                  <a:lnTo>
                    <a:pt x="27139" y="23945"/>
                  </a:lnTo>
                  <a:lnTo>
                    <a:pt x="27744" y="24568"/>
                  </a:lnTo>
                  <a:lnTo>
                    <a:pt x="27369" y="25503"/>
                  </a:lnTo>
                  <a:lnTo>
                    <a:pt x="25048" y="28749"/>
                  </a:lnTo>
                  <a:lnTo>
                    <a:pt x="24364" y="31684"/>
                  </a:lnTo>
                  <a:lnTo>
                    <a:pt x="26144" y="31580"/>
                  </a:lnTo>
                  <a:lnTo>
                    <a:pt x="27610" y="31016"/>
                  </a:lnTo>
                  <a:lnTo>
                    <a:pt x="30534" y="29186"/>
                  </a:lnTo>
                  <a:lnTo>
                    <a:pt x="33282" y="27827"/>
                  </a:lnTo>
                  <a:lnTo>
                    <a:pt x="34601" y="27771"/>
                  </a:lnTo>
                  <a:lnTo>
                    <a:pt x="37168" y="28855"/>
                  </a:lnTo>
                  <a:lnTo>
                    <a:pt x="37751" y="28889"/>
                  </a:lnTo>
                  <a:lnTo>
                    <a:pt x="38840" y="28389"/>
                  </a:lnTo>
                  <a:lnTo>
                    <a:pt x="39942" y="28299"/>
                  </a:lnTo>
                  <a:lnTo>
                    <a:pt x="47402" y="28637"/>
                  </a:lnTo>
                  <a:lnTo>
                    <a:pt x="49475" y="28000"/>
                  </a:lnTo>
                  <a:lnTo>
                    <a:pt x="50847" y="28761"/>
                  </a:lnTo>
                  <a:lnTo>
                    <a:pt x="51994" y="30661"/>
                  </a:lnTo>
                  <a:lnTo>
                    <a:pt x="53084" y="34166"/>
                  </a:lnTo>
                  <a:lnTo>
                    <a:pt x="53051" y="34749"/>
                  </a:lnTo>
                  <a:lnTo>
                    <a:pt x="52392" y="36346"/>
                  </a:lnTo>
                  <a:lnTo>
                    <a:pt x="51176" y="38348"/>
                  </a:lnTo>
                  <a:lnTo>
                    <a:pt x="50130" y="41106"/>
                  </a:lnTo>
                  <a:lnTo>
                    <a:pt x="49823" y="42593"/>
                  </a:lnTo>
                  <a:lnTo>
                    <a:pt x="49618" y="44221"/>
                  </a:lnTo>
                  <a:lnTo>
                    <a:pt x="49286" y="45726"/>
                  </a:lnTo>
                  <a:lnTo>
                    <a:pt x="47206" y="52794"/>
                  </a:lnTo>
                  <a:lnTo>
                    <a:pt x="45178" y="56713"/>
                  </a:lnTo>
                  <a:lnTo>
                    <a:pt x="44272" y="59494"/>
                  </a:lnTo>
                  <a:lnTo>
                    <a:pt x="43155" y="61711"/>
                  </a:lnTo>
                  <a:lnTo>
                    <a:pt x="42079" y="63104"/>
                  </a:lnTo>
                  <a:lnTo>
                    <a:pt x="40930" y="64034"/>
                  </a:lnTo>
                  <a:lnTo>
                    <a:pt x="37613" y="65026"/>
                  </a:lnTo>
                  <a:lnTo>
                    <a:pt x="36684" y="65738"/>
                  </a:lnTo>
                  <a:lnTo>
                    <a:pt x="35577" y="66960"/>
                  </a:lnTo>
                  <a:lnTo>
                    <a:pt x="34413" y="67564"/>
                  </a:lnTo>
                  <a:lnTo>
                    <a:pt x="35777" y="67488"/>
                  </a:lnTo>
                  <a:lnTo>
                    <a:pt x="37130" y="66808"/>
                  </a:lnTo>
                  <a:lnTo>
                    <a:pt x="39590" y="66558"/>
                  </a:lnTo>
                  <a:lnTo>
                    <a:pt x="42423" y="68900"/>
                  </a:lnTo>
                  <a:lnTo>
                    <a:pt x="42160" y="70816"/>
                  </a:lnTo>
                  <a:lnTo>
                    <a:pt x="41023" y="72331"/>
                  </a:lnTo>
                  <a:lnTo>
                    <a:pt x="38437" y="72569"/>
                  </a:lnTo>
                  <a:lnTo>
                    <a:pt x="36018" y="75937"/>
                  </a:lnTo>
                  <a:lnTo>
                    <a:pt x="34927" y="76973"/>
                  </a:lnTo>
                  <a:lnTo>
                    <a:pt x="33776" y="77488"/>
                  </a:lnTo>
                  <a:lnTo>
                    <a:pt x="32335" y="77335"/>
                  </a:lnTo>
                  <a:lnTo>
                    <a:pt x="29719" y="76433"/>
                  </a:lnTo>
                  <a:lnTo>
                    <a:pt x="28574" y="75491"/>
                  </a:lnTo>
                  <a:lnTo>
                    <a:pt x="29609" y="77029"/>
                  </a:lnTo>
                  <a:lnTo>
                    <a:pt x="30783" y="77831"/>
                  </a:lnTo>
                  <a:lnTo>
                    <a:pt x="37597" y="79724"/>
                  </a:lnTo>
                  <a:lnTo>
                    <a:pt x="38007" y="79528"/>
                  </a:lnTo>
                  <a:lnTo>
                    <a:pt x="40179" y="77528"/>
                  </a:lnTo>
                  <a:lnTo>
                    <a:pt x="43074" y="77498"/>
                  </a:lnTo>
                  <a:lnTo>
                    <a:pt x="48585" y="81171"/>
                  </a:lnTo>
                  <a:lnTo>
                    <a:pt x="50172" y="83979"/>
                  </a:lnTo>
                  <a:lnTo>
                    <a:pt x="52446" y="88005"/>
                  </a:lnTo>
                  <a:lnTo>
                    <a:pt x="53683" y="89576"/>
                  </a:lnTo>
                  <a:lnTo>
                    <a:pt x="54578" y="91000"/>
                  </a:lnTo>
                  <a:lnTo>
                    <a:pt x="55129" y="93135"/>
                  </a:lnTo>
                  <a:lnTo>
                    <a:pt x="56196" y="100185"/>
                  </a:lnTo>
                  <a:lnTo>
                    <a:pt x="57414" y="107073"/>
                  </a:lnTo>
                  <a:lnTo>
                    <a:pt x="59009" y="114535"/>
                  </a:lnTo>
                  <a:lnTo>
                    <a:pt x="59732" y="116609"/>
                  </a:lnTo>
                  <a:lnTo>
                    <a:pt x="60683" y="118063"/>
                  </a:lnTo>
                  <a:lnTo>
                    <a:pt x="65498" y="121405"/>
                  </a:lnTo>
                  <a:lnTo>
                    <a:pt x="66570" y="122513"/>
                  </a:lnTo>
                  <a:lnTo>
                    <a:pt x="68438" y="125727"/>
                  </a:lnTo>
                  <a:lnTo>
                    <a:pt x="70238" y="129153"/>
                  </a:lnTo>
                  <a:lnTo>
                    <a:pt x="71914" y="131784"/>
                  </a:lnTo>
                  <a:lnTo>
                    <a:pt x="73724" y="133914"/>
                  </a:lnTo>
                  <a:lnTo>
                    <a:pt x="72847" y="135020"/>
                  </a:lnTo>
                  <a:lnTo>
                    <a:pt x="72247" y="136761"/>
                  </a:lnTo>
                  <a:lnTo>
                    <a:pt x="72696" y="139127"/>
                  </a:lnTo>
                  <a:lnTo>
                    <a:pt x="73433" y="141386"/>
                  </a:lnTo>
                  <a:lnTo>
                    <a:pt x="74752" y="144681"/>
                  </a:lnTo>
                  <a:lnTo>
                    <a:pt x="74881" y="145002"/>
                  </a:lnTo>
                  <a:lnTo>
                    <a:pt x="76158" y="148948"/>
                  </a:lnTo>
                  <a:lnTo>
                    <a:pt x="75687" y="148352"/>
                  </a:lnTo>
                  <a:lnTo>
                    <a:pt x="75192" y="148025"/>
                  </a:lnTo>
                  <a:lnTo>
                    <a:pt x="74752" y="148088"/>
                  </a:lnTo>
                  <a:lnTo>
                    <a:pt x="74515" y="148123"/>
                  </a:lnTo>
                  <a:lnTo>
                    <a:pt x="73854" y="147932"/>
                  </a:lnTo>
                  <a:lnTo>
                    <a:pt x="72634" y="146697"/>
                  </a:lnTo>
                  <a:lnTo>
                    <a:pt x="71461" y="145181"/>
                  </a:lnTo>
                  <a:lnTo>
                    <a:pt x="69129" y="145790"/>
                  </a:lnTo>
                  <a:lnTo>
                    <a:pt x="67834" y="145517"/>
                  </a:lnTo>
                  <a:lnTo>
                    <a:pt x="66710" y="145557"/>
                  </a:lnTo>
                  <a:lnTo>
                    <a:pt x="68841" y="146433"/>
                  </a:lnTo>
                  <a:lnTo>
                    <a:pt x="71173" y="146494"/>
                  </a:lnTo>
                  <a:lnTo>
                    <a:pt x="74752" y="151102"/>
                  </a:lnTo>
                  <a:lnTo>
                    <a:pt x="76316" y="153115"/>
                  </a:lnTo>
                  <a:lnTo>
                    <a:pt x="78055" y="157038"/>
                  </a:lnTo>
                  <a:lnTo>
                    <a:pt x="79088" y="162225"/>
                  </a:lnTo>
                  <a:lnTo>
                    <a:pt x="78384" y="164555"/>
                  </a:lnTo>
                  <a:lnTo>
                    <a:pt x="77290" y="166064"/>
                  </a:lnTo>
                  <a:lnTo>
                    <a:pt x="76268" y="167791"/>
                  </a:lnTo>
                  <a:lnTo>
                    <a:pt x="75311" y="169741"/>
                  </a:lnTo>
                  <a:lnTo>
                    <a:pt x="78162" y="172605"/>
                  </a:lnTo>
                  <a:lnTo>
                    <a:pt x="78776" y="172518"/>
                  </a:lnTo>
                  <a:lnTo>
                    <a:pt x="79407" y="172117"/>
                  </a:lnTo>
                  <a:lnTo>
                    <a:pt x="80013" y="171143"/>
                  </a:lnTo>
                  <a:lnTo>
                    <a:pt x="81035" y="168773"/>
                  </a:lnTo>
                  <a:lnTo>
                    <a:pt x="81562" y="167928"/>
                  </a:lnTo>
                  <a:lnTo>
                    <a:pt x="83338" y="167624"/>
                  </a:lnTo>
                  <a:lnTo>
                    <a:pt x="84828" y="167806"/>
                  </a:lnTo>
                  <a:lnTo>
                    <a:pt x="86312" y="168330"/>
                  </a:lnTo>
                  <a:lnTo>
                    <a:pt x="87617" y="168164"/>
                  </a:lnTo>
                  <a:lnTo>
                    <a:pt x="90246" y="169181"/>
                  </a:lnTo>
                  <a:lnTo>
                    <a:pt x="91596" y="170098"/>
                  </a:lnTo>
                  <a:lnTo>
                    <a:pt x="94943" y="174229"/>
                  </a:lnTo>
                  <a:lnTo>
                    <a:pt x="95667" y="176489"/>
                  </a:lnTo>
                  <a:lnTo>
                    <a:pt x="95999" y="179406"/>
                  </a:lnTo>
                  <a:lnTo>
                    <a:pt x="96038" y="182642"/>
                  </a:lnTo>
                  <a:lnTo>
                    <a:pt x="95475" y="185600"/>
                  </a:lnTo>
                  <a:lnTo>
                    <a:pt x="94829" y="188271"/>
                  </a:lnTo>
                  <a:lnTo>
                    <a:pt x="94430" y="191719"/>
                  </a:lnTo>
                  <a:lnTo>
                    <a:pt x="94147" y="192961"/>
                  </a:lnTo>
                  <a:lnTo>
                    <a:pt x="93752" y="193934"/>
                  </a:lnTo>
                  <a:lnTo>
                    <a:pt x="91978" y="196655"/>
                  </a:lnTo>
                  <a:lnTo>
                    <a:pt x="90800" y="197773"/>
                  </a:lnTo>
                  <a:lnTo>
                    <a:pt x="90303" y="197283"/>
                  </a:lnTo>
                  <a:lnTo>
                    <a:pt x="89772" y="197350"/>
                  </a:lnTo>
                  <a:lnTo>
                    <a:pt x="89716" y="198004"/>
                  </a:lnTo>
                  <a:lnTo>
                    <a:pt x="90277" y="199394"/>
                  </a:lnTo>
                  <a:lnTo>
                    <a:pt x="90284" y="201070"/>
                  </a:lnTo>
                  <a:lnTo>
                    <a:pt x="89236" y="202311"/>
                  </a:lnTo>
                  <a:lnTo>
                    <a:pt x="88172" y="202840"/>
                  </a:lnTo>
                  <a:lnTo>
                    <a:pt x="86392" y="202180"/>
                  </a:lnTo>
                  <a:lnTo>
                    <a:pt x="83920" y="204491"/>
                  </a:lnTo>
                  <a:lnTo>
                    <a:pt x="85697" y="205679"/>
                  </a:lnTo>
                  <a:lnTo>
                    <a:pt x="86055" y="206942"/>
                  </a:lnTo>
                  <a:lnTo>
                    <a:pt x="85610" y="209164"/>
                  </a:lnTo>
                  <a:lnTo>
                    <a:pt x="84492" y="210156"/>
                  </a:lnTo>
                  <a:lnTo>
                    <a:pt x="83253" y="210594"/>
                  </a:lnTo>
                  <a:lnTo>
                    <a:pt x="81985" y="210700"/>
                  </a:lnTo>
                  <a:lnTo>
                    <a:pt x="80934" y="211243"/>
                  </a:lnTo>
                  <a:lnTo>
                    <a:pt x="79926" y="212291"/>
                  </a:lnTo>
                  <a:lnTo>
                    <a:pt x="81191" y="211734"/>
                  </a:lnTo>
                  <a:lnTo>
                    <a:pt x="82068" y="212222"/>
                  </a:lnTo>
                  <a:lnTo>
                    <a:pt x="82619" y="214092"/>
                  </a:lnTo>
                  <a:lnTo>
                    <a:pt x="83119" y="214627"/>
                  </a:lnTo>
                  <a:lnTo>
                    <a:pt x="85591" y="215426"/>
                  </a:lnTo>
                  <a:lnTo>
                    <a:pt x="87121" y="215420"/>
                  </a:lnTo>
                  <a:lnTo>
                    <a:pt x="90073" y="214966"/>
                  </a:lnTo>
                  <a:lnTo>
                    <a:pt x="91490" y="214978"/>
                  </a:lnTo>
                  <a:lnTo>
                    <a:pt x="91996" y="215315"/>
                  </a:lnTo>
                  <a:lnTo>
                    <a:pt x="92005" y="216865"/>
                  </a:lnTo>
                  <a:lnTo>
                    <a:pt x="91784" y="220671"/>
                  </a:lnTo>
                  <a:lnTo>
                    <a:pt x="91394" y="221456"/>
                  </a:lnTo>
                  <a:lnTo>
                    <a:pt x="87481" y="224653"/>
                  </a:lnTo>
                  <a:lnTo>
                    <a:pt x="86679" y="226887"/>
                  </a:lnTo>
                  <a:lnTo>
                    <a:pt x="86454" y="228240"/>
                  </a:lnTo>
                  <a:lnTo>
                    <a:pt x="84165" y="228000"/>
                  </a:lnTo>
                  <a:lnTo>
                    <a:pt x="83093" y="229432"/>
                  </a:lnTo>
                  <a:lnTo>
                    <a:pt x="81240" y="230381"/>
                  </a:lnTo>
                  <a:lnTo>
                    <a:pt x="79807" y="231392"/>
                  </a:lnTo>
                  <a:lnTo>
                    <a:pt x="78405" y="232669"/>
                  </a:lnTo>
                  <a:lnTo>
                    <a:pt x="77251" y="233052"/>
                  </a:lnTo>
                  <a:lnTo>
                    <a:pt x="74752" y="232291"/>
                  </a:lnTo>
                  <a:lnTo>
                    <a:pt x="72267" y="231535"/>
                  </a:lnTo>
                  <a:lnTo>
                    <a:pt x="69258" y="231659"/>
                  </a:lnTo>
                  <a:lnTo>
                    <a:pt x="65182" y="232981"/>
                  </a:lnTo>
                  <a:lnTo>
                    <a:pt x="64132" y="232763"/>
                  </a:lnTo>
                  <a:lnTo>
                    <a:pt x="62558" y="231498"/>
                  </a:lnTo>
                  <a:lnTo>
                    <a:pt x="60946" y="230642"/>
                  </a:lnTo>
                  <a:lnTo>
                    <a:pt x="59091" y="230266"/>
                  </a:lnTo>
                  <a:lnTo>
                    <a:pt x="57489" y="229097"/>
                  </a:lnTo>
                  <a:lnTo>
                    <a:pt x="58489" y="231345"/>
                  </a:lnTo>
                  <a:lnTo>
                    <a:pt x="56267" y="233512"/>
                  </a:lnTo>
                  <a:lnTo>
                    <a:pt x="55242" y="233943"/>
                  </a:lnTo>
                  <a:lnTo>
                    <a:pt x="54181" y="233876"/>
                  </a:lnTo>
                  <a:lnTo>
                    <a:pt x="52011" y="234464"/>
                  </a:lnTo>
                  <a:lnTo>
                    <a:pt x="49999" y="234164"/>
                  </a:lnTo>
                  <a:lnTo>
                    <a:pt x="50302" y="235705"/>
                  </a:lnTo>
                  <a:lnTo>
                    <a:pt x="50840" y="237048"/>
                  </a:lnTo>
                  <a:lnTo>
                    <a:pt x="50403" y="237633"/>
                  </a:lnTo>
                  <a:lnTo>
                    <a:pt x="49941" y="237778"/>
                  </a:lnTo>
                  <a:lnTo>
                    <a:pt x="46110" y="236764"/>
                  </a:lnTo>
                  <a:lnTo>
                    <a:pt x="45568" y="236956"/>
                  </a:lnTo>
                  <a:lnTo>
                    <a:pt x="45095" y="237892"/>
                  </a:lnTo>
                  <a:lnTo>
                    <a:pt x="43702" y="237387"/>
                  </a:lnTo>
                  <a:lnTo>
                    <a:pt x="42348" y="235809"/>
                  </a:lnTo>
                  <a:lnTo>
                    <a:pt x="40909" y="234750"/>
                  </a:lnTo>
                  <a:lnTo>
                    <a:pt x="39398" y="234252"/>
                  </a:lnTo>
                  <a:lnTo>
                    <a:pt x="38198" y="234424"/>
                  </a:lnTo>
                  <a:lnTo>
                    <a:pt x="33260" y="236911"/>
                  </a:lnTo>
                  <a:lnTo>
                    <a:pt x="32274" y="239407"/>
                  </a:lnTo>
                  <a:lnTo>
                    <a:pt x="31781" y="242947"/>
                  </a:lnTo>
                  <a:lnTo>
                    <a:pt x="31069" y="246089"/>
                  </a:lnTo>
                  <a:lnTo>
                    <a:pt x="29906" y="248509"/>
                  </a:lnTo>
                  <a:lnTo>
                    <a:pt x="28522" y="248825"/>
                  </a:lnTo>
                  <a:lnTo>
                    <a:pt x="27220" y="247150"/>
                  </a:lnTo>
                  <a:lnTo>
                    <a:pt x="24743" y="245300"/>
                  </a:lnTo>
                  <a:lnTo>
                    <a:pt x="23900" y="244050"/>
                  </a:lnTo>
                  <a:lnTo>
                    <a:pt x="23632" y="243977"/>
                  </a:lnTo>
                  <a:lnTo>
                    <a:pt x="23355" y="244424"/>
                  </a:lnTo>
                  <a:lnTo>
                    <a:pt x="22384" y="244988"/>
                  </a:lnTo>
                  <a:lnTo>
                    <a:pt x="21378" y="245014"/>
                  </a:lnTo>
                  <a:lnTo>
                    <a:pt x="19828" y="245512"/>
                  </a:lnTo>
                  <a:lnTo>
                    <a:pt x="17131" y="247015"/>
                  </a:lnTo>
                  <a:lnTo>
                    <a:pt x="16042" y="248035"/>
                  </a:lnTo>
                  <a:lnTo>
                    <a:pt x="13700" y="250849"/>
                  </a:lnTo>
                  <a:lnTo>
                    <a:pt x="13223" y="251628"/>
                  </a:lnTo>
                  <a:lnTo>
                    <a:pt x="12372" y="254466"/>
                  </a:lnTo>
                  <a:lnTo>
                    <a:pt x="11071" y="254967"/>
                  </a:lnTo>
                  <a:lnTo>
                    <a:pt x="9881" y="253147"/>
                  </a:lnTo>
                  <a:lnTo>
                    <a:pt x="8527" y="252513"/>
                  </a:lnTo>
                  <a:lnTo>
                    <a:pt x="7098" y="253134"/>
                  </a:lnTo>
                  <a:lnTo>
                    <a:pt x="6234" y="254101"/>
                  </a:lnTo>
                  <a:lnTo>
                    <a:pt x="5831" y="253316"/>
                  </a:lnTo>
                  <a:lnTo>
                    <a:pt x="5818" y="251702"/>
                  </a:lnTo>
                  <a:lnTo>
                    <a:pt x="6861" y="249778"/>
                  </a:lnTo>
                  <a:lnTo>
                    <a:pt x="9645" y="248325"/>
                  </a:lnTo>
                  <a:lnTo>
                    <a:pt x="12088" y="244555"/>
                  </a:lnTo>
                  <a:lnTo>
                    <a:pt x="13286" y="242257"/>
                  </a:lnTo>
                  <a:lnTo>
                    <a:pt x="13762" y="240964"/>
                  </a:lnTo>
                  <a:lnTo>
                    <a:pt x="14347" y="240140"/>
                  </a:lnTo>
                  <a:lnTo>
                    <a:pt x="15113" y="239829"/>
                  </a:lnTo>
                  <a:lnTo>
                    <a:pt x="15507" y="238400"/>
                  </a:lnTo>
                  <a:lnTo>
                    <a:pt x="18899" y="232658"/>
                  </a:lnTo>
                  <a:lnTo>
                    <a:pt x="19179" y="231341"/>
                  </a:lnTo>
                  <a:lnTo>
                    <a:pt x="19348" y="228984"/>
                  </a:lnTo>
                  <a:lnTo>
                    <a:pt x="19628" y="226716"/>
                  </a:lnTo>
                  <a:lnTo>
                    <a:pt x="22390" y="225248"/>
                  </a:lnTo>
                  <a:lnTo>
                    <a:pt x="23710" y="220479"/>
                  </a:lnTo>
                  <a:lnTo>
                    <a:pt x="24073" y="220101"/>
                  </a:lnTo>
                  <a:lnTo>
                    <a:pt x="27925" y="219227"/>
                  </a:lnTo>
                  <a:lnTo>
                    <a:pt x="30782" y="219296"/>
                  </a:lnTo>
                  <a:lnTo>
                    <a:pt x="33619" y="220229"/>
                  </a:lnTo>
                  <a:lnTo>
                    <a:pt x="35073" y="220313"/>
                  </a:lnTo>
                  <a:lnTo>
                    <a:pt x="36533" y="219991"/>
                  </a:lnTo>
                  <a:lnTo>
                    <a:pt x="37678" y="218704"/>
                  </a:lnTo>
                  <a:lnTo>
                    <a:pt x="39638" y="214063"/>
                  </a:lnTo>
                  <a:lnTo>
                    <a:pt x="40740" y="212020"/>
                  </a:lnTo>
                  <a:lnTo>
                    <a:pt x="42003" y="210174"/>
                  </a:lnTo>
                  <a:lnTo>
                    <a:pt x="43184" y="208066"/>
                  </a:lnTo>
                  <a:lnTo>
                    <a:pt x="45100" y="204162"/>
                  </a:lnTo>
                  <a:lnTo>
                    <a:pt x="43804" y="205507"/>
                  </a:lnTo>
                  <a:lnTo>
                    <a:pt x="42241" y="207641"/>
                  </a:lnTo>
                  <a:lnTo>
                    <a:pt x="41333" y="208879"/>
                  </a:lnTo>
                  <a:lnTo>
                    <a:pt x="38452" y="210127"/>
                  </a:lnTo>
                  <a:lnTo>
                    <a:pt x="37211" y="211399"/>
                  </a:lnTo>
                  <a:lnTo>
                    <a:pt x="35037" y="214275"/>
                  </a:lnTo>
                  <a:lnTo>
                    <a:pt x="34618" y="214513"/>
                  </a:lnTo>
                  <a:lnTo>
                    <a:pt x="31337" y="213822"/>
                  </a:lnTo>
                  <a:lnTo>
                    <a:pt x="28895" y="210095"/>
                  </a:lnTo>
                  <a:lnTo>
                    <a:pt x="27334" y="208567"/>
                  </a:lnTo>
                  <a:lnTo>
                    <a:pt x="26690" y="208394"/>
                  </a:lnTo>
                  <a:lnTo>
                    <a:pt x="26023" y="208848"/>
                  </a:lnTo>
                  <a:lnTo>
                    <a:pt x="24598" y="209313"/>
                  </a:lnTo>
                  <a:lnTo>
                    <a:pt x="23144" y="209234"/>
                  </a:lnTo>
                  <a:lnTo>
                    <a:pt x="23887" y="207512"/>
                  </a:lnTo>
                  <a:lnTo>
                    <a:pt x="24894" y="206550"/>
                  </a:lnTo>
                  <a:lnTo>
                    <a:pt x="22637" y="205882"/>
                  </a:lnTo>
                  <a:lnTo>
                    <a:pt x="22010" y="205358"/>
                  </a:lnTo>
                  <a:lnTo>
                    <a:pt x="21296" y="204152"/>
                  </a:lnTo>
                  <a:lnTo>
                    <a:pt x="19526" y="203946"/>
                  </a:lnTo>
                  <a:lnTo>
                    <a:pt x="18681" y="204253"/>
                  </a:lnTo>
                  <a:lnTo>
                    <a:pt x="17257" y="205847"/>
                  </a:lnTo>
                  <a:lnTo>
                    <a:pt x="15007" y="207544"/>
                  </a:lnTo>
                  <a:lnTo>
                    <a:pt x="12296" y="205192"/>
                  </a:lnTo>
                  <a:lnTo>
                    <a:pt x="11764" y="204162"/>
                  </a:lnTo>
                  <a:lnTo>
                    <a:pt x="11778" y="202172"/>
                  </a:lnTo>
                  <a:lnTo>
                    <a:pt x="11371" y="200597"/>
                  </a:lnTo>
                  <a:lnTo>
                    <a:pt x="10619" y="200041"/>
                  </a:lnTo>
                  <a:lnTo>
                    <a:pt x="11582" y="197988"/>
                  </a:lnTo>
                  <a:lnTo>
                    <a:pt x="12743" y="196622"/>
                  </a:lnTo>
                  <a:lnTo>
                    <a:pt x="15297" y="195264"/>
                  </a:lnTo>
                  <a:lnTo>
                    <a:pt x="19165" y="192042"/>
                  </a:lnTo>
                  <a:lnTo>
                    <a:pt x="21334" y="190670"/>
                  </a:lnTo>
                  <a:lnTo>
                    <a:pt x="23350" y="188303"/>
                  </a:lnTo>
                  <a:lnTo>
                    <a:pt x="24183" y="186860"/>
                  </a:lnTo>
                  <a:lnTo>
                    <a:pt x="24788" y="184884"/>
                  </a:lnTo>
                  <a:lnTo>
                    <a:pt x="25387" y="182461"/>
                  </a:lnTo>
                  <a:lnTo>
                    <a:pt x="26243" y="180493"/>
                  </a:lnTo>
                  <a:lnTo>
                    <a:pt x="25413" y="180024"/>
                  </a:lnTo>
                  <a:lnTo>
                    <a:pt x="25042" y="178539"/>
                  </a:lnTo>
                  <a:lnTo>
                    <a:pt x="25142" y="177033"/>
                  </a:lnTo>
                  <a:lnTo>
                    <a:pt x="25525" y="175697"/>
                  </a:lnTo>
                  <a:lnTo>
                    <a:pt x="25181" y="174021"/>
                  </a:lnTo>
                  <a:lnTo>
                    <a:pt x="24571" y="172270"/>
                  </a:lnTo>
                  <a:lnTo>
                    <a:pt x="24605" y="170906"/>
                  </a:lnTo>
                  <a:lnTo>
                    <a:pt x="24767" y="169449"/>
                  </a:lnTo>
                  <a:lnTo>
                    <a:pt x="23211" y="169527"/>
                  </a:lnTo>
                  <a:lnTo>
                    <a:pt x="21659" y="169983"/>
                  </a:lnTo>
                  <a:lnTo>
                    <a:pt x="20253" y="171016"/>
                  </a:lnTo>
                  <a:lnTo>
                    <a:pt x="18890" y="172420"/>
                  </a:lnTo>
                  <a:lnTo>
                    <a:pt x="17679" y="172680"/>
                  </a:lnTo>
                  <a:lnTo>
                    <a:pt x="17698" y="171557"/>
                  </a:lnTo>
                  <a:lnTo>
                    <a:pt x="18224" y="170169"/>
                  </a:lnTo>
                  <a:lnTo>
                    <a:pt x="19597" y="168187"/>
                  </a:lnTo>
                  <a:lnTo>
                    <a:pt x="21066" y="166543"/>
                  </a:lnTo>
                  <a:lnTo>
                    <a:pt x="21589" y="165295"/>
                  </a:lnTo>
                  <a:lnTo>
                    <a:pt x="22001" y="163845"/>
                  </a:lnTo>
                  <a:lnTo>
                    <a:pt x="22730" y="162681"/>
                  </a:lnTo>
                  <a:lnTo>
                    <a:pt x="24650" y="160482"/>
                  </a:lnTo>
                  <a:lnTo>
                    <a:pt x="28328" y="158007"/>
                  </a:lnTo>
                  <a:lnTo>
                    <a:pt x="28877" y="157862"/>
                  </a:lnTo>
                  <a:lnTo>
                    <a:pt x="30319" y="158149"/>
                  </a:lnTo>
                  <a:lnTo>
                    <a:pt x="31736" y="157775"/>
                  </a:lnTo>
                  <a:lnTo>
                    <a:pt x="32978" y="156885"/>
                  </a:lnTo>
                  <a:lnTo>
                    <a:pt x="34215" y="156693"/>
                  </a:lnTo>
                  <a:lnTo>
                    <a:pt x="37001" y="159260"/>
                  </a:lnTo>
                  <a:lnTo>
                    <a:pt x="36173" y="155289"/>
                  </a:lnTo>
                  <a:lnTo>
                    <a:pt x="37401" y="154338"/>
                  </a:lnTo>
                  <a:lnTo>
                    <a:pt x="39183" y="157928"/>
                  </a:lnTo>
                  <a:lnTo>
                    <a:pt x="39846" y="158306"/>
                  </a:lnTo>
                  <a:lnTo>
                    <a:pt x="41243" y="157785"/>
                  </a:lnTo>
                  <a:lnTo>
                    <a:pt x="40704" y="157179"/>
                  </a:lnTo>
                  <a:lnTo>
                    <a:pt x="40074" y="157143"/>
                  </a:lnTo>
                  <a:lnTo>
                    <a:pt x="39250" y="156602"/>
                  </a:lnTo>
                  <a:lnTo>
                    <a:pt x="38556" y="155451"/>
                  </a:lnTo>
                  <a:lnTo>
                    <a:pt x="37403" y="151798"/>
                  </a:lnTo>
                  <a:lnTo>
                    <a:pt x="37466" y="149629"/>
                  </a:lnTo>
                  <a:lnTo>
                    <a:pt x="38243" y="147374"/>
                  </a:lnTo>
                  <a:lnTo>
                    <a:pt x="39103" y="145299"/>
                  </a:lnTo>
                  <a:lnTo>
                    <a:pt x="38381" y="144887"/>
                  </a:lnTo>
                  <a:lnTo>
                    <a:pt x="37803" y="144093"/>
                  </a:lnTo>
                  <a:lnTo>
                    <a:pt x="37638" y="142017"/>
                  </a:lnTo>
                  <a:lnTo>
                    <a:pt x="37864" y="140183"/>
                  </a:lnTo>
                  <a:lnTo>
                    <a:pt x="39411" y="138564"/>
                  </a:lnTo>
                  <a:lnTo>
                    <a:pt x="39867" y="136107"/>
                  </a:lnTo>
                  <a:lnTo>
                    <a:pt x="40061" y="133405"/>
                  </a:lnTo>
                  <a:lnTo>
                    <a:pt x="39804" y="132165"/>
                  </a:lnTo>
                  <a:lnTo>
                    <a:pt x="38270" y="132364"/>
                  </a:lnTo>
                  <a:lnTo>
                    <a:pt x="37523" y="132869"/>
                  </a:lnTo>
                  <a:lnTo>
                    <a:pt x="36854" y="133670"/>
                  </a:lnTo>
                  <a:lnTo>
                    <a:pt x="36168" y="133622"/>
                  </a:lnTo>
                  <a:lnTo>
                    <a:pt x="34272" y="130633"/>
                  </a:lnTo>
                  <a:lnTo>
                    <a:pt x="33191" y="128372"/>
                  </a:lnTo>
                  <a:lnTo>
                    <a:pt x="31251" y="123586"/>
                  </a:lnTo>
                  <a:lnTo>
                    <a:pt x="30975" y="120726"/>
                  </a:lnTo>
                  <a:lnTo>
                    <a:pt x="32528" y="114558"/>
                  </a:lnTo>
                  <a:lnTo>
                    <a:pt x="34925" y="110614"/>
                  </a:lnTo>
                  <a:lnTo>
                    <a:pt x="37749" y="109240"/>
                  </a:lnTo>
                  <a:lnTo>
                    <a:pt x="37203" y="108977"/>
                  </a:lnTo>
                  <a:lnTo>
                    <a:pt x="32900" y="108924"/>
                  </a:lnTo>
                  <a:lnTo>
                    <a:pt x="31482" y="109407"/>
                  </a:lnTo>
                  <a:lnTo>
                    <a:pt x="30168" y="111019"/>
                  </a:lnTo>
                  <a:lnTo>
                    <a:pt x="29425" y="111514"/>
                  </a:lnTo>
                  <a:lnTo>
                    <a:pt x="28645" y="111697"/>
                  </a:lnTo>
                  <a:lnTo>
                    <a:pt x="27934" y="112499"/>
                  </a:lnTo>
                  <a:lnTo>
                    <a:pt x="27239" y="113613"/>
                  </a:lnTo>
                  <a:lnTo>
                    <a:pt x="26516" y="114326"/>
                  </a:lnTo>
                  <a:lnTo>
                    <a:pt x="25080" y="114141"/>
                  </a:lnTo>
                  <a:lnTo>
                    <a:pt x="24383" y="114377"/>
                  </a:lnTo>
                  <a:lnTo>
                    <a:pt x="23882" y="113732"/>
                  </a:lnTo>
                  <a:lnTo>
                    <a:pt x="23463" y="112665"/>
                  </a:lnTo>
                  <a:lnTo>
                    <a:pt x="22915" y="112381"/>
                  </a:lnTo>
                  <a:lnTo>
                    <a:pt x="22302" y="112709"/>
                  </a:lnTo>
                  <a:lnTo>
                    <a:pt x="21008" y="114146"/>
                  </a:lnTo>
                  <a:lnTo>
                    <a:pt x="19697" y="114994"/>
                  </a:lnTo>
                  <a:lnTo>
                    <a:pt x="18111" y="114088"/>
                  </a:lnTo>
                  <a:lnTo>
                    <a:pt x="16033" y="112400"/>
                  </a:lnTo>
                  <a:lnTo>
                    <a:pt x="15623" y="113016"/>
                  </a:lnTo>
                  <a:lnTo>
                    <a:pt x="15163" y="114583"/>
                  </a:lnTo>
                  <a:lnTo>
                    <a:pt x="14898" y="117030"/>
                  </a:lnTo>
                  <a:lnTo>
                    <a:pt x="13422" y="114905"/>
                  </a:lnTo>
                  <a:lnTo>
                    <a:pt x="12165" y="112064"/>
                  </a:lnTo>
                  <a:lnTo>
                    <a:pt x="11743" y="110279"/>
                  </a:lnTo>
                  <a:lnTo>
                    <a:pt x="11711" y="108271"/>
                  </a:lnTo>
                  <a:lnTo>
                    <a:pt x="12394" y="107491"/>
                  </a:lnTo>
                  <a:lnTo>
                    <a:pt x="13135" y="108204"/>
                  </a:lnTo>
                  <a:lnTo>
                    <a:pt x="14240" y="103437"/>
                  </a:lnTo>
                  <a:lnTo>
                    <a:pt x="16439" y="97233"/>
                  </a:lnTo>
                  <a:lnTo>
                    <a:pt x="17215" y="95414"/>
                  </a:lnTo>
                  <a:lnTo>
                    <a:pt x="17755" y="93040"/>
                  </a:lnTo>
                  <a:lnTo>
                    <a:pt x="17663" y="91486"/>
                  </a:lnTo>
                  <a:lnTo>
                    <a:pt x="17178" y="90175"/>
                  </a:lnTo>
                  <a:lnTo>
                    <a:pt x="15134" y="87195"/>
                  </a:lnTo>
                  <a:lnTo>
                    <a:pt x="15161" y="84770"/>
                  </a:lnTo>
                  <a:lnTo>
                    <a:pt x="15380" y="82030"/>
                  </a:lnTo>
                  <a:lnTo>
                    <a:pt x="15936" y="80387"/>
                  </a:lnTo>
                  <a:lnTo>
                    <a:pt x="16170" y="80073"/>
                  </a:lnTo>
                  <a:lnTo>
                    <a:pt x="18885" y="80117"/>
                  </a:lnTo>
                  <a:lnTo>
                    <a:pt x="17826" y="79268"/>
                  </a:lnTo>
                  <a:lnTo>
                    <a:pt x="15716" y="76792"/>
                  </a:lnTo>
                  <a:lnTo>
                    <a:pt x="15754" y="75915"/>
                  </a:lnTo>
                  <a:lnTo>
                    <a:pt x="16250" y="73625"/>
                  </a:lnTo>
                  <a:lnTo>
                    <a:pt x="16020" y="73858"/>
                  </a:lnTo>
                  <a:lnTo>
                    <a:pt x="15568" y="74915"/>
                  </a:lnTo>
                  <a:lnTo>
                    <a:pt x="14704" y="77475"/>
                  </a:lnTo>
                  <a:lnTo>
                    <a:pt x="14177" y="78072"/>
                  </a:lnTo>
                  <a:lnTo>
                    <a:pt x="12685" y="78680"/>
                  </a:lnTo>
                  <a:lnTo>
                    <a:pt x="12415" y="79941"/>
                  </a:lnTo>
                  <a:lnTo>
                    <a:pt x="12175" y="80270"/>
                  </a:lnTo>
                  <a:lnTo>
                    <a:pt x="11429" y="80413"/>
                  </a:lnTo>
                  <a:lnTo>
                    <a:pt x="11201" y="81588"/>
                  </a:lnTo>
                  <a:lnTo>
                    <a:pt x="11035" y="81663"/>
                  </a:lnTo>
                  <a:lnTo>
                    <a:pt x="10823" y="80395"/>
                  </a:lnTo>
                  <a:lnTo>
                    <a:pt x="10802" y="78293"/>
                  </a:lnTo>
                  <a:lnTo>
                    <a:pt x="11099" y="76360"/>
                  </a:lnTo>
                  <a:lnTo>
                    <a:pt x="11666" y="74847"/>
                  </a:lnTo>
                  <a:lnTo>
                    <a:pt x="13853" y="71409"/>
                  </a:lnTo>
                  <a:lnTo>
                    <a:pt x="12788" y="72470"/>
                  </a:lnTo>
                  <a:lnTo>
                    <a:pt x="10375" y="75647"/>
                  </a:lnTo>
                  <a:lnTo>
                    <a:pt x="9143" y="77736"/>
                  </a:lnTo>
                  <a:lnTo>
                    <a:pt x="8814" y="78442"/>
                  </a:lnTo>
                  <a:lnTo>
                    <a:pt x="8711" y="79036"/>
                  </a:lnTo>
                  <a:lnTo>
                    <a:pt x="8718" y="79721"/>
                  </a:lnTo>
                  <a:lnTo>
                    <a:pt x="9271" y="83396"/>
                  </a:lnTo>
                  <a:lnTo>
                    <a:pt x="9114" y="85097"/>
                  </a:lnTo>
                  <a:lnTo>
                    <a:pt x="7035" y="96341"/>
                  </a:lnTo>
                  <a:lnTo>
                    <a:pt x="6641" y="97470"/>
                  </a:lnTo>
                  <a:lnTo>
                    <a:pt x="6279" y="98060"/>
                  </a:lnTo>
                  <a:lnTo>
                    <a:pt x="5937" y="98195"/>
                  </a:lnTo>
                  <a:lnTo>
                    <a:pt x="4911" y="97980"/>
                  </a:lnTo>
                  <a:lnTo>
                    <a:pt x="4454" y="97138"/>
                  </a:lnTo>
                  <a:lnTo>
                    <a:pt x="4458" y="96182"/>
                  </a:lnTo>
                  <a:lnTo>
                    <a:pt x="4650" y="94750"/>
                  </a:lnTo>
                  <a:lnTo>
                    <a:pt x="5512" y="89416"/>
                  </a:lnTo>
                  <a:lnTo>
                    <a:pt x="5887" y="87934"/>
                  </a:lnTo>
                  <a:lnTo>
                    <a:pt x="6442" y="86556"/>
                  </a:lnTo>
                  <a:lnTo>
                    <a:pt x="7668" y="84144"/>
                  </a:lnTo>
                  <a:lnTo>
                    <a:pt x="7638" y="83986"/>
                  </a:lnTo>
                  <a:lnTo>
                    <a:pt x="6822" y="84460"/>
                  </a:lnTo>
                  <a:lnTo>
                    <a:pt x="6475" y="84304"/>
                  </a:lnTo>
                  <a:lnTo>
                    <a:pt x="6225" y="83826"/>
                  </a:lnTo>
                  <a:lnTo>
                    <a:pt x="6387" y="76671"/>
                  </a:lnTo>
                  <a:lnTo>
                    <a:pt x="7049" y="74317"/>
                  </a:lnTo>
                  <a:lnTo>
                    <a:pt x="7296" y="70893"/>
                  </a:lnTo>
                  <a:lnTo>
                    <a:pt x="7870" y="67961"/>
                  </a:lnTo>
                  <a:lnTo>
                    <a:pt x="8534" y="65826"/>
                  </a:lnTo>
                  <a:lnTo>
                    <a:pt x="9039" y="63093"/>
                  </a:lnTo>
                  <a:lnTo>
                    <a:pt x="9801" y="61878"/>
                  </a:lnTo>
                  <a:lnTo>
                    <a:pt x="10005" y="60020"/>
                  </a:lnTo>
                  <a:lnTo>
                    <a:pt x="10860" y="58008"/>
                  </a:lnTo>
                  <a:lnTo>
                    <a:pt x="11520" y="55905"/>
                  </a:lnTo>
                  <a:lnTo>
                    <a:pt x="11164" y="56113"/>
                  </a:lnTo>
                  <a:lnTo>
                    <a:pt x="6940" y="61588"/>
                  </a:lnTo>
                  <a:lnTo>
                    <a:pt x="5865" y="62585"/>
                  </a:lnTo>
                  <a:lnTo>
                    <a:pt x="4398" y="62318"/>
                  </a:lnTo>
                  <a:lnTo>
                    <a:pt x="3276" y="61702"/>
                  </a:lnTo>
                  <a:lnTo>
                    <a:pt x="2399" y="60406"/>
                  </a:lnTo>
                  <a:lnTo>
                    <a:pt x="2008" y="57919"/>
                  </a:lnTo>
                  <a:lnTo>
                    <a:pt x="925" y="57852"/>
                  </a:lnTo>
                  <a:lnTo>
                    <a:pt x="0" y="57423"/>
                  </a:lnTo>
                  <a:lnTo>
                    <a:pt x="11" y="57088"/>
                  </a:lnTo>
                  <a:lnTo>
                    <a:pt x="1206" y="55732"/>
                  </a:lnTo>
                  <a:lnTo>
                    <a:pt x="3120" y="55267"/>
                  </a:lnTo>
                  <a:lnTo>
                    <a:pt x="4912" y="53097"/>
                  </a:lnTo>
                  <a:lnTo>
                    <a:pt x="3318" y="51631"/>
                  </a:lnTo>
                  <a:lnTo>
                    <a:pt x="3452" y="51166"/>
                  </a:lnTo>
                  <a:lnTo>
                    <a:pt x="4843" y="49918"/>
                  </a:lnTo>
                  <a:lnTo>
                    <a:pt x="6610" y="45731"/>
                  </a:lnTo>
                  <a:lnTo>
                    <a:pt x="6968" y="41879"/>
                  </a:lnTo>
                  <a:lnTo>
                    <a:pt x="6123" y="40070"/>
                  </a:lnTo>
                  <a:lnTo>
                    <a:pt x="5817" y="38884"/>
                  </a:lnTo>
                  <a:lnTo>
                    <a:pt x="4128" y="37562"/>
                  </a:lnTo>
                  <a:lnTo>
                    <a:pt x="3846" y="35870"/>
                  </a:lnTo>
                  <a:lnTo>
                    <a:pt x="4042" y="34926"/>
                  </a:lnTo>
                  <a:lnTo>
                    <a:pt x="4594" y="34004"/>
                  </a:lnTo>
                  <a:lnTo>
                    <a:pt x="5424" y="33286"/>
                  </a:lnTo>
                  <a:lnTo>
                    <a:pt x="6726" y="32599"/>
                  </a:lnTo>
                  <a:lnTo>
                    <a:pt x="5544" y="31863"/>
                  </a:lnTo>
                  <a:lnTo>
                    <a:pt x="5103" y="30994"/>
                  </a:lnTo>
                  <a:lnTo>
                    <a:pt x="4768" y="29736"/>
                  </a:lnTo>
                  <a:lnTo>
                    <a:pt x="4738" y="29007"/>
                  </a:lnTo>
                  <a:lnTo>
                    <a:pt x="5349" y="25760"/>
                  </a:lnTo>
                  <a:lnTo>
                    <a:pt x="5706" y="24421"/>
                  </a:lnTo>
                  <a:lnTo>
                    <a:pt x="6402" y="22713"/>
                  </a:lnTo>
                  <a:lnTo>
                    <a:pt x="9562" y="22809"/>
                  </a:lnTo>
                  <a:lnTo>
                    <a:pt x="9926" y="22055"/>
                  </a:lnTo>
                  <a:lnTo>
                    <a:pt x="10284" y="22026"/>
                  </a:lnTo>
                  <a:lnTo>
                    <a:pt x="11900" y="22713"/>
                  </a:lnTo>
                  <a:lnTo>
                    <a:pt x="11660" y="21972"/>
                  </a:lnTo>
                  <a:lnTo>
                    <a:pt x="9017" y="17918"/>
                  </a:lnTo>
                  <a:lnTo>
                    <a:pt x="8780" y="17146"/>
                  </a:lnTo>
                  <a:lnTo>
                    <a:pt x="9534" y="14960"/>
                  </a:lnTo>
                  <a:lnTo>
                    <a:pt x="9589" y="13986"/>
                  </a:lnTo>
                  <a:lnTo>
                    <a:pt x="9478" y="12945"/>
                  </a:lnTo>
                  <a:lnTo>
                    <a:pt x="9693" y="12152"/>
                  </a:lnTo>
                  <a:lnTo>
                    <a:pt x="10531" y="11777"/>
                  </a:lnTo>
                  <a:lnTo>
                    <a:pt x="13085" y="11815"/>
                  </a:lnTo>
                  <a:lnTo>
                    <a:pt x="13715" y="11445"/>
                  </a:lnTo>
                  <a:lnTo>
                    <a:pt x="13428" y="10392"/>
                  </a:lnTo>
                  <a:lnTo>
                    <a:pt x="12834" y="9007"/>
                  </a:lnTo>
                  <a:lnTo>
                    <a:pt x="12718" y="7844"/>
                  </a:lnTo>
                  <a:lnTo>
                    <a:pt x="12857" y="6817"/>
                  </a:lnTo>
                  <a:lnTo>
                    <a:pt x="12889" y="4749"/>
                  </a:lnTo>
                  <a:lnTo>
                    <a:pt x="13006" y="3835"/>
                  </a:lnTo>
                  <a:lnTo>
                    <a:pt x="13612" y="2465"/>
                  </a:lnTo>
                  <a:lnTo>
                    <a:pt x="14113" y="2059"/>
                  </a:lnTo>
                  <a:lnTo>
                    <a:pt x="14734" y="1820"/>
                  </a:lnTo>
                  <a:lnTo>
                    <a:pt x="16136" y="2278"/>
                  </a:lnTo>
                  <a:lnTo>
                    <a:pt x="16671" y="2830"/>
                  </a:lnTo>
                  <a:lnTo>
                    <a:pt x="17284" y="4136"/>
                  </a:lnTo>
                  <a:lnTo>
                    <a:pt x="17738" y="4031"/>
                  </a:lnTo>
                  <a:lnTo>
                    <a:pt x="19484" y="2613"/>
                  </a:lnTo>
                  <a:lnTo>
                    <a:pt x="20008" y="2409"/>
                  </a:lnTo>
                  <a:lnTo>
                    <a:pt x="20723" y="4052"/>
                  </a:lnTo>
                  <a:lnTo>
                    <a:pt x="23704" y="2741"/>
                  </a:lnTo>
                  <a:lnTo>
                    <a:pt x="27715" y="2154"/>
                  </a:lnTo>
                  <a:lnTo>
                    <a:pt x="30125" y="1291"/>
                  </a:lnTo>
                  <a:lnTo>
                    <a:pt x="32663" y="978"/>
                  </a:lnTo>
                  <a:lnTo>
                    <a:pt x="35032" y="0"/>
                  </a:lnTo>
                  <a:lnTo>
                    <a:pt x="37544" y="448"/>
                  </a:lnTo>
                  <a:lnTo>
                    <a:pt x="37628" y="1018"/>
                  </a:lnTo>
                  <a:lnTo>
                    <a:pt x="37496" y="1809"/>
                  </a:lnTo>
                  <a:close/>
                </a:path>
              </a:pathLst>
            </a:custGeom>
            <a:solidFill>
              <a:srgbClr val="40963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g588"/>
            <p:cNvSpPr/>
            <p:nvPr/>
          </p:nvSpPr>
          <p:spPr>
            <a:xfrm>
              <a:off x="3296733" y="1895531"/>
              <a:ext cx="1694" cy="2868"/>
            </a:xfrm>
            <a:custGeom>
              <a:avLst/>
              <a:pathLst>
                <a:path w="1694" h="2868">
                  <a:moveTo>
                    <a:pt x="1175" y="2868"/>
                  </a:moveTo>
                  <a:lnTo>
                    <a:pt x="731" y="2327"/>
                  </a:lnTo>
                  <a:lnTo>
                    <a:pt x="0" y="385"/>
                  </a:lnTo>
                  <a:lnTo>
                    <a:pt x="1148" y="0"/>
                  </a:lnTo>
                  <a:lnTo>
                    <a:pt x="1694" y="239"/>
                  </a:lnTo>
                  <a:lnTo>
                    <a:pt x="1491" y="1066"/>
                  </a:lnTo>
                  <a:close/>
                </a:path>
              </a:pathLst>
            </a:custGeom>
            <a:solidFill>
              <a:srgbClr val="40963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g589"/>
            <p:cNvSpPr/>
            <p:nvPr/>
          </p:nvSpPr>
          <p:spPr>
            <a:xfrm>
              <a:off x="3292280" y="1893070"/>
              <a:ext cx="2952" cy="4078"/>
            </a:xfrm>
            <a:custGeom>
              <a:avLst/>
              <a:pathLst>
                <a:path w="2952" h="4078">
                  <a:moveTo>
                    <a:pt x="2874" y="3687"/>
                  </a:moveTo>
                  <a:lnTo>
                    <a:pt x="2177" y="4078"/>
                  </a:lnTo>
                  <a:lnTo>
                    <a:pt x="1487" y="4050"/>
                  </a:lnTo>
                  <a:lnTo>
                    <a:pt x="410" y="2341"/>
                  </a:lnTo>
                  <a:lnTo>
                    <a:pt x="0" y="1099"/>
                  </a:lnTo>
                  <a:lnTo>
                    <a:pt x="74" y="277"/>
                  </a:lnTo>
                  <a:lnTo>
                    <a:pt x="529" y="0"/>
                  </a:lnTo>
                  <a:lnTo>
                    <a:pt x="1571" y="405"/>
                  </a:lnTo>
                  <a:lnTo>
                    <a:pt x="2110" y="1826"/>
                  </a:lnTo>
                  <a:lnTo>
                    <a:pt x="2177" y="2751"/>
                  </a:lnTo>
                  <a:lnTo>
                    <a:pt x="2305" y="3115"/>
                  </a:lnTo>
                  <a:lnTo>
                    <a:pt x="2952" y="3480"/>
                  </a:lnTo>
                  <a:close/>
                </a:path>
              </a:pathLst>
            </a:custGeom>
            <a:solidFill>
              <a:srgbClr val="40963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g590"/>
            <p:cNvSpPr/>
            <p:nvPr/>
          </p:nvSpPr>
          <p:spPr>
            <a:xfrm>
              <a:off x="3292854" y="1886423"/>
              <a:ext cx="7205" cy="7488"/>
            </a:xfrm>
            <a:custGeom>
              <a:avLst/>
              <a:pathLst>
                <a:path w="7205" h="7488">
                  <a:moveTo>
                    <a:pt x="3610" y="3377"/>
                  </a:moveTo>
                  <a:lnTo>
                    <a:pt x="3449" y="4106"/>
                  </a:lnTo>
                  <a:lnTo>
                    <a:pt x="4375" y="4089"/>
                  </a:lnTo>
                  <a:lnTo>
                    <a:pt x="5717" y="4710"/>
                  </a:lnTo>
                  <a:lnTo>
                    <a:pt x="6529" y="4788"/>
                  </a:lnTo>
                  <a:lnTo>
                    <a:pt x="7205" y="5559"/>
                  </a:lnTo>
                  <a:lnTo>
                    <a:pt x="6833" y="7003"/>
                  </a:lnTo>
                  <a:lnTo>
                    <a:pt x="6428" y="7407"/>
                  </a:lnTo>
                  <a:lnTo>
                    <a:pt x="5971" y="7488"/>
                  </a:lnTo>
                  <a:lnTo>
                    <a:pt x="4373" y="6045"/>
                  </a:lnTo>
                  <a:lnTo>
                    <a:pt x="2280" y="6644"/>
                  </a:lnTo>
                  <a:lnTo>
                    <a:pt x="1863" y="6461"/>
                  </a:lnTo>
                  <a:lnTo>
                    <a:pt x="1588" y="6062"/>
                  </a:lnTo>
                  <a:lnTo>
                    <a:pt x="1475" y="5567"/>
                  </a:lnTo>
                  <a:lnTo>
                    <a:pt x="1473" y="4559"/>
                  </a:lnTo>
                  <a:lnTo>
                    <a:pt x="1359" y="4262"/>
                  </a:lnTo>
                  <a:lnTo>
                    <a:pt x="601" y="5215"/>
                  </a:lnTo>
                  <a:lnTo>
                    <a:pt x="268" y="5103"/>
                  </a:lnTo>
                  <a:lnTo>
                    <a:pt x="80" y="4646"/>
                  </a:lnTo>
                  <a:lnTo>
                    <a:pt x="0" y="3699"/>
                  </a:lnTo>
                  <a:lnTo>
                    <a:pt x="83" y="2333"/>
                  </a:lnTo>
                  <a:lnTo>
                    <a:pt x="528" y="388"/>
                  </a:lnTo>
                  <a:lnTo>
                    <a:pt x="1281" y="0"/>
                  </a:lnTo>
                  <a:lnTo>
                    <a:pt x="2403" y="225"/>
                  </a:lnTo>
                  <a:lnTo>
                    <a:pt x="3687" y="1327"/>
                  </a:lnTo>
                  <a:lnTo>
                    <a:pt x="4076" y="2006"/>
                  </a:lnTo>
                  <a:lnTo>
                    <a:pt x="4066" y="2549"/>
                  </a:lnTo>
                  <a:close/>
                </a:path>
              </a:pathLst>
            </a:custGeom>
            <a:solidFill>
              <a:srgbClr val="40963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g591"/>
            <p:cNvSpPr/>
            <p:nvPr/>
          </p:nvSpPr>
          <p:spPr>
            <a:xfrm>
              <a:off x="3301283" y="1881689"/>
              <a:ext cx="3108" cy="2185"/>
            </a:xfrm>
            <a:custGeom>
              <a:avLst/>
              <a:pathLst>
                <a:path w="3108" h="2185">
                  <a:moveTo>
                    <a:pt x="1379" y="2151"/>
                  </a:moveTo>
                  <a:lnTo>
                    <a:pt x="0" y="2185"/>
                  </a:lnTo>
                  <a:lnTo>
                    <a:pt x="712" y="438"/>
                  </a:lnTo>
                  <a:lnTo>
                    <a:pt x="1540" y="0"/>
                  </a:lnTo>
                  <a:lnTo>
                    <a:pt x="3108" y="194"/>
                  </a:lnTo>
                  <a:lnTo>
                    <a:pt x="2830" y="978"/>
                  </a:lnTo>
                  <a:close/>
                </a:path>
              </a:pathLst>
            </a:custGeom>
            <a:solidFill>
              <a:srgbClr val="40963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g592"/>
            <p:cNvSpPr/>
            <p:nvPr/>
          </p:nvSpPr>
          <p:spPr>
            <a:xfrm>
              <a:off x="3296530" y="1880419"/>
              <a:ext cx="4047" cy="5472"/>
            </a:xfrm>
            <a:custGeom>
              <a:avLst/>
              <a:pathLst>
                <a:path w="4047" h="5472">
                  <a:moveTo>
                    <a:pt x="3932" y="4738"/>
                  </a:moveTo>
                  <a:lnTo>
                    <a:pt x="2886" y="5472"/>
                  </a:lnTo>
                  <a:lnTo>
                    <a:pt x="2439" y="4865"/>
                  </a:lnTo>
                  <a:lnTo>
                    <a:pt x="2323" y="2963"/>
                  </a:lnTo>
                  <a:lnTo>
                    <a:pt x="1075" y="2149"/>
                  </a:lnTo>
                  <a:lnTo>
                    <a:pt x="470" y="1644"/>
                  </a:lnTo>
                  <a:lnTo>
                    <a:pt x="0" y="686"/>
                  </a:lnTo>
                  <a:lnTo>
                    <a:pt x="119" y="392"/>
                  </a:lnTo>
                  <a:lnTo>
                    <a:pt x="932" y="0"/>
                  </a:lnTo>
                  <a:lnTo>
                    <a:pt x="2320" y="1737"/>
                  </a:lnTo>
                  <a:lnTo>
                    <a:pt x="2888" y="3141"/>
                  </a:lnTo>
                  <a:lnTo>
                    <a:pt x="3916" y="3556"/>
                  </a:lnTo>
                  <a:lnTo>
                    <a:pt x="4047" y="3771"/>
                  </a:lnTo>
                  <a:close/>
                </a:path>
              </a:pathLst>
            </a:custGeom>
            <a:solidFill>
              <a:srgbClr val="40963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g593"/>
            <p:cNvSpPr/>
            <p:nvPr/>
          </p:nvSpPr>
          <p:spPr>
            <a:xfrm>
              <a:off x="3313450" y="1843115"/>
              <a:ext cx="7450" cy="21597"/>
            </a:xfrm>
            <a:custGeom>
              <a:avLst/>
              <a:pathLst>
                <a:path w="7450" h="21597">
                  <a:moveTo>
                    <a:pt x="4334" y="2129"/>
                  </a:moveTo>
                  <a:lnTo>
                    <a:pt x="4586" y="4211"/>
                  </a:lnTo>
                  <a:lnTo>
                    <a:pt x="5216" y="3671"/>
                  </a:lnTo>
                  <a:lnTo>
                    <a:pt x="6166" y="5668"/>
                  </a:lnTo>
                  <a:lnTo>
                    <a:pt x="6651" y="5671"/>
                  </a:lnTo>
                  <a:lnTo>
                    <a:pt x="7450" y="4878"/>
                  </a:lnTo>
                  <a:lnTo>
                    <a:pt x="7289" y="6736"/>
                  </a:lnTo>
                  <a:lnTo>
                    <a:pt x="6460" y="11895"/>
                  </a:lnTo>
                  <a:lnTo>
                    <a:pt x="6227" y="12771"/>
                  </a:lnTo>
                  <a:lnTo>
                    <a:pt x="6069" y="14340"/>
                  </a:lnTo>
                  <a:lnTo>
                    <a:pt x="5904" y="14646"/>
                  </a:lnTo>
                  <a:lnTo>
                    <a:pt x="5660" y="17817"/>
                  </a:lnTo>
                  <a:lnTo>
                    <a:pt x="5099" y="18861"/>
                  </a:lnTo>
                  <a:lnTo>
                    <a:pt x="4630" y="21353"/>
                  </a:lnTo>
                  <a:lnTo>
                    <a:pt x="4439" y="21597"/>
                  </a:lnTo>
                  <a:lnTo>
                    <a:pt x="3752" y="20638"/>
                  </a:lnTo>
                  <a:lnTo>
                    <a:pt x="4439" y="16834"/>
                  </a:lnTo>
                  <a:lnTo>
                    <a:pt x="4723" y="14624"/>
                  </a:lnTo>
                  <a:lnTo>
                    <a:pt x="4544" y="13477"/>
                  </a:lnTo>
                  <a:lnTo>
                    <a:pt x="4155" y="12445"/>
                  </a:lnTo>
                  <a:lnTo>
                    <a:pt x="3104" y="12412"/>
                  </a:lnTo>
                  <a:lnTo>
                    <a:pt x="2221" y="12888"/>
                  </a:lnTo>
                  <a:lnTo>
                    <a:pt x="2033" y="12279"/>
                  </a:lnTo>
                  <a:lnTo>
                    <a:pt x="2006" y="11458"/>
                  </a:lnTo>
                  <a:lnTo>
                    <a:pt x="1793" y="11186"/>
                  </a:lnTo>
                  <a:lnTo>
                    <a:pt x="618" y="11242"/>
                  </a:lnTo>
                  <a:lnTo>
                    <a:pt x="273" y="11015"/>
                  </a:lnTo>
                  <a:lnTo>
                    <a:pt x="45" y="10262"/>
                  </a:lnTo>
                  <a:lnTo>
                    <a:pt x="0" y="9663"/>
                  </a:lnTo>
                  <a:lnTo>
                    <a:pt x="1061" y="9194"/>
                  </a:lnTo>
                  <a:lnTo>
                    <a:pt x="2063" y="9369"/>
                  </a:lnTo>
                  <a:lnTo>
                    <a:pt x="3524" y="8174"/>
                  </a:lnTo>
                  <a:lnTo>
                    <a:pt x="2610" y="4166"/>
                  </a:lnTo>
                  <a:lnTo>
                    <a:pt x="1400" y="3790"/>
                  </a:lnTo>
                  <a:lnTo>
                    <a:pt x="1121" y="3402"/>
                  </a:lnTo>
                  <a:lnTo>
                    <a:pt x="1354" y="2722"/>
                  </a:lnTo>
                  <a:lnTo>
                    <a:pt x="2018" y="2356"/>
                  </a:lnTo>
                  <a:lnTo>
                    <a:pt x="3041" y="320"/>
                  </a:lnTo>
                  <a:lnTo>
                    <a:pt x="3653" y="0"/>
                  </a:lnTo>
                  <a:lnTo>
                    <a:pt x="4412" y="56"/>
                  </a:lnTo>
                  <a:close/>
                </a:path>
              </a:pathLst>
            </a:custGeom>
            <a:solidFill>
              <a:srgbClr val="40963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g594"/>
            <p:cNvSpPr/>
            <p:nvPr/>
          </p:nvSpPr>
          <p:spPr>
            <a:xfrm>
              <a:off x="3319522" y="1839845"/>
              <a:ext cx="2119" cy="6439"/>
            </a:xfrm>
            <a:custGeom>
              <a:avLst/>
              <a:pathLst>
                <a:path w="2119" h="6439">
                  <a:moveTo>
                    <a:pt x="1499" y="6097"/>
                  </a:moveTo>
                  <a:lnTo>
                    <a:pt x="1190" y="6439"/>
                  </a:lnTo>
                  <a:lnTo>
                    <a:pt x="0" y="3436"/>
                  </a:lnTo>
                  <a:lnTo>
                    <a:pt x="880" y="0"/>
                  </a:lnTo>
                  <a:lnTo>
                    <a:pt x="1948" y="109"/>
                  </a:lnTo>
                  <a:lnTo>
                    <a:pt x="2119" y="1010"/>
                  </a:lnTo>
                  <a:lnTo>
                    <a:pt x="2013" y="1838"/>
                  </a:lnTo>
                  <a:lnTo>
                    <a:pt x="1468" y="1911"/>
                  </a:lnTo>
                  <a:lnTo>
                    <a:pt x="1419" y="2165"/>
                  </a:lnTo>
                  <a:lnTo>
                    <a:pt x="1589" y="3761"/>
                  </a:lnTo>
                  <a:lnTo>
                    <a:pt x="1600" y="5615"/>
                  </a:lnTo>
                  <a:close/>
                </a:path>
              </a:pathLst>
            </a:custGeom>
            <a:solidFill>
              <a:srgbClr val="40963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g595"/>
            <p:cNvSpPr/>
            <p:nvPr/>
          </p:nvSpPr>
          <p:spPr>
            <a:xfrm>
              <a:off x="3322294" y="1836546"/>
              <a:ext cx="1996" cy="4371"/>
            </a:xfrm>
            <a:custGeom>
              <a:avLst/>
              <a:pathLst>
                <a:path w="1996" h="4371">
                  <a:moveTo>
                    <a:pt x="1996" y="588"/>
                  </a:moveTo>
                  <a:lnTo>
                    <a:pt x="1995" y="927"/>
                  </a:lnTo>
                  <a:lnTo>
                    <a:pt x="1363" y="3419"/>
                  </a:lnTo>
                  <a:lnTo>
                    <a:pt x="1372" y="4371"/>
                  </a:lnTo>
                  <a:lnTo>
                    <a:pt x="352" y="4281"/>
                  </a:lnTo>
                  <a:lnTo>
                    <a:pt x="192" y="3977"/>
                  </a:lnTo>
                  <a:lnTo>
                    <a:pt x="0" y="2548"/>
                  </a:lnTo>
                  <a:lnTo>
                    <a:pt x="128" y="1025"/>
                  </a:lnTo>
                  <a:lnTo>
                    <a:pt x="271" y="633"/>
                  </a:lnTo>
                  <a:lnTo>
                    <a:pt x="568" y="471"/>
                  </a:lnTo>
                  <a:lnTo>
                    <a:pt x="891" y="770"/>
                  </a:lnTo>
                  <a:lnTo>
                    <a:pt x="1397" y="0"/>
                  </a:lnTo>
                  <a:lnTo>
                    <a:pt x="1660" y="18"/>
                  </a:lnTo>
                  <a:close/>
                </a:path>
              </a:pathLst>
            </a:custGeom>
            <a:solidFill>
              <a:srgbClr val="40963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g596"/>
            <p:cNvSpPr/>
            <p:nvPr/>
          </p:nvSpPr>
          <p:spPr>
            <a:xfrm>
              <a:off x="3820951" y="2346625"/>
              <a:ext cx="81584" cy="73859"/>
            </a:xfrm>
            <a:custGeom>
              <a:avLst/>
              <a:pathLst>
                <a:path w="81584" h="73859">
                  <a:moveTo>
                    <a:pt x="78626" y="49607"/>
                  </a:moveTo>
                  <a:lnTo>
                    <a:pt x="78329" y="50667"/>
                  </a:lnTo>
                  <a:lnTo>
                    <a:pt x="77631" y="52585"/>
                  </a:lnTo>
                  <a:lnTo>
                    <a:pt x="77074" y="53563"/>
                  </a:lnTo>
                  <a:lnTo>
                    <a:pt x="76456" y="53720"/>
                  </a:lnTo>
                  <a:lnTo>
                    <a:pt x="75847" y="54160"/>
                  </a:lnTo>
                  <a:lnTo>
                    <a:pt x="75633" y="55186"/>
                  </a:lnTo>
                  <a:lnTo>
                    <a:pt x="75607" y="56518"/>
                  </a:lnTo>
                  <a:lnTo>
                    <a:pt x="75709" y="57470"/>
                  </a:lnTo>
                  <a:lnTo>
                    <a:pt x="75867" y="57832"/>
                  </a:lnTo>
                  <a:lnTo>
                    <a:pt x="76491" y="58141"/>
                  </a:lnTo>
                  <a:lnTo>
                    <a:pt x="77110" y="60931"/>
                  </a:lnTo>
                  <a:lnTo>
                    <a:pt x="78079" y="62346"/>
                  </a:lnTo>
                  <a:lnTo>
                    <a:pt x="79588" y="63950"/>
                  </a:lnTo>
                  <a:lnTo>
                    <a:pt x="80930" y="65777"/>
                  </a:lnTo>
                  <a:lnTo>
                    <a:pt x="81584" y="67459"/>
                  </a:lnTo>
                  <a:lnTo>
                    <a:pt x="81460" y="68680"/>
                  </a:lnTo>
                  <a:lnTo>
                    <a:pt x="81021" y="71216"/>
                  </a:lnTo>
                  <a:lnTo>
                    <a:pt x="79900" y="73317"/>
                  </a:lnTo>
                  <a:lnTo>
                    <a:pt x="78968" y="73859"/>
                  </a:lnTo>
                  <a:lnTo>
                    <a:pt x="78639" y="73657"/>
                  </a:lnTo>
                  <a:lnTo>
                    <a:pt x="78027" y="72999"/>
                  </a:lnTo>
                  <a:lnTo>
                    <a:pt x="76799" y="71370"/>
                  </a:lnTo>
                  <a:lnTo>
                    <a:pt x="75467" y="70088"/>
                  </a:lnTo>
                  <a:lnTo>
                    <a:pt x="74441" y="70502"/>
                  </a:lnTo>
                  <a:lnTo>
                    <a:pt x="73768" y="70991"/>
                  </a:lnTo>
                  <a:lnTo>
                    <a:pt x="72436" y="70417"/>
                  </a:lnTo>
                  <a:lnTo>
                    <a:pt x="70861" y="69303"/>
                  </a:lnTo>
                  <a:lnTo>
                    <a:pt x="70041" y="68203"/>
                  </a:lnTo>
                  <a:lnTo>
                    <a:pt x="69678" y="67394"/>
                  </a:lnTo>
                  <a:lnTo>
                    <a:pt x="69921" y="65957"/>
                  </a:lnTo>
                  <a:lnTo>
                    <a:pt x="66346" y="63367"/>
                  </a:lnTo>
                  <a:lnTo>
                    <a:pt x="64624" y="62650"/>
                  </a:lnTo>
                  <a:lnTo>
                    <a:pt x="63847" y="63429"/>
                  </a:lnTo>
                  <a:lnTo>
                    <a:pt x="61216" y="67336"/>
                  </a:lnTo>
                  <a:lnTo>
                    <a:pt x="60906" y="67734"/>
                  </a:lnTo>
                  <a:lnTo>
                    <a:pt x="58900" y="68270"/>
                  </a:lnTo>
                  <a:lnTo>
                    <a:pt x="58896" y="68589"/>
                  </a:lnTo>
                  <a:lnTo>
                    <a:pt x="59354" y="69428"/>
                  </a:lnTo>
                  <a:lnTo>
                    <a:pt x="59267" y="69688"/>
                  </a:lnTo>
                  <a:lnTo>
                    <a:pt x="55896" y="69782"/>
                  </a:lnTo>
                  <a:lnTo>
                    <a:pt x="54778" y="70290"/>
                  </a:lnTo>
                  <a:lnTo>
                    <a:pt x="51783" y="69630"/>
                  </a:lnTo>
                  <a:lnTo>
                    <a:pt x="50798" y="69925"/>
                  </a:lnTo>
                  <a:lnTo>
                    <a:pt x="49954" y="70541"/>
                  </a:lnTo>
                  <a:lnTo>
                    <a:pt x="47906" y="71236"/>
                  </a:lnTo>
                  <a:lnTo>
                    <a:pt x="46492" y="72060"/>
                  </a:lnTo>
                  <a:lnTo>
                    <a:pt x="44686" y="72487"/>
                  </a:lnTo>
                  <a:lnTo>
                    <a:pt x="42821" y="72520"/>
                  </a:lnTo>
                  <a:lnTo>
                    <a:pt x="42181" y="72768"/>
                  </a:lnTo>
                  <a:lnTo>
                    <a:pt x="42207" y="72212"/>
                  </a:lnTo>
                  <a:lnTo>
                    <a:pt x="42107" y="71339"/>
                  </a:lnTo>
                  <a:lnTo>
                    <a:pt x="41729" y="70717"/>
                  </a:lnTo>
                  <a:lnTo>
                    <a:pt x="41200" y="70316"/>
                  </a:lnTo>
                  <a:lnTo>
                    <a:pt x="40229" y="70461"/>
                  </a:lnTo>
                  <a:lnTo>
                    <a:pt x="39329" y="70049"/>
                  </a:lnTo>
                  <a:lnTo>
                    <a:pt x="38688" y="68948"/>
                  </a:lnTo>
                  <a:lnTo>
                    <a:pt x="38544" y="68108"/>
                  </a:lnTo>
                  <a:lnTo>
                    <a:pt x="38913" y="67426"/>
                  </a:lnTo>
                  <a:lnTo>
                    <a:pt x="38642" y="66859"/>
                  </a:lnTo>
                  <a:lnTo>
                    <a:pt x="37522" y="65508"/>
                  </a:lnTo>
                  <a:lnTo>
                    <a:pt x="35689" y="62139"/>
                  </a:lnTo>
                  <a:lnTo>
                    <a:pt x="34652" y="61385"/>
                  </a:lnTo>
                  <a:lnTo>
                    <a:pt x="34240" y="59277"/>
                  </a:lnTo>
                  <a:lnTo>
                    <a:pt x="33829" y="58828"/>
                  </a:lnTo>
                  <a:lnTo>
                    <a:pt x="32955" y="58626"/>
                  </a:lnTo>
                  <a:lnTo>
                    <a:pt x="32034" y="58831"/>
                  </a:lnTo>
                  <a:lnTo>
                    <a:pt x="31834" y="59070"/>
                  </a:lnTo>
                  <a:lnTo>
                    <a:pt x="31553" y="59408"/>
                  </a:lnTo>
                  <a:lnTo>
                    <a:pt x="30828" y="62044"/>
                  </a:lnTo>
                  <a:lnTo>
                    <a:pt x="30322" y="62937"/>
                  </a:lnTo>
                  <a:lnTo>
                    <a:pt x="29079" y="62519"/>
                  </a:lnTo>
                  <a:lnTo>
                    <a:pt x="28050" y="61898"/>
                  </a:lnTo>
                  <a:lnTo>
                    <a:pt x="27211" y="61552"/>
                  </a:lnTo>
                  <a:lnTo>
                    <a:pt x="25586" y="61334"/>
                  </a:lnTo>
                  <a:lnTo>
                    <a:pt x="23734" y="61288"/>
                  </a:lnTo>
                  <a:lnTo>
                    <a:pt x="22488" y="63158"/>
                  </a:lnTo>
                  <a:lnTo>
                    <a:pt x="21950" y="62917"/>
                  </a:lnTo>
                  <a:lnTo>
                    <a:pt x="21003" y="61999"/>
                  </a:lnTo>
                  <a:lnTo>
                    <a:pt x="19478" y="61239"/>
                  </a:lnTo>
                  <a:lnTo>
                    <a:pt x="18667" y="60643"/>
                  </a:lnTo>
                  <a:lnTo>
                    <a:pt x="21003" y="55090"/>
                  </a:lnTo>
                  <a:lnTo>
                    <a:pt x="21698" y="51788"/>
                  </a:lnTo>
                  <a:lnTo>
                    <a:pt x="21722" y="49787"/>
                  </a:lnTo>
                  <a:lnTo>
                    <a:pt x="21750" y="47271"/>
                  </a:lnTo>
                  <a:lnTo>
                    <a:pt x="20534" y="42045"/>
                  </a:lnTo>
                  <a:lnTo>
                    <a:pt x="19492" y="34629"/>
                  </a:lnTo>
                  <a:lnTo>
                    <a:pt x="18408" y="26903"/>
                  </a:lnTo>
                  <a:lnTo>
                    <a:pt x="17563" y="24588"/>
                  </a:lnTo>
                  <a:lnTo>
                    <a:pt x="14020" y="21915"/>
                  </a:lnTo>
                  <a:lnTo>
                    <a:pt x="13202" y="18879"/>
                  </a:lnTo>
                  <a:lnTo>
                    <a:pt x="10460" y="14960"/>
                  </a:lnTo>
                  <a:lnTo>
                    <a:pt x="6650" y="13259"/>
                  </a:lnTo>
                  <a:lnTo>
                    <a:pt x="5896" y="12531"/>
                  </a:lnTo>
                  <a:lnTo>
                    <a:pt x="2587" y="7605"/>
                  </a:lnTo>
                  <a:lnTo>
                    <a:pt x="0" y="4431"/>
                  </a:lnTo>
                  <a:lnTo>
                    <a:pt x="553" y="2509"/>
                  </a:lnTo>
                  <a:lnTo>
                    <a:pt x="1294" y="492"/>
                  </a:lnTo>
                  <a:lnTo>
                    <a:pt x="2094" y="0"/>
                  </a:lnTo>
                  <a:lnTo>
                    <a:pt x="4435" y="799"/>
                  </a:lnTo>
                  <a:lnTo>
                    <a:pt x="6588" y="1707"/>
                  </a:lnTo>
                  <a:lnTo>
                    <a:pt x="8162" y="1060"/>
                  </a:lnTo>
                  <a:lnTo>
                    <a:pt x="10034" y="2654"/>
                  </a:lnTo>
                  <a:lnTo>
                    <a:pt x="11744" y="4483"/>
                  </a:lnTo>
                  <a:lnTo>
                    <a:pt x="13464" y="5771"/>
                  </a:lnTo>
                  <a:lnTo>
                    <a:pt x="16816" y="6984"/>
                  </a:lnTo>
                  <a:lnTo>
                    <a:pt x="18066" y="8671"/>
                  </a:lnTo>
                  <a:lnTo>
                    <a:pt x="19526" y="10358"/>
                  </a:lnTo>
                  <a:lnTo>
                    <a:pt x="25248" y="11218"/>
                  </a:lnTo>
                  <a:lnTo>
                    <a:pt x="25708" y="10952"/>
                  </a:lnTo>
                  <a:lnTo>
                    <a:pt x="26128" y="10710"/>
                  </a:lnTo>
                  <a:lnTo>
                    <a:pt x="28047" y="10096"/>
                  </a:lnTo>
                  <a:lnTo>
                    <a:pt x="29745" y="10211"/>
                  </a:lnTo>
                  <a:lnTo>
                    <a:pt x="31536" y="12252"/>
                  </a:lnTo>
                  <a:lnTo>
                    <a:pt x="32685" y="12135"/>
                  </a:lnTo>
                  <a:lnTo>
                    <a:pt x="33908" y="11825"/>
                  </a:lnTo>
                  <a:lnTo>
                    <a:pt x="35485" y="12917"/>
                  </a:lnTo>
                  <a:lnTo>
                    <a:pt x="36723" y="14132"/>
                  </a:lnTo>
                  <a:lnTo>
                    <a:pt x="36828" y="15369"/>
                  </a:lnTo>
                  <a:lnTo>
                    <a:pt x="37912" y="17159"/>
                  </a:lnTo>
                  <a:lnTo>
                    <a:pt x="41066" y="19889"/>
                  </a:lnTo>
                  <a:lnTo>
                    <a:pt x="43624" y="21431"/>
                  </a:lnTo>
                  <a:lnTo>
                    <a:pt x="44419" y="22518"/>
                  </a:lnTo>
                  <a:lnTo>
                    <a:pt x="46363" y="24311"/>
                  </a:lnTo>
                  <a:lnTo>
                    <a:pt x="46560" y="24880"/>
                  </a:lnTo>
                  <a:lnTo>
                    <a:pt x="46519" y="25613"/>
                  </a:lnTo>
                  <a:lnTo>
                    <a:pt x="45965" y="26956"/>
                  </a:lnTo>
                  <a:lnTo>
                    <a:pt x="45824" y="28153"/>
                  </a:lnTo>
                  <a:lnTo>
                    <a:pt x="46086" y="28837"/>
                  </a:lnTo>
                  <a:lnTo>
                    <a:pt x="46892" y="29497"/>
                  </a:lnTo>
                  <a:lnTo>
                    <a:pt x="48494" y="29644"/>
                  </a:lnTo>
                  <a:lnTo>
                    <a:pt x="49070" y="28785"/>
                  </a:lnTo>
                  <a:lnTo>
                    <a:pt x="50265" y="28172"/>
                  </a:lnTo>
                  <a:lnTo>
                    <a:pt x="51446" y="27071"/>
                  </a:lnTo>
                  <a:lnTo>
                    <a:pt x="53028" y="25597"/>
                  </a:lnTo>
                  <a:lnTo>
                    <a:pt x="55178" y="24264"/>
                  </a:lnTo>
                  <a:lnTo>
                    <a:pt x="56038" y="24268"/>
                  </a:lnTo>
                  <a:lnTo>
                    <a:pt x="56865" y="24675"/>
                  </a:lnTo>
                  <a:lnTo>
                    <a:pt x="57444" y="25416"/>
                  </a:lnTo>
                  <a:lnTo>
                    <a:pt x="58410" y="28159"/>
                  </a:lnTo>
                  <a:lnTo>
                    <a:pt x="59378" y="24317"/>
                  </a:lnTo>
                  <a:lnTo>
                    <a:pt x="59628" y="24034"/>
                  </a:lnTo>
                  <a:lnTo>
                    <a:pt x="60509" y="24806"/>
                  </a:lnTo>
                  <a:lnTo>
                    <a:pt x="62072" y="25874"/>
                  </a:lnTo>
                  <a:lnTo>
                    <a:pt x="63153" y="26439"/>
                  </a:lnTo>
                  <a:lnTo>
                    <a:pt x="63737" y="27230"/>
                  </a:lnTo>
                  <a:lnTo>
                    <a:pt x="65389" y="30730"/>
                  </a:lnTo>
                  <a:lnTo>
                    <a:pt x="68060" y="30554"/>
                  </a:lnTo>
                  <a:lnTo>
                    <a:pt x="69189" y="31088"/>
                  </a:lnTo>
                  <a:lnTo>
                    <a:pt x="69795" y="31667"/>
                  </a:lnTo>
                  <a:lnTo>
                    <a:pt x="70066" y="32348"/>
                  </a:lnTo>
                  <a:lnTo>
                    <a:pt x="69589" y="35825"/>
                  </a:lnTo>
                  <a:lnTo>
                    <a:pt x="68930" y="39449"/>
                  </a:lnTo>
                  <a:lnTo>
                    <a:pt x="68982" y="40325"/>
                  </a:lnTo>
                  <a:lnTo>
                    <a:pt x="70055" y="41690"/>
                  </a:lnTo>
                  <a:lnTo>
                    <a:pt x="71510" y="43136"/>
                  </a:lnTo>
                  <a:lnTo>
                    <a:pt x="72294" y="44296"/>
                  </a:lnTo>
                  <a:lnTo>
                    <a:pt x="72826" y="45339"/>
                  </a:lnTo>
                  <a:lnTo>
                    <a:pt x="73977" y="46127"/>
                  </a:lnTo>
                  <a:lnTo>
                    <a:pt x="75334" y="46620"/>
                  </a:lnTo>
                  <a:lnTo>
                    <a:pt x="75979" y="46684"/>
                  </a:lnTo>
                  <a:lnTo>
                    <a:pt x="76650" y="47557"/>
                  </a:lnTo>
                  <a:lnTo>
                    <a:pt x="78402" y="49203"/>
                  </a:lnTo>
                  <a:close/>
                </a:path>
              </a:pathLst>
            </a:custGeom>
            <a:solidFill>
              <a:srgbClr val="FFF7F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g597"/>
            <p:cNvSpPr/>
            <p:nvPr/>
          </p:nvSpPr>
          <p:spPr>
            <a:xfrm>
              <a:off x="3301477" y="2171197"/>
              <a:ext cx="1631" cy="2301"/>
            </a:xfrm>
            <a:custGeom>
              <a:avLst/>
              <a:pathLst>
                <a:path w="1631" h="2301">
                  <a:moveTo>
                    <a:pt x="1631" y="356"/>
                  </a:moveTo>
                  <a:lnTo>
                    <a:pt x="1203" y="2301"/>
                  </a:lnTo>
                  <a:lnTo>
                    <a:pt x="86" y="1644"/>
                  </a:lnTo>
                  <a:lnTo>
                    <a:pt x="0" y="1134"/>
                  </a:lnTo>
                  <a:lnTo>
                    <a:pt x="1266" y="0"/>
                  </a:lnTo>
                  <a:lnTo>
                    <a:pt x="1526" y="8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g598"/>
            <p:cNvSpPr/>
            <p:nvPr/>
          </p:nvSpPr>
          <p:spPr>
            <a:xfrm>
              <a:off x="3294192" y="3304099"/>
              <a:ext cx="54002" cy="189245"/>
            </a:xfrm>
            <a:custGeom>
              <a:avLst/>
              <a:pathLst>
                <a:path w="54002" h="189245">
                  <a:moveTo>
                    <a:pt x="38697" y="1514"/>
                  </a:moveTo>
                  <a:lnTo>
                    <a:pt x="39476" y="3289"/>
                  </a:lnTo>
                  <a:lnTo>
                    <a:pt x="39534" y="3631"/>
                  </a:lnTo>
                  <a:lnTo>
                    <a:pt x="39648" y="4311"/>
                  </a:lnTo>
                  <a:lnTo>
                    <a:pt x="39534" y="5861"/>
                  </a:lnTo>
                  <a:lnTo>
                    <a:pt x="39365" y="8141"/>
                  </a:lnTo>
                  <a:lnTo>
                    <a:pt x="38795" y="10824"/>
                  </a:lnTo>
                  <a:lnTo>
                    <a:pt x="38434" y="13337"/>
                  </a:lnTo>
                  <a:lnTo>
                    <a:pt x="38481" y="14592"/>
                  </a:lnTo>
                  <a:lnTo>
                    <a:pt x="38830" y="15846"/>
                  </a:lnTo>
                  <a:lnTo>
                    <a:pt x="39534" y="17018"/>
                  </a:lnTo>
                  <a:lnTo>
                    <a:pt x="40014" y="17818"/>
                  </a:lnTo>
                  <a:lnTo>
                    <a:pt x="40621" y="19097"/>
                  </a:lnTo>
                  <a:lnTo>
                    <a:pt x="41340" y="21042"/>
                  </a:lnTo>
                  <a:lnTo>
                    <a:pt x="42166" y="22940"/>
                  </a:lnTo>
                  <a:lnTo>
                    <a:pt x="43578" y="25411"/>
                  </a:lnTo>
                  <a:lnTo>
                    <a:pt x="44175" y="25856"/>
                  </a:lnTo>
                  <a:lnTo>
                    <a:pt x="44148" y="26545"/>
                  </a:lnTo>
                  <a:lnTo>
                    <a:pt x="43954" y="27493"/>
                  </a:lnTo>
                  <a:lnTo>
                    <a:pt x="43822" y="36699"/>
                  </a:lnTo>
                  <a:lnTo>
                    <a:pt x="43715" y="39073"/>
                  </a:lnTo>
                  <a:lnTo>
                    <a:pt x="43611" y="40273"/>
                  </a:lnTo>
                  <a:lnTo>
                    <a:pt x="43481" y="43711"/>
                  </a:lnTo>
                  <a:lnTo>
                    <a:pt x="43333" y="44202"/>
                  </a:lnTo>
                  <a:lnTo>
                    <a:pt x="43064" y="44163"/>
                  </a:lnTo>
                  <a:lnTo>
                    <a:pt x="42818" y="44293"/>
                  </a:lnTo>
                  <a:lnTo>
                    <a:pt x="42758" y="44978"/>
                  </a:lnTo>
                  <a:lnTo>
                    <a:pt x="42858" y="45681"/>
                  </a:lnTo>
                  <a:lnTo>
                    <a:pt x="43709" y="46177"/>
                  </a:lnTo>
                  <a:lnTo>
                    <a:pt x="43523" y="46697"/>
                  </a:lnTo>
                  <a:lnTo>
                    <a:pt x="42891" y="47168"/>
                  </a:lnTo>
                  <a:lnTo>
                    <a:pt x="42599" y="48201"/>
                  </a:lnTo>
                  <a:lnTo>
                    <a:pt x="42726" y="49385"/>
                  </a:lnTo>
                  <a:lnTo>
                    <a:pt x="42378" y="50332"/>
                  </a:lnTo>
                  <a:lnTo>
                    <a:pt x="42477" y="50972"/>
                  </a:lnTo>
                  <a:lnTo>
                    <a:pt x="42702" y="51441"/>
                  </a:lnTo>
                  <a:lnTo>
                    <a:pt x="43060" y="51269"/>
                  </a:lnTo>
                  <a:lnTo>
                    <a:pt x="44055" y="49682"/>
                  </a:lnTo>
                  <a:lnTo>
                    <a:pt x="44473" y="49507"/>
                  </a:lnTo>
                  <a:lnTo>
                    <a:pt x="44988" y="49838"/>
                  </a:lnTo>
                  <a:lnTo>
                    <a:pt x="45940" y="52254"/>
                  </a:lnTo>
                  <a:lnTo>
                    <a:pt x="45981" y="53442"/>
                  </a:lnTo>
                  <a:lnTo>
                    <a:pt x="45593" y="57492"/>
                  </a:lnTo>
                  <a:lnTo>
                    <a:pt x="45214" y="60621"/>
                  </a:lnTo>
                  <a:lnTo>
                    <a:pt x="45144" y="64791"/>
                  </a:lnTo>
                  <a:lnTo>
                    <a:pt x="45545" y="67134"/>
                  </a:lnTo>
                  <a:lnTo>
                    <a:pt x="45490" y="68418"/>
                  </a:lnTo>
                  <a:lnTo>
                    <a:pt x="45056" y="69532"/>
                  </a:lnTo>
                  <a:lnTo>
                    <a:pt x="44074" y="71142"/>
                  </a:lnTo>
                  <a:lnTo>
                    <a:pt x="44148" y="72243"/>
                  </a:lnTo>
                  <a:lnTo>
                    <a:pt x="44595" y="74291"/>
                  </a:lnTo>
                  <a:lnTo>
                    <a:pt x="45424" y="76579"/>
                  </a:lnTo>
                  <a:lnTo>
                    <a:pt x="47043" y="79405"/>
                  </a:lnTo>
                  <a:lnTo>
                    <a:pt x="47898" y="83092"/>
                  </a:lnTo>
                  <a:lnTo>
                    <a:pt x="47919" y="84588"/>
                  </a:lnTo>
                  <a:lnTo>
                    <a:pt x="47420" y="86089"/>
                  </a:lnTo>
                  <a:lnTo>
                    <a:pt x="46836" y="87386"/>
                  </a:lnTo>
                  <a:lnTo>
                    <a:pt x="46646" y="89270"/>
                  </a:lnTo>
                  <a:lnTo>
                    <a:pt x="46909" y="101609"/>
                  </a:lnTo>
                  <a:lnTo>
                    <a:pt x="45627" y="106968"/>
                  </a:lnTo>
                  <a:lnTo>
                    <a:pt x="45614" y="108497"/>
                  </a:lnTo>
                  <a:lnTo>
                    <a:pt x="45744" y="110270"/>
                  </a:lnTo>
                  <a:lnTo>
                    <a:pt x="46082" y="111345"/>
                  </a:lnTo>
                  <a:lnTo>
                    <a:pt x="46736" y="111638"/>
                  </a:lnTo>
                  <a:lnTo>
                    <a:pt x="47270" y="112677"/>
                  </a:lnTo>
                  <a:lnTo>
                    <a:pt x="47084" y="116433"/>
                  </a:lnTo>
                  <a:lnTo>
                    <a:pt x="46799" y="120272"/>
                  </a:lnTo>
                  <a:lnTo>
                    <a:pt x="46754" y="122123"/>
                  </a:lnTo>
                  <a:lnTo>
                    <a:pt x="46596" y="123006"/>
                  </a:lnTo>
                  <a:lnTo>
                    <a:pt x="46091" y="123727"/>
                  </a:lnTo>
                  <a:lnTo>
                    <a:pt x="45908" y="124934"/>
                  </a:lnTo>
                  <a:lnTo>
                    <a:pt x="46034" y="126427"/>
                  </a:lnTo>
                  <a:lnTo>
                    <a:pt x="45939" y="127532"/>
                  </a:lnTo>
                  <a:lnTo>
                    <a:pt x="46213" y="128963"/>
                  </a:lnTo>
                  <a:lnTo>
                    <a:pt x="46794" y="130745"/>
                  </a:lnTo>
                  <a:lnTo>
                    <a:pt x="47733" y="135168"/>
                  </a:lnTo>
                  <a:lnTo>
                    <a:pt x="48092" y="135515"/>
                  </a:lnTo>
                  <a:lnTo>
                    <a:pt x="48253" y="136445"/>
                  </a:lnTo>
                  <a:lnTo>
                    <a:pt x="48153" y="137348"/>
                  </a:lnTo>
                  <a:lnTo>
                    <a:pt x="48514" y="139303"/>
                  </a:lnTo>
                  <a:lnTo>
                    <a:pt x="49557" y="141259"/>
                  </a:lnTo>
                  <a:lnTo>
                    <a:pt x="50651" y="142968"/>
                  </a:lnTo>
                  <a:lnTo>
                    <a:pt x="51537" y="143211"/>
                  </a:lnTo>
                  <a:lnTo>
                    <a:pt x="51747" y="144741"/>
                  </a:lnTo>
                  <a:lnTo>
                    <a:pt x="52329" y="146689"/>
                  </a:lnTo>
                  <a:lnTo>
                    <a:pt x="52750" y="147541"/>
                  </a:lnTo>
                  <a:lnTo>
                    <a:pt x="53423" y="148095"/>
                  </a:lnTo>
                  <a:lnTo>
                    <a:pt x="53976" y="148391"/>
                  </a:lnTo>
                  <a:lnTo>
                    <a:pt x="54002" y="150035"/>
                  </a:lnTo>
                  <a:lnTo>
                    <a:pt x="53007" y="151158"/>
                  </a:lnTo>
                  <a:lnTo>
                    <a:pt x="52334" y="152854"/>
                  </a:lnTo>
                  <a:lnTo>
                    <a:pt x="51818" y="155442"/>
                  </a:lnTo>
                  <a:lnTo>
                    <a:pt x="51108" y="158283"/>
                  </a:lnTo>
                  <a:lnTo>
                    <a:pt x="48660" y="159765"/>
                  </a:lnTo>
                  <a:lnTo>
                    <a:pt x="47722" y="159776"/>
                  </a:lnTo>
                  <a:lnTo>
                    <a:pt x="42698" y="159847"/>
                  </a:lnTo>
                  <a:lnTo>
                    <a:pt x="39534" y="163606"/>
                  </a:lnTo>
                  <a:lnTo>
                    <a:pt x="37992" y="165437"/>
                  </a:lnTo>
                  <a:lnTo>
                    <a:pt x="35284" y="167428"/>
                  </a:lnTo>
                  <a:lnTo>
                    <a:pt x="33617" y="170576"/>
                  </a:lnTo>
                  <a:lnTo>
                    <a:pt x="31375" y="172812"/>
                  </a:lnTo>
                  <a:lnTo>
                    <a:pt x="29812" y="175526"/>
                  </a:lnTo>
                  <a:lnTo>
                    <a:pt x="26563" y="176828"/>
                  </a:lnTo>
                  <a:lnTo>
                    <a:pt x="21233" y="181103"/>
                  </a:lnTo>
                  <a:lnTo>
                    <a:pt x="19565" y="182791"/>
                  </a:lnTo>
                  <a:lnTo>
                    <a:pt x="17879" y="185760"/>
                  </a:lnTo>
                  <a:lnTo>
                    <a:pt x="15137" y="189245"/>
                  </a:lnTo>
                  <a:lnTo>
                    <a:pt x="14060" y="189197"/>
                  </a:lnTo>
                  <a:lnTo>
                    <a:pt x="11912" y="185946"/>
                  </a:lnTo>
                  <a:lnTo>
                    <a:pt x="10297" y="184313"/>
                  </a:lnTo>
                  <a:lnTo>
                    <a:pt x="6347" y="181820"/>
                  </a:lnTo>
                  <a:lnTo>
                    <a:pt x="3399" y="180858"/>
                  </a:lnTo>
                  <a:lnTo>
                    <a:pt x="1974" y="179788"/>
                  </a:lnTo>
                  <a:lnTo>
                    <a:pt x="1582" y="179605"/>
                  </a:lnTo>
                  <a:lnTo>
                    <a:pt x="1915" y="178434"/>
                  </a:lnTo>
                  <a:lnTo>
                    <a:pt x="2739" y="178360"/>
                  </a:lnTo>
                  <a:lnTo>
                    <a:pt x="3602" y="178714"/>
                  </a:lnTo>
                  <a:lnTo>
                    <a:pt x="4255" y="177822"/>
                  </a:lnTo>
                  <a:lnTo>
                    <a:pt x="5218" y="177704"/>
                  </a:lnTo>
                  <a:lnTo>
                    <a:pt x="5468" y="176773"/>
                  </a:lnTo>
                  <a:lnTo>
                    <a:pt x="5547" y="174421"/>
                  </a:lnTo>
                  <a:lnTo>
                    <a:pt x="5536" y="172527"/>
                  </a:lnTo>
                  <a:lnTo>
                    <a:pt x="5874" y="171678"/>
                  </a:lnTo>
                  <a:lnTo>
                    <a:pt x="5958" y="169445"/>
                  </a:lnTo>
                  <a:lnTo>
                    <a:pt x="5487" y="164493"/>
                  </a:lnTo>
                  <a:lnTo>
                    <a:pt x="5151" y="163929"/>
                  </a:lnTo>
                  <a:lnTo>
                    <a:pt x="3432" y="163225"/>
                  </a:lnTo>
                  <a:lnTo>
                    <a:pt x="3303" y="162242"/>
                  </a:lnTo>
                  <a:lnTo>
                    <a:pt x="2993" y="161206"/>
                  </a:lnTo>
                  <a:lnTo>
                    <a:pt x="2664" y="158653"/>
                  </a:lnTo>
                  <a:lnTo>
                    <a:pt x="2288" y="154855"/>
                  </a:lnTo>
                  <a:lnTo>
                    <a:pt x="1685" y="150146"/>
                  </a:lnTo>
                  <a:lnTo>
                    <a:pt x="527" y="142386"/>
                  </a:lnTo>
                  <a:lnTo>
                    <a:pt x="242" y="139643"/>
                  </a:lnTo>
                  <a:lnTo>
                    <a:pt x="44" y="136849"/>
                  </a:lnTo>
                  <a:lnTo>
                    <a:pt x="0" y="133508"/>
                  </a:lnTo>
                  <a:lnTo>
                    <a:pt x="241" y="132265"/>
                  </a:lnTo>
                  <a:lnTo>
                    <a:pt x="204" y="130541"/>
                  </a:lnTo>
                  <a:lnTo>
                    <a:pt x="98" y="128824"/>
                  </a:lnTo>
                  <a:lnTo>
                    <a:pt x="914" y="124872"/>
                  </a:lnTo>
                  <a:lnTo>
                    <a:pt x="2513" y="120037"/>
                  </a:lnTo>
                  <a:lnTo>
                    <a:pt x="2848" y="118288"/>
                  </a:lnTo>
                  <a:lnTo>
                    <a:pt x="3145" y="117073"/>
                  </a:lnTo>
                  <a:lnTo>
                    <a:pt x="3187" y="115337"/>
                  </a:lnTo>
                  <a:lnTo>
                    <a:pt x="3471" y="109696"/>
                  </a:lnTo>
                  <a:lnTo>
                    <a:pt x="4235" y="102886"/>
                  </a:lnTo>
                  <a:lnTo>
                    <a:pt x="4716" y="100313"/>
                  </a:lnTo>
                  <a:lnTo>
                    <a:pt x="5042" y="98925"/>
                  </a:lnTo>
                  <a:lnTo>
                    <a:pt x="5432" y="96651"/>
                  </a:lnTo>
                  <a:lnTo>
                    <a:pt x="5534" y="95590"/>
                  </a:lnTo>
                  <a:lnTo>
                    <a:pt x="7008" y="92922"/>
                  </a:lnTo>
                  <a:lnTo>
                    <a:pt x="7684" y="92199"/>
                  </a:lnTo>
                  <a:lnTo>
                    <a:pt x="7835" y="91149"/>
                  </a:lnTo>
                  <a:lnTo>
                    <a:pt x="7603" y="90000"/>
                  </a:lnTo>
                  <a:lnTo>
                    <a:pt x="7704" y="89218"/>
                  </a:lnTo>
                  <a:lnTo>
                    <a:pt x="8057" y="88827"/>
                  </a:lnTo>
                  <a:lnTo>
                    <a:pt x="8599" y="88507"/>
                  </a:lnTo>
                  <a:lnTo>
                    <a:pt x="8994" y="87410"/>
                  </a:lnTo>
                  <a:lnTo>
                    <a:pt x="8372" y="79010"/>
                  </a:lnTo>
                  <a:lnTo>
                    <a:pt x="7871" y="70637"/>
                  </a:lnTo>
                  <a:lnTo>
                    <a:pt x="7842" y="69926"/>
                  </a:lnTo>
                  <a:lnTo>
                    <a:pt x="7543" y="68769"/>
                  </a:lnTo>
                  <a:lnTo>
                    <a:pt x="7247" y="65312"/>
                  </a:lnTo>
                  <a:lnTo>
                    <a:pt x="6751" y="63288"/>
                  </a:lnTo>
                  <a:lnTo>
                    <a:pt x="6056" y="62696"/>
                  </a:lnTo>
                  <a:lnTo>
                    <a:pt x="6059" y="60790"/>
                  </a:lnTo>
                  <a:lnTo>
                    <a:pt x="6760" y="57570"/>
                  </a:lnTo>
                  <a:lnTo>
                    <a:pt x="6942" y="55678"/>
                  </a:lnTo>
                  <a:lnTo>
                    <a:pt x="6606" y="55115"/>
                  </a:lnTo>
                  <a:lnTo>
                    <a:pt x="6558" y="53647"/>
                  </a:lnTo>
                  <a:lnTo>
                    <a:pt x="6797" y="51272"/>
                  </a:lnTo>
                  <a:lnTo>
                    <a:pt x="6679" y="49806"/>
                  </a:lnTo>
                  <a:lnTo>
                    <a:pt x="6553" y="48252"/>
                  </a:lnTo>
                  <a:lnTo>
                    <a:pt x="5824" y="44584"/>
                  </a:lnTo>
                  <a:lnTo>
                    <a:pt x="5647" y="41990"/>
                  </a:lnTo>
                  <a:lnTo>
                    <a:pt x="6021" y="40472"/>
                  </a:lnTo>
                  <a:lnTo>
                    <a:pt x="6010" y="37149"/>
                  </a:lnTo>
                  <a:lnTo>
                    <a:pt x="5614" y="32024"/>
                  </a:lnTo>
                  <a:lnTo>
                    <a:pt x="5550" y="28790"/>
                  </a:lnTo>
                  <a:lnTo>
                    <a:pt x="5818" y="27442"/>
                  </a:lnTo>
                  <a:lnTo>
                    <a:pt x="5688" y="26159"/>
                  </a:lnTo>
                  <a:lnTo>
                    <a:pt x="5162" y="24940"/>
                  </a:lnTo>
                  <a:lnTo>
                    <a:pt x="5124" y="23756"/>
                  </a:lnTo>
                  <a:lnTo>
                    <a:pt x="5572" y="22604"/>
                  </a:lnTo>
                  <a:lnTo>
                    <a:pt x="5517" y="21702"/>
                  </a:lnTo>
                  <a:lnTo>
                    <a:pt x="4956" y="21046"/>
                  </a:lnTo>
                  <a:lnTo>
                    <a:pt x="4454" y="19470"/>
                  </a:lnTo>
                  <a:lnTo>
                    <a:pt x="4009" y="16977"/>
                  </a:lnTo>
                  <a:lnTo>
                    <a:pt x="4101" y="12969"/>
                  </a:lnTo>
                  <a:lnTo>
                    <a:pt x="4939" y="5596"/>
                  </a:lnTo>
                  <a:lnTo>
                    <a:pt x="5045" y="4979"/>
                  </a:lnTo>
                  <a:lnTo>
                    <a:pt x="5993" y="5021"/>
                  </a:lnTo>
                  <a:lnTo>
                    <a:pt x="5998" y="5334"/>
                  </a:lnTo>
                  <a:lnTo>
                    <a:pt x="8954" y="5264"/>
                  </a:lnTo>
                  <a:lnTo>
                    <a:pt x="12333" y="5185"/>
                  </a:lnTo>
                  <a:lnTo>
                    <a:pt x="16370" y="5088"/>
                  </a:lnTo>
                  <a:lnTo>
                    <a:pt x="20038" y="5000"/>
                  </a:lnTo>
                  <a:lnTo>
                    <a:pt x="20199" y="4668"/>
                  </a:lnTo>
                  <a:lnTo>
                    <a:pt x="20805" y="4262"/>
                  </a:lnTo>
                  <a:lnTo>
                    <a:pt x="24511" y="5013"/>
                  </a:lnTo>
                  <a:lnTo>
                    <a:pt x="26829" y="4634"/>
                  </a:lnTo>
                  <a:lnTo>
                    <a:pt x="27812" y="4881"/>
                  </a:lnTo>
                  <a:lnTo>
                    <a:pt x="28529" y="5383"/>
                  </a:lnTo>
                  <a:lnTo>
                    <a:pt x="30130" y="5071"/>
                  </a:lnTo>
                  <a:lnTo>
                    <a:pt x="30985" y="5257"/>
                  </a:lnTo>
                  <a:lnTo>
                    <a:pt x="31630" y="7095"/>
                  </a:lnTo>
                  <a:lnTo>
                    <a:pt x="31890" y="7077"/>
                  </a:lnTo>
                  <a:lnTo>
                    <a:pt x="32250" y="6300"/>
                  </a:lnTo>
                  <a:lnTo>
                    <a:pt x="32889" y="5413"/>
                  </a:lnTo>
                  <a:lnTo>
                    <a:pt x="33541" y="4706"/>
                  </a:lnTo>
                  <a:lnTo>
                    <a:pt x="34006" y="3268"/>
                  </a:lnTo>
                  <a:lnTo>
                    <a:pt x="34289" y="2175"/>
                  </a:lnTo>
                  <a:lnTo>
                    <a:pt x="34712" y="2399"/>
                  </a:lnTo>
                  <a:lnTo>
                    <a:pt x="35320" y="2333"/>
                  </a:lnTo>
                  <a:lnTo>
                    <a:pt x="35724" y="1418"/>
                  </a:lnTo>
                  <a:lnTo>
                    <a:pt x="35884" y="0"/>
                  </a:lnTo>
                  <a:close/>
                </a:path>
              </a:pathLst>
            </a:custGeom>
            <a:solidFill>
              <a:srgbClr val="EDF5E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g599"/>
            <p:cNvSpPr/>
            <p:nvPr/>
          </p:nvSpPr>
          <p:spPr>
            <a:xfrm>
              <a:off x="3150294" y="3259568"/>
              <a:ext cx="89819" cy="161278"/>
            </a:xfrm>
            <a:custGeom>
              <a:avLst/>
              <a:pathLst>
                <a:path w="89819" h="161278">
                  <a:moveTo>
                    <a:pt x="44627" y="7964"/>
                  </a:moveTo>
                  <a:lnTo>
                    <a:pt x="44278" y="8753"/>
                  </a:lnTo>
                  <a:lnTo>
                    <a:pt x="43918" y="10480"/>
                  </a:lnTo>
                  <a:lnTo>
                    <a:pt x="43589" y="12610"/>
                  </a:lnTo>
                  <a:lnTo>
                    <a:pt x="43252" y="14044"/>
                  </a:lnTo>
                  <a:lnTo>
                    <a:pt x="43371" y="14980"/>
                  </a:lnTo>
                  <a:lnTo>
                    <a:pt x="44319" y="16840"/>
                  </a:lnTo>
                  <a:lnTo>
                    <a:pt x="45653" y="19457"/>
                  </a:lnTo>
                  <a:lnTo>
                    <a:pt x="46195" y="19794"/>
                  </a:lnTo>
                  <a:lnTo>
                    <a:pt x="46817" y="19179"/>
                  </a:lnTo>
                  <a:lnTo>
                    <a:pt x="47797" y="17106"/>
                  </a:lnTo>
                  <a:lnTo>
                    <a:pt x="48570" y="14866"/>
                  </a:lnTo>
                  <a:lnTo>
                    <a:pt x="49317" y="13781"/>
                  </a:lnTo>
                  <a:lnTo>
                    <a:pt x="50187" y="13851"/>
                  </a:lnTo>
                  <a:lnTo>
                    <a:pt x="50882" y="15426"/>
                  </a:lnTo>
                  <a:lnTo>
                    <a:pt x="51731" y="18901"/>
                  </a:lnTo>
                  <a:lnTo>
                    <a:pt x="52504" y="22063"/>
                  </a:lnTo>
                  <a:lnTo>
                    <a:pt x="52603" y="22382"/>
                  </a:lnTo>
                  <a:lnTo>
                    <a:pt x="52916" y="22906"/>
                  </a:lnTo>
                  <a:lnTo>
                    <a:pt x="53305" y="22886"/>
                  </a:lnTo>
                  <a:lnTo>
                    <a:pt x="53715" y="22114"/>
                  </a:lnTo>
                  <a:lnTo>
                    <a:pt x="54016" y="21651"/>
                  </a:lnTo>
                  <a:lnTo>
                    <a:pt x="54375" y="20200"/>
                  </a:lnTo>
                  <a:lnTo>
                    <a:pt x="55883" y="15816"/>
                  </a:lnTo>
                  <a:lnTo>
                    <a:pt x="57017" y="14608"/>
                  </a:lnTo>
                  <a:lnTo>
                    <a:pt x="57417" y="14291"/>
                  </a:lnTo>
                  <a:lnTo>
                    <a:pt x="58210" y="13630"/>
                  </a:lnTo>
                  <a:lnTo>
                    <a:pt x="59523" y="14670"/>
                  </a:lnTo>
                  <a:lnTo>
                    <a:pt x="61430" y="16472"/>
                  </a:lnTo>
                  <a:lnTo>
                    <a:pt x="63745" y="18658"/>
                  </a:lnTo>
                  <a:lnTo>
                    <a:pt x="64558" y="19029"/>
                  </a:lnTo>
                  <a:lnTo>
                    <a:pt x="65036" y="18658"/>
                  </a:lnTo>
                  <a:lnTo>
                    <a:pt x="65724" y="15684"/>
                  </a:lnTo>
                  <a:lnTo>
                    <a:pt x="66584" y="14522"/>
                  </a:lnTo>
                  <a:lnTo>
                    <a:pt x="67814" y="13157"/>
                  </a:lnTo>
                  <a:lnTo>
                    <a:pt x="68811" y="12454"/>
                  </a:lnTo>
                  <a:lnTo>
                    <a:pt x="69383" y="12366"/>
                  </a:lnTo>
                  <a:lnTo>
                    <a:pt x="69601" y="11558"/>
                  </a:lnTo>
                  <a:lnTo>
                    <a:pt x="69706" y="10347"/>
                  </a:lnTo>
                  <a:lnTo>
                    <a:pt x="69593" y="9098"/>
                  </a:lnTo>
                  <a:lnTo>
                    <a:pt x="68949" y="6846"/>
                  </a:lnTo>
                  <a:lnTo>
                    <a:pt x="68929" y="6183"/>
                  </a:lnTo>
                  <a:lnTo>
                    <a:pt x="69296" y="5751"/>
                  </a:lnTo>
                  <a:lnTo>
                    <a:pt x="70091" y="5426"/>
                  </a:lnTo>
                  <a:lnTo>
                    <a:pt x="71120" y="5645"/>
                  </a:lnTo>
                  <a:lnTo>
                    <a:pt x="72279" y="6618"/>
                  </a:lnTo>
                  <a:lnTo>
                    <a:pt x="73222" y="8024"/>
                  </a:lnTo>
                  <a:lnTo>
                    <a:pt x="73760" y="9692"/>
                  </a:lnTo>
                  <a:lnTo>
                    <a:pt x="74346" y="13248"/>
                  </a:lnTo>
                  <a:lnTo>
                    <a:pt x="74797" y="16706"/>
                  </a:lnTo>
                  <a:lnTo>
                    <a:pt x="75961" y="22203"/>
                  </a:lnTo>
                  <a:lnTo>
                    <a:pt x="75940" y="25613"/>
                  </a:lnTo>
                  <a:lnTo>
                    <a:pt x="75916" y="29569"/>
                  </a:lnTo>
                  <a:lnTo>
                    <a:pt x="76431" y="30307"/>
                  </a:lnTo>
                  <a:lnTo>
                    <a:pt x="77000" y="30625"/>
                  </a:lnTo>
                  <a:lnTo>
                    <a:pt x="77264" y="31208"/>
                  </a:lnTo>
                  <a:lnTo>
                    <a:pt x="77830" y="34245"/>
                  </a:lnTo>
                  <a:lnTo>
                    <a:pt x="78364" y="35128"/>
                  </a:lnTo>
                  <a:lnTo>
                    <a:pt x="79003" y="35336"/>
                  </a:lnTo>
                  <a:lnTo>
                    <a:pt x="80198" y="37282"/>
                  </a:lnTo>
                  <a:lnTo>
                    <a:pt x="80968" y="38048"/>
                  </a:lnTo>
                  <a:lnTo>
                    <a:pt x="81077" y="38631"/>
                  </a:lnTo>
                  <a:lnTo>
                    <a:pt x="81051" y="39433"/>
                  </a:lnTo>
                  <a:lnTo>
                    <a:pt x="80751" y="40458"/>
                  </a:lnTo>
                  <a:lnTo>
                    <a:pt x="80285" y="41168"/>
                  </a:lnTo>
                  <a:lnTo>
                    <a:pt x="79593" y="42491"/>
                  </a:lnTo>
                  <a:lnTo>
                    <a:pt x="79021" y="44232"/>
                  </a:lnTo>
                  <a:lnTo>
                    <a:pt x="77843" y="48403"/>
                  </a:lnTo>
                  <a:lnTo>
                    <a:pt x="77809" y="49182"/>
                  </a:lnTo>
                  <a:lnTo>
                    <a:pt x="78059" y="49744"/>
                  </a:lnTo>
                  <a:lnTo>
                    <a:pt x="78546" y="49848"/>
                  </a:lnTo>
                  <a:lnTo>
                    <a:pt x="79066" y="49561"/>
                  </a:lnTo>
                  <a:lnTo>
                    <a:pt x="80149" y="48033"/>
                  </a:lnTo>
                  <a:lnTo>
                    <a:pt x="81005" y="48578"/>
                  </a:lnTo>
                  <a:lnTo>
                    <a:pt x="81822" y="49739"/>
                  </a:lnTo>
                  <a:lnTo>
                    <a:pt x="82123" y="50947"/>
                  </a:lnTo>
                  <a:lnTo>
                    <a:pt x="82201" y="52533"/>
                  </a:lnTo>
                  <a:lnTo>
                    <a:pt x="82014" y="54576"/>
                  </a:lnTo>
                  <a:lnTo>
                    <a:pt x="81984" y="56864"/>
                  </a:lnTo>
                  <a:lnTo>
                    <a:pt x="82259" y="60763"/>
                  </a:lnTo>
                  <a:lnTo>
                    <a:pt x="82685" y="64651"/>
                  </a:lnTo>
                  <a:lnTo>
                    <a:pt x="83113" y="66069"/>
                  </a:lnTo>
                  <a:lnTo>
                    <a:pt x="85846" y="69500"/>
                  </a:lnTo>
                  <a:lnTo>
                    <a:pt x="86109" y="70784"/>
                  </a:lnTo>
                  <a:lnTo>
                    <a:pt x="86245" y="72229"/>
                  </a:lnTo>
                  <a:lnTo>
                    <a:pt x="86048" y="74210"/>
                  </a:lnTo>
                  <a:lnTo>
                    <a:pt x="85769" y="75309"/>
                  </a:lnTo>
                  <a:lnTo>
                    <a:pt x="84986" y="77029"/>
                  </a:lnTo>
                  <a:lnTo>
                    <a:pt x="84269" y="78359"/>
                  </a:lnTo>
                  <a:lnTo>
                    <a:pt x="84043" y="79804"/>
                  </a:lnTo>
                  <a:lnTo>
                    <a:pt x="84157" y="82506"/>
                  </a:lnTo>
                  <a:lnTo>
                    <a:pt x="84154" y="88621"/>
                  </a:lnTo>
                  <a:lnTo>
                    <a:pt x="84265" y="93913"/>
                  </a:lnTo>
                  <a:lnTo>
                    <a:pt x="84854" y="95835"/>
                  </a:lnTo>
                  <a:lnTo>
                    <a:pt x="85556" y="96810"/>
                  </a:lnTo>
                  <a:lnTo>
                    <a:pt x="86389" y="96627"/>
                  </a:lnTo>
                  <a:lnTo>
                    <a:pt x="87199" y="96272"/>
                  </a:lnTo>
                  <a:lnTo>
                    <a:pt x="87153" y="99439"/>
                  </a:lnTo>
                  <a:lnTo>
                    <a:pt x="86933" y="102990"/>
                  </a:lnTo>
                  <a:lnTo>
                    <a:pt x="87891" y="104081"/>
                  </a:lnTo>
                  <a:lnTo>
                    <a:pt x="88374" y="105161"/>
                  </a:lnTo>
                  <a:lnTo>
                    <a:pt x="88640" y="106171"/>
                  </a:lnTo>
                  <a:lnTo>
                    <a:pt x="87127" y="108055"/>
                  </a:lnTo>
                  <a:lnTo>
                    <a:pt x="86688" y="109158"/>
                  </a:lnTo>
                  <a:lnTo>
                    <a:pt x="86483" y="112123"/>
                  </a:lnTo>
                  <a:lnTo>
                    <a:pt x="86532" y="114860"/>
                  </a:lnTo>
                  <a:lnTo>
                    <a:pt x="88566" y="116816"/>
                  </a:lnTo>
                  <a:lnTo>
                    <a:pt x="89352" y="119109"/>
                  </a:lnTo>
                  <a:lnTo>
                    <a:pt x="89700" y="121488"/>
                  </a:lnTo>
                  <a:lnTo>
                    <a:pt x="89819" y="125984"/>
                  </a:lnTo>
                  <a:lnTo>
                    <a:pt x="89638" y="127011"/>
                  </a:lnTo>
                  <a:lnTo>
                    <a:pt x="89116" y="127021"/>
                  </a:lnTo>
                  <a:lnTo>
                    <a:pt x="88525" y="125641"/>
                  </a:lnTo>
                  <a:lnTo>
                    <a:pt x="88084" y="124290"/>
                  </a:lnTo>
                  <a:lnTo>
                    <a:pt x="87534" y="124294"/>
                  </a:lnTo>
                  <a:lnTo>
                    <a:pt x="86505" y="123993"/>
                  </a:lnTo>
                  <a:lnTo>
                    <a:pt x="85336" y="123474"/>
                  </a:lnTo>
                  <a:lnTo>
                    <a:pt x="83890" y="123611"/>
                  </a:lnTo>
                  <a:lnTo>
                    <a:pt x="83375" y="123830"/>
                  </a:lnTo>
                  <a:lnTo>
                    <a:pt x="83046" y="124645"/>
                  </a:lnTo>
                  <a:lnTo>
                    <a:pt x="82959" y="126056"/>
                  </a:lnTo>
                  <a:lnTo>
                    <a:pt x="82813" y="130613"/>
                  </a:lnTo>
                  <a:lnTo>
                    <a:pt x="83288" y="131618"/>
                  </a:lnTo>
                  <a:lnTo>
                    <a:pt x="84220" y="132748"/>
                  </a:lnTo>
                  <a:lnTo>
                    <a:pt x="84831" y="133230"/>
                  </a:lnTo>
                  <a:lnTo>
                    <a:pt x="85342" y="133094"/>
                  </a:lnTo>
                  <a:lnTo>
                    <a:pt x="85730" y="133827"/>
                  </a:lnTo>
                  <a:lnTo>
                    <a:pt x="85814" y="135789"/>
                  </a:lnTo>
                  <a:lnTo>
                    <a:pt x="85547" y="137231"/>
                  </a:lnTo>
                  <a:lnTo>
                    <a:pt x="85034" y="138570"/>
                  </a:lnTo>
                  <a:lnTo>
                    <a:pt x="84388" y="142018"/>
                  </a:lnTo>
                  <a:lnTo>
                    <a:pt x="84498" y="143309"/>
                  </a:lnTo>
                  <a:lnTo>
                    <a:pt x="84527" y="145179"/>
                  </a:lnTo>
                  <a:lnTo>
                    <a:pt x="83424" y="150218"/>
                  </a:lnTo>
                  <a:lnTo>
                    <a:pt x="83108" y="151208"/>
                  </a:lnTo>
                  <a:lnTo>
                    <a:pt x="81647" y="150208"/>
                  </a:lnTo>
                  <a:lnTo>
                    <a:pt x="80694" y="149874"/>
                  </a:lnTo>
                  <a:lnTo>
                    <a:pt x="80006" y="151156"/>
                  </a:lnTo>
                  <a:lnTo>
                    <a:pt x="79569" y="150356"/>
                  </a:lnTo>
                  <a:lnTo>
                    <a:pt x="79056" y="149188"/>
                  </a:lnTo>
                  <a:lnTo>
                    <a:pt x="78880" y="147652"/>
                  </a:lnTo>
                  <a:lnTo>
                    <a:pt x="78533" y="147331"/>
                  </a:lnTo>
                  <a:lnTo>
                    <a:pt x="77894" y="147318"/>
                  </a:lnTo>
                  <a:lnTo>
                    <a:pt x="77302" y="148189"/>
                  </a:lnTo>
                  <a:lnTo>
                    <a:pt x="77044" y="149773"/>
                  </a:lnTo>
                  <a:lnTo>
                    <a:pt x="77006" y="151597"/>
                  </a:lnTo>
                  <a:lnTo>
                    <a:pt x="76913" y="153011"/>
                  </a:lnTo>
                  <a:lnTo>
                    <a:pt x="76561" y="153865"/>
                  </a:lnTo>
                  <a:lnTo>
                    <a:pt x="75844" y="156077"/>
                  </a:lnTo>
                  <a:lnTo>
                    <a:pt x="75508" y="158120"/>
                  </a:lnTo>
                  <a:lnTo>
                    <a:pt x="75092" y="159896"/>
                  </a:lnTo>
                  <a:lnTo>
                    <a:pt x="74497" y="159794"/>
                  </a:lnTo>
                  <a:lnTo>
                    <a:pt x="74222" y="159544"/>
                  </a:lnTo>
                  <a:lnTo>
                    <a:pt x="74033" y="160009"/>
                  </a:lnTo>
                  <a:lnTo>
                    <a:pt x="73109" y="160996"/>
                  </a:lnTo>
                  <a:lnTo>
                    <a:pt x="72314" y="161278"/>
                  </a:lnTo>
                  <a:lnTo>
                    <a:pt x="72104" y="160254"/>
                  </a:lnTo>
                  <a:lnTo>
                    <a:pt x="71640" y="159432"/>
                  </a:lnTo>
                  <a:lnTo>
                    <a:pt x="71125" y="157810"/>
                  </a:lnTo>
                  <a:lnTo>
                    <a:pt x="70538" y="156497"/>
                  </a:lnTo>
                  <a:lnTo>
                    <a:pt x="69417" y="155582"/>
                  </a:lnTo>
                  <a:lnTo>
                    <a:pt x="68974" y="155989"/>
                  </a:lnTo>
                  <a:lnTo>
                    <a:pt x="68444" y="155885"/>
                  </a:lnTo>
                  <a:lnTo>
                    <a:pt x="68094" y="155370"/>
                  </a:lnTo>
                  <a:lnTo>
                    <a:pt x="68144" y="154582"/>
                  </a:lnTo>
                  <a:lnTo>
                    <a:pt x="68732" y="152590"/>
                  </a:lnTo>
                  <a:lnTo>
                    <a:pt x="69067" y="150760"/>
                  </a:lnTo>
                  <a:lnTo>
                    <a:pt x="69251" y="148760"/>
                  </a:lnTo>
                  <a:lnTo>
                    <a:pt x="69248" y="146862"/>
                  </a:lnTo>
                  <a:lnTo>
                    <a:pt x="68934" y="144178"/>
                  </a:lnTo>
                  <a:lnTo>
                    <a:pt x="68429" y="142048"/>
                  </a:lnTo>
                  <a:lnTo>
                    <a:pt x="68307" y="140813"/>
                  </a:lnTo>
                  <a:lnTo>
                    <a:pt x="68366" y="139057"/>
                  </a:lnTo>
                  <a:lnTo>
                    <a:pt x="68249" y="137423"/>
                  </a:lnTo>
                  <a:lnTo>
                    <a:pt x="68085" y="136570"/>
                  </a:lnTo>
                  <a:lnTo>
                    <a:pt x="68005" y="134948"/>
                  </a:lnTo>
                  <a:lnTo>
                    <a:pt x="67847" y="133471"/>
                  </a:lnTo>
                  <a:lnTo>
                    <a:pt x="67550" y="132901"/>
                  </a:lnTo>
                  <a:lnTo>
                    <a:pt x="67383" y="130426"/>
                  </a:lnTo>
                  <a:lnTo>
                    <a:pt x="67431" y="127883"/>
                  </a:lnTo>
                  <a:lnTo>
                    <a:pt x="66996" y="126922"/>
                  </a:lnTo>
                  <a:lnTo>
                    <a:pt x="66311" y="126221"/>
                  </a:lnTo>
                  <a:lnTo>
                    <a:pt x="65908" y="125225"/>
                  </a:lnTo>
                  <a:lnTo>
                    <a:pt x="65660" y="124117"/>
                  </a:lnTo>
                  <a:lnTo>
                    <a:pt x="65412" y="123795"/>
                  </a:lnTo>
                  <a:lnTo>
                    <a:pt x="65202" y="123862"/>
                  </a:lnTo>
                  <a:lnTo>
                    <a:pt x="65010" y="124550"/>
                  </a:lnTo>
                  <a:lnTo>
                    <a:pt x="64782" y="124696"/>
                  </a:lnTo>
                  <a:lnTo>
                    <a:pt x="64384" y="122314"/>
                  </a:lnTo>
                  <a:lnTo>
                    <a:pt x="64217" y="122221"/>
                  </a:lnTo>
                  <a:lnTo>
                    <a:pt x="63940" y="122768"/>
                  </a:lnTo>
                  <a:lnTo>
                    <a:pt x="60775" y="125407"/>
                  </a:lnTo>
                  <a:lnTo>
                    <a:pt x="60637" y="124381"/>
                  </a:lnTo>
                  <a:lnTo>
                    <a:pt x="60370" y="123162"/>
                  </a:lnTo>
                  <a:lnTo>
                    <a:pt x="59763" y="122752"/>
                  </a:lnTo>
                  <a:lnTo>
                    <a:pt x="58719" y="123665"/>
                  </a:lnTo>
                  <a:lnTo>
                    <a:pt x="58108" y="123774"/>
                  </a:lnTo>
                  <a:lnTo>
                    <a:pt x="57172" y="123468"/>
                  </a:lnTo>
                  <a:lnTo>
                    <a:pt x="56753" y="123898"/>
                  </a:lnTo>
                  <a:lnTo>
                    <a:pt x="55510" y="127410"/>
                  </a:lnTo>
                  <a:lnTo>
                    <a:pt x="54763" y="128782"/>
                  </a:lnTo>
                  <a:lnTo>
                    <a:pt x="54199" y="128669"/>
                  </a:lnTo>
                  <a:lnTo>
                    <a:pt x="53606" y="128350"/>
                  </a:lnTo>
                  <a:lnTo>
                    <a:pt x="53188" y="128604"/>
                  </a:lnTo>
                  <a:lnTo>
                    <a:pt x="52881" y="128203"/>
                  </a:lnTo>
                  <a:lnTo>
                    <a:pt x="53003" y="127347"/>
                  </a:lnTo>
                  <a:lnTo>
                    <a:pt x="53305" y="126273"/>
                  </a:lnTo>
                  <a:lnTo>
                    <a:pt x="53901" y="122449"/>
                  </a:lnTo>
                  <a:lnTo>
                    <a:pt x="55428" y="118598"/>
                  </a:lnTo>
                  <a:lnTo>
                    <a:pt x="55460" y="117793"/>
                  </a:lnTo>
                  <a:lnTo>
                    <a:pt x="54835" y="115541"/>
                  </a:lnTo>
                  <a:lnTo>
                    <a:pt x="54179" y="112473"/>
                  </a:lnTo>
                  <a:lnTo>
                    <a:pt x="54177" y="109187"/>
                  </a:lnTo>
                  <a:lnTo>
                    <a:pt x="54053" y="106812"/>
                  </a:lnTo>
                  <a:lnTo>
                    <a:pt x="52701" y="106147"/>
                  </a:lnTo>
                  <a:lnTo>
                    <a:pt x="52456" y="105746"/>
                  </a:lnTo>
                  <a:lnTo>
                    <a:pt x="52420" y="104945"/>
                  </a:lnTo>
                  <a:lnTo>
                    <a:pt x="52770" y="102814"/>
                  </a:lnTo>
                  <a:lnTo>
                    <a:pt x="53179" y="100844"/>
                  </a:lnTo>
                  <a:lnTo>
                    <a:pt x="53239" y="100010"/>
                  </a:lnTo>
                  <a:lnTo>
                    <a:pt x="53144" y="99274"/>
                  </a:lnTo>
                  <a:lnTo>
                    <a:pt x="52315" y="97174"/>
                  </a:lnTo>
                  <a:lnTo>
                    <a:pt x="51020" y="93300"/>
                  </a:lnTo>
                  <a:lnTo>
                    <a:pt x="49822" y="89010"/>
                  </a:lnTo>
                  <a:lnTo>
                    <a:pt x="48794" y="85325"/>
                  </a:lnTo>
                  <a:lnTo>
                    <a:pt x="47963" y="83646"/>
                  </a:lnTo>
                  <a:lnTo>
                    <a:pt x="47168" y="81218"/>
                  </a:lnTo>
                  <a:lnTo>
                    <a:pt x="46866" y="79669"/>
                  </a:lnTo>
                  <a:lnTo>
                    <a:pt x="46038" y="79114"/>
                  </a:lnTo>
                  <a:lnTo>
                    <a:pt x="43621" y="79146"/>
                  </a:lnTo>
                  <a:lnTo>
                    <a:pt x="40719" y="79183"/>
                  </a:lnTo>
                  <a:lnTo>
                    <a:pt x="38269" y="79218"/>
                  </a:lnTo>
                  <a:lnTo>
                    <a:pt x="38127" y="81294"/>
                  </a:lnTo>
                  <a:lnTo>
                    <a:pt x="35451" y="82694"/>
                  </a:lnTo>
                  <a:lnTo>
                    <a:pt x="33801" y="81086"/>
                  </a:lnTo>
                  <a:lnTo>
                    <a:pt x="31970" y="82021"/>
                  </a:lnTo>
                  <a:lnTo>
                    <a:pt x="31074" y="83085"/>
                  </a:lnTo>
                  <a:lnTo>
                    <a:pt x="30795" y="85299"/>
                  </a:lnTo>
                  <a:lnTo>
                    <a:pt x="30387" y="87729"/>
                  </a:lnTo>
                  <a:lnTo>
                    <a:pt x="29997" y="88729"/>
                  </a:lnTo>
                  <a:lnTo>
                    <a:pt x="29829" y="89820"/>
                  </a:lnTo>
                  <a:lnTo>
                    <a:pt x="29603" y="90812"/>
                  </a:lnTo>
                  <a:lnTo>
                    <a:pt x="29243" y="91956"/>
                  </a:lnTo>
                  <a:lnTo>
                    <a:pt x="28844" y="94253"/>
                  </a:lnTo>
                  <a:lnTo>
                    <a:pt x="27974" y="97521"/>
                  </a:lnTo>
                  <a:lnTo>
                    <a:pt x="27057" y="99629"/>
                  </a:lnTo>
                  <a:lnTo>
                    <a:pt x="25500" y="100779"/>
                  </a:lnTo>
                  <a:lnTo>
                    <a:pt x="25015" y="104219"/>
                  </a:lnTo>
                  <a:lnTo>
                    <a:pt x="24657" y="105500"/>
                  </a:lnTo>
                  <a:lnTo>
                    <a:pt x="24056" y="106503"/>
                  </a:lnTo>
                  <a:lnTo>
                    <a:pt x="23415" y="107155"/>
                  </a:lnTo>
                  <a:lnTo>
                    <a:pt x="22824" y="106761"/>
                  </a:lnTo>
                  <a:lnTo>
                    <a:pt x="22144" y="106489"/>
                  </a:lnTo>
                  <a:lnTo>
                    <a:pt x="21431" y="107106"/>
                  </a:lnTo>
                  <a:lnTo>
                    <a:pt x="21310" y="106245"/>
                  </a:lnTo>
                  <a:lnTo>
                    <a:pt x="21714" y="103521"/>
                  </a:lnTo>
                  <a:lnTo>
                    <a:pt x="21392" y="102104"/>
                  </a:lnTo>
                  <a:lnTo>
                    <a:pt x="20171" y="99273"/>
                  </a:lnTo>
                  <a:lnTo>
                    <a:pt x="20055" y="97904"/>
                  </a:lnTo>
                  <a:lnTo>
                    <a:pt x="19681" y="96141"/>
                  </a:lnTo>
                  <a:lnTo>
                    <a:pt x="18073" y="92503"/>
                  </a:lnTo>
                  <a:lnTo>
                    <a:pt x="16572" y="92728"/>
                  </a:lnTo>
                  <a:lnTo>
                    <a:pt x="16990" y="89675"/>
                  </a:lnTo>
                  <a:lnTo>
                    <a:pt x="16971" y="85620"/>
                  </a:lnTo>
                  <a:lnTo>
                    <a:pt x="16461" y="83406"/>
                  </a:lnTo>
                  <a:lnTo>
                    <a:pt x="16591" y="81145"/>
                  </a:lnTo>
                  <a:lnTo>
                    <a:pt x="16313" y="81288"/>
                  </a:lnTo>
                  <a:lnTo>
                    <a:pt x="15813" y="82845"/>
                  </a:lnTo>
                  <a:lnTo>
                    <a:pt x="15003" y="82344"/>
                  </a:lnTo>
                  <a:lnTo>
                    <a:pt x="13364" y="79936"/>
                  </a:lnTo>
                  <a:lnTo>
                    <a:pt x="12544" y="77597"/>
                  </a:lnTo>
                  <a:lnTo>
                    <a:pt x="12446" y="75609"/>
                  </a:lnTo>
                  <a:lnTo>
                    <a:pt x="12262" y="74837"/>
                  </a:lnTo>
                  <a:lnTo>
                    <a:pt x="11759" y="75251"/>
                  </a:lnTo>
                  <a:lnTo>
                    <a:pt x="10734" y="75211"/>
                  </a:lnTo>
                  <a:lnTo>
                    <a:pt x="7608" y="71673"/>
                  </a:lnTo>
                  <a:lnTo>
                    <a:pt x="5382" y="62764"/>
                  </a:lnTo>
                  <a:lnTo>
                    <a:pt x="5333" y="60755"/>
                  </a:lnTo>
                  <a:lnTo>
                    <a:pt x="5652" y="57295"/>
                  </a:lnTo>
                  <a:lnTo>
                    <a:pt x="5578" y="56356"/>
                  </a:lnTo>
                  <a:lnTo>
                    <a:pt x="4556" y="58653"/>
                  </a:lnTo>
                  <a:lnTo>
                    <a:pt x="4361" y="57115"/>
                  </a:lnTo>
                  <a:lnTo>
                    <a:pt x="3581" y="53538"/>
                  </a:lnTo>
                  <a:lnTo>
                    <a:pt x="3355" y="51482"/>
                  </a:lnTo>
                  <a:lnTo>
                    <a:pt x="2605" y="50569"/>
                  </a:lnTo>
                  <a:lnTo>
                    <a:pt x="2004" y="50406"/>
                  </a:lnTo>
                  <a:lnTo>
                    <a:pt x="1540" y="51090"/>
                  </a:lnTo>
                  <a:lnTo>
                    <a:pt x="928" y="55271"/>
                  </a:lnTo>
                  <a:lnTo>
                    <a:pt x="473" y="55244"/>
                  </a:lnTo>
                  <a:lnTo>
                    <a:pt x="0" y="54351"/>
                  </a:lnTo>
                  <a:lnTo>
                    <a:pt x="99" y="51231"/>
                  </a:lnTo>
                  <a:lnTo>
                    <a:pt x="636" y="49693"/>
                  </a:lnTo>
                  <a:lnTo>
                    <a:pt x="1301" y="47330"/>
                  </a:lnTo>
                  <a:lnTo>
                    <a:pt x="3313" y="37480"/>
                  </a:lnTo>
                  <a:lnTo>
                    <a:pt x="4033" y="35222"/>
                  </a:lnTo>
                  <a:lnTo>
                    <a:pt x="4488" y="34437"/>
                  </a:lnTo>
                  <a:lnTo>
                    <a:pt x="5440" y="34344"/>
                  </a:lnTo>
                  <a:lnTo>
                    <a:pt x="7297" y="33027"/>
                  </a:lnTo>
                  <a:lnTo>
                    <a:pt x="8816" y="30853"/>
                  </a:lnTo>
                  <a:lnTo>
                    <a:pt x="9574" y="29963"/>
                  </a:lnTo>
                  <a:lnTo>
                    <a:pt x="11320" y="30198"/>
                  </a:lnTo>
                  <a:lnTo>
                    <a:pt x="13381" y="29824"/>
                  </a:lnTo>
                  <a:lnTo>
                    <a:pt x="16068" y="27713"/>
                  </a:lnTo>
                  <a:lnTo>
                    <a:pt x="16119" y="24815"/>
                  </a:lnTo>
                  <a:lnTo>
                    <a:pt x="16093" y="21099"/>
                  </a:lnTo>
                  <a:lnTo>
                    <a:pt x="16004" y="19628"/>
                  </a:lnTo>
                  <a:lnTo>
                    <a:pt x="15050" y="18303"/>
                  </a:lnTo>
                  <a:lnTo>
                    <a:pt x="14494" y="17156"/>
                  </a:lnTo>
                  <a:lnTo>
                    <a:pt x="14015" y="15692"/>
                  </a:lnTo>
                  <a:lnTo>
                    <a:pt x="13434" y="14649"/>
                  </a:lnTo>
                  <a:lnTo>
                    <a:pt x="13453" y="13553"/>
                  </a:lnTo>
                  <a:lnTo>
                    <a:pt x="14182" y="12618"/>
                  </a:lnTo>
                  <a:lnTo>
                    <a:pt x="14646" y="12142"/>
                  </a:lnTo>
                  <a:lnTo>
                    <a:pt x="15739" y="12161"/>
                  </a:lnTo>
                  <a:lnTo>
                    <a:pt x="16101" y="11616"/>
                  </a:lnTo>
                  <a:lnTo>
                    <a:pt x="16371" y="10674"/>
                  </a:lnTo>
                  <a:lnTo>
                    <a:pt x="16682" y="8289"/>
                  </a:lnTo>
                  <a:lnTo>
                    <a:pt x="16790" y="5774"/>
                  </a:lnTo>
                  <a:lnTo>
                    <a:pt x="16070" y="2396"/>
                  </a:lnTo>
                  <a:lnTo>
                    <a:pt x="16111" y="0"/>
                  </a:lnTo>
                  <a:lnTo>
                    <a:pt x="20053" y="344"/>
                  </a:lnTo>
                  <a:lnTo>
                    <a:pt x="20458" y="600"/>
                  </a:lnTo>
                  <a:lnTo>
                    <a:pt x="22219" y="1014"/>
                  </a:lnTo>
                  <a:lnTo>
                    <a:pt x="23311" y="1009"/>
                  </a:lnTo>
                  <a:lnTo>
                    <a:pt x="23988" y="1193"/>
                  </a:lnTo>
                  <a:lnTo>
                    <a:pt x="24270" y="1740"/>
                  </a:lnTo>
                  <a:lnTo>
                    <a:pt x="24213" y="2744"/>
                  </a:lnTo>
                  <a:lnTo>
                    <a:pt x="24025" y="4067"/>
                  </a:lnTo>
                  <a:lnTo>
                    <a:pt x="24251" y="5435"/>
                  </a:lnTo>
                  <a:lnTo>
                    <a:pt x="24853" y="5800"/>
                  </a:lnTo>
                  <a:lnTo>
                    <a:pt x="25173" y="5386"/>
                  </a:lnTo>
                  <a:lnTo>
                    <a:pt x="25479" y="4715"/>
                  </a:lnTo>
                  <a:lnTo>
                    <a:pt x="25843" y="4185"/>
                  </a:lnTo>
                  <a:lnTo>
                    <a:pt x="26361" y="4547"/>
                  </a:lnTo>
                  <a:lnTo>
                    <a:pt x="27468" y="6560"/>
                  </a:lnTo>
                  <a:lnTo>
                    <a:pt x="28495" y="7114"/>
                  </a:lnTo>
                  <a:lnTo>
                    <a:pt x="29620" y="8206"/>
                  </a:lnTo>
                  <a:lnTo>
                    <a:pt x="30675" y="8809"/>
                  </a:lnTo>
                  <a:lnTo>
                    <a:pt x="31611" y="8733"/>
                  </a:lnTo>
                  <a:lnTo>
                    <a:pt x="32322" y="9864"/>
                  </a:lnTo>
                  <a:lnTo>
                    <a:pt x="33636" y="10220"/>
                  </a:lnTo>
                  <a:lnTo>
                    <a:pt x="35333" y="8785"/>
                  </a:lnTo>
                  <a:lnTo>
                    <a:pt x="36669" y="8151"/>
                  </a:lnTo>
                  <a:lnTo>
                    <a:pt x="38543" y="7996"/>
                  </a:lnTo>
                  <a:lnTo>
                    <a:pt x="39524" y="8469"/>
                  </a:lnTo>
                  <a:lnTo>
                    <a:pt x="42381" y="7316"/>
                  </a:lnTo>
                  <a:lnTo>
                    <a:pt x="43806" y="7574"/>
                  </a:lnTo>
                  <a:close/>
                </a:path>
              </a:pathLst>
            </a:custGeom>
            <a:solidFill>
              <a:srgbClr val="FFEAE3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g600"/>
            <p:cNvSpPr/>
            <p:nvPr/>
          </p:nvSpPr>
          <p:spPr>
            <a:xfrm>
              <a:off x="3128679" y="3225935"/>
              <a:ext cx="36538" cy="22101"/>
            </a:xfrm>
            <a:custGeom>
              <a:avLst/>
              <a:pathLst>
                <a:path w="36538" h="22101">
                  <a:moveTo>
                    <a:pt x="749" y="22101"/>
                  </a:moveTo>
                  <a:lnTo>
                    <a:pt x="675" y="19609"/>
                  </a:lnTo>
                  <a:lnTo>
                    <a:pt x="0" y="13918"/>
                  </a:lnTo>
                  <a:lnTo>
                    <a:pt x="906" y="11427"/>
                  </a:lnTo>
                  <a:lnTo>
                    <a:pt x="1894" y="9961"/>
                  </a:lnTo>
                  <a:lnTo>
                    <a:pt x="2559" y="11134"/>
                  </a:lnTo>
                  <a:lnTo>
                    <a:pt x="2759" y="13452"/>
                  </a:lnTo>
                  <a:lnTo>
                    <a:pt x="3270" y="15037"/>
                  </a:lnTo>
                  <a:lnTo>
                    <a:pt x="5014" y="16026"/>
                  </a:lnTo>
                  <a:lnTo>
                    <a:pt x="6741" y="15315"/>
                  </a:lnTo>
                  <a:lnTo>
                    <a:pt x="7796" y="15643"/>
                  </a:lnTo>
                  <a:lnTo>
                    <a:pt x="7762" y="14358"/>
                  </a:lnTo>
                  <a:lnTo>
                    <a:pt x="8121" y="12649"/>
                  </a:lnTo>
                  <a:lnTo>
                    <a:pt x="10217" y="11916"/>
                  </a:lnTo>
                  <a:lnTo>
                    <a:pt x="12434" y="11427"/>
                  </a:lnTo>
                  <a:lnTo>
                    <a:pt x="14711" y="10401"/>
                  </a:lnTo>
                  <a:lnTo>
                    <a:pt x="16495" y="10444"/>
                  </a:lnTo>
                  <a:lnTo>
                    <a:pt x="17029" y="10157"/>
                  </a:lnTo>
                  <a:lnTo>
                    <a:pt x="16899" y="9718"/>
                  </a:lnTo>
                  <a:lnTo>
                    <a:pt x="15298" y="9226"/>
                  </a:lnTo>
                  <a:lnTo>
                    <a:pt x="11881" y="10405"/>
                  </a:lnTo>
                  <a:lnTo>
                    <a:pt x="8401" y="10751"/>
                  </a:lnTo>
                  <a:lnTo>
                    <a:pt x="5764" y="13851"/>
                  </a:lnTo>
                  <a:lnTo>
                    <a:pt x="4683" y="13561"/>
                  </a:lnTo>
                  <a:lnTo>
                    <a:pt x="3591" y="10464"/>
                  </a:lnTo>
                  <a:lnTo>
                    <a:pt x="3199" y="6642"/>
                  </a:lnTo>
                  <a:lnTo>
                    <a:pt x="6289" y="6359"/>
                  </a:lnTo>
                  <a:lnTo>
                    <a:pt x="10032" y="6481"/>
                  </a:lnTo>
                  <a:lnTo>
                    <a:pt x="14108" y="6613"/>
                  </a:lnTo>
                  <a:lnTo>
                    <a:pt x="16027" y="6674"/>
                  </a:lnTo>
                  <a:lnTo>
                    <a:pt x="17037" y="2514"/>
                  </a:lnTo>
                  <a:lnTo>
                    <a:pt x="18954" y="679"/>
                  </a:lnTo>
                  <a:lnTo>
                    <a:pt x="20918" y="0"/>
                  </a:lnTo>
                  <a:lnTo>
                    <a:pt x="21941" y="180"/>
                  </a:lnTo>
                  <a:lnTo>
                    <a:pt x="23021" y="794"/>
                  </a:lnTo>
                  <a:lnTo>
                    <a:pt x="25090" y="4226"/>
                  </a:lnTo>
                  <a:lnTo>
                    <a:pt x="26381" y="5008"/>
                  </a:lnTo>
                  <a:lnTo>
                    <a:pt x="27469" y="5790"/>
                  </a:lnTo>
                  <a:lnTo>
                    <a:pt x="28247" y="7457"/>
                  </a:lnTo>
                  <a:lnTo>
                    <a:pt x="29484" y="9112"/>
                  </a:lnTo>
                  <a:lnTo>
                    <a:pt x="30459" y="9560"/>
                  </a:lnTo>
                  <a:lnTo>
                    <a:pt x="31038" y="9306"/>
                  </a:lnTo>
                  <a:lnTo>
                    <a:pt x="32000" y="8668"/>
                  </a:lnTo>
                  <a:lnTo>
                    <a:pt x="32635" y="8154"/>
                  </a:lnTo>
                  <a:lnTo>
                    <a:pt x="34702" y="7938"/>
                  </a:lnTo>
                  <a:lnTo>
                    <a:pt x="36220" y="9855"/>
                  </a:lnTo>
                  <a:lnTo>
                    <a:pt x="36538" y="11946"/>
                  </a:lnTo>
                  <a:lnTo>
                    <a:pt x="36284" y="14089"/>
                  </a:lnTo>
                  <a:lnTo>
                    <a:pt x="34244" y="15239"/>
                  </a:lnTo>
                  <a:lnTo>
                    <a:pt x="31418" y="17028"/>
                  </a:lnTo>
                  <a:lnTo>
                    <a:pt x="29081" y="16051"/>
                  </a:lnTo>
                  <a:lnTo>
                    <a:pt x="26237" y="13604"/>
                  </a:lnTo>
                  <a:lnTo>
                    <a:pt x="24576" y="11848"/>
                  </a:lnTo>
                  <a:lnTo>
                    <a:pt x="23884" y="11147"/>
                  </a:lnTo>
                  <a:lnTo>
                    <a:pt x="22845" y="10031"/>
                  </a:lnTo>
                  <a:lnTo>
                    <a:pt x="21939" y="8828"/>
                  </a:lnTo>
                  <a:lnTo>
                    <a:pt x="21064" y="8050"/>
                  </a:lnTo>
                  <a:lnTo>
                    <a:pt x="20397" y="7553"/>
                  </a:lnTo>
                  <a:lnTo>
                    <a:pt x="19904" y="8180"/>
                  </a:lnTo>
                  <a:lnTo>
                    <a:pt x="19654" y="9664"/>
                  </a:lnTo>
                  <a:lnTo>
                    <a:pt x="19259" y="11317"/>
                  </a:lnTo>
                  <a:lnTo>
                    <a:pt x="18750" y="12295"/>
                  </a:lnTo>
                  <a:lnTo>
                    <a:pt x="16367" y="12875"/>
                  </a:lnTo>
                  <a:lnTo>
                    <a:pt x="14228" y="13483"/>
                  </a:lnTo>
                  <a:lnTo>
                    <a:pt x="13079" y="13998"/>
                  </a:lnTo>
                  <a:lnTo>
                    <a:pt x="12313" y="14389"/>
                  </a:lnTo>
                  <a:lnTo>
                    <a:pt x="12071" y="19374"/>
                  </a:lnTo>
                  <a:lnTo>
                    <a:pt x="9649" y="19317"/>
                  </a:lnTo>
                  <a:lnTo>
                    <a:pt x="7269" y="19260"/>
                  </a:lnTo>
                  <a:lnTo>
                    <a:pt x="4801" y="19348"/>
                  </a:lnTo>
                  <a:lnTo>
                    <a:pt x="2145" y="19442"/>
                  </a:lnTo>
                  <a:lnTo>
                    <a:pt x="1465" y="20459"/>
                  </a:lnTo>
                  <a:close/>
                </a:path>
              </a:pathLst>
            </a:custGeom>
            <a:solidFill>
              <a:srgbClr val="B7D6AE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g601"/>
            <p:cNvSpPr/>
            <p:nvPr/>
          </p:nvSpPr>
          <p:spPr>
            <a:xfrm>
              <a:off x="3139170" y="3303334"/>
              <a:ext cx="829" cy="4078"/>
            </a:xfrm>
            <a:custGeom>
              <a:avLst/>
              <a:pathLst>
                <a:path w="829" h="4078">
                  <a:moveTo>
                    <a:pt x="829" y="3259"/>
                  </a:moveTo>
                  <a:lnTo>
                    <a:pt x="716" y="4078"/>
                  </a:lnTo>
                  <a:lnTo>
                    <a:pt x="0" y="3953"/>
                  </a:lnTo>
                  <a:lnTo>
                    <a:pt x="162" y="3122"/>
                  </a:lnTo>
                  <a:lnTo>
                    <a:pt x="5" y="2879"/>
                  </a:lnTo>
                  <a:lnTo>
                    <a:pt x="213" y="385"/>
                  </a:lnTo>
                  <a:lnTo>
                    <a:pt x="320" y="0"/>
                  </a:lnTo>
                  <a:lnTo>
                    <a:pt x="668" y="929"/>
                  </a:lnTo>
                  <a:lnTo>
                    <a:pt x="715" y="1312"/>
                  </a:lnTo>
                  <a:close/>
                </a:path>
              </a:pathLst>
            </a:custGeom>
            <a:solidFill>
              <a:srgbClr val="C1DBB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g602"/>
            <p:cNvSpPr/>
            <p:nvPr/>
          </p:nvSpPr>
          <p:spPr>
            <a:xfrm>
              <a:off x="3135850" y="3303157"/>
              <a:ext cx="2238" cy="4556"/>
            </a:xfrm>
            <a:custGeom>
              <a:avLst/>
              <a:pathLst>
                <a:path w="2238" h="4556">
                  <a:moveTo>
                    <a:pt x="1485" y="4117"/>
                  </a:moveTo>
                  <a:lnTo>
                    <a:pt x="510" y="4556"/>
                  </a:lnTo>
                  <a:lnTo>
                    <a:pt x="66" y="3089"/>
                  </a:lnTo>
                  <a:lnTo>
                    <a:pt x="0" y="2522"/>
                  </a:lnTo>
                  <a:lnTo>
                    <a:pt x="509" y="2028"/>
                  </a:lnTo>
                  <a:lnTo>
                    <a:pt x="737" y="2008"/>
                  </a:lnTo>
                  <a:lnTo>
                    <a:pt x="1125" y="943"/>
                  </a:lnTo>
                  <a:lnTo>
                    <a:pt x="1604" y="229"/>
                  </a:lnTo>
                  <a:lnTo>
                    <a:pt x="1815" y="0"/>
                  </a:lnTo>
                  <a:lnTo>
                    <a:pt x="2060" y="46"/>
                  </a:lnTo>
                  <a:lnTo>
                    <a:pt x="2238" y="2400"/>
                  </a:lnTo>
                  <a:lnTo>
                    <a:pt x="2001" y="3389"/>
                  </a:lnTo>
                  <a:close/>
                </a:path>
              </a:pathLst>
            </a:custGeom>
            <a:solidFill>
              <a:srgbClr val="C1DBB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g603"/>
            <p:cNvSpPr/>
            <p:nvPr/>
          </p:nvSpPr>
          <p:spPr>
            <a:xfrm>
              <a:off x="3141415" y="3300114"/>
              <a:ext cx="1479" cy="3760"/>
            </a:xfrm>
            <a:custGeom>
              <a:avLst/>
              <a:pathLst>
                <a:path w="1479" h="3760">
                  <a:moveTo>
                    <a:pt x="665" y="2549"/>
                  </a:moveTo>
                  <a:lnTo>
                    <a:pt x="665" y="3760"/>
                  </a:lnTo>
                  <a:lnTo>
                    <a:pt x="149" y="3530"/>
                  </a:lnTo>
                  <a:lnTo>
                    <a:pt x="0" y="3168"/>
                  </a:lnTo>
                  <a:lnTo>
                    <a:pt x="305" y="976"/>
                  </a:lnTo>
                  <a:lnTo>
                    <a:pt x="759" y="0"/>
                  </a:lnTo>
                  <a:lnTo>
                    <a:pt x="1314" y="155"/>
                  </a:lnTo>
                  <a:lnTo>
                    <a:pt x="1479" y="451"/>
                  </a:lnTo>
                  <a:lnTo>
                    <a:pt x="1372" y="1297"/>
                  </a:lnTo>
                  <a:lnTo>
                    <a:pt x="1129" y="1992"/>
                  </a:lnTo>
                  <a:close/>
                </a:path>
              </a:pathLst>
            </a:custGeom>
            <a:solidFill>
              <a:srgbClr val="C1DBB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g604"/>
            <p:cNvSpPr/>
            <p:nvPr/>
          </p:nvSpPr>
          <p:spPr>
            <a:xfrm>
              <a:off x="3138448" y="3291352"/>
              <a:ext cx="1479" cy="4842"/>
            </a:xfrm>
            <a:custGeom>
              <a:avLst/>
              <a:pathLst>
                <a:path w="1479" h="4842">
                  <a:moveTo>
                    <a:pt x="1479" y="3914"/>
                  </a:moveTo>
                  <a:lnTo>
                    <a:pt x="907" y="4842"/>
                  </a:lnTo>
                  <a:lnTo>
                    <a:pt x="316" y="4406"/>
                  </a:lnTo>
                  <a:lnTo>
                    <a:pt x="0" y="3579"/>
                  </a:lnTo>
                  <a:lnTo>
                    <a:pt x="47" y="2097"/>
                  </a:lnTo>
                  <a:lnTo>
                    <a:pt x="714" y="0"/>
                  </a:lnTo>
                  <a:lnTo>
                    <a:pt x="1314" y="271"/>
                  </a:lnTo>
                  <a:close/>
                </a:path>
              </a:pathLst>
            </a:custGeom>
            <a:solidFill>
              <a:srgbClr val="C1DBB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g605"/>
            <p:cNvSpPr/>
            <p:nvPr/>
          </p:nvSpPr>
          <p:spPr>
            <a:xfrm>
              <a:off x="3143367" y="3290346"/>
              <a:ext cx="1671" cy="3503"/>
            </a:xfrm>
            <a:custGeom>
              <a:avLst/>
              <a:pathLst>
                <a:path w="1671" h="3503">
                  <a:moveTo>
                    <a:pt x="806" y="2816"/>
                  </a:moveTo>
                  <a:lnTo>
                    <a:pt x="692" y="3503"/>
                  </a:lnTo>
                  <a:lnTo>
                    <a:pt x="0" y="2920"/>
                  </a:lnTo>
                  <a:lnTo>
                    <a:pt x="1012" y="434"/>
                  </a:lnTo>
                  <a:lnTo>
                    <a:pt x="1671" y="0"/>
                  </a:lnTo>
                  <a:lnTo>
                    <a:pt x="1647" y="1914"/>
                  </a:lnTo>
                  <a:lnTo>
                    <a:pt x="1138" y="2318"/>
                  </a:lnTo>
                  <a:close/>
                </a:path>
              </a:pathLst>
            </a:custGeom>
            <a:solidFill>
              <a:srgbClr val="C1DBB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g606"/>
            <p:cNvSpPr/>
            <p:nvPr/>
          </p:nvSpPr>
          <p:spPr>
            <a:xfrm>
              <a:off x="3136873" y="3282830"/>
              <a:ext cx="2023" cy="3751"/>
            </a:xfrm>
            <a:custGeom>
              <a:avLst/>
              <a:pathLst>
                <a:path w="2023" h="3751">
                  <a:moveTo>
                    <a:pt x="2023" y="137"/>
                  </a:moveTo>
                  <a:lnTo>
                    <a:pt x="1390" y="3751"/>
                  </a:lnTo>
                  <a:lnTo>
                    <a:pt x="609" y="3353"/>
                  </a:lnTo>
                  <a:lnTo>
                    <a:pt x="61" y="1201"/>
                  </a:lnTo>
                  <a:lnTo>
                    <a:pt x="0" y="291"/>
                  </a:lnTo>
                  <a:lnTo>
                    <a:pt x="1591" y="0"/>
                  </a:lnTo>
                  <a:close/>
                </a:path>
              </a:pathLst>
            </a:custGeom>
            <a:solidFill>
              <a:srgbClr val="C1DBB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g607"/>
            <p:cNvSpPr/>
            <p:nvPr/>
          </p:nvSpPr>
          <p:spPr>
            <a:xfrm>
              <a:off x="3130056" y="3259390"/>
              <a:ext cx="37028" cy="51409"/>
            </a:xfrm>
            <a:custGeom>
              <a:avLst/>
              <a:pathLst>
                <a:path w="37028" h="51409">
                  <a:moveTo>
                    <a:pt x="20338" y="51409"/>
                  </a:moveTo>
                  <a:lnTo>
                    <a:pt x="19719" y="49314"/>
                  </a:lnTo>
                  <a:lnTo>
                    <a:pt x="20196" y="45446"/>
                  </a:lnTo>
                  <a:lnTo>
                    <a:pt x="19682" y="45502"/>
                  </a:lnTo>
                  <a:lnTo>
                    <a:pt x="18655" y="48628"/>
                  </a:lnTo>
                  <a:lnTo>
                    <a:pt x="18155" y="48727"/>
                  </a:lnTo>
                  <a:lnTo>
                    <a:pt x="18221" y="45023"/>
                  </a:lnTo>
                  <a:lnTo>
                    <a:pt x="17652" y="44886"/>
                  </a:lnTo>
                  <a:lnTo>
                    <a:pt x="16993" y="45148"/>
                  </a:lnTo>
                  <a:lnTo>
                    <a:pt x="16071" y="43221"/>
                  </a:lnTo>
                  <a:lnTo>
                    <a:pt x="15980" y="41774"/>
                  </a:lnTo>
                  <a:lnTo>
                    <a:pt x="16054" y="39757"/>
                  </a:lnTo>
                  <a:lnTo>
                    <a:pt x="16615" y="38468"/>
                  </a:lnTo>
                  <a:lnTo>
                    <a:pt x="16539" y="37928"/>
                  </a:lnTo>
                  <a:lnTo>
                    <a:pt x="15997" y="37777"/>
                  </a:lnTo>
                  <a:lnTo>
                    <a:pt x="15390" y="38123"/>
                  </a:lnTo>
                  <a:lnTo>
                    <a:pt x="15018" y="37516"/>
                  </a:lnTo>
                  <a:lnTo>
                    <a:pt x="15632" y="34899"/>
                  </a:lnTo>
                  <a:lnTo>
                    <a:pt x="17783" y="32700"/>
                  </a:lnTo>
                  <a:lnTo>
                    <a:pt x="18866" y="32473"/>
                  </a:lnTo>
                  <a:lnTo>
                    <a:pt x="19976" y="31975"/>
                  </a:lnTo>
                  <a:lnTo>
                    <a:pt x="19370" y="30091"/>
                  </a:lnTo>
                  <a:lnTo>
                    <a:pt x="18054" y="29347"/>
                  </a:lnTo>
                  <a:lnTo>
                    <a:pt x="17002" y="29866"/>
                  </a:lnTo>
                  <a:lnTo>
                    <a:pt x="16478" y="31234"/>
                  </a:lnTo>
                  <a:lnTo>
                    <a:pt x="15829" y="31460"/>
                  </a:lnTo>
                  <a:lnTo>
                    <a:pt x="14745" y="28253"/>
                  </a:lnTo>
                  <a:lnTo>
                    <a:pt x="14765" y="26640"/>
                  </a:lnTo>
                  <a:lnTo>
                    <a:pt x="15168" y="24735"/>
                  </a:lnTo>
                  <a:lnTo>
                    <a:pt x="15795" y="23880"/>
                  </a:lnTo>
                  <a:lnTo>
                    <a:pt x="18292" y="23904"/>
                  </a:lnTo>
                  <a:lnTo>
                    <a:pt x="19240" y="22829"/>
                  </a:lnTo>
                  <a:lnTo>
                    <a:pt x="19622" y="22633"/>
                  </a:lnTo>
                  <a:lnTo>
                    <a:pt x="19985" y="21656"/>
                  </a:lnTo>
                  <a:lnTo>
                    <a:pt x="19908" y="21007"/>
                  </a:lnTo>
                  <a:lnTo>
                    <a:pt x="19503" y="20970"/>
                  </a:lnTo>
                  <a:lnTo>
                    <a:pt x="18570" y="22239"/>
                  </a:lnTo>
                  <a:lnTo>
                    <a:pt x="15563" y="21759"/>
                  </a:lnTo>
                  <a:lnTo>
                    <a:pt x="14604" y="22526"/>
                  </a:lnTo>
                  <a:lnTo>
                    <a:pt x="12932" y="25458"/>
                  </a:lnTo>
                  <a:lnTo>
                    <a:pt x="10876" y="27080"/>
                  </a:lnTo>
                  <a:lnTo>
                    <a:pt x="9384" y="26396"/>
                  </a:lnTo>
                  <a:lnTo>
                    <a:pt x="9860" y="22464"/>
                  </a:lnTo>
                  <a:lnTo>
                    <a:pt x="9647" y="21929"/>
                  </a:lnTo>
                  <a:lnTo>
                    <a:pt x="9177" y="21284"/>
                  </a:lnTo>
                  <a:lnTo>
                    <a:pt x="6988" y="22535"/>
                  </a:lnTo>
                  <a:lnTo>
                    <a:pt x="5331" y="20737"/>
                  </a:lnTo>
                  <a:lnTo>
                    <a:pt x="4676" y="18566"/>
                  </a:lnTo>
                  <a:lnTo>
                    <a:pt x="4789" y="15843"/>
                  </a:lnTo>
                  <a:lnTo>
                    <a:pt x="5570" y="14002"/>
                  </a:lnTo>
                  <a:lnTo>
                    <a:pt x="5694" y="13084"/>
                  </a:lnTo>
                  <a:lnTo>
                    <a:pt x="4868" y="12910"/>
                  </a:lnTo>
                  <a:lnTo>
                    <a:pt x="3351" y="14058"/>
                  </a:lnTo>
                  <a:lnTo>
                    <a:pt x="0" y="9606"/>
                  </a:lnTo>
                  <a:lnTo>
                    <a:pt x="668" y="9324"/>
                  </a:lnTo>
                  <a:lnTo>
                    <a:pt x="2321" y="9789"/>
                  </a:lnTo>
                  <a:lnTo>
                    <a:pt x="3601" y="9226"/>
                  </a:lnTo>
                  <a:lnTo>
                    <a:pt x="4503" y="8286"/>
                  </a:lnTo>
                  <a:lnTo>
                    <a:pt x="5731" y="6991"/>
                  </a:lnTo>
                  <a:lnTo>
                    <a:pt x="6917" y="6574"/>
                  </a:lnTo>
                  <a:lnTo>
                    <a:pt x="10630" y="7152"/>
                  </a:lnTo>
                  <a:lnTo>
                    <a:pt x="13857" y="5601"/>
                  </a:lnTo>
                  <a:lnTo>
                    <a:pt x="16256" y="2687"/>
                  </a:lnTo>
                  <a:lnTo>
                    <a:pt x="18472" y="0"/>
                  </a:lnTo>
                  <a:lnTo>
                    <a:pt x="21342" y="28"/>
                  </a:lnTo>
                  <a:lnTo>
                    <a:pt x="24419" y="57"/>
                  </a:lnTo>
                  <a:lnTo>
                    <a:pt x="28793" y="103"/>
                  </a:lnTo>
                  <a:lnTo>
                    <a:pt x="32259" y="137"/>
                  </a:lnTo>
                  <a:lnTo>
                    <a:pt x="36349" y="177"/>
                  </a:lnTo>
                  <a:lnTo>
                    <a:pt x="36308" y="2574"/>
                  </a:lnTo>
                  <a:lnTo>
                    <a:pt x="37028" y="5951"/>
                  </a:lnTo>
                  <a:lnTo>
                    <a:pt x="36920" y="8466"/>
                  </a:lnTo>
                  <a:lnTo>
                    <a:pt x="36609" y="10851"/>
                  </a:lnTo>
                  <a:lnTo>
                    <a:pt x="36339" y="11793"/>
                  </a:lnTo>
                  <a:lnTo>
                    <a:pt x="35977" y="12339"/>
                  </a:lnTo>
                  <a:lnTo>
                    <a:pt x="34884" y="12320"/>
                  </a:lnTo>
                  <a:lnTo>
                    <a:pt x="34420" y="12796"/>
                  </a:lnTo>
                  <a:lnTo>
                    <a:pt x="33691" y="13731"/>
                  </a:lnTo>
                  <a:lnTo>
                    <a:pt x="33672" y="14826"/>
                  </a:lnTo>
                  <a:lnTo>
                    <a:pt x="34253" y="15869"/>
                  </a:lnTo>
                  <a:lnTo>
                    <a:pt x="34732" y="17334"/>
                  </a:lnTo>
                  <a:lnTo>
                    <a:pt x="35288" y="18481"/>
                  </a:lnTo>
                  <a:lnTo>
                    <a:pt x="36242" y="19805"/>
                  </a:lnTo>
                  <a:lnTo>
                    <a:pt x="36331" y="21277"/>
                  </a:lnTo>
                  <a:lnTo>
                    <a:pt x="36357" y="24992"/>
                  </a:lnTo>
                  <a:lnTo>
                    <a:pt x="36306" y="27891"/>
                  </a:lnTo>
                  <a:lnTo>
                    <a:pt x="33619" y="30002"/>
                  </a:lnTo>
                  <a:lnTo>
                    <a:pt x="31558" y="30375"/>
                  </a:lnTo>
                  <a:lnTo>
                    <a:pt x="29812" y="30140"/>
                  </a:lnTo>
                  <a:lnTo>
                    <a:pt x="29054" y="31030"/>
                  </a:lnTo>
                  <a:lnTo>
                    <a:pt x="27535" y="33205"/>
                  </a:lnTo>
                  <a:lnTo>
                    <a:pt x="25678" y="34522"/>
                  </a:lnTo>
                  <a:lnTo>
                    <a:pt x="24726" y="34614"/>
                  </a:lnTo>
                  <a:lnTo>
                    <a:pt x="24271" y="35399"/>
                  </a:lnTo>
                  <a:lnTo>
                    <a:pt x="23552" y="37657"/>
                  </a:lnTo>
                  <a:lnTo>
                    <a:pt x="21539" y="47507"/>
                  </a:lnTo>
                  <a:lnTo>
                    <a:pt x="20874" y="49871"/>
                  </a:lnTo>
                  <a:close/>
                </a:path>
              </a:pathLst>
            </a:custGeom>
            <a:solidFill>
              <a:srgbClr val="C1DBB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g608"/>
            <p:cNvSpPr/>
            <p:nvPr/>
          </p:nvSpPr>
          <p:spPr>
            <a:xfrm>
              <a:off x="3448115" y="3565976"/>
              <a:ext cx="23757" cy="39723"/>
            </a:xfrm>
            <a:custGeom>
              <a:avLst/>
              <a:pathLst>
                <a:path w="23757" h="39723">
                  <a:moveTo>
                    <a:pt x="2496" y="37600"/>
                  </a:moveTo>
                  <a:lnTo>
                    <a:pt x="2601" y="36936"/>
                  </a:lnTo>
                  <a:lnTo>
                    <a:pt x="1510" y="35152"/>
                  </a:lnTo>
                  <a:lnTo>
                    <a:pt x="723" y="34979"/>
                  </a:lnTo>
                  <a:lnTo>
                    <a:pt x="0" y="34430"/>
                  </a:lnTo>
                  <a:lnTo>
                    <a:pt x="586" y="29787"/>
                  </a:lnTo>
                  <a:lnTo>
                    <a:pt x="1319" y="25682"/>
                  </a:lnTo>
                  <a:lnTo>
                    <a:pt x="2417" y="22581"/>
                  </a:lnTo>
                  <a:lnTo>
                    <a:pt x="3000" y="21834"/>
                  </a:lnTo>
                  <a:lnTo>
                    <a:pt x="3189" y="20296"/>
                  </a:lnTo>
                  <a:lnTo>
                    <a:pt x="4057" y="15240"/>
                  </a:lnTo>
                  <a:lnTo>
                    <a:pt x="5131" y="11138"/>
                  </a:lnTo>
                  <a:lnTo>
                    <a:pt x="4798" y="6980"/>
                  </a:lnTo>
                  <a:lnTo>
                    <a:pt x="5055" y="0"/>
                  </a:lnTo>
                  <a:lnTo>
                    <a:pt x="5365" y="196"/>
                  </a:lnTo>
                  <a:lnTo>
                    <a:pt x="5416" y="855"/>
                  </a:lnTo>
                  <a:lnTo>
                    <a:pt x="5496" y="1833"/>
                  </a:lnTo>
                  <a:lnTo>
                    <a:pt x="5900" y="2693"/>
                  </a:lnTo>
                  <a:lnTo>
                    <a:pt x="7238" y="4038"/>
                  </a:lnTo>
                  <a:lnTo>
                    <a:pt x="11225" y="4039"/>
                  </a:lnTo>
                  <a:lnTo>
                    <a:pt x="13604" y="4042"/>
                  </a:lnTo>
                  <a:lnTo>
                    <a:pt x="17122" y="4044"/>
                  </a:lnTo>
                  <a:lnTo>
                    <a:pt x="20847" y="4047"/>
                  </a:lnTo>
                  <a:lnTo>
                    <a:pt x="23676" y="4048"/>
                  </a:lnTo>
                  <a:lnTo>
                    <a:pt x="23693" y="10890"/>
                  </a:lnTo>
                  <a:lnTo>
                    <a:pt x="23706" y="16673"/>
                  </a:lnTo>
                  <a:lnTo>
                    <a:pt x="23721" y="22932"/>
                  </a:lnTo>
                  <a:lnTo>
                    <a:pt x="23736" y="29455"/>
                  </a:lnTo>
                  <a:lnTo>
                    <a:pt x="23749" y="34976"/>
                  </a:lnTo>
                  <a:lnTo>
                    <a:pt x="23757" y="38553"/>
                  </a:lnTo>
                  <a:lnTo>
                    <a:pt x="21263" y="38533"/>
                  </a:lnTo>
                  <a:lnTo>
                    <a:pt x="17951" y="38507"/>
                  </a:lnTo>
                  <a:lnTo>
                    <a:pt x="14640" y="38481"/>
                  </a:lnTo>
                  <a:lnTo>
                    <a:pt x="11327" y="38454"/>
                  </a:lnTo>
                  <a:lnTo>
                    <a:pt x="9664" y="38439"/>
                  </a:lnTo>
                  <a:lnTo>
                    <a:pt x="7831" y="38426"/>
                  </a:lnTo>
                  <a:lnTo>
                    <a:pt x="7237" y="38612"/>
                  </a:lnTo>
                  <a:lnTo>
                    <a:pt x="6833" y="39516"/>
                  </a:lnTo>
                  <a:lnTo>
                    <a:pt x="6347" y="39723"/>
                  </a:lnTo>
                  <a:lnTo>
                    <a:pt x="5781" y="38951"/>
                  </a:lnTo>
                  <a:lnTo>
                    <a:pt x="5093" y="38582"/>
                  </a:lnTo>
                  <a:lnTo>
                    <a:pt x="4908" y="37786"/>
                  </a:lnTo>
                  <a:lnTo>
                    <a:pt x="4565" y="36337"/>
                  </a:lnTo>
                  <a:lnTo>
                    <a:pt x="3883" y="36181"/>
                  </a:lnTo>
                  <a:lnTo>
                    <a:pt x="3540" y="36337"/>
                  </a:lnTo>
                  <a:lnTo>
                    <a:pt x="3049" y="37165"/>
                  </a:lnTo>
                  <a:close/>
                </a:path>
              </a:pathLst>
            </a:custGeom>
            <a:solidFill>
              <a:srgbClr val="67AA5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g609"/>
            <p:cNvSpPr/>
            <p:nvPr/>
          </p:nvSpPr>
          <p:spPr>
            <a:xfrm>
              <a:off x="3436517" y="3523016"/>
              <a:ext cx="6293" cy="15992"/>
            </a:xfrm>
            <a:custGeom>
              <a:avLst/>
              <a:pathLst>
                <a:path w="6293" h="15992">
                  <a:moveTo>
                    <a:pt x="3674" y="0"/>
                  </a:moveTo>
                  <a:lnTo>
                    <a:pt x="3975" y="116"/>
                  </a:lnTo>
                  <a:lnTo>
                    <a:pt x="5798" y="2"/>
                  </a:lnTo>
                  <a:lnTo>
                    <a:pt x="6293" y="1565"/>
                  </a:lnTo>
                  <a:lnTo>
                    <a:pt x="6237" y="3863"/>
                  </a:lnTo>
                  <a:lnTo>
                    <a:pt x="4361" y="10575"/>
                  </a:lnTo>
                  <a:lnTo>
                    <a:pt x="4012" y="13405"/>
                  </a:lnTo>
                  <a:lnTo>
                    <a:pt x="3287" y="15798"/>
                  </a:lnTo>
                  <a:lnTo>
                    <a:pt x="2657" y="15992"/>
                  </a:lnTo>
                  <a:lnTo>
                    <a:pt x="495" y="14586"/>
                  </a:lnTo>
                  <a:lnTo>
                    <a:pt x="129" y="13734"/>
                  </a:lnTo>
                  <a:lnTo>
                    <a:pt x="0" y="12584"/>
                  </a:lnTo>
                  <a:lnTo>
                    <a:pt x="213" y="9910"/>
                  </a:lnTo>
                  <a:lnTo>
                    <a:pt x="370" y="9092"/>
                  </a:lnTo>
                  <a:lnTo>
                    <a:pt x="1407" y="8589"/>
                  </a:lnTo>
                  <a:lnTo>
                    <a:pt x="1742" y="8153"/>
                  </a:lnTo>
                  <a:lnTo>
                    <a:pt x="2297" y="5269"/>
                  </a:lnTo>
                  <a:lnTo>
                    <a:pt x="2479" y="2643"/>
                  </a:lnTo>
                  <a:lnTo>
                    <a:pt x="2944" y="660"/>
                  </a:lnTo>
                  <a:close/>
                </a:path>
              </a:pathLst>
            </a:custGeom>
            <a:solidFill>
              <a:srgbClr val="67AA5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g610"/>
            <p:cNvSpPr/>
            <p:nvPr/>
          </p:nvSpPr>
          <p:spPr>
            <a:xfrm>
              <a:off x="3620706" y="2580483"/>
              <a:ext cx="33790" cy="21306"/>
            </a:xfrm>
            <a:custGeom>
              <a:avLst/>
              <a:pathLst>
                <a:path w="33790" h="21306">
                  <a:moveTo>
                    <a:pt x="3713" y="3547"/>
                  </a:moveTo>
                  <a:lnTo>
                    <a:pt x="4546" y="3762"/>
                  </a:lnTo>
                  <a:lnTo>
                    <a:pt x="5675" y="3725"/>
                  </a:lnTo>
                  <a:lnTo>
                    <a:pt x="5932" y="3549"/>
                  </a:lnTo>
                  <a:lnTo>
                    <a:pt x="6651" y="1822"/>
                  </a:lnTo>
                  <a:lnTo>
                    <a:pt x="7537" y="1781"/>
                  </a:lnTo>
                  <a:lnTo>
                    <a:pt x="7924" y="3488"/>
                  </a:lnTo>
                  <a:lnTo>
                    <a:pt x="7025" y="4275"/>
                  </a:lnTo>
                  <a:lnTo>
                    <a:pt x="6842" y="4719"/>
                  </a:lnTo>
                  <a:lnTo>
                    <a:pt x="7014" y="5078"/>
                  </a:lnTo>
                  <a:lnTo>
                    <a:pt x="7689" y="5791"/>
                  </a:lnTo>
                  <a:lnTo>
                    <a:pt x="8626" y="5523"/>
                  </a:lnTo>
                  <a:lnTo>
                    <a:pt x="8654" y="6866"/>
                  </a:lnTo>
                  <a:lnTo>
                    <a:pt x="8864" y="7964"/>
                  </a:lnTo>
                  <a:lnTo>
                    <a:pt x="9327" y="8619"/>
                  </a:lnTo>
                  <a:lnTo>
                    <a:pt x="9828" y="8747"/>
                  </a:lnTo>
                  <a:lnTo>
                    <a:pt x="10936" y="8554"/>
                  </a:lnTo>
                  <a:lnTo>
                    <a:pt x="12028" y="8118"/>
                  </a:lnTo>
                  <a:lnTo>
                    <a:pt x="13154" y="7257"/>
                  </a:lnTo>
                  <a:lnTo>
                    <a:pt x="14304" y="6817"/>
                  </a:lnTo>
                  <a:lnTo>
                    <a:pt x="17739" y="7258"/>
                  </a:lnTo>
                  <a:lnTo>
                    <a:pt x="18972" y="9118"/>
                  </a:lnTo>
                  <a:lnTo>
                    <a:pt x="21318" y="9342"/>
                  </a:lnTo>
                  <a:lnTo>
                    <a:pt x="23498" y="10321"/>
                  </a:lnTo>
                  <a:lnTo>
                    <a:pt x="24643" y="9675"/>
                  </a:lnTo>
                  <a:lnTo>
                    <a:pt x="26600" y="9069"/>
                  </a:lnTo>
                  <a:lnTo>
                    <a:pt x="26913" y="9726"/>
                  </a:lnTo>
                  <a:lnTo>
                    <a:pt x="26660" y="13931"/>
                  </a:lnTo>
                  <a:lnTo>
                    <a:pt x="26780" y="15152"/>
                  </a:lnTo>
                  <a:lnTo>
                    <a:pt x="27345" y="15739"/>
                  </a:lnTo>
                  <a:lnTo>
                    <a:pt x="27903" y="15452"/>
                  </a:lnTo>
                  <a:lnTo>
                    <a:pt x="28588" y="14074"/>
                  </a:lnTo>
                  <a:lnTo>
                    <a:pt x="30230" y="13008"/>
                  </a:lnTo>
                  <a:lnTo>
                    <a:pt x="31934" y="13014"/>
                  </a:lnTo>
                  <a:lnTo>
                    <a:pt x="33368" y="10216"/>
                  </a:lnTo>
                  <a:lnTo>
                    <a:pt x="33790" y="10057"/>
                  </a:lnTo>
                  <a:lnTo>
                    <a:pt x="33527" y="11432"/>
                  </a:lnTo>
                  <a:lnTo>
                    <a:pt x="33311" y="14664"/>
                  </a:lnTo>
                  <a:lnTo>
                    <a:pt x="33003" y="16557"/>
                  </a:lnTo>
                  <a:lnTo>
                    <a:pt x="32866" y="18049"/>
                  </a:lnTo>
                  <a:lnTo>
                    <a:pt x="31906" y="18820"/>
                  </a:lnTo>
                  <a:lnTo>
                    <a:pt x="30457" y="18951"/>
                  </a:lnTo>
                  <a:lnTo>
                    <a:pt x="27812" y="18625"/>
                  </a:lnTo>
                  <a:lnTo>
                    <a:pt x="25146" y="19153"/>
                  </a:lnTo>
                  <a:lnTo>
                    <a:pt x="20208" y="20573"/>
                  </a:lnTo>
                  <a:lnTo>
                    <a:pt x="15261" y="21306"/>
                  </a:lnTo>
                  <a:lnTo>
                    <a:pt x="14596" y="20828"/>
                  </a:lnTo>
                  <a:lnTo>
                    <a:pt x="14580" y="18945"/>
                  </a:lnTo>
                  <a:lnTo>
                    <a:pt x="14473" y="17647"/>
                  </a:lnTo>
                  <a:lnTo>
                    <a:pt x="14153" y="16738"/>
                  </a:lnTo>
                  <a:lnTo>
                    <a:pt x="12623" y="15962"/>
                  </a:lnTo>
                  <a:lnTo>
                    <a:pt x="11164" y="14631"/>
                  </a:lnTo>
                  <a:lnTo>
                    <a:pt x="5444" y="12812"/>
                  </a:lnTo>
                  <a:lnTo>
                    <a:pt x="4095" y="12098"/>
                  </a:lnTo>
                  <a:lnTo>
                    <a:pt x="1905" y="12470"/>
                  </a:lnTo>
                  <a:lnTo>
                    <a:pt x="1103" y="12421"/>
                  </a:lnTo>
                  <a:lnTo>
                    <a:pt x="551" y="11769"/>
                  </a:lnTo>
                  <a:lnTo>
                    <a:pt x="171" y="10648"/>
                  </a:lnTo>
                  <a:lnTo>
                    <a:pt x="0" y="7090"/>
                  </a:lnTo>
                  <a:lnTo>
                    <a:pt x="271" y="3568"/>
                  </a:lnTo>
                  <a:lnTo>
                    <a:pt x="745" y="2637"/>
                  </a:lnTo>
                  <a:lnTo>
                    <a:pt x="962" y="3697"/>
                  </a:lnTo>
                  <a:lnTo>
                    <a:pt x="1524" y="4184"/>
                  </a:lnTo>
                  <a:lnTo>
                    <a:pt x="2045" y="3113"/>
                  </a:lnTo>
                  <a:lnTo>
                    <a:pt x="2041" y="1500"/>
                  </a:lnTo>
                  <a:lnTo>
                    <a:pt x="2307" y="0"/>
                  </a:lnTo>
                  <a:lnTo>
                    <a:pt x="2720" y="629"/>
                  </a:lnTo>
                  <a:lnTo>
                    <a:pt x="2995" y="2934"/>
                  </a:lnTo>
                  <a:close/>
                </a:path>
              </a:pathLst>
            </a:custGeom>
            <a:solidFill>
              <a:srgbClr val="9CC79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g611"/>
            <p:cNvSpPr/>
            <p:nvPr/>
          </p:nvSpPr>
          <p:spPr>
            <a:xfrm>
              <a:off x="3663643" y="2575610"/>
              <a:ext cx="1985" cy="12155"/>
            </a:xfrm>
            <a:custGeom>
              <a:avLst/>
              <a:pathLst>
                <a:path w="1985" h="12155">
                  <a:moveTo>
                    <a:pt x="1284" y="10495"/>
                  </a:moveTo>
                  <a:lnTo>
                    <a:pt x="818" y="12155"/>
                  </a:lnTo>
                  <a:lnTo>
                    <a:pt x="346" y="10756"/>
                  </a:lnTo>
                  <a:lnTo>
                    <a:pt x="549" y="9140"/>
                  </a:lnTo>
                  <a:lnTo>
                    <a:pt x="0" y="6580"/>
                  </a:lnTo>
                  <a:lnTo>
                    <a:pt x="1040" y="2783"/>
                  </a:lnTo>
                  <a:lnTo>
                    <a:pt x="1063" y="939"/>
                  </a:lnTo>
                  <a:lnTo>
                    <a:pt x="1857" y="0"/>
                  </a:lnTo>
                  <a:lnTo>
                    <a:pt x="1661" y="3132"/>
                  </a:lnTo>
                  <a:lnTo>
                    <a:pt x="1054" y="5642"/>
                  </a:lnTo>
                  <a:lnTo>
                    <a:pt x="1684" y="7727"/>
                  </a:lnTo>
                  <a:lnTo>
                    <a:pt x="1985" y="10102"/>
                  </a:lnTo>
                  <a:close/>
                </a:path>
              </a:pathLst>
            </a:custGeom>
            <a:solidFill>
              <a:srgbClr val="9CC79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g612"/>
            <p:cNvSpPr/>
            <p:nvPr/>
          </p:nvSpPr>
          <p:spPr>
            <a:xfrm>
              <a:off x="3612883" y="2558959"/>
              <a:ext cx="2332" cy="7019"/>
            </a:xfrm>
            <a:custGeom>
              <a:avLst/>
              <a:pathLst>
                <a:path w="2332" h="7019">
                  <a:moveTo>
                    <a:pt x="1805" y="5736"/>
                  </a:moveTo>
                  <a:lnTo>
                    <a:pt x="1663" y="7019"/>
                  </a:lnTo>
                  <a:lnTo>
                    <a:pt x="411" y="6137"/>
                  </a:lnTo>
                  <a:lnTo>
                    <a:pt x="63" y="4814"/>
                  </a:lnTo>
                  <a:lnTo>
                    <a:pt x="0" y="1880"/>
                  </a:lnTo>
                  <a:lnTo>
                    <a:pt x="328" y="448"/>
                  </a:lnTo>
                  <a:lnTo>
                    <a:pt x="546" y="0"/>
                  </a:lnTo>
                  <a:lnTo>
                    <a:pt x="1123" y="1649"/>
                  </a:lnTo>
                  <a:lnTo>
                    <a:pt x="2332" y="4058"/>
                  </a:lnTo>
                  <a:close/>
                </a:path>
              </a:pathLst>
            </a:custGeom>
            <a:solidFill>
              <a:srgbClr val="9CC79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g613"/>
            <p:cNvSpPr/>
            <p:nvPr/>
          </p:nvSpPr>
          <p:spPr>
            <a:xfrm>
              <a:off x="3671502" y="2557491"/>
              <a:ext cx="6292" cy="15523"/>
            </a:xfrm>
            <a:custGeom>
              <a:avLst/>
              <a:pathLst>
                <a:path w="6292" h="15523">
                  <a:moveTo>
                    <a:pt x="1550" y="14902"/>
                  </a:moveTo>
                  <a:lnTo>
                    <a:pt x="671" y="15523"/>
                  </a:lnTo>
                  <a:lnTo>
                    <a:pt x="367" y="15442"/>
                  </a:lnTo>
                  <a:lnTo>
                    <a:pt x="0" y="14074"/>
                  </a:lnTo>
                  <a:lnTo>
                    <a:pt x="509" y="10769"/>
                  </a:lnTo>
                  <a:lnTo>
                    <a:pt x="38" y="8643"/>
                  </a:lnTo>
                  <a:lnTo>
                    <a:pt x="9" y="7743"/>
                  </a:lnTo>
                  <a:lnTo>
                    <a:pt x="717" y="6497"/>
                  </a:lnTo>
                  <a:lnTo>
                    <a:pt x="1215" y="4630"/>
                  </a:lnTo>
                  <a:lnTo>
                    <a:pt x="2424" y="2610"/>
                  </a:lnTo>
                  <a:lnTo>
                    <a:pt x="5556" y="219"/>
                  </a:lnTo>
                  <a:lnTo>
                    <a:pt x="6292" y="0"/>
                  </a:lnTo>
                  <a:lnTo>
                    <a:pt x="6270" y="1872"/>
                  </a:lnTo>
                  <a:lnTo>
                    <a:pt x="5222" y="6612"/>
                  </a:lnTo>
                  <a:lnTo>
                    <a:pt x="4291" y="8981"/>
                  </a:lnTo>
                  <a:lnTo>
                    <a:pt x="4536" y="10883"/>
                  </a:lnTo>
                  <a:lnTo>
                    <a:pt x="3046" y="11409"/>
                  </a:lnTo>
                  <a:close/>
                </a:path>
              </a:pathLst>
            </a:custGeom>
            <a:solidFill>
              <a:srgbClr val="9CC79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g614"/>
            <p:cNvSpPr/>
            <p:nvPr/>
          </p:nvSpPr>
          <p:spPr>
            <a:xfrm>
              <a:off x="3642922" y="2556306"/>
              <a:ext cx="1363" cy="3948"/>
            </a:xfrm>
            <a:custGeom>
              <a:avLst/>
              <a:pathLst>
                <a:path w="1363" h="3948">
                  <a:moveTo>
                    <a:pt x="1363" y="2396"/>
                  </a:moveTo>
                  <a:lnTo>
                    <a:pt x="797" y="3948"/>
                  </a:lnTo>
                  <a:lnTo>
                    <a:pt x="0" y="3392"/>
                  </a:lnTo>
                  <a:lnTo>
                    <a:pt x="324" y="2800"/>
                  </a:lnTo>
                  <a:lnTo>
                    <a:pt x="516" y="2034"/>
                  </a:lnTo>
                  <a:lnTo>
                    <a:pt x="537" y="929"/>
                  </a:lnTo>
                  <a:lnTo>
                    <a:pt x="321" y="248"/>
                  </a:lnTo>
                  <a:lnTo>
                    <a:pt x="468" y="0"/>
                  </a:lnTo>
                  <a:lnTo>
                    <a:pt x="1180" y="1142"/>
                  </a:lnTo>
                  <a:close/>
                </a:path>
              </a:pathLst>
            </a:custGeom>
            <a:solidFill>
              <a:srgbClr val="9CC79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g615"/>
            <p:cNvSpPr/>
            <p:nvPr/>
          </p:nvSpPr>
          <p:spPr>
            <a:xfrm>
              <a:off x="3653882" y="2551435"/>
              <a:ext cx="2325" cy="3758"/>
            </a:xfrm>
            <a:custGeom>
              <a:avLst/>
              <a:pathLst>
                <a:path w="2325" h="3758">
                  <a:moveTo>
                    <a:pt x="2325" y="1571"/>
                  </a:moveTo>
                  <a:lnTo>
                    <a:pt x="1362" y="2276"/>
                  </a:lnTo>
                  <a:lnTo>
                    <a:pt x="750" y="3758"/>
                  </a:lnTo>
                  <a:lnTo>
                    <a:pt x="2" y="2708"/>
                  </a:lnTo>
                  <a:lnTo>
                    <a:pt x="0" y="1275"/>
                  </a:lnTo>
                  <a:lnTo>
                    <a:pt x="818" y="1714"/>
                  </a:lnTo>
                  <a:lnTo>
                    <a:pt x="1393" y="907"/>
                  </a:lnTo>
                  <a:lnTo>
                    <a:pt x="1221" y="0"/>
                  </a:lnTo>
                  <a:lnTo>
                    <a:pt x="1845" y="424"/>
                  </a:lnTo>
                  <a:close/>
                </a:path>
              </a:pathLst>
            </a:custGeom>
            <a:solidFill>
              <a:srgbClr val="9CC79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g616"/>
            <p:cNvSpPr/>
            <p:nvPr/>
          </p:nvSpPr>
          <p:spPr>
            <a:xfrm>
              <a:off x="3672357" y="2551359"/>
              <a:ext cx="1024" cy="3048"/>
            </a:xfrm>
            <a:custGeom>
              <a:avLst/>
              <a:pathLst>
                <a:path w="1024" h="3048">
                  <a:moveTo>
                    <a:pt x="906" y="2578"/>
                  </a:moveTo>
                  <a:lnTo>
                    <a:pt x="640" y="3048"/>
                  </a:lnTo>
                  <a:lnTo>
                    <a:pt x="28" y="1698"/>
                  </a:lnTo>
                  <a:lnTo>
                    <a:pt x="0" y="994"/>
                  </a:lnTo>
                  <a:lnTo>
                    <a:pt x="622" y="186"/>
                  </a:lnTo>
                  <a:lnTo>
                    <a:pt x="935" y="0"/>
                  </a:lnTo>
                  <a:lnTo>
                    <a:pt x="1024" y="551"/>
                  </a:lnTo>
                  <a:lnTo>
                    <a:pt x="1015" y="1728"/>
                  </a:lnTo>
                  <a:close/>
                </a:path>
              </a:pathLst>
            </a:custGeom>
            <a:solidFill>
              <a:srgbClr val="9CC79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g617"/>
            <p:cNvSpPr/>
            <p:nvPr/>
          </p:nvSpPr>
          <p:spPr>
            <a:xfrm>
              <a:off x="3630192" y="2547736"/>
              <a:ext cx="2577" cy="3195"/>
            </a:xfrm>
            <a:custGeom>
              <a:avLst/>
              <a:pathLst>
                <a:path w="2577" h="3195">
                  <a:moveTo>
                    <a:pt x="2556" y="0"/>
                  </a:moveTo>
                  <a:lnTo>
                    <a:pt x="2577" y="1735"/>
                  </a:lnTo>
                  <a:lnTo>
                    <a:pt x="2494" y="2357"/>
                  </a:lnTo>
                  <a:lnTo>
                    <a:pt x="0" y="3195"/>
                  </a:lnTo>
                  <a:lnTo>
                    <a:pt x="230" y="1204"/>
                  </a:lnTo>
                  <a:lnTo>
                    <a:pt x="383" y="575"/>
                  </a:lnTo>
                  <a:lnTo>
                    <a:pt x="1209" y="1502"/>
                  </a:lnTo>
                  <a:lnTo>
                    <a:pt x="1513" y="1028"/>
                  </a:lnTo>
                  <a:lnTo>
                    <a:pt x="1637" y="481"/>
                  </a:lnTo>
                  <a:close/>
                </a:path>
              </a:pathLst>
            </a:custGeom>
            <a:solidFill>
              <a:srgbClr val="9CC79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g618"/>
            <p:cNvSpPr/>
            <p:nvPr/>
          </p:nvSpPr>
          <p:spPr>
            <a:xfrm>
              <a:off x="3641575" y="2546985"/>
              <a:ext cx="1791" cy="3865"/>
            </a:xfrm>
            <a:custGeom>
              <a:avLst/>
              <a:pathLst>
                <a:path w="1791" h="3865">
                  <a:moveTo>
                    <a:pt x="1484" y="3402"/>
                  </a:moveTo>
                  <a:lnTo>
                    <a:pt x="1272" y="3865"/>
                  </a:lnTo>
                  <a:lnTo>
                    <a:pt x="349" y="1998"/>
                  </a:lnTo>
                  <a:lnTo>
                    <a:pt x="0" y="907"/>
                  </a:lnTo>
                  <a:lnTo>
                    <a:pt x="437" y="0"/>
                  </a:lnTo>
                  <a:lnTo>
                    <a:pt x="1791" y="2122"/>
                  </a:lnTo>
                  <a:close/>
                </a:path>
              </a:pathLst>
            </a:custGeom>
            <a:solidFill>
              <a:srgbClr val="9CC79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g619"/>
            <p:cNvSpPr/>
            <p:nvPr/>
          </p:nvSpPr>
          <p:spPr>
            <a:xfrm>
              <a:off x="3661786" y="2543559"/>
              <a:ext cx="5286" cy="5295"/>
            </a:xfrm>
            <a:custGeom>
              <a:avLst/>
              <a:pathLst>
                <a:path w="5286" h="5295">
                  <a:moveTo>
                    <a:pt x="380" y="5260"/>
                  </a:moveTo>
                  <a:lnTo>
                    <a:pt x="0" y="5295"/>
                  </a:lnTo>
                  <a:lnTo>
                    <a:pt x="453" y="3868"/>
                  </a:lnTo>
                  <a:lnTo>
                    <a:pt x="1740" y="1913"/>
                  </a:lnTo>
                  <a:lnTo>
                    <a:pt x="3614" y="191"/>
                  </a:lnTo>
                  <a:lnTo>
                    <a:pt x="4232" y="0"/>
                  </a:lnTo>
                  <a:lnTo>
                    <a:pt x="5286" y="1070"/>
                  </a:lnTo>
                  <a:lnTo>
                    <a:pt x="3349" y="2836"/>
                  </a:lnTo>
                  <a:lnTo>
                    <a:pt x="2834" y="3768"/>
                  </a:lnTo>
                  <a:lnTo>
                    <a:pt x="1404" y="3970"/>
                  </a:lnTo>
                  <a:close/>
                </a:path>
              </a:pathLst>
            </a:custGeom>
            <a:solidFill>
              <a:srgbClr val="9CC79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g620"/>
            <p:cNvSpPr/>
            <p:nvPr/>
          </p:nvSpPr>
          <p:spPr>
            <a:xfrm>
              <a:off x="3647464" y="2542605"/>
              <a:ext cx="3915" cy="4585"/>
            </a:xfrm>
            <a:custGeom>
              <a:avLst/>
              <a:pathLst>
                <a:path w="3915" h="4585">
                  <a:moveTo>
                    <a:pt x="1416" y="4343"/>
                  </a:moveTo>
                  <a:lnTo>
                    <a:pt x="340" y="4585"/>
                  </a:lnTo>
                  <a:lnTo>
                    <a:pt x="0" y="4363"/>
                  </a:lnTo>
                  <a:lnTo>
                    <a:pt x="653" y="3852"/>
                  </a:lnTo>
                  <a:lnTo>
                    <a:pt x="1111" y="3309"/>
                  </a:lnTo>
                  <a:lnTo>
                    <a:pt x="1331" y="2654"/>
                  </a:lnTo>
                  <a:lnTo>
                    <a:pt x="2423" y="1502"/>
                  </a:lnTo>
                  <a:lnTo>
                    <a:pt x="3138" y="0"/>
                  </a:lnTo>
                  <a:lnTo>
                    <a:pt x="3915" y="1024"/>
                  </a:lnTo>
                  <a:lnTo>
                    <a:pt x="2943" y="1705"/>
                  </a:lnTo>
                  <a:close/>
                </a:path>
              </a:pathLst>
            </a:custGeom>
            <a:solidFill>
              <a:srgbClr val="9CC79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g621"/>
            <p:cNvSpPr/>
            <p:nvPr/>
          </p:nvSpPr>
          <p:spPr>
            <a:xfrm>
              <a:off x="3634397" y="2540051"/>
              <a:ext cx="1123" cy="3154"/>
            </a:xfrm>
            <a:custGeom>
              <a:avLst/>
              <a:pathLst>
                <a:path w="1123" h="3154">
                  <a:moveTo>
                    <a:pt x="608" y="3025"/>
                  </a:moveTo>
                  <a:lnTo>
                    <a:pt x="385" y="3154"/>
                  </a:lnTo>
                  <a:lnTo>
                    <a:pt x="66" y="1907"/>
                  </a:lnTo>
                  <a:lnTo>
                    <a:pt x="0" y="745"/>
                  </a:lnTo>
                  <a:lnTo>
                    <a:pt x="127" y="65"/>
                  </a:lnTo>
                  <a:lnTo>
                    <a:pt x="549" y="0"/>
                  </a:lnTo>
                  <a:lnTo>
                    <a:pt x="1123" y="2204"/>
                  </a:lnTo>
                  <a:close/>
                </a:path>
              </a:pathLst>
            </a:custGeom>
            <a:solidFill>
              <a:srgbClr val="9CC79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g622"/>
            <p:cNvSpPr/>
            <p:nvPr/>
          </p:nvSpPr>
          <p:spPr>
            <a:xfrm>
              <a:off x="3661424" y="2538177"/>
              <a:ext cx="1845" cy="4197"/>
            </a:xfrm>
            <a:custGeom>
              <a:avLst/>
              <a:pathLst>
                <a:path w="1845" h="4197">
                  <a:moveTo>
                    <a:pt x="1597" y="3788"/>
                  </a:moveTo>
                  <a:lnTo>
                    <a:pt x="380" y="4197"/>
                  </a:lnTo>
                  <a:lnTo>
                    <a:pt x="597" y="1851"/>
                  </a:lnTo>
                  <a:lnTo>
                    <a:pt x="0" y="0"/>
                  </a:lnTo>
                  <a:lnTo>
                    <a:pt x="949" y="1038"/>
                  </a:lnTo>
                  <a:lnTo>
                    <a:pt x="1551" y="2292"/>
                  </a:lnTo>
                  <a:lnTo>
                    <a:pt x="1845" y="2532"/>
                  </a:lnTo>
                  <a:lnTo>
                    <a:pt x="1778" y="3288"/>
                  </a:lnTo>
                  <a:close/>
                </a:path>
              </a:pathLst>
            </a:custGeom>
            <a:solidFill>
              <a:srgbClr val="9CC79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g623"/>
            <p:cNvSpPr/>
            <p:nvPr/>
          </p:nvSpPr>
          <p:spPr>
            <a:xfrm>
              <a:off x="3639692" y="2536366"/>
              <a:ext cx="2113" cy="4646"/>
            </a:xfrm>
            <a:custGeom>
              <a:avLst/>
              <a:pathLst>
                <a:path w="2113" h="4646">
                  <a:moveTo>
                    <a:pt x="2113" y="2367"/>
                  </a:moveTo>
                  <a:lnTo>
                    <a:pt x="1144" y="4646"/>
                  </a:lnTo>
                  <a:lnTo>
                    <a:pt x="339" y="4399"/>
                  </a:lnTo>
                  <a:lnTo>
                    <a:pt x="0" y="3356"/>
                  </a:lnTo>
                  <a:lnTo>
                    <a:pt x="499" y="1214"/>
                  </a:lnTo>
                  <a:lnTo>
                    <a:pt x="1579" y="0"/>
                  </a:lnTo>
                  <a:lnTo>
                    <a:pt x="2069" y="315"/>
                  </a:lnTo>
                  <a:lnTo>
                    <a:pt x="2023" y="1901"/>
                  </a:lnTo>
                  <a:close/>
                </a:path>
              </a:pathLst>
            </a:custGeom>
            <a:solidFill>
              <a:srgbClr val="9CC79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g624"/>
            <p:cNvSpPr/>
            <p:nvPr/>
          </p:nvSpPr>
          <p:spPr>
            <a:xfrm>
              <a:off x="3642817" y="2534952"/>
              <a:ext cx="2754" cy="7880"/>
            </a:xfrm>
            <a:custGeom>
              <a:avLst/>
              <a:pathLst>
                <a:path w="2754" h="7880">
                  <a:moveTo>
                    <a:pt x="2242" y="6761"/>
                  </a:moveTo>
                  <a:lnTo>
                    <a:pt x="1155" y="7880"/>
                  </a:lnTo>
                  <a:lnTo>
                    <a:pt x="414" y="6264"/>
                  </a:lnTo>
                  <a:lnTo>
                    <a:pt x="0" y="3722"/>
                  </a:lnTo>
                  <a:lnTo>
                    <a:pt x="1991" y="0"/>
                  </a:lnTo>
                  <a:lnTo>
                    <a:pt x="2467" y="333"/>
                  </a:lnTo>
                  <a:lnTo>
                    <a:pt x="2754" y="1295"/>
                  </a:lnTo>
                  <a:lnTo>
                    <a:pt x="2709" y="4641"/>
                  </a:lnTo>
                  <a:close/>
                </a:path>
              </a:pathLst>
            </a:custGeom>
            <a:solidFill>
              <a:srgbClr val="9CC79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g625"/>
            <p:cNvSpPr/>
            <p:nvPr/>
          </p:nvSpPr>
          <p:spPr>
            <a:xfrm>
              <a:off x="3631397" y="2534544"/>
              <a:ext cx="1354" cy="2959"/>
            </a:xfrm>
            <a:custGeom>
              <a:avLst/>
              <a:pathLst>
                <a:path w="1354" h="2959">
                  <a:moveTo>
                    <a:pt x="1203" y="2514"/>
                  </a:moveTo>
                  <a:lnTo>
                    <a:pt x="752" y="2959"/>
                  </a:lnTo>
                  <a:lnTo>
                    <a:pt x="0" y="2311"/>
                  </a:lnTo>
                  <a:lnTo>
                    <a:pt x="199" y="689"/>
                  </a:lnTo>
                  <a:lnTo>
                    <a:pt x="718" y="0"/>
                  </a:lnTo>
                  <a:lnTo>
                    <a:pt x="1271" y="528"/>
                  </a:lnTo>
                  <a:lnTo>
                    <a:pt x="1354" y="1256"/>
                  </a:lnTo>
                  <a:close/>
                </a:path>
              </a:pathLst>
            </a:custGeom>
            <a:solidFill>
              <a:srgbClr val="9CC79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g626"/>
            <p:cNvSpPr/>
            <p:nvPr/>
          </p:nvSpPr>
          <p:spPr>
            <a:xfrm>
              <a:off x="3630726" y="2526714"/>
              <a:ext cx="1361" cy="4759"/>
            </a:xfrm>
            <a:custGeom>
              <a:avLst/>
              <a:pathLst>
                <a:path w="1361" h="4759">
                  <a:moveTo>
                    <a:pt x="804" y="3863"/>
                  </a:moveTo>
                  <a:lnTo>
                    <a:pt x="111" y="4759"/>
                  </a:lnTo>
                  <a:lnTo>
                    <a:pt x="341" y="2711"/>
                  </a:lnTo>
                  <a:lnTo>
                    <a:pt x="0" y="1642"/>
                  </a:lnTo>
                  <a:lnTo>
                    <a:pt x="305" y="733"/>
                  </a:lnTo>
                  <a:lnTo>
                    <a:pt x="749" y="0"/>
                  </a:lnTo>
                  <a:lnTo>
                    <a:pt x="960" y="757"/>
                  </a:lnTo>
                  <a:lnTo>
                    <a:pt x="1361" y="1985"/>
                  </a:lnTo>
                  <a:close/>
                </a:path>
              </a:pathLst>
            </a:custGeom>
            <a:solidFill>
              <a:srgbClr val="9CC79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g627"/>
            <p:cNvSpPr/>
            <p:nvPr/>
          </p:nvSpPr>
          <p:spPr>
            <a:xfrm>
              <a:off x="3637131" y="2525718"/>
              <a:ext cx="579" cy="3521"/>
            </a:xfrm>
            <a:custGeom>
              <a:avLst/>
              <a:pathLst>
                <a:path w="579" h="3521">
                  <a:moveTo>
                    <a:pt x="579" y="454"/>
                  </a:moveTo>
                  <a:lnTo>
                    <a:pt x="518" y="3521"/>
                  </a:lnTo>
                  <a:lnTo>
                    <a:pt x="197" y="3495"/>
                  </a:lnTo>
                  <a:lnTo>
                    <a:pt x="10" y="3022"/>
                  </a:lnTo>
                  <a:lnTo>
                    <a:pt x="0" y="1848"/>
                  </a:lnTo>
                  <a:lnTo>
                    <a:pt x="136" y="0"/>
                  </a:lnTo>
                  <a:close/>
                </a:path>
              </a:pathLst>
            </a:custGeom>
            <a:solidFill>
              <a:srgbClr val="9CC79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g628"/>
            <p:cNvSpPr/>
            <p:nvPr/>
          </p:nvSpPr>
          <p:spPr>
            <a:xfrm>
              <a:off x="3642150" y="2525710"/>
              <a:ext cx="1899" cy="2842"/>
            </a:xfrm>
            <a:custGeom>
              <a:avLst/>
              <a:pathLst>
                <a:path w="1899" h="2842">
                  <a:moveTo>
                    <a:pt x="1165" y="2660"/>
                  </a:moveTo>
                  <a:lnTo>
                    <a:pt x="0" y="2842"/>
                  </a:lnTo>
                  <a:lnTo>
                    <a:pt x="67" y="587"/>
                  </a:lnTo>
                  <a:lnTo>
                    <a:pt x="499" y="0"/>
                  </a:lnTo>
                  <a:lnTo>
                    <a:pt x="1899" y="1125"/>
                  </a:lnTo>
                  <a:lnTo>
                    <a:pt x="1831" y="1835"/>
                  </a:lnTo>
                  <a:close/>
                </a:path>
              </a:pathLst>
            </a:custGeom>
            <a:solidFill>
              <a:srgbClr val="9CC79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g629"/>
            <p:cNvSpPr/>
            <p:nvPr/>
          </p:nvSpPr>
          <p:spPr>
            <a:xfrm>
              <a:off x="3650380" y="2520830"/>
              <a:ext cx="4496" cy="4394"/>
            </a:xfrm>
            <a:custGeom>
              <a:avLst/>
              <a:pathLst>
                <a:path w="4496" h="4394">
                  <a:moveTo>
                    <a:pt x="571" y="4282"/>
                  </a:moveTo>
                  <a:lnTo>
                    <a:pt x="0" y="4394"/>
                  </a:lnTo>
                  <a:lnTo>
                    <a:pt x="174" y="3213"/>
                  </a:lnTo>
                  <a:lnTo>
                    <a:pt x="1266" y="1164"/>
                  </a:lnTo>
                  <a:lnTo>
                    <a:pt x="2792" y="1064"/>
                  </a:lnTo>
                  <a:lnTo>
                    <a:pt x="4182" y="37"/>
                  </a:lnTo>
                  <a:lnTo>
                    <a:pt x="4496" y="0"/>
                  </a:lnTo>
                  <a:lnTo>
                    <a:pt x="3832" y="1617"/>
                  </a:lnTo>
                  <a:lnTo>
                    <a:pt x="2711" y="3126"/>
                  </a:lnTo>
                  <a:close/>
                </a:path>
              </a:pathLst>
            </a:custGeom>
            <a:solidFill>
              <a:srgbClr val="9CC79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g630"/>
            <p:cNvSpPr/>
            <p:nvPr/>
          </p:nvSpPr>
          <p:spPr>
            <a:xfrm>
              <a:off x="3638364" y="2520642"/>
              <a:ext cx="3161" cy="4301"/>
            </a:xfrm>
            <a:custGeom>
              <a:avLst/>
              <a:pathLst>
                <a:path w="3161" h="4301">
                  <a:moveTo>
                    <a:pt x="3161" y="2395"/>
                  </a:moveTo>
                  <a:lnTo>
                    <a:pt x="2708" y="4301"/>
                  </a:lnTo>
                  <a:lnTo>
                    <a:pt x="1948" y="4006"/>
                  </a:lnTo>
                  <a:lnTo>
                    <a:pt x="676" y="1956"/>
                  </a:lnTo>
                  <a:lnTo>
                    <a:pt x="241" y="1025"/>
                  </a:lnTo>
                  <a:lnTo>
                    <a:pt x="0" y="111"/>
                  </a:lnTo>
                  <a:lnTo>
                    <a:pt x="522" y="0"/>
                  </a:lnTo>
                  <a:lnTo>
                    <a:pt x="1161" y="965"/>
                  </a:lnTo>
                  <a:lnTo>
                    <a:pt x="2789" y="1477"/>
                  </a:lnTo>
                  <a:close/>
                </a:path>
              </a:pathLst>
            </a:custGeom>
            <a:solidFill>
              <a:srgbClr val="9CC79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g631"/>
            <p:cNvSpPr/>
            <p:nvPr/>
          </p:nvSpPr>
          <p:spPr>
            <a:xfrm>
              <a:off x="3629601" y="2520582"/>
              <a:ext cx="1503" cy="4563"/>
            </a:xfrm>
            <a:custGeom>
              <a:avLst/>
              <a:pathLst>
                <a:path w="1503" h="4563">
                  <a:moveTo>
                    <a:pt x="956" y="3127"/>
                  </a:moveTo>
                  <a:lnTo>
                    <a:pt x="140" y="4563"/>
                  </a:lnTo>
                  <a:lnTo>
                    <a:pt x="0" y="2410"/>
                  </a:lnTo>
                  <a:lnTo>
                    <a:pt x="523" y="147"/>
                  </a:lnTo>
                  <a:lnTo>
                    <a:pt x="1238" y="0"/>
                  </a:lnTo>
                  <a:lnTo>
                    <a:pt x="1503" y="995"/>
                  </a:lnTo>
                  <a:close/>
                </a:path>
              </a:pathLst>
            </a:custGeom>
            <a:solidFill>
              <a:srgbClr val="9CC79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g632"/>
            <p:cNvSpPr/>
            <p:nvPr/>
          </p:nvSpPr>
          <p:spPr>
            <a:xfrm>
              <a:off x="3657675" y="2516778"/>
              <a:ext cx="5777" cy="4925"/>
            </a:xfrm>
            <a:custGeom>
              <a:avLst/>
              <a:pathLst>
                <a:path w="5777" h="4925">
                  <a:moveTo>
                    <a:pt x="2965" y="0"/>
                  </a:moveTo>
                  <a:lnTo>
                    <a:pt x="4464" y="973"/>
                  </a:lnTo>
                  <a:lnTo>
                    <a:pt x="4880" y="869"/>
                  </a:lnTo>
                  <a:lnTo>
                    <a:pt x="5588" y="1223"/>
                  </a:lnTo>
                  <a:lnTo>
                    <a:pt x="5777" y="3018"/>
                  </a:lnTo>
                  <a:lnTo>
                    <a:pt x="4839" y="3278"/>
                  </a:lnTo>
                  <a:lnTo>
                    <a:pt x="3215" y="4925"/>
                  </a:lnTo>
                  <a:lnTo>
                    <a:pt x="2525" y="4563"/>
                  </a:lnTo>
                  <a:lnTo>
                    <a:pt x="1699" y="3130"/>
                  </a:lnTo>
                  <a:lnTo>
                    <a:pt x="387" y="2982"/>
                  </a:lnTo>
                  <a:lnTo>
                    <a:pt x="0" y="2591"/>
                  </a:lnTo>
                  <a:lnTo>
                    <a:pt x="702" y="903"/>
                  </a:lnTo>
                  <a:lnTo>
                    <a:pt x="1978" y="49"/>
                  </a:lnTo>
                  <a:close/>
                </a:path>
              </a:pathLst>
            </a:custGeom>
            <a:solidFill>
              <a:srgbClr val="9CC79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g633"/>
            <p:cNvSpPr/>
            <p:nvPr/>
          </p:nvSpPr>
          <p:spPr>
            <a:xfrm>
              <a:off x="3585021" y="2513288"/>
              <a:ext cx="4563" cy="7824"/>
            </a:xfrm>
            <a:custGeom>
              <a:avLst/>
              <a:pathLst>
                <a:path w="4563" h="7824">
                  <a:moveTo>
                    <a:pt x="3277" y="3669"/>
                  </a:moveTo>
                  <a:lnTo>
                    <a:pt x="4563" y="6546"/>
                  </a:lnTo>
                  <a:lnTo>
                    <a:pt x="3528" y="5833"/>
                  </a:lnTo>
                  <a:lnTo>
                    <a:pt x="2425" y="7824"/>
                  </a:lnTo>
                  <a:lnTo>
                    <a:pt x="1027" y="5498"/>
                  </a:lnTo>
                  <a:lnTo>
                    <a:pt x="189" y="3143"/>
                  </a:lnTo>
                  <a:lnTo>
                    <a:pt x="0" y="2201"/>
                  </a:lnTo>
                  <a:lnTo>
                    <a:pt x="877" y="0"/>
                  </a:lnTo>
                  <a:lnTo>
                    <a:pt x="1695" y="2262"/>
                  </a:lnTo>
                  <a:lnTo>
                    <a:pt x="2684" y="2624"/>
                  </a:lnTo>
                  <a:close/>
                </a:path>
              </a:pathLst>
            </a:custGeom>
            <a:solidFill>
              <a:srgbClr val="9CC79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g634"/>
            <p:cNvSpPr/>
            <p:nvPr/>
          </p:nvSpPr>
          <p:spPr>
            <a:xfrm>
              <a:off x="3634753" y="2511498"/>
              <a:ext cx="3552" cy="8798"/>
            </a:xfrm>
            <a:custGeom>
              <a:avLst/>
              <a:pathLst>
                <a:path w="3552" h="8798">
                  <a:moveTo>
                    <a:pt x="3552" y="6811"/>
                  </a:moveTo>
                  <a:lnTo>
                    <a:pt x="3193" y="8798"/>
                  </a:lnTo>
                  <a:lnTo>
                    <a:pt x="2241" y="6489"/>
                  </a:lnTo>
                  <a:lnTo>
                    <a:pt x="1198" y="4908"/>
                  </a:lnTo>
                  <a:lnTo>
                    <a:pt x="808" y="3529"/>
                  </a:lnTo>
                  <a:lnTo>
                    <a:pt x="172" y="2696"/>
                  </a:lnTo>
                  <a:lnTo>
                    <a:pt x="0" y="841"/>
                  </a:lnTo>
                  <a:lnTo>
                    <a:pt x="770" y="78"/>
                  </a:lnTo>
                  <a:lnTo>
                    <a:pt x="1099" y="0"/>
                  </a:lnTo>
                  <a:lnTo>
                    <a:pt x="1887" y="2259"/>
                  </a:lnTo>
                  <a:lnTo>
                    <a:pt x="3121" y="2522"/>
                  </a:lnTo>
                  <a:lnTo>
                    <a:pt x="3025" y="3914"/>
                  </a:lnTo>
                  <a:lnTo>
                    <a:pt x="3415" y="5709"/>
                  </a:lnTo>
                  <a:close/>
                </a:path>
              </a:pathLst>
            </a:custGeom>
            <a:solidFill>
              <a:srgbClr val="9CC79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g635"/>
            <p:cNvSpPr/>
            <p:nvPr/>
          </p:nvSpPr>
          <p:spPr>
            <a:xfrm>
              <a:off x="3619143" y="2511469"/>
              <a:ext cx="1604" cy="2657"/>
            </a:xfrm>
            <a:custGeom>
              <a:avLst/>
              <a:pathLst>
                <a:path w="1604" h="2657">
                  <a:moveTo>
                    <a:pt x="1604" y="1927"/>
                  </a:moveTo>
                  <a:lnTo>
                    <a:pt x="1122" y="2657"/>
                  </a:lnTo>
                  <a:lnTo>
                    <a:pt x="578" y="2621"/>
                  </a:lnTo>
                  <a:lnTo>
                    <a:pt x="193" y="2353"/>
                  </a:lnTo>
                  <a:lnTo>
                    <a:pt x="0" y="1768"/>
                  </a:lnTo>
                  <a:lnTo>
                    <a:pt x="240" y="1490"/>
                  </a:lnTo>
                  <a:lnTo>
                    <a:pt x="522" y="317"/>
                  </a:lnTo>
                  <a:lnTo>
                    <a:pt x="784" y="0"/>
                  </a:lnTo>
                  <a:lnTo>
                    <a:pt x="1172" y="150"/>
                  </a:lnTo>
                  <a:lnTo>
                    <a:pt x="1407" y="617"/>
                  </a:lnTo>
                  <a:close/>
                </a:path>
              </a:pathLst>
            </a:custGeom>
            <a:solidFill>
              <a:srgbClr val="9CC79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g636"/>
            <p:cNvSpPr/>
            <p:nvPr/>
          </p:nvSpPr>
          <p:spPr>
            <a:xfrm>
              <a:off x="3581764" y="2497172"/>
              <a:ext cx="5321" cy="11949"/>
            </a:xfrm>
            <a:custGeom>
              <a:avLst/>
              <a:pathLst>
                <a:path w="5321" h="11949">
                  <a:moveTo>
                    <a:pt x="3169" y="2706"/>
                  </a:moveTo>
                  <a:lnTo>
                    <a:pt x="3320" y="6119"/>
                  </a:lnTo>
                  <a:lnTo>
                    <a:pt x="4179" y="6759"/>
                  </a:lnTo>
                  <a:lnTo>
                    <a:pt x="5321" y="9835"/>
                  </a:lnTo>
                  <a:lnTo>
                    <a:pt x="5222" y="11409"/>
                  </a:lnTo>
                  <a:lnTo>
                    <a:pt x="4985" y="11949"/>
                  </a:lnTo>
                  <a:lnTo>
                    <a:pt x="3094" y="10496"/>
                  </a:lnTo>
                  <a:lnTo>
                    <a:pt x="2640" y="11148"/>
                  </a:lnTo>
                  <a:lnTo>
                    <a:pt x="2087" y="10883"/>
                  </a:lnTo>
                  <a:lnTo>
                    <a:pt x="1745" y="9183"/>
                  </a:lnTo>
                  <a:lnTo>
                    <a:pt x="1785" y="8586"/>
                  </a:lnTo>
                  <a:lnTo>
                    <a:pt x="1475" y="7568"/>
                  </a:lnTo>
                  <a:lnTo>
                    <a:pt x="1217" y="7114"/>
                  </a:lnTo>
                  <a:lnTo>
                    <a:pt x="472" y="8466"/>
                  </a:lnTo>
                  <a:lnTo>
                    <a:pt x="3" y="8718"/>
                  </a:lnTo>
                  <a:lnTo>
                    <a:pt x="0" y="7482"/>
                  </a:lnTo>
                  <a:lnTo>
                    <a:pt x="687" y="4083"/>
                  </a:lnTo>
                  <a:lnTo>
                    <a:pt x="1009" y="3508"/>
                  </a:lnTo>
                  <a:lnTo>
                    <a:pt x="1574" y="4631"/>
                  </a:lnTo>
                  <a:lnTo>
                    <a:pt x="2039" y="4214"/>
                  </a:lnTo>
                  <a:lnTo>
                    <a:pt x="2389" y="2376"/>
                  </a:lnTo>
                  <a:lnTo>
                    <a:pt x="2413" y="543"/>
                  </a:lnTo>
                  <a:lnTo>
                    <a:pt x="2570" y="0"/>
                  </a:lnTo>
                  <a:close/>
                </a:path>
              </a:pathLst>
            </a:custGeom>
            <a:solidFill>
              <a:srgbClr val="9CC79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g637"/>
            <p:cNvSpPr/>
            <p:nvPr/>
          </p:nvSpPr>
          <p:spPr>
            <a:xfrm>
              <a:off x="3585071" y="2496905"/>
              <a:ext cx="1645" cy="4886"/>
            </a:xfrm>
            <a:custGeom>
              <a:avLst/>
              <a:pathLst>
                <a:path w="1645" h="4886">
                  <a:moveTo>
                    <a:pt x="1645" y="4566"/>
                  </a:moveTo>
                  <a:lnTo>
                    <a:pt x="1043" y="4886"/>
                  </a:lnTo>
                  <a:lnTo>
                    <a:pt x="277" y="2058"/>
                  </a:lnTo>
                  <a:lnTo>
                    <a:pt x="0" y="108"/>
                  </a:lnTo>
                  <a:lnTo>
                    <a:pt x="317" y="0"/>
                  </a:lnTo>
                  <a:lnTo>
                    <a:pt x="623" y="226"/>
                  </a:lnTo>
                  <a:lnTo>
                    <a:pt x="946" y="962"/>
                  </a:lnTo>
                  <a:lnTo>
                    <a:pt x="943" y="1715"/>
                  </a:lnTo>
                  <a:lnTo>
                    <a:pt x="1072" y="2522"/>
                  </a:lnTo>
                  <a:lnTo>
                    <a:pt x="1407" y="3493"/>
                  </a:lnTo>
                  <a:close/>
                </a:path>
              </a:pathLst>
            </a:custGeom>
            <a:solidFill>
              <a:srgbClr val="9CC79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g638"/>
            <p:cNvSpPr/>
            <p:nvPr/>
          </p:nvSpPr>
          <p:spPr>
            <a:xfrm>
              <a:off x="3648718" y="2493426"/>
              <a:ext cx="3829" cy="13007"/>
            </a:xfrm>
            <a:custGeom>
              <a:avLst/>
              <a:pathLst>
                <a:path w="3829" h="13007">
                  <a:moveTo>
                    <a:pt x="3021" y="11336"/>
                  </a:moveTo>
                  <a:lnTo>
                    <a:pt x="1857" y="13007"/>
                  </a:lnTo>
                  <a:lnTo>
                    <a:pt x="558" y="10590"/>
                  </a:lnTo>
                  <a:lnTo>
                    <a:pt x="343" y="9812"/>
                  </a:lnTo>
                  <a:lnTo>
                    <a:pt x="1298" y="8837"/>
                  </a:lnTo>
                  <a:lnTo>
                    <a:pt x="1770" y="7333"/>
                  </a:lnTo>
                  <a:lnTo>
                    <a:pt x="1387" y="5487"/>
                  </a:lnTo>
                  <a:lnTo>
                    <a:pt x="63" y="2757"/>
                  </a:lnTo>
                  <a:lnTo>
                    <a:pt x="0" y="818"/>
                  </a:lnTo>
                  <a:lnTo>
                    <a:pt x="2028" y="0"/>
                  </a:lnTo>
                  <a:lnTo>
                    <a:pt x="3221" y="1686"/>
                  </a:lnTo>
                  <a:lnTo>
                    <a:pt x="3829" y="1802"/>
                  </a:lnTo>
                  <a:lnTo>
                    <a:pt x="3596" y="3413"/>
                  </a:lnTo>
                  <a:lnTo>
                    <a:pt x="3699" y="3937"/>
                  </a:lnTo>
                  <a:lnTo>
                    <a:pt x="3789" y="8828"/>
                  </a:lnTo>
                  <a:lnTo>
                    <a:pt x="3225" y="9516"/>
                  </a:lnTo>
                  <a:lnTo>
                    <a:pt x="3132" y="10860"/>
                  </a:lnTo>
                  <a:close/>
                </a:path>
              </a:pathLst>
            </a:custGeom>
            <a:solidFill>
              <a:srgbClr val="9CC79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g639"/>
            <p:cNvSpPr/>
            <p:nvPr/>
          </p:nvSpPr>
          <p:spPr>
            <a:xfrm>
              <a:off x="3584231" y="2486260"/>
              <a:ext cx="2010" cy="7732"/>
            </a:xfrm>
            <a:custGeom>
              <a:avLst/>
              <a:pathLst>
                <a:path w="2010" h="7732">
                  <a:moveTo>
                    <a:pt x="1609" y="6960"/>
                  </a:moveTo>
                  <a:lnTo>
                    <a:pt x="1135" y="7188"/>
                  </a:lnTo>
                  <a:lnTo>
                    <a:pt x="727" y="7032"/>
                  </a:lnTo>
                  <a:lnTo>
                    <a:pt x="357" y="7166"/>
                  </a:lnTo>
                  <a:lnTo>
                    <a:pt x="0" y="7732"/>
                  </a:lnTo>
                  <a:lnTo>
                    <a:pt x="39" y="5388"/>
                  </a:lnTo>
                  <a:lnTo>
                    <a:pt x="460" y="2484"/>
                  </a:lnTo>
                  <a:lnTo>
                    <a:pt x="974" y="787"/>
                  </a:lnTo>
                  <a:lnTo>
                    <a:pt x="1699" y="0"/>
                  </a:lnTo>
                  <a:lnTo>
                    <a:pt x="2010" y="1331"/>
                  </a:lnTo>
                  <a:lnTo>
                    <a:pt x="1951" y="6084"/>
                  </a:lnTo>
                  <a:close/>
                </a:path>
              </a:pathLst>
            </a:custGeom>
            <a:solidFill>
              <a:srgbClr val="9CC79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g640"/>
            <p:cNvSpPr/>
            <p:nvPr/>
          </p:nvSpPr>
          <p:spPr>
            <a:xfrm>
              <a:off x="3631838" y="2482240"/>
              <a:ext cx="2604" cy="5775"/>
            </a:xfrm>
            <a:custGeom>
              <a:avLst/>
              <a:pathLst>
                <a:path w="2604" h="5775">
                  <a:moveTo>
                    <a:pt x="2604" y="5054"/>
                  </a:moveTo>
                  <a:lnTo>
                    <a:pt x="1316" y="5775"/>
                  </a:lnTo>
                  <a:lnTo>
                    <a:pt x="974" y="5661"/>
                  </a:lnTo>
                  <a:lnTo>
                    <a:pt x="1261" y="4752"/>
                  </a:lnTo>
                  <a:lnTo>
                    <a:pt x="1284" y="4370"/>
                  </a:lnTo>
                  <a:lnTo>
                    <a:pt x="0" y="2708"/>
                  </a:lnTo>
                  <a:lnTo>
                    <a:pt x="151" y="549"/>
                  </a:lnTo>
                  <a:lnTo>
                    <a:pt x="299" y="0"/>
                  </a:lnTo>
                  <a:lnTo>
                    <a:pt x="1255" y="1123"/>
                  </a:lnTo>
                  <a:lnTo>
                    <a:pt x="1465" y="2996"/>
                  </a:lnTo>
                  <a:close/>
                </a:path>
              </a:pathLst>
            </a:custGeom>
            <a:solidFill>
              <a:srgbClr val="9CC79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g641"/>
            <p:cNvSpPr/>
            <p:nvPr/>
          </p:nvSpPr>
          <p:spPr>
            <a:xfrm>
              <a:off x="3612452" y="2480626"/>
              <a:ext cx="20938" cy="31469"/>
            </a:xfrm>
            <a:custGeom>
              <a:avLst/>
              <a:pathLst>
                <a:path w="20938" h="31469">
                  <a:moveTo>
                    <a:pt x="6643" y="2253"/>
                  </a:moveTo>
                  <a:lnTo>
                    <a:pt x="7332" y="5461"/>
                  </a:lnTo>
                  <a:lnTo>
                    <a:pt x="7978" y="6543"/>
                  </a:lnTo>
                  <a:lnTo>
                    <a:pt x="9334" y="7821"/>
                  </a:lnTo>
                  <a:lnTo>
                    <a:pt x="9971" y="7984"/>
                  </a:lnTo>
                  <a:lnTo>
                    <a:pt x="12283" y="10293"/>
                  </a:lnTo>
                  <a:lnTo>
                    <a:pt x="14974" y="10753"/>
                  </a:lnTo>
                  <a:lnTo>
                    <a:pt x="15322" y="11418"/>
                  </a:lnTo>
                  <a:lnTo>
                    <a:pt x="15652" y="13197"/>
                  </a:lnTo>
                  <a:lnTo>
                    <a:pt x="16201" y="14594"/>
                  </a:lnTo>
                  <a:lnTo>
                    <a:pt x="16339" y="15680"/>
                  </a:lnTo>
                  <a:lnTo>
                    <a:pt x="16052" y="16886"/>
                  </a:lnTo>
                  <a:lnTo>
                    <a:pt x="16450" y="20574"/>
                  </a:lnTo>
                  <a:lnTo>
                    <a:pt x="17128" y="24079"/>
                  </a:lnTo>
                  <a:lnTo>
                    <a:pt x="18151" y="25778"/>
                  </a:lnTo>
                  <a:lnTo>
                    <a:pt x="19422" y="26292"/>
                  </a:lnTo>
                  <a:lnTo>
                    <a:pt x="20632" y="26221"/>
                  </a:lnTo>
                  <a:lnTo>
                    <a:pt x="20938" y="26917"/>
                  </a:lnTo>
                  <a:lnTo>
                    <a:pt x="20818" y="29984"/>
                  </a:lnTo>
                  <a:lnTo>
                    <a:pt x="20306" y="31179"/>
                  </a:lnTo>
                  <a:lnTo>
                    <a:pt x="19889" y="31469"/>
                  </a:lnTo>
                  <a:lnTo>
                    <a:pt x="19528" y="31156"/>
                  </a:lnTo>
                  <a:lnTo>
                    <a:pt x="19200" y="30433"/>
                  </a:lnTo>
                  <a:lnTo>
                    <a:pt x="18843" y="30091"/>
                  </a:lnTo>
                  <a:lnTo>
                    <a:pt x="18148" y="30032"/>
                  </a:lnTo>
                  <a:lnTo>
                    <a:pt x="17640" y="28797"/>
                  </a:lnTo>
                  <a:lnTo>
                    <a:pt x="16351" y="27107"/>
                  </a:lnTo>
                  <a:lnTo>
                    <a:pt x="16114" y="26099"/>
                  </a:lnTo>
                  <a:lnTo>
                    <a:pt x="16071" y="24543"/>
                  </a:lnTo>
                  <a:lnTo>
                    <a:pt x="15524" y="23398"/>
                  </a:lnTo>
                  <a:lnTo>
                    <a:pt x="15020" y="21218"/>
                  </a:lnTo>
                  <a:lnTo>
                    <a:pt x="14542" y="20616"/>
                  </a:lnTo>
                  <a:lnTo>
                    <a:pt x="14278" y="19525"/>
                  </a:lnTo>
                  <a:lnTo>
                    <a:pt x="14256" y="19056"/>
                  </a:lnTo>
                  <a:lnTo>
                    <a:pt x="12381" y="18739"/>
                  </a:lnTo>
                  <a:lnTo>
                    <a:pt x="10828" y="18724"/>
                  </a:lnTo>
                  <a:lnTo>
                    <a:pt x="9511" y="17488"/>
                  </a:lnTo>
                  <a:lnTo>
                    <a:pt x="9104" y="14253"/>
                  </a:lnTo>
                  <a:lnTo>
                    <a:pt x="8323" y="13383"/>
                  </a:lnTo>
                  <a:lnTo>
                    <a:pt x="7738" y="12468"/>
                  </a:lnTo>
                  <a:lnTo>
                    <a:pt x="7250" y="11200"/>
                  </a:lnTo>
                  <a:lnTo>
                    <a:pt x="6017" y="8861"/>
                  </a:lnTo>
                  <a:lnTo>
                    <a:pt x="4653" y="6905"/>
                  </a:lnTo>
                  <a:lnTo>
                    <a:pt x="3334" y="5616"/>
                  </a:lnTo>
                  <a:lnTo>
                    <a:pt x="1935" y="4772"/>
                  </a:lnTo>
                  <a:lnTo>
                    <a:pt x="797" y="5769"/>
                  </a:lnTo>
                  <a:lnTo>
                    <a:pt x="134" y="5533"/>
                  </a:lnTo>
                  <a:lnTo>
                    <a:pt x="0" y="4858"/>
                  </a:lnTo>
                  <a:lnTo>
                    <a:pt x="1413" y="3516"/>
                  </a:lnTo>
                  <a:lnTo>
                    <a:pt x="3357" y="952"/>
                  </a:lnTo>
                  <a:lnTo>
                    <a:pt x="4727" y="105"/>
                  </a:lnTo>
                  <a:lnTo>
                    <a:pt x="5391" y="0"/>
                  </a:lnTo>
                  <a:close/>
                </a:path>
              </a:pathLst>
            </a:custGeom>
            <a:solidFill>
              <a:srgbClr val="9CC79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g642"/>
            <p:cNvSpPr/>
            <p:nvPr/>
          </p:nvSpPr>
          <p:spPr>
            <a:xfrm>
              <a:off x="3621271" y="2475493"/>
              <a:ext cx="2264" cy="3783"/>
            </a:xfrm>
            <a:custGeom>
              <a:avLst/>
              <a:pathLst>
                <a:path w="2264" h="3783">
                  <a:moveTo>
                    <a:pt x="2264" y="2783"/>
                  </a:moveTo>
                  <a:lnTo>
                    <a:pt x="1720" y="3783"/>
                  </a:lnTo>
                  <a:lnTo>
                    <a:pt x="879" y="33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CC79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g643"/>
            <p:cNvSpPr/>
            <p:nvPr/>
          </p:nvSpPr>
          <p:spPr>
            <a:xfrm>
              <a:off x="3624284" y="2473746"/>
              <a:ext cx="1580" cy="3579"/>
            </a:xfrm>
            <a:custGeom>
              <a:avLst/>
              <a:pathLst>
                <a:path w="1580" h="3579">
                  <a:moveTo>
                    <a:pt x="570" y="3233"/>
                  </a:moveTo>
                  <a:lnTo>
                    <a:pt x="0" y="3579"/>
                  </a:lnTo>
                  <a:lnTo>
                    <a:pt x="571" y="1222"/>
                  </a:lnTo>
                  <a:lnTo>
                    <a:pt x="1580" y="0"/>
                  </a:lnTo>
                  <a:lnTo>
                    <a:pt x="1200" y="1985"/>
                  </a:lnTo>
                  <a:close/>
                </a:path>
              </a:pathLst>
            </a:custGeom>
            <a:solidFill>
              <a:srgbClr val="9CC79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g644"/>
            <p:cNvSpPr/>
            <p:nvPr/>
          </p:nvSpPr>
          <p:spPr>
            <a:xfrm>
              <a:off x="3648695" y="2470340"/>
              <a:ext cx="9158" cy="12121"/>
            </a:xfrm>
            <a:custGeom>
              <a:avLst/>
              <a:pathLst>
                <a:path w="9158" h="12121">
                  <a:moveTo>
                    <a:pt x="6898" y="1582"/>
                  </a:moveTo>
                  <a:lnTo>
                    <a:pt x="6686" y="3335"/>
                  </a:lnTo>
                  <a:lnTo>
                    <a:pt x="8371" y="6241"/>
                  </a:lnTo>
                  <a:lnTo>
                    <a:pt x="8946" y="8081"/>
                  </a:lnTo>
                  <a:lnTo>
                    <a:pt x="9158" y="9874"/>
                  </a:lnTo>
                  <a:lnTo>
                    <a:pt x="9016" y="10388"/>
                  </a:lnTo>
                  <a:lnTo>
                    <a:pt x="8377" y="9415"/>
                  </a:lnTo>
                  <a:lnTo>
                    <a:pt x="7855" y="9107"/>
                  </a:lnTo>
                  <a:lnTo>
                    <a:pt x="8031" y="10388"/>
                  </a:lnTo>
                  <a:lnTo>
                    <a:pt x="8567" y="11490"/>
                  </a:lnTo>
                  <a:lnTo>
                    <a:pt x="7612" y="12121"/>
                  </a:lnTo>
                  <a:lnTo>
                    <a:pt x="6654" y="12087"/>
                  </a:lnTo>
                  <a:lnTo>
                    <a:pt x="3859" y="10552"/>
                  </a:lnTo>
                  <a:lnTo>
                    <a:pt x="3214" y="8922"/>
                  </a:lnTo>
                  <a:lnTo>
                    <a:pt x="4886" y="6468"/>
                  </a:lnTo>
                  <a:lnTo>
                    <a:pt x="5228" y="5479"/>
                  </a:lnTo>
                  <a:lnTo>
                    <a:pt x="4044" y="5576"/>
                  </a:lnTo>
                  <a:lnTo>
                    <a:pt x="2781" y="8492"/>
                  </a:lnTo>
                  <a:lnTo>
                    <a:pt x="756" y="7211"/>
                  </a:lnTo>
                  <a:lnTo>
                    <a:pt x="138" y="6038"/>
                  </a:lnTo>
                  <a:lnTo>
                    <a:pt x="0" y="5406"/>
                  </a:lnTo>
                  <a:lnTo>
                    <a:pt x="797" y="2820"/>
                  </a:lnTo>
                  <a:lnTo>
                    <a:pt x="2222" y="2907"/>
                  </a:lnTo>
                  <a:lnTo>
                    <a:pt x="2976" y="2325"/>
                  </a:lnTo>
                  <a:lnTo>
                    <a:pt x="3908" y="1507"/>
                  </a:lnTo>
                  <a:lnTo>
                    <a:pt x="3915" y="279"/>
                  </a:lnTo>
                  <a:lnTo>
                    <a:pt x="6137" y="0"/>
                  </a:lnTo>
                  <a:close/>
                </a:path>
              </a:pathLst>
            </a:custGeom>
            <a:solidFill>
              <a:srgbClr val="9CC79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g645"/>
            <p:cNvSpPr/>
            <p:nvPr/>
          </p:nvSpPr>
          <p:spPr>
            <a:xfrm>
              <a:off x="3573162" y="2457424"/>
              <a:ext cx="5522" cy="13105"/>
            </a:xfrm>
            <a:custGeom>
              <a:avLst/>
              <a:pathLst>
                <a:path w="5522" h="13105">
                  <a:moveTo>
                    <a:pt x="5258" y="11447"/>
                  </a:moveTo>
                  <a:lnTo>
                    <a:pt x="5522" y="13105"/>
                  </a:lnTo>
                  <a:lnTo>
                    <a:pt x="4003" y="12076"/>
                  </a:lnTo>
                  <a:lnTo>
                    <a:pt x="2894" y="10595"/>
                  </a:lnTo>
                  <a:lnTo>
                    <a:pt x="1979" y="6938"/>
                  </a:lnTo>
                  <a:lnTo>
                    <a:pt x="29" y="2775"/>
                  </a:lnTo>
                  <a:lnTo>
                    <a:pt x="0" y="1566"/>
                  </a:lnTo>
                  <a:lnTo>
                    <a:pt x="741" y="650"/>
                  </a:lnTo>
                  <a:lnTo>
                    <a:pt x="2341" y="0"/>
                  </a:lnTo>
                  <a:lnTo>
                    <a:pt x="2988" y="675"/>
                  </a:lnTo>
                  <a:lnTo>
                    <a:pt x="3407" y="1370"/>
                  </a:lnTo>
                  <a:lnTo>
                    <a:pt x="3538" y="2168"/>
                  </a:lnTo>
                  <a:lnTo>
                    <a:pt x="2629" y="3767"/>
                  </a:lnTo>
                  <a:lnTo>
                    <a:pt x="2439" y="4491"/>
                  </a:lnTo>
                  <a:lnTo>
                    <a:pt x="3139" y="5928"/>
                  </a:lnTo>
                  <a:lnTo>
                    <a:pt x="3127" y="6504"/>
                  </a:lnTo>
                  <a:lnTo>
                    <a:pt x="3422" y="9284"/>
                  </a:lnTo>
                  <a:lnTo>
                    <a:pt x="3763" y="10333"/>
                  </a:lnTo>
                  <a:lnTo>
                    <a:pt x="4646" y="11170"/>
                  </a:lnTo>
                  <a:close/>
                </a:path>
              </a:pathLst>
            </a:custGeom>
            <a:solidFill>
              <a:srgbClr val="9CC79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g646"/>
            <p:cNvSpPr/>
            <p:nvPr/>
          </p:nvSpPr>
          <p:spPr>
            <a:xfrm>
              <a:off x="3639045" y="2451079"/>
              <a:ext cx="4835" cy="6758"/>
            </a:xfrm>
            <a:custGeom>
              <a:avLst/>
              <a:pathLst>
                <a:path w="4835" h="6758">
                  <a:moveTo>
                    <a:pt x="4696" y="1522"/>
                  </a:moveTo>
                  <a:lnTo>
                    <a:pt x="4235" y="2519"/>
                  </a:lnTo>
                  <a:lnTo>
                    <a:pt x="3896" y="4240"/>
                  </a:lnTo>
                  <a:lnTo>
                    <a:pt x="3713" y="6699"/>
                  </a:lnTo>
                  <a:lnTo>
                    <a:pt x="3002" y="6758"/>
                  </a:lnTo>
                  <a:lnTo>
                    <a:pt x="2571" y="6260"/>
                  </a:lnTo>
                  <a:lnTo>
                    <a:pt x="2430" y="5331"/>
                  </a:lnTo>
                  <a:lnTo>
                    <a:pt x="2401" y="4156"/>
                  </a:lnTo>
                  <a:lnTo>
                    <a:pt x="2089" y="4203"/>
                  </a:lnTo>
                  <a:lnTo>
                    <a:pt x="1838" y="5478"/>
                  </a:lnTo>
                  <a:lnTo>
                    <a:pt x="1618" y="6054"/>
                  </a:lnTo>
                  <a:lnTo>
                    <a:pt x="903" y="6175"/>
                  </a:lnTo>
                  <a:lnTo>
                    <a:pt x="120" y="5390"/>
                  </a:lnTo>
                  <a:lnTo>
                    <a:pt x="157" y="3692"/>
                  </a:lnTo>
                  <a:lnTo>
                    <a:pt x="0" y="1727"/>
                  </a:lnTo>
                  <a:lnTo>
                    <a:pt x="69" y="1038"/>
                  </a:lnTo>
                  <a:lnTo>
                    <a:pt x="2216" y="868"/>
                  </a:lnTo>
                  <a:lnTo>
                    <a:pt x="2844" y="2320"/>
                  </a:lnTo>
                  <a:lnTo>
                    <a:pt x="3603" y="1479"/>
                  </a:lnTo>
                  <a:lnTo>
                    <a:pt x="3915" y="570"/>
                  </a:lnTo>
                  <a:lnTo>
                    <a:pt x="4835" y="0"/>
                  </a:lnTo>
                  <a:close/>
                </a:path>
              </a:pathLst>
            </a:custGeom>
            <a:solidFill>
              <a:srgbClr val="9CC79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g647"/>
            <p:cNvSpPr/>
            <p:nvPr/>
          </p:nvSpPr>
          <p:spPr>
            <a:xfrm>
              <a:off x="3643867" y="2436865"/>
              <a:ext cx="2896" cy="3410"/>
            </a:xfrm>
            <a:custGeom>
              <a:avLst/>
              <a:pathLst>
                <a:path w="2896" h="3410">
                  <a:moveTo>
                    <a:pt x="2896" y="2639"/>
                  </a:moveTo>
                  <a:lnTo>
                    <a:pt x="1518" y="3410"/>
                  </a:lnTo>
                  <a:lnTo>
                    <a:pt x="0" y="976"/>
                  </a:lnTo>
                  <a:lnTo>
                    <a:pt x="1468" y="0"/>
                  </a:lnTo>
                  <a:lnTo>
                    <a:pt x="2148" y="705"/>
                  </a:lnTo>
                  <a:lnTo>
                    <a:pt x="2635" y="1536"/>
                  </a:lnTo>
                  <a:close/>
                </a:path>
              </a:pathLst>
            </a:custGeom>
            <a:solidFill>
              <a:srgbClr val="9CC79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g648"/>
            <p:cNvSpPr/>
            <p:nvPr/>
          </p:nvSpPr>
          <p:spPr>
            <a:xfrm>
              <a:off x="3632502" y="2428678"/>
              <a:ext cx="3300" cy="6307"/>
            </a:xfrm>
            <a:custGeom>
              <a:avLst/>
              <a:pathLst>
                <a:path w="3300" h="6307">
                  <a:moveTo>
                    <a:pt x="3152" y="5251"/>
                  </a:moveTo>
                  <a:lnTo>
                    <a:pt x="1588" y="6307"/>
                  </a:lnTo>
                  <a:lnTo>
                    <a:pt x="0" y="4311"/>
                  </a:lnTo>
                  <a:lnTo>
                    <a:pt x="14" y="3123"/>
                  </a:lnTo>
                  <a:lnTo>
                    <a:pt x="853" y="714"/>
                  </a:lnTo>
                  <a:lnTo>
                    <a:pt x="1313" y="0"/>
                  </a:lnTo>
                  <a:lnTo>
                    <a:pt x="2481" y="196"/>
                  </a:lnTo>
                  <a:lnTo>
                    <a:pt x="3145" y="1851"/>
                  </a:lnTo>
                  <a:lnTo>
                    <a:pt x="3300" y="2631"/>
                  </a:lnTo>
                  <a:lnTo>
                    <a:pt x="3084" y="3960"/>
                  </a:lnTo>
                  <a:close/>
                </a:path>
              </a:pathLst>
            </a:custGeom>
            <a:solidFill>
              <a:srgbClr val="9CC79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g649"/>
            <p:cNvSpPr/>
            <p:nvPr/>
          </p:nvSpPr>
          <p:spPr>
            <a:xfrm>
              <a:off x="3577486" y="2400581"/>
              <a:ext cx="80723" cy="156517"/>
            </a:xfrm>
            <a:custGeom>
              <a:avLst/>
              <a:pathLst>
                <a:path w="80723" h="156517">
                  <a:moveTo>
                    <a:pt x="73582" y="30052"/>
                  </a:moveTo>
                  <a:lnTo>
                    <a:pt x="73238" y="28800"/>
                  </a:lnTo>
                  <a:lnTo>
                    <a:pt x="71348" y="26585"/>
                  </a:lnTo>
                  <a:lnTo>
                    <a:pt x="66974" y="25294"/>
                  </a:lnTo>
                  <a:lnTo>
                    <a:pt x="64884" y="23659"/>
                  </a:lnTo>
                  <a:lnTo>
                    <a:pt x="63968" y="23963"/>
                  </a:lnTo>
                  <a:lnTo>
                    <a:pt x="62194" y="22134"/>
                  </a:lnTo>
                  <a:lnTo>
                    <a:pt x="60977" y="22937"/>
                  </a:lnTo>
                  <a:lnTo>
                    <a:pt x="58397" y="26188"/>
                  </a:lnTo>
                  <a:lnTo>
                    <a:pt x="57004" y="25835"/>
                  </a:lnTo>
                  <a:lnTo>
                    <a:pt x="55516" y="23881"/>
                  </a:lnTo>
                  <a:lnTo>
                    <a:pt x="54547" y="23522"/>
                  </a:lnTo>
                  <a:lnTo>
                    <a:pt x="53410" y="24556"/>
                  </a:lnTo>
                  <a:lnTo>
                    <a:pt x="51589" y="28298"/>
                  </a:lnTo>
                  <a:lnTo>
                    <a:pt x="49736" y="30131"/>
                  </a:lnTo>
                  <a:lnTo>
                    <a:pt x="48076" y="29414"/>
                  </a:lnTo>
                  <a:lnTo>
                    <a:pt x="45842" y="29430"/>
                  </a:lnTo>
                  <a:lnTo>
                    <a:pt x="45604" y="31522"/>
                  </a:lnTo>
                  <a:lnTo>
                    <a:pt x="46036" y="32971"/>
                  </a:lnTo>
                  <a:lnTo>
                    <a:pt x="47257" y="35441"/>
                  </a:lnTo>
                  <a:lnTo>
                    <a:pt x="46685" y="37298"/>
                  </a:lnTo>
                  <a:lnTo>
                    <a:pt x="47109" y="39159"/>
                  </a:lnTo>
                  <a:lnTo>
                    <a:pt x="47905" y="39537"/>
                  </a:lnTo>
                  <a:lnTo>
                    <a:pt x="49105" y="39432"/>
                  </a:lnTo>
                  <a:lnTo>
                    <a:pt x="51326" y="41841"/>
                  </a:lnTo>
                  <a:lnTo>
                    <a:pt x="52297" y="44382"/>
                  </a:lnTo>
                  <a:lnTo>
                    <a:pt x="52917" y="47163"/>
                  </a:lnTo>
                  <a:lnTo>
                    <a:pt x="51565" y="45168"/>
                  </a:lnTo>
                  <a:lnTo>
                    <a:pt x="50668" y="43252"/>
                  </a:lnTo>
                  <a:lnTo>
                    <a:pt x="49416" y="42557"/>
                  </a:lnTo>
                  <a:lnTo>
                    <a:pt x="47675" y="40925"/>
                  </a:lnTo>
                  <a:lnTo>
                    <a:pt x="46581" y="40653"/>
                  </a:lnTo>
                  <a:lnTo>
                    <a:pt x="45417" y="41784"/>
                  </a:lnTo>
                  <a:lnTo>
                    <a:pt x="45327" y="43068"/>
                  </a:lnTo>
                  <a:lnTo>
                    <a:pt x="46581" y="45466"/>
                  </a:lnTo>
                  <a:lnTo>
                    <a:pt x="47728" y="46940"/>
                  </a:lnTo>
                  <a:lnTo>
                    <a:pt x="48337" y="48142"/>
                  </a:lnTo>
                  <a:lnTo>
                    <a:pt x="48742" y="50800"/>
                  </a:lnTo>
                  <a:lnTo>
                    <a:pt x="48512" y="51703"/>
                  </a:lnTo>
                  <a:lnTo>
                    <a:pt x="48088" y="52544"/>
                  </a:lnTo>
                  <a:lnTo>
                    <a:pt x="46726" y="50869"/>
                  </a:lnTo>
                  <a:lnTo>
                    <a:pt x="44645" y="44913"/>
                  </a:lnTo>
                  <a:lnTo>
                    <a:pt x="41741" y="43727"/>
                  </a:lnTo>
                  <a:lnTo>
                    <a:pt x="41255" y="44968"/>
                  </a:lnTo>
                  <a:lnTo>
                    <a:pt x="41825" y="48116"/>
                  </a:lnTo>
                  <a:lnTo>
                    <a:pt x="42238" y="49343"/>
                  </a:lnTo>
                  <a:lnTo>
                    <a:pt x="44761" y="52742"/>
                  </a:lnTo>
                  <a:lnTo>
                    <a:pt x="44559" y="53463"/>
                  </a:lnTo>
                  <a:lnTo>
                    <a:pt x="44191" y="53771"/>
                  </a:lnTo>
                  <a:lnTo>
                    <a:pt x="41367" y="51827"/>
                  </a:lnTo>
                  <a:lnTo>
                    <a:pt x="40546" y="48869"/>
                  </a:lnTo>
                  <a:lnTo>
                    <a:pt x="40348" y="45131"/>
                  </a:lnTo>
                  <a:lnTo>
                    <a:pt x="37742" y="42535"/>
                  </a:lnTo>
                  <a:lnTo>
                    <a:pt x="35284" y="39710"/>
                  </a:lnTo>
                  <a:lnTo>
                    <a:pt x="34734" y="37030"/>
                  </a:lnTo>
                  <a:lnTo>
                    <a:pt x="35240" y="36036"/>
                  </a:lnTo>
                  <a:lnTo>
                    <a:pt x="35598" y="34067"/>
                  </a:lnTo>
                  <a:lnTo>
                    <a:pt x="34247" y="34430"/>
                  </a:lnTo>
                  <a:lnTo>
                    <a:pt x="33400" y="35675"/>
                  </a:lnTo>
                  <a:lnTo>
                    <a:pt x="32030" y="36884"/>
                  </a:lnTo>
                  <a:lnTo>
                    <a:pt x="31974" y="38862"/>
                  </a:lnTo>
                  <a:lnTo>
                    <a:pt x="32191" y="40694"/>
                  </a:lnTo>
                  <a:lnTo>
                    <a:pt x="31737" y="43359"/>
                  </a:lnTo>
                  <a:lnTo>
                    <a:pt x="31297" y="48001"/>
                  </a:lnTo>
                  <a:lnTo>
                    <a:pt x="31576" y="50436"/>
                  </a:lnTo>
                  <a:lnTo>
                    <a:pt x="34544" y="57420"/>
                  </a:lnTo>
                  <a:lnTo>
                    <a:pt x="35559" y="62493"/>
                  </a:lnTo>
                  <a:lnTo>
                    <a:pt x="36287" y="64416"/>
                  </a:lnTo>
                  <a:lnTo>
                    <a:pt x="37806" y="66537"/>
                  </a:lnTo>
                  <a:lnTo>
                    <a:pt x="39390" y="70484"/>
                  </a:lnTo>
                  <a:lnTo>
                    <a:pt x="40061" y="72542"/>
                  </a:lnTo>
                  <a:lnTo>
                    <a:pt x="40540" y="75908"/>
                  </a:lnTo>
                  <a:lnTo>
                    <a:pt x="39207" y="77991"/>
                  </a:lnTo>
                  <a:lnTo>
                    <a:pt x="38431" y="78078"/>
                  </a:lnTo>
                  <a:lnTo>
                    <a:pt x="38001" y="77153"/>
                  </a:lnTo>
                  <a:lnTo>
                    <a:pt x="38602" y="74858"/>
                  </a:lnTo>
                  <a:lnTo>
                    <a:pt x="38517" y="73459"/>
                  </a:lnTo>
                  <a:lnTo>
                    <a:pt x="36459" y="71294"/>
                  </a:lnTo>
                  <a:lnTo>
                    <a:pt x="35588" y="72024"/>
                  </a:lnTo>
                  <a:lnTo>
                    <a:pt x="34583" y="73435"/>
                  </a:lnTo>
                  <a:lnTo>
                    <a:pt x="35157" y="76054"/>
                  </a:lnTo>
                  <a:lnTo>
                    <a:pt x="35802" y="77781"/>
                  </a:lnTo>
                  <a:lnTo>
                    <a:pt x="36126" y="80163"/>
                  </a:lnTo>
                  <a:lnTo>
                    <a:pt x="37359" y="79955"/>
                  </a:lnTo>
                  <a:lnTo>
                    <a:pt x="35698" y="82621"/>
                  </a:lnTo>
                  <a:lnTo>
                    <a:pt x="34140" y="83983"/>
                  </a:lnTo>
                  <a:lnTo>
                    <a:pt x="32607" y="84063"/>
                  </a:lnTo>
                  <a:lnTo>
                    <a:pt x="31631" y="84309"/>
                  </a:lnTo>
                  <a:lnTo>
                    <a:pt x="31295" y="84992"/>
                  </a:lnTo>
                  <a:lnTo>
                    <a:pt x="32089" y="85488"/>
                  </a:lnTo>
                  <a:lnTo>
                    <a:pt x="32737" y="85533"/>
                  </a:lnTo>
                  <a:lnTo>
                    <a:pt x="33792" y="86974"/>
                  </a:lnTo>
                  <a:lnTo>
                    <a:pt x="36793" y="88703"/>
                  </a:lnTo>
                  <a:lnTo>
                    <a:pt x="38224" y="90887"/>
                  </a:lnTo>
                  <a:lnTo>
                    <a:pt x="39628" y="91086"/>
                  </a:lnTo>
                  <a:lnTo>
                    <a:pt x="41042" y="95096"/>
                  </a:lnTo>
                  <a:lnTo>
                    <a:pt x="43488" y="96164"/>
                  </a:lnTo>
                  <a:lnTo>
                    <a:pt x="44882" y="100211"/>
                  </a:lnTo>
                  <a:lnTo>
                    <a:pt x="46735" y="101007"/>
                  </a:lnTo>
                  <a:lnTo>
                    <a:pt x="48331" y="102499"/>
                  </a:lnTo>
                  <a:lnTo>
                    <a:pt x="48798" y="103923"/>
                  </a:lnTo>
                  <a:lnTo>
                    <a:pt x="49032" y="106494"/>
                  </a:lnTo>
                  <a:lnTo>
                    <a:pt x="49135" y="111945"/>
                  </a:lnTo>
                  <a:lnTo>
                    <a:pt x="49480" y="116005"/>
                  </a:lnTo>
                  <a:lnTo>
                    <a:pt x="49492" y="117288"/>
                  </a:lnTo>
                  <a:lnTo>
                    <a:pt x="49408" y="119206"/>
                  </a:lnTo>
                  <a:lnTo>
                    <a:pt x="48973" y="120148"/>
                  </a:lnTo>
                  <a:lnTo>
                    <a:pt x="48387" y="120177"/>
                  </a:lnTo>
                  <a:lnTo>
                    <a:pt x="47238" y="117191"/>
                  </a:lnTo>
                  <a:lnTo>
                    <a:pt x="45477" y="114050"/>
                  </a:lnTo>
                  <a:lnTo>
                    <a:pt x="43620" y="110313"/>
                  </a:lnTo>
                  <a:lnTo>
                    <a:pt x="43093" y="109657"/>
                  </a:lnTo>
                  <a:lnTo>
                    <a:pt x="42661" y="109595"/>
                  </a:lnTo>
                  <a:lnTo>
                    <a:pt x="41667" y="110859"/>
                  </a:lnTo>
                  <a:lnTo>
                    <a:pt x="38906" y="111836"/>
                  </a:lnTo>
                  <a:lnTo>
                    <a:pt x="37611" y="113201"/>
                  </a:lnTo>
                  <a:lnTo>
                    <a:pt x="37124" y="113502"/>
                  </a:lnTo>
                  <a:lnTo>
                    <a:pt x="36988" y="114219"/>
                  </a:lnTo>
                  <a:lnTo>
                    <a:pt x="37595" y="114965"/>
                  </a:lnTo>
                  <a:lnTo>
                    <a:pt x="38339" y="116674"/>
                  </a:lnTo>
                  <a:lnTo>
                    <a:pt x="38339" y="119009"/>
                  </a:lnTo>
                  <a:lnTo>
                    <a:pt x="38953" y="121847"/>
                  </a:lnTo>
                  <a:lnTo>
                    <a:pt x="39747" y="122580"/>
                  </a:lnTo>
                  <a:lnTo>
                    <a:pt x="40781" y="122517"/>
                  </a:lnTo>
                  <a:lnTo>
                    <a:pt x="41374" y="123042"/>
                  </a:lnTo>
                  <a:lnTo>
                    <a:pt x="41528" y="124172"/>
                  </a:lnTo>
                  <a:lnTo>
                    <a:pt x="42129" y="125491"/>
                  </a:lnTo>
                  <a:lnTo>
                    <a:pt x="42525" y="126467"/>
                  </a:lnTo>
                  <a:lnTo>
                    <a:pt x="42508" y="127167"/>
                  </a:lnTo>
                  <a:lnTo>
                    <a:pt x="39623" y="129025"/>
                  </a:lnTo>
                  <a:lnTo>
                    <a:pt x="39020" y="129875"/>
                  </a:lnTo>
                  <a:lnTo>
                    <a:pt x="38514" y="130310"/>
                  </a:lnTo>
                  <a:lnTo>
                    <a:pt x="37764" y="129425"/>
                  </a:lnTo>
                  <a:lnTo>
                    <a:pt x="37722" y="127156"/>
                  </a:lnTo>
                  <a:lnTo>
                    <a:pt x="36730" y="125938"/>
                  </a:lnTo>
                  <a:lnTo>
                    <a:pt x="35821" y="124895"/>
                  </a:lnTo>
                  <a:lnTo>
                    <a:pt x="34731" y="124447"/>
                  </a:lnTo>
                  <a:lnTo>
                    <a:pt x="33804" y="122885"/>
                  </a:lnTo>
                  <a:lnTo>
                    <a:pt x="33199" y="124155"/>
                  </a:lnTo>
                  <a:lnTo>
                    <a:pt x="33682" y="128552"/>
                  </a:lnTo>
                  <a:lnTo>
                    <a:pt x="34731" y="131581"/>
                  </a:lnTo>
                  <a:lnTo>
                    <a:pt x="36485" y="139705"/>
                  </a:lnTo>
                  <a:lnTo>
                    <a:pt x="37281" y="144503"/>
                  </a:lnTo>
                  <a:lnTo>
                    <a:pt x="37442" y="146824"/>
                  </a:lnTo>
                  <a:lnTo>
                    <a:pt x="37046" y="150678"/>
                  </a:lnTo>
                  <a:lnTo>
                    <a:pt x="37907" y="153542"/>
                  </a:lnTo>
                  <a:lnTo>
                    <a:pt x="38498" y="156482"/>
                  </a:lnTo>
                  <a:lnTo>
                    <a:pt x="37848" y="156371"/>
                  </a:lnTo>
                  <a:lnTo>
                    <a:pt x="37284" y="155334"/>
                  </a:lnTo>
                  <a:lnTo>
                    <a:pt x="36337" y="154111"/>
                  </a:lnTo>
                  <a:lnTo>
                    <a:pt x="34502" y="149420"/>
                  </a:lnTo>
                  <a:lnTo>
                    <a:pt x="33863" y="146492"/>
                  </a:lnTo>
                  <a:lnTo>
                    <a:pt x="33099" y="146263"/>
                  </a:lnTo>
                  <a:lnTo>
                    <a:pt x="31773" y="146683"/>
                  </a:lnTo>
                  <a:lnTo>
                    <a:pt x="30319" y="152934"/>
                  </a:lnTo>
                  <a:lnTo>
                    <a:pt x="30324" y="156517"/>
                  </a:lnTo>
                  <a:lnTo>
                    <a:pt x="29571" y="155664"/>
                  </a:lnTo>
                  <a:lnTo>
                    <a:pt x="28926" y="154548"/>
                  </a:lnTo>
                  <a:lnTo>
                    <a:pt x="29005" y="150629"/>
                  </a:lnTo>
                  <a:lnTo>
                    <a:pt x="28941" y="148983"/>
                  </a:lnTo>
                  <a:lnTo>
                    <a:pt x="27176" y="143644"/>
                  </a:lnTo>
                  <a:lnTo>
                    <a:pt x="26366" y="143045"/>
                  </a:lnTo>
                  <a:lnTo>
                    <a:pt x="25989" y="141241"/>
                  </a:lnTo>
                  <a:lnTo>
                    <a:pt x="25339" y="139319"/>
                  </a:lnTo>
                  <a:lnTo>
                    <a:pt x="24501" y="139687"/>
                  </a:lnTo>
                  <a:lnTo>
                    <a:pt x="23817" y="140467"/>
                  </a:lnTo>
                  <a:lnTo>
                    <a:pt x="23628" y="143371"/>
                  </a:lnTo>
                  <a:lnTo>
                    <a:pt x="23557" y="145976"/>
                  </a:lnTo>
                  <a:lnTo>
                    <a:pt x="23047" y="147937"/>
                  </a:lnTo>
                  <a:lnTo>
                    <a:pt x="21166" y="144216"/>
                  </a:lnTo>
                  <a:lnTo>
                    <a:pt x="19275" y="137782"/>
                  </a:lnTo>
                  <a:lnTo>
                    <a:pt x="19225" y="134253"/>
                  </a:lnTo>
                  <a:lnTo>
                    <a:pt x="20611" y="131035"/>
                  </a:lnTo>
                  <a:lnTo>
                    <a:pt x="20445" y="128733"/>
                  </a:lnTo>
                  <a:lnTo>
                    <a:pt x="19134" y="124188"/>
                  </a:lnTo>
                  <a:lnTo>
                    <a:pt x="17244" y="121265"/>
                  </a:lnTo>
                  <a:lnTo>
                    <a:pt x="16184" y="120396"/>
                  </a:lnTo>
                  <a:lnTo>
                    <a:pt x="15687" y="117288"/>
                  </a:lnTo>
                  <a:lnTo>
                    <a:pt x="14673" y="115682"/>
                  </a:lnTo>
                  <a:lnTo>
                    <a:pt x="13853" y="114935"/>
                  </a:lnTo>
                  <a:lnTo>
                    <a:pt x="13691" y="113828"/>
                  </a:lnTo>
                  <a:lnTo>
                    <a:pt x="13939" y="113010"/>
                  </a:lnTo>
                  <a:lnTo>
                    <a:pt x="15926" y="109814"/>
                  </a:lnTo>
                  <a:lnTo>
                    <a:pt x="17091" y="104813"/>
                  </a:lnTo>
                  <a:lnTo>
                    <a:pt x="17670" y="104575"/>
                  </a:lnTo>
                  <a:lnTo>
                    <a:pt x="18859" y="105761"/>
                  </a:lnTo>
                  <a:lnTo>
                    <a:pt x="20195" y="105451"/>
                  </a:lnTo>
                  <a:lnTo>
                    <a:pt x="21293" y="102522"/>
                  </a:lnTo>
                  <a:lnTo>
                    <a:pt x="22222" y="100929"/>
                  </a:lnTo>
                  <a:lnTo>
                    <a:pt x="23790" y="101134"/>
                  </a:lnTo>
                  <a:lnTo>
                    <a:pt x="27329" y="105049"/>
                  </a:lnTo>
                  <a:lnTo>
                    <a:pt x="31133" y="107279"/>
                  </a:lnTo>
                  <a:lnTo>
                    <a:pt x="33030" y="109239"/>
                  </a:lnTo>
                  <a:lnTo>
                    <a:pt x="34103" y="111181"/>
                  </a:lnTo>
                  <a:lnTo>
                    <a:pt x="34674" y="111583"/>
                  </a:lnTo>
                  <a:lnTo>
                    <a:pt x="35574" y="111857"/>
                  </a:lnTo>
                  <a:lnTo>
                    <a:pt x="35534" y="110404"/>
                  </a:lnTo>
                  <a:lnTo>
                    <a:pt x="35244" y="109120"/>
                  </a:lnTo>
                  <a:lnTo>
                    <a:pt x="35995" y="108421"/>
                  </a:lnTo>
                  <a:lnTo>
                    <a:pt x="38033" y="108458"/>
                  </a:lnTo>
                  <a:lnTo>
                    <a:pt x="38405" y="107777"/>
                  </a:lnTo>
                  <a:lnTo>
                    <a:pt x="38782" y="106675"/>
                  </a:lnTo>
                  <a:lnTo>
                    <a:pt x="38361" y="105422"/>
                  </a:lnTo>
                  <a:lnTo>
                    <a:pt x="37686" y="104821"/>
                  </a:lnTo>
                  <a:lnTo>
                    <a:pt x="36965" y="104653"/>
                  </a:lnTo>
                  <a:lnTo>
                    <a:pt x="36490" y="104257"/>
                  </a:lnTo>
                  <a:lnTo>
                    <a:pt x="35723" y="104658"/>
                  </a:lnTo>
                  <a:lnTo>
                    <a:pt x="34527" y="103690"/>
                  </a:lnTo>
                  <a:lnTo>
                    <a:pt x="33909" y="102892"/>
                  </a:lnTo>
                  <a:lnTo>
                    <a:pt x="33546" y="102071"/>
                  </a:lnTo>
                  <a:lnTo>
                    <a:pt x="31468" y="100433"/>
                  </a:lnTo>
                  <a:lnTo>
                    <a:pt x="29498" y="97667"/>
                  </a:lnTo>
                  <a:lnTo>
                    <a:pt x="29054" y="99233"/>
                  </a:lnTo>
                  <a:lnTo>
                    <a:pt x="28257" y="100081"/>
                  </a:lnTo>
                  <a:lnTo>
                    <a:pt x="27123" y="100199"/>
                  </a:lnTo>
                  <a:lnTo>
                    <a:pt x="23936" y="98438"/>
                  </a:lnTo>
                  <a:lnTo>
                    <a:pt x="21978" y="99782"/>
                  </a:lnTo>
                  <a:lnTo>
                    <a:pt x="20911" y="100134"/>
                  </a:lnTo>
                  <a:lnTo>
                    <a:pt x="20094" y="100165"/>
                  </a:lnTo>
                  <a:lnTo>
                    <a:pt x="19090" y="100768"/>
                  </a:lnTo>
                  <a:lnTo>
                    <a:pt x="17930" y="101128"/>
                  </a:lnTo>
                  <a:lnTo>
                    <a:pt x="16926" y="98575"/>
                  </a:lnTo>
                  <a:lnTo>
                    <a:pt x="16503" y="96595"/>
                  </a:lnTo>
                  <a:lnTo>
                    <a:pt x="16206" y="96226"/>
                  </a:lnTo>
                  <a:lnTo>
                    <a:pt x="16190" y="98086"/>
                  </a:lnTo>
                  <a:lnTo>
                    <a:pt x="15868" y="99576"/>
                  </a:lnTo>
                  <a:lnTo>
                    <a:pt x="14397" y="100414"/>
                  </a:lnTo>
                  <a:lnTo>
                    <a:pt x="13551" y="99258"/>
                  </a:lnTo>
                  <a:lnTo>
                    <a:pt x="12900" y="95754"/>
                  </a:lnTo>
                  <a:lnTo>
                    <a:pt x="12076" y="91300"/>
                  </a:lnTo>
                  <a:lnTo>
                    <a:pt x="10626" y="87703"/>
                  </a:lnTo>
                  <a:lnTo>
                    <a:pt x="9452" y="86764"/>
                  </a:lnTo>
                  <a:lnTo>
                    <a:pt x="9351" y="84787"/>
                  </a:lnTo>
                  <a:lnTo>
                    <a:pt x="9458" y="83207"/>
                  </a:lnTo>
                  <a:lnTo>
                    <a:pt x="10869" y="82816"/>
                  </a:lnTo>
                  <a:lnTo>
                    <a:pt x="13076" y="84470"/>
                  </a:lnTo>
                  <a:lnTo>
                    <a:pt x="13532" y="84141"/>
                  </a:lnTo>
                  <a:lnTo>
                    <a:pt x="14028" y="83379"/>
                  </a:lnTo>
                  <a:lnTo>
                    <a:pt x="13933" y="81691"/>
                  </a:lnTo>
                  <a:lnTo>
                    <a:pt x="13614" y="80190"/>
                  </a:lnTo>
                  <a:lnTo>
                    <a:pt x="13007" y="80122"/>
                  </a:lnTo>
                  <a:lnTo>
                    <a:pt x="12587" y="80300"/>
                  </a:lnTo>
                  <a:lnTo>
                    <a:pt x="11230" y="79990"/>
                  </a:lnTo>
                  <a:lnTo>
                    <a:pt x="9486" y="80824"/>
                  </a:lnTo>
                  <a:lnTo>
                    <a:pt x="8678" y="80037"/>
                  </a:lnTo>
                  <a:lnTo>
                    <a:pt x="8409" y="79082"/>
                  </a:lnTo>
                  <a:lnTo>
                    <a:pt x="6951" y="76712"/>
                  </a:lnTo>
                  <a:lnTo>
                    <a:pt x="5691" y="73533"/>
                  </a:lnTo>
                  <a:lnTo>
                    <a:pt x="3650" y="71411"/>
                  </a:lnTo>
                  <a:lnTo>
                    <a:pt x="2317" y="64948"/>
                  </a:lnTo>
                  <a:lnTo>
                    <a:pt x="1196" y="62127"/>
                  </a:lnTo>
                  <a:lnTo>
                    <a:pt x="0" y="60113"/>
                  </a:lnTo>
                  <a:lnTo>
                    <a:pt x="259" y="60076"/>
                  </a:lnTo>
                  <a:lnTo>
                    <a:pt x="712" y="60418"/>
                  </a:lnTo>
                  <a:lnTo>
                    <a:pt x="1581" y="61526"/>
                  </a:lnTo>
                  <a:lnTo>
                    <a:pt x="2505" y="61765"/>
                  </a:lnTo>
                  <a:lnTo>
                    <a:pt x="3009" y="61031"/>
                  </a:lnTo>
                  <a:lnTo>
                    <a:pt x="3300" y="60357"/>
                  </a:lnTo>
                  <a:lnTo>
                    <a:pt x="3489" y="59252"/>
                  </a:lnTo>
                  <a:lnTo>
                    <a:pt x="3565" y="57962"/>
                  </a:lnTo>
                  <a:lnTo>
                    <a:pt x="3715" y="57535"/>
                  </a:lnTo>
                  <a:lnTo>
                    <a:pt x="4421" y="57681"/>
                  </a:lnTo>
                  <a:lnTo>
                    <a:pt x="4645" y="57359"/>
                  </a:lnTo>
                  <a:lnTo>
                    <a:pt x="4635" y="56202"/>
                  </a:lnTo>
                  <a:lnTo>
                    <a:pt x="4179" y="54759"/>
                  </a:lnTo>
                  <a:lnTo>
                    <a:pt x="3778" y="52981"/>
                  </a:lnTo>
                  <a:lnTo>
                    <a:pt x="3776" y="52134"/>
                  </a:lnTo>
                  <a:lnTo>
                    <a:pt x="4109" y="51791"/>
                  </a:lnTo>
                  <a:lnTo>
                    <a:pt x="4660" y="51019"/>
                  </a:lnTo>
                  <a:lnTo>
                    <a:pt x="4956" y="50066"/>
                  </a:lnTo>
                  <a:lnTo>
                    <a:pt x="5542" y="49589"/>
                  </a:lnTo>
                  <a:lnTo>
                    <a:pt x="6407" y="49503"/>
                  </a:lnTo>
                  <a:lnTo>
                    <a:pt x="7373" y="49084"/>
                  </a:lnTo>
                  <a:lnTo>
                    <a:pt x="7996" y="48059"/>
                  </a:lnTo>
                  <a:lnTo>
                    <a:pt x="8088" y="47043"/>
                  </a:lnTo>
                  <a:lnTo>
                    <a:pt x="8478" y="44247"/>
                  </a:lnTo>
                  <a:lnTo>
                    <a:pt x="8733" y="42879"/>
                  </a:lnTo>
                  <a:lnTo>
                    <a:pt x="9145" y="41631"/>
                  </a:lnTo>
                  <a:lnTo>
                    <a:pt x="9368" y="39947"/>
                  </a:lnTo>
                  <a:lnTo>
                    <a:pt x="9808" y="38364"/>
                  </a:lnTo>
                  <a:lnTo>
                    <a:pt x="10729" y="37701"/>
                  </a:lnTo>
                  <a:lnTo>
                    <a:pt x="11564" y="36918"/>
                  </a:lnTo>
                  <a:lnTo>
                    <a:pt x="12195" y="34880"/>
                  </a:lnTo>
                  <a:lnTo>
                    <a:pt x="12547" y="33134"/>
                  </a:lnTo>
                  <a:lnTo>
                    <a:pt x="12550" y="32065"/>
                  </a:lnTo>
                  <a:lnTo>
                    <a:pt x="12024" y="30318"/>
                  </a:lnTo>
                  <a:lnTo>
                    <a:pt x="11632" y="28618"/>
                  </a:lnTo>
                  <a:lnTo>
                    <a:pt x="11736" y="26413"/>
                  </a:lnTo>
                  <a:lnTo>
                    <a:pt x="13390" y="26229"/>
                  </a:lnTo>
                  <a:lnTo>
                    <a:pt x="13970" y="26022"/>
                  </a:lnTo>
                  <a:lnTo>
                    <a:pt x="16117" y="25904"/>
                  </a:lnTo>
                  <a:lnTo>
                    <a:pt x="17096" y="24721"/>
                  </a:lnTo>
                  <a:lnTo>
                    <a:pt x="17773" y="24826"/>
                  </a:lnTo>
                  <a:lnTo>
                    <a:pt x="19188" y="25851"/>
                  </a:lnTo>
                  <a:lnTo>
                    <a:pt x="19819" y="25041"/>
                  </a:lnTo>
                  <a:lnTo>
                    <a:pt x="21671" y="23442"/>
                  </a:lnTo>
                  <a:lnTo>
                    <a:pt x="23499" y="18804"/>
                  </a:lnTo>
                  <a:lnTo>
                    <a:pt x="24278" y="18108"/>
                  </a:lnTo>
                  <a:lnTo>
                    <a:pt x="26051" y="17825"/>
                  </a:lnTo>
                  <a:lnTo>
                    <a:pt x="26607" y="17290"/>
                  </a:lnTo>
                  <a:lnTo>
                    <a:pt x="27255" y="17393"/>
                  </a:lnTo>
                  <a:lnTo>
                    <a:pt x="29243" y="18332"/>
                  </a:lnTo>
                  <a:lnTo>
                    <a:pt x="30374" y="18476"/>
                  </a:lnTo>
                  <a:lnTo>
                    <a:pt x="31715" y="17836"/>
                  </a:lnTo>
                  <a:lnTo>
                    <a:pt x="33192" y="16703"/>
                  </a:lnTo>
                  <a:lnTo>
                    <a:pt x="33561" y="12737"/>
                  </a:lnTo>
                  <a:lnTo>
                    <a:pt x="33912" y="12168"/>
                  </a:lnTo>
                  <a:lnTo>
                    <a:pt x="34831" y="12010"/>
                  </a:lnTo>
                  <a:lnTo>
                    <a:pt x="35522" y="12041"/>
                  </a:lnTo>
                  <a:lnTo>
                    <a:pt x="36857" y="12356"/>
                  </a:lnTo>
                  <a:lnTo>
                    <a:pt x="38446" y="12461"/>
                  </a:lnTo>
                  <a:lnTo>
                    <a:pt x="39469" y="10603"/>
                  </a:lnTo>
                  <a:lnTo>
                    <a:pt x="41080" y="10464"/>
                  </a:lnTo>
                  <a:lnTo>
                    <a:pt x="41828" y="10196"/>
                  </a:lnTo>
                  <a:lnTo>
                    <a:pt x="43076" y="10571"/>
                  </a:lnTo>
                  <a:lnTo>
                    <a:pt x="44286" y="10549"/>
                  </a:lnTo>
                  <a:lnTo>
                    <a:pt x="45836" y="9775"/>
                  </a:lnTo>
                  <a:lnTo>
                    <a:pt x="47281" y="8505"/>
                  </a:lnTo>
                  <a:lnTo>
                    <a:pt x="48410" y="8613"/>
                  </a:lnTo>
                  <a:lnTo>
                    <a:pt x="48871" y="8384"/>
                  </a:lnTo>
                  <a:lnTo>
                    <a:pt x="49134" y="8117"/>
                  </a:lnTo>
                  <a:lnTo>
                    <a:pt x="49416" y="6398"/>
                  </a:lnTo>
                  <a:lnTo>
                    <a:pt x="51540" y="6293"/>
                  </a:lnTo>
                  <a:lnTo>
                    <a:pt x="52261" y="6463"/>
                  </a:lnTo>
                  <a:lnTo>
                    <a:pt x="53446" y="6508"/>
                  </a:lnTo>
                  <a:lnTo>
                    <a:pt x="54679" y="5572"/>
                  </a:lnTo>
                  <a:lnTo>
                    <a:pt x="55049" y="5651"/>
                  </a:lnTo>
                  <a:lnTo>
                    <a:pt x="55671" y="8167"/>
                  </a:lnTo>
                  <a:lnTo>
                    <a:pt x="55996" y="8896"/>
                  </a:lnTo>
                  <a:lnTo>
                    <a:pt x="56668" y="9568"/>
                  </a:lnTo>
                  <a:lnTo>
                    <a:pt x="58162" y="11456"/>
                  </a:lnTo>
                  <a:lnTo>
                    <a:pt x="58431" y="10959"/>
                  </a:lnTo>
                  <a:lnTo>
                    <a:pt x="59054" y="10329"/>
                  </a:lnTo>
                  <a:lnTo>
                    <a:pt x="60842" y="11193"/>
                  </a:lnTo>
                  <a:lnTo>
                    <a:pt x="62546" y="12647"/>
                  </a:lnTo>
                  <a:lnTo>
                    <a:pt x="63981" y="14781"/>
                  </a:lnTo>
                  <a:lnTo>
                    <a:pt x="65575" y="14167"/>
                  </a:lnTo>
                  <a:lnTo>
                    <a:pt x="67343" y="13119"/>
                  </a:lnTo>
                  <a:lnTo>
                    <a:pt x="68494" y="12815"/>
                  </a:lnTo>
                  <a:lnTo>
                    <a:pt x="69743" y="12669"/>
                  </a:lnTo>
                  <a:lnTo>
                    <a:pt x="70487" y="12214"/>
                  </a:lnTo>
                  <a:lnTo>
                    <a:pt x="72173" y="12761"/>
                  </a:lnTo>
                  <a:lnTo>
                    <a:pt x="73917" y="11616"/>
                  </a:lnTo>
                  <a:lnTo>
                    <a:pt x="74757" y="10580"/>
                  </a:lnTo>
                  <a:lnTo>
                    <a:pt x="74998" y="9128"/>
                  </a:lnTo>
                  <a:lnTo>
                    <a:pt x="74857" y="6567"/>
                  </a:lnTo>
                  <a:lnTo>
                    <a:pt x="74463" y="4006"/>
                  </a:lnTo>
                  <a:lnTo>
                    <a:pt x="74045" y="3061"/>
                  </a:lnTo>
                  <a:lnTo>
                    <a:pt x="73912" y="2084"/>
                  </a:lnTo>
                  <a:lnTo>
                    <a:pt x="74150" y="1171"/>
                  </a:lnTo>
                  <a:lnTo>
                    <a:pt x="74416" y="535"/>
                  </a:lnTo>
                  <a:lnTo>
                    <a:pt x="75552" y="0"/>
                  </a:lnTo>
                  <a:lnTo>
                    <a:pt x="77018" y="805"/>
                  </a:lnTo>
                  <a:lnTo>
                    <a:pt x="78111" y="1402"/>
                  </a:lnTo>
                  <a:lnTo>
                    <a:pt x="78744" y="2376"/>
                  </a:lnTo>
                  <a:lnTo>
                    <a:pt x="79140" y="3266"/>
                  </a:lnTo>
                  <a:lnTo>
                    <a:pt x="79744" y="4035"/>
                  </a:lnTo>
                  <a:lnTo>
                    <a:pt x="80192" y="4211"/>
                  </a:lnTo>
                  <a:lnTo>
                    <a:pt x="80539" y="6844"/>
                  </a:lnTo>
                  <a:lnTo>
                    <a:pt x="80723" y="10106"/>
                  </a:lnTo>
                  <a:lnTo>
                    <a:pt x="80448" y="11513"/>
                  </a:lnTo>
                  <a:lnTo>
                    <a:pt x="79645" y="11839"/>
                  </a:lnTo>
                  <a:lnTo>
                    <a:pt x="77137" y="14923"/>
                  </a:lnTo>
                  <a:lnTo>
                    <a:pt x="77076" y="17745"/>
                  </a:lnTo>
                  <a:lnTo>
                    <a:pt x="77110" y="19111"/>
                  </a:lnTo>
                  <a:lnTo>
                    <a:pt x="77161" y="20078"/>
                  </a:lnTo>
                  <a:lnTo>
                    <a:pt x="77423" y="20892"/>
                  </a:lnTo>
                  <a:lnTo>
                    <a:pt x="77423" y="22065"/>
                  </a:lnTo>
                  <a:lnTo>
                    <a:pt x="77142" y="23323"/>
                  </a:lnTo>
                  <a:lnTo>
                    <a:pt x="76047" y="25429"/>
                  </a:lnTo>
                  <a:lnTo>
                    <a:pt x="75288" y="27104"/>
                  </a:lnTo>
                  <a:lnTo>
                    <a:pt x="74438" y="29375"/>
                  </a:lnTo>
                  <a:lnTo>
                    <a:pt x="73957" y="29652"/>
                  </a:lnTo>
                  <a:close/>
                </a:path>
              </a:pathLst>
            </a:custGeom>
            <a:solidFill>
              <a:srgbClr val="9CC79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g650"/>
            <p:cNvSpPr/>
            <p:nvPr/>
          </p:nvSpPr>
          <p:spPr>
            <a:xfrm>
              <a:off x="2580774" y="3272478"/>
              <a:ext cx="2134" cy="6753"/>
            </a:xfrm>
            <a:custGeom>
              <a:avLst/>
              <a:pathLst>
                <a:path w="2134" h="6753">
                  <a:moveTo>
                    <a:pt x="812" y="6629"/>
                  </a:moveTo>
                  <a:lnTo>
                    <a:pt x="0" y="6753"/>
                  </a:lnTo>
                  <a:lnTo>
                    <a:pt x="321" y="5660"/>
                  </a:lnTo>
                  <a:lnTo>
                    <a:pt x="393" y="3798"/>
                  </a:lnTo>
                  <a:lnTo>
                    <a:pt x="818" y="1532"/>
                  </a:lnTo>
                  <a:lnTo>
                    <a:pt x="1483" y="0"/>
                  </a:lnTo>
                  <a:lnTo>
                    <a:pt x="2134" y="405"/>
                  </a:lnTo>
                  <a:lnTo>
                    <a:pt x="1889" y="5409"/>
                  </a:lnTo>
                  <a:close/>
                </a:path>
              </a:pathLst>
            </a:custGeom>
            <a:solidFill>
              <a:srgbClr val="FFFBF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g651"/>
            <p:cNvSpPr/>
            <p:nvPr/>
          </p:nvSpPr>
          <p:spPr>
            <a:xfrm>
              <a:off x="2763487" y="1833248"/>
              <a:ext cx="7126" cy="8368"/>
            </a:xfrm>
            <a:custGeom>
              <a:avLst/>
              <a:pathLst>
                <a:path w="7126" h="8368">
                  <a:moveTo>
                    <a:pt x="6377" y="4790"/>
                  </a:moveTo>
                  <a:lnTo>
                    <a:pt x="4977" y="8368"/>
                  </a:lnTo>
                  <a:lnTo>
                    <a:pt x="3578" y="7589"/>
                  </a:lnTo>
                  <a:lnTo>
                    <a:pt x="2886" y="5990"/>
                  </a:lnTo>
                  <a:lnTo>
                    <a:pt x="1508" y="5247"/>
                  </a:lnTo>
                  <a:lnTo>
                    <a:pt x="23" y="5469"/>
                  </a:lnTo>
                  <a:lnTo>
                    <a:pt x="0" y="4836"/>
                  </a:lnTo>
                  <a:lnTo>
                    <a:pt x="4827" y="1025"/>
                  </a:lnTo>
                  <a:lnTo>
                    <a:pt x="7126" y="0"/>
                  </a:lnTo>
                  <a:lnTo>
                    <a:pt x="6963" y="1605"/>
                  </a:lnTo>
                  <a:lnTo>
                    <a:pt x="6526" y="3012"/>
                  </a:lnTo>
                  <a:close/>
                </a:path>
              </a:pathLst>
            </a:custGeom>
            <a:solidFill>
              <a:srgbClr val="E9F2E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g652"/>
            <p:cNvSpPr/>
            <p:nvPr/>
          </p:nvSpPr>
          <p:spPr>
            <a:xfrm>
              <a:off x="2879894" y="1692040"/>
              <a:ext cx="3477" cy="5641"/>
            </a:xfrm>
            <a:custGeom>
              <a:avLst/>
              <a:pathLst>
                <a:path w="3477" h="5641">
                  <a:moveTo>
                    <a:pt x="2524" y="5622"/>
                  </a:moveTo>
                  <a:lnTo>
                    <a:pt x="629" y="5641"/>
                  </a:lnTo>
                  <a:lnTo>
                    <a:pt x="0" y="3321"/>
                  </a:lnTo>
                  <a:lnTo>
                    <a:pt x="189" y="792"/>
                  </a:lnTo>
                  <a:lnTo>
                    <a:pt x="2326" y="0"/>
                  </a:lnTo>
                  <a:lnTo>
                    <a:pt x="3477" y="1741"/>
                  </a:lnTo>
                  <a:lnTo>
                    <a:pt x="3065" y="4334"/>
                  </a:lnTo>
                  <a:close/>
                </a:path>
              </a:pathLst>
            </a:custGeom>
            <a:solidFill>
              <a:srgbClr val="E9F2E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g653"/>
            <p:cNvSpPr/>
            <p:nvPr/>
          </p:nvSpPr>
          <p:spPr>
            <a:xfrm>
              <a:off x="2707909" y="1567877"/>
              <a:ext cx="8181" cy="12027"/>
            </a:xfrm>
            <a:custGeom>
              <a:avLst/>
              <a:pathLst>
                <a:path w="8181" h="12027">
                  <a:moveTo>
                    <a:pt x="4102" y="10982"/>
                  </a:moveTo>
                  <a:lnTo>
                    <a:pt x="2192" y="12027"/>
                  </a:lnTo>
                  <a:lnTo>
                    <a:pt x="1806" y="11795"/>
                  </a:lnTo>
                  <a:lnTo>
                    <a:pt x="1417" y="11001"/>
                  </a:lnTo>
                  <a:lnTo>
                    <a:pt x="431" y="7390"/>
                  </a:lnTo>
                  <a:lnTo>
                    <a:pt x="139" y="5677"/>
                  </a:lnTo>
                  <a:lnTo>
                    <a:pt x="382" y="3549"/>
                  </a:lnTo>
                  <a:lnTo>
                    <a:pt x="0" y="2050"/>
                  </a:lnTo>
                  <a:lnTo>
                    <a:pt x="1723" y="302"/>
                  </a:lnTo>
                  <a:lnTo>
                    <a:pt x="3116" y="0"/>
                  </a:lnTo>
                  <a:lnTo>
                    <a:pt x="4997" y="457"/>
                  </a:lnTo>
                  <a:lnTo>
                    <a:pt x="8181" y="2235"/>
                  </a:lnTo>
                  <a:lnTo>
                    <a:pt x="7950" y="2810"/>
                  </a:lnTo>
                  <a:lnTo>
                    <a:pt x="7262" y="3738"/>
                  </a:lnTo>
                  <a:lnTo>
                    <a:pt x="5345" y="4948"/>
                  </a:lnTo>
                  <a:lnTo>
                    <a:pt x="4668" y="7680"/>
                  </a:lnTo>
                  <a:lnTo>
                    <a:pt x="4538" y="9052"/>
                  </a:lnTo>
                  <a:lnTo>
                    <a:pt x="4629" y="10081"/>
                  </a:lnTo>
                  <a:close/>
                </a:path>
              </a:pathLst>
            </a:custGeom>
            <a:solidFill>
              <a:srgbClr val="E9F2E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g654"/>
            <p:cNvSpPr/>
            <p:nvPr/>
          </p:nvSpPr>
          <p:spPr>
            <a:xfrm>
              <a:off x="2664415" y="1556261"/>
              <a:ext cx="36792" cy="31340"/>
            </a:xfrm>
            <a:custGeom>
              <a:avLst/>
              <a:pathLst>
                <a:path w="36792" h="31340">
                  <a:moveTo>
                    <a:pt x="26665" y="11008"/>
                  </a:moveTo>
                  <a:lnTo>
                    <a:pt x="30722" y="13410"/>
                  </a:lnTo>
                  <a:lnTo>
                    <a:pt x="35023" y="15071"/>
                  </a:lnTo>
                  <a:lnTo>
                    <a:pt x="35444" y="15830"/>
                  </a:lnTo>
                  <a:lnTo>
                    <a:pt x="35778" y="16979"/>
                  </a:lnTo>
                  <a:lnTo>
                    <a:pt x="35855" y="17577"/>
                  </a:lnTo>
                  <a:lnTo>
                    <a:pt x="35757" y="18133"/>
                  </a:lnTo>
                  <a:lnTo>
                    <a:pt x="35485" y="18645"/>
                  </a:lnTo>
                  <a:lnTo>
                    <a:pt x="35799" y="19304"/>
                  </a:lnTo>
                  <a:lnTo>
                    <a:pt x="36700" y="20111"/>
                  </a:lnTo>
                  <a:lnTo>
                    <a:pt x="36792" y="21053"/>
                  </a:lnTo>
                  <a:lnTo>
                    <a:pt x="35717" y="22672"/>
                  </a:lnTo>
                  <a:lnTo>
                    <a:pt x="34203" y="24471"/>
                  </a:lnTo>
                  <a:lnTo>
                    <a:pt x="26186" y="28171"/>
                  </a:lnTo>
                  <a:lnTo>
                    <a:pt x="23350" y="28800"/>
                  </a:lnTo>
                  <a:lnTo>
                    <a:pt x="16339" y="31340"/>
                  </a:lnTo>
                  <a:lnTo>
                    <a:pt x="14195" y="31237"/>
                  </a:lnTo>
                  <a:lnTo>
                    <a:pt x="13722" y="31117"/>
                  </a:lnTo>
                  <a:lnTo>
                    <a:pt x="12395" y="30000"/>
                  </a:lnTo>
                  <a:lnTo>
                    <a:pt x="10578" y="28961"/>
                  </a:lnTo>
                  <a:lnTo>
                    <a:pt x="9726" y="28156"/>
                  </a:lnTo>
                  <a:lnTo>
                    <a:pt x="8974" y="27001"/>
                  </a:lnTo>
                  <a:lnTo>
                    <a:pt x="9274" y="26283"/>
                  </a:lnTo>
                  <a:lnTo>
                    <a:pt x="10624" y="26002"/>
                  </a:lnTo>
                  <a:lnTo>
                    <a:pt x="12547" y="26021"/>
                  </a:lnTo>
                  <a:lnTo>
                    <a:pt x="15366" y="25180"/>
                  </a:lnTo>
                  <a:lnTo>
                    <a:pt x="14586" y="24424"/>
                  </a:lnTo>
                  <a:lnTo>
                    <a:pt x="13845" y="23963"/>
                  </a:lnTo>
                  <a:lnTo>
                    <a:pt x="13334" y="22958"/>
                  </a:lnTo>
                  <a:lnTo>
                    <a:pt x="12158" y="23154"/>
                  </a:lnTo>
                  <a:lnTo>
                    <a:pt x="11277" y="22578"/>
                  </a:lnTo>
                  <a:lnTo>
                    <a:pt x="9578" y="22216"/>
                  </a:lnTo>
                  <a:lnTo>
                    <a:pt x="5145" y="21868"/>
                  </a:lnTo>
                  <a:lnTo>
                    <a:pt x="2254" y="20883"/>
                  </a:lnTo>
                  <a:lnTo>
                    <a:pt x="1401" y="20293"/>
                  </a:lnTo>
                  <a:lnTo>
                    <a:pt x="650" y="19273"/>
                  </a:lnTo>
                  <a:lnTo>
                    <a:pt x="0" y="17837"/>
                  </a:lnTo>
                  <a:lnTo>
                    <a:pt x="949" y="12274"/>
                  </a:lnTo>
                  <a:lnTo>
                    <a:pt x="1599" y="10857"/>
                  </a:lnTo>
                  <a:lnTo>
                    <a:pt x="3102" y="10389"/>
                  </a:lnTo>
                  <a:lnTo>
                    <a:pt x="6776" y="11626"/>
                  </a:lnTo>
                  <a:lnTo>
                    <a:pt x="7270" y="11092"/>
                  </a:lnTo>
                  <a:lnTo>
                    <a:pt x="3250" y="9045"/>
                  </a:lnTo>
                  <a:lnTo>
                    <a:pt x="1773" y="7823"/>
                  </a:lnTo>
                  <a:lnTo>
                    <a:pt x="1338" y="6860"/>
                  </a:lnTo>
                  <a:lnTo>
                    <a:pt x="1077" y="5446"/>
                  </a:lnTo>
                  <a:lnTo>
                    <a:pt x="1080" y="4615"/>
                  </a:lnTo>
                  <a:lnTo>
                    <a:pt x="1262" y="3778"/>
                  </a:lnTo>
                  <a:lnTo>
                    <a:pt x="1619" y="2940"/>
                  </a:lnTo>
                  <a:lnTo>
                    <a:pt x="2598" y="1806"/>
                  </a:lnTo>
                  <a:lnTo>
                    <a:pt x="6672" y="0"/>
                  </a:lnTo>
                  <a:lnTo>
                    <a:pt x="11113" y="615"/>
                  </a:lnTo>
                  <a:lnTo>
                    <a:pt x="18816" y="2836"/>
                  </a:lnTo>
                  <a:lnTo>
                    <a:pt x="19772" y="3306"/>
                  </a:lnTo>
                  <a:lnTo>
                    <a:pt x="22134" y="5212"/>
                  </a:lnTo>
                  <a:close/>
                </a:path>
              </a:pathLst>
            </a:custGeom>
            <a:solidFill>
              <a:srgbClr val="E9F2E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g655"/>
            <p:cNvSpPr/>
            <p:nvPr/>
          </p:nvSpPr>
          <p:spPr>
            <a:xfrm>
              <a:off x="2698187" y="1536783"/>
              <a:ext cx="6594" cy="3661"/>
            </a:xfrm>
            <a:custGeom>
              <a:avLst/>
              <a:pathLst>
                <a:path w="6594" h="3661">
                  <a:moveTo>
                    <a:pt x="5763" y="3582"/>
                  </a:moveTo>
                  <a:lnTo>
                    <a:pt x="4135" y="3661"/>
                  </a:lnTo>
                  <a:lnTo>
                    <a:pt x="349" y="3126"/>
                  </a:lnTo>
                  <a:lnTo>
                    <a:pt x="47" y="2783"/>
                  </a:lnTo>
                  <a:lnTo>
                    <a:pt x="0" y="2129"/>
                  </a:lnTo>
                  <a:lnTo>
                    <a:pt x="503" y="249"/>
                  </a:lnTo>
                  <a:lnTo>
                    <a:pt x="2172" y="0"/>
                  </a:lnTo>
                  <a:lnTo>
                    <a:pt x="4157" y="1028"/>
                  </a:lnTo>
                  <a:lnTo>
                    <a:pt x="6297" y="2491"/>
                  </a:lnTo>
                  <a:lnTo>
                    <a:pt x="6594" y="3179"/>
                  </a:lnTo>
                  <a:close/>
                </a:path>
              </a:pathLst>
            </a:custGeom>
            <a:solidFill>
              <a:srgbClr val="E9F2E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g656"/>
            <p:cNvSpPr/>
            <p:nvPr/>
          </p:nvSpPr>
          <p:spPr>
            <a:xfrm>
              <a:off x="2992036" y="1534798"/>
              <a:ext cx="32789" cy="17423"/>
            </a:xfrm>
            <a:custGeom>
              <a:avLst/>
              <a:pathLst>
                <a:path w="32789" h="17423">
                  <a:moveTo>
                    <a:pt x="31741" y="3614"/>
                  </a:moveTo>
                  <a:lnTo>
                    <a:pt x="32169" y="5354"/>
                  </a:lnTo>
                  <a:lnTo>
                    <a:pt x="32212" y="6175"/>
                  </a:lnTo>
                  <a:lnTo>
                    <a:pt x="32118" y="6866"/>
                  </a:lnTo>
                  <a:lnTo>
                    <a:pt x="31881" y="7359"/>
                  </a:lnTo>
                  <a:lnTo>
                    <a:pt x="31309" y="7800"/>
                  </a:lnTo>
                  <a:lnTo>
                    <a:pt x="32377" y="8955"/>
                  </a:lnTo>
                  <a:lnTo>
                    <a:pt x="32724" y="9731"/>
                  </a:lnTo>
                  <a:lnTo>
                    <a:pt x="32789" y="10352"/>
                  </a:lnTo>
                  <a:lnTo>
                    <a:pt x="32108" y="11552"/>
                  </a:lnTo>
                  <a:lnTo>
                    <a:pt x="27253" y="13141"/>
                  </a:lnTo>
                  <a:lnTo>
                    <a:pt x="25903" y="13906"/>
                  </a:lnTo>
                  <a:lnTo>
                    <a:pt x="24217" y="15794"/>
                  </a:lnTo>
                  <a:lnTo>
                    <a:pt x="22167" y="17422"/>
                  </a:lnTo>
                  <a:lnTo>
                    <a:pt x="21485" y="17413"/>
                  </a:lnTo>
                  <a:lnTo>
                    <a:pt x="20689" y="15727"/>
                  </a:lnTo>
                  <a:lnTo>
                    <a:pt x="17453" y="14487"/>
                  </a:lnTo>
                  <a:lnTo>
                    <a:pt x="11358" y="15133"/>
                  </a:lnTo>
                  <a:lnTo>
                    <a:pt x="4226" y="16695"/>
                  </a:lnTo>
                  <a:lnTo>
                    <a:pt x="1691" y="17423"/>
                  </a:lnTo>
                  <a:lnTo>
                    <a:pt x="411" y="17035"/>
                  </a:lnTo>
                  <a:lnTo>
                    <a:pt x="19" y="16454"/>
                  </a:lnTo>
                  <a:lnTo>
                    <a:pt x="0" y="15640"/>
                  </a:lnTo>
                  <a:lnTo>
                    <a:pt x="844" y="13262"/>
                  </a:lnTo>
                  <a:lnTo>
                    <a:pt x="1185" y="12658"/>
                  </a:lnTo>
                  <a:lnTo>
                    <a:pt x="2821" y="11867"/>
                  </a:lnTo>
                  <a:lnTo>
                    <a:pt x="3931" y="9776"/>
                  </a:lnTo>
                  <a:lnTo>
                    <a:pt x="3568" y="7502"/>
                  </a:lnTo>
                  <a:lnTo>
                    <a:pt x="3995" y="4330"/>
                  </a:lnTo>
                  <a:lnTo>
                    <a:pt x="5113" y="3837"/>
                  </a:lnTo>
                  <a:lnTo>
                    <a:pt x="7913" y="4964"/>
                  </a:lnTo>
                  <a:lnTo>
                    <a:pt x="9724" y="5202"/>
                  </a:lnTo>
                  <a:lnTo>
                    <a:pt x="12933" y="5347"/>
                  </a:lnTo>
                  <a:lnTo>
                    <a:pt x="17245" y="4964"/>
                  </a:lnTo>
                  <a:lnTo>
                    <a:pt x="20710" y="3676"/>
                  </a:lnTo>
                  <a:lnTo>
                    <a:pt x="27030" y="0"/>
                  </a:lnTo>
                  <a:lnTo>
                    <a:pt x="28152" y="47"/>
                  </a:lnTo>
                  <a:lnTo>
                    <a:pt x="28956" y="1350"/>
                  </a:lnTo>
                  <a:lnTo>
                    <a:pt x="29548" y="1989"/>
                  </a:lnTo>
                  <a:lnTo>
                    <a:pt x="31425" y="2987"/>
                  </a:lnTo>
                  <a:close/>
                </a:path>
              </a:pathLst>
            </a:custGeom>
            <a:solidFill>
              <a:srgbClr val="E9F2E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g657"/>
            <p:cNvSpPr/>
            <p:nvPr/>
          </p:nvSpPr>
          <p:spPr>
            <a:xfrm>
              <a:off x="2676131" y="1527310"/>
              <a:ext cx="6406" cy="7765"/>
            </a:xfrm>
            <a:custGeom>
              <a:avLst/>
              <a:pathLst>
                <a:path w="6406" h="7765">
                  <a:moveTo>
                    <a:pt x="5150" y="7572"/>
                  </a:moveTo>
                  <a:lnTo>
                    <a:pt x="4009" y="7765"/>
                  </a:lnTo>
                  <a:lnTo>
                    <a:pt x="734" y="6261"/>
                  </a:lnTo>
                  <a:lnTo>
                    <a:pt x="202" y="5696"/>
                  </a:lnTo>
                  <a:lnTo>
                    <a:pt x="0" y="5003"/>
                  </a:lnTo>
                  <a:lnTo>
                    <a:pt x="126" y="4182"/>
                  </a:lnTo>
                  <a:lnTo>
                    <a:pt x="1169" y="2654"/>
                  </a:lnTo>
                  <a:lnTo>
                    <a:pt x="3130" y="415"/>
                  </a:lnTo>
                  <a:lnTo>
                    <a:pt x="4549" y="0"/>
                  </a:lnTo>
                  <a:lnTo>
                    <a:pt x="5428" y="1402"/>
                  </a:lnTo>
                  <a:lnTo>
                    <a:pt x="6293" y="3286"/>
                  </a:lnTo>
                  <a:lnTo>
                    <a:pt x="6406" y="4244"/>
                  </a:lnTo>
                  <a:lnTo>
                    <a:pt x="6348" y="5373"/>
                  </a:lnTo>
                  <a:lnTo>
                    <a:pt x="6122" y="6328"/>
                  </a:lnTo>
                  <a:lnTo>
                    <a:pt x="5728" y="7114"/>
                  </a:lnTo>
                  <a:close/>
                </a:path>
              </a:pathLst>
            </a:custGeom>
            <a:solidFill>
              <a:srgbClr val="E9F2E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g658"/>
            <p:cNvSpPr/>
            <p:nvPr/>
          </p:nvSpPr>
          <p:spPr>
            <a:xfrm>
              <a:off x="2648625" y="1481669"/>
              <a:ext cx="14599" cy="8193"/>
            </a:xfrm>
            <a:custGeom>
              <a:avLst/>
              <a:pathLst>
                <a:path w="14599" h="8193">
                  <a:moveTo>
                    <a:pt x="14599" y="1493"/>
                  </a:moveTo>
                  <a:lnTo>
                    <a:pt x="12876" y="3497"/>
                  </a:lnTo>
                  <a:lnTo>
                    <a:pt x="11470" y="4648"/>
                  </a:lnTo>
                  <a:lnTo>
                    <a:pt x="8423" y="8073"/>
                  </a:lnTo>
                  <a:lnTo>
                    <a:pt x="7899" y="8193"/>
                  </a:lnTo>
                  <a:lnTo>
                    <a:pt x="7076" y="7747"/>
                  </a:lnTo>
                  <a:lnTo>
                    <a:pt x="6438" y="6847"/>
                  </a:lnTo>
                  <a:lnTo>
                    <a:pt x="5286" y="6631"/>
                  </a:lnTo>
                  <a:lnTo>
                    <a:pt x="4885" y="6062"/>
                  </a:lnTo>
                  <a:lnTo>
                    <a:pt x="4724" y="5599"/>
                  </a:lnTo>
                  <a:lnTo>
                    <a:pt x="4213" y="5305"/>
                  </a:lnTo>
                  <a:lnTo>
                    <a:pt x="3401" y="5120"/>
                  </a:lnTo>
                  <a:lnTo>
                    <a:pt x="2097" y="5472"/>
                  </a:lnTo>
                  <a:lnTo>
                    <a:pt x="900" y="5117"/>
                  </a:lnTo>
                  <a:lnTo>
                    <a:pt x="0" y="3618"/>
                  </a:lnTo>
                  <a:lnTo>
                    <a:pt x="1666" y="2613"/>
                  </a:lnTo>
                  <a:lnTo>
                    <a:pt x="2696" y="1754"/>
                  </a:lnTo>
                  <a:lnTo>
                    <a:pt x="6682" y="1416"/>
                  </a:lnTo>
                  <a:lnTo>
                    <a:pt x="7806" y="1810"/>
                  </a:lnTo>
                  <a:lnTo>
                    <a:pt x="8513" y="1800"/>
                  </a:lnTo>
                  <a:lnTo>
                    <a:pt x="9589" y="1567"/>
                  </a:lnTo>
                  <a:lnTo>
                    <a:pt x="11945" y="497"/>
                  </a:lnTo>
                  <a:lnTo>
                    <a:pt x="12296" y="0"/>
                  </a:lnTo>
                  <a:lnTo>
                    <a:pt x="14402" y="624"/>
                  </a:lnTo>
                  <a:close/>
                </a:path>
              </a:pathLst>
            </a:custGeom>
            <a:solidFill>
              <a:srgbClr val="E9F2E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g659"/>
            <p:cNvSpPr/>
            <p:nvPr/>
          </p:nvSpPr>
          <p:spPr>
            <a:xfrm>
              <a:off x="3103494" y="1405855"/>
              <a:ext cx="18272" cy="12249"/>
            </a:xfrm>
            <a:custGeom>
              <a:avLst/>
              <a:pathLst>
                <a:path w="18272" h="12249">
                  <a:moveTo>
                    <a:pt x="10856" y="0"/>
                  </a:moveTo>
                  <a:lnTo>
                    <a:pt x="11823" y="3126"/>
                  </a:lnTo>
                  <a:lnTo>
                    <a:pt x="12253" y="5994"/>
                  </a:lnTo>
                  <a:lnTo>
                    <a:pt x="13758" y="7817"/>
                  </a:lnTo>
                  <a:lnTo>
                    <a:pt x="16982" y="7559"/>
                  </a:lnTo>
                  <a:lnTo>
                    <a:pt x="18272" y="10945"/>
                  </a:lnTo>
                  <a:lnTo>
                    <a:pt x="15907" y="12249"/>
                  </a:lnTo>
                  <a:lnTo>
                    <a:pt x="6556" y="11727"/>
                  </a:lnTo>
                  <a:lnTo>
                    <a:pt x="2687" y="11987"/>
                  </a:lnTo>
                  <a:lnTo>
                    <a:pt x="0" y="9903"/>
                  </a:lnTo>
                  <a:lnTo>
                    <a:pt x="107" y="6254"/>
                  </a:lnTo>
                  <a:lnTo>
                    <a:pt x="429" y="2605"/>
                  </a:lnTo>
                  <a:lnTo>
                    <a:pt x="3117" y="522"/>
                  </a:lnTo>
                  <a:lnTo>
                    <a:pt x="5374" y="2344"/>
                  </a:lnTo>
                  <a:lnTo>
                    <a:pt x="8060" y="1041"/>
                  </a:lnTo>
                  <a:close/>
                </a:path>
              </a:pathLst>
            </a:custGeom>
            <a:solidFill>
              <a:srgbClr val="E9F2E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g660"/>
            <p:cNvSpPr/>
            <p:nvPr/>
          </p:nvSpPr>
          <p:spPr>
            <a:xfrm>
              <a:off x="3101129" y="1367546"/>
              <a:ext cx="6126" cy="20328"/>
            </a:xfrm>
            <a:custGeom>
              <a:avLst/>
              <a:pathLst>
                <a:path w="6126" h="20328">
                  <a:moveTo>
                    <a:pt x="6126" y="19545"/>
                  </a:moveTo>
                  <a:lnTo>
                    <a:pt x="4729" y="20328"/>
                  </a:lnTo>
                  <a:lnTo>
                    <a:pt x="0" y="8080"/>
                  </a:lnTo>
                  <a:lnTo>
                    <a:pt x="0" y="3650"/>
                  </a:lnTo>
                  <a:lnTo>
                    <a:pt x="322" y="261"/>
                  </a:lnTo>
                  <a:lnTo>
                    <a:pt x="2472" y="0"/>
                  </a:lnTo>
                  <a:lnTo>
                    <a:pt x="4298" y="1825"/>
                  </a:lnTo>
                  <a:lnTo>
                    <a:pt x="5159" y="8861"/>
                  </a:lnTo>
                  <a:close/>
                </a:path>
              </a:pathLst>
            </a:custGeom>
            <a:solidFill>
              <a:srgbClr val="E9F2E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g661"/>
            <p:cNvSpPr/>
            <p:nvPr/>
          </p:nvSpPr>
          <p:spPr>
            <a:xfrm>
              <a:off x="2450215" y="1344992"/>
              <a:ext cx="12936" cy="4450"/>
            </a:xfrm>
            <a:custGeom>
              <a:avLst/>
              <a:pathLst>
                <a:path w="12936" h="4450">
                  <a:moveTo>
                    <a:pt x="10086" y="4189"/>
                  </a:moveTo>
                  <a:lnTo>
                    <a:pt x="5745" y="4450"/>
                  </a:lnTo>
                  <a:lnTo>
                    <a:pt x="1468" y="3299"/>
                  </a:lnTo>
                  <a:lnTo>
                    <a:pt x="0" y="2409"/>
                  </a:lnTo>
                  <a:lnTo>
                    <a:pt x="65" y="1047"/>
                  </a:lnTo>
                  <a:lnTo>
                    <a:pt x="712" y="577"/>
                  </a:lnTo>
                  <a:lnTo>
                    <a:pt x="3024" y="105"/>
                  </a:lnTo>
                  <a:lnTo>
                    <a:pt x="4946" y="0"/>
                  </a:lnTo>
                  <a:lnTo>
                    <a:pt x="6241" y="210"/>
                  </a:lnTo>
                  <a:lnTo>
                    <a:pt x="9286" y="1047"/>
                  </a:lnTo>
                  <a:lnTo>
                    <a:pt x="11489" y="1885"/>
                  </a:lnTo>
                  <a:lnTo>
                    <a:pt x="12936" y="2148"/>
                  </a:lnTo>
                  <a:lnTo>
                    <a:pt x="12526" y="3351"/>
                  </a:lnTo>
                  <a:close/>
                </a:path>
              </a:pathLst>
            </a:custGeom>
            <a:solidFill>
              <a:srgbClr val="E9F2E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g662"/>
            <p:cNvSpPr/>
            <p:nvPr/>
          </p:nvSpPr>
          <p:spPr>
            <a:xfrm>
              <a:off x="3111675" y="1332950"/>
              <a:ext cx="7052" cy="6863"/>
            </a:xfrm>
            <a:custGeom>
              <a:avLst/>
              <a:pathLst>
                <a:path w="7052" h="6863">
                  <a:moveTo>
                    <a:pt x="3245" y="6863"/>
                  </a:moveTo>
                  <a:lnTo>
                    <a:pt x="877" y="6863"/>
                  </a:lnTo>
                  <a:lnTo>
                    <a:pt x="0" y="6094"/>
                  </a:lnTo>
                  <a:lnTo>
                    <a:pt x="560" y="4735"/>
                  </a:lnTo>
                  <a:lnTo>
                    <a:pt x="3854" y="354"/>
                  </a:lnTo>
                  <a:lnTo>
                    <a:pt x="4953" y="0"/>
                  </a:lnTo>
                  <a:lnTo>
                    <a:pt x="6563" y="472"/>
                  </a:lnTo>
                  <a:lnTo>
                    <a:pt x="7052" y="2722"/>
                  </a:lnTo>
                  <a:lnTo>
                    <a:pt x="5978" y="4970"/>
                  </a:lnTo>
                  <a:close/>
                </a:path>
              </a:pathLst>
            </a:custGeom>
            <a:solidFill>
              <a:srgbClr val="E9F2E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g663"/>
            <p:cNvSpPr/>
            <p:nvPr/>
          </p:nvSpPr>
          <p:spPr>
            <a:xfrm>
              <a:off x="3098334" y="1316207"/>
              <a:ext cx="5267" cy="14854"/>
            </a:xfrm>
            <a:custGeom>
              <a:avLst/>
              <a:pathLst>
                <a:path w="5267" h="14854">
                  <a:moveTo>
                    <a:pt x="3869" y="13812"/>
                  </a:moveTo>
                  <a:lnTo>
                    <a:pt x="2257" y="14854"/>
                  </a:lnTo>
                  <a:lnTo>
                    <a:pt x="1183" y="11727"/>
                  </a:lnTo>
                  <a:lnTo>
                    <a:pt x="215" y="7557"/>
                  </a:lnTo>
                  <a:lnTo>
                    <a:pt x="0" y="2866"/>
                  </a:lnTo>
                  <a:lnTo>
                    <a:pt x="2472" y="520"/>
                  </a:lnTo>
                  <a:lnTo>
                    <a:pt x="3762" y="0"/>
                  </a:lnTo>
                  <a:lnTo>
                    <a:pt x="4622" y="520"/>
                  </a:lnTo>
                  <a:lnTo>
                    <a:pt x="4407" y="2607"/>
                  </a:lnTo>
                  <a:lnTo>
                    <a:pt x="4407" y="6775"/>
                  </a:lnTo>
                  <a:lnTo>
                    <a:pt x="5267" y="9642"/>
                  </a:lnTo>
                  <a:close/>
                </a:path>
              </a:pathLst>
            </a:custGeom>
            <a:solidFill>
              <a:srgbClr val="E9F2E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g664"/>
            <p:cNvSpPr/>
            <p:nvPr/>
          </p:nvSpPr>
          <p:spPr>
            <a:xfrm>
              <a:off x="3100484" y="1268516"/>
              <a:ext cx="21174" cy="10163"/>
            </a:xfrm>
            <a:custGeom>
              <a:avLst/>
              <a:pathLst>
                <a:path w="21174" h="10163">
                  <a:moveTo>
                    <a:pt x="18595" y="6775"/>
                  </a:moveTo>
                  <a:lnTo>
                    <a:pt x="13435" y="10163"/>
                  </a:lnTo>
                  <a:lnTo>
                    <a:pt x="5804" y="9903"/>
                  </a:lnTo>
                  <a:lnTo>
                    <a:pt x="1290" y="8339"/>
                  </a:lnTo>
                  <a:lnTo>
                    <a:pt x="0" y="5993"/>
                  </a:lnTo>
                  <a:lnTo>
                    <a:pt x="1719" y="3389"/>
                  </a:lnTo>
                  <a:lnTo>
                    <a:pt x="7201" y="1302"/>
                  </a:lnTo>
                  <a:lnTo>
                    <a:pt x="14080" y="0"/>
                  </a:lnTo>
                  <a:lnTo>
                    <a:pt x="20314" y="782"/>
                  </a:lnTo>
                  <a:lnTo>
                    <a:pt x="21174" y="3389"/>
                  </a:lnTo>
                  <a:close/>
                </a:path>
              </a:pathLst>
            </a:custGeom>
            <a:solidFill>
              <a:srgbClr val="E9F2E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g665"/>
            <p:cNvSpPr/>
            <p:nvPr/>
          </p:nvSpPr>
          <p:spPr>
            <a:xfrm>
              <a:off x="3094728" y="1207408"/>
              <a:ext cx="11526" cy="9127"/>
            </a:xfrm>
            <a:custGeom>
              <a:avLst/>
              <a:pathLst>
                <a:path w="11526" h="9127">
                  <a:moveTo>
                    <a:pt x="11526" y="8176"/>
                  </a:moveTo>
                  <a:lnTo>
                    <a:pt x="10272" y="9127"/>
                  </a:lnTo>
                  <a:lnTo>
                    <a:pt x="7057" y="8746"/>
                  </a:lnTo>
                  <a:lnTo>
                    <a:pt x="2940" y="6084"/>
                  </a:lnTo>
                  <a:lnTo>
                    <a:pt x="195" y="3898"/>
                  </a:lnTo>
                  <a:lnTo>
                    <a:pt x="0" y="1331"/>
                  </a:lnTo>
                  <a:lnTo>
                    <a:pt x="1411" y="192"/>
                  </a:lnTo>
                  <a:lnTo>
                    <a:pt x="3607" y="0"/>
                  </a:lnTo>
                  <a:lnTo>
                    <a:pt x="6625" y="2187"/>
                  </a:lnTo>
                  <a:lnTo>
                    <a:pt x="9723" y="5133"/>
                  </a:lnTo>
                  <a:close/>
                </a:path>
              </a:pathLst>
            </a:custGeom>
            <a:solidFill>
              <a:srgbClr val="E9F2E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g666"/>
            <p:cNvSpPr/>
            <p:nvPr/>
          </p:nvSpPr>
          <p:spPr>
            <a:xfrm>
              <a:off x="2756647" y="1190596"/>
              <a:ext cx="31702" cy="18501"/>
            </a:xfrm>
            <a:custGeom>
              <a:avLst/>
              <a:pathLst>
                <a:path w="31702" h="18501">
                  <a:moveTo>
                    <a:pt x="30305" y="17980"/>
                  </a:moveTo>
                  <a:lnTo>
                    <a:pt x="27833" y="18501"/>
                  </a:lnTo>
                  <a:lnTo>
                    <a:pt x="22673" y="15374"/>
                  </a:lnTo>
                  <a:lnTo>
                    <a:pt x="14505" y="12246"/>
                  </a:lnTo>
                  <a:lnTo>
                    <a:pt x="7304" y="10163"/>
                  </a:lnTo>
                  <a:lnTo>
                    <a:pt x="532" y="4690"/>
                  </a:lnTo>
                  <a:lnTo>
                    <a:pt x="0" y="2745"/>
                  </a:lnTo>
                  <a:lnTo>
                    <a:pt x="962" y="1040"/>
                  </a:lnTo>
                  <a:lnTo>
                    <a:pt x="6873" y="780"/>
                  </a:lnTo>
                  <a:lnTo>
                    <a:pt x="11602" y="0"/>
                  </a:lnTo>
                  <a:lnTo>
                    <a:pt x="23641" y="3386"/>
                  </a:lnTo>
                  <a:lnTo>
                    <a:pt x="29660" y="6253"/>
                  </a:lnTo>
                  <a:lnTo>
                    <a:pt x="31702" y="8599"/>
                  </a:lnTo>
                  <a:lnTo>
                    <a:pt x="31380" y="13289"/>
                  </a:lnTo>
                  <a:close/>
                </a:path>
              </a:pathLst>
            </a:custGeom>
            <a:solidFill>
              <a:srgbClr val="E9F2E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g667"/>
            <p:cNvSpPr/>
            <p:nvPr/>
          </p:nvSpPr>
          <p:spPr>
            <a:xfrm>
              <a:off x="2446277" y="1163781"/>
              <a:ext cx="748203" cy="702798"/>
            </a:xfrm>
            <a:custGeom>
              <a:avLst/>
              <a:pathLst>
                <a:path w="748203" h="702798">
                  <a:moveTo>
                    <a:pt x="522407" y="1027"/>
                  </a:moveTo>
                  <a:lnTo>
                    <a:pt x="534117" y="2802"/>
                  </a:lnTo>
                  <a:lnTo>
                    <a:pt x="540311" y="4866"/>
                  </a:lnTo>
                  <a:lnTo>
                    <a:pt x="541612" y="4798"/>
                  </a:lnTo>
                  <a:lnTo>
                    <a:pt x="550005" y="5590"/>
                  </a:lnTo>
                  <a:lnTo>
                    <a:pt x="557975" y="6580"/>
                  </a:lnTo>
                  <a:lnTo>
                    <a:pt x="571222" y="9159"/>
                  </a:lnTo>
                  <a:lnTo>
                    <a:pt x="573079" y="10005"/>
                  </a:lnTo>
                  <a:lnTo>
                    <a:pt x="571648" y="10699"/>
                  </a:lnTo>
                  <a:lnTo>
                    <a:pt x="568355" y="11176"/>
                  </a:lnTo>
                  <a:lnTo>
                    <a:pt x="551425" y="12025"/>
                  </a:lnTo>
                  <a:lnTo>
                    <a:pt x="520711" y="13066"/>
                  </a:lnTo>
                  <a:lnTo>
                    <a:pt x="503137" y="15090"/>
                  </a:lnTo>
                  <a:lnTo>
                    <a:pt x="497547" y="15195"/>
                  </a:lnTo>
                  <a:lnTo>
                    <a:pt x="497059" y="18207"/>
                  </a:lnTo>
                  <a:lnTo>
                    <a:pt x="499447" y="18371"/>
                  </a:lnTo>
                  <a:lnTo>
                    <a:pt x="503362" y="17964"/>
                  </a:lnTo>
                  <a:lnTo>
                    <a:pt x="517128" y="14949"/>
                  </a:lnTo>
                  <a:lnTo>
                    <a:pt x="522276" y="14452"/>
                  </a:lnTo>
                  <a:lnTo>
                    <a:pt x="531887" y="14703"/>
                  </a:lnTo>
                  <a:lnTo>
                    <a:pt x="544361" y="15834"/>
                  </a:lnTo>
                  <a:lnTo>
                    <a:pt x="549394" y="15436"/>
                  </a:lnTo>
                  <a:lnTo>
                    <a:pt x="558369" y="15732"/>
                  </a:lnTo>
                  <a:lnTo>
                    <a:pt x="568865" y="14868"/>
                  </a:lnTo>
                  <a:lnTo>
                    <a:pt x="581265" y="13001"/>
                  </a:lnTo>
                  <a:lnTo>
                    <a:pt x="584656" y="17169"/>
                  </a:lnTo>
                  <a:lnTo>
                    <a:pt x="589224" y="21340"/>
                  </a:lnTo>
                  <a:lnTo>
                    <a:pt x="592840" y="20879"/>
                  </a:lnTo>
                  <a:lnTo>
                    <a:pt x="595936" y="21112"/>
                  </a:lnTo>
                  <a:lnTo>
                    <a:pt x="596984" y="22482"/>
                  </a:lnTo>
                  <a:lnTo>
                    <a:pt x="598677" y="23062"/>
                  </a:lnTo>
                  <a:lnTo>
                    <a:pt x="602184" y="22750"/>
                  </a:lnTo>
                  <a:lnTo>
                    <a:pt x="612933" y="23947"/>
                  </a:lnTo>
                  <a:lnTo>
                    <a:pt x="620309" y="26097"/>
                  </a:lnTo>
                  <a:lnTo>
                    <a:pt x="623086" y="27099"/>
                  </a:lnTo>
                  <a:lnTo>
                    <a:pt x="624418" y="28527"/>
                  </a:lnTo>
                  <a:lnTo>
                    <a:pt x="625172" y="29673"/>
                  </a:lnTo>
                  <a:lnTo>
                    <a:pt x="624013" y="31082"/>
                  </a:lnTo>
                  <a:lnTo>
                    <a:pt x="619404" y="33591"/>
                  </a:lnTo>
                  <a:lnTo>
                    <a:pt x="613571" y="35898"/>
                  </a:lnTo>
                  <a:lnTo>
                    <a:pt x="605704" y="37672"/>
                  </a:lnTo>
                  <a:lnTo>
                    <a:pt x="596635" y="38784"/>
                  </a:lnTo>
                  <a:lnTo>
                    <a:pt x="526958" y="42504"/>
                  </a:lnTo>
                  <a:lnTo>
                    <a:pt x="524602" y="43388"/>
                  </a:lnTo>
                  <a:lnTo>
                    <a:pt x="523205" y="45646"/>
                  </a:lnTo>
                  <a:lnTo>
                    <a:pt x="524136" y="48582"/>
                  </a:lnTo>
                  <a:lnTo>
                    <a:pt x="527392" y="49041"/>
                  </a:lnTo>
                  <a:lnTo>
                    <a:pt x="535002" y="47388"/>
                  </a:lnTo>
                  <a:lnTo>
                    <a:pt x="548163" y="45822"/>
                  </a:lnTo>
                  <a:lnTo>
                    <a:pt x="557834" y="45897"/>
                  </a:lnTo>
                  <a:lnTo>
                    <a:pt x="580955" y="47233"/>
                  </a:lnTo>
                  <a:lnTo>
                    <a:pt x="587776" y="50729"/>
                  </a:lnTo>
                  <a:lnTo>
                    <a:pt x="591384" y="56102"/>
                  </a:lnTo>
                  <a:lnTo>
                    <a:pt x="599385" y="54895"/>
                  </a:lnTo>
                  <a:lnTo>
                    <a:pt x="601096" y="53973"/>
                  </a:lnTo>
                  <a:lnTo>
                    <a:pt x="602354" y="52373"/>
                  </a:lnTo>
                  <a:lnTo>
                    <a:pt x="603358" y="50656"/>
                  </a:lnTo>
                  <a:lnTo>
                    <a:pt x="604111" y="48825"/>
                  </a:lnTo>
                  <a:lnTo>
                    <a:pt x="604951" y="47578"/>
                  </a:lnTo>
                  <a:lnTo>
                    <a:pt x="605879" y="46917"/>
                  </a:lnTo>
                  <a:lnTo>
                    <a:pt x="607873" y="46365"/>
                  </a:lnTo>
                  <a:lnTo>
                    <a:pt x="612464" y="45699"/>
                  </a:lnTo>
                  <a:lnTo>
                    <a:pt x="624503" y="45052"/>
                  </a:lnTo>
                  <a:lnTo>
                    <a:pt x="627398" y="45237"/>
                  </a:lnTo>
                  <a:lnTo>
                    <a:pt x="629477" y="47744"/>
                  </a:lnTo>
                  <a:lnTo>
                    <a:pt x="629929" y="49210"/>
                  </a:lnTo>
                  <a:lnTo>
                    <a:pt x="630080" y="51119"/>
                  </a:lnTo>
                  <a:lnTo>
                    <a:pt x="630013" y="53473"/>
                  </a:lnTo>
                  <a:lnTo>
                    <a:pt x="629731" y="56274"/>
                  </a:lnTo>
                  <a:lnTo>
                    <a:pt x="628708" y="59046"/>
                  </a:lnTo>
                  <a:lnTo>
                    <a:pt x="625376" y="63888"/>
                  </a:lnTo>
                  <a:lnTo>
                    <a:pt x="622698" y="66525"/>
                  </a:lnTo>
                  <a:lnTo>
                    <a:pt x="619809" y="68425"/>
                  </a:lnTo>
                  <a:lnTo>
                    <a:pt x="614269" y="72764"/>
                  </a:lnTo>
                  <a:lnTo>
                    <a:pt x="612350" y="73923"/>
                  </a:lnTo>
                  <a:lnTo>
                    <a:pt x="606260" y="78981"/>
                  </a:lnTo>
                  <a:lnTo>
                    <a:pt x="604750" y="81326"/>
                  </a:lnTo>
                  <a:lnTo>
                    <a:pt x="604661" y="83043"/>
                  </a:lnTo>
                  <a:lnTo>
                    <a:pt x="605708" y="83370"/>
                  </a:lnTo>
                  <a:lnTo>
                    <a:pt x="607474" y="81756"/>
                  </a:lnTo>
                  <a:lnTo>
                    <a:pt x="608131" y="80603"/>
                  </a:lnTo>
                  <a:lnTo>
                    <a:pt x="609267" y="79397"/>
                  </a:lnTo>
                  <a:lnTo>
                    <a:pt x="618241" y="76218"/>
                  </a:lnTo>
                  <a:lnTo>
                    <a:pt x="620167" y="75332"/>
                  </a:lnTo>
                  <a:lnTo>
                    <a:pt x="626036" y="71551"/>
                  </a:lnTo>
                  <a:lnTo>
                    <a:pt x="629782" y="70132"/>
                  </a:lnTo>
                  <a:lnTo>
                    <a:pt x="632861" y="68649"/>
                  </a:lnTo>
                  <a:lnTo>
                    <a:pt x="634493" y="67596"/>
                  </a:lnTo>
                  <a:lnTo>
                    <a:pt x="643513" y="60139"/>
                  </a:lnTo>
                  <a:lnTo>
                    <a:pt x="648215" y="57907"/>
                  </a:lnTo>
                  <a:lnTo>
                    <a:pt x="653153" y="57903"/>
                  </a:lnTo>
                  <a:lnTo>
                    <a:pt x="654027" y="61680"/>
                  </a:lnTo>
                  <a:lnTo>
                    <a:pt x="659945" y="62265"/>
                  </a:lnTo>
                  <a:lnTo>
                    <a:pt x="662515" y="62102"/>
                  </a:lnTo>
                  <a:lnTo>
                    <a:pt x="666643" y="63020"/>
                  </a:lnTo>
                  <a:lnTo>
                    <a:pt x="668452" y="63780"/>
                  </a:lnTo>
                  <a:lnTo>
                    <a:pt x="671532" y="64163"/>
                  </a:lnTo>
                  <a:lnTo>
                    <a:pt x="674708" y="65064"/>
                  </a:lnTo>
                  <a:lnTo>
                    <a:pt x="677509" y="64097"/>
                  </a:lnTo>
                  <a:lnTo>
                    <a:pt x="678328" y="63491"/>
                  </a:lnTo>
                  <a:lnTo>
                    <a:pt x="681033" y="60744"/>
                  </a:lnTo>
                  <a:lnTo>
                    <a:pt x="684689" y="58311"/>
                  </a:lnTo>
                  <a:lnTo>
                    <a:pt x="688078" y="55273"/>
                  </a:lnTo>
                  <a:lnTo>
                    <a:pt x="689202" y="54537"/>
                  </a:lnTo>
                  <a:lnTo>
                    <a:pt x="690982" y="53867"/>
                  </a:lnTo>
                  <a:lnTo>
                    <a:pt x="692833" y="53605"/>
                  </a:lnTo>
                  <a:lnTo>
                    <a:pt x="697870" y="52184"/>
                  </a:lnTo>
                  <a:lnTo>
                    <a:pt x="699149" y="52084"/>
                  </a:lnTo>
                  <a:lnTo>
                    <a:pt x="701868" y="52533"/>
                  </a:lnTo>
                  <a:lnTo>
                    <a:pt x="713879" y="52766"/>
                  </a:lnTo>
                  <a:lnTo>
                    <a:pt x="720429" y="53499"/>
                  </a:lnTo>
                  <a:lnTo>
                    <a:pt x="729551" y="55534"/>
                  </a:lnTo>
                  <a:lnTo>
                    <a:pt x="735908" y="56648"/>
                  </a:lnTo>
                  <a:lnTo>
                    <a:pt x="738852" y="57635"/>
                  </a:lnTo>
                  <a:lnTo>
                    <a:pt x="743139" y="59750"/>
                  </a:lnTo>
                  <a:lnTo>
                    <a:pt x="746596" y="61963"/>
                  </a:lnTo>
                  <a:lnTo>
                    <a:pt x="748203" y="62614"/>
                  </a:lnTo>
                  <a:lnTo>
                    <a:pt x="748141" y="63316"/>
                  </a:lnTo>
                  <a:lnTo>
                    <a:pt x="746945" y="64286"/>
                  </a:lnTo>
                  <a:lnTo>
                    <a:pt x="738383" y="67678"/>
                  </a:lnTo>
                  <a:lnTo>
                    <a:pt x="735581" y="69945"/>
                  </a:lnTo>
                  <a:lnTo>
                    <a:pt x="727477" y="74221"/>
                  </a:lnTo>
                  <a:lnTo>
                    <a:pt x="723517" y="75690"/>
                  </a:lnTo>
                  <a:lnTo>
                    <a:pt x="719213" y="76266"/>
                  </a:lnTo>
                  <a:lnTo>
                    <a:pt x="714423" y="76404"/>
                  </a:lnTo>
                  <a:lnTo>
                    <a:pt x="711315" y="77019"/>
                  </a:lnTo>
                  <a:lnTo>
                    <a:pt x="710854" y="77605"/>
                  </a:lnTo>
                  <a:lnTo>
                    <a:pt x="713068" y="79379"/>
                  </a:lnTo>
                  <a:lnTo>
                    <a:pt x="714042" y="80643"/>
                  </a:lnTo>
                  <a:lnTo>
                    <a:pt x="713901" y="81767"/>
                  </a:lnTo>
                  <a:lnTo>
                    <a:pt x="711572" y="83432"/>
                  </a:lnTo>
                  <a:lnTo>
                    <a:pt x="710691" y="83810"/>
                  </a:lnTo>
                  <a:lnTo>
                    <a:pt x="702273" y="85047"/>
                  </a:lnTo>
                  <a:lnTo>
                    <a:pt x="698027" y="87146"/>
                  </a:lnTo>
                  <a:lnTo>
                    <a:pt x="692484" y="87403"/>
                  </a:lnTo>
                  <a:lnTo>
                    <a:pt x="688566" y="87163"/>
                  </a:lnTo>
                  <a:lnTo>
                    <a:pt x="683184" y="89421"/>
                  </a:lnTo>
                  <a:lnTo>
                    <a:pt x="685290" y="91258"/>
                  </a:lnTo>
                  <a:lnTo>
                    <a:pt x="687220" y="92056"/>
                  </a:lnTo>
                  <a:lnTo>
                    <a:pt x="693218" y="93728"/>
                  </a:lnTo>
                  <a:lnTo>
                    <a:pt x="693275" y="94689"/>
                  </a:lnTo>
                  <a:lnTo>
                    <a:pt x="690409" y="96631"/>
                  </a:lnTo>
                  <a:lnTo>
                    <a:pt x="686497" y="98920"/>
                  </a:lnTo>
                  <a:lnTo>
                    <a:pt x="681870" y="100507"/>
                  </a:lnTo>
                  <a:lnTo>
                    <a:pt x="680131" y="100745"/>
                  </a:lnTo>
                  <a:lnTo>
                    <a:pt x="677937" y="100347"/>
                  </a:lnTo>
                  <a:lnTo>
                    <a:pt x="675913" y="100432"/>
                  </a:lnTo>
                  <a:lnTo>
                    <a:pt x="671457" y="101163"/>
                  </a:lnTo>
                  <a:lnTo>
                    <a:pt x="667214" y="101280"/>
                  </a:lnTo>
                  <a:lnTo>
                    <a:pt x="659638" y="100245"/>
                  </a:lnTo>
                  <a:lnTo>
                    <a:pt x="655538" y="99048"/>
                  </a:lnTo>
                  <a:lnTo>
                    <a:pt x="653381" y="98634"/>
                  </a:lnTo>
                  <a:lnTo>
                    <a:pt x="650661" y="98749"/>
                  </a:lnTo>
                  <a:lnTo>
                    <a:pt x="649615" y="99231"/>
                  </a:lnTo>
                  <a:lnTo>
                    <a:pt x="645328" y="102088"/>
                  </a:lnTo>
                  <a:lnTo>
                    <a:pt x="643223" y="104039"/>
                  </a:lnTo>
                  <a:lnTo>
                    <a:pt x="641875" y="106033"/>
                  </a:lnTo>
                  <a:lnTo>
                    <a:pt x="641299" y="108207"/>
                  </a:lnTo>
                  <a:lnTo>
                    <a:pt x="641494" y="110562"/>
                  </a:lnTo>
                  <a:lnTo>
                    <a:pt x="642017" y="112175"/>
                  </a:lnTo>
                  <a:lnTo>
                    <a:pt x="642866" y="113049"/>
                  </a:lnTo>
                  <a:lnTo>
                    <a:pt x="643883" y="113579"/>
                  </a:lnTo>
                  <a:lnTo>
                    <a:pt x="645663" y="113856"/>
                  </a:lnTo>
                  <a:lnTo>
                    <a:pt x="649580" y="113593"/>
                  </a:lnTo>
                  <a:lnTo>
                    <a:pt x="651120" y="113742"/>
                  </a:lnTo>
                  <a:lnTo>
                    <a:pt x="651589" y="114219"/>
                  </a:lnTo>
                  <a:lnTo>
                    <a:pt x="652436" y="115727"/>
                  </a:lnTo>
                  <a:lnTo>
                    <a:pt x="652284" y="117150"/>
                  </a:lnTo>
                  <a:lnTo>
                    <a:pt x="651575" y="119150"/>
                  </a:lnTo>
                  <a:lnTo>
                    <a:pt x="651025" y="121482"/>
                  </a:lnTo>
                  <a:lnTo>
                    <a:pt x="650637" y="124149"/>
                  </a:lnTo>
                  <a:lnTo>
                    <a:pt x="650846" y="125606"/>
                  </a:lnTo>
                  <a:lnTo>
                    <a:pt x="652431" y="125925"/>
                  </a:lnTo>
                  <a:lnTo>
                    <a:pt x="653175" y="125820"/>
                  </a:lnTo>
                  <a:lnTo>
                    <a:pt x="654037" y="126298"/>
                  </a:lnTo>
                  <a:lnTo>
                    <a:pt x="655017" y="127361"/>
                  </a:lnTo>
                  <a:lnTo>
                    <a:pt x="655754" y="128483"/>
                  </a:lnTo>
                  <a:lnTo>
                    <a:pt x="656248" y="129667"/>
                  </a:lnTo>
                  <a:lnTo>
                    <a:pt x="655989" y="130643"/>
                  </a:lnTo>
                  <a:lnTo>
                    <a:pt x="654978" y="131412"/>
                  </a:lnTo>
                  <a:lnTo>
                    <a:pt x="652696" y="132279"/>
                  </a:lnTo>
                  <a:lnTo>
                    <a:pt x="647080" y="133992"/>
                  </a:lnTo>
                  <a:lnTo>
                    <a:pt x="646510" y="134514"/>
                  </a:lnTo>
                  <a:lnTo>
                    <a:pt x="646068" y="135556"/>
                  </a:lnTo>
                  <a:lnTo>
                    <a:pt x="645757" y="137121"/>
                  </a:lnTo>
                  <a:lnTo>
                    <a:pt x="645079" y="138545"/>
                  </a:lnTo>
                  <a:lnTo>
                    <a:pt x="644035" y="139825"/>
                  </a:lnTo>
                  <a:lnTo>
                    <a:pt x="643089" y="140588"/>
                  </a:lnTo>
                  <a:lnTo>
                    <a:pt x="641268" y="140927"/>
                  </a:lnTo>
                  <a:lnTo>
                    <a:pt x="638882" y="140972"/>
                  </a:lnTo>
                  <a:lnTo>
                    <a:pt x="636202" y="141708"/>
                  </a:lnTo>
                  <a:lnTo>
                    <a:pt x="629887" y="146000"/>
                  </a:lnTo>
                  <a:lnTo>
                    <a:pt x="629793" y="146476"/>
                  </a:lnTo>
                  <a:lnTo>
                    <a:pt x="632158" y="147854"/>
                  </a:lnTo>
                  <a:lnTo>
                    <a:pt x="632058" y="149062"/>
                  </a:lnTo>
                  <a:lnTo>
                    <a:pt x="629144" y="154239"/>
                  </a:lnTo>
                  <a:lnTo>
                    <a:pt x="628346" y="156804"/>
                  </a:lnTo>
                  <a:lnTo>
                    <a:pt x="627715" y="160322"/>
                  </a:lnTo>
                  <a:lnTo>
                    <a:pt x="626676" y="163288"/>
                  </a:lnTo>
                  <a:lnTo>
                    <a:pt x="625229" y="165704"/>
                  </a:lnTo>
                  <a:lnTo>
                    <a:pt x="623807" y="168493"/>
                  </a:lnTo>
                  <a:lnTo>
                    <a:pt x="622407" y="171649"/>
                  </a:lnTo>
                  <a:lnTo>
                    <a:pt x="622626" y="174075"/>
                  </a:lnTo>
                  <a:lnTo>
                    <a:pt x="624462" y="175764"/>
                  </a:lnTo>
                  <a:lnTo>
                    <a:pt x="626890" y="174399"/>
                  </a:lnTo>
                  <a:lnTo>
                    <a:pt x="629910" y="169977"/>
                  </a:lnTo>
                  <a:lnTo>
                    <a:pt x="633192" y="168067"/>
                  </a:lnTo>
                  <a:lnTo>
                    <a:pt x="636736" y="168667"/>
                  </a:lnTo>
                  <a:lnTo>
                    <a:pt x="639822" y="169542"/>
                  </a:lnTo>
                  <a:lnTo>
                    <a:pt x="643764" y="171272"/>
                  </a:lnTo>
                  <a:lnTo>
                    <a:pt x="647064" y="172349"/>
                  </a:lnTo>
                  <a:lnTo>
                    <a:pt x="649915" y="173769"/>
                  </a:lnTo>
                  <a:lnTo>
                    <a:pt x="651090" y="174967"/>
                  </a:lnTo>
                  <a:lnTo>
                    <a:pt x="652274" y="176653"/>
                  </a:lnTo>
                  <a:lnTo>
                    <a:pt x="652283" y="177718"/>
                  </a:lnTo>
                  <a:lnTo>
                    <a:pt x="650194" y="178292"/>
                  </a:lnTo>
                  <a:lnTo>
                    <a:pt x="649504" y="178110"/>
                  </a:lnTo>
                  <a:lnTo>
                    <a:pt x="644275" y="175321"/>
                  </a:lnTo>
                  <a:lnTo>
                    <a:pt x="641730" y="174627"/>
                  </a:lnTo>
                  <a:lnTo>
                    <a:pt x="638352" y="175461"/>
                  </a:lnTo>
                  <a:lnTo>
                    <a:pt x="635407" y="176721"/>
                  </a:lnTo>
                  <a:lnTo>
                    <a:pt x="638053" y="181794"/>
                  </a:lnTo>
                  <a:lnTo>
                    <a:pt x="640878" y="184126"/>
                  </a:lnTo>
                  <a:lnTo>
                    <a:pt x="646037" y="185190"/>
                  </a:lnTo>
                  <a:lnTo>
                    <a:pt x="648731" y="186311"/>
                  </a:lnTo>
                  <a:lnTo>
                    <a:pt x="650695" y="187743"/>
                  </a:lnTo>
                  <a:lnTo>
                    <a:pt x="652232" y="188441"/>
                  </a:lnTo>
                  <a:lnTo>
                    <a:pt x="654295" y="188134"/>
                  </a:lnTo>
                  <a:lnTo>
                    <a:pt x="657069" y="186724"/>
                  </a:lnTo>
                  <a:lnTo>
                    <a:pt x="660939" y="186648"/>
                  </a:lnTo>
                  <a:lnTo>
                    <a:pt x="662685" y="187347"/>
                  </a:lnTo>
                  <a:lnTo>
                    <a:pt x="663947" y="188650"/>
                  </a:lnTo>
                  <a:lnTo>
                    <a:pt x="664516" y="191086"/>
                  </a:lnTo>
                  <a:lnTo>
                    <a:pt x="664390" y="194654"/>
                  </a:lnTo>
                  <a:lnTo>
                    <a:pt x="663969" y="197340"/>
                  </a:lnTo>
                  <a:lnTo>
                    <a:pt x="663252" y="199147"/>
                  </a:lnTo>
                  <a:lnTo>
                    <a:pt x="661860" y="201566"/>
                  </a:lnTo>
                  <a:lnTo>
                    <a:pt x="660696" y="202006"/>
                  </a:lnTo>
                  <a:lnTo>
                    <a:pt x="659057" y="201875"/>
                  </a:lnTo>
                  <a:lnTo>
                    <a:pt x="657533" y="201379"/>
                  </a:lnTo>
                  <a:lnTo>
                    <a:pt x="656123" y="200515"/>
                  </a:lnTo>
                  <a:lnTo>
                    <a:pt x="653986" y="199841"/>
                  </a:lnTo>
                  <a:lnTo>
                    <a:pt x="649691" y="199116"/>
                  </a:lnTo>
                  <a:lnTo>
                    <a:pt x="645351" y="197541"/>
                  </a:lnTo>
                  <a:lnTo>
                    <a:pt x="642920" y="197151"/>
                  </a:lnTo>
                  <a:lnTo>
                    <a:pt x="637773" y="197352"/>
                  </a:lnTo>
                  <a:lnTo>
                    <a:pt x="632223" y="198350"/>
                  </a:lnTo>
                  <a:lnTo>
                    <a:pt x="632006" y="199660"/>
                  </a:lnTo>
                  <a:lnTo>
                    <a:pt x="624026" y="204234"/>
                  </a:lnTo>
                  <a:lnTo>
                    <a:pt x="622389" y="204172"/>
                  </a:lnTo>
                  <a:lnTo>
                    <a:pt x="620173" y="202601"/>
                  </a:lnTo>
                  <a:lnTo>
                    <a:pt x="617072" y="201096"/>
                  </a:lnTo>
                  <a:lnTo>
                    <a:pt x="615256" y="201108"/>
                  </a:lnTo>
                  <a:lnTo>
                    <a:pt x="612572" y="203012"/>
                  </a:lnTo>
                  <a:lnTo>
                    <a:pt x="611904" y="203750"/>
                  </a:lnTo>
                  <a:lnTo>
                    <a:pt x="611937" y="204445"/>
                  </a:lnTo>
                  <a:lnTo>
                    <a:pt x="613914" y="206091"/>
                  </a:lnTo>
                  <a:lnTo>
                    <a:pt x="614716" y="206470"/>
                  </a:lnTo>
                  <a:lnTo>
                    <a:pt x="615736" y="206788"/>
                  </a:lnTo>
                  <a:lnTo>
                    <a:pt x="619285" y="207183"/>
                  </a:lnTo>
                  <a:lnTo>
                    <a:pt x="620825" y="207615"/>
                  </a:lnTo>
                  <a:lnTo>
                    <a:pt x="622278" y="212725"/>
                  </a:lnTo>
                  <a:lnTo>
                    <a:pt x="624582" y="215882"/>
                  </a:lnTo>
                  <a:lnTo>
                    <a:pt x="625567" y="216527"/>
                  </a:lnTo>
                  <a:lnTo>
                    <a:pt x="626437" y="216759"/>
                  </a:lnTo>
                  <a:lnTo>
                    <a:pt x="629257" y="216643"/>
                  </a:lnTo>
                  <a:lnTo>
                    <a:pt x="632890" y="215578"/>
                  </a:lnTo>
                  <a:lnTo>
                    <a:pt x="634158" y="216430"/>
                  </a:lnTo>
                  <a:lnTo>
                    <a:pt x="636833" y="217474"/>
                  </a:lnTo>
                  <a:lnTo>
                    <a:pt x="638398" y="217733"/>
                  </a:lnTo>
                  <a:lnTo>
                    <a:pt x="640301" y="217691"/>
                  </a:lnTo>
                  <a:lnTo>
                    <a:pt x="642442" y="218087"/>
                  </a:lnTo>
                  <a:lnTo>
                    <a:pt x="645376" y="220995"/>
                  </a:lnTo>
                  <a:lnTo>
                    <a:pt x="644220" y="224659"/>
                  </a:lnTo>
                  <a:lnTo>
                    <a:pt x="646058" y="227594"/>
                  </a:lnTo>
                  <a:lnTo>
                    <a:pt x="648994" y="230619"/>
                  </a:lnTo>
                  <a:lnTo>
                    <a:pt x="649689" y="231726"/>
                  </a:lnTo>
                  <a:lnTo>
                    <a:pt x="649973" y="233733"/>
                  </a:lnTo>
                  <a:lnTo>
                    <a:pt x="650039" y="235057"/>
                  </a:lnTo>
                  <a:lnTo>
                    <a:pt x="650259" y="236266"/>
                  </a:lnTo>
                  <a:lnTo>
                    <a:pt x="650634" y="237359"/>
                  </a:lnTo>
                  <a:lnTo>
                    <a:pt x="651023" y="239500"/>
                  </a:lnTo>
                  <a:lnTo>
                    <a:pt x="651426" y="242691"/>
                  </a:lnTo>
                  <a:lnTo>
                    <a:pt x="651318" y="245298"/>
                  </a:lnTo>
                  <a:lnTo>
                    <a:pt x="650700" y="247318"/>
                  </a:lnTo>
                  <a:lnTo>
                    <a:pt x="649477" y="248784"/>
                  </a:lnTo>
                  <a:lnTo>
                    <a:pt x="647650" y="249696"/>
                  </a:lnTo>
                  <a:lnTo>
                    <a:pt x="646160" y="249457"/>
                  </a:lnTo>
                  <a:lnTo>
                    <a:pt x="645007" y="248066"/>
                  </a:lnTo>
                  <a:lnTo>
                    <a:pt x="643381" y="246584"/>
                  </a:lnTo>
                  <a:lnTo>
                    <a:pt x="641283" y="245010"/>
                  </a:lnTo>
                  <a:lnTo>
                    <a:pt x="637794" y="244824"/>
                  </a:lnTo>
                  <a:lnTo>
                    <a:pt x="632665" y="249472"/>
                  </a:lnTo>
                  <a:lnTo>
                    <a:pt x="630374" y="249705"/>
                  </a:lnTo>
                  <a:lnTo>
                    <a:pt x="628513" y="250168"/>
                  </a:lnTo>
                  <a:lnTo>
                    <a:pt x="626528" y="252195"/>
                  </a:lnTo>
                  <a:lnTo>
                    <a:pt x="623604" y="253417"/>
                  </a:lnTo>
                  <a:lnTo>
                    <a:pt x="621024" y="252932"/>
                  </a:lnTo>
                  <a:lnTo>
                    <a:pt x="616492" y="250572"/>
                  </a:lnTo>
                  <a:lnTo>
                    <a:pt x="618139" y="252149"/>
                  </a:lnTo>
                  <a:lnTo>
                    <a:pt x="620496" y="253994"/>
                  </a:lnTo>
                  <a:lnTo>
                    <a:pt x="621963" y="254952"/>
                  </a:lnTo>
                  <a:lnTo>
                    <a:pt x="623046" y="255160"/>
                  </a:lnTo>
                  <a:lnTo>
                    <a:pt x="624234" y="254938"/>
                  </a:lnTo>
                  <a:lnTo>
                    <a:pt x="625944" y="254182"/>
                  </a:lnTo>
                  <a:lnTo>
                    <a:pt x="629804" y="252084"/>
                  </a:lnTo>
                  <a:lnTo>
                    <a:pt x="630826" y="251764"/>
                  </a:lnTo>
                  <a:lnTo>
                    <a:pt x="631691" y="251912"/>
                  </a:lnTo>
                  <a:lnTo>
                    <a:pt x="632397" y="252531"/>
                  </a:lnTo>
                  <a:lnTo>
                    <a:pt x="633210" y="254329"/>
                  </a:lnTo>
                  <a:lnTo>
                    <a:pt x="634129" y="257309"/>
                  </a:lnTo>
                  <a:lnTo>
                    <a:pt x="634012" y="259843"/>
                  </a:lnTo>
                  <a:lnTo>
                    <a:pt x="632858" y="261934"/>
                  </a:lnTo>
                  <a:lnTo>
                    <a:pt x="631871" y="263274"/>
                  </a:lnTo>
                  <a:lnTo>
                    <a:pt x="631051" y="263865"/>
                  </a:lnTo>
                  <a:lnTo>
                    <a:pt x="631048" y="264329"/>
                  </a:lnTo>
                  <a:lnTo>
                    <a:pt x="633204" y="264868"/>
                  </a:lnTo>
                  <a:lnTo>
                    <a:pt x="636257" y="262140"/>
                  </a:lnTo>
                  <a:lnTo>
                    <a:pt x="637224" y="258751"/>
                  </a:lnTo>
                  <a:lnTo>
                    <a:pt x="638621" y="254843"/>
                  </a:lnTo>
                  <a:lnTo>
                    <a:pt x="641093" y="253541"/>
                  </a:lnTo>
                  <a:lnTo>
                    <a:pt x="643888" y="254843"/>
                  </a:lnTo>
                  <a:lnTo>
                    <a:pt x="646146" y="258492"/>
                  </a:lnTo>
                  <a:lnTo>
                    <a:pt x="649338" y="265203"/>
                  </a:lnTo>
                  <a:lnTo>
                    <a:pt x="650684" y="265902"/>
                  </a:lnTo>
                  <a:lnTo>
                    <a:pt x="652394" y="267514"/>
                  </a:lnTo>
                  <a:lnTo>
                    <a:pt x="653148" y="269490"/>
                  </a:lnTo>
                  <a:lnTo>
                    <a:pt x="652947" y="271833"/>
                  </a:lnTo>
                  <a:lnTo>
                    <a:pt x="652582" y="273534"/>
                  </a:lnTo>
                  <a:lnTo>
                    <a:pt x="652054" y="274594"/>
                  </a:lnTo>
                  <a:lnTo>
                    <a:pt x="651393" y="275266"/>
                  </a:lnTo>
                  <a:lnTo>
                    <a:pt x="650203" y="275696"/>
                  </a:lnTo>
                  <a:lnTo>
                    <a:pt x="648016" y="276036"/>
                  </a:lnTo>
                  <a:lnTo>
                    <a:pt x="643125" y="275318"/>
                  </a:lnTo>
                  <a:lnTo>
                    <a:pt x="640579" y="275302"/>
                  </a:lnTo>
                  <a:lnTo>
                    <a:pt x="640895" y="277612"/>
                  </a:lnTo>
                  <a:lnTo>
                    <a:pt x="635745" y="279600"/>
                  </a:lnTo>
                  <a:lnTo>
                    <a:pt x="629940" y="280382"/>
                  </a:lnTo>
                  <a:lnTo>
                    <a:pt x="624442" y="278828"/>
                  </a:lnTo>
                  <a:lnTo>
                    <a:pt x="619879" y="276440"/>
                  </a:lnTo>
                  <a:lnTo>
                    <a:pt x="621377" y="273102"/>
                  </a:lnTo>
                  <a:lnTo>
                    <a:pt x="622231" y="269394"/>
                  </a:lnTo>
                  <a:lnTo>
                    <a:pt x="620026" y="266942"/>
                  </a:lnTo>
                  <a:lnTo>
                    <a:pt x="619542" y="266890"/>
                  </a:lnTo>
                  <a:lnTo>
                    <a:pt x="620303" y="270681"/>
                  </a:lnTo>
                  <a:lnTo>
                    <a:pt x="619663" y="272133"/>
                  </a:lnTo>
                  <a:lnTo>
                    <a:pt x="617171" y="273902"/>
                  </a:lnTo>
                  <a:lnTo>
                    <a:pt x="615411" y="274719"/>
                  </a:lnTo>
                  <a:lnTo>
                    <a:pt x="615256" y="275197"/>
                  </a:lnTo>
                  <a:lnTo>
                    <a:pt x="616119" y="275609"/>
                  </a:lnTo>
                  <a:lnTo>
                    <a:pt x="616681" y="276404"/>
                  </a:lnTo>
                  <a:lnTo>
                    <a:pt x="616946" y="277580"/>
                  </a:lnTo>
                  <a:lnTo>
                    <a:pt x="616649" y="278768"/>
                  </a:lnTo>
                  <a:lnTo>
                    <a:pt x="615789" y="279965"/>
                  </a:lnTo>
                  <a:lnTo>
                    <a:pt x="615321" y="280971"/>
                  </a:lnTo>
                  <a:lnTo>
                    <a:pt x="615244" y="281784"/>
                  </a:lnTo>
                  <a:lnTo>
                    <a:pt x="616033" y="282776"/>
                  </a:lnTo>
                  <a:lnTo>
                    <a:pt x="617687" y="283940"/>
                  </a:lnTo>
                  <a:lnTo>
                    <a:pt x="619480" y="284516"/>
                  </a:lnTo>
                  <a:lnTo>
                    <a:pt x="627882" y="284768"/>
                  </a:lnTo>
                  <a:lnTo>
                    <a:pt x="631247" y="285394"/>
                  </a:lnTo>
                  <a:lnTo>
                    <a:pt x="639228" y="288143"/>
                  </a:lnTo>
                  <a:lnTo>
                    <a:pt x="639585" y="288987"/>
                  </a:lnTo>
                  <a:lnTo>
                    <a:pt x="638233" y="293912"/>
                  </a:lnTo>
                  <a:lnTo>
                    <a:pt x="637493" y="298644"/>
                  </a:lnTo>
                  <a:lnTo>
                    <a:pt x="635945" y="299510"/>
                  </a:lnTo>
                  <a:lnTo>
                    <a:pt x="627546" y="299714"/>
                  </a:lnTo>
                  <a:lnTo>
                    <a:pt x="624839" y="300452"/>
                  </a:lnTo>
                  <a:lnTo>
                    <a:pt x="620880" y="302626"/>
                  </a:lnTo>
                  <a:lnTo>
                    <a:pt x="617075" y="305233"/>
                  </a:lnTo>
                  <a:lnTo>
                    <a:pt x="615103" y="305252"/>
                  </a:lnTo>
                  <a:lnTo>
                    <a:pt x="607295" y="302977"/>
                  </a:lnTo>
                  <a:lnTo>
                    <a:pt x="604301" y="301456"/>
                  </a:lnTo>
                  <a:lnTo>
                    <a:pt x="597873" y="297159"/>
                  </a:lnTo>
                  <a:lnTo>
                    <a:pt x="593034" y="290619"/>
                  </a:lnTo>
                  <a:lnTo>
                    <a:pt x="590813" y="293339"/>
                  </a:lnTo>
                  <a:lnTo>
                    <a:pt x="589456" y="294636"/>
                  </a:lnTo>
                  <a:lnTo>
                    <a:pt x="588054" y="295308"/>
                  </a:lnTo>
                  <a:lnTo>
                    <a:pt x="586702" y="295413"/>
                  </a:lnTo>
                  <a:lnTo>
                    <a:pt x="585399" y="294949"/>
                  </a:lnTo>
                  <a:lnTo>
                    <a:pt x="583921" y="293919"/>
                  </a:lnTo>
                  <a:lnTo>
                    <a:pt x="581442" y="291528"/>
                  </a:lnTo>
                  <a:lnTo>
                    <a:pt x="578485" y="289166"/>
                  </a:lnTo>
                  <a:lnTo>
                    <a:pt x="576415" y="288044"/>
                  </a:lnTo>
                  <a:lnTo>
                    <a:pt x="576337" y="288362"/>
                  </a:lnTo>
                  <a:lnTo>
                    <a:pt x="577559" y="289752"/>
                  </a:lnTo>
                  <a:lnTo>
                    <a:pt x="579350" y="291354"/>
                  </a:lnTo>
                  <a:lnTo>
                    <a:pt x="583879" y="296064"/>
                  </a:lnTo>
                  <a:lnTo>
                    <a:pt x="585470" y="297254"/>
                  </a:lnTo>
                  <a:lnTo>
                    <a:pt x="585312" y="298100"/>
                  </a:lnTo>
                  <a:lnTo>
                    <a:pt x="582453" y="298853"/>
                  </a:lnTo>
                  <a:lnTo>
                    <a:pt x="578981" y="300472"/>
                  </a:lnTo>
                  <a:lnTo>
                    <a:pt x="577283" y="301664"/>
                  </a:lnTo>
                  <a:lnTo>
                    <a:pt x="574659" y="304555"/>
                  </a:lnTo>
                  <a:lnTo>
                    <a:pt x="573748" y="305004"/>
                  </a:lnTo>
                  <a:lnTo>
                    <a:pt x="569822" y="305731"/>
                  </a:lnTo>
                  <a:lnTo>
                    <a:pt x="568527" y="305554"/>
                  </a:lnTo>
                  <a:lnTo>
                    <a:pt x="565624" y="303961"/>
                  </a:lnTo>
                  <a:lnTo>
                    <a:pt x="561252" y="302919"/>
                  </a:lnTo>
                  <a:lnTo>
                    <a:pt x="558678" y="301993"/>
                  </a:lnTo>
                  <a:lnTo>
                    <a:pt x="555099" y="300316"/>
                  </a:lnTo>
                  <a:lnTo>
                    <a:pt x="556330" y="302152"/>
                  </a:lnTo>
                  <a:lnTo>
                    <a:pt x="563225" y="304949"/>
                  </a:lnTo>
                  <a:lnTo>
                    <a:pt x="563978" y="305851"/>
                  </a:lnTo>
                  <a:lnTo>
                    <a:pt x="562567" y="307530"/>
                  </a:lnTo>
                  <a:lnTo>
                    <a:pt x="561702" y="308144"/>
                  </a:lnTo>
                  <a:lnTo>
                    <a:pt x="560060" y="308273"/>
                  </a:lnTo>
                  <a:lnTo>
                    <a:pt x="557640" y="307921"/>
                  </a:lnTo>
                  <a:lnTo>
                    <a:pt x="555166" y="307993"/>
                  </a:lnTo>
                  <a:lnTo>
                    <a:pt x="552637" y="308486"/>
                  </a:lnTo>
                  <a:lnTo>
                    <a:pt x="551550" y="309116"/>
                  </a:lnTo>
                  <a:lnTo>
                    <a:pt x="551904" y="309882"/>
                  </a:lnTo>
                  <a:lnTo>
                    <a:pt x="552506" y="310580"/>
                  </a:lnTo>
                  <a:lnTo>
                    <a:pt x="553357" y="311210"/>
                  </a:lnTo>
                  <a:lnTo>
                    <a:pt x="554152" y="311204"/>
                  </a:lnTo>
                  <a:lnTo>
                    <a:pt x="556080" y="309295"/>
                  </a:lnTo>
                  <a:lnTo>
                    <a:pt x="557541" y="309159"/>
                  </a:lnTo>
                  <a:lnTo>
                    <a:pt x="561402" y="309630"/>
                  </a:lnTo>
                  <a:lnTo>
                    <a:pt x="565306" y="308141"/>
                  </a:lnTo>
                  <a:lnTo>
                    <a:pt x="568119" y="307499"/>
                  </a:lnTo>
                  <a:lnTo>
                    <a:pt x="570231" y="307334"/>
                  </a:lnTo>
                  <a:lnTo>
                    <a:pt x="577906" y="305059"/>
                  </a:lnTo>
                  <a:lnTo>
                    <a:pt x="579499" y="302512"/>
                  </a:lnTo>
                  <a:lnTo>
                    <a:pt x="582073" y="301492"/>
                  </a:lnTo>
                  <a:lnTo>
                    <a:pt x="587799" y="300710"/>
                  </a:lnTo>
                  <a:lnTo>
                    <a:pt x="593339" y="301111"/>
                  </a:lnTo>
                  <a:lnTo>
                    <a:pt x="596187" y="301439"/>
                  </a:lnTo>
                  <a:lnTo>
                    <a:pt x="598495" y="303847"/>
                  </a:lnTo>
                  <a:lnTo>
                    <a:pt x="601588" y="305552"/>
                  </a:lnTo>
                  <a:lnTo>
                    <a:pt x="604168" y="307497"/>
                  </a:lnTo>
                  <a:lnTo>
                    <a:pt x="607191" y="308138"/>
                  </a:lnTo>
                  <a:lnTo>
                    <a:pt x="608943" y="310726"/>
                  </a:lnTo>
                  <a:lnTo>
                    <a:pt x="613844" y="313619"/>
                  </a:lnTo>
                  <a:lnTo>
                    <a:pt x="616963" y="314241"/>
                  </a:lnTo>
                  <a:lnTo>
                    <a:pt x="618887" y="315617"/>
                  </a:lnTo>
                  <a:lnTo>
                    <a:pt x="619044" y="321458"/>
                  </a:lnTo>
                  <a:lnTo>
                    <a:pt x="619248" y="323980"/>
                  </a:lnTo>
                  <a:lnTo>
                    <a:pt x="618419" y="330960"/>
                  </a:lnTo>
                  <a:lnTo>
                    <a:pt x="615915" y="332569"/>
                  </a:lnTo>
                  <a:lnTo>
                    <a:pt x="616414" y="336248"/>
                  </a:lnTo>
                  <a:lnTo>
                    <a:pt x="615757" y="339225"/>
                  </a:lnTo>
                  <a:lnTo>
                    <a:pt x="613267" y="338095"/>
                  </a:lnTo>
                  <a:lnTo>
                    <a:pt x="610716" y="336140"/>
                  </a:lnTo>
                  <a:lnTo>
                    <a:pt x="604608" y="333107"/>
                  </a:lnTo>
                  <a:lnTo>
                    <a:pt x="598924" y="331157"/>
                  </a:lnTo>
                  <a:lnTo>
                    <a:pt x="596716" y="329388"/>
                  </a:lnTo>
                  <a:lnTo>
                    <a:pt x="594114" y="328020"/>
                  </a:lnTo>
                  <a:lnTo>
                    <a:pt x="590585" y="322448"/>
                  </a:lnTo>
                  <a:lnTo>
                    <a:pt x="588287" y="315521"/>
                  </a:lnTo>
                  <a:lnTo>
                    <a:pt x="587278" y="312096"/>
                  </a:lnTo>
                  <a:lnTo>
                    <a:pt x="585345" y="311904"/>
                  </a:lnTo>
                  <a:lnTo>
                    <a:pt x="582860" y="312821"/>
                  </a:lnTo>
                  <a:lnTo>
                    <a:pt x="580690" y="313791"/>
                  </a:lnTo>
                  <a:lnTo>
                    <a:pt x="579650" y="315450"/>
                  </a:lnTo>
                  <a:lnTo>
                    <a:pt x="572277" y="317732"/>
                  </a:lnTo>
                  <a:lnTo>
                    <a:pt x="569601" y="319295"/>
                  </a:lnTo>
                  <a:lnTo>
                    <a:pt x="568074" y="319249"/>
                  </a:lnTo>
                  <a:lnTo>
                    <a:pt x="562567" y="321605"/>
                  </a:lnTo>
                  <a:lnTo>
                    <a:pt x="564773" y="322733"/>
                  </a:lnTo>
                  <a:lnTo>
                    <a:pt x="565803" y="322876"/>
                  </a:lnTo>
                  <a:lnTo>
                    <a:pt x="568028" y="322238"/>
                  </a:lnTo>
                  <a:lnTo>
                    <a:pt x="569365" y="321425"/>
                  </a:lnTo>
                  <a:lnTo>
                    <a:pt x="574384" y="319196"/>
                  </a:lnTo>
                  <a:lnTo>
                    <a:pt x="578413" y="318815"/>
                  </a:lnTo>
                  <a:lnTo>
                    <a:pt x="579874" y="317854"/>
                  </a:lnTo>
                  <a:lnTo>
                    <a:pt x="582954" y="316481"/>
                  </a:lnTo>
                  <a:lnTo>
                    <a:pt x="585044" y="316118"/>
                  </a:lnTo>
                  <a:lnTo>
                    <a:pt x="585335" y="316466"/>
                  </a:lnTo>
                  <a:lnTo>
                    <a:pt x="585559" y="317089"/>
                  </a:lnTo>
                  <a:lnTo>
                    <a:pt x="587034" y="325544"/>
                  </a:lnTo>
                  <a:lnTo>
                    <a:pt x="586416" y="327795"/>
                  </a:lnTo>
                  <a:lnTo>
                    <a:pt x="584756" y="328770"/>
                  </a:lnTo>
                  <a:lnTo>
                    <a:pt x="581208" y="330370"/>
                  </a:lnTo>
                  <a:lnTo>
                    <a:pt x="580286" y="331145"/>
                  </a:lnTo>
                  <a:lnTo>
                    <a:pt x="581332" y="332504"/>
                  </a:lnTo>
                  <a:lnTo>
                    <a:pt x="584667" y="331223"/>
                  </a:lnTo>
                  <a:lnTo>
                    <a:pt x="586829" y="329833"/>
                  </a:lnTo>
                  <a:lnTo>
                    <a:pt x="587980" y="330340"/>
                  </a:lnTo>
                  <a:lnTo>
                    <a:pt x="589871" y="332467"/>
                  </a:lnTo>
                  <a:lnTo>
                    <a:pt x="592003" y="333558"/>
                  </a:lnTo>
                  <a:lnTo>
                    <a:pt x="597421" y="336825"/>
                  </a:lnTo>
                  <a:lnTo>
                    <a:pt x="599988" y="338626"/>
                  </a:lnTo>
                  <a:lnTo>
                    <a:pt x="603597" y="340363"/>
                  </a:lnTo>
                  <a:lnTo>
                    <a:pt x="607682" y="342774"/>
                  </a:lnTo>
                  <a:lnTo>
                    <a:pt x="608746" y="343624"/>
                  </a:lnTo>
                  <a:lnTo>
                    <a:pt x="612479" y="344876"/>
                  </a:lnTo>
                  <a:lnTo>
                    <a:pt x="613275" y="345303"/>
                  </a:lnTo>
                  <a:lnTo>
                    <a:pt x="614818" y="349558"/>
                  </a:lnTo>
                  <a:lnTo>
                    <a:pt x="616107" y="350032"/>
                  </a:lnTo>
                  <a:lnTo>
                    <a:pt x="619822" y="350302"/>
                  </a:lnTo>
                  <a:lnTo>
                    <a:pt x="619168" y="351952"/>
                  </a:lnTo>
                  <a:lnTo>
                    <a:pt x="615540" y="355624"/>
                  </a:lnTo>
                  <a:lnTo>
                    <a:pt x="613663" y="356796"/>
                  </a:lnTo>
                  <a:lnTo>
                    <a:pt x="613197" y="357518"/>
                  </a:lnTo>
                  <a:lnTo>
                    <a:pt x="613376" y="358811"/>
                  </a:lnTo>
                  <a:lnTo>
                    <a:pt x="613485" y="360975"/>
                  </a:lnTo>
                  <a:lnTo>
                    <a:pt x="614241" y="364958"/>
                  </a:lnTo>
                  <a:lnTo>
                    <a:pt x="615092" y="361270"/>
                  </a:lnTo>
                  <a:lnTo>
                    <a:pt x="615686" y="359531"/>
                  </a:lnTo>
                  <a:lnTo>
                    <a:pt x="616481" y="359010"/>
                  </a:lnTo>
                  <a:lnTo>
                    <a:pt x="617263" y="358934"/>
                  </a:lnTo>
                  <a:lnTo>
                    <a:pt x="619800" y="357289"/>
                  </a:lnTo>
                  <a:lnTo>
                    <a:pt x="622350" y="358172"/>
                  </a:lnTo>
                  <a:lnTo>
                    <a:pt x="623011" y="362334"/>
                  </a:lnTo>
                  <a:lnTo>
                    <a:pt x="623337" y="366220"/>
                  </a:lnTo>
                  <a:lnTo>
                    <a:pt x="623112" y="369576"/>
                  </a:lnTo>
                  <a:lnTo>
                    <a:pt x="623393" y="374792"/>
                  </a:lnTo>
                  <a:lnTo>
                    <a:pt x="623297" y="376552"/>
                  </a:lnTo>
                  <a:lnTo>
                    <a:pt x="623899" y="378079"/>
                  </a:lnTo>
                  <a:lnTo>
                    <a:pt x="624523" y="384407"/>
                  </a:lnTo>
                  <a:lnTo>
                    <a:pt x="625148" y="386306"/>
                  </a:lnTo>
                  <a:lnTo>
                    <a:pt x="623894" y="388009"/>
                  </a:lnTo>
                  <a:lnTo>
                    <a:pt x="620019" y="388751"/>
                  </a:lnTo>
                  <a:lnTo>
                    <a:pt x="618486" y="387911"/>
                  </a:lnTo>
                  <a:lnTo>
                    <a:pt x="614649" y="388191"/>
                  </a:lnTo>
                  <a:lnTo>
                    <a:pt x="614644" y="386692"/>
                  </a:lnTo>
                  <a:lnTo>
                    <a:pt x="614457" y="384974"/>
                  </a:lnTo>
                  <a:lnTo>
                    <a:pt x="614442" y="383773"/>
                  </a:lnTo>
                  <a:lnTo>
                    <a:pt x="614186" y="382687"/>
                  </a:lnTo>
                  <a:lnTo>
                    <a:pt x="614004" y="376443"/>
                  </a:lnTo>
                  <a:lnTo>
                    <a:pt x="612919" y="377985"/>
                  </a:lnTo>
                  <a:lnTo>
                    <a:pt x="612855" y="379250"/>
                  </a:lnTo>
                  <a:lnTo>
                    <a:pt x="612566" y="380537"/>
                  </a:lnTo>
                  <a:lnTo>
                    <a:pt x="611900" y="387278"/>
                  </a:lnTo>
                  <a:lnTo>
                    <a:pt x="610913" y="388933"/>
                  </a:lnTo>
                  <a:lnTo>
                    <a:pt x="607843" y="388535"/>
                  </a:lnTo>
                  <a:lnTo>
                    <a:pt x="604820" y="388780"/>
                  </a:lnTo>
                  <a:lnTo>
                    <a:pt x="603148" y="388529"/>
                  </a:lnTo>
                  <a:lnTo>
                    <a:pt x="597493" y="385450"/>
                  </a:lnTo>
                  <a:lnTo>
                    <a:pt x="595304" y="382664"/>
                  </a:lnTo>
                  <a:lnTo>
                    <a:pt x="593367" y="378480"/>
                  </a:lnTo>
                  <a:lnTo>
                    <a:pt x="592171" y="374570"/>
                  </a:lnTo>
                  <a:lnTo>
                    <a:pt x="591717" y="370937"/>
                  </a:lnTo>
                  <a:lnTo>
                    <a:pt x="590361" y="367980"/>
                  </a:lnTo>
                  <a:lnTo>
                    <a:pt x="588104" y="365701"/>
                  </a:lnTo>
                  <a:lnTo>
                    <a:pt x="585437" y="363852"/>
                  </a:lnTo>
                  <a:lnTo>
                    <a:pt x="582362" y="362438"/>
                  </a:lnTo>
                  <a:lnTo>
                    <a:pt x="579661" y="360613"/>
                  </a:lnTo>
                  <a:lnTo>
                    <a:pt x="577335" y="358381"/>
                  </a:lnTo>
                  <a:lnTo>
                    <a:pt x="574775" y="356644"/>
                  </a:lnTo>
                  <a:lnTo>
                    <a:pt x="571981" y="355406"/>
                  </a:lnTo>
                  <a:lnTo>
                    <a:pt x="568005" y="354874"/>
                  </a:lnTo>
                  <a:lnTo>
                    <a:pt x="562190" y="355069"/>
                  </a:lnTo>
                  <a:lnTo>
                    <a:pt x="558264" y="353673"/>
                  </a:lnTo>
                  <a:lnTo>
                    <a:pt x="557331" y="353792"/>
                  </a:lnTo>
                  <a:lnTo>
                    <a:pt x="556416" y="354512"/>
                  </a:lnTo>
                  <a:lnTo>
                    <a:pt x="557090" y="356566"/>
                  </a:lnTo>
                  <a:lnTo>
                    <a:pt x="561597" y="357508"/>
                  </a:lnTo>
                  <a:lnTo>
                    <a:pt x="565073" y="357723"/>
                  </a:lnTo>
                  <a:lnTo>
                    <a:pt x="569679" y="357589"/>
                  </a:lnTo>
                  <a:lnTo>
                    <a:pt x="572498" y="358117"/>
                  </a:lnTo>
                  <a:lnTo>
                    <a:pt x="573533" y="359306"/>
                  </a:lnTo>
                  <a:lnTo>
                    <a:pt x="574245" y="361423"/>
                  </a:lnTo>
                  <a:lnTo>
                    <a:pt x="574633" y="364466"/>
                  </a:lnTo>
                  <a:lnTo>
                    <a:pt x="573723" y="366881"/>
                  </a:lnTo>
                  <a:lnTo>
                    <a:pt x="570409" y="369563"/>
                  </a:lnTo>
                  <a:lnTo>
                    <a:pt x="568662" y="370820"/>
                  </a:lnTo>
                  <a:lnTo>
                    <a:pt x="563562" y="373231"/>
                  </a:lnTo>
                  <a:lnTo>
                    <a:pt x="561832" y="373769"/>
                  </a:lnTo>
                  <a:lnTo>
                    <a:pt x="557573" y="373933"/>
                  </a:lnTo>
                  <a:lnTo>
                    <a:pt x="554303" y="373701"/>
                  </a:lnTo>
                  <a:lnTo>
                    <a:pt x="550000" y="372499"/>
                  </a:lnTo>
                  <a:lnTo>
                    <a:pt x="547561" y="372255"/>
                  </a:lnTo>
                  <a:lnTo>
                    <a:pt x="542513" y="372094"/>
                  </a:lnTo>
                  <a:lnTo>
                    <a:pt x="541351" y="372515"/>
                  </a:lnTo>
                  <a:lnTo>
                    <a:pt x="542654" y="373804"/>
                  </a:lnTo>
                  <a:lnTo>
                    <a:pt x="544795" y="374534"/>
                  </a:lnTo>
                  <a:lnTo>
                    <a:pt x="546302" y="375402"/>
                  </a:lnTo>
                  <a:lnTo>
                    <a:pt x="546459" y="377048"/>
                  </a:lnTo>
                  <a:lnTo>
                    <a:pt x="545916" y="379493"/>
                  </a:lnTo>
                  <a:lnTo>
                    <a:pt x="545355" y="381200"/>
                  </a:lnTo>
                  <a:lnTo>
                    <a:pt x="544432" y="382481"/>
                  </a:lnTo>
                  <a:lnTo>
                    <a:pt x="541119" y="384907"/>
                  </a:lnTo>
                  <a:lnTo>
                    <a:pt x="539747" y="385675"/>
                  </a:lnTo>
                  <a:lnTo>
                    <a:pt x="533571" y="388217"/>
                  </a:lnTo>
                  <a:lnTo>
                    <a:pt x="533141" y="388707"/>
                  </a:lnTo>
                  <a:lnTo>
                    <a:pt x="534587" y="388640"/>
                  </a:lnTo>
                  <a:lnTo>
                    <a:pt x="538491" y="387737"/>
                  </a:lnTo>
                  <a:lnTo>
                    <a:pt x="539615" y="387763"/>
                  </a:lnTo>
                  <a:lnTo>
                    <a:pt x="546024" y="389969"/>
                  </a:lnTo>
                  <a:lnTo>
                    <a:pt x="551129" y="389838"/>
                  </a:lnTo>
                  <a:lnTo>
                    <a:pt x="561474" y="387803"/>
                  </a:lnTo>
                  <a:lnTo>
                    <a:pt x="562325" y="387842"/>
                  </a:lnTo>
                  <a:lnTo>
                    <a:pt x="563004" y="388163"/>
                  </a:lnTo>
                  <a:lnTo>
                    <a:pt x="563690" y="388926"/>
                  </a:lnTo>
                  <a:lnTo>
                    <a:pt x="564385" y="390135"/>
                  </a:lnTo>
                  <a:lnTo>
                    <a:pt x="563552" y="391304"/>
                  </a:lnTo>
                  <a:lnTo>
                    <a:pt x="561189" y="392432"/>
                  </a:lnTo>
                  <a:lnTo>
                    <a:pt x="557510" y="393546"/>
                  </a:lnTo>
                  <a:lnTo>
                    <a:pt x="555917" y="394299"/>
                  </a:lnTo>
                  <a:lnTo>
                    <a:pt x="554395" y="395439"/>
                  </a:lnTo>
                  <a:lnTo>
                    <a:pt x="551559" y="398177"/>
                  </a:lnTo>
                  <a:lnTo>
                    <a:pt x="550730" y="401021"/>
                  </a:lnTo>
                  <a:lnTo>
                    <a:pt x="553712" y="402103"/>
                  </a:lnTo>
                  <a:lnTo>
                    <a:pt x="555052" y="400734"/>
                  </a:lnTo>
                  <a:lnTo>
                    <a:pt x="556633" y="397694"/>
                  </a:lnTo>
                  <a:lnTo>
                    <a:pt x="558056" y="395909"/>
                  </a:lnTo>
                  <a:lnTo>
                    <a:pt x="561415" y="394699"/>
                  </a:lnTo>
                  <a:lnTo>
                    <a:pt x="565515" y="395315"/>
                  </a:lnTo>
                  <a:lnTo>
                    <a:pt x="568684" y="394598"/>
                  </a:lnTo>
                  <a:lnTo>
                    <a:pt x="575153" y="391602"/>
                  </a:lnTo>
                  <a:lnTo>
                    <a:pt x="576311" y="391419"/>
                  </a:lnTo>
                  <a:lnTo>
                    <a:pt x="585830" y="393136"/>
                  </a:lnTo>
                  <a:lnTo>
                    <a:pt x="594456" y="396501"/>
                  </a:lnTo>
                  <a:lnTo>
                    <a:pt x="599010" y="397739"/>
                  </a:lnTo>
                  <a:lnTo>
                    <a:pt x="605032" y="398469"/>
                  </a:lnTo>
                  <a:lnTo>
                    <a:pt x="615863" y="398137"/>
                  </a:lnTo>
                  <a:lnTo>
                    <a:pt x="616812" y="398666"/>
                  </a:lnTo>
                  <a:lnTo>
                    <a:pt x="616461" y="399858"/>
                  </a:lnTo>
                  <a:lnTo>
                    <a:pt x="615832" y="400868"/>
                  </a:lnTo>
                  <a:lnTo>
                    <a:pt x="614027" y="402276"/>
                  </a:lnTo>
                  <a:lnTo>
                    <a:pt x="611836" y="403207"/>
                  </a:lnTo>
                  <a:lnTo>
                    <a:pt x="610480" y="403470"/>
                  </a:lnTo>
                  <a:lnTo>
                    <a:pt x="609326" y="404135"/>
                  </a:lnTo>
                  <a:lnTo>
                    <a:pt x="606733" y="404785"/>
                  </a:lnTo>
                  <a:lnTo>
                    <a:pt x="606068" y="405313"/>
                  </a:lnTo>
                  <a:lnTo>
                    <a:pt x="606966" y="407622"/>
                  </a:lnTo>
                  <a:lnTo>
                    <a:pt x="606539" y="407980"/>
                  </a:lnTo>
                  <a:lnTo>
                    <a:pt x="604255" y="408017"/>
                  </a:lnTo>
                  <a:lnTo>
                    <a:pt x="600409" y="409522"/>
                  </a:lnTo>
                  <a:lnTo>
                    <a:pt x="597252" y="409414"/>
                  </a:lnTo>
                  <a:lnTo>
                    <a:pt x="596592" y="409635"/>
                  </a:lnTo>
                  <a:lnTo>
                    <a:pt x="597191" y="410193"/>
                  </a:lnTo>
                  <a:lnTo>
                    <a:pt x="597829" y="411271"/>
                  </a:lnTo>
                  <a:lnTo>
                    <a:pt x="598502" y="412869"/>
                  </a:lnTo>
                  <a:lnTo>
                    <a:pt x="598132" y="414011"/>
                  </a:lnTo>
                  <a:lnTo>
                    <a:pt x="596716" y="414692"/>
                  </a:lnTo>
                  <a:lnTo>
                    <a:pt x="595642" y="414914"/>
                  </a:lnTo>
                  <a:lnTo>
                    <a:pt x="591939" y="413959"/>
                  </a:lnTo>
                  <a:lnTo>
                    <a:pt x="591340" y="414102"/>
                  </a:lnTo>
                  <a:lnTo>
                    <a:pt x="591881" y="414787"/>
                  </a:lnTo>
                  <a:lnTo>
                    <a:pt x="592189" y="415833"/>
                  </a:lnTo>
                  <a:lnTo>
                    <a:pt x="592264" y="417241"/>
                  </a:lnTo>
                  <a:lnTo>
                    <a:pt x="591354" y="418423"/>
                  </a:lnTo>
                  <a:lnTo>
                    <a:pt x="589458" y="419375"/>
                  </a:lnTo>
                  <a:lnTo>
                    <a:pt x="585930" y="421995"/>
                  </a:lnTo>
                  <a:lnTo>
                    <a:pt x="584394" y="422744"/>
                  </a:lnTo>
                  <a:lnTo>
                    <a:pt x="581153" y="423363"/>
                  </a:lnTo>
                  <a:lnTo>
                    <a:pt x="580470" y="423705"/>
                  </a:lnTo>
                  <a:lnTo>
                    <a:pt x="581788" y="425716"/>
                  </a:lnTo>
                  <a:lnTo>
                    <a:pt x="581642" y="426523"/>
                  </a:lnTo>
                  <a:lnTo>
                    <a:pt x="579451" y="428697"/>
                  </a:lnTo>
                  <a:lnTo>
                    <a:pt x="576138" y="430053"/>
                  </a:lnTo>
                  <a:lnTo>
                    <a:pt x="575686" y="430785"/>
                  </a:lnTo>
                  <a:lnTo>
                    <a:pt x="575379" y="432750"/>
                  </a:lnTo>
                  <a:lnTo>
                    <a:pt x="575138" y="433532"/>
                  </a:lnTo>
                  <a:lnTo>
                    <a:pt x="574262" y="434658"/>
                  </a:lnTo>
                  <a:lnTo>
                    <a:pt x="571119" y="436803"/>
                  </a:lnTo>
                  <a:lnTo>
                    <a:pt x="568892" y="437871"/>
                  </a:lnTo>
                  <a:lnTo>
                    <a:pt x="567787" y="438745"/>
                  </a:lnTo>
                  <a:lnTo>
                    <a:pt x="566421" y="440205"/>
                  </a:lnTo>
                  <a:lnTo>
                    <a:pt x="564696" y="440980"/>
                  </a:lnTo>
                  <a:lnTo>
                    <a:pt x="562614" y="441071"/>
                  </a:lnTo>
                  <a:lnTo>
                    <a:pt x="560645" y="441618"/>
                  </a:lnTo>
                  <a:lnTo>
                    <a:pt x="557405" y="443170"/>
                  </a:lnTo>
                  <a:lnTo>
                    <a:pt x="555149" y="443687"/>
                  </a:lnTo>
                  <a:lnTo>
                    <a:pt x="548020" y="446370"/>
                  </a:lnTo>
                  <a:lnTo>
                    <a:pt x="544666" y="446799"/>
                  </a:lnTo>
                  <a:lnTo>
                    <a:pt x="541764" y="447758"/>
                  </a:lnTo>
                  <a:lnTo>
                    <a:pt x="535795" y="450321"/>
                  </a:lnTo>
                  <a:lnTo>
                    <a:pt x="532951" y="451145"/>
                  </a:lnTo>
                  <a:lnTo>
                    <a:pt x="530979" y="452125"/>
                  </a:lnTo>
                  <a:lnTo>
                    <a:pt x="528825" y="452404"/>
                  </a:lnTo>
                  <a:lnTo>
                    <a:pt x="525323" y="451768"/>
                  </a:lnTo>
                  <a:lnTo>
                    <a:pt x="523435" y="451746"/>
                  </a:lnTo>
                  <a:lnTo>
                    <a:pt x="522274" y="452132"/>
                  </a:lnTo>
                  <a:lnTo>
                    <a:pt x="521209" y="452918"/>
                  </a:lnTo>
                  <a:lnTo>
                    <a:pt x="519450" y="455074"/>
                  </a:lnTo>
                  <a:lnTo>
                    <a:pt x="517956" y="455241"/>
                  </a:lnTo>
                  <a:lnTo>
                    <a:pt x="513057" y="453531"/>
                  </a:lnTo>
                  <a:lnTo>
                    <a:pt x="513157" y="454306"/>
                  </a:lnTo>
                  <a:lnTo>
                    <a:pt x="514451" y="456156"/>
                  </a:lnTo>
                  <a:lnTo>
                    <a:pt x="514389" y="457469"/>
                  </a:lnTo>
                  <a:lnTo>
                    <a:pt x="511476" y="458801"/>
                  </a:lnTo>
                  <a:lnTo>
                    <a:pt x="509906" y="459141"/>
                  </a:lnTo>
                  <a:lnTo>
                    <a:pt x="507592" y="458594"/>
                  </a:lnTo>
                  <a:lnTo>
                    <a:pt x="504533" y="457157"/>
                  </a:lnTo>
                  <a:lnTo>
                    <a:pt x="500602" y="454157"/>
                  </a:lnTo>
                  <a:lnTo>
                    <a:pt x="495785" y="449579"/>
                  </a:lnTo>
                  <a:lnTo>
                    <a:pt x="493467" y="448031"/>
                  </a:lnTo>
                  <a:lnTo>
                    <a:pt x="493635" y="449500"/>
                  </a:lnTo>
                  <a:lnTo>
                    <a:pt x="494172" y="450936"/>
                  </a:lnTo>
                  <a:lnTo>
                    <a:pt x="495079" y="452335"/>
                  </a:lnTo>
                  <a:lnTo>
                    <a:pt x="495263" y="453351"/>
                  </a:lnTo>
                  <a:lnTo>
                    <a:pt x="494725" y="453980"/>
                  </a:lnTo>
                  <a:lnTo>
                    <a:pt x="494017" y="454297"/>
                  </a:lnTo>
                  <a:lnTo>
                    <a:pt x="493137" y="454302"/>
                  </a:lnTo>
                  <a:lnTo>
                    <a:pt x="492987" y="454658"/>
                  </a:lnTo>
                  <a:lnTo>
                    <a:pt x="494424" y="456843"/>
                  </a:lnTo>
                  <a:lnTo>
                    <a:pt x="495557" y="459086"/>
                  </a:lnTo>
                  <a:lnTo>
                    <a:pt x="495453" y="461216"/>
                  </a:lnTo>
                  <a:lnTo>
                    <a:pt x="494109" y="463233"/>
                  </a:lnTo>
                  <a:lnTo>
                    <a:pt x="492954" y="464417"/>
                  </a:lnTo>
                  <a:lnTo>
                    <a:pt x="491989" y="464766"/>
                  </a:lnTo>
                  <a:lnTo>
                    <a:pt x="486270" y="469798"/>
                  </a:lnTo>
                  <a:lnTo>
                    <a:pt x="484677" y="470431"/>
                  </a:lnTo>
                  <a:lnTo>
                    <a:pt x="483953" y="471053"/>
                  </a:lnTo>
                  <a:lnTo>
                    <a:pt x="483358" y="471983"/>
                  </a:lnTo>
                  <a:lnTo>
                    <a:pt x="481693" y="476149"/>
                  </a:lnTo>
                  <a:lnTo>
                    <a:pt x="481019" y="477420"/>
                  </a:lnTo>
                  <a:lnTo>
                    <a:pt x="479683" y="479075"/>
                  </a:lnTo>
                  <a:lnTo>
                    <a:pt x="479123" y="479362"/>
                  </a:lnTo>
                  <a:lnTo>
                    <a:pt x="478963" y="480036"/>
                  </a:lnTo>
                  <a:lnTo>
                    <a:pt x="479205" y="481101"/>
                  </a:lnTo>
                  <a:lnTo>
                    <a:pt x="478836" y="482874"/>
                  </a:lnTo>
                  <a:lnTo>
                    <a:pt x="477859" y="485354"/>
                  </a:lnTo>
                  <a:lnTo>
                    <a:pt x="474530" y="492207"/>
                  </a:lnTo>
                  <a:lnTo>
                    <a:pt x="471845" y="498601"/>
                  </a:lnTo>
                  <a:lnTo>
                    <a:pt x="470668" y="500694"/>
                  </a:lnTo>
                  <a:lnTo>
                    <a:pt x="469806" y="501582"/>
                  </a:lnTo>
                  <a:lnTo>
                    <a:pt x="469261" y="501264"/>
                  </a:lnTo>
                  <a:lnTo>
                    <a:pt x="467930" y="501430"/>
                  </a:lnTo>
                  <a:lnTo>
                    <a:pt x="467284" y="502554"/>
                  </a:lnTo>
                  <a:lnTo>
                    <a:pt x="466698" y="504587"/>
                  </a:lnTo>
                  <a:lnTo>
                    <a:pt x="466061" y="506137"/>
                  </a:lnTo>
                  <a:lnTo>
                    <a:pt x="465371" y="507204"/>
                  </a:lnTo>
                  <a:lnTo>
                    <a:pt x="459987" y="511802"/>
                  </a:lnTo>
                  <a:lnTo>
                    <a:pt x="458598" y="512655"/>
                  </a:lnTo>
                  <a:lnTo>
                    <a:pt x="457351" y="512116"/>
                  </a:lnTo>
                  <a:lnTo>
                    <a:pt x="455879" y="512323"/>
                  </a:lnTo>
                  <a:lnTo>
                    <a:pt x="452828" y="509894"/>
                  </a:lnTo>
                  <a:lnTo>
                    <a:pt x="452299" y="509000"/>
                  </a:lnTo>
                  <a:lnTo>
                    <a:pt x="450327" y="507008"/>
                  </a:lnTo>
                  <a:lnTo>
                    <a:pt x="450393" y="508047"/>
                  </a:lnTo>
                  <a:lnTo>
                    <a:pt x="450724" y="508620"/>
                  </a:lnTo>
                  <a:lnTo>
                    <a:pt x="450999" y="509461"/>
                  </a:lnTo>
                  <a:lnTo>
                    <a:pt x="451689" y="510491"/>
                  </a:lnTo>
                  <a:lnTo>
                    <a:pt x="453218" y="515916"/>
                  </a:lnTo>
                  <a:lnTo>
                    <a:pt x="452008" y="517030"/>
                  </a:lnTo>
                  <a:lnTo>
                    <a:pt x="450928" y="518301"/>
                  </a:lnTo>
                  <a:lnTo>
                    <a:pt x="448171" y="520447"/>
                  </a:lnTo>
                  <a:lnTo>
                    <a:pt x="445190" y="524045"/>
                  </a:lnTo>
                  <a:lnTo>
                    <a:pt x="444088" y="525051"/>
                  </a:lnTo>
                  <a:lnTo>
                    <a:pt x="443844" y="522117"/>
                  </a:lnTo>
                  <a:lnTo>
                    <a:pt x="443969" y="521241"/>
                  </a:lnTo>
                  <a:lnTo>
                    <a:pt x="442283" y="519823"/>
                  </a:lnTo>
                  <a:lnTo>
                    <a:pt x="442338" y="520845"/>
                  </a:lnTo>
                  <a:lnTo>
                    <a:pt x="442165" y="521799"/>
                  </a:lnTo>
                  <a:lnTo>
                    <a:pt x="440943" y="525597"/>
                  </a:lnTo>
                  <a:lnTo>
                    <a:pt x="440602" y="526254"/>
                  </a:lnTo>
                  <a:lnTo>
                    <a:pt x="440001" y="526107"/>
                  </a:lnTo>
                  <a:lnTo>
                    <a:pt x="438689" y="526808"/>
                  </a:lnTo>
                  <a:lnTo>
                    <a:pt x="437346" y="526476"/>
                  </a:lnTo>
                  <a:lnTo>
                    <a:pt x="436207" y="524746"/>
                  </a:lnTo>
                  <a:lnTo>
                    <a:pt x="435757" y="523850"/>
                  </a:lnTo>
                  <a:lnTo>
                    <a:pt x="433680" y="526313"/>
                  </a:lnTo>
                  <a:lnTo>
                    <a:pt x="432671" y="526250"/>
                  </a:lnTo>
                  <a:lnTo>
                    <a:pt x="432502" y="528320"/>
                  </a:lnTo>
                  <a:lnTo>
                    <a:pt x="431524" y="530206"/>
                  </a:lnTo>
                  <a:lnTo>
                    <a:pt x="430233" y="531022"/>
                  </a:lnTo>
                  <a:lnTo>
                    <a:pt x="428432" y="530959"/>
                  </a:lnTo>
                  <a:lnTo>
                    <a:pt x="427330" y="532076"/>
                  </a:lnTo>
                  <a:lnTo>
                    <a:pt x="424886" y="530878"/>
                  </a:lnTo>
                  <a:lnTo>
                    <a:pt x="424319" y="528632"/>
                  </a:lnTo>
                  <a:lnTo>
                    <a:pt x="426257" y="525553"/>
                  </a:lnTo>
                  <a:lnTo>
                    <a:pt x="426804" y="524283"/>
                  </a:lnTo>
                  <a:lnTo>
                    <a:pt x="426449" y="522720"/>
                  </a:lnTo>
                  <a:lnTo>
                    <a:pt x="426920" y="520702"/>
                  </a:lnTo>
                  <a:lnTo>
                    <a:pt x="430618" y="514300"/>
                  </a:lnTo>
                  <a:lnTo>
                    <a:pt x="433125" y="511056"/>
                  </a:lnTo>
                  <a:lnTo>
                    <a:pt x="432979" y="510480"/>
                  </a:lnTo>
                  <a:lnTo>
                    <a:pt x="429576" y="509773"/>
                  </a:lnTo>
                  <a:lnTo>
                    <a:pt x="426603" y="508660"/>
                  </a:lnTo>
                  <a:lnTo>
                    <a:pt x="423705" y="508278"/>
                  </a:lnTo>
                  <a:lnTo>
                    <a:pt x="422426" y="508657"/>
                  </a:lnTo>
                  <a:lnTo>
                    <a:pt x="424467" y="510517"/>
                  </a:lnTo>
                  <a:lnTo>
                    <a:pt x="427353" y="512323"/>
                  </a:lnTo>
                  <a:lnTo>
                    <a:pt x="425933" y="514049"/>
                  </a:lnTo>
                  <a:lnTo>
                    <a:pt x="424707" y="515881"/>
                  </a:lnTo>
                  <a:lnTo>
                    <a:pt x="423440" y="520862"/>
                  </a:lnTo>
                  <a:lnTo>
                    <a:pt x="422629" y="522902"/>
                  </a:lnTo>
                  <a:lnTo>
                    <a:pt x="419482" y="520558"/>
                  </a:lnTo>
                  <a:lnTo>
                    <a:pt x="417993" y="519766"/>
                  </a:lnTo>
                  <a:lnTo>
                    <a:pt x="418940" y="522366"/>
                  </a:lnTo>
                  <a:lnTo>
                    <a:pt x="421698" y="524828"/>
                  </a:lnTo>
                  <a:lnTo>
                    <a:pt x="421875" y="525639"/>
                  </a:lnTo>
                  <a:lnTo>
                    <a:pt x="421856" y="528569"/>
                  </a:lnTo>
                  <a:lnTo>
                    <a:pt x="416575" y="531151"/>
                  </a:lnTo>
                  <a:lnTo>
                    <a:pt x="411063" y="531542"/>
                  </a:lnTo>
                  <a:lnTo>
                    <a:pt x="407110" y="532276"/>
                  </a:lnTo>
                  <a:lnTo>
                    <a:pt x="400436" y="533165"/>
                  </a:lnTo>
                  <a:lnTo>
                    <a:pt x="397845" y="533166"/>
                  </a:lnTo>
                  <a:lnTo>
                    <a:pt x="397626" y="534161"/>
                  </a:lnTo>
                  <a:lnTo>
                    <a:pt x="404153" y="538700"/>
                  </a:lnTo>
                  <a:lnTo>
                    <a:pt x="405104" y="539531"/>
                  </a:lnTo>
                  <a:lnTo>
                    <a:pt x="404195" y="541095"/>
                  </a:lnTo>
                  <a:lnTo>
                    <a:pt x="402846" y="542067"/>
                  </a:lnTo>
                  <a:lnTo>
                    <a:pt x="400725" y="545416"/>
                  </a:lnTo>
                  <a:lnTo>
                    <a:pt x="399619" y="546570"/>
                  </a:lnTo>
                  <a:lnTo>
                    <a:pt x="396875" y="548156"/>
                  </a:lnTo>
                  <a:lnTo>
                    <a:pt x="391824" y="546387"/>
                  </a:lnTo>
                  <a:lnTo>
                    <a:pt x="389229" y="547178"/>
                  </a:lnTo>
                  <a:lnTo>
                    <a:pt x="386744" y="546621"/>
                  </a:lnTo>
                  <a:lnTo>
                    <a:pt x="386692" y="548556"/>
                  </a:lnTo>
                  <a:lnTo>
                    <a:pt x="387435" y="549968"/>
                  </a:lnTo>
                  <a:lnTo>
                    <a:pt x="388187" y="553476"/>
                  </a:lnTo>
                  <a:lnTo>
                    <a:pt x="389854" y="553203"/>
                  </a:lnTo>
                  <a:lnTo>
                    <a:pt x="391972" y="552102"/>
                  </a:lnTo>
                  <a:lnTo>
                    <a:pt x="393610" y="554757"/>
                  </a:lnTo>
                  <a:lnTo>
                    <a:pt x="394687" y="559257"/>
                  </a:lnTo>
                  <a:lnTo>
                    <a:pt x="396567" y="561540"/>
                  </a:lnTo>
                  <a:lnTo>
                    <a:pt x="397403" y="563303"/>
                  </a:lnTo>
                  <a:lnTo>
                    <a:pt x="397740" y="564968"/>
                  </a:lnTo>
                  <a:lnTo>
                    <a:pt x="396567" y="566626"/>
                  </a:lnTo>
                  <a:lnTo>
                    <a:pt x="394139" y="568972"/>
                  </a:lnTo>
                  <a:lnTo>
                    <a:pt x="391447" y="569406"/>
                  </a:lnTo>
                  <a:lnTo>
                    <a:pt x="391595" y="571261"/>
                  </a:lnTo>
                  <a:lnTo>
                    <a:pt x="390433" y="572596"/>
                  </a:lnTo>
                  <a:lnTo>
                    <a:pt x="387961" y="572205"/>
                  </a:lnTo>
                  <a:lnTo>
                    <a:pt x="386806" y="571274"/>
                  </a:lnTo>
                  <a:lnTo>
                    <a:pt x="385607" y="570833"/>
                  </a:lnTo>
                  <a:lnTo>
                    <a:pt x="380692" y="570334"/>
                  </a:lnTo>
                  <a:lnTo>
                    <a:pt x="385640" y="573908"/>
                  </a:lnTo>
                  <a:lnTo>
                    <a:pt x="387401" y="575573"/>
                  </a:lnTo>
                  <a:lnTo>
                    <a:pt x="388184" y="574586"/>
                  </a:lnTo>
                  <a:lnTo>
                    <a:pt x="389898" y="574346"/>
                  </a:lnTo>
                  <a:lnTo>
                    <a:pt x="392431" y="575257"/>
                  </a:lnTo>
                  <a:lnTo>
                    <a:pt x="392010" y="581285"/>
                  </a:lnTo>
                  <a:lnTo>
                    <a:pt x="393120" y="586171"/>
                  </a:lnTo>
                  <a:lnTo>
                    <a:pt x="393253" y="587268"/>
                  </a:lnTo>
                  <a:lnTo>
                    <a:pt x="390557" y="590196"/>
                  </a:lnTo>
                  <a:lnTo>
                    <a:pt x="390513" y="592930"/>
                  </a:lnTo>
                  <a:lnTo>
                    <a:pt x="388908" y="593691"/>
                  </a:lnTo>
                  <a:lnTo>
                    <a:pt x="387179" y="593515"/>
                  </a:lnTo>
                  <a:lnTo>
                    <a:pt x="387089" y="596517"/>
                  </a:lnTo>
                  <a:lnTo>
                    <a:pt x="385918" y="598388"/>
                  </a:lnTo>
                  <a:lnTo>
                    <a:pt x="386125" y="599559"/>
                  </a:lnTo>
                  <a:lnTo>
                    <a:pt x="386460" y="600608"/>
                  </a:lnTo>
                  <a:lnTo>
                    <a:pt x="385391" y="602516"/>
                  </a:lnTo>
                  <a:lnTo>
                    <a:pt x="384425" y="604837"/>
                  </a:lnTo>
                  <a:lnTo>
                    <a:pt x="383046" y="606870"/>
                  </a:lnTo>
                  <a:lnTo>
                    <a:pt x="382315" y="606661"/>
                  </a:lnTo>
                  <a:lnTo>
                    <a:pt x="380120" y="606792"/>
                  </a:lnTo>
                  <a:lnTo>
                    <a:pt x="377481" y="606622"/>
                  </a:lnTo>
                  <a:lnTo>
                    <a:pt x="375345" y="603982"/>
                  </a:lnTo>
                  <a:lnTo>
                    <a:pt x="374460" y="603103"/>
                  </a:lnTo>
                  <a:lnTo>
                    <a:pt x="373459" y="602529"/>
                  </a:lnTo>
                  <a:lnTo>
                    <a:pt x="373844" y="604227"/>
                  </a:lnTo>
                  <a:lnTo>
                    <a:pt x="374440" y="605249"/>
                  </a:lnTo>
                  <a:lnTo>
                    <a:pt x="376411" y="607154"/>
                  </a:lnTo>
                  <a:lnTo>
                    <a:pt x="380041" y="609512"/>
                  </a:lnTo>
                  <a:lnTo>
                    <a:pt x="379929" y="611184"/>
                  </a:lnTo>
                  <a:lnTo>
                    <a:pt x="378959" y="611911"/>
                  </a:lnTo>
                  <a:lnTo>
                    <a:pt x="376695" y="616466"/>
                  </a:lnTo>
                  <a:lnTo>
                    <a:pt x="375892" y="616565"/>
                  </a:lnTo>
                  <a:lnTo>
                    <a:pt x="374876" y="617741"/>
                  </a:lnTo>
                  <a:lnTo>
                    <a:pt x="371739" y="617347"/>
                  </a:lnTo>
                  <a:lnTo>
                    <a:pt x="370422" y="616879"/>
                  </a:lnTo>
                  <a:lnTo>
                    <a:pt x="366554" y="617178"/>
                  </a:lnTo>
                  <a:lnTo>
                    <a:pt x="365238" y="616775"/>
                  </a:lnTo>
                  <a:lnTo>
                    <a:pt x="364110" y="616966"/>
                  </a:lnTo>
                  <a:lnTo>
                    <a:pt x="365162" y="618251"/>
                  </a:lnTo>
                  <a:lnTo>
                    <a:pt x="367376" y="619410"/>
                  </a:lnTo>
                  <a:lnTo>
                    <a:pt x="369893" y="620571"/>
                  </a:lnTo>
                  <a:lnTo>
                    <a:pt x="373722" y="621450"/>
                  </a:lnTo>
                  <a:lnTo>
                    <a:pt x="373583" y="623112"/>
                  </a:lnTo>
                  <a:lnTo>
                    <a:pt x="372622" y="624476"/>
                  </a:lnTo>
                  <a:lnTo>
                    <a:pt x="373173" y="626513"/>
                  </a:lnTo>
                  <a:lnTo>
                    <a:pt x="372745" y="627973"/>
                  </a:lnTo>
                  <a:lnTo>
                    <a:pt x="372562" y="629706"/>
                  </a:lnTo>
                  <a:lnTo>
                    <a:pt x="371668" y="633734"/>
                  </a:lnTo>
                  <a:lnTo>
                    <a:pt x="372708" y="636499"/>
                  </a:lnTo>
                  <a:lnTo>
                    <a:pt x="373842" y="637848"/>
                  </a:lnTo>
                  <a:lnTo>
                    <a:pt x="373711" y="639624"/>
                  </a:lnTo>
                  <a:lnTo>
                    <a:pt x="374243" y="642466"/>
                  </a:lnTo>
                  <a:lnTo>
                    <a:pt x="372543" y="645003"/>
                  </a:lnTo>
                  <a:lnTo>
                    <a:pt x="371132" y="644907"/>
                  </a:lnTo>
                  <a:lnTo>
                    <a:pt x="369122" y="645477"/>
                  </a:lnTo>
                  <a:lnTo>
                    <a:pt x="368453" y="646596"/>
                  </a:lnTo>
                  <a:lnTo>
                    <a:pt x="371642" y="647652"/>
                  </a:lnTo>
                  <a:lnTo>
                    <a:pt x="371353" y="649552"/>
                  </a:lnTo>
                  <a:lnTo>
                    <a:pt x="370482" y="651928"/>
                  </a:lnTo>
                  <a:lnTo>
                    <a:pt x="369568" y="657076"/>
                  </a:lnTo>
                  <a:lnTo>
                    <a:pt x="367713" y="665902"/>
                  </a:lnTo>
                  <a:lnTo>
                    <a:pt x="366847" y="674667"/>
                  </a:lnTo>
                  <a:lnTo>
                    <a:pt x="362861" y="681871"/>
                  </a:lnTo>
                  <a:lnTo>
                    <a:pt x="361449" y="682070"/>
                  </a:lnTo>
                  <a:lnTo>
                    <a:pt x="361095" y="682356"/>
                  </a:lnTo>
                  <a:lnTo>
                    <a:pt x="359153" y="681987"/>
                  </a:lnTo>
                  <a:lnTo>
                    <a:pt x="356107" y="680324"/>
                  </a:lnTo>
                  <a:lnTo>
                    <a:pt x="353747" y="679776"/>
                  </a:lnTo>
                  <a:lnTo>
                    <a:pt x="352153" y="679753"/>
                  </a:lnTo>
                  <a:lnTo>
                    <a:pt x="351948" y="680580"/>
                  </a:lnTo>
                  <a:lnTo>
                    <a:pt x="353269" y="681922"/>
                  </a:lnTo>
                  <a:lnTo>
                    <a:pt x="355288" y="682483"/>
                  </a:lnTo>
                  <a:lnTo>
                    <a:pt x="356902" y="683369"/>
                  </a:lnTo>
                  <a:lnTo>
                    <a:pt x="359795" y="684197"/>
                  </a:lnTo>
                  <a:lnTo>
                    <a:pt x="360803" y="685801"/>
                  </a:lnTo>
                  <a:lnTo>
                    <a:pt x="361491" y="687510"/>
                  </a:lnTo>
                  <a:lnTo>
                    <a:pt x="361390" y="688450"/>
                  </a:lnTo>
                  <a:lnTo>
                    <a:pt x="361384" y="689561"/>
                  </a:lnTo>
                  <a:lnTo>
                    <a:pt x="361901" y="695536"/>
                  </a:lnTo>
                  <a:lnTo>
                    <a:pt x="360537" y="697602"/>
                  </a:lnTo>
                  <a:lnTo>
                    <a:pt x="359497" y="699469"/>
                  </a:lnTo>
                  <a:lnTo>
                    <a:pt x="355880" y="699210"/>
                  </a:lnTo>
                  <a:lnTo>
                    <a:pt x="355251" y="698559"/>
                  </a:lnTo>
                  <a:lnTo>
                    <a:pt x="351760" y="696592"/>
                  </a:lnTo>
                  <a:lnTo>
                    <a:pt x="351974" y="697516"/>
                  </a:lnTo>
                  <a:lnTo>
                    <a:pt x="354500" y="700189"/>
                  </a:lnTo>
                  <a:lnTo>
                    <a:pt x="355381" y="701522"/>
                  </a:lnTo>
                  <a:lnTo>
                    <a:pt x="354792" y="701798"/>
                  </a:lnTo>
                  <a:lnTo>
                    <a:pt x="353773" y="701898"/>
                  </a:lnTo>
                  <a:lnTo>
                    <a:pt x="352350" y="702798"/>
                  </a:lnTo>
                  <a:lnTo>
                    <a:pt x="349786" y="702312"/>
                  </a:lnTo>
                  <a:lnTo>
                    <a:pt x="349927" y="700958"/>
                  </a:lnTo>
                  <a:lnTo>
                    <a:pt x="350413" y="699567"/>
                  </a:lnTo>
                  <a:lnTo>
                    <a:pt x="349241" y="699804"/>
                  </a:lnTo>
                  <a:lnTo>
                    <a:pt x="347934" y="700510"/>
                  </a:lnTo>
                  <a:lnTo>
                    <a:pt x="347174" y="700250"/>
                  </a:lnTo>
                  <a:lnTo>
                    <a:pt x="346537" y="700328"/>
                  </a:lnTo>
                  <a:lnTo>
                    <a:pt x="346179" y="699632"/>
                  </a:lnTo>
                  <a:lnTo>
                    <a:pt x="345685" y="696916"/>
                  </a:lnTo>
                  <a:lnTo>
                    <a:pt x="346276" y="695549"/>
                  </a:lnTo>
                  <a:lnTo>
                    <a:pt x="348392" y="692019"/>
                  </a:lnTo>
                  <a:lnTo>
                    <a:pt x="349065" y="690124"/>
                  </a:lnTo>
                  <a:lnTo>
                    <a:pt x="348477" y="689263"/>
                  </a:lnTo>
                  <a:lnTo>
                    <a:pt x="346966" y="691294"/>
                  </a:lnTo>
                  <a:lnTo>
                    <a:pt x="345406" y="694523"/>
                  </a:lnTo>
                  <a:lnTo>
                    <a:pt x="344714" y="696474"/>
                  </a:lnTo>
                  <a:lnTo>
                    <a:pt x="343737" y="696853"/>
                  </a:lnTo>
                  <a:lnTo>
                    <a:pt x="341313" y="695871"/>
                  </a:lnTo>
                  <a:lnTo>
                    <a:pt x="334402" y="691349"/>
                  </a:lnTo>
                  <a:lnTo>
                    <a:pt x="334608" y="688600"/>
                  </a:lnTo>
                  <a:lnTo>
                    <a:pt x="334542" y="686325"/>
                  </a:lnTo>
                  <a:lnTo>
                    <a:pt x="336556" y="686037"/>
                  </a:lnTo>
                  <a:lnTo>
                    <a:pt x="338022" y="685047"/>
                  </a:lnTo>
                  <a:lnTo>
                    <a:pt x="339333" y="683835"/>
                  </a:lnTo>
                  <a:lnTo>
                    <a:pt x="340809" y="681627"/>
                  </a:lnTo>
                  <a:lnTo>
                    <a:pt x="342163" y="677983"/>
                  </a:lnTo>
                  <a:lnTo>
                    <a:pt x="341989" y="677707"/>
                  </a:lnTo>
                  <a:lnTo>
                    <a:pt x="338016" y="682359"/>
                  </a:lnTo>
                  <a:lnTo>
                    <a:pt x="335572" y="683914"/>
                  </a:lnTo>
                  <a:lnTo>
                    <a:pt x="334387" y="684198"/>
                  </a:lnTo>
                  <a:lnTo>
                    <a:pt x="333798" y="683509"/>
                  </a:lnTo>
                  <a:lnTo>
                    <a:pt x="331830" y="682014"/>
                  </a:lnTo>
                  <a:lnTo>
                    <a:pt x="330551" y="681334"/>
                  </a:lnTo>
                  <a:lnTo>
                    <a:pt x="327637" y="680223"/>
                  </a:lnTo>
                  <a:lnTo>
                    <a:pt x="327123" y="679625"/>
                  </a:lnTo>
                  <a:lnTo>
                    <a:pt x="326269" y="679151"/>
                  </a:lnTo>
                  <a:lnTo>
                    <a:pt x="325107" y="674400"/>
                  </a:lnTo>
                  <a:lnTo>
                    <a:pt x="326610" y="668630"/>
                  </a:lnTo>
                  <a:lnTo>
                    <a:pt x="327645" y="666957"/>
                  </a:lnTo>
                  <a:lnTo>
                    <a:pt x="328301" y="665015"/>
                  </a:lnTo>
                  <a:lnTo>
                    <a:pt x="328672" y="662444"/>
                  </a:lnTo>
                  <a:lnTo>
                    <a:pt x="328419" y="661346"/>
                  </a:lnTo>
                  <a:lnTo>
                    <a:pt x="327540" y="661722"/>
                  </a:lnTo>
                  <a:lnTo>
                    <a:pt x="327133" y="662602"/>
                  </a:lnTo>
                  <a:lnTo>
                    <a:pt x="327198" y="663979"/>
                  </a:lnTo>
                  <a:lnTo>
                    <a:pt x="326694" y="664935"/>
                  </a:lnTo>
                  <a:lnTo>
                    <a:pt x="323221" y="667136"/>
                  </a:lnTo>
                  <a:lnTo>
                    <a:pt x="319739" y="668917"/>
                  </a:lnTo>
                  <a:lnTo>
                    <a:pt x="318089" y="670605"/>
                  </a:lnTo>
                  <a:lnTo>
                    <a:pt x="317018" y="671924"/>
                  </a:lnTo>
                  <a:lnTo>
                    <a:pt x="316180" y="673221"/>
                  </a:lnTo>
                  <a:lnTo>
                    <a:pt x="314897" y="673105"/>
                  </a:lnTo>
                  <a:lnTo>
                    <a:pt x="313128" y="673372"/>
                  </a:lnTo>
                  <a:lnTo>
                    <a:pt x="311915" y="674213"/>
                  </a:lnTo>
                  <a:lnTo>
                    <a:pt x="310144" y="673696"/>
                  </a:lnTo>
                  <a:lnTo>
                    <a:pt x="308987" y="672447"/>
                  </a:lnTo>
                  <a:lnTo>
                    <a:pt x="307593" y="672304"/>
                  </a:lnTo>
                  <a:lnTo>
                    <a:pt x="306028" y="672906"/>
                  </a:lnTo>
                  <a:lnTo>
                    <a:pt x="304946" y="672853"/>
                  </a:lnTo>
                  <a:lnTo>
                    <a:pt x="305036" y="673702"/>
                  </a:lnTo>
                  <a:lnTo>
                    <a:pt x="305754" y="675790"/>
                  </a:lnTo>
                  <a:lnTo>
                    <a:pt x="304560" y="675930"/>
                  </a:lnTo>
                  <a:lnTo>
                    <a:pt x="302292" y="676012"/>
                  </a:lnTo>
                  <a:lnTo>
                    <a:pt x="301152" y="675407"/>
                  </a:lnTo>
                  <a:lnTo>
                    <a:pt x="300259" y="674615"/>
                  </a:lnTo>
                  <a:lnTo>
                    <a:pt x="299514" y="673504"/>
                  </a:lnTo>
                  <a:lnTo>
                    <a:pt x="299962" y="672054"/>
                  </a:lnTo>
                  <a:lnTo>
                    <a:pt x="303609" y="669399"/>
                  </a:lnTo>
                  <a:lnTo>
                    <a:pt x="305262" y="667863"/>
                  </a:lnTo>
                  <a:lnTo>
                    <a:pt x="304184" y="667333"/>
                  </a:lnTo>
                  <a:lnTo>
                    <a:pt x="300682" y="667812"/>
                  </a:lnTo>
                  <a:lnTo>
                    <a:pt x="300099" y="667414"/>
                  </a:lnTo>
                  <a:lnTo>
                    <a:pt x="297753" y="667656"/>
                  </a:lnTo>
                  <a:lnTo>
                    <a:pt x="297854" y="663705"/>
                  </a:lnTo>
                  <a:lnTo>
                    <a:pt x="297284" y="662723"/>
                  </a:lnTo>
                  <a:lnTo>
                    <a:pt x="297244" y="662259"/>
                  </a:lnTo>
                  <a:lnTo>
                    <a:pt x="296432" y="661156"/>
                  </a:lnTo>
                  <a:lnTo>
                    <a:pt x="295663" y="660882"/>
                  </a:lnTo>
                  <a:lnTo>
                    <a:pt x="295185" y="660486"/>
                  </a:lnTo>
                  <a:lnTo>
                    <a:pt x="291225" y="659598"/>
                  </a:lnTo>
                  <a:lnTo>
                    <a:pt x="290708" y="657395"/>
                  </a:lnTo>
                  <a:lnTo>
                    <a:pt x="290431" y="655128"/>
                  </a:lnTo>
                  <a:lnTo>
                    <a:pt x="289676" y="652316"/>
                  </a:lnTo>
                  <a:lnTo>
                    <a:pt x="287780" y="651583"/>
                  </a:lnTo>
                  <a:lnTo>
                    <a:pt x="286753" y="650364"/>
                  </a:lnTo>
                  <a:lnTo>
                    <a:pt x="287567" y="649118"/>
                  </a:lnTo>
                  <a:lnTo>
                    <a:pt x="287922" y="647536"/>
                  </a:lnTo>
                  <a:lnTo>
                    <a:pt x="287043" y="646815"/>
                  </a:lnTo>
                  <a:lnTo>
                    <a:pt x="286482" y="645700"/>
                  </a:lnTo>
                  <a:lnTo>
                    <a:pt x="286564" y="644975"/>
                  </a:lnTo>
                  <a:lnTo>
                    <a:pt x="285853" y="643019"/>
                  </a:lnTo>
                  <a:lnTo>
                    <a:pt x="285641" y="641492"/>
                  </a:lnTo>
                  <a:lnTo>
                    <a:pt x="286455" y="640061"/>
                  </a:lnTo>
                  <a:lnTo>
                    <a:pt x="288694" y="638442"/>
                  </a:lnTo>
                  <a:lnTo>
                    <a:pt x="289416" y="637790"/>
                  </a:lnTo>
                  <a:lnTo>
                    <a:pt x="289792" y="637085"/>
                  </a:lnTo>
                  <a:lnTo>
                    <a:pt x="292363" y="635893"/>
                  </a:lnTo>
                  <a:lnTo>
                    <a:pt x="290176" y="635050"/>
                  </a:lnTo>
                  <a:lnTo>
                    <a:pt x="288807" y="634920"/>
                  </a:lnTo>
                  <a:lnTo>
                    <a:pt x="287810" y="635313"/>
                  </a:lnTo>
                  <a:lnTo>
                    <a:pt x="286888" y="636895"/>
                  </a:lnTo>
                  <a:lnTo>
                    <a:pt x="286028" y="637946"/>
                  </a:lnTo>
                  <a:lnTo>
                    <a:pt x="282673" y="638289"/>
                  </a:lnTo>
                  <a:lnTo>
                    <a:pt x="282180" y="637747"/>
                  </a:lnTo>
                  <a:lnTo>
                    <a:pt x="281947" y="635512"/>
                  </a:lnTo>
                  <a:lnTo>
                    <a:pt x="282138" y="633789"/>
                  </a:lnTo>
                  <a:lnTo>
                    <a:pt x="283530" y="631371"/>
                  </a:lnTo>
                  <a:lnTo>
                    <a:pt x="281924" y="630170"/>
                  </a:lnTo>
                  <a:lnTo>
                    <a:pt x="280452" y="629781"/>
                  </a:lnTo>
                  <a:lnTo>
                    <a:pt x="278778" y="628660"/>
                  </a:lnTo>
                  <a:lnTo>
                    <a:pt x="277232" y="627477"/>
                  </a:lnTo>
                  <a:lnTo>
                    <a:pt x="275905" y="626099"/>
                  </a:lnTo>
                  <a:lnTo>
                    <a:pt x="274612" y="624471"/>
                  </a:lnTo>
                  <a:lnTo>
                    <a:pt x="274198" y="624265"/>
                  </a:lnTo>
                  <a:lnTo>
                    <a:pt x="274665" y="622564"/>
                  </a:lnTo>
                  <a:lnTo>
                    <a:pt x="274928" y="621166"/>
                  </a:lnTo>
                  <a:lnTo>
                    <a:pt x="274968" y="618160"/>
                  </a:lnTo>
                  <a:lnTo>
                    <a:pt x="274447" y="616914"/>
                  </a:lnTo>
                  <a:lnTo>
                    <a:pt x="275605" y="614348"/>
                  </a:lnTo>
                  <a:lnTo>
                    <a:pt x="277162" y="611542"/>
                  </a:lnTo>
                  <a:lnTo>
                    <a:pt x="280610" y="607380"/>
                  </a:lnTo>
                  <a:lnTo>
                    <a:pt x="276964" y="609385"/>
                  </a:lnTo>
                  <a:lnTo>
                    <a:pt x="273965" y="613758"/>
                  </a:lnTo>
                  <a:lnTo>
                    <a:pt x="273334" y="613957"/>
                  </a:lnTo>
                  <a:lnTo>
                    <a:pt x="273113" y="613165"/>
                  </a:lnTo>
                  <a:lnTo>
                    <a:pt x="271976" y="610326"/>
                  </a:lnTo>
                  <a:lnTo>
                    <a:pt x="271117" y="609551"/>
                  </a:lnTo>
                  <a:lnTo>
                    <a:pt x="270733" y="608697"/>
                  </a:lnTo>
                  <a:lnTo>
                    <a:pt x="269027" y="607183"/>
                  </a:lnTo>
                  <a:lnTo>
                    <a:pt x="268286" y="606016"/>
                  </a:lnTo>
                  <a:lnTo>
                    <a:pt x="267236" y="603765"/>
                  </a:lnTo>
                  <a:lnTo>
                    <a:pt x="265742" y="601088"/>
                  </a:lnTo>
                  <a:lnTo>
                    <a:pt x="263615" y="595802"/>
                  </a:lnTo>
                  <a:lnTo>
                    <a:pt x="260187" y="589720"/>
                  </a:lnTo>
                  <a:lnTo>
                    <a:pt x="259342" y="586300"/>
                  </a:lnTo>
                  <a:lnTo>
                    <a:pt x="260404" y="581963"/>
                  </a:lnTo>
                  <a:lnTo>
                    <a:pt x="259228" y="578969"/>
                  </a:lnTo>
                  <a:lnTo>
                    <a:pt x="262488" y="577584"/>
                  </a:lnTo>
                  <a:lnTo>
                    <a:pt x="267149" y="576030"/>
                  </a:lnTo>
                  <a:lnTo>
                    <a:pt x="269565" y="574738"/>
                  </a:lnTo>
                  <a:lnTo>
                    <a:pt x="270959" y="574352"/>
                  </a:lnTo>
                  <a:lnTo>
                    <a:pt x="273921" y="574115"/>
                  </a:lnTo>
                  <a:lnTo>
                    <a:pt x="274911" y="572818"/>
                  </a:lnTo>
                  <a:lnTo>
                    <a:pt x="273263" y="573146"/>
                  </a:lnTo>
                  <a:lnTo>
                    <a:pt x="272158" y="572977"/>
                  </a:lnTo>
                  <a:lnTo>
                    <a:pt x="272089" y="572372"/>
                  </a:lnTo>
                  <a:lnTo>
                    <a:pt x="272497" y="571294"/>
                  </a:lnTo>
                  <a:lnTo>
                    <a:pt x="272762" y="569905"/>
                  </a:lnTo>
                  <a:lnTo>
                    <a:pt x="272197" y="570156"/>
                  </a:lnTo>
                  <a:lnTo>
                    <a:pt x="269301" y="572550"/>
                  </a:lnTo>
                  <a:lnTo>
                    <a:pt x="265020" y="574450"/>
                  </a:lnTo>
                  <a:lnTo>
                    <a:pt x="261676" y="575512"/>
                  </a:lnTo>
                  <a:lnTo>
                    <a:pt x="261134" y="575456"/>
                  </a:lnTo>
                  <a:lnTo>
                    <a:pt x="259964" y="576098"/>
                  </a:lnTo>
                  <a:lnTo>
                    <a:pt x="259292" y="576282"/>
                  </a:lnTo>
                  <a:lnTo>
                    <a:pt x="258773" y="576100"/>
                  </a:lnTo>
                  <a:lnTo>
                    <a:pt x="257589" y="574281"/>
                  </a:lnTo>
                  <a:lnTo>
                    <a:pt x="257274" y="573089"/>
                  </a:lnTo>
                  <a:lnTo>
                    <a:pt x="259396" y="569865"/>
                  </a:lnTo>
                  <a:lnTo>
                    <a:pt x="260980" y="565463"/>
                  </a:lnTo>
                  <a:lnTo>
                    <a:pt x="263079" y="562584"/>
                  </a:lnTo>
                  <a:lnTo>
                    <a:pt x="264561" y="562224"/>
                  </a:lnTo>
                  <a:lnTo>
                    <a:pt x="267040" y="562378"/>
                  </a:lnTo>
                  <a:lnTo>
                    <a:pt x="267913" y="562632"/>
                  </a:lnTo>
                  <a:lnTo>
                    <a:pt x="267635" y="560923"/>
                  </a:lnTo>
                  <a:lnTo>
                    <a:pt x="267739" y="560099"/>
                  </a:lnTo>
                  <a:lnTo>
                    <a:pt x="269748" y="559110"/>
                  </a:lnTo>
                  <a:lnTo>
                    <a:pt x="272091" y="558667"/>
                  </a:lnTo>
                  <a:lnTo>
                    <a:pt x="273760" y="558980"/>
                  </a:lnTo>
                  <a:lnTo>
                    <a:pt x="274810" y="560984"/>
                  </a:lnTo>
                  <a:lnTo>
                    <a:pt x="276160" y="564683"/>
                  </a:lnTo>
                  <a:lnTo>
                    <a:pt x="277979" y="565933"/>
                  </a:lnTo>
                  <a:lnTo>
                    <a:pt x="277899" y="564155"/>
                  </a:lnTo>
                  <a:lnTo>
                    <a:pt x="276955" y="561866"/>
                  </a:lnTo>
                  <a:lnTo>
                    <a:pt x="276606" y="558354"/>
                  </a:lnTo>
                  <a:lnTo>
                    <a:pt x="275408" y="556874"/>
                  </a:lnTo>
                  <a:lnTo>
                    <a:pt x="274446" y="556143"/>
                  </a:lnTo>
                  <a:lnTo>
                    <a:pt x="271788" y="556500"/>
                  </a:lnTo>
                  <a:lnTo>
                    <a:pt x="270189" y="553934"/>
                  </a:lnTo>
                  <a:lnTo>
                    <a:pt x="269827" y="552992"/>
                  </a:lnTo>
                  <a:lnTo>
                    <a:pt x="269785" y="551741"/>
                  </a:lnTo>
                  <a:lnTo>
                    <a:pt x="268190" y="548068"/>
                  </a:lnTo>
                  <a:lnTo>
                    <a:pt x="267677" y="546233"/>
                  </a:lnTo>
                  <a:lnTo>
                    <a:pt x="266831" y="543787"/>
                  </a:lnTo>
                  <a:lnTo>
                    <a:pt x="266381" y="543657"/>
                  </a:lnTo>
                  <a:lnTo>
                    <a:pt x="266952" y="546735"/>
                  </a:lnTo>
                  <a:lnTo>
                    <a:pt x="267700" y="548900"/>
                  </a:lnTo>
                  <a:lnTo>
                    <a:pt x="268767" y="553662"/>
                  </a:lnTo>
                  <a:lnTo>
                    <a:pt x="269294" y="555581"/>
                  </a:lnTo>
                  <a:lnTo>
                    <a:pt x="268580" y="557102"/>
                  </a:lnTo>
                  <a:lnTo>
                    <a:pt x="267229" y="558606"/>
                  </a:lnTo>
                  <a:lnTo>
                    <a:pt x="266034" y="559504"/>
                  </a:lnTo>
                  <a:lnTo>
                    <a:pt x="263212" y="560579"/>
                  </a:lnTo>
                  <a:lnTo>
                    <a:pt x="263819" y="558236"/>
                  </a:lnTo>
                  <a:lnTo>
                    <a:pt x="264207" y="555931"/>
                  </a:lnTo>
                  <a:lnTo>
                    <a:pt x="262789" y="556748"/>
                  </a:lnTo>
                  <a:lnTo>
                    <a:pt x="261469" y="558419"/>
                  </a:lnTo>
                  <a:lnTo>
                    <a:pt x="261015" y="560737"/>
                  </a:lnTo>
                  <a:lnTo>
                    <a:pt x="260167" y="562844"/>
                  </a:lnTo>
                  <a:lnTo>
                    <a:pt x="257653" y="568008"/>
                  </a:lnTo>
                  <a:lnTo>
                    <a:pt x="256662" y="570877"/>
                  </a:lnTo>
                  <a:lnTo>
                    <a:pt x="255725" y="572294"/>
                  </a:lnTo>
                  <a:lnTo>
                    <a:pt x="254657" y="572685"/>
                  </a:lnTo>
                  <a:lnTo>
                    <a:pt x="253730" y="571561"/>
                  </a:lnTo>
                  <a:lnTo>
                    <a:pt x="252944" y="568923"/>
                  </a:lnTo>
                  <a:lnTo>
                    <a:pt x="252575" y="566859"/>
                  </a:lnTo>
                  <a:lnTo>
                    <a:pt x="252531" y="561506"/>
                  </a:lnTo>
                  <a:lnTo>
                    <a:pt x="252631" y="559010"/>
                  </a:lnTo>
                  <a:lnTo>
                    <a:pt x="252202" y="555646"/>
                  </a:lnTo>
                  <a:lnTo>
                    <a:pt x="250844" y="547811"/>
                  </a:lnTo>
                  <a:lnTo>
                    <a:pt x="250557" y="545022"/>
                  </a:lnTo>
                  <a:lnTo>
                    <a:pt x="248259" y="543539"/>
                  </a:lnTo>
                  <a:lnTo>
                    <a:pt x="248225" y="543060"/>
                  </a:lnTo>
                  <a:lnTo>
                    <a:pt x="247624" y="541473"/>
                  </a:lnTo>
                  <a:lnTo>
                    <a:pt x="247161" y="539884"/>
                  </a:lnTo>
                  <a:lnTo>
                    <a:pt x="247544" y="539303"/>
                  </a:lnTo>
                  <a:lnTo>
                    <a:pt x="248090" y="538883"/>
                  </a:lnTo>
                  <a:lnTo>
                    <a:pt x="251525" y="536541"/>
                  </a:lnTo>
                  <a:lnTo>
                    <a:pt x="254071" y="533918"/>
                  </a:lnTo>
                  <a:lnTo>
                    <a:pt x="257113" y="529805"/>
                  </a:lnTo>
                  <a:lnTo>
                    <a:pt x="258355" y="528526"/>
                  </a:lnTo>
                  <a:lnTo>
                    <a:pt x="262818" y="527542"/>
                  </a:lnTo>
                  <a:lnTo>
                    <a:pt x="264799" y="527408"/>
                  </a:lnTo>
                  <a:lnTo>
                    <a:pt x="264781" y="526677"/>
                  </a:lnTo>
                  <a:lnTo>
                    <a:pt x="264117" y="526385"/>
                  </a:lnTo>
                  <a:lnTo>
                    <a:pt x="261102" y="526577"/>
                  </a:lnTo>
                  <a:lnTo>
                    <a:pt x="257084" y="528222"/>
                  </a:lnTo>
                  <a:lnTo>
                    <a:pt x="256396" y="528815"/>
                  </a:lnTo>
                  <a:lnTo>
                    <a:pt x="254639" y="531375"/>
                  </a:lnTo>
                  <a:lnTo>
                    <a:pt x="253283" y="532773"/>
                  </a:lnTo>
                  <a:lnTo>
                    <a:pt x="249470" y="535968"/>
                  </a:lnTo>
                  <a:lnTo>
                    <a:pt x="246995" y="535967"/>
                  </a:lnTo>
                  <a:lnTo>
                    <a:pt x="244440" y="532142"/>
                  </a:lnTo>
                  <a:lnTo>
                    <a:pt x="241588" y="532875"/>
                  </a:lnTo>
                  <a:lnTo>
                    <a:pt x="239663" y="532622"/>
                  </a:lnTo>
                  <a:lnTo>
                    <a:pt x="239102" y="532047"/>
                  </a:lnTo>
                  <a:lnTo>
                    <a:pt x="238678" y="526822"/>
                  </a:lnTo>
                  <a:lnTo>
                    <a:pt x="240230" y="520726"/>
                  </a:lnTo>
                  <a:lnTo>
                    <a:pt x="238556" y="520670"/>
                  </a:lnTo>
                  <a:lnTo>
                    <a:pt x="238209" y="520423"/>
                  </a:lnTo>
                  <a:lnTo>
                    <a:pt x="237325" y="519035"/>
                  </a:lnTo>
                  <a:lnTo>
                    <a:pt x="236749" y="518623"/>
                  </a:lnTo>
                  <a:lnTo>
                    <a:pt x="237177" y="517886"/>
                  </a:lnTo>
                  <a:lnTo>
                    <a:pt x="241309" y="515001"/>
                  </a:lnTo>
                  <a:lnTo>
                    <a:pt x="247487" y="509342"/>
                  </a:lnTo>
                  <a:lnTo>
                    <a:pt x="250147" y="507119"/>
                  </a:lnTo>
                  <a:lnTo>
                    <a:pt x="251789" y="506160"/>
                  </a:lnTo>
                  <a:lnTo>
                    <a:pt x="253030" y="505060"/>
                  </a:lnTo>
                  <a:lnTo>
                    <a:pt x="254540" y="502680"/>
                  </a:lnTo>
                  <a:lnTo>
                    <a:pt x="255040" y="501638"/>
                  </a:lnTo>
                  <a:lnTo>
                    <a:pt x="255882" y="500798"/>
                  </a:lnTo>
                  <a:lnTo>
                    <a:pt x="257658" y="499852"/>
                  </a:lnTo>
                  <a:lnTo>
                    <a:pt x="259599" y="498420"/>
                  </a:lnTo>
                  <a:lnTo>
                    <a:pt x="262749" y="495194"/>
                  </a:lnTo>
                  <a:lnTo>
                    <a:pt x="263159" y="494003"/>
                  </a:lnTo>
                  <a:lnTo>
                    <a:pt x="262476" y="493724"/>
                  </a:lnTo>
                  <a:lnTo>
                    <a:pt x="261002" y="494823"/>
                  </a:lnTo>
                  <a:lnTo>
                    <a:pt x="258007" y="497771"/>
                  </a:lnTo>
                  <a:lnTo>
                    <a:pt x="255870" y="499430"/>
                  </a:lnTo>
                  <a:lnTo>
                    <a:pt x="248580" y="506852"/>
                  </a:lnTo>
                  <a:lnTo>
                    <a:pt x="245477" y="509555"/>
                  </a:lnTo>
                  <a:lnTo>
                    <a:pt x="243788" y="511279"/>
                  </a:lnTo>
                  <a:lnTo>
                    <a:pt x="242478" y="512927"/>
                  </a:lnTo>
                  <a:lnTo>
                    <a:pt x="241090" y="514100"/>
                  </a:lnTo>
                  <a:lnTo>
                    <a:pt x="239625" y="514799"/>
                  </a:lnTo>
                  <a:lnTo>
                    <a:pt x="236496" y="515325"/>
                  </a:lnTo>
                  <a:lnTo>
                    <a:pt x="234960" y="515933"/>
                  </a:lnTo>
                  <a:lnTo>
                    <a:pt x="234035" y="515486"/>
                  </a:lnTo>
                  <a:lnTo>
                    <a:pt x="233628" y="511968"/>
                  </a:lnTo>
                  <a:lnTo>
                    <a:pt x="233939" y="509885"/>
                  </a:lnTo>
                  <a:lnTo>
                    <a:pt x="233791" y="507828"/>
                  </a:lnTo>
                  <a:lnTo>
                    <a:pt x="234571" y="504884"/>
                  </a:lnTo>
                  <a:lnTo>
                    <a:pt x="235729" y="502799"/>
                  </a:lnTo>
                  <a:lnTo>
                    <a:pt x="236215" y="501667"/>
                  </a:lnTo>
                  <a:lnTo>
                    <a:pt x="236423" y="500888"/>
                  </a:lnTo>
                  <a:lnTo>
                    <a:pt x="238812" y="498733"/>
                  </a:lnTo>
                  <a:lnTo>
                    <a:pt x="240129" y="497777"/>
                  </a:lnTo>
                  <a:lnTo>
                    <a:pt x="241060" y="495620"/>
                  </a:lnTo>
                  <a:lnTo>
                    <a:pt x="246363" y="494854"/>
                  </a:lnTo>
                  <a:lnTo>
                    <a:pt x="247729" y="494930"/>
                  </a:lnTo>
                  <a:lnTo>
                    <a:pt x="248456" y="494642"/>
                  </a:lnTo>
                  <a:lnTo>
                    <a:pt x="248999" y="494014"/>
                  </a:lnTo>
                  <a:lnTo>
                    <a:pt x="248476" y="493529"/>
                  </a:lnTo>
                  <a:lnTo>
                    <a:pt x="246888" y="493189"/>
                  </a:lnTo>
                  <a:lnTo>
                    <a:pt x="242664" y="493254"/>
                  </a:lnTo>
                  <a:lnTo>
                    <a:pt x="238761" y="492884"/>
                  </a:lnTo>
                  <a:lnTo>
                    <a:pt x="236980" y="492513"/>
                  </a:lnTo>
                  <a:lnTo>
                    <a:pt x="236120" y="492728"/>
                  </a:lnTo>
                  <a:lnTo>
                    <a:pt x="234702" y="492099"/>
                  </a:lnTo>
                  <a:lnTo>
                    <a:pt x="233152" y="490902"/>
                  </a:lnTo>
                  <a:lnTo>
                    <a:pt x="230748" y="486497"/>
                  </a:lnTo>
                  <a:lnTo>
                    <a:pt x="231710" y="480842"/>
                  </a:lnTo>
                  <a:lnTo>
                    <a:pt x="231794" y="478146"/>
                  </a:lnTo>
                  <a:lnTo>
                    <a:pt x="234849" y="475781"/>
                  </a:lnTo>
                  <a:lnTo>
                    <a:pt x="236483" y="474998"/>
                  </a:lnTo>
                  <a:lnTo>
                    <a:pt x="238802" y="473217"/>
                  </a:lnTo>
                  <a:lnTo>
                    <a:pt x="241898" y="470194"/>
                  </a:lnTo>
                  <a:lnTo>
                    <a:pt x="245592" y="468349"/>
                  </a:lnTo>
                  <a:lnTo>
                    <a:pt x="247474" y="468007"/>
                  </a:lnTo>
                  <a:lnTo>
                    <a:pt x="249039" y="468271"/>
                  </a:lnTo>
                  <a:lnTo>
                    <a:pt x="254822" y="470890"/>
                  </a:lnTo>
                  <a:lnTo>
                    <a:pt x="257796" y="471402"/>
                  </a:lnTo>
                  <a:lnTo>
                    <a:pt x="260410" y="470771"/>
                  </a:lnTo>
                  <a:lnTo>
                    <a:pt x="263690" y="471694"/>
                  </a:lnTo>
                  <a:lnTo>
                    <a:pt x="269492" y="475465"/>
                  </a:lnTo>
                  <a:lnTo>
                    <a:pt x="270612" y="474902"/>
                  </a:lnTo>
                  <a:lnTo>
                    <a:pt x="270287" y="473989"/>
                  </a:lnTo>
                  <a:lnTo>
                    <a:pt x="263816" y="470007"/>
                  </a:lnTo>
                  <a:lnTo>
                    <a:pt x="263854" y="468818"/>
                  </a:lnTo>
                  <a:lnTo>
                    <a:pt x="265510" y="468506"/>
                  </a:lnTo>
                  <a:lnTo>
                    <a:pt x="267278" y="467349"/>
                  </a:lnTo>
                  <a:lnTo>
                    <a:pt x="266281" y="466667"/>
                  </a:lnTo>
                  <a:lnTo>
                    <a:pt x="261983" y="467260"/>
                  </a:lnTo>
                  <a:lnTo>
                    <a:pt x="260743" y="468208"/>
                  </a:lnTo>
                  <a:lnTo>
                    <a:pt x="256575" y="468700"/>
                  </a:lnTo>
                  <a:lnTo>
                    <a:pt x="254398" y="467891"/>
                  </a:lnTo>
                  <a:lnTo>
                    <a:pt x="252444" y="467492"/>
                  </a:lnTo>
                  <a:lnTo>
                    <a:pt x="249511" y="465772"/>
                  </a:lnTo>
                  <a:lnTo>
                    <a:pt x="247057" y="466333"/>
                  </a:lnTo>
                  <a:lnTo>
                    <a:pt x="245509" y="467012"/>
                  </a:lnTo>
                  <a:lnTo>
                    <a:pt x="242766" y="467654"/>
                  </a:lnTo>
                  <a:lnTo>
                    <a:pt x="241775" y="468111"/>
                  </a:lnTo>
                  <a:lnTo>
                    <a:pt x="236423" y="473524"/>
                  </a:lnTo>
                  <a:lnTo>
                    <a:pt x="234170" y="474650"/>
                  </a:lnTo>
                  <a:lnTo>
                    <a:pt x="232566" y="474279"/>
                  </a:lnTo>
                  <a:lnTo>
                    <a:pt x="233692" y="470756"/>
                  </a:lnTo>
                  <a:lnTo>
                    <a:pt x="234017" y="469365"/>
                  </a:lnTo>
                  <a:lnTo>
                    <a:pt x="234015" y="467850"/>
                  </a:lnTo>
                  <a:lnTo>
                    <a:pt x="234483" y="465775"/>
                  </a:lnTo>
                  <a:lnTo>
                    <a:pt x="237225" y="461824"/>
                  </a:lnTo>
                  <a:lnTo>
                    <a:pt x="238950" y="457497"/>
                  </a:lnTo>
                  <a:lnTo>
                    <a:pt x="239679" y="454814"/>
                  </a:lnTo>
                  <a:lnTo>
                    <a:pt x="241027" y="454514"/>
                  </a:lnTo>
                  <a:lnTo>
                    <a:pt x="242869" y="454909"/>
                  </a:lnTo>
                  <a:lnTo>
                    <a:pt x="248399" y="456649"/>
                  </a:lnTo>
                  <a:lnTo>
                    <a:pt x="253001" y="458722"/>
                  </a:lnTo>
                  <a:lnTo>
                    <a:pt x="256395" y="459277"/>
                  </a:lnTo>
                  <a:lnTo>
                    <a:pt x="258627" y="459334"/>
                  </a:lnTo>
                  <a:lnTo>
                    <a:pt x="259584" y="458673"/>
                  </a:lnTo>
                  <a:lnTo>
                    <a:pt x="260338" y="457523"/>
                  </a:lnTo>
                  <a:lnTo>
                    <a:pt x="260628" y="456727"/>
                  </a:lnTo>
                  <a:lnTo>
                    <a:pt x="260847" y="455097"/>
                  </a:lnTo>
                  <a:lnTo>
                    <a:pt x="261103" y="454518"/>
                  </a:lnTo>
                  <a:lnTo>
                    <a:pt x="261848" y="453807"/>
                  </a:lnTo>
                  <a:lnTo>
                    <a:pt x="263375" y="451334"/>
                  </a:lnTo>
                  <a:lnTo>
                    <a:pt x="263840" y="449571"/>
                  </a:lnTo>
                  <a:lnTo>
                    <a:pt x="263340" y="448545"/>
                  </a:lnTo>
                  <a:lnTo>
                    <a:pt x="262325" y="448650"/>
                  </a:lnTo>
                  <a:lnTo>
                    <a:pt x="260342" y="449325"/>
                  </a:lnTo>
                  <a:lnTo>
                    <a:pt x="260075" y="449607"/>
                  </a:lnTo>
                  <a:lnTo>
                    <a:pt x="260111" y="450156"/>
                  </a:lnTo>
                  <a:lnTo>
                    <a:pt x="258193" y="452885"/>
                  </a:lnTo>
                  <a:lnTo>
                    <a:pt x="256102" y="453512"/>
                  </a:lnTo>
                  <a:lnTo>
                    <a:pt x="251294" y="454429"/>
                  </a:lnTo>
                  <a:lnTo>
                    <a:pt x="249101" y="454493"/>
                  </a:lnTo>
                  <a:lnTo>
                    <a:pt x="245202" y="453225"/>
                  </a:lnTo>
                  <a:lnTo>
                    <a:pt x="244613" y="452728"/>
                  </a:lnTo>
                  <a:lnTo>
                    <a:pt x="244207" y="451797"/>
                  </a:lnTo>
                  <a:lnTo>
                    <a:pt x="239424" y="452008"/>
                  </a:lnTo>
                  <a:lnTo>
                    <a:pt x="237994" y="452288"/>
                  </a:lnTo>
                  <a:lnTo>
                    <a:pt x="236857" y="452166"/>
                  </a:lnTo>
                  <a:lnTo>
                    <a:pt x="237415" y="450547"/>
                  </a:lnTo>
                  <a:lnTo>
                    <a:pt x="238927" y="448749"/>
                  </a:lnTo>
                  <a:lnTo>
                    <a:pt x="241046" y="442902"/>
                  </a:lnTo>
                  <a:lnTo>
                    <a:pt x="242820" y="441406"/>
                  </a:lnTo>
                  <a:lnTo>
                    <a:pt x="246345" y="440010"/>
                  </a:lnTo>
                  <a:lnTo>
                    <a:pt x="250024" y="440235"/>
                  </a:lnTo>
                  <a:lnTo>
                    <a:pt x="256387" y="444754"/>
                  </a:lnTo>
                  <a:lnTo>
                    <a:pt x="258307" y="445150"/>
                  </a:lnTo>
                  <a:lnTo>
                    <a:pt x="260067" y="444785"/>
                  </a:lnTo>
                  <a:lnTo>
                    <a:pt x="264276" y="443270"/>
                  </a:lnTo>
                  <a:lnTo>
                    <a:pt x="265049" y="442657"/>
                  </a:lnTo>
                  <a:lnTo>
                    <a:pt x="266563" y="440781"/>
                  </a:lnTo>
                  <a:lnTo>
                    <a:pt x="268331" y="437572"/>
                  </a:lnTo>
                  <a:lnTo>
                    <a:pt x="268244" y="436812"/>
                  </a:lnTo>
                  <a:lnTo>
                    <a:pt x="265533" y="438605"/>
                  </a:lnTo>
                  <a:lnTo>
                    <a:pt x="264087" y="439089"/>
                  </a:lnTo>
                  <a:lnTo>
                    <a:pt x="262861" y="439089"/>
                  </a:lnTo>
                  <a:lnTo>
                    <a:pt x="263999" y="433223"/>
                  </a:lnTo>
                  <a:lnTo>
                    <a:pt x="264442" y="428729"/>
                  </a:lnTo>
                  <a:lnTo>
                    <a:pt x="264867" y="427614"/>
                  </a:lnTo>
                  <a:lnTo>
                    <a:pt x="268432" y="427951"/>
                  </a:lnTo>
                  <a:lnTo>
                    <a:pt x="273303" y="427344"/>
                  </a:lnTo>
                  <a:lnTo>
                    <a:pt x="274464" y="426363"/>
                  </a:lnTo>
                  <a:lnTo>
                    <a:pt x="274446" y="425927"/>
                  </a:lnTo>
                  <a:lnTo>
                    <a:pt x="272490" y="425331"/>
                  </a:lnTo>
                  <a:lnTo>
                    <a:pt x="271548" y="424080"/>
                  </a:lnTo>
                  <a:lnTo>
                    <a:pt x="269910" y="424476"/>
                  </a:lnTo>
                  <a:lnTo>
                    <a:pt x="267716" y="425309"/>
                  </a:lnTo>
                  <a:lnTo>
                    <a:pt x="264963" y="425214"/>
                  </a:lnTo>
                  <a:lnTo>
                    <a:pt x="265196" y="423284"/>
                  </a:lnTo>
                  <a:lnTo>
                    <a:pt x="267214" y="419236"/>
                  </a:lnTo>
                  <a:lnTo>
                    <a:pt x="267422" y="417391"/>
                  </a:lnTo>
                  <a:lnTo>
                    <a:pt x="268209" y="413703"/>
                  </a:lnTo>
                  <a:lnTo>
                    <a:pt x="268288" y="411812"/>
                  </a:lnTo>
                  <a:lnTo>
                    <a:pt x="269310" y="409971"/>
                  </a:lnTo>
                  <a:lnTo>
                    <a:pt x="272493" y="408659"/>
                  </a:lnTo>
                  <a:lnTo>
                    <a:pt x="273829" y="407876"/>
                  </a:lnTo>
                  <a:lnTo>
                    <a:pt x="273902" y="407019"/>
                  </a:lnTo>
                  <a:lnTo>
                    <a:pt x="271995" y="403752"/>
                  </a:lnTo>
                  <a:lnTo>
                    <a:pt x="272479" y="402851"/>
                  </a:lnTo>
                  <a:lnTo>
                    <a:pt x="273975" y="402028"/>
                  </a:lnTo>
                  <a:lnTo>
                    <a:pt x="274533" y="401428"/>
                  </a:lnTo>
                  <a:lnTo>
                    <a:pt x="274152" y="401053"/>
                  </a:lnTo>
                  <a:lnTo>
                    <a:pt x="272774" y="400692"/>
                  </a:lnTo>
                  <a:lnTo>
                    <a:pt x="270656" y="401413"/>
                  </a:lnTo>
                  <a:lnTo>
                    <a:pt x="268310" y="401760"/>
                  </a:lnTo>
                  <a:lnTo>
                    <a:pt x="266234" y="400676"/>
                  </a:lnTo>
                  <a:lnTo>
                    <a:pt x="264613" y="400158"/>
                  </a:lnTo>
                  <a:lnTo>
                    <a:pt x="263586" y="400321"/>
                  </a:lnTo>
                  <a:lnTo>
                    <a:pt x="260796" y="402174"/>
                  </a:lnTo>
                  <a:lnTo>
                    <a:pt x="259819" y="402234"/>
                  </a:lnTo>
                  <a:lnTo>
                    <a:pt x="258612" y="401721"/>
                  </a:lnTo>
                  <a:lnTo>
                    <a:pt x="250610" y="400113"/>
                  </a:lnTo>
                  <a:lnTo>
                    <a:pt x="249618" y="399546"/>
                  </a:lnTo>
                  <a:lnTo>
                    <a:pt x="246752" y="396769"/>
                  </a:lnTo>
                  <a:lnTo>
                    <a:pt x="244390" y="394937"/>
                  </a:lnTo>
                  <a:lnTo>
                    <a:pt x="241246" y="392934"/>
                  </a:lnTo>
                  <a:lnTo>
                    <a:pt x="237169" y="391415"/>
                  </a:lnTo>
                  <a:lnTo>
                    <a:pt x="232161" y="390374"/>
                  </a:lnTo>
                  <a:lnTo>
                    <a:pt x="229163" y="389395"/>
                  </a:lnTo>
                  <a:lnTo>
                    <a:pt x="227686" y="388014"/>
                  </a:lnTo>
                  <a:lnTo>
                    <a:pt x="225155" y="384977"/>
                  </a:lnTo>
                  <a:lnTo>
                    <a:pt x="223231" y="382445"/>
                  </a:lnTo>
                  <a:lnTo>
                    <a:pt x="222871" y="381192"/>
                  </a:lnTo>
                  <a:lnTo>
                    <a:pt x="224001" y="379645"/>
                  </a:lnTo>
                  <a:lnTo>
                    <a:pt x="225152" y="378535"/>
                  </a:lnTo>
                  <a:lnTo>
                    <a:pt x="227318" y="377621"/>
                  </a:lnTo>
                  <a:lnTo>
                    <a:pt x="231056" y="377923"/>
                  </a:lnTo>
                  <a:lnTo>
                    <a:pt x="233063" y="378331"/>
                  </a:lnTo>
                  <a:lnTo>
                    <a:pt x="235273" y="379203"/>
                  </a:lnTo>
                  <a:lnTo>
                    <a:pt x="236944" y="379367"/>
                  </a:lnTo>
                  <a:lnTo>
                    <a:pt x="240414" y="379120"/>
                  </a:lnTo>
                  <a:lnTo>
                    <a:pt x="243940" y="379676"/>
                  </a:lnTo>
                  <a:lnTo>
                    <a:pt x="246031" y="380286"/>
                  </a:lnTo>
                  <a:lnTo>
                    <a:pt x="248775" y="381562"/>
                  </a:lnTo>
                  <a:lnTo>
                    <a:pt x="256349" y="386985"/>
                  </a:lnTo>
                  <a:lnTo>
                    <a:pt x="259509" y="388870"/>
                  </a:lnTo>
                  <a:lnTo>
                    <a:pt x="260883" y="389096"/>
                  </a:lnTo>
                  <a:lnTo>
                    <a:pt x="266548" y="391110"/>
                  </a:lnTo>
                  <a:lnTo>
                    <a:pt x="267456" y="391073"/>
                  </a:lnTo>
                  <a:lnTo>
                    <a:pt x="269775" y="390128"/>
                  </a:lnTo>
                  <a:lnTo>
                    <a:pt x="270005" y="389516"/>
                  </a:lnTo>
                  <a:lnTo>
                    <a:pt x="269222" y="388913"/>
                  </a:lnTo>
                  <a:lnTo>
                    <a:pt x="266722" y="388444"/>
                  </a:lnTo>
                  <a:lnTo>
                    <a:pt x="263788" y="386221"/>
                  </a:lnTo>
                  <a:lnTo>
                    <a:pt x="261966" y="384457"/>
                  </a:lnTo>
                  <a:lnTo>
                    <a:pt x="261759" y="381539"/>
                  </a:lnTo>
                  <a:lnTo>
                    <a:pt x="261996" y="379904"/>
                  </a:lnTo>
                  <a:lnTo>
                    <a:pt x="262454" y="379161"/>
                  </a:lnTo>
                  <a:lnTo>
                    <a:pt x="262774" y="376659"/>
                  </a:lnTo>
                  <a:lnTo>
                    <a:pt x="261074" y="375172"/>
                  </a:lnTo>
                  <a:lnTo>
                    <a:pt x="259886" y="374702"/>
                  </a:lnTo>
                  <a:lnTo>
                    <a:pt x="256728" y="372535"/>
                  </a:lnTo>
                  <a:lnTo>
                    <a:pt x="256464" y="371997"/>
                  </a:lnTo>
                  <a:lnTo>
                    <a:pt x="257978" y="371743"/>
                  </a:lnTo>
                  <a:lnTo>
                    <a:pt x="259461" y="371892"/>
                  </a:lnTo>
                  <a:lnTo>
                    <a:pt x="262646" y="372990"/>
                  </a:lnTo>
                  <a:lnTo>
                    <a:pt x="264316" y="373141"/>
                  </a:lnTo>
                  <a:lnTo>
                    <a:pt x="265530" y="372711"/>
                  </a:lnTo>
                  <a:lnTo>
                    <a:pt x="265670" y="372267"/>
                  </a:lnTo>
                  <a:lnTo>
                    <a:pt x="263734" y="371022"/>
                  </a:lnTo>
                  <a:lnTo>
                    <a:pt x="261311" y="368788"/>
                  </a:lnTo>
                  <a:lnTo>
                    <a:pt x="256250" y="368461"/>
                  </a:lnTo>
                  <a:lnTo>
                    <a:pt x="252966" y="368712"/>
                  </a:lnTo>
                  <a:lnTo>
                    <a:pt x="250867" y="367946"/>
                  </a:lnTo>
                  <a:lnTo>
                    <a:pt x="248633" y="366701"/>
                  </a:lnTo>
                  <a:lnTo>
                    <a:pt x="247199" y="366383"/>
                  </a:lnTo>
                  <a:lnTo>
                    <a:pt x="244269" y="367164"/>
                  </a:lnTo>
                  <a:lnTo>
                    <a:pt x="242786" y="367262"/>
                  </a:lnTo>
                  <a:lnTo>
                    <a:pt x="241434" y="366988"/>
                  </a:lnTo>
                  <a:lnTo>
                    <a:pt x="240100" y="363060"/>
                  </a:lnTo>
                  <a:lnTo>
                    <a:pt x="240455" y="361883"/>
                  </a:lnTo>
                  <a:lnTo>
                    <a:pt x="241501" y="361374"/>
                  </a:lnTo>
                  <a:lnTo>
                    <a:pt x="242291" y="360107"/>
                  </a:lnTo>
                  <a:lnTo>
                    <a:pt x="242845" y="358782"/>
                  </a:lnTo>
                  <a:lnTo>
                    <a:pt x="244581" y="357487"/>
                  </a:lnTo>
                  <a:lnTo>
                    <a:pt x="254112" y="354602"/>
                  </a:lnTo>
                  <a:lnTo>
                    <a:pt x="256518" y="352457"/>
                  </a:lnTo>
                  <a:lnTo>
                    <a:pt x="256412" y="352127"/>
                  </a:lnTo>
                  <a:lnTo>
                    <a:pt x="254790" y="352525"/>
                  </a:lnTo>
                  <a:lnTo>
                    <a:pt x="252715" y="353491"/>
                  </a:lnTo>
                  <a:lnTo>
                    <a:pt x="251327" y="353691"/>
                  </a:lnTo>
                  <a:lnTo>
                    <a:pt x="245715" y="352441"/>
                  </a:lnTo>
                  <a:lnTo>
                    <a:pt x="244841" y="352725"/>
                  </a:lnTo>
                  <a:lnTo>
                    <a:pt x="242568" y="354520"/>
                  </a:lnTo>
                  <a:lnTo>
                    <a:pt x="239485" y="356469"/>
                  </a:lnTo>
                  <a:lnTo>
                    <a:pt x="238064" y="356351"/>
                  </a:lnTo>
                  <a:lnTo>
                    <a:pt x="236163" y="355197"/>
                  </a:lnTo>
                  <a:lnTo>
                    <a:pt x="235861" y="354376"/>
                  </a:lnTo>
                  <a:lnTo>
                    <a:pt x="235725" y="353389"/>
                  </a:lnTo>
                  <a:lnTo>
                    <a:pt x="237813" y="352039"/>
                  </a:lnTo>
                  <a:lnTo>
                    <a:pt x="238483" y="351321"/>
                  </a:lnTo>
                  <a:lnTo>
                    <a:pt x="239834" y="349400"/>
                  </a:lnTo>
                  <a:lnTo>
                    <a:pt x="239765" y="348447"/>
                  </a:lnTo>
                  <a:lnTo>
                    <a:pt x="237460" y="348970"/>
                  </a:lnTo>
                  <a:lnTo>
                    <a:pt x="237159" y="348087"/>
                  </a:lnTo>
                  <a:lnTo>
                    <a:pt x="237197" y="346572"/>
                  </a:lnTo>
                  <a:lnTo>
                    <a:pt x="236973" y="344656"/>
                  </a:lnTo>
                  <a:lnTo>
                    <a:pt x="236406" y="342764"/>
                  </a:lnTo>
                  <a:lnTo>
                    <a:pt x="234514" y="339860"/>
                  </a:lnTo>
                  <a:lnTo>
                    <a:pt x="233729" y="339112"/>
                  </a:lnTo>
                  <a:lnTo>
                    <a:pt x="233082" y="338039"/>
                  </a:lnTo>
                  <a:lnTo>
                    <a:pt x="231657" y="334111"/>
                  </a:lnTo>
                  <a:lnTo>
                    <a:pt x="232070" y="333129"/>
                  </a:lnTo>
                  <a:lnTo>
                    <a:pt x="233336" y="332384"/>
                  </a:lnTo>
                  <a:lnTo>
                    <a:pt x="233579" y="332041"/>
                  </a:lnTo>
                  <a:lnTo>
                    <a:pt x="230552" y="332658"/>
                  </a:lnTo>
                  <a:lnTo>
                    <a:pt x="230220" y="333337"/>
                  </a:lnTo>
                  <a:lnTo>
                    <a:pt x="230791" y="334336"/>
                  </a:lnTo>
                  <a:lnTo>
                    <a:pt x="231198" y="335670"/>
                  </a:lnTo>
                  <a:lnTo>
                    <a:pt x="231441" y="337336"/>
                  </a:lnTo>
                  <a:lnTo>
                    <a:pt x="231864" y="338795"/>
                  </a:lnTo>
                  <a:lnTo>
                    <a:pt x="232960" y="340392"/>
                  </a:lnTo>
                  <a:lnTo>
                    <a:pt x="233837" y="341235"/>
                  </a:lnTo>
                  <a:lnTo>
                    <a:pt x="235266" y="343458"/>
                  </a:lnTo>
                  <a:lnTo>
                    <a:pt x="235890" y="345902"/>
                  </a:lnTo>
                  <a:lnTo>
                    <a:pt x="235706" y="347191"/>
                  </a:lnTo>
                  <a:lnTo>
                    <a:pt x="234596" y="348502"/>
                  </a:lnTo>
                  <a:lnTo>
                    <a:pt x="232807" y="349918"/>
                  </a:lnTo>
                  <a:lnTo>
                    <a:pt x="232266" y="351089"/>
                  </a:lnTo>
                  <a:lnTo>
                    <a:pt x="232024" y="352256"/>
                  </a:lnTo>
                  <a:lnTo>
                    <a:pt x="230630" y="353336"/>
                  </a:lnTo>
                  <a:lnTo>
                    <a:pt x="229774" y="352932"/>
                  </a:lnTo>
                  <a:lnTo>
                    <a:pt x="229097" y="352867"/>
                  </a:lnTo>
                  <a:lnTo>
                    <a:pt x="229896" y="354793"/>
                  </a:lnTo>
                  <a:lnTo>
                    <a:pt x="230411" y="356765"/>
                  </a:lnTo>
                  <a:lnTo>
                    <a:pt x="229790" y="358743"/>
                  </a:lnTo>
                  <a:lnTo>
                    <a:pt x="228134" y="359939"/>
                  </a:lnTo>
                  <a:lnTo>
                    <a:pt x="227235" y="359976"/>
                  </a:lnTo>
                  <a:lnTo>
                    <a:pt x="225467" y="360945"/>
                  </a:lnTo>
                  <a:lnTo>
                    <a:pt x="220942" y="361454"/>
                  </a:lnTo>
                  <a:lnTo>
                    <a:pt x="219366" y="361216"/>
                  </a:lnTo>
                  <a:lnTo>
                    <a:pt x="216477" y="360232"/>
                  </a:lnTo>
                  <a:lnTo>
                    <a:pt x="213052" y="359696"/>
                  </a:lnTo>
                  <a:lnTo>
                    <a:pt x="211693" y="358365"/>
                  </a:lnTo>
                  <a:lnTo>
                    <a:pt x="209912" y="355950"/>
                  </a:lnTo>
                  <a:lnTo>
                    <a:pt x="209013" y="353786"/>
                  </a:lnTo>
                  <a:lnTo>
                    <a:pt x="208995" y="351873"/>
                  </a:lnTo>
                  <a:lnTo>
                    <a:pt x="209477" y="350480"/>
                  </a:lnTo>
                  <a:lnTo>
                    <a:pt x="210459" y="349605"/>
                  </a:lnTo>
                  <a:lnTo>
                    <a:pt x="211638" y="344008"/>
                  </a:lnTo>
                  <a:lnTo>
                    <a:pt x="213306" y="339486"/>
                  </a:lnTo>
                  <a:lnTo>
                    <a:pt x="217507" y="334826"/>
                  </a:lnTo>
                  <a:lnTo>
                    <a:pt x="218705" y="333140"/>
                  </a:lnTo>
                  <a:lnTo>
                    <a:pt x="219100" y="332234"/>
                  </a:lnTo>
                  <a:lnTo>
                    <a:pt x="219094" y="331546"/>
                  </a:lnTo>
                  <a:lnTo>
                    <a:pt x="218415" y="331109"/>
                  </a:lnTo>
                  <a:lnTo>
                    <a:pt x="213251" y="336860"/>
                  </a:lnTo>
                  <a:lnTo>
                    <a:pt x="210066" y="337472"/>
                  </a:lnTo>
                  <a:lnTo>
                    <a:pt x="209115" y="336179"/>
                  </a:lnTo>
                  <a:lnTo>
                    <a:pt x="209403" y="333879"/>
                  </a:lnTo>
                  <a:lnTo>
                    <a:pt x="209970" y="333345"/>
                  </a:lnTo>
                  <a:lnTo>
                    <a:pt x="212546" y="333563"/>
                  </a:lnTo>
                  <a:lnTo>
                    <a:pt x="213548" y="332285"/>
                  </a:lnTo>
                  <a:lnTo>
                    <a:pt x="211936" y="330350"/>
                  </a:lnTo>
                  <a:lnTo>
                    <a:pt x="210221" y="329844"/>
                  </a:lnTo>
                  <a:lnTo>
                    <a:pt x="209819" y="329357"/>
                  </a:lnTo>
                  <a:lnTo>
                    <a:pt x="211585" y="327886"/>
                  </a:lnTo>
                  <a:lnTo>
                    <a:pt x="215667" y="327994"/>
                  </a:lnTo>
                  <a:lnTo>
                    <a:pt x="216589" y="326965"/>
                  </a:lnTo>
                  <a:lnTo>
                    <a:pt x="218067" y="325856"/>
                  </a:lnTo>
                  <a:lnTo>
                    <a:pt x="219707" y="323798"/>
                  </a:lnTo>
                  <a:lnTo>
                    <a:pt x="220320" y="322067"/>
                  </a:lnTo>
                  <a:lnTo>
                    <a:pt x="220458" y="320581"/>
                  </a:lnTo>
                  <a:lnTo>
                    <a:pt x="220105" y="319382"/>
                  </a:lnTo>
                  <a:lnTo>
                    <a:pt x="220067" y="318180"/>
                  </a:lnTo>
                  <a:lnTo>
                    <a:pt x="220346" y="316975"/>
                  </a:lnTo>
                  <a:lnTo>
                    <a:pt x="219917" y="315643"/>
                  </a:lnTo>
                  <a:lnTo>
                    <a:pt x="218783" y="314188"/>
                  </a:lnTo>
                  <a:lnTo>
                    <a:pt x="216261" y="312761"/>
                  </a:lnTo>
                  <a:lnTo>
                    <a:pt x="215519" y="314371"/>
                  </a:lnTo>
                  <a:lnTo>
                    <a:pt x="214734" y="315033"/>
                  </a:lnTo>
                  <a:lnTo>
                    <a:pt x="213631" y="315182"/>
                  </a:lnTo>
                  <a:lnTo>
                    <a:pt x="212613" y="314503"/>
                  </a:lnTo>
                  <a:lnTo>
                    <a:pt x="211552" y="314260"/>
                  </a:lnTo>
                  <a:lnTo>
                    <a:pt x="210509" y="313654"/>
                  </a:lnTo>
                  <a:lnTo>
                    <a:pt x="209426" y="313462"/>
                  </a:lnTo>
                  <a:lnTo>
                    <a:pt x="209004" y="312974"/>
                  </a:lnTo>
                  <a:lnTo>
                    <a:pt x="208733" y="311609"/>
                  </a:lnTo>
                  <a:lnTo>
                    <a:pt x="208709" y="309873"/>
                  </a:lnTo>
                  <a:lnTo>
                    <a:pt x="209934" y="309063"/>
                  </a:lnTo>
                  <a:lnTo>
                    <a:pt x="211639" y="308424"/>
                  </a:lnTo>
                  <a:lnTo>
                    <a:pt x="212781" y="307212"/>
                  </a:lnTo>
                  <a:lnTo>
                    <a:pt x="213530" y="305457"/>
                  </a:lnTo>
                  <a:lnTo>
                    <a:pt x="213639" y="303542"/>
                  </a:lnTo>
                  <a:lnTo>
                    <a:pt x="213106" y="301466"/>
                  </a:lnTo>
                  <a:lnTo>
                    <a:pt x="211720" y="299600"/>
                  </a:lnTo>
                  <a:lnTo>
                    <a:pt x="209155" y="301416"/>
                  </a:lnTo>
                  <a:lnTo>
                    <a:pt x="208147" y="301862"/>
                  </a:lnTo>
                  <a:lnTo>
                    <a:pt x="207915" y="300563"/>
                  </a:lnTo>
                  <a:lnTo>
                    <a:pt x="207560" y="299600"/>
                  </a:lnTo>
                  <a:lnTo>
                    <a:pt x="206482" y="298296"/>
                  </a:lnTo>
                  <a:lnTo>
                    <a:pt x="205062" y="297346"/>
                  </a:lnTo>
                  <a:lnTo>
                    <a:pt x="203697" y="296715"/>
                  </a:lnTo>
                  <a:lnTo>
                    <a:pt x="203634" y="295751"/>
                  </a:lnTo>
                  <a:lnTo>
                    <a:pt x="203958" y="294666"/>
                  </a:lnTo>
                  <a:lnTo>
                    <a:pt x="204563" y="293401"/>
                  </a:lnTo>
                  <a:lnTo>
                    <a:pt x="205350" y="290763"/>
                  </a:lnTo>
                  <a:lnTo>
                    <a:pt x="206216" y="290998"/>
                  </a:lnTo>
                  <a:lnTo>
                    <a:pt x="206936" y="290759"/>
                  </a:lnTo>
                  <a:lnTo>
                    <a:pt x="206520" y="288580"/>
                  </a:lnTo>
                  <a:lnTo>
                    <a:pt x="205824" y="286749"/>
                  </a:lnTo>
                  <a:lnTo>
                    <a:pt x="205007" y="285709"/>
                  </a:lnTo>
                  <a:lnTo>
                    <a:pt x="204978" y="285256"/>
                  </a:lnTo>
                  <a:lnTo>
                    <a:pt x="204789" y="284726"/>
                  </a:lnTo>
                  <a:lnTo>
                    <a:pt x="204158" y="283444"/>
                  </a:lnTo>
                  <a:lnTo>
                    <a:pt x="203451" y="282505"/>
                  </a:lnTo>
                  <a:lnTo>
                    <a:pt x="202218" y="279844"/>
                  </a:lnTo>
                  <a:lnTo>
                    <a:pt x="201327" y="278830"/>
                  </a:lnTo>
                  <a:lnTo>
                    <a:pt x="200185" y="278304"/>
                  </a:lnTo>
                  <a:lnTo>
                    <a:pt x="198955" y="278275"/>
                  </a:lnTo>
                  <a:lnTo>
                    <a:pt x="196980" y="278974"/>
                  </a:lnTo>
                  <a:lnTo>
                    <a:pt x="193335" y="279782"/>
                  </a:lnTo>
                  <a:lnTo>
                    <a:pt x="190449" y="280166"/>
                  </a:lnTo>
                  <a:lnTo>
                    <a:pt x="189968" y="279957"/>
                  </a:lnTo>
                  <a:lnTo>
                    <a:pt x="191411" y="278946"/>
                  </a:lnTo>
                  <a:lnTo>
                    <a:pt x="193539" y="277895"/>
                  </a:lnTo>
                  <a:lnTo>
                    <a:pt x="196356" y="277182"/>
                  </a:lnTo>
                  <a:lnTo>
                    <a:pt x="197178" y="275433"/>
                  </a:lnTo>
                  <a:lnTo>
                    <a:pt x="196874" y="273920"/>
                  </a:lnTo>
                  <a:lnTo>
                    <a:pt x="196991" y="272486"/>
                  </a:lnTo>
                  <a:lnTo>
                    <a:pt x="196218" y="270975"/>
                  </a:lnTo>
                  <a:lnTo>
                    <a:pt x="196970" y="270138"/>
                  </a:lnTo>
                  <a:lnTo>
                    <a:pt x="199535" y="269295"/>
                  </a:lnTo>
                  <a:lnTo>
                    <a:pt x="200696" y="269166"/>
                  </a:lnTo>
                  <a:lnTo>
                    <a:pt x="201851" y="268092"/>
                  </a:lnTo>
                  <a:lnTo>
                    <a:pt x="198602" y="265507"/>
                  </a:lnTo>
                  <a:lnTo>
                    <a:pt x="195199" y="263811"/>
                  </a:lnTo>
                  <a:lnTo>
                    <a:pt x="194348" y="263123"/>
                  </a:lnTo>
                  <a:lnTo>
                    <a:pt x="193600" y="261989"/>
                  </a:lnTo>
                  <a:lnTo>
                    <a:pt x="192954" y="260411"/>
                  </a:lnTo>
                  <a:lnTo>
                    <a:pt x="191904" y="258831"/>
                  </a:lnTo>
                  <a:lnTo>
                    <a:pt x="190452" y="257249"/>
                  </a:lnTo>
                  <a:lnTo>
                    <a:pt x="188332" y="255721"/>
                  </a:lnTo>
                  <a:lnTo>
                    <a:pt x="182867" y="252928"/>
                  </a:lnTo>
                  <a:lnTo>
                    <a:pt x="180992" y="251002"/>
                  </a:lnTo>
                  <a:lnTo>
                    <a:pt x="179264" y="248054"/>
                  </a:lnTo>
                  <a:lnTo>
                    <a:pt x="178401" y="246797"/>
                  </a:lnTo>
                  <a:lnTo>
                    <a:pt x="177503" y="245867"/>
                  </a:lnTo>
                  <a:lnTo>
                    <a:pt x="173698" y="243687"/>
                  </a:lnTo>
                  <a:lnTo>
                    <a:pt x="173236" y="242725"/>
                  </a:lnTo>
                  <a:lnTo>
                    <a:pt x="177163" y="240161"/>
                  </a:lnTo>
                  <a:lnTo>
                    <a:pt x="177548" y="239138"/>
                  </a:lnTo>
                  <a:lnTo>
                    <a:pt x="175943" y="236026"/>
                  </a:lnTo>
                  <a:lnTo>
                    <a:pt x="174299" y="233749"/>
                  </a:lnTo>
                  <a:lnTo>
                    <a:pt x="172509" y="232941"/>
                  </a:lnTo>
                  <a:lnTo>
                    <a:pt x="169848" y="232525"/>
                  </a:lnTo>
                  <a:lnTo>
                    <a:pt x="167409" y="231514"/>
                  </a:lnTo>
                  <a:lnTo>
                    <a:pt x="165190" y="229912"/>
                  </a:lnTo>
                  <a:lnTo>
                    <a:pt x="162976" y="228739"/>
                  </a:lnTo>
                  <a:lnTo>
                    <a:pt x="159660" y="227625"/>
                  </a:lnTo>
                  <a:lnTo>
                    <a:pt x="154111" y="224758"/>
                  </a:lnTo>
                  <a:lnTo>
                    <a:pt x="145557" y="221689"/>
                  </a:lnTo>
                  <a:lnTo>
                    <a:pt x="141735" y="219896"/>
                  </a:lnTo>
                  <a:lnTo>
                    <a:pt x="139461" y="219242"/>
                  </a:lnTo>
                  <a:lnTo>
                    <a:pt x="136462" y="219075"/>
                  </a:lnTo>
                  <a:lnTo>
                    <a:pt x="130663" y="217400"/>
                  </a:lnTo>
                  <a:lnTo>
                    <a:pt x="125794" y="216865"/>
                  </a:lnTo>
                  <a:lnTo>
                    <a:pt x="122788" y="217110"/>
                  </a:lnTo>
                  <a:lnTo>
                    <a:pt x="121806" y="216833"/>
                  </a:lnTo>
                  <a:lnTo>
                    <a:pt x="119584" y="215132"/>
                  </a:lnTo>
                  <a:lnTo>
                    <a:pt x="116104" y="214158"/>
                  </a:lnTo>
                  <a:lnTo>
                    <a:pt x="114306" y="214530"/>
                  </a:lnTo>
                  <a:lnTo>
                    <a:pt x="112074" y="216350"/>
                  </a:lnTo>
                  <a:lnTo>
                    <a:pt x="109380" y="218144"/>
                  </a:lnTo>
                  <a:lnTo>
                    <a:pt x="107950" y="218387"/>
                  </a:lnTo>
                  <a:lnTo>
                    <a:pt x="105819" y="216745"/>
                  </a:lnTo>
                  <a:lnTo>
                    <a:pt x="104747" y="215598"/>
                  </a:lnTo>
                  <a:lnTo>
                    <a:pt x="103722" y="215208"/>
                  </a:lnTo>
                  <a:lnTo>
                    <a:pt x="102747" y="215578"/>
                  </a:lnTo>
                  <a:lnTo>
                    <a:pt x="100845" y="217082"/>
                  </a:lnTo>
                  <a:lnTo>
                    <a:pt x="99033" y="218171"/>
                  </a:lnTo>
                  <a:lnTo>
                    <a:pt x="96353" y="219463"/>
                  </a:lnTo>
                  <a:lnTo>
                    <a:pt x="94212" y="220084"/>
                  </a:lnTo>
                  <a:lnTo>
                    <a:pt x="91463" y="220235"/>
                  </a:lnTo>
                  <a:lnTo>
                    <a:pt x="90772" y="220702"/>
                  </a:lnTo>
                  <a:lnTo>
                    <a:pt x="89713" y="220724"/>
                  </a:lnTo>
                  <a:lnTo>
                    <a:pt x="88288" y="220299"/>
                  </a:lnTo>
                  <a:lnTo>
                    <a:pt x="86953" y="219457"/>
                  </a:lnTo>
                  <a:lnTo>
                    <a:pt x="85707" y="218198"/>
                  </a:lnTo>
                  <a:lnTo>
                    <a:pt x="84607" y="217518"/>
                  </a:lnTo>
                  <a:lnTo>
                    <a:pt x="83653" y="217419"/>
                  </a:lnTo>
                  <a:lnTo>
                    <a:pt x="81459" y="218071"/>
                  </a:lnTo>
                  <a:lnTo>
                    <a:pt x="78684" y="219987"/>
                  </a:lnTo>
                  <a:lnTo>
                    <a:pt x="77416" y="220449"/>
                  </a:lnTo>
                  <a:lnTo>
                    <a:pt x="76351" y="220248"/>
                  </a:lnTo>
                  <a:lnTo>
                    <a:pt x="75050" y="219651"/>
                  </a:lnTo>
                  <a:lnTo>
                    <a:pt x="72441" y="218123"/>
                  </a:lnTo>
                  <a:lnTo>
                    <a:pt x="70996" y="218269"/>
                  </a:lnTo>
                  <a:lnTo>
                    <a:pt x="69946" y="218804"/>
                  </a:lnTo>
                  <a:lnTo>
                    <a:pt x="70238" y="220074"/>
                  </a:lnTo>
                  <a:lnTo>
                    <a:pt x="72686" y="223083"/>
                  </a:lnTo>
                  <a:lnTo>
                    <a:pt x="74869" y="225229"/>
                  </a:lnTo>
                  <a:lnTo>
                    <a:pt x="73024" y="225483"/>
                  </a:lnTo>
                  <a:lnTo>
                    <a:pt x="56906" y="222580"/>
                  </a:lnTo>
                  <a:lnTo>
                    <a:pt x="54852" y="221878"/>
                  </a:lnTo>
                  <a:lnTo>
                    <a:pt x="51886" y="220123"/>
                  </a:lnTo>
                  <a:lnTo>
                    <a:pt x="49418" y="219046"/>
                  </a:lnTo>
                  <a:lnTo>
                    <a:pt x="45220" y="216262"/>
                  </a:lnTo>
                  <a:lnTo>
                    <a:pt x="41986" y="214754"/>
                  </a:lnTo>
                  <a:lnTo>
                    <a:pt x="40914" y="213577"/>
                  </a:lnTo>
                  <a:lnTo>
                    <a:pt x="40631" y="212766"/>
                  </a:lnTo>
                  <a:lnTo>
                    <a:pt x="41660" y="211669"/>
                  </a:lnTo>
                  <a:lnTo>
                    <a:pt x="48177" y="207973"/>
                  </a:lnTo>
                  <a:lnTo>
                    <a:pt x="50666" y="207227"/>
                  </a:lnTo>
                  <a:lnTo>
                    <a:pt x="55727" y="206336"/>
                  </a:lnTo>
                  <a:lnTo>
                    <a:pt x="56924" y="205778"/>
                  </a:lnTo>
                  <a:lnTo>
                    <a:pt x="57326" y="205335"/>
                  </a:lnTo>
                  <a:lnTo>
                    <a:pt x="55996" y="204536"/>
                  </a:lnTo>
                  <a:lnTo>
                    <a:pt x="49366" y="204821"/>
                  </a:lnTo>
                  <a:lnTo>
                    <a:pt x="43459" y="204286"/>
                  </a:lnTo>
                  <a:lnTo>
                    <a:pt x="38319" y="202816"/>
                  </a:lnTo>
                  <a:lnTo>
                    <a:pt x="37425" y="202328"/>
                  </a:lnTo>
                  <a:lnTo>
                    <a:pt x="36554" y="201431"/>
                  </a:lnTo>
                  <a:lnTo>
                    <a:pt x="35708" y="200122"/>
                  </a:lnTo>
                  <a:lnTo>
                    <a:pt x="35901" y="198657"/>
                  </a:lnTo>
                  <a:lnTo>
                    <a:pt x="37134" y="197037"/>
                  </a:lnTo>
                  <a:lnTo>
                    <a:pt x="37857" y="195926"/>
                  </a:lnTo>
                  <a:lnTo>
                    <a:pt x="38070" y="195323"/>
                  </a:lnTo>
                  <a:lnTo>
                    <a:pt x="31608" y="199308"/>
                  </a:lnTo>
                  <a:lnTo>
                    <a:pt x="28966" y="200704"/>
                  </a:lnTo>
                  <a:lnTo>
                    <a:pt x="26872" y="200276"/>
                  </a:lnTo>
                  <a:lnTo>
                    <a:pt x="25402" y="199616"/>
                  </a:lnTo>
                  <a:lnTo>
                    <a:pt x="24682" y="198880"/>
                  </a:lnTo>
                  <a:lnTo>
                    <a:pt x="24708" y="198070"/>
                  </a:lnTo>
                  <a:lnTo>
                    <a:pt x="24945" y="197479"/>
                  </a:lnTo>
                  <a:lnTo>
                    <a:pt x="25390" y="197110"/>
                  </a:lnTo>
                  <a:lnTo>
                    <a:pt x="21973" y="195459"/>
                  </a:lnTo>
                  <a:lnTo>
                    <a:pt x="20433" y="194165"/>
                  </a:lnTo>
                  <a:lnTo>
                    <a:pt x="20269" y="192829"/>
                  </a:lnTo>
                  <a:lnTo>
                    <a:pt x="21481" y="191451"/>
                  </a:lnTo>
                  <a:lnTo>
                    <a:pt x="22667" y="190451"/>
                  </a:lnTo>
                  <a:lnTo>
                    <a:pt x="23828" y="189828"/>
                  </a:lnTo>
                  <a:lnTo>
                    <a:pt x="26986" y="189284"/>
                  </a:lnTo>
                  <a:lnTo>
                    <a:pt x="38530" y="188245"/>
                  </a:lnTo>
                  <a:lnTo>
                    <a:pt x="46795" y="189240"/>
                  </a:lnTo>
                  <a:lnTo>
                    <a:pt x="49609" y="185942"/>
                  </a:lnTo>
                  <a:lnTo>
                    <a:pt x="51508" y="184890"/>
                  </a:lnTo>
                  <a:lnTo>
                    <a:pt x="57066" y="183795"/>
                  </a:lnTo>
                  <a:lnTo>
                    <a:pt x="65619" y="183645"/>
                  </a:lnTo>
                  <a:lnTo>
                    <a:pt x="71661" y="184250"/>
                  </a:lnTo>
                  <a:lnTo>
                    <a:pt x="74492" y="185023"/>
                  </a:lnTo>
                  <a:lnTo>
                    <a:pt x="78346" y="186730"/>
                  </a:lnTo>
                  <a:lnTo>
                    <a:pt x="78568" y="186215"/>
                  </a:lnTo>
                  <a:lnTo>
                    <a:pt x="77637" y="184675"/>
                  </a:lnTo>
                  <a:lnTo>
                    <a:pt x="77571" y="183397"/>
                  </a:lnTo>
                  <a:lnTo>
                    <a:pt x="79128" y="181177"/>
                  </a:lnTo>
                  <a:lnTo>
                    <a:pt x="79845" y="179783"/>
                  </a:lnTo>
                  <a:lnTo>
                    <a:pt x="79358" y="178331"/>
                  </a:lnTo>
                  <a:lnTo>
                    <a:pt x="77665" y="176819"/>
                  </a:lnTo>
                  <a:lnTo>
                    <a:pt x="74669" y="174883"/>
                  </a:lnTo>
                  <a:lnTo>
                    <a:pt x="73056" y="174723"/>
                  </a:lnTo>
                  <a:lnTo>
                    <a:pt x="71263" y="175189"/>
                  </a:lnTo>
                  <a:lnTo>
                    <a:pt x="69110" y="176262"/>
                  </a:lnTo>
                  <a:lnTo>
                    <a:pt x="64633" y="178969"/>
                  </a:lnTo>
                  <a:lnTo>
                    <a:pt x="62520" y="179534"/>
                  </a:lnTo>
                  <a:lnTo>
                    <a:pt x="58994" y="179679"/>
                  </a:lnTo>
                  <a:lnTo>
                    <a:pt x="57045" y="179337"/>
                  </a:lnTo>
                  <a:lnTo>
                    <a:pt x="55161" y="178931"/>
                  </a:lnTo>
                  <a:lnTo>
                    <a:pt x="52217" y="177496"/>
                  </a:lnTo>
                  <a:lnTo>
                    <a:pt x="51144" y="177227"/>
                  </a:lnTo>
                  <a:lnTo>
                    <a:pt x="49843" y="177856"/>
                  </a:lnTo>
                  <a:lnTo>
                    <a:pt x="48315" y="179385"/>
                  </a:lnTo>
                  <a:lnTo>
                    <a:pt x="46841" y="180455"/>
                  </a:lnTo>
                  <a:lnTo>
                    <a:pt x="45423" y="181067"/>
                  </a:lnTo>
                  <a:lnTo>
                    <a:pt x="44098" y="181332"/>
                  </a:lnTo>
                  <a:lnTo>
                    <a:pt x="42249" y="181208"/>
                  </a:lnTo>
                  <a:lnTo>
                    <a:pt x="34627" y="178829"/>
                  </a:lnTo>
                  <a:lnTo>
                    <a:pt x="32904" y="177770"/>
                  </a:lnTo>
                  <a:lnTo>
                    <a:pt x="32804" y="176166"/>
                  </a:lnTo>
                  <a:lnTo>
                    <a:pt x="30465" y="174611"/>
                  </a:lnTo>
                  <a:lnTo>
                    <a:pt x="27819" y="174340"/>
                  </a:lnTo>
                  <a:lnTo>
                    <a:pt x="27496" y="173819"/>
                  </a:lnTo>
                  <a:lnTo>
                    <a:pt x="30851" y="171424"/>
                  </a:lnTo>
                  <a:lnTo>
                    <a:pt x="33351" y="170445"/>
                  </a:lnTo>
                  <a:lnTo>
                    <a:pt x="32949" y="170150"/>
                  </a:lnTo>
                  <a:lnTo>
                    <a:pt x="29318" y="170099"/>
                  </a:lnTo>
                  <a:lnTo>
                    <a:pt x="26867" y="171372"/>
                  </a:lnTo>
                  <a:lnTo>
                    <a:pt x="25463" y="171587"/>
                  </a:lnTo>
                  <a:lnTo>
                    <a:pt x="22235" y="171622"/>
                  </a:lnTo>
                  <a:lnTo>
                    <a:pt x="18846" y="170984"/>
                  </a:lnTo>
                  <a:lnTo>
                    <a:pt x="17406" y="170426"/>
                  </a:lnTo>
                  <a:lnTo>
                    <a:pt x="15912" y="169145"/>
                  </a:lnTo>
                  <a:lnTo>
                    <a:pt x="14236" y="168423"/>
                  </a:lnTo>
                  <a:lnTo>
                    <a:pt x="9178" y="167330"/>
                  </a:lnTo>
                  <a:lnTo>
                    <a:pt x="8037" y="166735"/>
                  </a:lnTo>
                  <a:lnTo>
                    <a:pt x="6956" y="165746"/>
                  </a:lnTo>
                  <a:lnTo>
                    <a:pt x="2824" y="162945"/>
                  </a:lnTo>
                  <a:lnTo>
                    <a:pt x="323" y="160886"/>
                  </a:lnTo>
                  <a:lnTo>
                    <a:pt x="0" y="159720"/>
                  </a:lnTo>
                  <a:lnTo>
                    <a:pt x="2885" y="157215"/>
                  </a:lnTo>
                  <a:lnTo>
                    <a:pt x="3011" y="156635"/>
                  </a:lnTo>
                  <a:lnTo>
                    <a:pt x="1774" y="155555"/>
                  </a:lnTo>
                  <a:lnTo>
                    <a:pt x="1258" y="154757"/>
                  </a:lnTo>
                  <a:lnTo>
                    <a:pt x="1685" y="153656"/>
                  </a:lnTo>
                  <a:lnTo>
                    <a:pt x="4211" y="151219"/>
                  </a:lnTo>
                  <a:lnTo>
                    <a:pt x="5148" y="150560"/>
                  </a:lnTo>
                  <a:lnTo>
                    <a:pt x="9681" y="149128"/>
                  </a:lnTo>
                  <a:lnTo>
                    <a:pt x="14219" y="147049"/>
                  </a:lnTo>
                  <a:lnTo>
                    <a:pt x="15873" y="146582"/>
                  </a:lnTo>
                  <a:lnTo>
                    <a:pt x="17345" y="146474"/>
                  </a:lnTo>
                  <a:lnTo>
                    <a:pt x="23305" y="146596"/>
                  </a:lnTo>
                  <a:lnTo>
                    <a:pt x="25154" y="146084"/>
                  </a:lnTo>
                  <a:lnTo>
                    <a:pt x="26722" y="145070"/>
                  </a:lnTo>
                  <a:lnTo>
                    <a:pt x="29296" y="144042"/>
                  </a:lnTo>
                  <a:lnTo>
                    <a:pt x="34666" y="142483"/>
                  </a:lnTo>
                  <a:lnTo>
                    <a:pt x="46611" y="140127"/>
                  </a:lnTo>
                  <a:lnTo>
                    <a:pt x="47389" y="139850"/>
                  </a:lnTo>
                  <a:lnTo>
                    <a:pt x="47458" y="139402"/>
                  </a:lnTo>
                  <a:lnTo>
                    <a:pt x="46385" y="138187"/>
                  </a:lnTo>
                  <a:lnTo>
                    <a:pt x="46159" y="137602"/>
                  </a:lnTo>
                  <a:lnTo>
                    <a:pt x="48605" y="136512"/>
                  </a:lnTo>
                  <a:lnTo>
                    <a:pt x="54123" y="134795"/>
                  </a:lnTo>
                  <a:lnTo>
                    <a:pt x="57895" y="133969"/>
                  </a:lnTo>
                  <a:lnTo>
                    <a:pt x="60323" y="133908"/>
                  </a:lnTo>
                  <a:lnTo>
                    <a:pt x="62280" y="133539"/>
                  </a:lnTo>
                  <a:lnTo>
                    <a:pt x="65029" y="132459"/>
                  </a:lnTo>
                  <a:lnTo>
                    <a:pt x="66585" y="132269"/>
                  </a:lnTo>
                  <a:lnTo>
                    <a:pt x="75979" y="131845"/>
                  </a:lnTo>
                  <a:lnTo>
                    <a:pt x="80134" y="132432"/>
                  </a:lnTo>
                  <a:lnTo>
                    <a:pt x="82175" y="132421"/>
                  </a:lnTo>
                  <a:lnTo>
                    <a:pt x="83484" y="132002"/>
                  </a:lnTo>
                  <a:lnTo>
                    <a:pt x="85219" y="130780"/>
                  </a:lnTo>
                  <a:lnTo>
                    <a:pt x="88458" y="127744"/>
                  </a:lnTo>
                  <a:lnTo>
                    <a:pt x="90163" y="125860"/>
                  </a:lnTo>
                  <a:lnTo>
                    <a:pt x="91773" y="122991"/>
                  </a:lnTo>
                  <a:lnTo>
                    <a:pt x="93855" y="118509"/>
                  </a:lnTo>
                  <a:lnTo>
                    <a:pt x="95411" y="114137"/>
                  </a:lnTo>
                  <a:lnTo>
                    <a:pt x="96442" y="109874"/>
                  </a:lnTo>
                  <a:lnTo>
                    <a:pt x="97243" y="107275"/>
                  </a:lnTo>
                  <a:lnTo>
                    <a:pt x="97811" y="106346"/>
                  </a:lnTo>
                  <a:lnTo>
                    <a:pt x="99760" y="105166"/>
                  </a:lnTo>
                  <a:lnTo>
                    <a:pt x="101791" y="104246"/>
                  </a:lnTo>
                  <a:lnTo>
                    <a:pt x="105284" y="103431"/>
                  </a:lnTo>
                  <a:lnTo>
                    <a:pt x="104965" y="103052"/>
                  </a:lnTo>
                  <a:lnTo>
                    <a:pt x="103484" y="102417"/>
                  </a:lnTo>
                  <a:lnTo>
                    <a:pt x="102106" y="102173"/>
                  </a:lnTo>
                  <a:lnTo>
                    <a:pt x="100830" y="102319"/>
                  </a:lnTo>
                  <a:lnTo>
                    <a:pt x="98507" y="103278"/>
                  </a:lnTo>
                  <a:lnTo>
                    <a:pt x="95497" y="103927"/>
                  </a:lnTo>
                  <a:lnTo>
                    <a:pt x="92573" y="103825"/>
                  </a:lnTo>
                  <a:lnTo>
                    <a:pt x="90467" y="104068"/>
                  </a:lnTo>
                  <a:lnTo>
                    <a:pt x="88535" y="104946"/>
                  </a:lnTo>
                  <a:lnTo>
                    <a:pt x="85403" y="105653"/>
                  </a:lnTo>
                  <a:lnTo>
                    <a:pt x="83313" y="105493"/>
                  </a:lnTo>
                  <a:lnTo>
                    <a:pt x="79540" y="104229"/>
                  </a:lnTo>
                  <a:lnTo>
                    <a:pt x="77636" y="103992"/>
                  </a:lnTo>
                  <a:lnTo>
                    <a:pt x="72811" y="104112"/>
                  </a:lnTo>
                  <a:lnTo>
                    <a:pt x="71399" y="103645"/>
                  </a:lnTo>
                  <a:lnTo>
                    <a:pt x="70167" y="102726"/>
                  </a:lnTo>
                  <a:lnTo>
                    <a:pt x="69183" y="101446"/>
                  </a:lnTo>
                  <a:lnTo>
                    <a:pt x="68450" y="99800"/>
                  </a:lnTo>
                  <a:lnTo>
                    <a:pt x="68551" y="98089"/>
                  </a:lnTo>
                  <a:lnTo>
                    <a:pt x="70288" y="95002"/>
                  </a:lnTo>
                  <a:lnTo>
                    <a:pt x="70956" y="94161"/>
                  </a:lnTo>
                  <a:lnTo>
                    <a:pt x="75658" y="90716"/>
                  </a:lnTo>
                  <a:lnTo>
                    <a:pt x="78555" y="89103"/>
                  </a:lnTo>
                  <a:lnTo>
                    <a:pt x="81439" y="87896"/>
                  </a:lnTo>
                  <a:lnTo>
                    <a:pt x="83540" y="87188"/>
                  </a:lnTo>
                  <a:lnTo>
                    <a:pt x="85518" y="86870"/>
                  </a:lnTo>
                  <a:lnTo>
                    <a:pt x="87417" y="86122"/>
                  </a:lnTo>
                  <a:lnTo>
                    <a:pt x="90915" y="83715"/>
                  </a:lnTo>
                  <a:lnTo>
                    <a:pt x="94522" y="81652"/>
                  </a:lnTo>
                  <a:lnTo>
                    <a:pt x="99012" y="77820"/>
                  </a:lnTo>
                  <a:lnTo>
                    <a:pt x="101184" y="76815"/>
                  </a:lnTo>
                  <a:lnTo>
                    <a:pt x="108789" y="75148"/>
                  </a:lnTo>
                  <a:lnTo>
                    <a:pt x="110856" y="75122"/>
                  </a:lnTo>
                  <a:lnTo>
                    <a:pt x="112610" y="75537"/>
                  </a:lnTo>
                  <a:lnTo>
                    <a:pt x="114271" y="76406"/>
                  </a:lnTo>
                  <a:lnTo>
                    <a:pt x="118940" y="80196"/>
                  </a:lnTo>
                  <a:lnTo>
                    <a:pt x="119305" y="80079"/>
                  </a:lnTo>
                  <a:lnTo>
                    <a:pt x="118491" y="78645"/>
                  </a:lnTo>
                  <a:lnTo>
                    <a:pt x="116788" y="74353"/>
                  </a:lnTo>
                  <a:lnTo>
                    <a:pt x="117065" y="72586"/>
                  </a:lnTo>
                  <a:lnTo>
                    <a:pt x="119737" y="70699"/>
                  </a:lnTo>
                  <a:lnTo>
                    <a:pt x="120832" y="70363"/>
                  </a:lnTo>
                  <a:lnTo>
                    <a:pt x="123653" y="70489"/>
                  </a:lnTo>
                  <a:lnTo>
                    <a:pt x="128199" y="71071"/>
                  </a:lnTo>
                  <a:lnTo>
                    <a:pt x="131239" y="71711"/>
                  </a:lnTo>
                  <a:lnTo>
                    <a:pt x="133544" y="72750"/>
                  </a:lnTo>
                  <a:lnTo>
                    <a:pt x="136283" y="73396"/>
                  </a:lnTo>
                  <a:lnTo>
                    <a:pt x="137703" y="73364"/>
                  </a:lnTo>
                  <a:lnTo>
                    <a:pt x="138715" y="72868"/>
                  </a:lnTo>
                  <a:lnTo>
                    <a:pt x="140166" y="71246"/>
                  </a:lnTo>
                  <a:lnTo>
                    <a:pt x="142054" y="68498"/>
                  </a:lnTo>
                  <a:lnTo>
                    <a:pt x="142810" y="65111"/>
                  </a:lnTo>
                  <a:lnTo>
                    <a:pt x="142435" y="61086"/>
                  </a:lnTo>
                  <a:lnTo>
                    <a:pt x="141884" y="58144"/>
                  </a:lnTo>
                  <a:lnTo>
                    <a:pt x="141156" y="56291"/>
                  </a:lnTo>
                  <a:lnTo>
                    <a:pt x="141556" y="54746"/>
                  </a:lnTo>
                  <a:lnTo>
                    <a:pt x="143846" y="52893"/>
                  </a:lnTo>
                  <a:lnTo>
                    <a:pt x="145944" y="51540"/>
                  </a:lnTo>
                  <a:lnTo>
                    <a:pt x="150947" y="49625"/>
                  </a:lnTo>
                  <a:lnTo>
                    <a:pt x="155004" y="49118"/>
                  </a:lnTo>
                  <a:lnTo>
                    <a:pt x="157412" y="49246"/>
                  </a:lnTo>
                  <a:lnTo>
                    <a:pt x="160576" y="50144"/>
                  </a:lnTo>
                  <a:lnTo>
                    <a:pt x="164967" y="50693"/>
                  </a:lnTo>
                  <a:lnTo>
                    <a:pt x="168930" y="52432"/>
                  </a:lnTo>
                  <a:lnTo>
                    <a:pt x="175353" y="56425"/>
                  </a:lnTo>
                  <a:lnTo>
                    <a:pt x="179616" y="58430"/>
                  </a:lnTo>
                  <a:lnTo>
                    <a:pt x="183146" y="59330"/>
                  </a:lnTo>
                  <a:lnTo>
                    <a:pt x="186625" y="60862"/>
                  </a:lnTo>
                  <a:lnTo>
                    <a:pt x="191768" y="64111"/>
                  </a:lnTo>
                  <a:lnTo>
                    <a:pt x="194459" y="65507"/>
                  </a:lnTo>
                  <a:lnTo>
                    <a:pt x="196060" y="66012"/>
                  </a:lnTo>
                  <a:lnTo>
                    <a:pt x="197468" y="66092"/>
                  </a:lnTo>
                  <a:lnTo>
                    <a:pt x="196944" y="65165"/>
                  </a:lnTo>
                  <a:lnTo>
                    <a:pt x="194488" y="63224"/>
                  </a:lnTo>
                  <a:lnTo>
                    <a:pt x="190725" y="61090"/>
                  </a:lnTo>
                  <a:lnTo>
                    <a:pt x="182382" y="57253"/>
                  </a:lnTo>
                  <a:lnTo>
                    <a:pt x="177786" y="54545"/>
                  </a:lnTo>
                  <a:lnTo>
                    <a:pt x="173666" y="51456"/>
                  </a:lnTo>
                  <a:lnTo>
                    <a:pt x="170637" y="49618"/>
                  </a:lnTo>
                  <a:lnTo>
                    <a:pt x="165137" y="47796"/>
                  </a:lnTo>
                  <a:lnTo>
                    <a:pt x="165212" y="47070"/>
                  </a:lnTo>
                  <a:lnTo>
                    <a:pt x="171848" y="44516"/>
                  </a:lnTo>
                  <a:lnTo>
                    <a:pt x="184041" y="42293"/>
                  </a:lnTo>
                  <a:lnTo>
                    <a:pt x="197782" y="40555"/>
                  </a:lnTo>
                  <a:lnTo>
                    <a:pt x="202382" y="40732"/>
                  </a:lnTo>
                  <a:lnTo>
                    <a:pt x="210465" y="40005"/>
                  </a:lnTo>
                  <a:lnTo>
                    <a:pt x="211226" y="38908"/>
                  </a:lnTo>
                  <a:lnTo>
                    <a:pt x="212965" y="38415"/>
                  </a:lnTo>
                  <a:lnTo>
                    <a:pt x="220493" y="36884"/>
                  </a:lnTo>
                  <a:lnTo>
                    <a:pt x="222650" y="36906"/>
                  </a:lnTo>
                  <a:lnTo>
                    <a:pt x="225963" y="37631"/>
                  </a:lnTo>
                  <a:lnTo>
                    <a:pt x="229494" y="39015"/>
                  </a:lnTo>
                  <a:lnTo>
                    <a:pt x="231128" y="40267"/>
                  </a:lnTo>
                  <a:lnTo>
                    <a:pt x="233345" y="42419"/>
                  </a:lnTo>
                  <a:lnTo>
                    <a:pt x="234433" y="45447"/>
                  </a:lnTo>
                  <a:lnTo>
                    <a:pt x="234269" y="55007"/>
                  </a:lnTo>
                  <a:lnTo>
                    <a:pt x="234327" y="56815"/>
                  </a:lnTo>
                  <a:lnTo>
                    <a:pt x="234755" y="57512"/>
                  </a:lnTo>
                  <a:lnTo>
                    <a:pt x="236285" y="56475"/>
                  </a:lnTo>
                  <a:lnTo>
                    <a:pt x="238114" y="54547"/>
                  </a:lnTo>
                  <a:lnTo>
                    <a:pt x="239759" y="53183"/>
                  </a:lnTo>
                  <a:lnTo>
                    <a:pt x="241024" y="51078"/>
                  </a:lnTo>
                  <a:lnTo>
                    <a:pt x="241910" y="48237"/>
                  </a:lnTo>
                  <a:lnTo>
                    <a:pt x="242434" y="46132"/>
                  </a:lnTo>
                  <a:lnTo>
                    <a:pt x="240284" y="43752"/>
                  </a:lnTo>
                  <a:lnTo>
                    <a:pt x="240177" y="39843"/>
                  </a:lnTo>
                  <a:lnTo>
                    <a:pt x="241252" y="37760"/>
                  </a:lnTo>
                  <a:lnTo>
                    <a:pt x="244261" y="37760"/>
                  </a:lnTo>
                  <a:lnTo>
                    <a:pt x="256712" y="44955"/>
                  </a:lnTo>
                  <a:lnTo>
                    <a:pt x="261613" y="46509"/>
                  </a:lnTo>
                  <a:lnTo>
                    <a:pt x="267188" y="50363"/>
                  </a:lnTo>
                  <a:lnTo>
                    <a:pt x="273700" y="49953"/>
                  </a:lnTo>
                  <a:lnTo>
                    <a:pt x="279709" y="50428"/>
                  </a:lnTo>
                  <a:lnTo>
                    <a:pt x="282368" y="50286"/>
                  </a:lnTo>
                  <a:lnTo>
                    <a:pt x="283681" y="49687"/>
                  </a:lnTo>
                  <a:lnTo>
                    <a:pt x="281814" y="48090"/>
                  </a:lnTo>
                  <a:lnTo>
                    <a:pt x="273276" y="43700"/>
                  </a:lnTo>
                  <a:lnTo>
                    <a:pt x="269397" y="40253"/>
                  </a:lnTo>
                  <a:lnTo>
                    <a:pt x="266686" y="35955"/>
                  </a:lnTo>
                  <a:lnTo>
                    <a:pt x="266024" y="33669"/>
                  </a:lnTo>
                  <a:lnTo>
                    <a:pt x="268100" y="33258"/>
                  </a:lnTo>
                  <a:lnTo>
                    <a:pt x="277636" y="33307"/>
                  </a:lnTo>
                  <a:lnTo>
                    <a:pt x="291967" y="35287"/>
                  </a:lnTo>
                  <a:lnTo>
                    <a:pt x="310294" y="42136"/>
                  </a:lnTo>
                  <a:lnTo>
                    <a:pt x="319313" y="44401"/>
                  </a:lnTo>
                  <a:lnTo>
                    <a:pt x="335477" y="52325"/>
                  </a:lnTo>
                  <a:lnTo>
                    <a:pt x="340353" y="53522"/>
                  </a:lnTo>
                  <a:lnTo>
                    <a:pt x="342321" y="53772"/>
                  </a:lnTo>
                  <a:lnTo>
                    <a:pt x="343806" y="52794"/>
                  </a:lnTo>
                  <a:lnTo>
                    <a:pt x="344723" y="51731"/>
                  </a:lnTo>
                  <a:lnTo>
                    <a:pt x="344790" y="50315"/>
                  </a:lnTo>
                  <a:lnTo>
                    <a:pt x="344009" y="48546"/>
                  </a:lnTo>
                  <a:lnTo>
                    <a:pt x="343561" y="46502"/>
                  </a:lnTo>
                  <a:lnTo>
                    <a:pt x="343447" y="44180"/>
                  </a:lnTo>
                  <a:lnTo>
                    <a:pt x="344544" y="39582"/>
                  </a:lnTo>
                  <a:lnTo>
                    <a:pt x="347151" y="38083"/>
                  </a:lnTo>
                  <a:lnTo>
                    <a:pt x="348300" y="36388"/>
                  </a:lnTo>
                  <a:lnTo>
                    <a:pt x="347232" y="33327"/>
                  </a:lnTo>
                  <a:lnTo>
                    <a:pt x="344176" y="31232"/>
                  </a:lnTo>
                  <a:lnTo>
                    <a:pt x="332292" y="25836"/>
                  </a:lnTo>
                  <a:lnTo>
                    <a:pt x="332242" y="25193"/>
                  </a:lnTo>
                  <a:lnTo>
                    <a:pt x="334641" y="24486"/>
                  </a:lnTo>
                  <a:lnTo>
                    <a:pt x="338202" y="24072"/>
                  </a:lnTo>
                  <a:lnTo>
                    <a:pt x="367655" y="25357"/>
                  </a:lnTo>
                  <a:lnTo>
                    <a:pt x="372747" y="25829"/>
                  </a:lnTo>
                  <a:lnTo>
                    <a:pt x="374920" y="26292"/>
                  </a:lnTo>
                  <a:lnTo>
                    <a:pt x="375872" y="26903"/>
                  </a:lnTo>
                  <a:lnTo>
                    <a:pt x="377091" y="27164"/>
                  </a:lnTo>
                  <a:lnTo>
                    <a:pt x="383419" y="26435"/>
                  </a:lnTo>
                  <a:lnTo>
                    <a:pt x="383268" y="25105"/>
                  </a:lnTo>
                  <a:lnTo>
                    <a:pt x="382479" y="24259"/>
                  </a:lnTo>
                  <a:lnTo>
                    <a:pt x="348296" y="21949"/>
                  </a:lnTo>
                  <a:lnTo>
                    <a:pt x="341925" y="21159"/>
                  </a:lnTo>
                  <a:lnTo>
                    <a:pt x="338684" y="21098"/>
                  </a:lnTo>
                  <a:lnTo>
                    <a:pt x="335332" y="21704"/>
                  </a:lnTo>
                  <a:lnTo>
                    <a:pt x="328381" y="22006"/>
                  </a:lnTo>
                  <a:lnTo>
                    <a:pt x="325170" y="21889"/>
                  </a:lnTo>
                  <a:lnTo>
                    <a:pt x="321009" y="19139"/>
                  </a:lnTo>
                  <a:lnTo>
                    <a:pt x="324777" y="15830"/>
                  </a:lnTo>
                  <a:lnTo>
                    <a:pt x="327947" y="15905"/>
                  </a:lnTo>
                  <a:lnTo>
                    <a:pt x="333971" y="17195"/>
                  </a:lnTo>
                  <a:lnTo>
                    <a:pt x="337540" y="15393"/>
                  </a:lnTo>
                  <a:lnTo>
                    <a:pt x="343205" y="13904"/>
                  </a:lnTo>
                  <a:lnTo>
                    <a:pt x="348807" y="13379"/>
                  </a:lnTo>
                  <a:lnTo>
                    <a:pt x="361027" y="10179"/>
                  </a:lnTo>
                  <a:lnTo>
                    <a:pt x="363286" y="9899"/>
                  </a:lnTo>
                  <a:lnTo>
                    <a:pt x="366134" y="10070"/>
                  </a:lnTo>
                  <a:lnTo>
                    <a:pt x="372423" y="10863"/>
                  </a:lnTo>
                  <a:lnTo>
                    <a:pt x="374921" y="11655"/>
                  </a:lnTo>
                  <a:lnTo>
                    <a:pt x="377782" y="13351"/>
                  </a:lnTo>
                  <a:lnTo>
                    <a:pt x="379443" y="13875"/>
                  </a:lnTo>
                  <a:lnTo>
                    <a:pt x="381412" y="13972"/>
                  </a:lnTo>
                  <a:lnTo>
                    <a:pt x="384115" y="14739"/>
                  </a:lnTo>
                  <a:lnTo>
                    <a:pt x="388024" y="12255"/>
                  </a:lnTo>
                  <a:lnTo>
                    <a:pt x="391558" y="9585"/>
                  </a:lnTo>
                  <a:lnTo>
                    <a:pt x="395612" y="7902"/>
                  </a:lnTo>
                  <a:lnTo>
                    <a:pt x="401346" y="8884"/>
                  </a:lnTo>
                  <a:lnTo>
                    <a:pt x="404976" y="10166"/>
                  </a:lnTo>
                  <a:lnTo>
                    <a:pt x="408296" y="11692"/>
                  </a:lnTo>
                  <a:lnTo>
                    <a:pt x="412987" y="12536"/>
                  </a:lnTo>
                  <a:lnTo>
                    <a:pt x="420942" y="17751"/>
                  </a:lnTo>
                  <a:lnTo>
                    <a:pt x="422430" y="17758"/>
                  </a:lnTo>
                  <a:lnTo>
                    <a:pt x="423133" y="17316"/>
                  </a:lnTo>
                  <a:lnTo>
                    <a:pt x="423884" y="16350"/>
                  </a:lnTo>
                  <a:lnTo>
                    <a:pt x="424153" y="14915"/>
                  </a:lnTo>
                  <a:lnTo>
                    <a:pt x="425130" y="12968"/>
                  </a:lnTo>
                  <a:lnTo>
                    <a:pt x="424423" y="12248"/>
                  </a:lnTo>
                  <a:lnTo>
                    <a:pt x="417759" y="10089"/>
                  </a:lnTo>
                  <a:lnTo>
                    <a:pt x="416499" y="9258"/>
                  </a:lnTo>
                  <a:lnTo>
                    <a:pt x="415221" y="7890"/>
                  </a:lnTo>
                  <a:lnTo>
                    <a:pt x="415200" y="6759"/>
                  </a:lnTo>
                  <a:lnTo>
                    <a:pt x="416434" y="5868"/>
                  </a:lnTo>
                  <a:lnTo>
                    <a:pt x="417736" y="5461"/>
                  </a:lnTo>
                  <a:lnTo>
                    <a:pt x="422044" y="5830"/>
                  </a:lnTo>
                  <a:lnTo>
                    <a:pt x="423468" y="5540"/>
                  </a:lnTo>
                  <a:lnTo>
                    <a:pt x="424812" y="4785"/>
                  </a:lnTo>
                  <a:lnTo>
                    <a:pt x="426431" y="3370"/>
                  </a:lnTo>
                  <a:lnTo>
                    <a:pt x="427706" y="3009"/>
                  </a:lnTo>
                  <a:lnTo>
                    <a:pt x="430588" y="2969"/>
                  </a:lnTo>
                  <a:lnTo>
                    <a:pt x="435023" y="3876"/>
                  </a:lnTo>
                  <a:lnTo>
                    <a:pt x="438905" y="3953"/>
                  </a:lnTo>
                  <a:lnTo>
                    <a:pt x="440305" y="3536"/>
                  </a:lnTo>
                  <a:lnTo>
                    <a:pt x="440518" y="2650"/>
                  </a:lnTo>
                  <a:lnTo>
                    <a:pt x="440855" y="2087"/>
                  </a:lnTo>
                  <a:lnTo>
                    <a:pt x="441318" y="1851"/>
                  </a:lnTo>
                  <a:lnTo>
                    <a:pt x="455390" y="1802"/>
                  </a:lnTo>
                  <a:lnTo>
                    <a:pt x="458879" y="1591"/>
                  </a:lnTo>
                  <a:lnTo>
                    <a:pt x="461608" y="920"/>
                  </a:lnTo>
                  <a:lnTo>
                    <a:pt x="464945" y="841"/>
                  </a:lnTo>
                  <a:lnTo>
                    <a:pt x="467864" y="1242"/>
                  </a:lnTo>
                  <a:lnTo>
                    <a:pt x="471476" y="2096"/>
                  </a:lnTo>
                  <a:lnTo>
                    <a:pt x="475066" y="2057"/>
                  </a:lnTo>
                  <a:lnTo>
                    <a:pt x="480416" y="660"/>
                  </a:lnTo>
                  <a:lnTo>
                    <a:pt x="485461" y="0"/>
                  </a:lnTo>
                  <a:lnTo>
                    <a:pt x="513266" y="183"/>
                  </a:lnTo>
                  <a:close/>
                </a:path>
              </a:pathLst>
            </a:custGeom>
            <a:solidFill>
              <a:srgbClr val="E9F2E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g668"/>
            <p:cNvSpPr/>
            <p:nvPr/>
          </p:nvSpPr>
          <p:spPr>
            <a:xfrm>
              <a:off x="2209637" y="3107612"/>
              <a:ext cx="48832" cy="120556"/>
            </a:xfrm>
            <a:custGeom>
              <a:avLst/>
              <a:pathLst>
                <a:path w="48832" h="120556">
                  <a:moveTo>
                    <a:pt x="37459" y="46"/>
                  </a:moveTo>
                  <a:lnTo>
                    <a:pt x="37342" y="7214"/>
                  </a:lnTo>
                  <a:lnTo>
                    <a:pt x="37207" y="15518"/>
                  </a:lnTo>
                  <a:lnTo>
                    <a:pt x="37107" y="21622"/>
                  </a:lnTo>
                  <a:lnTo>
                    <a:pt x="36974" y="29768"/>
                  </a:lnTo>
                  <a:lnTo>
                    <a:pt x="36838" y="38096"/>
                  </a:lnTo>
                  <a:lnTo>
                    <a:pt x="36653" y="49452"/>
                  </a:lnTo>
                  <a:lnTo>
                    <a:pt x="36533" y="56792"/>
                  </a:lnTo>
                  <a:lnTo>
                    <a:pt x="36590" y="56962"/>
                  </a:lnTo>
                  <a:lnTo>
                    <a:pt x="38043" y="56607"/>
                  </a:lnTo>
                  <a:lnTo>
                    <a:pt x="40193" y="56928"/>
                  </a:lnTo>
                  <a:lnTo>
                    <a:pt x="40718" y="56904"/>
                  </a:lnTo>
                  <a:lnTo>
                    <a:pt x="41377" y="57544"/>
                  </a:lnTo>
                  <a:lnTo>
                    <a:pt x="41885" y="57736"/>
                  </a:lnTo>
                  <a:lnTo>
                    <a:pt x="42978" y="59389"/>
                  </a:lnTo>
                  <a:lnTo>
                    <a:pt x="44261" y="60641"/>
                  </a:lnTo>
                  <a:lnTo>
                    <a:pt x="45079" y="58116"/>
                  </a:lnTo>
                  <a:lnTo>
                    <a:pt x="44648" y="56596"/>
                  </a:lnTo>
                  <a:lnTo>
                    <a:pt x="44326" y="55820"/>
                  </a:lnTo>
                  <a:lnTo>
                    <a:pt x="44376" y="55141"/>
                  </a:lnTo>
                  <a:lnTo>
                    <a:pt x="48832" y="61680"/>
                  </a:lnTo>
                  <a:lnTo>
                    <a:pt x="48306" y="62689"/>
                  </a:lnTo>
                  <a:lnTo>
                    <a:pt x="47171" y="65019"/>
                  </a:lnTo>
                  <a:lnTo>
                    <a:pt x="45115" y="69003"/>
                  </a:lnTo>
                  <a:lnTo>
                    <a:pt x="43272" y="72569"/>
                  </a:lnTo>
                  <a:lnTo>
                    <a:pt x="41500" y="75804"/>
                  </a:lnTo>
                  <a:lnTo>
                    <a:pt x="39902" y="78717"/>
                  </a:lnTo>
                  <a:lnTo>
                    <a:pt x="39714" y="79006"/>
                  </a:lnTo>
                  <a:lnTo>
                    <a:pt x="37689" y="81085"/>
                  </a:lnTo>
                  <a:lnTo>
                    <a:pt x="37351" y="82043"/>
                  </a:lnTo>
                  <a:lnTo>
                    <a:pt x="36915" y="86159"/>
                  </a:lnTo>
                  <a:lnTo>
                    <a:pt x="36717" y="87179"/>
                  </a:lnTo>
                  <a:lnTo>
                    <a:pt x="37084" y="89465"/>
                  </a:lnTo>
                  <a:lnTo>
                    <a:pt x="37450" y="92995"/>
                  </a:lnTo>
                  <a:lnTo>
                    <a:pt x="37334" y="94838"/>
                  </a:lnTo>
                  <a:lnTo>
                    <a:pt x="35933" y="97110"/>
                  </a:lnTo>
                  <a:lnTo>
                    <a:pt x="35291" y="99156"/>
                  </a:lnTo>
                  <a:lnTo>
                    <a:pt x="35008" y="100478"/>
                  </a:lnTo>
                  <a:lnTo>
                    <a:pt x="34756" y="100134"/>
                  </a:lnTo>
                  <a:lnTo>
                    <a:pt x="34322" y="100032"/>
                  </a:lnTo>
                  <a:lnTo>
                    <a:pt x="33323" y="100544"/>
                  </a:lnTo>
                  <a:lnTo>
                    <a:pt x="32839" y="100658"/>
                  </a:lnTo>
                  <a:lnTo>
                    <a:pt x="32436" y="101244"/>
                  </a:lnTo>
                  <a:lnTo>
                    <a:pt x="32395" y="102515"/>
                  </a:lnTo>
                  <a:lnTo>
                    <a:pt x="32663" y="104578"/>
                  </a:lnTo>
                  <a:lnTo>
                    <a:pt x="32759" y="105642"/>
                  </a:lnTo>
                  <a:lnTo>
                    <a:pt x="32477" y="106132"/>
                  </a:lnTo>
                  <a:lnTo>
                    <a:pt x="31246" y="107372"/>
                  </a:lnTo>
                  <a:lnTo>
                    <a:pt x="30760" y="108595"/>
                  </a:lnTo>
                  <a:lnTo>
                    <a:pt x="30294" y="110495"/>
                  </a:lnTo>
                  <a:lnTo>
                    <a:pt x="29754" y="111290"/>
                  </a:lnTo>
                  <a:lnTo>
                    <a:pt x="29190" y="111143"/>
                  </a:lnTo>
                  <a:lnTo>
                    <a:pt x="28791" y="111423"/>
                  </a:lnTo>
                  <a:lnTo>
                    <a:pt x="27938" y="112849"/>
                  </a:lnTo>
                  <a:lnTo>
                    <a:pt x="26653" y="115606"/>
                  </a:lnTo>
                  <a:lnTo>
                    <a:pt x="25963" y="117653"/>
                  </a:lnTo>
                  <a:lnTo>
                    <a:pt x="25949" y="119183"/>
                  </a:lnTo>
                  <a:lnTo>
                    <a:pt x="26079" y="120556"/>
                  </a:lnTo>
                  <a:lnTo>
                    <a:pt x="21401" y="115698"/>
                  </a:lnTo>
                  <a:lnTo>
                    <a:pt x="19843" y="114869"/>
                  </a:lnTo>
                  <a:lnTo>
                    <a:pt x="13273" y="114970"/>
                  </a:lnTo>
                  <a:lnTo>
                    <a:pt x="10454" y="113061"/>
                  </a:lnTo>
                  <a:lnTo>
                    <a:pt x="7242" y="109374"/>
                  </a:lnTo>
                  <a:lnTo>
                    <a:pt x="5070" y="106027"/>
                  </a:lnTo>
                  <a:lnTo>
                    <a:pt x="0" y="96654"/>
                  </a:lnTo>
                  <a:lnTo>
                    <a:pt x="318" y="95898"/>
                  </a:lnTo>
                  <a:lnTo>
                    <a:pt x="586" y="94152"/>
                  </a:lnTo>
                  <a:lnTo>
                    <a:pt x="916" y="92352"/>
                  </a:lnTo>
                  <a:lnTo>
                    <a:pt x="715" y="90274"/>
                  </a:lnTo>
                  <a:lnTo>
                    <a:pt x="594" y="88589"/>
                  </a:lnTo>
                  <a:lnTo>
                    <a:pt x="968" y="86138"/>
                  </a:lnTo>
                  <a:lnTo>
                    <a:pt x="933" y="84298"/>
                  </a:lnTo>
                  <a:lnTo>
                    <a:pt x="1107" y="83164"/>
                  </a:lnTo>
                  <a:lnTo>
                    <a:pt x="1662" y="82431"/>
                  </a:lnTo>
                  <a:lnTo>
                    <a:pt x="1954" y="81029"/>
                  </a:lnTo>
                  <a:lnTo>
                    <a:pt x="375" y="76198"/>
                  </a:lnTo>
                  <a:lnTo>
                    <a:pt x="376" y="75096"/>
                  </a:lnTo>
                  <a:lnTo>
                    <a:pt x="584" y="73739"/>
                  </a:lnTo>
                  <a:lnTo>
                    <a:pt x="1864" y="68578"/>
                  </a:lnTo>
                  <a:lnTo>
                    <a:pt x="3387" y="62442"/>
                  </a:lnTo>
                  <a:lnTo>
                    <a:pt x="5066" y="55671"/>
                  </a:lnTo>
                  <a:lnTo>
                    <a:pt x="6076" y="51599"/>
                  </a:lnTo>
                  <a:lnTo>
                    <a:pt x="9763" y="51591"/>
                  </a:lnTo>
                  <a:lnTo>
                    <a:pt x="12203" y="51585"/>
                  </a:lnTo>
                  <a:lnTo>
                    <a:pt x="15301" y="51580"/>
                  </a:lnTo>
                  <a:lnTo>
                    <a:pt x="18669" y="51573"/>
                  </a:lnTo>
                  <a:lnTo>
                    <a:pt x="20878" y="51569"/>
                  </a:lnTo>
                  <a:lnTo>
                    <a:pt x="21790" y="51524"/>
                  </a:lnTo>
                  <a:lnTo>
                    <a:pt x="21635" y="48875"/>
                  </a:lnTo>
                  <a:lnTo>
                    <a:pt x="21754" y="45949"/>
                  </a:lnTo>
                  <a:lnTo>
                    <a:pt x="22158" y="43291"/>
                  </a:lnTo>
                  <a:lnTo>
                    <a:pt x="22158" y="42118"/>
                  </a:lnTo>
                  <a:lnTo>
                    <a:pt x="21498" y="40684"/>
                  </a:lnTo>
                  <a:lnTo>
                    <a:pt x="20223" y="39849"/>
                  </a:lnTo>
                  <a:lnTo>
                    <a:pt x="19512" y="38581"/>
                  </a:lnTo>
                  <a:lnTo>
                    <a:pt x="19509" y="36973"/>
                  </a:lnTo>
                  <a:lnTo>
                    <a:pt x="19197" y="35030"/>
                  </a:lnTo>
                  <a:lnTo>
                    <a:pt x="18578" y="32749"/>
                  </a:lnTo>
                  <a:lnTo>
                    <a:pt x="17295" y="30414"/>
                  </a:lnTo>
                  <a:lnTo>
                    <a:pt x="15347" y="28029"/>
                  </a:lnTo>
                  <a:lnTo>
                    <a:pt x="13689" y="24828"/>
                  </a:lnTo>
                  <a:lnTo>
                    <a:pt x="12321" y="20806"/>
                  </a:lnTo>
                  <a:lnTo>
                    <a:pt x="11163" y="18219"/>
                  </a:lnTo>
                  <a:lnTo>
                    <a:pt x="10271" y="17137"/>
                  </a:lnTo>
                  <a:lnTo>
                    <a:pt x="10061" y="16563"/>
                  </a:lnTo>
                  <a:lnTo>
                    <a:pt x="12670" y="16615"/>
                  </a:lnTo>
                  <a:lnTo>
                    <a:pt x="15138" y="16664"/>
                  </a:lnTo>
                  <a:lnTo>
                    <a:pt x="15155" y="10902"/>
                  </a:lnTo>
                  <a:lnTo>
                    <a:pt x="15169" y="5781"/>
                  </a:lnTo>
                  <a:lnTo>
                    <a:pt x="15185" y="0"/>
                  </a:lnTo>
                  <a:lnTo>
                    <a:pt x="19659" y="8"/>
                  </a:lnTo>
                  <a:lnTo>
                    <a:pt x="25002" y="20"/>
                  </a:lnTo>
                  <a:lnTo>
                    <a:pt x="30545" y="31"/>
                  </a:lnTo>
                  <a:lnTo>
                    <a:pt x="34899" y="41"/>
                  </a:lnTo>
                  <a:close/>
                </a:path>
              </a:pathLst>
            </a:custGeom>
            <a:solidFill>
              <a:srgbClr val="228B2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g669"/>
            <p:cNvSpPr/>
            <p:nvPr/>
          </p:nvSpPr>
          <p:spPr>
            <a:xfrm>
              <a:off x="5096599" y="3231542"/>
              <a:ext cx="3552" cy="10780"/>
            </a:xfrm>
            <a:custGeom>
              <a:avLst/>
              <a:pathLst>
                <a:path w="3552" h="10780">
                  <a:moveTo>
                    <a:pt x="1127" y="10728"/>
                  </a:moveTo>
                  <a:lnTo>
                    <a:pt x="611" y="10780"/>
                  </a:lnTo>
                  <a:lnTo>
                    <a:pt x="164" y="9789"/>
                  </a:lnTo>
                  <a:lnTo>
                    <a:pt x="8" y="9127"/>
                  </a:lnTo>
                  <a:lnTo>
                    <a:pt x="0" y="5722"/>
                  </a:lnTo>
                  <a:lnTo>
                    <a:pt x="1718" y="2822"/>
                  </a:lnTo>
                  <a:lnTo>
                    <a:pt x="2283" y="0"/>
                  </a:lnTo>
                  <a:lnTo>
                    <a:pt x="2755" y="227"/>
                  </a:lnTo>
                  <a:lnTo>
                    <a:pt x="3172" y="689"/>
                  </a:lnTo>
                  <a:lnTo>
                    <a:pt x="3552" y="1538"/>
                  </a:lnTo>
                  <a:lnTo>
                    <a:pt x="1591" y="6241"/>
                  </a:lnTo>
                  <a:close/>
                </a:path>
              </a:pathLst>
            </a:custGeom>
            <a:solidFill>
              <a:srgbClr val="ECF4E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g670"/>
            <p:cNvSpPr/>
            <p:nvPr/>
          </p:nvSpPr>
          <p:spPr>
            <a:xfrm>
              <a:off x="2585543" y="3381446"/>
              <a:ext cx="59814" cy="217129"/>
            </a:xfrm>
            <a:custGeom>
              <a:avLst/>
              <a:pathLst>
                <a:path w="59814" h="217129">
                  <a:moveTo>
                    <a:pt x="51138" y="88673"/>
                  </a:moveTo>
                  <a:lnTo>
                    <a:pt x="50490" y="90540"/>
                  </a:lnTo>
                  <a:lnTo>
                    <a:pt x="50373" y="91724"/>
                  </a:lnTo>
                  <a:lnTo>
                    <a:pt x="49954" y="93828"/>
                  </a:lnTo>
                  <a:lnTo>
                    <a:pt x="49629" y="94969"/>
                  </a:lnTo>
                  <a:lnTo>
                    <a:pt x="50103" y="97586"/>
                  </a:lnTo>
                  <a:lnTo>
                    <a:pt x="50644" y="97702"/>
                  </a:lnTo>
                  <a:lnTo>
                    <a:pt x="50849" y="98037"/>
                  </a:lnTo>
                  <a:lnTo>
                    <a:pt x="50985" y="98549"/>
                  </a:lnTo>
                  <a:lnTo>
                    <a:pt x="50954" y="99104"/>
                  </a:lnTo>
                  <a:lnTo>
                    <a:pt x="50747" y="99603"/>
                  </a:lnTo>
                  <a:lnTo>
                    <a:pt x="50229" y="100238"/>
                  </a:lnTo>
                  <a:lnTo>
                    <a:pt x="49739" y="101750"/>
                  </a:lnTo>
                  <a:lnTo>
                    <a:pt x="49785" y="103414"/>
                  </a:lnTo>
                  <a:lnTo>
                    <a:pt x="49477" y="104283"/>
                  </a:lnTo>
                  <a:lnTo>
                    <a:pt x="48488" y="104743"/>
                  </a:lnTo>
                  <a:lnTo>
                    <a:pt x="46554" y="104746"/>
                  </a:lnTo>
                  <a:lnTo>
                    <a:pt x="45604" y="104858"/>
                  </a:lnTo>
                  <a:lnTo>
                    <a:pt x="44845" y="105142"/>
                  </a:lnTo>
                  <a:lnTo>
                    <a:pt x="44347" y="106223"/>
                  </a:lnTo>
                  <a:lnTo>
                    <a:pt x="43712" y="106975"/>
                  </a:lnTo>
                  <a:lnTo>
                    <a:pt x="43214" y="107152"/>
                  </a:lnTo>
                  <a:lnTo>
                    <a:pt x="42773" y="108406"/>
                  </a:lnTo>
                  <a:lnTo>
                    <a:pt x="42335" y="110185"/>
                  </a:lnTo>
                  <a:lnTo>
                    <a:pt x="42483" y="111400"/>
                  </a:lnTo>
                  <a:lnTo>
                    <a:pt x="42934" y="113025"/>
                  </a:lnTo>
                  <a:lnTo>
                    <a:pt x="43201" y="114684"/>
                  </a:lnTo>
                  <a:lnTo>
                    <a:pt x="42851" y="117375"/>
                  </a:lnTo>
                  <a:lnTo>
                    <a:pt x="42467" y="119452"/>
                  </a:lnTo>
                  <a:lnTo>
                    <a:pt x="42242" y="121038"/>
                  </a:lnTo>
                  <a:lnTo>
                    <a:pt x="41936" y="124087"/>
                  </a:lnTo>
                  <a:lnTo>
                    <a:pt x="41193" y="127440"/>
                  </a:lnTo>
                  <a:lnTo>
                    <a:pt x="40660" y="129347"/>
                  </a:lnTo>
                  <a:lnTo>
                    <a:pt x="40662" y="131423"/>
                  </a:lnTo>
                  <a:lnTo>
                    <a:pt x="40931" y="134370"/>
                  </a:lnTo>
                  <a:lnTo>
                    <a:pt x="42449" y="138662"/>
                  </a:lnTo>
                  <a:lnTo>
                    <a:pt x="42951" y="140714"/>
                  </a:lnTo>
                  <a:lnTo>
                    <a:pt x="43363" y="144002"/>
                  </a:lnTo>
                  <a:lnTo>
                    <a:pt x="44732" y="146593"/>
                  </a:lnTo>
                  <a:lnTo>
                    <a:pt x="45596" y="148688"/>
                  </a:lnTo>
                  <a:lnTo>
                    <a:pt x="45515" y="151456"/>
                  </a:lnTo>
                  <a:lnTo>
                    <a:pt x="45630" y="152318"/>
                  </a:lnTo>
                  <a:lnTo>
                    <a:pt x="46166" y="153015"/>
                  </a:lnTo>
                  <a:lnTo>
                    <a:pt x="46813" y="153551"/>
                  </a:lnTo>
                  <a:lnTo>
                    <a:pt x="47533" y="153507"/>
                  </a:lnTo>
                  <a:lnTo>
                    <a:pt x="48175" y="153272"/>
                  </a:lnTo>
                  <a:lnTo>
                    <a:pt x="48325" y="152883"/>
                  </a:lnTo>
                  <a:lnTo>
                    <a:pt x="49811" y="152834"/>
                  </a:lnTo>
                  <a:lnTo>
                    <a:pt x="49978" y="153528"/>
                  </a:lnTo>
                  <a:lnTo>
                    <a:pt x="50063" y="157510"/>
                  </a:lnTo>
                  <a:lnTo>
                    <a:pt x="50124" y="159121"/>
                  </a:lnTo>
                  <a:lnTo>
                    <a:pt x="50477" y="159772"/>
                  </a:lnTo>
                  <a:lnTo>
                    <a:pt x="50688" y="160759"/>
                  </a:lnTo>
                  <a:lnTo>
                    <a:pt x="50701" y="161655"/>
                  </a:lnTo>
                  <a:lnTo>
                    <a:pt x="50769" y="163886"/>
                  </a:lnTo>
                  <a:lnTo>
                    <a:pt x="50989" y="165059"/>
                  </a:lnTo>
                  <a:lnTo>
                    <a:pt x="50954" y="167439"/>
                  </a:lnTo>
                  <a:lnTo>
                    <a:pt x="51106" y="168312"/>
                  </a:lnTo>
                  <a:lnTo>
                    <a:pt x="51517" y="168904"/>
                  </a:lnTo>
                  <a:lnTo>
                    <a:pt x="52035" y="170609"/>
                  </a:lnTo>
                  <a:lnTo>
                    <a:pt x="52230" y="170824"/>
                  </a:lnTo>
                  <a:lnTo>
                    <a:pt x="52331" y="171427"/>
                  </a:lnTo>
                  <a:lnTo>
                    <a:pt x="52775" y="173856"/>
                  </a:lnTo>
                  <a:lnTo>
                    <a:pt x="53000" y="174581"/>
                  </a:lnTo>
                  <a:lnTo>
                    <a:pt x="53158" y="174688"/>
                  </a:lnTo>
                  <a:lnTo>
                    <a:pt x="53225" y="175531"/>
                  </a:lnTo>
                  <a:lnTo>
                    <a:pt x="53546" y="177800"/>
                  </a:lnTo>
                  <a:lnTo>
                    <a:pt x="53764" y="178360"/>
                  </a:lnTo>
                  <a:lnTo>
                    <a:pt x="54179" y="180026"/>
                  </a:lnTo>
                  <a:lnTo>
                    <a:pt x="54346" y="181843"/>
                  </a:lnTo>
                  <a:lnTo>
                    <a:pt x="54896" y="183893"/>
                  </a:lnTo>
                  <a:lnTo>
                    <a:pt x="55455" y="185336"/>
                  </a:lnTo>
                  <a:lnTo>
                    <a:pt x="55707" y="186828"/>
                  </a:lnTo>
                  <a:lnTo>
                    <a:pt x="56422" y="190131"/>
                  </a:lnTo>
                  <a:lnTo>
                    <a:pt x="57115" y="192448"/>
                  </a:lnTo>
                  <a:lnTo>
                    <a:pt x="58055" y="193052"/>
                  </a:lnTo>
                  <a:lnTo>
                    <a:pt x="58841" y="193375"/>
                  </a:lnTo>
                  <a:lnTo>
                    <a:pt x="59332" y="194270"/>
                  </a:lnTo>
                  <a:lnTo>
                    <a:pt x="59814" y="195235"/>
                  </a:lnTo>
                  <a:lnTo>
                    <a:pt x="59294" y="195675"/>
                  </a:lnTo>
                  <a:lnTo>
                    <a:pt x="58830" y="196267"/>
                  </a:lnTo>
                  <a:lnTo>
                    <a:pt x="58186" y="195811"/>
                  </a:lnTo>
                  <a:lnTo>
                    <a:pt x="57291" y="196058"/>
                  </a:lnTo>
                  <a:lnTo>
                    <a:pt x="56360" y="196711"/>
                  </a:lnTo>
                  <a:lnTo>
                    <a:pt x="55501" y="197034"/>
                  </a:lnTo>
                  <a:lnTo>
                    <a:pt x="53883" y="195996"/>
                  </a:lnTo>
                  <a:lnTo>
                    <a:pt x="53389" y="195853"/>
                  </a:lnTo>
                  <a:lnTo>
                    <a:pt x="53053" y="195403"/>
                  </a:lnTo>
                  <a:lnTo>
                    <a:pt x="52382" y="193354"/>
                  </a:lnTo>
                  <a:lnTo>
                    <a:pt x="52062" y="193113"/>
                  </a:lnTo>
                  <a:lnTo>
                    <a:pt x="51201" y="194069"/>
                  </a:lnTo>
                  <a:lnTo>
                    <a:pt x="50153" y="194730"/>
                  </a:lnTo>
                  <a:lnTo>
                    <a:pt x="49642" y="194605"/>
                  </a:lnTo>
                  <a:lnTo>
                    <a:pt x="49041" y="195294"/>
                  </a:lnTo>
                  <a:lnTo>
                    <a:pt x="48482" y="196216"/>
                  </a:lnTo>
                  <a:lnTo>
                    <a:pt x="47412" y="200209"/>
                  </a:lnTo>
                  <a:lnTo>
                    <a:pt x="46860" y="201620"/>
                  </a:lnTo>
                  <a:lnTo>
                    <a:pt x="46267" y="202269"/>
                  </a:lnTo>
                  <a:lnTo>
                    <a:pt x="45081" y="202249"/>
                  </a:lnTo>
                  <a:lnTo>
                    <a:pt x="43815" y="202390"/>
                  </a:lnTo>
                  <a:lnTo>
                    <a:pt x="42867" y="203357"/>
                  </a:lnTo>
                  <a:lnTo>
                    <a:pt x="41978" y="203850"/>
                  </a:lnTo>
                  <a:lnTo>
                    <a:pt x="41534" y="203914"/>
                  </a:lnTo>
                  <a:lnTo>
                    <a:pt x="41384" y="206104"/>
                  </a:lnTo>
                  <a:lnTo>
                    <a:pt x="41181" y="207120"/>
                  </a:lnTo>
                  <a:lnTo>
                    <a:pt x="40902" y="207701"/>
                  </a:lnTo>
                  <a:lnTo>
                    <a:pt x="40211" y="207876"/>
                  </a:lnTo>
                  <a:lnTo>
                    <a:pt x="39591" y="207798"/>
                  </a:lnTo>
                  <a:lnTo>
                    <a:pt x="39215" y="206886"/>
                  </a:lnTo>
                  <a:lnTo>
                    <a:pt x="38516" y="206430"/>
                  </a:lnTo>
                  <a:lnTo>
                    <a:pt x="37898" y="206104"/>
                  </a:lnTo>
                  <a:lnTo>
                    <a:pt x="37495" y="205583"/>
                  </a:lnTo>
                  <a:lnTo>
                    <a:pt x="37172" y="205713"/>
                  </a:lnTo>
                  <a:lnTo>
                    <a:pt x="36904" y="206625"/>
                  </a:lnTo>
                  <a:lnTo>
                    <a:pt x="36688" y="207407"/>
                  </a:lnTo>
                  <a:lnTo>
                    <a:pt x="36500" y="208840"/>
                  </a:lnTo>
                  <a:lnTo>
                    <a:pt x="35560" y="209297"/>
                  </a:lnTo>
                  <a:lnTo>
                    <a:pt x="35157" y="210112"/>
                  </a:lnTo>
                  <a:lnTo>
                    <a:pt x="35391" y="212799"/>
                  </a:lnTo>
                  <a:lnTo>
                    <a:pt x="35283" y="213848"/>
                  </a:lnTo>
                  <a:lnTo>
                    <a:pt x="35086" y="214663"/>
                  </a:lnTo>
                  <a:lnTo>
                    <a:pt x="33950" y="214826"/>
                  </a:lnTo>
                  <a:lnTo>
                    <a:pt x="32981" y="214770"/>
                  </a:lnTo>
                  <a:lnTo>
                    <a:pt x="32424" y="215761"/>
                  </a:lnTo>
                  <a:lnTo>
                    <a:pt x="31730" y="216914"/>
                  </a:lnTo>
                  <a:lnTo>
                    <a:pt x="31309" y="217129"/>
                  </a:lnTo>
                  <a:lnTo>
                    <a:pt x="30813" y="217058"/>
                  </a:lnTo>
                  <a:lnTo>
                    <a:pt x="30153" y="215721"/>
                  </a:lnTo>
                  <a:lnTo>
                    <a:pt x="29521" y="214074"/>
                  </a:lnTo>
                  <a:lnTo>
                    <a:pt x="27913" y="212920"/>
                  </a:lnTo>
                  <a:lnTo>
                    <a:pt x="26319" y="211963"/>
                  </a:lnTo>
                  <a:lnTo>
                    <a:pt x="25274" y="209346"/>
                  </a:lnTo>
                  <a:lnTo>
                    <a:pt x="25027" y="208058"/>
                  </a:lnTo>
                  <a:lnTo>
                    <a:pt x="24534" y="207492"/>
                  </a:lnTo>
                  <a:lnTo>
                    <a:pt x="23294" y="204387"/>
                  </a:lnTo>
                  <a:lnTo>
                    <a:pt x="22608" y="202390"/>
                  </a:lnTo>
                  <a:lnTo>
                    <a:pt x="21866" y="201858"/>
                  </a:lnTo>
                  <a:lnTo>
                    <a:pt x="21013" y="201022"/>
                  </a:lnTo>
                  <a:lnTo>
                    <a:pt x="21047" y="199577"/>
                  </a:lnTo>
                  <a:lnTo>
                    <a:pt x="20990" y="198184"/>
                  </a:lnTo>
                  <a:lnTo>
                    <a:pt x="20624" y="197619"/>
                  </a:lnTo>
                  <a:lnTo>
                    <a:pt x="20110" y="197244"/>
                  </a:lnTo>
                  <a:lnTo>
                    <a:pt x="19921" y="196462"/>
                  </a:lnTo>
                  <a:lnTo>
                    <a:pt x="19975" y="194637"/>
                  </a:lnTo>
                  <a:lnTo>
                    <a:pt x="20076" y="189931"/>
                  </a:lnTo>
                  <a:lnTo>
                    <a:pt x="19933" y="185426"/>
                  </a:lnTo>
                  <a:lnTo>
                    <a:pt x="18789" y="183862"/>
                  </a:lnTo>
                  <a:lnTo>
                    <a:pt x="18295" y="182801"/>
                  </a:lnTo>
                  <a:lnTo>
                    <a:pt x="17428" y="176140"/>
                  </a:lnTo>
                  <a:lnTo>
                    <a:pt x="17019" y="173137"/>
                  </a:lnTo>
                  <a:lnTo>
                    <a:pt x="17000" y="170908"/>
                  </a:lnTo>
                  <a:lnTo>
                    <a:pt x="17287" y="164258"/>
                  </a:lnTo>
                  <a:lnTo>
                    <a:pt x="17612" y="161381"/>
                  </a:lnTo>
                  <a:lnTo>
                    <a:pt x="18497" y="155611"/>
                  </a:lnTo>
                  <a:lnTo>
                    <a:pt x="19007" y="153657"/>
                  </a:lnTo>
                  <a:lnTo>
                    <a:pt x="19036" y="152199"/>
                  </a:lnTo>
                  <a:lnTo>
                    <a:pt x="18984" y="150320"/>
                  </a:lnTo>
                  <a:lnTo>
                    <a:pt x="18724" y="146616"/>
                  </a:lnTo>
                  <a:lnTo>
                    <a:pt x="20220" y="144281"/>
                  </a:lnTo>
                  <a:lnTo>
                    <a:pt x="20862" y="143298"/>
                  </a:lnTo>
                  <a:lnTo>
                    <a:pt x="20969" y="141734"/>
                  </a:lnTo>
                  <a:lnTo>
                    <a:pt x="21770" y="139756"/>
                  </a:lnTo>
                  <a:lnTo>
                    <a:pt x="22125" y="137871"/>
                  </a:lnTo>
                  <a:lnTo>
                    <a:pt x="22420" y="136391"/>
                  </a:lnTo>
                  <a:lnTo>
                    <a:pt x="22339" y="135609"/>
                  </a:lnTo>
                  <a:lnTo>
                    <a:pt x="21990" y="135155"/>
                  </a:lnTo>
                  <a:lnTo>
                    <a:pt x="21578" y="133744"/>
                  </a:lnTo>
                  <a:lnTo>
                    <a:pt x="20713" y="129688"/>
                  </a:lnTo>
                  <a:lnTo>
                    <a:pt x="20400" y="128867"/>
                  </a:lnTo>
                  <a:lnTo>
                    <a:pt x="20136" y="127727"/>
                  </a:lnTo>
                  <a:lnTo>
                    <a:pt x="20271" y="125928"/>
                  </a:lnTo>
                  <a:lnTo>
                    <a:pt x="20609" y="123981"/>
                  </a:lnTo>
                  <a:lnTo>
                    <a:pt x="20566" y="123166"/>
                  </a:lnTo>
                  <a:lnTo>
                    <a:pt x="20048" y="122116"/>
                  </a:lnTo>
                  <a:lnTo>
                    <a:pt x="18981" y="120364"/>
                  </a:lnTo>
                  <a:lnTo>
                    <a:pt x="18094" y="120234"/>
                  </a:lnTo>
                  <a:lnTo>
                    <a:pt x="17409" y="119602"/>
                  </a:lnTo>
                  <a:lnTo>
                    <a:pt x="16401" y="119517"/>
                  </a:lnTo>
                  <a:lnTo>
                    <a:pt x="15595" y="119323"/>
                  </a:lnTo>
                  <a:lnTo>
                    <a:pt x="15138" y="118670"/>
                  </a:lnTo>
                  <a:lnTo>
                    <a:pt x="15232" y="117595"/>
                  </a:lnTo>
                  <a:lnTo>
                    <a:pt x="15432" y="116767"/>
                  </a:lnTo>
                  <a:lnTo>
                    <a:pt x="16109" y="114729"/>
                  </a:lnTo>
                  <a:lnTo>
                    <a:pt x="16562" y="112546"/>
                  </a:lnTo>
                  <a:lnTo>
                    <a:pt x="16624" y="110413"/>
                  </a:lnTo>
                  <a:lnTo>
                    <a:pt x="16761" y="107611"/>
                  </a:lnTo>
                  <a:lnTo>
                    <a:pt x="16957" y="105179"/>
                  </a:lnTo>
                  <a:lnTo>
                    <a:pt x="17063" y="102430"/>
                  </a:lnTo>
                  <a:lnTo>
                    <a:pt x="15998" y="100624"/>
                  </a:lnTo>
                  <a:lnTo>
                    <a:pt x="15658" y="99139"/>
                  </a:lnTo>
                  <a:lnTo>
                    <a:pt x="15219" y="97822"/>
                  </a:lnTo>
                  <a:lnTo>
                    <a:pt x="14735" y="97822"/>
                  </a:lnTo>
                  <a:lnTo>
                    <a:pt x="14005" y="97256"/>
                  </a:lnTo>
                  <a:lnTo>
                    <a:pt x="12864" y="98989"/>
                  </a:lnTo>
                  <a:lnTo>
                    <a:pt x="11968" y="98668"/>
                  </a:lnTo>
                  <a:lnTo>
                    <a:pt x="11349" y="99321"/>
                  </a:lnTo>
                  <a:lnTo>
                    <a:pt x="9925" y="99191"/>
                  </a:lnTo>
                  <a:lnTo>
                    <a:pt x="9011" y="98344"/>
                  </a:lnTo>
                  <a:lnTo>
                    <a:pt x="7905" y="98908"/>
                  </a:lnTo>
                  <a:lnTo>
                    <a:pt x="5323" y="91954"/>
                  </a:lnTo>
                  <a:lnTo>
                    <a:pt x="2725" y="84956"/>
                  </a:lnTo>
                  <a:lnTo>
                    <a:pt x="170" y="78078"/>
                  </a:lnTo>
                  <a:lnTo>
                    <a:pt x="0" y="77139"/>
                  </a:lnTo>
                  <a:lnTo>
                    <a:pt x="1068" y="73866"/>
                  </a:lnTo>
                  <a:lnTo>
                    <a:pt x="2021" y="71512"/>
                  </a:lnTo>
                  <a:lnTo>
                    <a:pt x="2819" y="70176"/>
                  </a:lnTo>
                  <a:lnTo>
                    <a:pt x="3194" y="68997"/>
                  </a:lnTo>
                  <a:lnTo>
                    <a:pt x="2906" y="63950"/>
                  </a:lnTo>
                  <a:lnTo>
                    <a:pt x="2922" y="62135"/>
                  </a:lnTo>
                  <a:lnTo>
                    <a:pt x="2549" y="60160"/>
                  </a:lnTo>
                  <a:lnTo>
                    <a:pt x="2281" y="57943"/>
                  </a:lnTo>
                  <a:lnTo>
                    <a:pt x="2602" y="56095"/>
                  </a:lnTo>
                  <a:lnTo>
                    <a:pt x="2988" y="54807"/>
                  </a:lnTo>
                  <a:lnTo>
                    <a:pt x="3485" y="54309"/>
                  </a:lnTo>
                  <a:lnTo>
                    <a:pt x="4676" y="53859"/>
                  </a:lnTo>
                  <a:lnTo>
                    <a:pt x="5518" y="53677"/>
                  </a:lnTo>
                  <a:lnTo>
                    <a:pt x="5816" y="52937"/>
                  </a:lnTo>
                  <a:lnTo>
                    <a:pt x="6306" y="52077"/>
                  </a:lnTo>
                  <a:lnTo>
                    <a:pt x="6946" y="52031"/>
                  </a:lnTo>
                  <a:lnTo>
                    <a:pt x="8200" y="52627"/>
                  </a:lnTo>
                  <a:lnTo>
                    <a:pt x="8772" y="51514"/>
                  </a:lnTo>
                  <a:lnTo>
                    <a:pt x="9807" y="50003"/>
                  </a:lnTo>
                  <a:lnTo>
                    <a:pt x="12136" y="47395"/>
                  </a:lnTo>
                  <a:lnTo>
                    <a:pt x="12659" y="45695"/>
                  </a:lnTo>
                  <a:lnTo>
                    <a:pt x="13025" y="43061"/>
                  </a:lnTo>
                  <a:lnTo>
                    <a:pt x="12983" y="41821"/>
                  </a:lnTo>
                  <a:lnTo>
                    <a:pt x="12744" y="41348"/>
                  </a:lnTo>
                  <a:lnTo>
                    <a:pt x="12168" y="40918"/>
                  </a:lnTo>
                  <a:lnTo>
                    <a:pt x="11283" y="40859"/>
                  </a:lnTo>
                  <a:lnTo>
                    <a:pt x="10573" y="41534"/>
                  </a:lnTo>
                  <a:lnTo>
                    <a:pt x="9842" y="41165"/>
                  </a:lnTo>
                  <a:lnTo>
                    <a:pt x="9231" y="39543"/>
                  </a:lnTo>
                  <a:lnTo>
                    <a:pt x="9196" y="38198"/>
                  </a:lnTo>
                  <a:lnTo>
                    <a:pt x="9558" y="36300"/>
                  </a:lnTo>
                  <a:lnTo>
                    <a:pt x="9348" y="35044"/>
                  </a:lnTo>
                  <a:lnTo>
                    <a:pt x="8184" y="31045"/>
                  </a:lnTo>
                  <a:lnTo>
                    <a:pt x="8191" y="29944"/>
                  </a:lnTo>
                  <a:lnTo>
                    <a:pt x="9035" y="28150"/>
                  </a:lnTo>
                  <a:lnTo>
                    <a:pt x="9514" y="26623"/>
                  </a:lnTo>
                  <a:lnTo>
                    <a:pt x="10169" y="22968"/>
                  </a:lnTo>
                  <a:lnTo>
                    <a:pt x="10690" y="21752"/>
                  </a:lnTo>
                  <a:lnTo>
                    <a:pt x="12311" y="21324"/>
                  </a:lnTo>
                  <a:lnTo>
                    <a:pt x="12723" y="20545"/>
                  </a:lnTo>
                  <a:lnTo>
                    <a:pt x="13551" y="18612"/>
                  </a:lnTo>
                  <a:lnTo>
                    <a:pt x="14778" y="16407"/>
                  </a:lnTo>
                  <a:lnTo>
                    <a:pt x="16555" y="14648"/>
                  </a:lnTo>
                  <a:lnTo>
                    <a:pt x="17063" y="11444"/>
                  </a:lnTo>
                  <a:lnTo>
                    <a:pt x="17378" y="10570"/>
                  </a:lnTo>
                  <a:lnTo>
                    <a:pt x="18789" y="8883"/>
                  </a:lnTo>
                  <a:lnTo>
                    <a:pt x="19035" y="7983"/>
                  </a:lnTo>
                  <a:lnTo>
                    <a:pt x="19002" y="7191"/>
                  </a:lnTo>
                  <a:lnTo>
                    <a:pt x="16736" y="0"/>
                  </a:lnTo>
                  <a:lnTo>
                    <a:pt x="17186" y="493"/>
                  </a:lnTo>
                  <a:lnTo>
                    <a:pt x="18942" y="5185"/>
                  </a:lnTo>
                  <a:lnTo>
                    <a:pt x="19914" y="6199"/>
                  </a:lnTo>
                  <a:lnTo>
                    <a:pt x="20119" y="6222"/>
                  </a:lnTo>
                  <a:lnTo>
                    <a:pt x="20127" y="5003"/>
                  </a:lnTo>
                  <a:lnTo>
                    <a:pt x="21019" y="5517"/>
                  </a:lnTo>
                  <a:lnTo>
                    <a:pt x="23325" y="8726"/>
                  </a:lnTo>
                  <a:lnTo>
                    <a:pt x="26697" y="14027"/>
                  </a:lnTo>
                  <a:lnTo>
                    <a:pt x="31433" y="24044"/>
                  </a:lnTo>
                  <a:lnTo>
                    <a:pt x="32780" y="27855"/>
                  </a:lnTo>
                  <a:lnTo>
                    <a:pt x="33687" y="29650"/>
                  </a:lnTo>
                  <a:lnTo>
                    <a:pt x="35095" y="34018"/>
                  </a:lnTo>
                  <a:lnTo>
                    <a:pt x="35507" y="36154"/>
                  </a:lnTo>
                  <a:lnTo>
                    <a:pt x="35467" y="44653"/>
                  </a:lnTo>
                  <a:lnTo>
                    <a:pt x="34220" y="50400"/>
                  </a:lnTo>
                  <a:lnTo>
                    <a:pt x="33915" y="54724"/>
                  </a:lnTo>
                  <a:lnTo>
                    <a:pt x="33848" y="60480"/>
                  </a:lnTo>
                  <a:lnTo>
                    <a:pt x="33123" y="63782"/>
                  </a:lnTo>
                  <a:lnTo>
                    <a:pt x="34085" y="61988"/>
                  </a:lnTo>
                  <a:lnTo>
                    <a:pt x="34384" y="56795"/>
                  </a:lnTo>
                  <a:lnTo>
                    <a:pt x="35203" y="53641"/>
                  </a:lnTo>
                  <a:lnTo>
                    <a:pt x="36267" y="50178"/>
                  </a:lnTo>
                  <a:lnTo>
                    <a:pt x="37687" y="49347"/>
                  </a:lnTo>
                  <a:lnTo>
                    <a:pt x="39218" y="50822"/>
                  </a:lnTo>
                  <a:lnTo>
                    <a:pt x="40449" y="51081"/>
                  </a:lnTo>
                  <a:lnTo>
                    <a:pt x="41537" y="52107"/>
                  </a:lnTo>
                  <a:lnTo>
                    <a:pt x="43848" y="57643"/>
                  </a:lnTo>
                  <a:lnTo>
                    <a:pt x="46107" y="62021"/>
                  </a:lnTo>
                  <a:lnTo>
                    <a:pt x="46929" y="65533"/>
                  </a:lnTo>
                  <a:lnTo>
                    <a:pt x="49323" y="67289"/>
                  </a:lnTo>
                  <a:lnTo>
                    <a:pt x="50738" y="70057"/>
                  </a:lnTo>
                  <a:lnTo>
                    <a:pt x="51193" y="72454"/>
                  </a:lnTo>
                  <a:lnTo>
                    <a:pt x="51473" y="78727"/>
                  </a:lnTo>
                  <a:lnTo>
                    <a:pt x="51010" y="88195"/>
                  </a:lnTo>
                  <a:close/>
                </a:path>
              </a:pathLst>
            </a:custGeom>
            <a:solidFill>
              <a:srgbClr val="FFDED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g671"/>
            <p:cNvSpPr/>
            <p:nvPr/>
          </p:nvSpPr>
          <p:spPr>
            <a:xfrm>
              <a:off x="4724708" y="2975226"/>
              <a:ext cx="1369" cy="2998"/>
            </a:xfrm>
            <a:custGeom>
              <a:avLst/>
              <a:pathLst>
                <a:path w="1369" h="2998">
                  <a:moveTo>
                    <a:pt x="1188" y="2543"/>
                  </a:moveTo>
                  <a:lnTo>
                    <a:pt x="886" y="2998"/>
                  </a:lnTo>
                  <a:lnTo>
                    <a:pt x="52" y="835"/>
                  </a:lnTo>
                  <a:lnTo>
                    <a:pt x="0" y="129"/>
                  </a:lnTo>
                  <a:lnTo>
                    <a:pt x="645" y="0"/>
                  </a:lnTo>
                  <a:lnTo>
                    <a:pt x="1369" y="976"/>
                  </a:lnTo>
                  <a:lnTo>
                    <a:pt x="1329" y="1864"/>
                  </a:lnTo>
                  <a:close/>
                </a:path>
              </a:pathLst>
            </a:custGeom>
            <a:solidFill>
              <a:srgbClr val="D8E9D3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g672"/>
            <p:cNvSpPr/>
            <p:nvPr/>
          </p:nvSpPr>
          <p:spPr>
            <a:xfrm>
              <a:off x="4721105" y="2974139"/>
              <a:ext cx="2499" cy="3633"/>
            </a:xfrm>
            <a:custGeom>
              <a:avLst/>
              <a:pathLst>
                <a:path w="2499" h="3633">
                  <a:moveTo>
                    <a:pt x="1936" y="3631"/>
                  </a:moveTo>
                  <a:lnTo>
                    <a:pt x="468" y="3633"/>
                  </a:lnTo>
                  <a:lnTo>
                    <a:pt x="154" y="3337"/>
                  </a:lnTo>
                  <a:lnTo>
                    <a:pt x="0" y="2709"/>
                  </a:lnTo>
                  <a:lnTo>
                    <a:pt x="520" y="1569"/>
                  </a:lnTo>
                  <a:lnTo>
                    <a:pt x="2499" y="0"/>
                  </a:lnTo>
                  <a:lnTo>
                    <a:pt x="2004" y="1650"/>
                  </a:lnTo>
                  <a:close/>
                </a:path>
              </a:pathLst>
            </a:custGeom>
            <a:solidFill>
              <a:srgbClr val="D8E9D3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g673"/>
            <p:cNvSpPr/>
            <p:nvPr/>
          </p:nvSpPr>
          <p:spPr>
            <a:xfrm>
              <a:off x="4721807" y="2967296"/>
              <a:ext cx="5347" cy="7961"/>
            </a:xfrm>
            <a:custGeom>
              <a:avLst/>
              <a:pathLst>
                <a:path w="5347" h="7961">
                  <a:moveTo>
                    <a:pt x="1484" y="1493"/>
                  </a:moveTo>
                  <a:lnTo>
                    <a:pt x="1875" y="650"/>
                  </a:lnTo>
                  <a:lnTo>
                    <a:pt x="2454" y="405"/>
                  </a:lnTo>
                  <a:lnTo>
                    <a:pt x="2758" y="0"/>
                  </a:lnTo>
                  <a:lnTo>
                    <a:pt x="3554" y="0"/>
                  </a:lnTo>
                  <a:lnTo>
                    <a:pt x="4042" y="326"/>
                  </a:lnTo>
                  <a:lnTo>
                    <a:pt x="4547" y="833"/>
                  </a:lnTo>
                  <a:lnTo>
                    <a:pt x="4809" y="1936"/>
                  </a:lnTo>
                  <a:lnTo>
                    <a:pt x="4729" y="3172"/>
                  </a:lnTo>
                  <a:lnTo>
                    <a:pt x="5224" y="3770"/>
                  </a:lnTo>
                  <a:lnTo>
                    <a:pt x="5347" y="4986"/>
                  </a:lnTo>
                  <a:lnTo>
                    <a:pt x="4802" y="5650"/>
                  </a:lnTo>
                  <a:lnTo>
                    <a:pt x="4770" y="7082"/>
                  </a:lnTo>
                  <a:lnTo>
                    <a:pt x="4527" y="7961"/>
                  </a:lnTo>
                  <a:lnTo>
                    <a:pt x="2956" y="6398"/>
                  </a:lnTo>
                  <a:lnTo>
                    <a:pt x="1661" y="5588"/>
                  </a:lnTo>
                  <a:lnTo>
                    <a:pt x="497" y="5909"/>
                  </a:lnTo>
                  <a:lnTo>
                    <a:pt x="73" y="4990"/>
                  </a:lnTo>
                  <a:lnTo>
                    <a:pt x="0" y="4042"/>
                  </a:lnTo>
                  <a:lnTo>
                    <a:pt x="1343" y="2392"/>
                  </a:lnTo>
                  <a:close/>
                </a:path>
              </a:pathLst>
            </a:custGeom>
            <a:solidFill>
              <a:srgbClr val="D8E9D3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g674"/>
            <p:cNvSpPr/>
            <p:nvPr/>
          </p:nvSpPr>
          <p:spPr>
            <a:xfrm>
              <a:off x="4226454" y="5199174"/>
              <a:ext cx="7149" cy="6449"/>
            </a:xfrm>
            <a:custGeom>
              <a:avLst/>
              <a:pathLst>
                <a:path w="7149" h="6449">
                  <a:moveTo>
                    <a:pt x="5560" y="5046"/>
                  </a:moveTo>
                  <a:lnTo>
                    <a:pt x="4104" y="6449"/>
                  </a:lnTo>
                  <a:lnTo>
                    <a:pt x="2607" y="6437"/>
                  </a:lnTo>
                  <a:lnTo>
                    <a:pt x="1975" y="5332"/>
                  </a:lnTo>
                  <a:lnTo>
                    <a:pt x="1037" y="1878"/>
                  </a:lnTo>
                  <a:lnTo>
                    <a:pt x="417" y="1630"/>
                  </a:lnTo>
                  <a:lnTo>
                    <a:pt x="33" y="681"/>
                  </a:lnTo>
                  <a:lnTo>
                    <a:pt x="0" y="279"/>
                  </a:lnTo>
                  <a:lnTo>
                    <a:pt x="659" y="0"/>
                  </a:lnTo>
                  <a:lnTo>
                    <a:pt x="1668" y="992"/>
                  </a:lnTo>
                  <a:lnTo>
                    <a:pt x="4077" y="1797"/>
                  </a:lnTo>
                  <a:lnTo>
                    <a:pt x="5850" y="3690"/>
                  </a:lnTo>
                  <a:lnTo>
                    <a:pt x="7149" y="4328"/>
                  </a:lnTo>
                  <a:lnTo>
                    <a:pt x="6629" y="4833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g675"/>
            <p:cNvSpPr/>
            <p:nvPr/>
          </p:nvSpPr>
          <p:spPr>
            <a:xfrm>
              <a:off x="2244645" y="3160571"/>
              <a:ext cx="75622" cy="89974"/>
            </a:xfrm>
            <a:custGeom>
              <a:avLst/>
              <a:pathLst>
                <a:path w="75622" h="89974">
                  <a:moveTo>
                    <a:pt x="75622" y="30468"/>
                  </a:moveTo>
                  <a:lnTo>
                    <a:pt x="72484" y="30025"/>
                  </a:lnTo>
                  <a:lnTo>
                    <a:pt x="71003" y="30942"/>
                  </a:lnTo>
                  <a:lnTo>
                    <a:pt x="70354" y="32994"/>
                  </a:lnTo>
                  <a:lnTo>
                    <a:pt x="69797" y="33915"/>
                  </a:lnTo>
                  <a:lnTo>
                    <a:pt x="69332" y="33704"/>
                  </a:lnTo>
                  <a:lnTo>
                    <a:pt x="68390" y="34510"/>
                  </a:lnTo>
                  <a:lnTo>
                    <a:pt x="66972" y="36336"/>
                  </a:lnTo>
                  <a:lnTo>
                    <a:pt x="65693" y="37027"/>
                  </a:lnTo>
                  <a:lnTo>
                    <a:pt x="64552" y="36584"/>
                  </a:lnTo>
                  <a:lnTo>
                    <a:pt x="64222" y="37032"/>
                  </a:lnTo>
                  <a:lnTo>
                    <a:pt x="64132" y="37631"/>
                  </a:lnTo>
                  <a:lnTo>
                    <a:pt x="63960" y="38211"/>
                  </a:lnTo>
                  <a:lnTo>
                    <a:pt x="63517" y="38524"/>
                  </a:lnTo>
                  <a:lnTo>
                    <a:pt x="63010" y="38358"/>
                  </a:lnTo>
                  <a:lnTo>
                    <a:pt x="62439" y="37713"/>
                  </a:lnTo>
                  <a:lnTo>
                    <a:pt x="62138" y="37989"/>
                  </a:lnTo>
                  <a:lnTo>
                    <a:pt x="62105" y="39182"/>
                  </a:lnTo>
                  <a:lnTo>
                    <a:pt x="61797" y="39501"/>
                  </a:lnTo>
                  <a:lnTo>
                    <a:pt x="61213" y="38940"/>
                  </a:lnTo>
                  <a:lnTo>
                    <a:pt x="60557" y="39371"/>
                  </a:lnTo>
                  <a:lnTo>
                    <a:pt x="59827" y="40791"/>
                  </a:lnTo>
                  <a:lnTo>
                    <a:pt x="58802" y="41095"/>
                  </a:lnTo>
                  <a:lnTo>
                    <a:pt x="57482" y="40277"/>
                  </a:lnTo>
                  <a:lnTo>
                    <a:pt x="56460" y="38732"/>
                  </a:lnTo>
                  <a:lnTo>
                    <a:pt x="55737" y="36457"/>
                  </a:lnTo>
                  <a:lnTo>
                    <a:pt x="54868" y="35884"/>
                  </a:lnTo>
                  <a:lnTo>
                    <a:pt x="53348" y="37578"/>
                  </a:lnTo>
                  <a:lnTo>
                    <a:pt x="52712" y="39555"/>
                  </a:lnTo>
                  <a:lnTo>
                    <a:pt x="52575" y="40761"/>
                  </a:lnTo>
                  <a:lnTo>
                    <a:pt x="52722" y="41856"/>
                  </a:lnTo>
                  <a:lnTo>
                    <a:pt x="52444" y="42586"/>
                  </a:lnTo>
                  <a:lnTo>
                    <a:pt x="51738" y="42951"/>
                  </a:lnTo>
                  <a:lnTo>
                    <a:pt x="51201" y="44294"/>
                  </a:lnTo>
                  <a:lnTo>
                    <a:pt x="50834" y="46614"/>
                  </a:lnTo>
                  <a:lnTo>
                    <a:pt x="50760" y="48406"/>
                  </a:lnTo>
                  <a:lnTo>
                    <a:pt x="50980" y="49667"/>
                  </a:lnTo>
                  <a:lnTo>
                    <a:pt x="50628" y="50598"/>
                  </a:lnTo>
                  <a:lnTo>
                    <a:pt x="49704" y="51194"/>
                  </a:lnTo>
                  <a:lnTo>
                    <a:pt x="48612" y="53196"/>
                  </a:lnTo>
                  <a:lnTo>
                    <a:pt x="47353" y="56600"/>
                  </a:lnTo>
                  <a:lnTo>
                    <a:pt x="46101" y="58978"/>
                  </a:lnTo>
                  <a:lnTo>
                    <a:pt x="44856" y="60327"/>
                  </a:lnTo>
                  <a:lnTo>
                    <a:pt x="44256" y="61826"/>
                  </a:lnTo>
                  <a:lnTo>
                    <a:pt x="44298" y="63474"/>
                  </a:lnTo>
                  <a:lnTo>
                    <a:pt x="44223" y="63987"/>
                  </a:lnTo>
                  <a:lnTo>
                    <a:pt x="43985" y="64184"/>
                  </a:lnTo>
                  <a:lnTo>
                    <a:pt x="43579" y="64409"/>
                  </a:lnTo>
                  <a:lnTo>
                    <a:pt x="41178" y="60826"/>
                  </a:lnTo>
                  <a:lnTo>
                    <a:pt x="40488" y="58330"/>
                  </a:lnTo>
                  <a:lnTo>
                    <a:pt x="39892" y="58712"/>
                  </a:lnTo>
                  <a:lnTo>
                    <a:pt x="39137" y="59972"/>
                  </a:lnTo>
                  <a:lnTo>
                    <a:pt x="38077" y="62783"/>
                  </a:lnTo>
                  <a:lnTo>
                    <a:pt x="36937" y="66606"/>
                  </a:lnTo>
                  <a:lnTo>
                    <a:pt x="36386" y="67032"/>
                  </a:lnTo>
                  <a:lnTo>
                    <a:pt x="33543" y="66465"/>
                  </a:lnTo>
                  <a:lnTo>
                    <a:pt x="32039" y="66801"/>
                  </a:lnTo>
                  <a:lnTo>
                    <a:pt x="31730" y="67313"/>
                  </a:lnTo>
                  <a:lnTo>
                    <a:pt x="31589" y="68714"/>
                  </a:lnTo>
                  <a:lnTo>
                    <a:pt x="31675" y="70590"/>
                  </a:lnTo>
                  <a:lnTo>
                    <a:pt x="32088" y="77328"/>
                  </a:lnTo>
                  <a:lnTo>
                    <a:pt x="32319" y="80101"/>
                  </a:lnTo>
                  <a:lnTo>
                    <a:pt x="32092" y="80958"/>
                  </a:lnTo>
                  <a:lnTo>
                    <a:pt x="31326" y="81093"/>
                  </a:lnTo>
                  <a:lnTo>
                    <a:pt x="30334" y="81486"/>
                  </a:lnTo>
                  <a:lnTo>
                    <a:pt x="29790" y="82754"/>
                  </a:lnTo>
                  <a:lnTo>
                    <a:pt x="29661" y="84060"/>
                  </a:lnTo>
                  <a:lnTo>
                    <a:pt x="29608" y="85888"/>
                  </a:lnTo>
                  <a:lnTo>
                    <a:pt x="29294" y="87774"/>
                  </a:lnTo>
                  <a:lnTo>
                    <a:pt x="28679" y="89130"/>
                  </a:lnTo>
                  <a:lnTo>
                    <a:pt x="28072" y="89613"/>
                  </a:lnTo>
                  <a:lnTo>
                    <a:pt x="24683" y="89974"/>
                  </a:lnTo>
                  <a:lnTo>
                    <a:pt x="24740" y="86858"/>
                  </a:lnTo>
                  <a:lnTo>
                    <a:pt x="23762" y="85595"/>
                  </a:lnTo>
                  <a:lnTo>
                    <a:pt x="23206" y="82995"/>
                  </a:lnTo>
                  <a:lnTo>
                    <a:pt x="22719" y="81238"/>
                  </a:lnTo>
                  <a:lnTo>
                    <a:pt x="22880" y="80183"/>
                  </a:lnTo>
                  <a:lnTo>
                    <a:pt x="22832" y="78932"/>
                  </a:lnTo>
                  <a:lnTo>
                    <a:pt x="21453" y="77967"/>
                  </a:lnTo>
                  <a:lnTo>
                    <a:pt x="20160" y="78721"/>
                  </a:lnTo>
                  <a:lnTo>
                    <a:pt x="19416" y="78231"/>
                  </a:lnTo>
                  <a:lnTo>
                    <a:pt x="18870" y="77566"/>
                  </a:lnTo>
                  <a:lnTo>
                    <a:pt x="19811" y="76023"/>
                  </a:lnTo>
                  <a:lnTo>
                    <a:pt x="19876" y="75086"/>
                  </a:lnTo>
                  <a:lnTo>
                    <a:pt x="19574" y="74409"/>
                  </a:lnTo>
                  <a:lnTo>
                    <a:pt x="19264" y="73954"/>
                  </a:lnTo>
                  <a:lnTo>
                    <a:pt x="19357" y="72213"/>
                  </a:lnTo>
                  <a:lnTo>
                    <a:pt x="19548" y="70155"/>
                  </a:lnTo>
                  <a:lnTo>
                    <a:pt x="20075" y="65346"/>
                  </a:lnTo>
                  <a:lnTo>
                    <a:pt x="19879" y="64508"/>
                  </a:lnTo>
                  <a:lnTo>
                    <a:pt x="19016" y="63062"/>
                  </a:lnTo>
                  <a:lnTo>
                    <a:pt x="17922" y="62915"/>
                  </a:lnTo>
                  <a:lnTo>
                    <a:pt x="16715" y="63368"/>
                  </a:lnTo>
                  <a:lnTo>
                    <a:pt x="16134" y="62630"/>
                  </a:lnTo>
                  <a:lnTo>
                    <a:pt x="15625" y="60976"/>
                  </a:lnTo>
                  <a:lnTo>
                    <a:pt x="14765" y="60185"/>
                  </a:lnTo>
                  <a:lnTo>
                    <a:pt x="13239" y="61506"/>
                  </a:lnTo>
                  <a:lnTo>
                    <a:pt x="11627" y="63494"/>
                  </a:lnTo>
                  <a:lnTo>
                    <a:pt x="11132" y="64215"/>
                  </a:lnTo>
                  <a:lnTo>
                    <a:pt x="10723" y="64119"/>
                  </a:lnTo>
                  <a:lnTo>
                    <a:pt x="10541" y="62633"/>
                  </a:lnTo>
                  <a:lnTo>
                    <a:pt x="10459" y="60869"/>
                  </a:lnTo>
                  <a:lnTo>
                    <a:pt x="10359" y="60434"/>
                  </a:lnTo>
                  <a:lnTo>
                    <a:pt x="9499" y="59807"/>
                  </a:lnTo>
                  <a:lnTo>
                    <a:pt x="8494" y="59353"/>
                  </a:lnTo>
                  <a:lnTo>
                    <a:pt x="7982" y="58864"/>
                  </a:lnTo>
                  <a:lnTo>
                    <a:pt x="7497" y="57676"/>
                  </a:lnTo>
                  <a:lnTo>
                    <a:pt x="6296" y="56125"/>
                  </a:lnTo>
                  <a:lnTo>
                    <a:pt x="6023" y="54975"/>
                  </a:lnTo>
                  <a:lnTo>
                    <a:pt x="4416" y="52344"/>
                  </a:lnTo>
                  <a:lnTo>
                    <a:pt x="4091" y="51037"/>
                  </a:lnTo>
                  <a:lnTo>
                    <a:pt x="3722" y="50086"/>
                  </a:lnTo>
                  <a:lnTo>
                    <a:pt x="2950" y="48872"/>
                  </a:lnTo>
                  <a:lnTo>
                    <a:pt x="2345" y="49165"/>
                  </a:lnTo>
                  <a:lnTo>
                    <a:pt x="308" y="47656"/>
                  </a:lnTo>
                  <a:lnTo>
                    <a:pt x="0" y="47519"/>
                  </a:lnTo>
                  <a:lnTo>
                    <a:pt x="282" y="46197"/>
                  </a:lnTo>
                  <a:lnTo>
                    <a:pt x="924" y="44151"/>
                  </a:lnTo>
                  <a:lnTo>
                    <a:pt x="2325" y="41879"/>
                  </a:lnTo>
                  <a:lnTo>
                    <a:pt x="2442" y="40036"/>
                  </a:lnTo>
                  <a:lnTo>
                    <a:pt x="2076" y="36506"/>
                  </a:lnTo>
                  <a:lnTo>
                    <a:pt x="1708" y="34220"/>
                  </a:lnTo>
                  <a:lnTo>
                    <a:pt x="1907" y="33200"/>
                  </a:lnTo>
                  <a:lnTo>
                    <a:pt x="2343" y="29084"/>
                  </a:lnTo>
                  <a:lnTo>
                    <a:pt x="2681" y="28126"/>
                  </a:lnTo>
                  <a:lnTo>
                    <a:pt x="4706" y="26047"/>
                  </a:lnTo>
                  <a:lnTo>
                    <a:pt x="4894" y="25758"/>
                  </a:lnTo>
                  <a:lnTo>
                    <a:pt x="6491" y="22845"/>
                  </a:lnTo>
                  <a:lnTo>
                    <a:pt x="8264" y="19610"/>
                  </a:lnTo>
                  <a:lnTo>
                    <a:pt x="10106" y="16044"/>
                  </a:lnTo>
                  <a:lnTo>
                    <a:pt x="12163" y="12060"/>
                  </a:lnTo>
                  <a:lnTo>
                    <a:pt x="13298" y="9730"/>
                  </a:lnTo>
                  <a:lnTo>
                    <a:pt x="13823" y="8721"/>
                  </a:lnTo>
                  <a:lnTo>
                    <a:pt x="15008" y="9548"/>
                  </a:lnTo>
                  <a:lnTo>
                    <a:pt x="15940" y="7662"/>
                  </a:lnTo>
                  <a:lnTo>
                    <a:pt x="16479" y="7032"/>
                  </a:lnTo>
                  <a:lnTo>
                    <a:pt x="17739" y="4774"/>
                  </a:lnTo>
                  <a:lnTo>
                    <a:pt x="18130" y="4279"/>
                  </a:lnTo>
                  <a:lnTo>
                    <a:pt x="20239" y="3354"/>
                  </a:lnTo>
                  <a:lnTo>
                    <a:pt x="21259" y="3377"/>
                  </a:lnTo>
                  <a:lnTo>
                    <a:pt x="22151" y="5667"/>
                  </a:lnTo>
                  <a:lnTo>
                    <a:pt x="22859" y="6914"/>
                  </a:lnTo>
                  <a:lnTo>
                    <a:pt x="24192" y="5841"/>
                  </a:lnTo>
                  <a:lnTo>
                    <a:pt x="25309" y="5606"/>
                  </a:lnTo>
                  <a:lnTo>
                    <a:pt x="29924" y="7736"/>
                  </a:lnTo>
                  <a:lnTo>
                    <a:pt x="31754" y="6794"/>
                  </a:lnTo>
                  <a:lnTo>
                    <a:pt x="35120" y="6592"/>
                  </a:lnTo>
                  <a:lnTo>
                    <a:pt x="36634" y="7120"/>
                  </a:lnTo>
                  <a:lnTo>
                    <a:pt x="38772" y="4107"/>
                  </a:lnTo>
                  <a:lnTo>
                    <a:pt x="40145" y="3501"/>
                  </a:lnTo>
                  <a:lnTo>
                    <a:pt x="41757" y="2090"/>
                  </a:lnTo>
                  <a:lnTo>
                    <a:pt x="41542" y="647"/>
                  </a:lnTo>
                  <a:lnTo>
                    <a:pt x="41155" y="0"/>
                  </a:lnTo>
                  <a:lnTo>
                    <a:pt x="43613" y="630"/>
                  </a:lnTo>
                  <a:lnTo>
                    <a:pt x="47273" y="3683"/>
                  </a:lnTo>
                  <a:lnTo>
                    <a:pt x="51173" y="3132"/>
                  </a:lnTo>
                  <a:lnTo>
                    <a:pt x="52579" y="1483"/>
                  </a:lnTo>
                  <a:lnTo>
                    <a:pt x="53488" y="1012"/>
                  </a:lnTo>
                  <a:lnTo>
                    <a:pt x="57481" y="4153"/>
                  </a:lnTo>
                  <a:lnTo>
                    <a:pt x="58534" y="6564"/>
                  </a:lnTo>
                  <a:lnTo>
                    <a:pt x="59355" y="6802"/>
                  </a:lnTo>
                  <a:lnTo>
                    <a:pt x="59992" y="6251"/>
                  </a:lnTo>
                  <a:lnTo>
                    <a:pt x="60163" y="5752"/>
                  </a:lnTo>
                  <a:lnTo>
                    <a:pt x="59378" y="5227"/>
                  </a:lnTo>
                  <a:lnTo>
                    <a:pt x="59022" y="4474"/>
                  </a:lnTo>
                  <a:lnTo>
                    <a:pt x="62168" y="5955"/>
                  </a:lnTo>
                  <a:lnTo>
                    <a:pt x="68091" y="17354"/>
                  </a:lnTo>
                  <a:lnTo>
                    <a:pt x="68215" y="18282"/>
                  </a:lnTo>
                  <a:lnTo>
                    <a:pt x="65686" y="14908"/>
                  </a:lnTo>
                  <a:lnTo>
                    <a:pt x="64346" y="15166"/>
                  </a:lnTo>
                  <a:lnTo>
                    <a:pt x="63998" y="15712"/>
                  </a:lnTo>
                  <a:lnTo>
                    <a:pt x="64073" y="17553"/>
                  </a:lnTo>
                  <a:lnTo>
                    <a:pt x="64196" y="18416"/>
                  </a:lnTo>
                  <a:lnTo>
                    <a:pt x="64770" y="18514"/>
                  </a:lnTo>
                  <a:lnTo>
                    <a:pt x="65194" y="18017"/>
                  </a:lnTo>
                  <a:lnTo>
                    <a:pt x="66239" y="18619"/>
                  </a:lnTo>
                  <a:lnTo>
                    <a:pt x="66931" y="19840"/>
                  </a:lnTo>
                  <a:lnTo>
                    <a:pt x="67772" y="21715"/>
                  </a:lnTo>
                  <a:lnTo>
                    <a:pt x="68274" y="23751"/>
                  </a:lnTo>
                  <a:lnTo>
                    <a:pt x="68817" y="23784"/>
                  </a:lnTo>
                  <a:lnTo>
                    <a:pt x="69350" y="22558"/>
                  </a:lnTo>
                  <a:lnTo>
                    <a:pt x="70356" y="22409"/>
                  </a:lnTo>
                  <a:lnTo>
                    <a:pt x="71010" y="23780"/>
                  </a:lnTo>
                  <a:lnTo>
                    <a:pt x="71473" y="23699"/>
                  </a:lnTo>
                  <a:lnTo>
                    <a:pt x="70826" y="21576"/>
                  </a:lnTo>
                  <a:lnTo>
                    <a:pt x="69302" y="19465"/>
                  </a:lnTo>
                  <a:lnTo>
                    <a:pt x="69664" y="19377"/>
                  </a:lnTo>
                  <a:lnTo>
                    <a:pt x="73042" y="23171"/>
                  </a:lnTo>
                  <a:lnTo>
                    <a:pt x="73997" y="27931"/>
                  </a:lnTo>
                  <a:lnTo>
                    <a:pt x="74793" y="29013"/>
                  </a:lnTo>
                  <a:close/>
                </a:path>
              </a:pathLst>
            </a:custGeom>
            <a:solidFill>
              <a:srgbClr val="F2F8F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g676"/>
            <p:cNvSpPr/>
            <p:nvPr/>
          </p:nvSpPr>
          <p:spPr>
            <a:xfrm>
              <a:off x="2277943" y="3148307"/>
              <a:ext cx="4568" cy="4106"/>
            </a:xfrm>
            <a:custGeom>
              <a:avLst/>
              <a:pathLst>
                <a:path w="4568" h="4106">
                  <a:moveTo>
                    <a:pt x="2565" y="1797"/>
                  </a:moveTo>
                  <a:lnTo>
                    <a:pt x="611" y="4106"/>
                  </a:lnTo>
                  <a:lnTo>
                    <a:pt x="0" y="4061"/>
                  </a:lnTo>
                  <a:lnTo>
                    <a:pt x="895" y="2278"/>
                  </a:lnTo>
                  <a:lnTo>
                    <a:pt x="2341" y="748"/>
                  </a:lnTo>
                  <a:lnTo>
                    <a:pt x="3565" y="0"/>
                  </a:lnTo>
                  <a:lnTo>
                    <a:pt x="4568" y="324"/>
                  </a:lnTo>
                  <a:close/>
                </a:path>
              </a:pathLst>
            </a:custGeom>
            <a:solidFill>
              <a:srgbClr val="F2F8F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g677"/>
            <p:cNvSpPr/>
            <p:nvPr/>
          </p:nvSpPr>
          <p:spPr>
            <a:xfrm>
              <a:off x="2286102" y="3146098"/>
              <a:ext cx="1550" cy="3260"/>
            </a:xfrm>
            <a:custGeom>
              <a:avLst/>
              <a:pathLst>
                <a:path w="1550" h="3260">
                  <a:moveTo>
                    <a:pt x="1097" y="1549"/>
                  </a:moveTo>
                  <a:lnTo>
                    <a:pt x="167" y="3260"/>
                  </a:lnTo>
                  <a:lnTo>
                    <a:pt x="0" y="2490"/>
                  </a:lnTo>
                  <a:lnTo>
                    <a:pt x="448" y="906"/>
                  </a:lnTo>
                  <a:lnTo>
                    <a:pt x="1008" y="0"/>
                  </a:lnTo>
                  <a:lnTo>
                    <a:pt x="1550" y="90"/>
                  </a:lnTo>
                  <a:lnTo>
                    <a:pt x="1420" y="774"/>
                  </a:lnTo>
                  <a:close/>
                </a:path>
              </a:pathLst>
            </a:custGeom>
            <a:solidFill>
              <a:srgbClr val="F2F8F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g678"/>
            <p:cNvSpPr/>
            <p:nvPr/>
          </p:nvSpPr>
          <p:spPr>
            <a:xfrm>
              <a:off x="3545103" y="2369359"/>
              <a:ext cx="4876" cy="2956"/>
            </a:xfrm>
            <a:custGeom>
              <a:avLst/>
              <a:pathLst>
                <a:path w="4876" h="2956">
                  <a:moveTo>
                    <a:pt x="3213" y="926"/>
                  </a:moveTo>
                  <a:lnTo>
                    <a:pt x="4876" y="2956"/>
                  </a:lnTo>
                  <a:lnTo>
                    <a:pt x="0" y="295"/>
                  </a:lnTo>
                  <a:lnTo>
                    <a:pt x="553" y="51"/>
                  </a:lnTo>
                  <a:lnTo>
                    <a:pt x="1069" y="0"/>
                  </a:lnTo>
                  <a:close/>
                </a:path>
              </a:pathLst>
            </a:custGeom>
            <a:solidFill>
              <a:srgbClr val="ADD0A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g679"/>
            <p:cNvSpPr/>
            <p:nvPr/>
          </p:nvSpPr>
          <p:spPr>
            <a:xfrm>
              <a:off x="3536652" y="2363562"/>
              <a:ext cx="6551" cy="2986"/>
            </a:xfrm>
            <a:custGeom>
              <a:avLst/>
              <a:pathLst>
                <a:path w="6551" h="2986">
                  <a:moveTo>
                    <a:pt x="0" y="0"/>
                  </a:moveTo>
                  <a:lnTo>
                    <a:pt x="2252" y="825"/>
                  </a:lnTo>
                  <a:lnTo>
                    <a:pt x="3904" y="445"/>
                  </a:lnTo>
                  <a:lnTo>
                    <a:pt x="5398" y="952"/>
                  </a:lnTo>
                  <a:lnTo>
                    <a:pt x="6326" y="1890"/>
                  </a:lnTo>
                  <a:lnTo>
                    <a:pt x="6551" y="2350"/>
                  </a:lnTo>
                  <a:lnTo>
                    <a:pt x="5346" y="2413"/>
                  </a:lnTo>
                  <a:lnTo>
                    <a:pt x="3983" y="2032"/>
                  </a:lnTo>
                  <a:lnTo>
                    <a:pt x="2437" y="2986"/>
                  </a:lnTo>
                  <a:lnTo>
                    <a:pt x="1074" y="2477"/>
                  </a:lnTo>
                  <a:lnTo>
                    <a:pt x="557" y="1858"/>
                  </a:lnTo>
                  <a:lnTo>
                    <a:pt x="190" y="1083"/>
                  </a:lnTo>
                  <a:close/>
                </a:path>
              </a:pathLst>
            </a:custGeom>
            <a:solidFill>
              <a:srgbClr val="ADD0A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g680"/>
            <p:cNvSpPr/>
            <p:nvPr/>
          </p:nvSpPr>
          <p:spPr>
            <a:xfrm>
              <a:off x="3541462" y="2362696"/>
              <a:ext cx="17940" cy="17521"/>
            </a:xfrm>
            <a:custGeom>
              <a:avLst/>
              <a:pathLst>
                <a:path w="17940" h="17521">
                  <a:moveTo>
                    <a:pt x="7582" y="3804"/>
                  </a:moveTo>
                  <a:lnTo>
                    <a:pt x="8467" y="3262"/>
                  </a:lnTo>
                  <a:lnTo>
                    <a:pt x="9220" y="3653"/>
                  </a:lnTo>
                  <a:lnTo>
                    <a:pt x="9699" y="5342"/>
                  </a:lnTo>
                  <a:lnTo>
                    <a:pt x="10644" y="6455"/>
                  </a:lnTo>
                  <a:lnTo>
                    <a:pt x="12176" y="8410"/>
                  </a:lnTo>
                  <a:lnTo>
                    <a:pt x="13144" y="9907"/>
                  </a:lnTo>
                  <a:lnTo>
                    <a:pt x="15338" y="12601"/>
                  </a:lnTo>
                  <a:lnTo>
                    <a:pt x="15857" y="12978"/>
                  </a:lnTo>
                  <a:lnTo>
                    <a:pt x="16951" y="13774"/>
                  </a:lnTo>
                  <a:lnTo>
                    <a:pt x="16972" y="14861"/>
                  </a:lnTo>
                  <a:lnTo>
                    <a:pt x="17442" y="16097"/>
                  </a:lnTo>
                  <a:lnTo>
                    <a:pt x="17940" y="17521"/>
                  </a:lnTo>
                  <a:lnTo>
                    <a:pt x="15692" y="14715"/>
                  </a:lnTo>
                  <a:lnTo>
                    <a:pt x="13591" y="11578"/>
                  </a:lnTo>
                  <a:lnTo>
                    <a:pt x="9486" y="6750"/>
                  </a:lnTo>
                  <a:lnTo>
                    <a:pt x="6575" y="5576"/>
                  </a:lnTo>
                  <a:lnTo>
                    <a:pt x="2593" y="1696"/>
                  </a:lnTo>
                  <a:lnTo>
                    <a:pt x="0" y="324"/>
                  </a:lnTo>
                  <a:lnTo>
                    <a:pt x="987" y="8"/>
                  </a:lnTo>
                  <a:lnTo>
                    <a:pt x="2125" y="0"/>
                  </a:lnTo>
                  <a:lnTo>
                    <a:pt x="8265" y="5176"/>
                  </a:lnTo>
                  <a:close/>
                </a:path>
              </a:pathLst>
            </a:custGeom>
            <a:solidFill>
              <a:srgbClr val="ADD0A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g681"/>
            <p:cNvSpPr/>
            <p:nvPr/>
          </p:nvSpPr>
          <p:spPr>
            <a:xfrm>
              <a:off x="3533310" y="2356687"/>
              <a:ext cx="9964" cy="3363"/>
            </a:xfrm>
            <a:custGeom>
              <a:avLst/>
              <a:pathLst>
                <a:path w="9964" h="3363">
                  <a:moveTo>
                    <a:pt x="9964" y="3057"/>
                  </a:moveTo>
                  <a:lnTo>
                    <a:pt x="9111" y="3363"/>
                  </a:lnTo>
                  <a:lnTo>
                    <a:pt x="3689" y="3135"/>
                  </a:lnTo>
                  <a:lnTo>
                    <a:pt x="2112" y="2522"/>
                  </a:lnTo>
                  <a:lnTo>
                    <a:pt x="358" y="942"/>
                  </a:lnTo>
                  <a:lnTo>
                    <a:pt x="0" y="457"/>
                  </a:lnTo>
                  <a:lnTo>
                    <a:pt x="1766" y="0"/>
                  </a:lnTo>
                  <a:lnTo>
                    <a:pt x="3406" y="457"/>
                  </a:lnTo>
                  <a:lnTo>
                    <a:pt x="3909" y="1604"/>
                  </a:lnTo>
                  <a:lnTo>
                    <a:pt x="8344" y="2522"/>
                  </a:lnTo>
                  <a:close/>
                </a:path>
              </a:pathLst>
            </a:custGeom>
            <a:solidFill>
              <a:srgbClr val="ADD0A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g682"/>
            <p:cNvSpPr/>
            <p:nvPr/>
          </p:nvSpPr>
          <p:spPr>
            <a:xfrm>
              <a:off x="3533879" y="2352024"/>
              <a:ext cx="5705" cy="3516"/>
            </a:xfrm>
            <a:custGeom>
              <a:avLst/>
              <a:pathLst>
                <a:path w="5705" h="3516">
                  <a:moveTo>
                    <a:pt x="4413" y="3439"/>
                  </a:moveTo>
                  <a:lnTo>
                    <a:pt x="2489" y="3516"/>
                  </a:lnTo>
                  <a:lnTo>
                    <a:pt x="818" y="2980"/>
                  </a:lnTo>
                  <a:lnTo>
                    <a:pt x="0" y="2063"/>
                  </a:lnTo>
                  <a:lnTo>
                    <a:pt x="60" y="1289"/>
                  </a:lnTo>
                  <a:lnTo>
                    <a:pt x="314" y="0"/>
                  </a:lnTo>
                  <a:lnTo>
                    <a:pt x="2174" y="152"/>
                  </a:lnTo>
                  <a:lnTo>
                    <a:pt x="5011" y="1070"/>
                  </a:lnTo>
                  <a:lnTo>
                    <a:pt x="5705" y="2139"/>
                  </a:lnTo>
                  <a:lnTo>
                    <a:pt x="5490" y="2633"/>
                  </a:lnTo>
                  <a:close/>
                </a:path>
              </a:pathLst>
            </a:custGeom>
            <a:solidFill>
              <a:srgbClr val="ADD0A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g683"/>
            <p:cNvSpPr/>
            <p:nvPr/>
          </p:nvSpPr>
          <p:spPr>
            <a:xfrm>
              <a:off x="3519825" y="2333595"/>
              <a:ext cx="2037" cy="3286"/>
            </a:xfrm>
            <a:custGeom>
              <a:avLst/>
              <a:pathLst>
                <a:path w="2037" h="3286">
                  <a:moveTo>
                    <a:pt x="1235" y="1090"/>
                  </a:moveTo>
                  <a:lnTo>
                    <a:pt x="2037" y="3286"/>
                  </a:lnTo>
                  <a:lnTo>
                    <a:pt x="1269" y="2835"/>
                  </a:lnTo>
                  <a:lnTo>
                    <a:pt x="470" y="14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DD0A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g684"/>
            <p:cNvSpPr/>
            <p:nvPr/>
          </p:nvSpPr>
          <p:spPr>
            <a:xfrm>
              <a:off x="3517337" y="2329253"/>
              <a:ext cx="2204" cy="3859"/>
            </a:xfrm>
            <a:custGeom>
              <a:avLst/>
              <a:pathLst>
                <a:path w="2204" h="3859">
                  <a:moveTo>
                    <a:pt x="2013" y="2817"/>
                  </a:moveTo>
                  <a:lnTo>
                    <a:pt x="2204" y="3859"/>
                  </a:lnTo>
                  <a:lnTo>
                    <a:pt x="683" y="1901"/>
                  </a:lnTo>
                  <a:lnTo>
                    <a:pt x="107" y="58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DD0A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g685"/>
            <p:cNvSpPr/>
            <p:nvPr/>
          </p:nvSpPr>
          <p:spPr>
            <a:xfrm>
              <a:off x="3514890" y="2328949"/>
              <a:ext cx="4119" cy="7984"/>
            </a:xfrm>
            <a:custGeom>
              <a:avLst/>
              <a:pathLst>
                <a:path w="4119" h="7984">
                  <a:moveTo>
                    <a:pt x="3945" y="7257"/>
                  </a:moveTo>
                  <a:lnTo>
                    <a:pt x="4119" y="7690"/>
                  </a:lnTo>
                  <a:lnTo>
                    <a:pt x="4102" y="7984"/>
                  </a:lnTo>
                  <a:lnTo>
                    <a:pt x="3470" y="7569"/>
                  </a:lnTo>
                  <a:lnTo>
                    <a:pt x="3300" y="7703"/>
                  </a:lnTo>
                  <a:lnTo>
                    <a:pt x="320" y="1253"/>
                  </a:lnTo>
                  <a:lnTo>
                    <a:pt x="0" y="0"/>
                  </a:lnTo>
                  <a:lnTo>
                    <a:pt x="1066" y="1500"/>
                  </a:lnTo>
                  <a:close/>
                </a:path>
              </a:pathLst>
            </a:custGeom>
            <a:solidFill>
              <a:srgbClr val="ADD0A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g686"/>
            <p:cNvSpPr/>
            <p:nvPr/>
          </p:nvSpPr>
          <p:spPr>
            <a:xfrm>
              <a:off x="3513389" y="2313306"/>
              <a:ext cx="6069" cy="11470"/>
            </a:xfrm>
            <a:custGeom>
              <a:avLst/>
              <a:pathLst>
                <a:path w="6069" h="11470">
                  <a:moveTo>
                    <a:pt x="5442" y="10685"/>
                  </a:moveTo>
                  <a:lnTo>
                    <a:pt x="5127" y="11470"/>
                  </a:lnTo>
                  <a:lnTo>
                    <a:pt x="4339" y="10023"/>
                  </a:lnTo>
                  <a:lnTo>
                    <a:pt x="3615" y="8993"/>
                  </a:lnTo>
                  <a:lnTo>
                    <a:pt x="3097" y="7772"/>
                  </a:lnTo>
                  <a:lnTo>
                    <a:pt x="2082" y="6250"/>
                  </a:lnTo>
                  <a:lnTo>
                    <a:pt x="1740" y="4510"/>
                  </a:lnTo>
                  <a:lnTo>
                    <a:pt x="226" y="963"/>
                  </a:lnTo>
                  <a:lnTo>
                    <a:pt x="0" y="0"/>
                  </a:lnTo>
                  <a:lnTo>
                    <a:pt x="754" y="1438"/>
                  </a:lnTo>
                  <a:lnTo>
                    <a:pt x="1382" y="2337"/>
                  </a:lnTo>
                  <a:lnTo>
                    <a:pt x="1903" y="2556"/>
                  </a:lnTo>
                  <a:lnTo>
                    <a:pt x="3224" y="4820"/>
                  </a:lnTo>
                  <a:lnTo>
                    <a:pt x="4522" y="7730"/>
                  </a:lnTo>
                  <a:lnTo>
                    <a:pt x="6069" y="10258"/>
                  </a:lnTo>
                  <a:lnTo>
                    <a:pt x="5748" y="10336"/>
                  </a:lnTo>
                  <a:close/>
                </a:path>
              </a:pathLst>
            </a:custGeom>
            <a:solidFill>
              <a:srgbClr val="ADD0A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g687"/>
            <p:cNvSpPr/>
            <p:nvPr/>
          </p:nvSpPr>
          <p:spPr>
            <a:xfrm>
              <a:off x="3512395" y="2308850"/>
              <a:ext cx="2392" cy="3938"/>
            </a:xfrm>
            <a:custGeom>
              <a:avLst/>
              <a:pathLst>
                <a:path w="2392" h="3938">
                  <a:moveTo>
                    <a:pt x="2085" y="2635"/>
                  </a:moveTo>
                  <a:lnTo>
                    <a:pt x="2392" y="3938"/>
                  </a:lnTo>
                  <a:lnTo>
                    <a:pt x="1244" y="2763"/>
                  </a:lnTo>
                  <a:lnTo>
                    <a:pt x="217" y="2312"/>
                  </a:lnTo>
                  <a:lnTo>
                    <a:pt x="0" y="1428"/>
                  </a:lnTo>
                  <a:lnTo>
                    <a:pt x="147" y="702"/>
                  </a:lnTo>
                  <a:lnTo>
                    <a:pt x="367" y="0"/>
                  </a:lnTo>
                  <a:lnTo>
                    <a:pt x="1143" y="98"/>
                  </a:lnTo>
                  <a:lnTo>
                    <a:pt x="1260" y="790"/>
                  </a:lnTo>
                  <a:close/>
                </a:path>
              </a:pathLst>
            </a:custGeom>
            <a:solidFill>
              <a:srgbClr val="ADD0A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g688"/>
            <p:cNvSpPr/>
            <p:nvPr/>
          </p:nvSpPr>
          <p:spPr>
            <a:xfrm>
              <a:off x="3507831" y="2299415"/>
              <a:ext cx="2464" cy="16139"/>
            </a:xfrm>
            <a:custGeom>
              <a:avLst/>
              <a:pathLst>
                <a:path w="2464" h="16139">
                  <a:moveTo>
                    <a:pt x="2464" y="14992"/>
                  </a:moveTo>
                  <a:lnTo>
                    <a:pt x="2370" y="16139"/>
                  </a:lnTo>
                  <a:lnTo>
                    <a:pt x="1629" y="14689"/>
                  </a:lnTo>
                  <a:lnTo>
                    <a:pt x="1255" y="12089"/>
                  </a:lnTo>
                  <a:lnTo>
                    <a:pt x="323" y="7890"/>
                  </a:lnTo>
                  <a:lnTo>
                    <a:pt x="203" y="6707"/>
                  </a:lnTo>
                  <a:lnTo>
                    <a:pt x="686" y="5540"/>
                  </a:lnTo>
                  <a:lnTo>
                    <a:pt x="660" y="4357"/>
                  </a:lnTo>
                  <a:lnTo>
                    <a:pt x="0" y="673"/>
                  </a:lnTo>
                  <a:lnTo>
                    <a:pt x="553" y="72"/>
                  </a:lnTo>
                  <a:lnTo>
                    <a:pt x="881" y="0"/>
                  </a:lnTo>
                  <a:lnTo>
                    <a:pt x="1015" y="2555"/>
                  </a:lnTo>
                  <a:lnTo>
                    <a:pt x="1315" y="4024"/>
                  </a:lnTo>
                  <a:lnTo>
                    <a:pt x="2212" y="5827"/>
                  </a:lnTo>
                  <a:lnTo>
                    <a:pt x="2031" y="8812"/>
                  </a:lnTo>
                  <a:lnTo>
                    <a:pt x="2214" y="13063"/>
                  </a:lnTo>
                  <a:lnTo>
                    <a:pt x="2396" y="14008"/>
                  </a:lnTo>
                  <a:close/>
                </a:path>
              </a:pathLst>
            </a:custGeom>
            <a:solidFill>
              <a:srgbClr val="ADD0A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g689"/>
            <p:cNvSpPr/>
            <p:nvPr/>
          </p:nvSpPr>
          <p:spPr>
            <a:xfrm>
              <a:off x="3509684" y="2297722"/>
              <a:ext cx="4538" cy="7952"/>
            </a:xfrm>
            <a:custGeom>
              <a:avLst/>
              <a:pathLst>
                <a:path w="4538" h="7952">
                  <a:moveTo>
                    <a:pt x="4538" y="7319"/>
                  </a:moveTo>
                  <a:lnTo>
                    <a:pt x="3036" y="7952"/>
                  </a:lnTo>
                  <a:lnTo>
                    <a:pt x="2320" y="6820"/>
                  </a:lnTo>
                  <a:lnTo>
                    <a:pt x="2133" y="5889"/>
                  </a:lnTo>
                  <a:lnTo>
                    <a:pt x="899" y="5595"/>
                  </a:lnTo>
                  <a:lnTo>
                    <a:pt x="152" y="4300"/>
                  </a:lnTo>
                  <a:lnTo>
                    <a:pt x="0" y="3726"/>
                  </a:lnTo>
                  <a:lnTo>
                    <a:pt x="1056" y="2302"/>
                  </a:lnTo>
                  <a:lnTo>
                    <a:pt x="1623" y="0"/>
                  </a:lnTo>
                  <a:lnTo>
                    <a:pt x="2341" y="1380"/>
                  </a:lnTo>
                  <a:lnTo>
                    <a:pt x="3208" y="3980"/>
                  </a:lnTo>
                  <a:lnTo>
                    <a:pt x="3671" y="4706"/>
                  </a:lnTo>
                  <a:close/>
                </a:path>
              </a:pathLst>
            </a:custGeom>
            <a:solidFill>
              <a:srgbClr val="ADD0A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g690"/>
            <p:cNvSpPr/>
            <p:nvPr/>
          </p:nvSpPr>
          <p:spPr>
            <a:xfrm>
              <a:off x="3498463" y="2259016"/>
              <a:ext cx="71706" cy="106265"/>
            </a:xfrm>
            <a:custGeom>
              <a:avLst/>
              <a:pathLst>
                <a:path w="71706" h="106265">
                  <a:moveTo>
                    <a:pt x="65666" y="17814"/>
                  </a:moveTo>
                  <a:lnTo>
                    <a:pt x="65614" y="18527"/>
                  </a:lnTo>
                  <a:lnTo>
                    <a:pt x="65522" y="19770"/>
                  </a:lnTo>
                  <a:lnTo>
                    <a:pt x="64858" y="20651"/>
                  </a:lnTo>
                  <a:lnTo>
                    <a:pt x="65534" y="22679"/>
                  </a:lnTo>
                  <a:lnTo>
                    <a:pt x="66177" y="25967"/>
                  </a:lnTo>
                  <a:lnTo>
                    <a:pt x="65819" y="27592"/>
                  </a:lnTo>
                  <a:lnTo>
                    <a:pt x="66256" y="28857"/>
                  </a:lnTo>
                  <a:lnTo>
                    <a:pt x="67491" y="29766"/>
                  </a:lnTo>
                  <a:lnTo>
                    <a:pt x="67603" y="30128"/>
                  </a:lnTo>
                  <a:lnTo>
                    <a:pt x="67226" y="30507"/>
                  </a:lnTo>
                  <a:lnTo>
                    <a:pt x="66913" y="31581"/>
                  </a:lnTo>
                  <a:lnTo>
                    <a:pt x="66877" y="33541"/>
                  </a:lnTo>
                  <a:lnTo>
                    <a:pt x="67954" y="35391"/>
                  </a:lnTo>
                  <a:lnTo>
                    <a:pt x="70145" y="37132"/>
                  </a:lnTo>
                  <a:lnTo>
                    <a:pt x="70845" y="37425"/>
                  </a:lnTo>
                  <a:lnTo>
                    <a:pt x="71113" y="38094"/>
                  </a:lnTo>
                  <a:lnTo>
                    <a:pt x="71479" y="38531"/>
                  </a:lnTo>
                  <a:lnTo>
                    <a:pt x="71695" y="39067"/>
                  </a:lnTo>
                  <a:lnTo>
                    <a:pt x="71706" y="39759"/>
                  </a:lnTo>
                  <a:lnTo>
                    <a:pt x="71549" y="40234"/>
                  </a:lnTo>
                  <a:lnTo>
                    <a:pt x="70513" y="40403"/>
                  </a:lnTo>
                  <a:lnTo>
                    <a:pt x="69330" y="40388"/>
                  </a:lnTo>
                  <a:lnTo>
                    <a:pt x="68488" y="39547"/>
                  </a:lnTo>
                  <a:lnTo>
                    <a:pt x="68413" y="40161"/>
                  </a:lnTo>
                  <a:lnTo>
                    <a:pt x="68400" y="40863"/>
                  </a:lnTo>
                  <a:lnTo>
                    <a:pt x="67586" y="41292"/>
                  </a:lnTo>
                  <a:lnTo>
                    <a:pt x="68038" y="46121"/>
                  </a:lnTo>
                  <a:lnTo>
                    <a:pt x="67859" y="47510"/>
                  </a:lnTo>
                  <a:lnTo>
                    <a:pt x="67558" y="47976"/>
                  </a:lnTo>
                  <a:lnTo>
                    <a:pt x="67278" y="47783"/>
                  </a:lnTo>
                  <a:lnTo>
                    <a:pt x="66936" y="47728"/>
                  </a:lnTo>
                  <a:lnTo>
                    <a:pt x="66765" y="48183"/>
                  </a:lnTo>
                  <a:lnTo>
                    <a:pt x="66907" y="49211"/>
                  </a:lnTo>
                  <a:lnTo>
                    <a:pt x="66104" y="49330"/>
                  </a:lnTo>
                  <a:lnTo>
                    <a:pt x="64826" y="48796"/>
                  </a:lnTo>
                  <a:lnTo>
                    <a:pt x="64241" y="47861"/>
                  </a:lnTo>
                  <a:lnTo>
                    <a:pt x="64141" y="46906"/>
                  </a:lnTo>
                  <a:lnTo>
                    <a:pt x="64131" y="46018"/>
                  </a:lnTo>
                  <a:lnTo>
                    <a:pt x="63725" y="44563"/>
                  </a:lnTo>
                  <a:lnTo>
                    <a:pt x="62708" y="43058"/>
                  </a:lnTo>
                  <a:lnTo>
                    <a:pt x="60583" y="42810"/>
                  </a:lnTo>
                  <a:lnTo>
                    <a:pt x="59799" y="42332"/>
                  </a:lnTo>
                  <a:lnTo>
                    <a:pt x="58991" y="41784"/>
                  </a:lnTo>
                  <a:lnTo>
                    <a:pt x="58105" y="41378"/>
                  </a:lnTo>
                  <a:lnTo>
                    <a:pt x="57289" y="41419"/>
                  </a:lnTo>
                  <a:lnTo>
                    <a:pt x="56305" y="41818"/>
                  </a:lnTo>
                  <a:lnTo>
                    <a:pt x="54587" y="41156"/>
                  </a:lnTo>
                  <a:lnTo>
                    <a:pt x="54006" y="42040"/>
                  </a:lnTo>
                  <a:lnTo>
                    <a:pt x="53102" y="43063"/>
                  </a:lnTo>
                  <a:lnTo>
                    <a:pt x="52351" y="43037"/>
                  </a:lnTo>
                  <a:lnTo>
                    <a:pt x="50856" y="40665"/>
                  </a:lnTo>
                  <a:lnTo>
                    <a:pt x="50410" y="40515"/>
                  </a:lnTo>
                  <a:lnTo>
                    <a:pt x="49103" y="41725"/>
                  </a:lnTo>
                  <a:lnTo>
                    <a:pt x="48571" y="41789"/>
                  </a:lnTo>
                  <a:lnTo>
                    <a:pt x="48163" y="41407"/>
                  </a:lnTo>
                  <a:lnTo>
                    <a:pt x="46395" y="40501"/>
                  </a:lnTo>
                  <a:lnTo>
                    <a:pt x="45598" y="40306"/>
                  </a:lnTo>
                  <a:lnTo>
                    <a:pt x="45012" y="40735"/>
                  </a:lnTo>
                  <a:lnTo>
                    <a:pt x="43973" y="40270"/>
                  </a:lnTo>
                  <a:lnTo>
                    <a:pt x="41454" y="37174"/>
                  </a:lnTo>
                  <a:lnTo>
                    <a:pt x="39896" y="39528"/>
                  </a:lnTo>
                  <a:lnTo>
                    <a:pt x="36725" y="38943"/>
                  </a:lnTo>
                  <a:lnTo>
                    <a:pt x="35785" y="40559"/>
                  </a:lnTo>
                  <a:lnTo>
                    <a:pt x="34707" y="43622"/>
                  </a:lnTo>
                  <a:lnTo>
                    <a:pt x="33833" y="45085"/>
                  </a:lnTo>
                  <a:lnTo>
                    <a:pt x="33074" y="44560"/>
                  </a:lnTo>
                  <a:lnTo>
                    <a:pt x="32175" y="43212"/>
                  </a:lnTo>
                  <a:lnTo>
                    <a:pt x="30603" y="39743"/>
                  </a:lnTo>
                  <a:lnTo>
                    <a:pt x="29809" y="39117"/>
                  </a:lnTo>
                  <a:lnTo>
                    <a:pt x="28897" y="38972"/>
                  </a:lnTo>
                  <a:lnTo>
                    <a:pt x="28099" y="39354"/>
                  </a:lnTo>
                  <a:lnTo>
                    <a:pt x="27675" y="40058"/>
                  </a:lnTo>
                  <a:lnTo>
                    <a:pt x="27352" y="45124"/>
                  </a:lnTo>
                  <a:lnTo>
                    <a:pt x="27065" y="49589"/>
                  </a:lnTo>
                  <a:lnTo>
                    <a:pt x="27048" y="52266"/>
                  </a:lnTo>
                  <a:lnTo>
                    <a:pt x="28797" y="54745"/>
                  </a:lnTo>
                  <a:lnTo>
                    <a:pt x="30856" y="59010"/>
                  </a:lnTo>
                  <a:lnTo>
                    <a:pt x="31518" y="59500"/>
                  </a:lnTo>
                  <a:lnTo>
                    <a:pt x="31846" y="60897"/>
                  </a:lnTo>
                  <a:lnTo>
                    <a:pt x="32328" y="64494"/>
                  </a:lnTo>
                  <a:lnTo>
                    <a:pt x="32869" y="68538"/>
                  </a:lnTo>
                  <a:lnTo>
                    <a:pt x="33915" y="71216"/>
                  </a:lnTo>
                  <a:lnTo>
                    <a:pt x="34859" y="73133"/>
                  </a:lnTo>
                  <a:lnTo>
                    <a:pt x="36011" y="74819"/>
                  </a:lnTo>
                  <a:lnTo>
                    <a:pt x="37455" y="77460"/>
                  </a:lnTo>
                  <a:lnTo>
                    <a:pt x="38639" y="80361"/>
                  </a:lnTo>
                  <a:lnTo>
                    <a:pt x="38953" y="81431"/>
                  </a:lnTo>
                  <a:lnTo>
                    <a:pt x="41249" y="85266"/>
                  </a:lnTo>
                  <a:lnTo>
                    <a:pt x="43476" y="89180"/>
                  </a:lnTo>
                  <a:lnTo>
                    <a:pt x="45468" y="90550"/>
                  </a:lnTo>
                  <a:lnTo>
                    <a:pt x="45782" y="91273"/>
                  </a:lnTo>
                  <a:lnTo>
                    <a:pt x="45800" y="94284"/>
                  </a:lnTo>
                  <a:lnTo>
                    <a:pt x="46017" y="95413"/>
                  </a:lnTo>
                  <a:lnTo>
                    <a:pt x="47348" y="98566"/>
                  </a:lnTo>
                  <a:lnTo>
                    <a:pt x="50060" y="103180"/>
                  </a:lnTo>
                  <a:lnTo>
                    <a:pt x="50373" y="104249"/>
                  </a:lnTo>
                  <a:lnTo>
                    <a:pt x="50462" y="105033"/>
                  </a:lnTo>
                  <a:lnTo>
                    <a:pt x="50287" y="105633"/>
                  </a:lnTo>
                  <a:lnTo>
                    <a:pt x="49577" y="106265"/>
                  </a:lnTo>
                  <a:lnTo>
                    <a:pt x="48994" y="105559"/>
                  </a:lnTo>
                  <a:lnTo>
                    <a:pt x="46466" y="101049"/>
                  </a:lnTo>
                  <a:lnTo>
                    <a:pt x="44022" y="98205"/>
                  </a:lnTo>
                  <a:lnTo>
                    <a:pt x="41265" y="92848"/>
                  </a:lnTo>
                  <a:lnTo>
                    <a:pt x="37574" y="90732"/>
                  </a:lnTo>
                  <a:lnTo>
                    <a:pt x="35059" y="88388"/>
                  </a:lnTo>
                  <a:lnTo>
                    <a:pt x="33536" y="88746"/>
                  </a:lnTo>
                  <a:lnTo>
                    <a:pt x="31855" y="89483"/>
                  </a:lnTo>
                  <a:lnTo>
                    <a:pt x="30819" y="89506"/>
                  </a:lnTo>
                  <a:lnTo>
                    <a:pt x="30082" y="89085"/>
                  </a:lnTo>
                  <a:lnTo>
                    <a:pt x="29558" y="87632"/>
                  </a:lnTo>
                  <a:lnTo>
                    <a:pt x="29638" y="86508"/>
                  </a:lnTo>
                  <a:lnTo>
                    <a:pt x="29545" y="85041"/>
                  </a:lnTo>
                  <a:lnTo>
                    <a:pt x="28072" y="82698"/>
                  </a:lnTo>
                  <a:lnTo>
                    <a:pt x="26062" y="80472"/>
                  </a:lnTo>
                  <a:lnTo>
                    <a:pt x="24157" y="77590"/>
                  </a:lnTo>
                  <a:lnTo>
                    <a:pt x="20336" y="69809"/>
                  </a:lnTo>
                  <a:lnTo>
                    <a:pt x="19569" y="67307"/>
                  </a:lnTo>
                  <a:lnTo>
                    <a:pt x="20321" y="66831"/>
                  </a:lnTo>
                  <a:lnTo>
                    <a:pt x="20890" y="66874"/>
                  </a:lnTo>
                  <a:lnTo>
                    <a:pt x="21535" y="66361"/>
                  </a:lnTo>
                  <a:lnTo>
                    <a:pt x="22577" y="66348"/>
                  </a:lnTo>
                  <a:lnTo>
                    <a:pt x="23811" y="66859"/>
                  </a:lnTo>
                  <a:lnTo>
                    <a:pt x="22718" y="65195"/>
                  </a:lnTo>
                  <a:lnTo>
                    <a:pt x="21359" y="63563"/>
                  </a:lnTo>
                  <a:lnTo>
                    <a:pt x="17844" y="57079"/>
                  </a:lnTo>
                  <a:lnTo>
                    <a:pt x="16794" y="54016"/>
                  </a:lnTo>
                  <a:lnTo>
                    <a:pt x="16672" y="50716"/>
                  </a:lnTo>
                  <a:lnTo>
                    <a:pt x="16932" y="46192"/>
                  </a:lnTo>
                  <a:lnTo>
                    <a:pt x="16299" y="42952"/>
                  </a:lnTo>
                  <a:lnTo>
                    <a:pt x="13586" y="38760"/>
                  </a:lnTo>
                  <a:lnTo>
                    <a:pt x="12593" y="36549"/>
                  </a:lnTo>
                  <a:lnTo>
                    <a:pt x="10590" y="35236"/>
                  </a:lnTo>
                  <a:lnTo>
                    <a:pt x="9695" y="35365"/>
                  </a:lnTo>
                  <a:lnTo>
                    <a:pt x="9157" y="36998"/>
                  </a:lnTo>
                  <a:lnTo>
                    <a:pt x="8764" y="40628"/>
                  </a:lnTo>
                  <a:lnTo>
                    <a:pt x="6988" y="45417"/>
                  </a:lnTo>
                  <a:lnTo>
                    <a:pt x="6395" y="47497"/>
                  </a:lnTo>
                  <a:lnTo>
                    <a:pt x="5467" y="50203"/>
                  </a:lnTo>
                  <a:lnTo>
                    <a:pt x="4663" y="50389"/>
                  </a:lnTo>
                  <a:lnTo>
                    <a:pt x="4186" y="50151"/>
                  </a:lnTo>
                  <a:lnTo>
                    <a:pt x="2745" y="45597"/>
                  </a:lnTo>
                  <a:lnTo>
                    <a:pt x="1366" y="42149"/>
                  </a:lnTo>
                  <a:lnTo>
                    <a:pt x="1173" y="40517"/>
                  </a:lnTo>
                  <a:lnTo>
                    <a:pt x="1049" y="38508"/>
                  </a:lnTo>
                  <a:lnTo>
                    <a:pt x="0" y="31110"/>
                  </a:lnTo>
                  <a:lnTo>
                    <a:pt x="740" y="30072"/>
                  </a:lnTo>
                  <a:lnTo>
                    <a:pt x="1194" y="31258"/>
                  </a:lnTo>
                  <a:lnTo>
                    <a:pt x="4405" y="32688"/>
                  </a:lnTo>
                  <a:lnTo>
                    <a:pt x="5099" y="32055"/>
                  </a:lnTo>
                  <a:lnTo>
                    <a:pt x="5519" y="31085"/>
                  </a:lnTo>
                  <a:lnTo>
                    <a:pt x="5522" y="30472"/>
                  </a:lnTo>
                  <a:lnTo>
                    <a:pt x="5796" y="30293"/>
                  </a:lnTo>
                  <a:lnTo>
                    <a:pt x="6926" y="31227"/>
                  </a:lnTo>
                  <a:lnTo>
                    <a:pt x="7849" y="31010"/>
                  </a:lnTo>
                  <a:lnTo>
                    <a:pt x="9333" y="30967"/>
                  </a:lnTo>
                  <a:lnTo>
                    <a:pt x="10392" y="31120"/>
                  </a:lnTo>
                  <a:lnTo>
                    <a:pt x="11092" y="30401"/>
                  </a:lnTo>
                  <a:lnTo>
                    <a:pt x="12040" y="27758"/>
                  </a:lnTo>
                  <a:lnTo>
                    <a:pt x="12391" y="26279"/>
                  </a:lnTo>
                  <a:lnTo>
                    <a:pt x="12816" y="25926"/>
                  </a:lnTo>
                  <a:lnTo>
                    <a:pt x="13096" y="26102"/>
                  </a:lnTo>
                  <a:lnTo>
                    <a:pt x="13301" y="27318"/>
                  </a:lnTo>
                  <a:lnTo>
                    <a:pt x="13799" y="28459"/>
                  </a:lnTo>
                  <a:lnTo>
                    <a:pt x="14824" y="30320"/>
                  </a:lnTo>
                  <a:lnTo>
                    <a:pt x="15549" y="31215"/>
                  </a:lnTo>
                  <a:lnTo>
                    <a:pt x="16207" y="31537"/>
                  </a:lnTo>
                  <a:lnTo>
                    <a:pt x="16852" y="30788"/>
                  </a:lnTo>
                  <a:lnTo>
                    <a:pt x="17517" y="30574"/>
                  </a:lnTo>
                  <a:lnTo>
                    <a:pt x="19417" y="32026"/>
                  </a:lnTo>
                  <a:lnTo>
                    <a:pt x="21021" y="32303"/>
                  </a:lnTo>
                  <a:lnTo>
                    <a:pt x="22208" y="31545"/>
                  </a:lnTo>
                  <a:lnTo>
                    <a:pt x="22052" y="30504"/>
                  </a:lnTo>
                  <a:lnTo>
                    <a:pt x="21620" y="29344"/>
                  </a:lnTo>
                  <a:lnTo>
                    <a:pt x="21527" y="28217"/>
                  </a:lnTo>
                  <a:lnTo>
                    <a:pt x="21607" y="27243"/>
                  </a:lnTo>
                  <a:lnTo>
                    <a:pt x="22421" y="26272"/>
                  </a:lnTo>
                  <a:lnTo>
                    <a:pt x="22382" y="25846"/>
                  </a:lnTo>
                  <a:lnTo>
                    <a:pt x="21397" y="24138"/>
                  </a:lnTo>
                  <a:lnTo>
                    <a:pt x="21447" y="23698"/>
                  </a:lnTo>
                  <a:lnTo>
                    <a:pt x="23605" y="21777"/>
                  </a:lnTo>
                  <a:lnTo>
                    <a:pt x="25685" y="20701"/>
                  </a:lnTo>
                  <a:lnTo>
                    <a:pt x="26019" y="19870"/>
                  </a:lnTo>
                  <a:lnTo>
                    <a:pt x="26213" y="18621"/>
                  </a:lnTo>
                  <a:lnTo>
                    <a:pt x="26304" y="16279"/>
                  </a:lnTo>
                  <a:lnTo>
                    <a:pt x="26190" y="14364"/>
                  </a:lnTo>
                  <a:lnTo>
                    <a:pt x="25345" y="12569"/>
                  </a:lnTo>
                  <a:lnTo>
                    <a:pt x="25293" y="11660"/>
                  </a:lnTo>
                  <a:lnTo>
                    <a:pt x="25493" y="10717"/>
                  </a:lnTo>
                  <a:lnTo>
                    <a:pt x="25821" y="9865"/>
                  </a:lnTo>
                  <a:lnTo>
                    <a:pt x="26653" y="9496"/>
                  </a:lnTo>
                  <a:lnTo>
                    <a:pt x="27629" y="8883"/>
                  </a:lnTo>
                  <a:lnTo>
                    <a:pt x="28400" y="8177"/>
                  </a:lnTo>
                  <a:lnTo>
                    <a:pt x="29445" y="7593"/>
                  </a:lnTo>
                  <a:lnTo>
                    <a:pt x="30266" y="6774"/>
                  </a:lnTo>
                  <a:lnTo>
                    <a:pt x="31069" y="4824"/>
                  </a:lnTo>
                  <a:lnTo>
                    <a:pt x="31555" y="4503"/>
                  </a:lnTo>
                  <a:lnTo>
                    <a:pt x="33030" y="4780"/>
                  </a:lnTo>
                  <a:lnTo>
                    <a:pt x="33345" y="4299"/>
                  </a:lnTo>
                  <a:lnTo>
                    <a:pt x="33143" y="1500"/>
                  </a:lnTo>
                  <a:lnTo>
                    <a:pt x="33407" y="789"/>
                  </a:lnTo>
                  <a:lnTo>
                    <a:pt x="33929" y="390"/>
                  </a:lnTo>
                  <a:lnTo>
                    <a:pt x="34172" y="0"/>
                  </a:lnTo>
                  <a:lnTo>
                    <a:pt x="35470" y="301"/>
                  </a:lnTo>
                  <a:lnTo>
                    <a:pt x="36549" y="1025"/>
                  </a:lnTo>
                  <a:lnTo>
                    <a:pt x="37204" y="1465"/>
                  </a:lnTo>
                  <a:lnTo>
                    <a:pt x="39375" y="3493"/>
                  </a:lnTo>
                  <a:lnTo>
                    <a:pt x="40879" y="5771"/>
                  </a:lnTo>
                  <a:lnTo>
                    <a:pt x="41713" y="8301"/>
                  </a:lnTo>
                  <a:lnTo>
                    <a:pt x="42844" y="10262"/>
                  </a:lnTo>
                  <a:lnTo>
                    <a:pt x="44269" y="11650"/>
                  </a:lnTo>
                  <a:lnTo>
                    <a:pt x="45397" y="13533"/>
                  </a:lnTo>
                  <a:lnTo>
                    <a:pt x="46231" y="15911"/>
                  </a:lnTo>
                  <a:lnTo>
                    <a:pt x="47398" y="17243"/>
                  </a:lnTo>
                  <a:lnTo>
                    <a:pt x="48895" y="17531"/>
                  </a:lnTo>
                  <a:lnTo>
                    <a:pt x="49843" y="18345"/>
                  </a:lnTo>
                  <a:lnTo>
                    <a:pt x="50241" y="19687"/>
                  </a:lnTo>
                  <a:lnTo>
                    <a:pt x="51055" y="20902"/>
                  </a:lnTo>
                  <a:lnTo>
                    <a:pt x="52282" y="21990"/>
                  </a:lnTo>
                  <a:lnTo>
                    <a:pt x="54192" y="22585"/>
                  </a:lnTo>
                  <a:lnTo>
                    <a:pt x="57849" y="22727"/>
                  </a:lnTo>
                  <a:lnTo>
                    <a:pt x="58174" y="22757"/>
                  </a:lnTo>
                  <a:lnTo>
                    <a:pt x="58999" y="23095"/>
                  </a:lnTo>
                  <a:lnTo>
                    <a:pt x="59962" y="22672"/>
                  </a:lnTo>
                  <a:lnTo>
                    <a:pt x="61136" y="21821"/>
                  </a:lnTo>
                  <a:lnTo>
                    <a:pt x="61514" y="21314"/>
                  </a:lnTo>
                  <a:lnTo>
                    <a:pt x="62749" y="18531"/>
                  </a:lnTo>
                  <a:lnTo>
                    <a:pt x="63429" y="18771"/>
                  </a:lnTo>
                  <a:lnTo>
                    <a:pt x="64785" y="18431"/>
                  </a:lnTo>
                  <a:close/>
                </a:path>
              </a:pathLst>
            </a:custGeom>
            <a:solidFill>
              <a:srgbClr val="ADD0A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g691"/>
            <p:cNvSpPr/>
            <p:nvPr/>
          </p:nvSpPr>
          <p:spPr>
            <a:xfrm>
              <a:off x="2440583" y="3073605"/>
              <a:ext cx="5857" cy="7687"/>
            </a:xfrm>
            <a:custGeom>
              <a:avLst/>
              <a:pathLst>
                <a:path w="5857" h="7687">
                  <a:moveTo>
                    <a:pt x="5857" y="5602"/>
                  </a:moveTo>
                  <a:lnTo>
                    <a:pt x="5643" y="7687"/>
                  </a:lnTo>
                  <a:lnTo>
                    <a:pt x="2526" y="5211"/>
                  </a:lnTo>
                  <a:lnTo>
                    <a:pt x="0" y="2084"/>
                  </a:lnTo>
                  <a:lnTo>
                    <a:pt x="107" y="390"/>
                  </a:lnTo>
                  <a:lnTo>
                    <a:pt x="1397" y="0"/>
                  </a:lnTo>
                  <a:lnTo>
                    <a:pt x="2633" y="1041"/>
                  </a:lnTo>
                  <a:lnTo>
                    <a:pt x="4460" y="3126"/>
                  </a:lnTo>
                  <a:close/>
                </a:path>
              </a:pathLst>
            </a:custGeom>
            <a:solidFill>
              <a:srgbClr val="F6FAF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g692"/>
            <p:cNvSpPr/>
            <p:nvPr/>
          </p:nvSpPr>
          <p:spPr>
            <a:xfrm>
              <a:off x="2426046" y="3045214"/>
              <a:ext cx="34524" cy="55815"/>
            </a:xfrm>
            <a:custGeom>
              <a:avLst/>
              <a:pathLst>
                <a:path w="34524" h="55815">
                  <a:moveTo>
                    <a:pt x="32891" y="6202"/>
                  </a:moveTo>
                  <a:lnTo>
                    <a:pt x="33157" y="7088"/>
                  </a:lnTo>
                  <a:lnTo>
                    <a:pt x="33717" y="13046"/>
                  </a:lnTo>
                  <a:lnTo>
                    <a:pt x="33773" y="14954"/>
                  </a:lnTo>
                  <a:lnTo>
                    <a:pt x="33209" y="17836"/>
                  </a:lnTo>
                  <a:lnTo>
                    <a:pt x="33291" y="18977"/>
                  </a:lnTo>
                  <a:lnTo>
                    <a:pt x="34500" y="21633"/>
                  </a:lnTo>
                  <a:lnTo>
                    <a:pt x="34524" y="22591"/>
                  </a:lnTo>
                  <a:lnTo>
                    <a:pt x="34381" y="23559"/>
                  </a:lnTo>
                  <a:lnTo>
                    <a:pt x="33345" y="26079"/>
                  </a:lnTo>
                  <a:lnTo>
                    <a:pt x="32552" y="27807"/>
                  </a:lnTo>
                  <a:lnTo>
                    <a:pt x="32804" y="29787"/>
                  </a:lnTo>
                  <a:lnTo>
                    <a:pt x="33447" y="31667"/>
                  </a:lnTo>
                  <a:lnTo>
                    <a:pt x="33527" y="33238"/>
                  </a:lnTo>
                  <a:lnTo>
                    <a:pt x="33330" y="35316"/>
                  </a:lnTo>
                  <a:lnTo>
                    <a:pt x="32343" y="37898"/>
                  </a:lnTo>
                  <a:lnTo>
                    <a:pt x="31828" y="38824"/>
                  </a:lnTo>
                  <a:lnTo>
                    <a:pt x="30361" y="38937"/>
                  </a:lnTo>
                  <a:lnTo>
                    <a:pt x="30196" y="39305"/>
                  </a:lnTo>
                  <a:lnTo>
                    <a:pt x="30928" y="41826"/>
                  </a:lnTo>
                  <a:lnTo>
                    <a:pt x="31754" y="44674"/>
                  </a:lnTo>
                  <a:lnTo>
                    <a:pt x="33103" y="46887"/>
                  </a:lnTo>
                  <a:lnTo>
                    <a:pt x="33403" y="48970"/>
                  </a:lnTo>
                  <a:lnTo>
                    <a:pt x="33080" y="50946"/>
                  </a:lnTo>
                  <a:lnTo>
                    <a:pt x="33025" y="55815"/>
                  </a:lnTo>
                  <a:lnTo>
                    <a:pt x="31993" y="53452"/>
                  </a:lnTo>
                  <a:lnTo>
                    <a:pt x="30858" y="51474"/>
                  </a:lnTo>
                  <a:lnTo>
                    <a:pt x="30176" y="50708"/>
                  </a:lnTo>
                  <a:lnTo>
                    <a:pt x="29471" y="50218"/>
                  </a:lnTo>
                  <a:lnTo>
                    <a:pt x="24064" y="50474"/>
                  </a:lnTo>
                  <a:lnTo>
                    <a:pt x="23459" y="50814"/>
                  </a:lnTo>
                  <a:lnTo>
                    <a:pt x="22987" y="51449"/>
                  </a:lnTo>
                  <a:lnTo>
                    <a:pt x="22483" y="51765"/>
                  </a:lnTo>
                  <a:lnTo>
                    <a:pt x="20996" y="52358"/>
                  </a:lnTo>
                  <a:lnTo>
                    <a:pt x="19517" y="52488"/>
                  </a:lnTo>
                  <a:lnTo>
                    <a:pt x="16063" y="50897"/>
                  </a:lnTo>
                  <a:lnTo>
                    <a:pt x="14696" y="50071"/>
                  </a:lnTo>
                  <a:lnTo>
                    <a:pt x="13320" y="49550"/>
                  </a:lnTo>
                  <a:lnTo>
                    <a:pt x="11739" y="49722"/>
                  </a:lnTo>
                  <a:lnTo>
                    <a:pt x="10165" y="50204"/>
                  </a:lnTo>
                  <a:lnTo>
                    <a:pt x="8906" y="51351"/>
                  </a:lnTo>
                  <a:lnTo>
                    <a:pt x="7963" y="53374"/>
                  </a:lnTo>
                  <a:lnTo>
                    <a:pt x="7787" y="55252"/>
                  </a:lnTo>
                  <a:lnTo>
                    <a:pt x="7228" y="55734"/>
                  </a:lnTo>
                  <a:lnTo>
                    <a:pt x="5955" y="52742"/>
                  </a:lnTo>
                  <a:lnTo>
                    <a:pt x="4786" y="50615"/>
                  </a:lnTo>
                  <a:lnTo>
                    <a:pt x="3454" y="49018"/>
                  </a:lnTo>
                  <a:lnTo>
                    <a:pt x="720" y="46743"/>
                  </a:lnTo>
                  <a:lnTo>
                    <a:pt x="221" y="45358"/>
                  </a:lnTo>
                  <a:lnTo>
                    <a:pt x="0" y="43675"/>
                  </a:lnTo>
                  <a:lnTo>
                    <a:pt x="1104" y="38513"/>
                  </a:lnTo>
                  <a:lnTo>
                    <a:pt x="2360" y="37568"/>
                  </a:lnTo>
                  <a:lnTo>
                    <a:pt x="3051" y="37390"/>
                  </a:lnTo>
                  <a:lnTo>
                    <a:pt x="4604" y="38028"/>
                  </a:lnTo>
                  <a:lnTo>
                    <a:pt x="6119" y="39201"/>
                  </a:lnTo>
                  <a:lnTo>
                    <a:pt x="7502" y="39969"/>
                  </a:lnTo>
                  <a:lnTo>
                    <a:pt x="9641" y="40267"/>
                  </a:lnTo>
                  <a:lnTo>
                    <a:pt x="10804" y="41537"/>
                  </a:lnTo>
                  <a:lnTo>
                    <a:pt x="19022" y="43506"/>
                  </a:lnTo>
                  <a:lnTo>
                    <a:pt x="20581" y="44124"/>
                  </a:lnTo>
                  <a:lnTo>
                    <a:pt x="21189" y="43908"/>
                  </a:lnTo>
                  <a:lnTo>
                    <a:pt x="21719" y="43137"/>
                  </a:lnTo>
                  <a:lnTo>
                    <a:pt x="22160" y="41745"/>
                  </a:lnTo>
                  <a:lnTo>
                    <a:pt x="22668" y="40697"/>
                  </a:lnTo>
                  <a:lnTo>
                    <a:pt x="25105" y="40464"/>
                  </a:lnTo>
                  <a:lnTo>
                    <a:pt x="25618" y="39997"/>
                  </a:lnTo>
                  <a:lnTo>
                    <a:pt x="25975" y="38542"/>
                  </a:lnTo>
                  <a:lnTo>
                    <a:pt x="25964" y="37028"/>
                  </a:lnTo>
                  <a:lnTo>
                    <a:pt x="24531" y="35001"/>
                  </a:lnTo>
                  <a:lnTo>
                    <a:pt x="22290" y="30551"/>
                  </a:lnTo>
                  <a:lnTo>
                    <a:pt x="20316" y="25308"/>
                  </a:lnTo>
                  <a:lnTo>
                    <a:pt x="21168" y="23542"/>
                  </a:lnTo>
                  <a:lnTo>
                    <a:pt x="20842" y="20313"/>
                  </a:lnTo>
                  <a:lnTo>
                    <a:pt x="21161" y="17322"/>
                  </a:lnTo>
                  <a:lnTo>
                    <a:pt x="21631" y="14390"/>
                  </a:lnTo>
                  <a:lnTo>
                    <a:pt x="19678" y="11878"/>
                  </a:lnTo>
                  <a:lnTo>
                    <a:pt x="17371" y="9376"/>
                  </a:lnTo>
                  <a:lnTo>
                    <a:pt x="14168" y="8592"/>
                  </a:lnTo>
                  <a:lnTo>
                    <a:pt x="13183" y="7960"/>
                  </a:lnTo>
                  <a:lnTo>
                    <a:pt x="12671" y="6085"/>
                  </a:lnTo>
                  <a:lnTo>
                    <a:pt x="13132" y="3565"/>
                  </a:lnTo>
                  <a:lnTo>
                    <a:pt x="14171" y="2171"/>
                  </a:lnTo>
                  <a:lnTo>
                    <a:pt x="15360" y="1311"/>
                  </a:lnTo>
                  <a:lnTo>
                    <a:pt x="16578" y="717"/>
                  </a:lnTo>
                  <a:lnTo>
                    <a:pt x="19519" y="0"/>
                  </a:lnTo>
                  <a:lnTo>
                    <a:pt x="22438" y="803"/>
                  </a:lnTo>
                  <a:lnTo>
                    <a:pt x="24961" y="3392"/>
                  </a:lnTo>
                  <a:lnTo>
                    <a:pt x="27522" y="5420"/>
                  </a:lnTo>
                  <a:lnTo>
                    <a:pt x="30758" y="6098"/>
                  </a:lnTo>
                  <a:lnTo>
                    <a:pt x="32215" y="6836"/>
                  </a:lnTo>
                  <a:close/>
                </a:path>
              </a:pathLst>
            </a:custGeom>
            <a:solidFill>
              <a:srgbClr val="F6FAF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g693"/>
            <p:cNvSpPr/>
            <p:nvPr/>
          </p:nvSpPr>
          <p:spPr>
            <a:xfrm>
              <a:off x="2444543" y="3040322"/>
              <a:ext cx="4105" cy="3185"/>
            </a:xfrm>
            <a:custGeom>
              <a:avLst/>
              <a:pathLst>
                <a:path w="4105" h="3185">
                  <a:moveTo>
                    <a:pt x="3611" y="1659"/>
                  </a:moveTo>
                  <a:lnTo>
                    <a:pt x="4105" y="2348"/>
                  </a:lnTo>
                  <a:lnTo>
                    <a:pt x="3918" y="3185"/>
                  </a:lnTo>
                  <a:lnTo>
                    <a:pt x="2688" y="2666"/>
                  </a:lnTo>
                  <a:lnTo>
                    <a:pt x="1415" y="1719"/>
                  </a:lnTo>
                  <a:lnTo>
                    <a:pt x="998" y="1956"/>
                  </a:lnTo>
                  <a:lnTo>
                    <a:pt x="743" y="1838"/>
                  </a:lnTo>
                  <a:lnTo>
                    <a:pt x="0" y="927"/>
                  </a:lnTo>
                  <a:lnTo>
                    <a:pt x="653" y="230"/>
                  </a:lnTo>
                  <a:lnTo>
                    <a:pt x="1327" y="0"/>
                  </a:lnTo>
                  <a:lnTo>
                    <a:pt x="2063" y="51"/>
                  </a:lnTo>
                  <a:close/>
                </a:path>
              </a:pathLst>
            </a:custGeom>
            <a:solidFill>
              <a:srgbClr val="F6FAF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g694"/>
            <p:cNvSpPr/>
            <p:nvPr/>
          </p:nvSpPr>
          <p:spPr>
            <a:xfrm>
              <a:off x="3529856" y="2199361"/>
              <a:ext cx="82673" cy="82750"/>
            </a:xfrm>
            <a:custGeom>
              <a:avLst/>
              <a:pathLst>
                <a:path w="82673" h="82750">
                  <a:moveTo>
                    <a:pt x="73595" y="4377"/>
                  </a:moveTo>
                  <a:lnTo>
                    <a:pt x="74806" y="4175"/>
                  </a:lnTo>
                  <a:lnTo>
                    <a:pt x="75081" y="4316"/>
                  </a:lnTo>
                  <a:lnTo>
                    <a:pt x="75306" y="5775"/>
                  </a:lnTo>
                  <a:lnTo>
                    <a:pt x="75585" y="6683"/>
                  </a:lnTo>
                  <a:lnTo>
                    <a:pt x="75848" y="7885"/>
                  </a:lnTo>
                  <a:lnTo>
                    <a:pt x="76256" y="8788"/>
                  </a:lnTo>
                  <a:lnTo>
                    <a:pt x="77154" y="9164"/>
                  </a:lnTo>
                  <a:lnTo>
                    <a:pt x="78327" y="10285"/>
                  </a:lnTo>
                  <a:lnTo>
                    <a:pt x="79087" y="12393"/>
                  </a:lnTo>
                  <a:lnTo>
                    <a:pt x="80314" y="13292"/>
                  </a:lnTo>
                  <a:lnTo>
                    <a:pt x="80539" y="13191"/>
                  </a:lnTo>
                  <a:lnTo>
                    <a:pt x="81362" y="13115"/>
                  </a:lnTo>
                  <a:lnTo>
                    <a:pt x="81522" y="13540"/>
                  </a:lnTo>
                  <a:lnTo>
                    <a:pt x="82180" y="14572"/>
                  </a:lnTo>
                  <a:lnTo>
                    <a:pt x="82436" y="15481"/>
                  </a:lnTo>
                  <a:lnTo>
                    <a:pt x="82305" y="16440"/>
                  </a:lnTo>
                  <a:lnTo>
                    <a:pt x="82421" y="17527"/>
                  </a:lnTo>
                  <a:lnTo>
                    <a:pt x="82673" y="17912"/>
                  </a:lnTo>
                  <a:lnTo>
                    <a:pt x="82369" y="18642"/>
                  </a:lnTo>
                  <a:lnTo>
                    <a:pt x="80236" y="22293"/>
                  </a:lnTo>
                  <a:lnTo>
                    <a:pt x="79403" y="23259"/>
                  </a:lnTo>
                  <a:lnTo>
                    <a:pt x="78849" y="23458"/>
                  </a:lnTo>
                  <a:lnTo>
                    <a:pt x="77977" y="23075"/>
                  </a:lnTo>
                  <a:lnTo>
                    <a:pt x="77076" y="23368"/>
                  </a:lnTo>
                  <a:lnTo>
                    <a:pt x="76272" y="24148"/>
                  </a:lnTo>
                  <a:lnTo>
                    <a:pt x="75530" y="24396"/>
                  </a:lnTo>
                  <a:lnTo>
                    <a:pt x="74970" y="25325"/>
                  </a:lnTo>
                  <a:lnTo>
                    <a:pt x="74244" y="27315"/>
                  </a:lnTo>
                  <a:lnTo>
                    <a:pt x="73352" y="29000"/>
                  </a:lnTo>
                  <a:lnTo>
                    <a:pt x="72452" y="30046"/>
                  </a:lnTo>
                  <a:lnTo>
                    <a:pt x="71985" y="30980"/>
                  </a:lnTo>
                  <a:lnTo>
                    <a:pt x="71931" y="34210"/>
                  </a:lnTo>
                  <a:lnTo>
                    <a:pt x="71432" y="35139"/>
                  </a:lnTo>
                  <a:lnTo>
                    <a:pt x="70760" y="36076"/>
                  </a:lnTo>
                  <a:lnTo>
                    <a:pt x="70396" y="36903"/>
                  </a:lnTo>
                  <a:lnTo>
                    <a:pt x="69374" y="41821"/>
                  </a:lnTo>
                  <a:lnTo>
                    <a:pt x="68598" y="43397"/>
                  </a:lnTo>
                  <a:lnTo>
                    <a:pt x="67862" y="44606"/>
                  </a:lnTo>
                  <a:lnTo>
                    <a:pt x="67741" y="45710"/>
                  </a:lnTo>
                  <a:lnTo>
                    <a:pt x="67755" y="46974"/>
                  </a:lnTo>
                  <a:lnTo>
                    <a:pt x="66921" y="49497"/>
                  </a:lnTo>
                  <a:lnTo>
                    <a:pt x="65827" y="52116"/>
                  </a:lnTo>
                  <a:lnTo>
                    <a:pt x="65615" y="53191"/>
                  </a:lnTo>
                  <a:lnTo>
                    <a:pt x="65859" y="54641"/>
                  </a:lnTo>
                  <a:lnTo>
                    <a:pt x="64811" y="56309"/>
                  </a:lnTo>
                  <a:lnTo>
                    <a:pt x="64205" y="57109"/>
                  </a:lnTo>
                  <a:lnTo>
                    <a:pt x="63704" y="57492"/>
                  </a:lnTo>
                  <a:lnTo>
                    <a:pt x="63391" y="58536"/>
                  </a:lnTo>
                  <a:lnTo>
                    <a:pt x="62876" y="61080"/>
                  </a:lnTo>
                  <a:lnTo>
                    <a:pt x="63010" y="62221"/>
                  </a:lnTo>
                  <a:lnTo>
                    <a:pt x="63025" y="63269"/>
                  </a:lnTo>
                  <a:lnTo>
                    <a:pt x="62139" y="63882"/>
                  </a:lnTo>
                  <a:lnTo>
                    <a:pt x="61878" y="65030"/>
                  </a:lnTo>
                  <a:lnTo>
                    <a:pt x="61653" y="66459"/>
                  </a:lnTo>
                  <a:lnTo>
                    <a:pt x="61284" y="67107"/>
                  </a:lnTo>
                  <a:lnTo>
                    <a:pt x="60287" y="68294"/>
                  </a:lnTo>
                  <a:lnTo>
                    <a:pt x="57815" y="67778"/>
                  </a:lnTo>
                  <a:lnTo>
                    <a:pt x="56880" y="68176"/>
                  </a:lnTo>
                  <a:lnTo>
                    <a:pt x="56601" y="69026"/>
                  </a:lnTo>
                  <a:lnTo>
                    <a:pt x="56544" y="69707"/>
                  </a:lnTo>
                  <a:lnTo>
                    <a:pt x="56236" y="70346"/>
                  </a:lnTo>
                  <a:lnTo>
                    <a:pt x="55670" y="71148"/>
                  </a:lnTo>
                  <a:lnTo>
                    <a:pt x="55093" y="71507"/>
                  </a:lnTo>
                  <a:lnTo>
                    <a:pt x="53807" y="70519"/>
                  </a:lnTo>
                  <a:lnTo>
                    <a:pt x="51038" y="71522"/>
                  </a:lnTo>
                  <a:lnTo>
                    <a:pt x="50561" y="72243"/>
                  </a:lnTo>
                  <a:lnTo>
                    <a:pt x="50175" y="71728"/>
                  </a:lnTo>
                  <a:lnTo>
                    <a:pt x="49581" y="71259"/>
                  </a:lnTo>
                  <a:lnTo>
                    <a:pt x="46811" y="70681"/>
                  </a:lnTo>
                  <a:lnTo>
                    <a:pt x="45718" y="71141"/>
                  </a:lnTo>
                  <a:lnTo>
                    <a:pt x="44257" y="70963"/>
                  </a:lnTo>
                  <a:lnTo>
                    <a:pt x="42903" y="70453"/>
                  </a:lnTo>
                  <a:lnTo>
                    <a:pt x="41895" y="70867"/>
                  </a:lnTo>
                  <a:lnTo>
                    <a:pt x="41003" y="72871"/>
                  </a:lnTo>
                  <a:lnTo>
                    <a:pt x="40561" y="73547"/>
                  </a:lnTo>
                  <a:lnTo>
                    <a:pt x="40215" y="73980"/>
                  </a:lnTo>
                  <a:lnTo>
                    <a:pt x="39452" y="74609"/>
                  </a:lnTo>
                  <a:lnTo>
                    <a:pt x="38816" y="75367"/>
                  </a:lnTo>
                  <a:lnTo>
                    <a:pt x="37967" y="75912"/>
                  </a:lnTo>
                  <a:lnTo>
                    <a:pt x="37210" y="75836"/>
                  </a:lnTo>
                  <a:lnTo>
                    <a:pt x="36491" y="74974"/>
                  </a:lnTo>
                  <a:lnTo>
                    <a:pt x="36234" y="75171"/>
                  </a:lnTo>
                  <a:lnTo>
                    <a:pt x="36008" y="75964"/>
                  </a:lnTo>
                  <a:lnTo>
                    <a:pt x="35619" y="76642"/>
                  </a:lnTo>
                  <a:lnTo>
                    <a:pt x="34547" y="77479"/>
                  </a:lnTo>
                  <a:lnTo>
                    <a:pt x="34212" y="77469"/>
                  </a:lnTo>
                  <a:lnTo>
                    <a:pt x="33392" y="78087"/>
                  </a:lnTo>
                  <a:lnTo>
                    <a:pt x="32036" y="78426"/>
                  </a:lnTo>
                  <a:lnTo>
                    <a:pt x="31357" y="78186"/>
                  </a:lnTo>
                  <a:lnTo>
                    <a:pt x="30121" y="80969"/>
                  </a:lnTo>
                  <a:lnTo>
                    <a:pt x="29743" y="81476"/>
                  </a:lnTo>
                  <a:lnTo>
                    <a:pt x="28569" y="82327"/>
                  </a:lnTo>
                  <a:lnTo>
                    <a:pt x="27606" y="82750"/>
                  </a:lnTo>
                  <a:lnTo>
                    <a:pt x="26782" y="82412"/>
                  </a:lnTo>
                  <a:lnTo>
                    <a:pt x="26457" y="82382"/>
                  </a:lnTo>
                  <a:lnTo>
                    <a:pt x="22799" y="82240"/>
                  </a:lnTo>
                  <a:lnTo>
                    <a:pt x="20889" y="81645"/>
                  </a:lnTo>
                  <a:lnTo>
                    <a:pt x="19662" y="80557"/>
                  </a:lnTo>
                  <a:lnTo>
                    <a:pt x="18848" y="79342"/>
                  </a:lnTo>
                  <a:lnTo>
                    <a:pt x="18450" y="78000"/>
                  </a:lnTo>
                  <a:lnTo>
                    <a:pt x="17502" y="77186"/>
                  </a:lnTo>
                  <a:lnTo>
                    <a:pt x="16005" y="76898"/>
                  </a:lnTo>
                  <a:lnTo>
                    <a:pt x="14838" y="75566"/>
                  </a:lnTo>
                  <a:lnTo>
                    <a:pt x="14004" y="73188"/>
                  </a:lnTo>
                  <a:lnTo>
                    <a:pt x="12876" y="71305"/>
                  </a:lnTo>
                  <a:lnTo>
                    <a:pt x="11451" y="69917"/>
                  </a:lnTo>
                  <a:lnTo>
                    <a:pt x="10321" y="67957"/>
                  </a:lnTo>
                  <a:lnTo>
                    <a:pt x="9486" y="65426"/>
                  </a:lnTo>
                  <a:lnTo>
                    <a:pt x="7982" y="63148"/>
                  </a:lnTo>
                  <a:lnTo>
                    <a:pt x="5811" y="61120"/>
                  </a:lnTo>
                  <a:lnTo>
                    <a:pt x="5156" y="60680"/>
                  </a:lnTo>
                  <a:lnTo>
                    <a:pt x="5028" y="60025"/>
                  </a:lnTo>
                  <a:lnTo>
                    <a:pt x="3965" y="57509"/>
                  </a:lnTo>
                  <a:lnTo>
                    <a:pt x="3512" y="56580"/>
                  </a:lnTo>
                  <a:lnTo>
                    <a:pt x="3552" y="55335"/>
                  </a:lnTo>
                  <a:lnTo>
                    <a:pt x="3340" y="54626"/>
                  </a:lnTo>
                  <a:lnTo>
                    <a:pt x="2953" y="54128"/>
                  </a:lnTo>
                  <a:lnTo>
                    <a:pt x="2746" y="52329"/>
                  </a:lnTo>
                  <a:lnTo>
                    <a:pt x="2625" y="50986"/>
                  </a:lnTo>
                  <a:lnTo>
                    <a:pt x="2321" y="50120"/>
                  </a:lnTo>
                  <a:lnTo>
                    <a:pt x="0" y="49943"/>
                  </a:lnTo>
                  <a:lnTo>
                    <a:pt x="1943" y="46733"/>
                  </a:lnTo>
                  <a:lnTo>
                    <a:pt x="2909" y="45838"/>
                  </a:lnTo>
                  <a:lnTo>
                    <a:pt x="4032" y="45992"/>
                  </a:lnTo>
                  <a:lnTo>
                    <a:pt x="4391" y="45702"/>
                  </a:lnTo>
                  <a:lnTo>
                    <a:pt x="4486" y="45239"/>
                  </a:lnTo>
                  <a:lnTo>
                    <a:pt x="4678" y="44193"/>
                  </a:lnTo>
                  <a:lnTo>
                    <a:pt x="4773" y="43206"/>
                  </a:lnTo>
                  <a:lnTo>
                    <a:pt x="4870" y="42279"/>
                  </a:lnTo>
                  <a:lnTo>
                    <a:pt x="4749" y="41755"/>
                  </a:lnTo>
                  <a:lnTo>
                    <a:pt x="4208" y="41592"/>
                  </a:lnTo>
                  <a:lnTo>
                    <a:pt x="3946" y="39301"/>
                  </a:lnTo>
                  <a:lnTo>
                    <a:pt x="4225" y="38435"/>
                  </a:lnTo>
                  <a:lnTo>
                    <a:pt x="4503" y="37832"/>
                  </a:lnTo>
                  <a:lnTo>
                    <a:pt x="4159" y="35046"/>
                  </a:lnTo>
                  <a:lnTo>
                    <a:pt x="4263" y="34098"/>
                  </a:lnTo>
                  <a:lnTo>
                    <a:pt x="5139" y="33949"/>
                  </a:lnTo>
                  <a:lnTo>
                    <a:pt x="5866" y="33355"/>
                  </a:lnTo>
                  <a:lnTo>
                    <a:pt x="6458" y="32678"/>
                  </a:lnTo>
                  <a:lnTo>
                    <a:pt x="6624" y="31820"/>
                  </a:lnTo>
                  <a:lnTo>
                    <a:pt x="7111" y="30064"/>
                  </a:lnTo>
                  <a:lnTo>
                    <a:pt x="6662" y="27911"/>
                  </a:lnTo>
                  <a:lnTo>
                    <a:pt x="4132" y="26510"/>
                  </a:lnTo>
                  <a:lnTo>
                    <a:pt x="4000" y="25973"/>
                  </a:lnTo>
                  <a:lnTo>
                    <a:pt x="4589" y="25364"/>
                  </a:lnTo>
                  <a:lnTo>
                    <a:pt x="5216" y="24496"/>
                  </a:lnTo>
                  <a:lnTo>
                    <a:pt x="5580" y="23819"/>
                  </a:lnTo>
                  <a:lnTo>
                    <a:pt x="6067" y="23725"/>
                  </a:lnTo>
                  <a:lnTo>
                    <a:pt x="6756" y="24066"/>
                  </a:lnTo>
                  <a:lnTo>
                    <a:pt x="7976" y="25624"/>
                  </a:lnTo>
                  <a:lnTo>
                    <a:pt x="8444" y="25849"/>
                  </a:lnTo>
                  <a:lnTo>
                    <a:pt x="8896" y="25396"/>
                  </a:lnTo>
                  <a:lnTo>
                    <a:pt x="9379" y="25299"/>
                  </a:lnTo>
                  <a:lnTo>
                    <a:pt x="10729" y="25357"/>
                  </a:lnTo>
                  <a:lnTo>
                    <a:pt x="11864" y="24995"/>
                  </a:lnTo>
                  <a:lnTo>
                    <a:pt x="11608" y="23334"/>
                  </a:lnTo>
                  <a:lnTo>
                    <a:pt x="11612" y="22129"/>
                  </a:lnTo>
                  <a:lnTo>
                    <a:pt x="11419" y="21167"/>
                  </a:lnTo>
                  <a:lnTo>
                    <a:pt x="11539" y="20108"/>
                  </a:lnTo>
                  <a:lnTo>
                    <a:pt x="12000" y="19283"/>
                  </a:lnTo>
                  <a:lnTo>
                    <a:pt x="12138" y="17429"/>
                  </a:lnTo>
                  <a:lnTo>
                    <a:pt x="12848" y="16178"/>
                  </a:lnTo>
                  <a:lnTo>
                    <a:pt x="13180" y="15998"/>
                  </a:lnTo>
                  <a:lnTo>
                    <a:pt x="14431" y="16226"/>
                  </a:lnTo>
                  <a:lnTo>
                    <a:pt x="14728" y="16550"/>
                  </a:lnTo>
                  <a:lnTo>
                    <a:pt x="14919" y="16622"/>
                  </a:lnTo>
                  <a:lnTo>
                    <a:pt x="16910" y="19675"/>
                  </a:lnTo>
                  <a:lnTo>
                    <a:pt x="18794" y="21971"/>
                  </a:lnTo>
                  <a:lnTo>
                    <a:pt x="20338" y="23145"/>
                  </a:lnTo>
                  <a:lnTo>
                    <a:pt x="22605" y="23242"/>
                  </a:lnTo>
                  <a:lnTo>
                    <a:pt x="25014" y="23344"/>
                  </a:lnTo>
                  <a:lnTo>
                    <a:pt x="29044" y="22943"/>
                  </a:lnTo>
                  <a:lnTo>
                    <a:pt x="32066" y="22643"/>
                  </a:lnTo>
                  <a:lnTo>
                    <a:pt x="32266" y="22072"/>
                  </a:lnTo>
                  <a:lnTo>
                    <a:pt x="32722" y="20701"/>
                  </a:lnTo>
                  <a:lnTo>
                    <a:pt x="32360" y="19525"/>
                  </a:lnTo>
                  <a:lnTo>
                    <a:pt x="32381" y="18143"/>
                  </a:lnTo>
                  <a:lnTo>
                    <a:pt x="32891" y="16345"/>
                  </a:lnTo>
                  <a:lnTo>
                    <a:pt x="34381" y="14852"/>
                  </a:lnTo>
                  <a:lnTo>
                    <a:pt x="38658" y="14195"/>
                  </a:lnTo>
                  <a:lnTo>
                    <a:pt x="41118" y="13083"/>
                  </a:lnTo>
                  <a:lnTo>
                    <a:pt x="41490" y="11564"/>
                  </a:lnTo>
                  <a:lnTo>
                    <a:pt x="42304" y="10065"/>
                  </a:lnTo>
                  <a:lnTo>
                    <a:pt x="43049" y="9762"/>
                  </a:lnTo>
                  <a:lnTo>
                    <a:pt x="44070" y="10450"/>
                  </a:lnTo>
                  <a:lnTo>
                    <a:pt x="45299" y="11773"/>
                  </a:lnTo>
                  <a:lnTo>
                    <a:pt x="46379" y="12473"/>
                  </a:lnTo>
                  <a:lnTo>
                    <a:pt x="47010" y="12021"/>
                  </a:lnTo>
                  <a:lnTo>
                    <a:pt x="49182" y="9793"/>
                  </a:lnTo>
                  <a:lnTo>
                    <a:pt x="51682" y="7620"/>
                  </a:lnTo>
                  <a:lnTo>
                    <a:pt x="53403" y="1724"/>
                  </a:lnTo>
                  <a:lnTo>
                    <a:pt x="53586" y="784"/>
                  </a:lnTo>
                  <a:lnTo>
                    <a:pt x="55452" y="111"/>
                  </a:lnTo>
                  <a:lnTo>
                    <a:pt x="58176" y="230"/>
                  </a:lnTo>
                  <a:lnTo>
                    <a:pt x="59572" y="998"/>
                  </a:lnTo>
                  <a:lnTo>
                    <a:pt x="60621" y="1405"/>
                  </a:lnTo>
                  <a:lnTo>
                    <a:pt x="62195" y="1266"/>
                  </a:lnTo>
                  <a:lnTo>
                    <a:pt x="64462" y="0"/>
                  </a:lnTo>
                  <a:lnTo>
                    <a:pt x="65302" y="36"/>
                  </a:lnTo>
                  <a:lnTo>
                    <a:pt x="65952" y="933"/>
                  </a:lnTo>
                  <a:lnTo>
                    <a:pt x="66665" y="1706"/>
                  </a:lnTo>
                  <a:lnTo>
                    <a:pt x="67146" y="2653"/>
                  </a:lnTo>
                  <a:lnTo>
                    <a:pt x="67510" y="3987"/>
                  </a:lnTo>
                  <a:lnTo>
                    <a:pt x="67706" y="4491"/>
                  </a:lnTo>
                  <a:lnTo>
                    <a:pt x="68023" y="5173"/>
                  </a:lnTo>
                  <a:lnTo>
                    <a:pt x="68594" y="6113"/>
                  </a:lnTo>
                  <a:lnTo>
                    <a:pt x="69149" y="6364"/>
                  </a:lnTo>
                  <a:lnTo>
                    <a:pt x="73345" y="4730"/>
                  </a:lnTo>
                  <a:close/>
                </a:path>
              </a:pathLst>
            </a:custGeom>
            <a:solidFill>
              <a:srgbClr val="AACE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g695"/>
            <p:cNvSpPr/>
            <p:nvPr/>
          </p:nvSpPr>
          <p:spPr>
            <a:xfrm>
              <a:off x="4830541" y="3943521"/>
              <a:ext cx="7308" cy="12919"/>
            </a:xfrm>
            <a:custGeom>
              <a:avLst/>
              <a:pathLst>
                <a:path w="7308" h="12919">
                  <a:moveTo>
                    <a:pt x="1590" y="12907"/>
                  </a:moveTo>
                  <a:lnTo>
                    <a:pt x="455" y="12919"/>
                  </a:lnTo>
                  <a:lnTo>
                    <a:pt x="94" y="12607"/>
                  </a:lnTo>
                  <a:lnTo>
                    <a:pt x="0" y="10004"/>
                  </a:lnTo>
                  <a:lnTo>
                    <a:pt x="332" y="8550"/>
                  </a:lnTo>
                  <a:lnTo>
                    <a:pt x="2961" y="6677"/>
                  </a:lnTo>
                  <a:lnTo>
                    <a:pt x="3989" y="4948"/>
                  </a:lnTo>
                  <a:lnTo>
                    <a:pt x="5447" y="1350"/>
                  </a:lnTo>
                  <a:lnTo>
                    <a:pt x="6352" y="406"/>
                  </a:lnTo>
                  <a:lnTo>
                    <a:pt x="6581" y="0"/>
                  </a:lnTo>
                  <a:lnTo>
                    <a:pt x="6735" y="72"/>
                  </a:lnTo>
                  <a:lnTo>
                    <a:pt x="6881" y="2810"/>
                  </a:lnTo>
                  <a:lnTo>
                    <a:pt x="7244" y="4438"/>
                  </a:lnTo>
                  <a:lnTo>
                    <a:pt x="7308" y="5283"/>
                  </a:lnTo>
                  <a:lnTo>
                    <a:pt x="5999" y="6677"/>
                  </a:lnTo>
                  <a:lnTo>
                    <a:pt x="4831" y="9860"/>
                  </a:lnTo>
                  <a:lnTo>
                    <a:pt x="2276" y="11935"/>
                  </a:lnTo>
                  <a:close/>
                </a:path>
              </a:pathLst>
            </a:custGeom>
            <a:solidFill>
              <a:srgbClr val="EEF5E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g696"/>
            <p:cNvSpPr/>
            <p:nvPr/>
          </p:nvSpPr>
          <p:spPr>
            <a:xfrm>
              <a:off x="4816967" y="3942355"/>
              <a:ext cx="3578" cy="4997"/>
            </a:xfrm>
            <a:custGeom>
              <a:avLst/>
              <a:pathLst>
                <a:path w="3578" h="4997">
                  <a:moveTo>
                    <a:pt x="2173" y="4648"/>
                  </a:moveTo>
                  <a:lnTo>
                    <a:pt x="1565" y="4997"/>
                  </a:lnTo>
                  <a:lnTo>
                    <a:pt x="261" y="4140"/>
                  </a:lnTo>
                  <a:lnTo>
                    <a:pt x="0" y="3624"/>
                  </a:lnTo>
                  <a:lnTo>
                    <a:pt x="1116" y="2198"/>
                  </a:lnTo>
                  <a:lnTo>
                    <a:pt x="1978" y="173"/>
                  </a:lnTo>
                  <a:lnTo>
                    <a:pt x="2983" y="0"/>
                  </a:lnTo>
                  <a:lnTo>
                    <a:pt x="3578" y="412"/>
                  </a:lnTo>
                  <a:lnTo>
                    <a:pt x="3371" y="2819"/>
                  </a:lnTo>
                  <a:close/>
                </a:path>
              </a:pathLst>
            </a:custGeom>
            <a:solidFill>
              <a:srgbClr val="EEF5E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g697"/>
            <p:cNvSpPr/>
            <p:nvPr/>
          </p:nvSpPr>
          <p:spPr>
            <a:xfrm>
              <a:off x="4836722" y="3933696"/>
              <a:ext cx="2086" cy="5837"/>
            </a:xfrm>
            <a:custGeom>
              <a:avLst/>
              <a:pathLst>
                <a:path w="2086" h="5837">
                  <a:moveTo>
                    <a:pt x="1104" y="4807"/>
                  </a:moveTo>
                  <a:lnTo>
                    <a:pt x="4" y="5837"/>
                  </a:lnTo>
                  <a:lnTo>
                    <a:pt x="0" y="3670"/>
                  </a:lnTo>
                  <a:lnTo>
                    <a:pt x="849" y="929"/>
                  </a:lnTo>
                  <a:lnTo>
                    <a:pt x="1623" y="0"/>
                  </a:lnTo>
                  <a:lnTo>
                    <a:pt x="2051" y="1093"/>
                  </a:lnTo>
                  <a:lnTo>
                    <a:pt x="2086" y="1595"/>
                  </a:lnTo>
                  <a:lnTo>
                    <a:pt x="968" y="2576"/>
                  </a:lnTo>
                  <a:close/>
                </a:path>
              </a:pathLst>
            </a:custGeom>
            <a:solidFill>
              <a:srgbClr val="EEF5E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g698"/>
            <p:cNvSpPr/>
            <p:nvPr/>
          </p:nvSpPr>
          <p:spPr>
            <a:xfrm>
              <a:off x="4783503" y="3908919"/>
              <a:ext cx="22836" cy="29329"/>
            </a:xfrm>
            <a:custGeom>
              <a:avLst/>
              <a:pathLst>
                <a:path w="22836" h="29329">
                  <a:moveTo>
                    <a:pt x="12841" y="2164"/>
                  </a:moveTo>
                  <a:lnTo>
                    <a:pt x="13391" y="3494"/>
                  </a:lnTo>
                  <a:lnTo>
                    <a:pt x="15383" y="6054"/>
                  </a:lnTo>
                  <a:lnTo>
                    <a:pt x="15712" y="7133"/>
                  </a:lnTo>
                  <a:lnTo>
                    <a:pt x="15837" y="8913"/>
                  </a:lnTo>
                  <a:lnTo>
                    <a:pt x="16237" y="10235"/>
                  </a:lnTo>
                  <a:lnTo>
                    <a:pt x="17134" y="10437"/>
                  </a:lnTo>
                  <a:lnTo>
                    <a:pt x="18096" y="10169"/>
                  </a:lnTo>
                  <a:lnTo>
                    <a:pt x="18828" y="11008"/>
                  </a:lnTo>
                  <a:lnTo>
                    <a:pt x="19460" y="12339"/>
                  </a:lnTo>
                  <a:lnTo>
                    <a:pt x="20399" y="14921"/>
                  </a:lnTo>
                  <a:lnTo>
                    <a:pt x="21225" y="17778"/>
                  </a:lnTo>
                  <a:lnTo>
                    <a:pt x="22249" y="19371"/>
                  </a:lnTo>
                  <a:lnTo>
                    <a:pt x="22836" y="21749"/>
                  </a:lnTo>
                  <a:lnTo>
                    <a:pt x="22490" y="23847"/>
                  </a:lnTo>
                  <a:lnTo>
                    <a:pt x="21196" y="26747"/>
                  </a:lnTo>
                  <a:lnTo>
                    <a:pt x="20494" y="27376"/>
                  </a:lnTo>
                  <a:lnTo>
                    <a:pt x="19535" y="27604"/>
                  </a:lnTo>
                  <a:lnTo>
                    <a:pt x="18041" y="29329"/>
                  </a:lnTo>
                  <a:lnTo>
                    <a:pt x="17497" y="28426"/>
                  </a:lnTo>
                  <a:lnTo>
                    <a:pt x="15802" y="27800"/>
                  </a:lnTo>
                  <a:lnTo>
                    <a:pt x="14454" y="26553"/>
                  </a:lnTo>
                  <a:lnTo>
                    <a:pt x="13322" y="24271"/>
                  </a:lnTo>
                  <a:lnTo>
                    <a:pt x="12670" y="21815"/>
                  </a:lnTo>
                  <a:lnTo>
                    <a:pt x="11844" y="19651"/>
                  </a:lnTo>
                  <a:lnTo>
                    <a:pt x="10407" y="18202"/>
                  </a:lnTo>
                  <a:lnTo>
                    <a:pt x="7827" y="13949"/>
                  </a:lnTo>
                  <a:lnTo>
                    <a:pt x="6233" y="13565"/>
                  </a:lnTo>
                  <a:lnTo>
                    <a:pt x="5578" y="13877"/>
                  </a:lnTo>
                  <a:lnTo>
                    <a:pt x="4921" y="13897"/>
                  </a:lnTo>
                  <a:lnTo>
                    <a:pt x="1543" y="11981"/>
                  </a:lnTo>
                  <a:lnTo>
                    <a:pt x="1018" y="10861"/>
                  </a:lnTo>
                  <a:lnTo>
                    <a:pt x="604" y="9427"/>
                  </a:lnTo>
                  <a:lnTo>
                    <a:pt x="226" y="8019"/>
                  </a:lnTo>
                  <a:lnTo>
                    <a:pt x="0" y="6437"/>
                  </a:lnTo>
                  <a:lnTo>
                    <a:pt x="430" y="5041"/>
                  </a:lnTo>
                  <a:lnTo>
                    <a:pt x="885" y="4100"/>
                  </a:lnTo>
                  <a:lnTo>
                    <a:pt x="2764" y="2452"/>
                  </a:lnTo>
                  <a:lnTo>
                    <a:pt x="4108" y="1942"/>
                  </a:lnTo>
                  <a:lnTo>
                    <a:pt x="5668" y="2019"/>
                  </a:lnTo>
                  <a:lnTo>
                    <a:pt x="7994" y="1506"/>
                  </a:lnTo>
                  <a:lnTo>
                    <a:pt x="10192" y="2334"/>
                  </a:lnTo>
                  <a:lnTo>
                    <a:pt x="10870" y="1716"/>
                  </a:lnTo>
                  <a:lnTo>
                    <a:pt x="11983" y="0"/>
                  </a:lnTo>
                  <a:lnTo>
                    <a:pt x="12370" y="594"/>
                  </a:lnTo>
                  <a:close/>
                </a:path>
              </a:pathLst>
            </a:custGeom>
            <a:solidFill>
              <a:srgbClr val="EEF5E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g699"/>
            <p:cNvSpPr/>
            <p:nvPr/>
          </p:nvSpPr>
          <p:spPr>
            <a:xfrm>
              <a:off x="4839935" y="3898312"/>
              <a:ext cx="19014" cy="41507"/>
            </a:xfrm>
            <a:custGeom>
              <a:avLst/>
              <a:pathLst>
                <a:path w="19014" h="41507">
                  <a:moveTo>
                    <a:pt x="18023" y="16826"/>
                  </a:moveTo>
                  <a:lnTo>
                    <a:pt x="17168" y="18404"/>
                  </a:lnTo>
                  <a:lnTo>
                    <a:pt x="16743" y="21368"/>
                  </a:lnTo>
                  <a:lnTo>
                    <a:pt x="15265" y="24149"/>
                  </a:lnTo>
                  <a:lnTo>
                    <a:pt x="13639" y="28712"/>
                  </a:lnTo>
                  <a:lnTo>
                    <a:pt x="12340" y="31040"/>
                  </a:lnTo>
                  <a:lnTo>
                    <a:pt x="11199" y="33793"/>
                  </a:lnTo>
                  <a:lnTo>
                    <a:pt x="10216" y="35640"/>
                  </a:lnTo>
                  <a:lnTo>
                    <a:pt x="8988" y="36266"/>
                  </a:lnTo>
                  <a:lnTo>
                    <a:pt x="7150" y="36665"/>
                  </a:lnTo>
                  <a:lnTo>
                    <a:pt x="4653" y="39960"/>
                  </a:lnTo>
                  <a:lnTo>
                    <a:pt x="3270" y="41400"/>
                  </a:lnTo>
                  <a:lnTo>
                    <a:pt x="1925" y="41507"/>
                  </a:lnTo>
                  <a:lnTo>
                    <a:pt x="668" y="40436"/>
                  </a:lnTo>
                  <a:lnTo>
                    <a:pt x="189" y="39230"/>
                  </a:lnTo>
                  <a:lnTo>
                    <a:pt x="302" y="37602"/>
                  </a:lnTo>
                  <a:lnTo>
                    <a:pt x="718" y="36206"/>
                  </a:lnTo>
                  <a:lnTo>
                    <a:pt x="1229" y="35054"/>
                  </a:lnTo>
                  <a:lnTo>
                    <a:pt x="1549" y="33571"/>
                  </a:lnTo>
                  <a:lnTo>
                    <a:pt x="123" y="31695"/>
                  </a:lnTo>
                  <a:lnTo>
                    <a:pt x="0" y="30267"/>
                  </a:lnTo>
                  <a:lnTo>
                    <a:pt x="566" y="26464"/>
                  </a:lnTo>
                  <a:lnTo>
                    <a:pt x="933" y="22539"/>
                  </a:lnTo>
                  <a:lnTo>
                    <a:pt x="1463" y="19867"/>
                  </a:lnTo>
                  <a:lnTo>
                    <a:pt x="3503" y="15089"/>
                  </a:lnTo>
                  <a:lnTo>
                    <a:pt x="4727" y="12719"/>
                  </a:lnTo>
                  <a:lnTo>
                    <a:pt x="5448" y="11793"/>
                  </a:lnTo>
                  <a:lnTo>
                    <a:pt x="5644" y="12792"/>
                  </a:lnTo>
                  <a:lnTo>
                    <a:pt x="6104" y="14004"/>
                  </a:lnTo>
                  <a:lnTo>
                    <a:pt x="6413" y="14203"/>
                  </a:lnTo>
                  <a:lnTo>
                    <a:pt x="6645" y="13929"/>
                  </a:lnTo>
                  <a:lnTo>
                    <a:pt x="8446" y="14344"/>
                  </a:lnTo>
                  <a:lnTo>
                    <a:pt x="8897" y="13926"/>
                  </a:lnTo>
                  <a:lnTo>
                    <a:pt x="9584" y="12038"/>
                  </a:lnTo>
                  <a:lnTo>
                    <a:pt x="10038" y="10988"/>
                  </a:lnTo>
                  <a:lnTo>
                    <a:pt x="10347" y="8749"/>
                  </a:lnTo>
                  <a:lnTo>
                    <a:pt x="10422" y="7323"/>
                  </a:lnTo>
                  <a:lnTo>
                    <a:pt x="12019" y="6290"/>
                  </a:lnTo>
                  <a:lnTo>
                    <a:pt x="12877" y="5147"/>
                  </a:lnTo>
                  <a:lnTo>
                    <a:pt x="13636" y="3526"/>
                  </a:lnTo>
                  <a:lnTo>
                    <a:pt x="15849" y="767"/>
                  </a:lnTo>
                  <a:lnTo>
                    <a:pt x="16245" y="0"/>
                  </a:lnTo>
                  <a:lnTo>
                    <a:pt x="16157" y="2631"/>
                  </a:lnTo>
                  <a:lnTo>
                    <a:pt x="16422" y="3278"/>
                  </a:lnTo>
                  <a:lnTo>
                    <a:pt x="16866" y="3598"/>
                  </a:lnTo>
                  <a:lnTo>
                    <a:pt x="18416" y="1817"/>
                  </a:lnTo>
                  <a:lnTo>
                    <a:pt x="18709" y="2155"/>
                  </a:lnTo>
                  <a:lnTo>
                    <a:pt x="19009" y="2957"/>
                  </a:lnTo>
                  <a:lnTo>
                    <a:pt x="19014" y="5332"/>
                  </a:lnTo>
                  <a:lnTo>
                    <a:pt x="18417" y="7309"/>
                  </a:lnTo>
                  <a:lnTo>
                    <a:pt x="16919" y="7459"/>
                  </a:lnTo>
                  <a:lnTo>
                    <a:pt x="16707" y="8016"/>
                  </a:lnTo>
                  <a:lnTo>
                    <a:pt x="16688" y="9225"/>
                  </a:lnTo>
                  <a:lnTo>
                    <a:pt x="16806" y="10394"/>
                  </a:lnTo>
                  <a:lnTo>
                    <a:pt x="17156" y="11331"/>
                  </a:lnTo>
                  <a:lnTo>
                    <a:pt x="17602" y="12982"/>
                  </a:lnTo>
                  <a:close/>
                </a:path>
              </a:pathLst>
            </a:custGeom>
            <a:solidFill>
              <a:srgbClr val="EEF5E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g700"/>
            <p:cNvSpPr/>
            <p:nvPr/>
          </p:nvSpPr>
          <p:spPr>
            <a:xfrm>
              <a:off x="4741112" y="3890258"/>
              <a:ext cx="1618" cy="3967"/>
            </a:xfrm>
            <a:custGeom>
              <a:avLst/>
              <a:pathLst>
                <a:path w="1618" h="3967">
                  <a:moveTo>
                    <a:pt x="1578" y="2952"/>
                  </a:moveTo>
                  <a:lnTo>
                    <a:pt x="1236" y="3967"/>
                  </a:lnTo>
                  <a:lnTo>
                    <a:pt x="248" y="2155"/>
                  </a:lnTo>
                  <a:lnTo>
                    <a:pt x="0" y="1344"/>
                  </a:lnTo>
                  <a:lnTo>
                    <a:pt x="733" y="161"/>
                  </a:lnTo>
                  <a:lnTo>
                    <a:pt x="986" y="0"/>
                  </a:lnTo>
                  <a:lnTo>
                    <a:pt x="1618" y="1278"/>
                  </a:lnTo>
                  <a:close/>
                </a:path>
              </a:pathLst>
            </a:custGeom>
            <a:solidFill>
              <a:srgbClr val="EEF5E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g701"/>
            <p:cNvSpPr/>
            <p:nvPr/>
          </p:nvSpPr>
          <p:spPr>
            <a:xfrm>
              <a:off x="4831386" y="3883459"/>
              <a:ext cx="3233" cy="4850"/>
            </a:xfrm>
            <a:custGeom>
              <a:avLst/>
              <a:pathLst>
                <a:path w="3233" h="4850">
                  <a:moveTo>
                    <a:pt x="1091" y="3113"/>
                  </a:moveTo>
                  <a:lnTo>
                    <a:pt x="703" y="4850"/>
                  </a:lnTo>
                  <a:lnTo>
                    <a:pt x="0" y="4357"/>
                  </a:lnTo>
                  <a:lnTo>
                    <a:pt x="191" y="2683"/>
                  </a:lnTo>
                  <a:lnTo>
                    <a:pt x="548" y="1691"/>
                  </a:lnTo>
                  <a:lnTo>
                    <a:pt x="1495" y="251"/>
                  </a:lnTo>
                  <a:lnTo>
                    <a:pt x="2457" y="0"/>
                  </a:lnTo>
                  <a:lnTo>
                    <a:pt x="3047" y="505"/>
                  </a:lnTo>
                  <a:lnTo>
                    <a:pt x="3233" y="1061"/>
                  </a:lnTo>
                  <a:lnTo>
                    <a:pt x="1734" y="1624"/>
                  </a:lnTo>
                  <a:close/>
                </a:path>
              </a:pathLst>
            </a:custGeom>
            <a:solidFill>
              <a:srgbClr val="EEF5E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g702"/>
            <p:cNvSpPr/>
            <p:nvPr/>
          </p:nvSpPr>
          <p:spPr>
            <a:xfrm>
              <a:off x="4788623" y="3883145"/>
              <a:ext cx="2173" cy="9493"/>
            </a:xfrm>
            <a:custGeom>
              <a:avLst/>
              <a:pathLst>
                <a:path w="2173" h="9493">
                  <a:moveTo>
                    <a:pt x="1037" y="9213"/>
                  </a:moveTo>
                  <a:lnTo>
                    <a:pt x="560" y="9493"/>
                  </a:lnTo>
                  <a:lnTo>
                    <a:pt x="80" y="9066"/>
                  </a:lnTo>
                  <a:lnTo>
                    <a:pt x="277" y="6437"/>
                  </a:lnTo>
                  <a:lnTo>
                    <a:pt x="0" y="4648"/>
                  </a:lnTo>
                  <a:lnTo>
                    <a:pt x="499" y="3246"/>
                  </a:lnTo>
                  <a:lnTo>
                    <a:pt x="624" y="761"/>
                  </a:lnTo>
                  <a:lnTo>
                    <a:pt x="823" y="0"/>
                  </a:lnTo>
                  <a:lnTo>
                    <a:pt x="1116" y="781"/>
                  </a:lnTo>
                  <a:lnTo>
                    <a:pt x="1253" y="1292"/>
                  </a:lnTo>
                  <a:lnTo>
                    <a:pt x="1502" y="1532"/>
                  </a:lnTo>
                  <a:lnTo>
                    <a:pt x="2048" y="1578"/>
                  </a:lnTo>
                  <a:lnTo>
                    <a:pt x="2173" y="2649"/>
                  </a:lnTo>
                  <a:lnTo>
                    <a:pt x="2151" y="3670"/>
                  </a:lnTo>
                  <a:lnTo>
                    <a:pt x="1918" y="4732"/>
                  </a:lnTo>
                  <a:lnTo>
                    <a:pt x="1266" y="5880"/>
                  </a:lnTo>
                  <a:lnTo>
                    <a:pt x="793" y="7167"/>
                  </a:lnTo>
                  <a:close/>
                </a:path>
              </a:pathLst>
            </a:custGeom>
            <a:solidFill>
              <a:srgbClr val="EEF5E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g703"/>
            <p:cNvSpPr/>
            <p:nvPr/>
          </p:nvSpPr>
          <p:spPr>
            <a:xfrm>
              <a:off x="4833058" y="3877420"/>
              <a:ext cx="3790" cy="4821"/>
            </a:xfrm>
            <a:custGeom>
              <a:avLst/>
              <a:pathLst>
                <a:path w="3790" h="4821">
                  <a:moveTo>
                    <a:pt x="3564" y="3526"/>
                  </a:moveTo>
                  <a:lnTo>
                    <a:pt x="3318" y="4821"/>
                  </a:lnTo>
                  <a:lnTo>
                    <a:pt x="0" y="4729"/>
                  </a:lnTo>
                  <a:lnTo>
                    <a:pt x="92" y="3024"/>
                  </a:lnTo>
                  <a:lnTo>
                    <a:pt x="1015" y="1162"/>
                  </a:lnTo>
                  <a:lnTo>
                    <a:pt x="1322" y="542"/>
                  </a:lnTo>
                  <a:lnTo>
                    <a:pt x="2341" y="0"/>
                  </a:lnTo>
                  <a:lnTo>
                    <a:pt x="3790" y="992"/>
                  </a:lnTo>
                  <a:close/>
                </a:path>
              </a:pathLst>
            </a:custGeom>
            <a:solidFill>
              <a:srgbClr val="EEF5E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g704"/>
            <p:cNvSpPr/>
            <p:nvPr/>
          </p:nvSpPr>
          <p:spPr>
            <a:xfrm>
              <a:off x="4745704" y="3876496"/>
              <a:ext cx="10685" cy="21417"/>
            </a:xfrm>
            <a:custGeom>
              <a:avLst/>
              <a:pathLst>
                <a:path w="10685" h="21417">
                  <a:moveTo>
                    <a:pt x="9548" y="12105"/>
                  </a:moveTo>
                  <a:lnTo>
                    <a:pt x="8006" y="18225"/>
                  </a:lnTo>
                  <a:lnTo>
                    <a:pt x="8556" y="19212"/>
                  </a:lnTo>
                  <a:lnTo>
                    <a:pt x="8886" y="20150"/>
                  </a:lnTo>
                  <a:lnTo>
                    <a:pt x="6336" y="21417"/>
                  </a:lnTo>
                  <a:lnTo>
                    <a:pt x="5271" y="20742"/>
                  </a:lnTo>
                  <a:lnTo>
                    <a:pt x="4655" y="20918"/>
                  </a:lnTo>
                  <a:lnTo>
                    <a:pt x="2064" y="19766"/>
                  </a:lnTo>
                  <a:lnTo>
                    <a:pt x="210" y="18361"/>
                  </a:lnTo>
                  <a:lnTo>
                    <a:pt x="0" y="17247"/>
                  </a:lnTo>
                  <a:lnTo>
                    <a:pt x="146" y="15914"/>
                  </a:lnTo>
                  <a:lnTo>
                    <a:pt x="696" y="16364"/>
                  </a:lnTo>
                  <a:lnTo>
                    <a:pt x="2124" y="16578"/>
                  </a:lnTo>
                  <a:lnTo>
                    <a:pt x="2670" y="15977"/>
                  </a:lnTo>
                  <a:lnTo>
                    <a:pt x="2686" y="12030"/>
                  </a:lnTo>
                  <a:lnTo>
                    <a:pt x="2483" y="6890"/>
                  </a:lnTo>
                  <a:lnTo>
                    <a:pt x="4417" y="2689"/>
                  </a:lnTo>
                  <a:lnTo>
                    <a:pt x="5447" y="998"/>
                  </a:lnTo>
                  <a:lnTo>
                    <a:pt x="6632" y="0"/>
                  </a:lnTo>
                  <a:lnTo>
                    <a:pt x="9623" y="2320"/>
                  </a:lnTo>
                  <a:lnTo>
                    <a:pt x="10117" y="2951"/>
                  </a:lnTo>
                  <a:lnTo>
                    <a:pt x="10500" y="3895"/>
                  </a:lnTo>
                  <a:lnTo>
                    <a:pt x="10685" y="5399"/>
                  </a:lnTo>
                  <a:close/>
                </a:path>
              </a:pathLst>
            </a:custGeom>
            <a:solidFill>
              <a:srgbClr val="EEF5E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g705"/>
            <p:cNvSpPr/>
            <p:nvPr/>
          </p:nvSpPr>
          <p:spPr>
            <a:xfrm>
              <a:off x="4844060" y="3876424"/>
              <a:ext cx="4591" cy="10339"/>
            </a:xfrm>
            <a:custGeom>
              <a:avLst/>
              <a:pathLst>
                <a:path w="4591" h="10339">
                  <a:moveTo>
                    <a:pt x="4373" y="3774"/>
                  </a:moveTo>
                  <a:lnTo>
                    <a:pt x="3632" y="5601"/>
                  </a:lnTo>
                  <a:lnTo>
                    <a:pt x="3127" y="8775"/>
                  </a:lnTo>
                  <a:lnTo>
                    <a:pt x="2668" y="9741"/>
                  </a:lnTo>
                  <a:lnTo>
                    <a:pt x="1681" y="10339"/>
                  </a:lnTo>
                  <a:lnTo>
                    <a:pt x="1091" y="7153"/>
                  </a:lnTo>
                  <a:lnTo>
                    <a:pt x="0" y="7303"/>
                  </a:lnTo>
                  <a:lnTo>
                    <a:pt x="533" y="4501"/>
                  </a:lnTo>
                  <a:lnTo>
                    <a:pt x="1048" y="3454"/>
                  </a:lnTo>
                  <a:lnTo>
                    <a:pt x="1718" y="3428"/>
                  </a:lnTo>
                  <a:lnTo>
                    <a:pt x="2048" y="4562"/>
                  </a:lnTo>
                  <a:lnTo>
                    <a:pt x="2228" y="4801"/>
                  </a:lnTo>
                  <a:lnTo>
                    <a:pt x="3800" y="49"/>
                  </a:lnTo>
                  <a:lnTo>
                    <a:pt x="4117" y="0"/>
                  </a:lnTo>
                  <a:lnTo>
                    <a:pt x="4379" y="204"/>
                  </a:lnTo>
                  <a:lnTo>
                    <a:pt x="4591" y="799"/>
                  </a:lnTo>
                  <a:close/>
                </a:path>
              </a:pathLst>
            </a:custGeom>
            <a:solidFill>
              <a:srgbClr val="EEF5E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g706"/>
            <p:cNvSpPr/>
            <p:nvPr/>
          </p:nvSpPr>
          <p:spPr>
            <a:xfrm>
              <a:off x="4835558" y="3876089"/>
              <a:ext cx="8466" cy="11707"/>
            </a:xfrm>
            <a:custGeom>
              <a:avLst/>
              <a:pathLst>
                <a:path w="8466" h="11707">
                  <a:moveTo>
                    <a:pt x="8466" y="2423"/>
                  </a:moveTo>
                  <a:lnTo>
                    <a:pt x="6749" y="3226"/>
                  </a:lnTo>
                  <a:lnTo>
                    <a:pt x="5700" y="6914"/>
                  </a:lnTo>
                  <a:lnTo>
                    <a:pt x="4864" y="6856"/>
                  </a:lnTo>
                  <a:lnTo>
                    <a:pt x="4406" y="8495"/>
                  </a:lnTo>
                  <a:lnTo>
                    <a:pt x="4296" y="9196"/>
                  </a:lnTo>
                  <a:lnTo>
                    <a:pt x="4360" y="9851"/>
                  </a:lnTo>
                  <a:lnTo>
                    <a:pt x="4266" y="10474"/>
                  </a:lnTo>
                  <a:lnTo>
                    <a:pt x="3935" y="11121"/>
                  </a:lnTo>
                  <a:lnTo>
                    <a:pt x="3151" y="10102"/>
                  </a:lnTo>
                  <a:lnTo>
                    <a:pt x="2482" y="11395"/>
                  </a:lnTo>
                  <a:lnTo>
                    <a:pt x="2201" y="11707"/>
                  </a:lnTo>
                  <a:lnTo>
                    <a:pt x="1217" y="10200"/>
                  </a:lnTo>
                  <a:lnTo>
                    <a:pt x="283" y="10287"/>
                  </a:lnTo>
                  <a:lnTo>
                    <a:pt x="0" y="10053"/>
                  </a:lnTo>
                  <a:lnTo>
                    <a:pt x="1156" y="7346"/>
                  </a:lnTo>
                  <a:lnTo>
                    <a:pt x="2736" y="4824"/>
                  </a:lnTo>
                  <a:lnTo>
                    <a:pt x="2995" y="3895"/>
                  </a:lnTo>
                  <a:lnTo>
                    <a:pt x="2377" y="3633"/>
                  </a:lnTo>
                  <a:lnTo>
                    <a:pt x="2008" y="3255"/>
                  </a:lnTo>
                  <a:lnTo>
                    <a:pt x="1963" y="2660"/>
                  </a:lnTo>
                  <a:lnTo>
                    <a:pt x="2963" y="2265"/>
                  </a:lnTo>
                  <a:lnTo>
                    <a:pt x="3654" y="2210"/>
                  </a:lnTo>
                  <a:lnTo>
                    <a:pt x="4181" y="2986"/>
                  </a:lnTo>
                  <a:lnTo>
                    <a:pt x="4515" y="2980"/>
                  </a:lnTo>
                  <a:lnTo>
                    <a:pt x="6652" y="0"/>
                  </a:lnTo>
                  <a:lnTo>
                    <a:pt x="7500" y="678"/>
                  </a:lnTo>
                  <a:lnTo>
                    <a:pt x="8116" y="1442"/>
                  </a:lnTo>
                  <a:close/>
                </a:path>
              </a:pathLst>
            </a:custGeom>
            <a:solidFill>
              <a:srgbClr val="EEF5E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g707"/>
            <p:cNvSpPr/>
            <p:nvPr/>
          </p:nvSpPr>
          <p:spPr>
            <a:xfrm>
              <a:off x="5022428" y="3875587"/>
              <a:ext cx="4073" cy="6746"/>
            </a:xfrm>
            <a:custGeom>
              <a:avLst/>
              <a:pathLst>
                <a:path w="4073" h="6746">
                  <a:moveTo>
                    <a:pt x="4043" y="6359"/>
                  </a:moveTo>
                  <a:lnTo>
                    <a:pt x="3438" y="6746"/>
                  </a:lnTo>
                  <a:lnTo>
                    <a:pt x="376" y="5852"/>
                  </a:lnTo>
                  <a:lnTo>
                    <a:pt x="46" y="4634"/>
                  </a:lnTo>
                  <a:lnTo>
                    <a:pt x="0" y="4008"/>
                  </a:lnTo>
                  <a:lnTo>
                    <a:pt x="702" y="2807"/>
                  </a:lnTo>
                  <a:lnTo>
                    <a:pt x="1380" y="761"/>
                  </a:lnTo>
                  <a:lnTo>
                    <a:pt x="2429" y="0"/>
                  </a:lnTo>
                  <a:lnTo>
                    <a:pt x="2837" y="5"/>
                  </a:lnTo>
                  <a:lnTo>
                    <a:pt x="4073" y="4847"/>
                  </a:lnTo>
                  <a:close/>
                </a:path>
              </a:pathLst>
            </a:custGeom>
            <a:solidFill>
              <a:srgbClr val="EEF5E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g708"/>
            <p:cNvSpPr/>
            <p:nvPr/>
          </p:nvSpPr>
          <p:spPr>
            <a:xfrm>
              <a:off x="4765506" y="3874843"/>
              <a:ext cx="2280" cy="6492"/>
            </a:xfrm>
            <a:custGeom>
              <a:avLst/>
              <a:pathLst>
                <a:path w="2280" h="6492">
                  <a:moveTo>
                    <a:pt x="904" y="6472"/>
                  </a:moveTo>
                  <a:lnTo>
                    <a:pt x="627" y="6492"/>
                  </a:lnTo>
                  <a:lnTo>
                    <a:pt x="101" y="5924"/>
                  </a:lnTo>
                  <a:lnTo>
                    <a:pt x="290" y="4692"/>
                  </a:lnTo>
                  <a:lnTo>
                    <a:pt x="0" y="2689"/>
                  </a:lnTo>
                  <a:lnTo>
                    <a:pt x="102" y="1038"/>
                  </a:lnTo>
                  <a:lnTo>
                    <a:pt x="779" y="109"/>
                  </a:lnTo>
                  <a:lnTo>
                    <a:pt x="2229" y="0"/>
                  </a:lnTo>
                  <a:lnTo>
                    <a:pt x="2280" y="1212"/>
                  </a:lnTo>
                  <a:close/>
                </a:path>
              </a:pathLst>
            </a:custGeom>
            <a:solidFill>
              <a:srgbClr val="EEF5E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g709"/>
            <p:cNvSpPr/>
            <p:nvPr/>
          </p:nvSpPr>
          <p:spPr>
            <a:xfrm>
              <a:off x="4784260" y="3874574"/>
              <a:ext cx="1388" cy="2980"/>
            </a:xfrm>
            <a:custGeom>
              <a:avLst/>
              <a:pathLst>
                <a:path w="1388" h="2980">
                  <a:moveTo>
                    <a:pt x="645" y="2946"/>
                  </a:moveTo>
                  <a:lnTo>
                    <a:pt x="110" y="2980"/>
                  </a:lnTo>
                  <a:lnTo>
                    <a:pt x="0" y="1794"/>
                  </a:lnTo>
                  <a:lnTo>
                    <a:pt x="191" y="551"/>
                  </a:lnTo>
                  <a:lnTo>
                    <a:pt x="704" y="31"/>
                  </a:lnTo>
                  <a:lnTo>
                    <a:pt x="936" y="0"/>
                  </a:lnTo>
                  <a:lnTo>
                    <a:pt x="1309" y="1122"/>
                  </a:lnTo>
                  <a:lnTo>
                    <a:pt x="1388" y="1711"/>
                  </a:lnTo>
                  <a:lnTo>
                    <a:pt x="1046" y="2490"/>
                  </a:lnTo>
                  <a:close/>
                </a:path>
              </a:pathLst>
            </a:custGeom>
            <a:solidFill>
              <a:srgbClr val="EEF5E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g710"/>
            <p:cNvSpPr/>
            <p:nvPr/>
          </p:nvSpPr>
          <p:spPr>
            <a:xfrm>
              <a:off x="4849274" y="3874465"/>
              <a:ext cx="9459" cy="9135"/>
            </a:xfrm>
            <a:custGeom>
              <a:avLst/>
              <a:pathLst>
                <a:path w="9459" h="9135">
                  <a:moveTo>
                    <a:pt x="2681" y="158"/>
                  </a:moveTo>
                  <a:lnTo>
                    <a:pt x="2974" y="1959"/>
                  </a:lnTo>
                  <a:lnTo>
                    <a:pt x="3915" y="963"/>
                  </a:lnTo>
                  <a:lnTo>
                    <a:pt x="4834" y="712"/>
                  </a:lnTo>
                  <a:lnTo>
                    <a:pt x="6929" y="903"/>
                  </a:lnTo>
                  <a:lnTo>
                    <a:pt x="8466" y="1304"/>
                  </a:lnTo>
                  <a:lnTo>
                    <a:pt x="9372" y="2048"/>
                  </a:lnTo>
                  <a:lnTo>
                    <a:pt x="9459" y="5644"/>
                  </a:lnTo>
                  <a:lnTo>
                    <a:pt x="9033" y="6423"/>
                  </a:lnTo>
                  <a:lnTo>
                    <a:pt x="1080" y="9135"/>
                  </a:lnTo>
                  <a:lnTo>
                    <a:pt x="306" y="8264"/>
                  </a:lnTo>
                  <a:lnTo>
                    <a:pt x="0" y="7401"/>
                  </a:lnTo>
                  <a:lnTo>
                    <a:pt x="858" y="4738"/>
                  </a:lnTo>
                  <a:lnTo>
                    <a:pt x="462" y="3474"/>
                  </a:lnTo>
                  <a:lnTo>
                    <a:pt x="915" y="1411"/>
                  </a:lnTo>
                  <a:lnTo>
                    <a:pt x="1865" y="0"/>
                  </a:lnTo>
                  <a:close/>
                </a:path>
              </a:pathLst>
            </a:custGeom>
            <a:solidFill>
              <a:srgbClr val="EEF5E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g711"/>
            <p:cNvSpPr/>
            <p:nvPr/>
          </p:nvSpPr>
          <p:spPr>
            <a:xfrm>
              <a:off x="4891084" y="3873383"/>
              <a:ext cx="4058" cy="4625"/>
            </a:xfrm>
            <a:custGeom>
              <a:avLst/>
              <a:pathLst>
                <a:path w="4058" h="4625">
                  <a:moveTo>
                    <a:pt x="453" y="0"/>
                  </a:moveTo>
                  <a:lnTo>
                    <a:pt x="2586" y="1188"/>
                  </a:lnTo>
                  <a:lnTo>
                    <a:pt x="3809" y="1064"/>
                  </a:lnTo>
                  <a:lnTo>
                    <a:pt x="4058" y="2123"/>
                  </a:lnTo>
                  <a:lnTo>
                    <a:pt x="2892" y="4625"/>
                  </a:lnTo>
                  <a:lnTo>
                    <a:pt x="422" y="2700"/>
                  </a:lnTo>
                  <a:lnTo>
                    <a:pt x="0" y="634"/>
                  </a:lnTo>
                  <a:close/>
                </a:path>
              </a:pathLst>
            </a:custGeom>
            <a:solidFill>
              <a:srgbClr val="EEF5E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g712"/>
            <p:cNvSpPr/>
            <p:nvPr/>
          </p:nvSpPr>
          <p:spPr>
            <a:xfrm>
              <a:off x="4793840" y="3873218"/>
              <a:ext cx="38985" cy="24885"/>
            </a:xfrm>
            <a:custGeom>
              <a:avLst/>
              <a:pathLst>
                <a:path w="38985" h="24885">
                  <a:moveTo>
                    <a:pt x="36267" y="15319"/>
                  </a:moveTo>
                  <a:lnTo>
                    <a:pt x="34544" y="16370"/>
                  </a:lnTo>
                  <a:lnTo>
                    <a:pt x="33475" y="17365"/>
                  </a:lnTo>
                  <a:lnTo>
                    <a:pt x="32456" y="18681"/>
                  </a:lnTo>
                  <a:lnTo>
                    <a:pt x="31811" y="18952"/>
                  </a:lnTo>
                  <a:lnTo>
                    <a:pt x="30644" y="19059"/>
                  </a:lnTo>
                  <a:lnTo>
                    <a:pt x="28989" y="18823"/>
                  </a:lnTo>
                  <a:lnTo>
                    <a:pt x="27873" y="19250"/>
                  </a:lnTo>
                  <a:lnTo>
                    <a:pt x="24760" y="22666"/>
                  </a:lnTo>
                  <a:lnTo>
                    <a:pt x="23536" y="22963"/>
                  </a:lnTo>
                  <a:lnTo>
                    <a:pt x="22477" y="23800"/>
                  </a:lnTo>
                  <a:lnTo>
                    <a:pt x="22110" y="22473"/>
                  </a:lnTo>
                  <a:lnTo>
                    <a:pt x="21663" y="21492"/>
                  </a:lnTo>
                  <a:lnTo>
                    <a:pt x="20627" y="21244"/>
                  </a:lnTo>
                  <a:lnTo>
                    <a:pt x="19592" y="21322"/>
                  </a:lnTo>
                  <a:lnTo>
                    <a:pt x="18540" y="24337"/>
                  </a:lnTo>
                  <a:lnTo>
                    <a:pt x="16864" y="23705"/>
                  </a:lnTo>
                  <a:lnTo>
                    <a:pt x="16214" y="23971"/>
                  </a:lnTo>
                  <a:lnTo>
                    <a:pt x="15588" y="24605"/>
                  </a:lnTo>
                  <a:lnTo>
                    <a:pt x="14968" y="24885"/>
                  </a:lnTo>
                  <a:lnTo>
                    <a:pt x="14317" y="24675"/>
                  </a:lnTo>
                  <a:lnTo>
                    <a:pt x="11869" y="22326"/>
                  </a:lnTo>
                  <a:lnTo>
                    <a:pt x="9060" y="20938"/>
                  </a:lnTo>
                  <a:lnTo>
                    <a:pt x="6245" y="21483"/>
                  </a:lnTo>
                  <a:lnTo>
                    <a:pt x="3825" y="20202"/>
                  </a:lnTo>
                  <a:lnTo>
                    <a:pt x="2499" y="21183"/>
                  </a:lnTo>
                  <a:lnTo>
                    <a:pt x="1247" y="22585"/>
                  </a:lnTo>
                  <a:lnTo>
                    <a:pt x="878" y="21108"/>
                  </a:lnTo>
                  <a:lnTo>
                    <a:pt x="418" y="19807"/>
                  </a:lnTo>
                  <a:lnTo>
                    <a:pt x="10" y="17859"/>
                  </a:lnTo>
                  <a:lnTo>
                    <a:pt x="0" y="15651"/>
                  </a:lnTo>
                  <a:lnTo>
                    <a:pt x="135" y="14102"/>
                  </a:lnTo>
                  <a:lnTo>
                    <a:pt x="495" y="12693"/>
                  </a:lnTo>
                  <a:lnTo>
                    <a:pt x="720" y="11225"/>
                  </a:lnTo>
                  <a:lnTo>
                    <a:pt x="825" y="9649"/>
                  </a:lnTo>
                  <a:lnTo>
                    <a:pt x="1355" y="10396"/>
                  </a:lnTo>
                  <a:lnTo>
                    <a:pt x="1910" y="10114"/>
                  </a:lnTo>
                  <a:lnTo>
                    <a:pt x="3560" y="8400"/>
                  </a:lnTo>
                  <a:lnTo>
                    <a:pt x="5168" y="5808"/>
                  </a:lnTo>
                  <a:lnTo>
                    <a:pt x="6667" y="4862"/>
                  </a:lnTo>
                  <a:lnTo>
                    <a:pt x="7529" y="4599"/>
                  </a:lnTo>
                  <a:lnTo>
                    <a:pt x="8269" y="5107"/>
                  </a:lnTo>
                  <a:lnTo>
                    <a:pt x="9020" y="4922"/>
                  </a:lnTo>
                  <a:lnTo>
                    <a:pt x="9788" y="4348"/>
                  </a:lnTo>
                  <a:lnTo>
                    <a:pt x="10999" y="6339"/>
                  </a:lnTo>
                  <a:lnTo>
                    <a:pt x="11508" y="6743"/>
                  </a:lnTo>
                  <a:lnTo>
                    <a:pt x="13151" y="6896"/>
                  </a:lnTo>
                  <a:lnTo>
                    <a:pt x="14644" y="8045"/>
                  </a:lnTo>
                  <a:lnTo>
                    <a:pt x="15978" y="9759"/>
                  </a:lnTo>
                  <a:lnTo>
                    <a:pt x="17910" y="11366"/>
                  </a:lnTo>
                  <a:lnTo>
                    <a:pt x="19072" y="13522"/>
                  </a:lnTo>
                  <a:lnTo>
                    <a:pt x="19956" y="14318"/>
                  </a:lnTo>
                  <a:lnTo>
                    <a:pt x="20613" y="14534"/>
                  </a:lnTo>
                  <a:lnTo>
                    <a:pt x="21216" y="14243"/>
                  </a:lnTo>
                  <a:lnTo>
                    <a:pt x="21977" y="12792"/>
                  </a:lnTo>
                  <a:lnTo>
                    <a:pt x="22867" y="12191"/>
                  </a:lnTo>
                  <a:lnTo>
                    <a:pt x="23643" y="12214"/>
                  </a:lnTo>
                  <a:lnTo>
                    <a:pt x="25055" y="11839"/>
                  </a:lnTo>
                  <a:lnTo>
                    <a:pt x="25650" y="11490"/>
                  </a:lnTo>
                  <a:lnTo>
                    <a:pt x="26317" y="10694"/>
                  </a:lnTo>
                  <a:lnTo>
                    <a:pt x="26971" y="11187"/>
                  </a:lnTo>
                  <a:lnTo>
                    <a:pt x="27543" y="11920"/>
                  </a:lnTo>
                  <a:lnTo>
                    <a:pt x="29932" y="15709"/>
                  </a:lnTo>
                  <a:lnTo>
                    <a:pt x="30665" y="15810"/>
                  </a:lnTo>
                  <a:lnTo>
                    <a:pt x="32009" y="14996"/>
                  </a:lnTo>
                  <a:lnTo>
                    <a:pt x="32412" y="13980"/>
                  </a:lnTo>
                  <a:lnTo>
                    <a:pt x="32619" y="12419"/>
                  </a:lnTo>
                  <a:lnTo>
                    <a:pt x="32987" y="11121"/>
                  </a:lnTo>
                  <a:lnTo>
                    <a:pt x="33500" y="9995"/>
                  </a:lnTo>
                  <a:lnTo>
                    <a:pt x="34081" y="9135"/>
                  </a:lnTo>
                  <a:lnTo>
                    <a:pt x="35866" y="7678"/>
                  </a:lnTo>
                  <a:lnTo>
                    <a:pt x="37091" y="6238"/>
                  </a:lnTo>
                  <a:lnTo>
                    <a:pt x="37927" y="3800"/>
                  </a:lnTo>
                  <a:lnTo>
                    <a:pt x="35971" y="2738"/>
                  </a:lnTo>
                  <a:lnTo>
                    <a:pt x="36383" y="983"/>
                  </a:lnTo>
                  <a:lnTo>
                    <a:pt x="37032" y="0"/>
                  </a:lnTo>
                  <a:lnTo>
                    <a:pt x="37901" y="363"/>
                  </a:lnTo>
                  <a:lnTo>
                    <a:pt x="38649" y="1734"/>
                  </a:lnTo>
                  <a:lnTo>
                    <a:pt x="38985" y="6968"/>
                  </a:lnTo>
                  <a:lnTo>
                    <a:pt x="38370" y="7707"/>
                  </a:lnTo>
                  <a:lnTo>
                    <a:pt x="37982" y="8501"/>
                  </a:lnTo>
                  <a:lnTo>
                    <a:pt x="37720" y="9545"/>
                  </a:lnTo>
                  <a:lnTo>
                    <a:pt x="36611" y="11461"/>
                  </a:lnTo>
                  <a:lnTo>
                    <a:pt x="37045" y="13856"/>
                  </a:lnTo>
                  <a:lnTo>
                    <a:pt x="36719" y="14846"/>
                  </a:lnTo>
                  <a:close/>
                </a:path>
              </a:pathLst>
            </a:custGeom>
            <a:solidFill>
              <a:srgbClr val="EEF5E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g713"/>
            <p:cNvSpPr/>
            <p:nvPr/>
          </p:nvSpPr>
          <p:spPr>
            <a:xfrm>
              <a:off x="4927512" y="3873160"/>
              <a:ext cx="4888" cy="7641"/>
            </a:xfrm>
            <a:custGeom>
              <a:avLst/>
              <a:pathLst>
                <a:path w="4888" h="7641">
                  <a:moveTo>
                    <a:pt x="1060" y="6720"/>
                  </a:moveTo>
                  <a:lnTo>
                    <a:pt x="0" y="7641"/>
                  </a:lnTo>
                  <a:lnTo>
                    <a:pt x="709" y="5303"/>
                  </a:lnTo>
                  <a:lnTo>
                    <a:pt x="2984" y="0"/>
                  </a:lnTo>
                  <a:lnTo>
                    <a:pt x="3804" y="981"/>
                  </a:lnTo>
                  <a:lnTo>
                    <a:pt x="4888" y="1165"/>
                  </a:lnTo>
                  <a:lnTo>
                    <a:pt x="3272" y="3566"/>
                  </a:lnTo>
                  <a:lnTo>
                    <a:pt x="1619" y="4562"/>
                  </a:lnTo>
                  <a:close/>
                </a:path>
              </a:pathLst>
            </a:custGeom>
            <a:solidFill>
              <a:srgbClr val="EEF5E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g714"/>
            <p:cNvSpPr/>
            <p:nvPr/>
          </p:nvSpPr>
          <p:spPr>
            <a:xfrm>
              <a:off x="4756803" y="3873094"/>
              <a:ext cx="28782" cy="29843"/>
            </a:xfrm>
            <a:custGeom>
              <a:avLst/>
              <a:pathLst>
                <a:path w="28782" h="29843">
                  <a:moveTo>
                    <a:pt x="17968" y="6758"/>
                  </a:moveTo>
                  <a:lnTo>
                    <a:pt x="18578" y="7924"/>
                  </a:lnTo>
                  <a:lnTo>
                    <a:pt x="19132" y="7814"/>
                  </a:lnTo>
                  <a:lnTo>
                    <a:pt x="20294" y="6033"/>
                  </a:lnTo>
                  <a:lnTo>
                    <a:pt x="20994" y="5390"/>
                  </a:lnTo>
                  <a:lnTo>
                    <a:pt x="21744" y="5358"/>
                  </a:lnTo>
                  <a:lnTo>
                    <a:pt x="22472" y="5661"/>
                  </a:lnTo>
                  <a:lnTo>
                    <a:pt x="23187" y="6925"/>
                  </a:lnTo>
                  <a:lnTo>
                    <a:pt x="23446" y="8994"/>
                  </a:lnTo>
                  <a:lnTo>
                    <a:pt x="23715" y="9629"/>
                  </a:lnTo>
                  <a:lnTo>
                    <a:pt x="24135" y="7153"/>
                  </a:lnTo>
                  <a:lnTo>
                    <a:pt x="24694" y="6406"/>
                  </a:lnTo>
                  <a:lnTo>
                    <a:pt x="25321" y="6028"/>
                  </a:lnTo>
                  <a:lnTo>
                    <a:pt x="26302" y="6163"/>
                  </a:lnTo>
                  <a:lnTo>
                    <a:pt x="27053" y="7346"/>
                  </a:lnTo>
                  <a:lnTo>
                    <a:pt x="27736" y="10864"/>
                  </a:lnTo>
                  <a:lnTo>
                    <a:pt x="27715" y="13943"/>
                  </a:lnTo>
                  <a:lnTo>
                    <a:pt x="27963" y="15091"/>
                  </a:lnTo>
                  <a:lnTo>
                    <a:pt x="28433" y="15931"/>
                  </a:lnTo>
                  <a:lnTo>
                    <a:pt x="28782" y="17111"/>
                  </a:lnTo>
                  <a:lnTo>
                    <a:pt x="28472" y="18346"/>
                  </a:lnTo>
                  <a:lnTo>
                    <a:pt x="28163" y="18952"/>
                  </a:lnTo>
                  <a:lnTo>
                    <a:pt x="27278" y="19518"/>
                  </a:lnTo>
                  <a:lnTo>
                    <a:pt x="26854" y="19270"/>
                  </a:lnTo>
                  <a:lnTo>
                    <a:pt x="26463" y="18439"/>
                  </a:lnTo>
                  <a:lnTo>
                    <a:pt x="26023" y="18133"/>
                  </a:lnTo>
                  <a:lnTo>
                    <a:pt x="25023" y="18410"/>
                  </a:lnTo>
                  <a:lnTo>
                    <a:pt x="24105" y="19100"/>
                  </a:lnTo>
                  <a:lnTo>
                    <a:pt x="24231" y="20228"/>
                  </a:lnTo>
                  <a:lnTo>
                    <a:pt x="24984" y="20736"/>
                  </a:lnTo>
                  <a:lnTo>
                    <a:pt x="25212" y="21270"/>
                  </a:lnTo>
                  <a:lnTo>
                    <a:pt x="25162" y="21994"/>
                  </a:lnTo>
                  <a:lnTo>
                    <a:pt x="24865" y="22138"/>
                  </a:lnTo>
                  <a:lnTo>
                    <a:pt x="23886" y="21163"/>
                  </a:lnTo>
                  <a:lnTo>
                    <a:pt x="23224" y="21359"/>
                  </a:lnTo>
                  <a:lnTo>
                    <a:pt x="20848" y="22675"/>
                  </a:lnTo>
                  <a:lnTo>
                    <a:pt x="20218" y="22646"/>
                  </a:lnTo>
                  <a:lnTo>
                    <a:pt x="19863" y="21402"/>
                  </a:lnTo>
                  <a:lnTo>
                    <a:pt x="19888" y="18162"/>
                  </a:lnTo>
                  <a:lnTo>
                    <a:pt x="19632" y="17302"/>
                  </a:lnTo>
                  <a:lnTo>
                    <a:pt x="17866" y="21238"/>
                  </a:lnTo>
                  <a:lnTo>
                    <a:pt x="17329" y="22205"/>
                  </a:lnTo>
                  <a:lnTo>
                    <a:pt x="16618" y="22661"/>
                  </a:lnTo>
                  <a:lnTo>
                    <a:pt x="15876" y="22502"/>
                  </a:lnTo>
                  <a:lnTo>
                    <a:pt x="13323" y="24891"/>
                  </a:lnTo>
                  <a:lnTo>
                    <a:pt x="12521" y="24556"/>
                  </a:lnTo>
                  <a:lnTo>
                    <a:pt x="11744" y="24551"/>
                  </a:lnTo>
                  <a:lnTo>
                    <a:pt x="9017" y="27139"/>
                  </a:lnTo>
                  <a:lnTo>
                    <a:pt x="7555" y="27860"/>
                  </a:lnTo>
                  <a:lnTo>
                    <a:pt x="6805" y="27912"/>
                  </a:lnTo>
                  <a:lnTo>
                    <a:pt x="6057" y="27690"/>
                  </a:lnTo>
                  <a:lnTo>
                    <a:pt x="5390" y="27924"/>
                  </a:lnTo>
                  <a:lnTo>
                    <a:pt x="4792" y="28963"/>
                  </a:lnTo>
                  <a:lnTo>
                    <a:pt x="3575" y="29843"/>
                  </a:lnTo>
                  <a:lnTo>
                    <a:pt x="2318" y="29173"/>
                  </a:lnTo>
                  <a:lnTo>
                    <a:pt x="1256" y="28282"/>
                  </a:lnTo>
                  <a:lnTo>
                    <a:pt x="249" y="27104"/>
                  </a:lnTo>
                  <a:lnTo>
                    <a:pt x="0" y="25601"/>
                  </a:lnTo>
                  <a:lnTo>
                    <a:pt x="49" y="23795"/>
                  </a:lnTo>
                  <a:lnTo>
                    <a:pt x="474" y="21330"/>
                  </a:lnTo>
                  <a:lnTo>
                    <a:pt x="184" y="17008"/>
                  </a:lnTo>
                  <a:lnTo>
                    <a:pt x="405" y="15037"/>
                  </a:lnTo>
                  <a:lnTo>
                    <a:pt x="817" y="13100"/>
                  </a:lnTo>
                  <a:lnTo>
                    <a:pt x="1441" y="12388"/>
                  </a:lnTo>
                  <a:lnTo>
                    <a:pt x="2256" y="12243"/>
                  </a:lnTo>
                  <a:lnTo>
                    <a:pt x="3603" y="10500"/>
                  </a:lnTo>
                  <a:lnTo>
                    <a:pt x="4836" y="8218"/>
                  </a:lnTo>
                  <a:lnTo>
                    <a:pt x="5553" y="8434"/>
                  </a:lnTo>
                  <a:lnTo>
                    <a:pt x="7174" y="10030"/>
                  </a:lnTo>
                  <a:lnTo>
                    <a:pt x="8123" y="10221"/>
                  </a:lnTo>
                  <a:lnTo>
                    <a:pt x="9739" y="9967"/>
                  </a:lnTo>
                  <a:lnTo>
                    <a:pt x="10405" y="10948"/>
                  </a:lnTo>
                  <a:lnTo>
                    <a:pt x="10668" y="13193"/>
                  </a:lnTo>
                  <a:lnTo>
                    <a:pt x="11027" y="14012"/>
                  </a:lnTo>
                  <a:lnTo>
                    <a:pt x="11506" y="14584"/>
                  </a:lnTo>
                  <a:lnTo>
                    <a:pt x="12651" y="18381"/>
                  </a:lnTo>
                  <a:lnTo>
                    <a:pt x="13712" y="18182"/>
                  </a:lnTo>
                  <a:lnTo>
                    <a:pt x="14643" y="18880"/>
                  </a:lnTo>
                  <a:lnTo>
                    <a:pt x="16283" y="16583"/>
                  </a:lnTo>
                  <a:lnTo>
                    <a:pt x="17524" y="16638"/>
                  </a:lnTo>
                  <a:lnTo>
                    <a:pt x="17877" y="14858"/>
                  </a:lnTo>
                  <a:lnTo>
                    <a:pt x="17135" y="12956"/>
                  </a:lnTo>
                  <a:lnTo>
                    <a:pt x="16239" y="11409"/>
                  </a:lnTo>
                  <a:lnTo>
                    <a:pt x="15758" y="11086"/>
                  </a:lnTo>
                  <a:lnTo>
                    <a:pt x="15232" y="11179"/>
                  </a:lnTo>
                  <a:lnTo>
                    <a:pt x="14760" y="10927"/>
                  </a:lnTo>
                  <a:lnTo>
                    <a:pt x="12758" y="7476"/>
                  </a:lnTo>
                  <a:lnTo>
                    <a:pt x="12168" y="5612"/>
                  </a:lnTo>
                  <a:lnTo>
                    <a:pt x="11826" y="3413"/>
                  </a:lnTo>
                  <a:lnTo>
                    <a:pt x="12032" y="1786"/>
                  </a:lnTo>
                  <a:lnTo>
                    <a:pt x="13409" y="349"/>
                  </a:lnTo>
                  <a:lnTo>
                    <a:pt x="14052" y="0"/>
                  </a:lnTo>
                  <a:lnTo>
                    <a:pt x="16446" y="981"/>
                  </a:lnTo>
                  <a:lnTo>
                    <a:pt x="16851" y="1800"/>
                  </a:lnTo>
                  <a:lnTo>
                    <a:pt x="17486" y="5266"/>
                  </a:lnTo>
                  <a:close/>
                </a:path>
              </a:pathLst>
            </a:custGeom>
            <a:solidFill>
              <a:srgbClr val="EEF5E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g715"/>
            <p:cNvSpPr/>
            <p:nvPr/>
          </p:nvSpPr>
          <p:spPr>
            <a:xfrm>
              <a:off x="4728767" y="3872404"/>
              <a:ext cx="15072" cy="23145"/>
            </a:xfrm>
            <a:custGeom>
              <a:avLst/>
              <a:pathLst>
                <a:path w="15072" h="23145">
                  <a:moveTo>
                    <a:pt x="11946" y="2643"/>
                  </a:moveTo>
                  <a:lnTo>
                    <a:pt x="13184" y="4213"/>
                  </a:lnTo>
                  <a:lnTo>
                    <a:pt x="14909" y="8801"/>
                  </a:lnTo>
                  <a:lnTo>
                    <a:pt x="15072" y="10088"/>
                  </a:lnTo>
                  <a:lnTo>
                    <a:pt x="14549" y="11303"/>
                  </a:lnTo>
                  <a:lnTo>
                    <a:pt x="13313" y="13250"/>
                  </a:lnTo>
                  <a:lnTo>
                    <a:pt x="10556" y="16251"/>
                  </a:lnTo>
                  <a:lnTo>
                    <a:pt x="10084" y="17668"/>
                  </a:lnTo>
                  <a:lnTo>
                    <a:pt x="9500" y="20441"/>
                  </a:lnTo>
                  <a:lnTo>
                    <a:pt x="9366" y="21625"/>
                  </a:lnTo>
                  <a:lnTo>
                    <a:pt x="9172" y="22274"/>
                  </a:lnTo>
                  <a:lnTo>
                    <a:pt x="8856" y="22744"/>
                  </a:lnTo>
                  <a:lnTo>
                    <a:pt x="8255" y="23145"/>
                  </a:lnTo>
                  <a:lnTo>
                    <a:pt x="7603" y="22565"/>
                  </a:lnTo>
                  <a:lnTo>
                    <a:pt x="8191" y="20779"/>
                  </a:lnTo>
                  <a:lnTo>
                    <a:pt x="8214" y="18649"/>
                  </a:lnTo>
                  <a:lnTo>
                    <a:pt x="7776" y="16658"/>
                  </a:lnTo>
                  <a:lnTo>
                    <a:pt x="7160" y="14990"/>
                  </a:lnTo>
                  <a:lnTo>
                    <a:pt x="5904" y="12725"/>
                  </a:lnTo>
                  <a:lnTo>
                    <a:pt x="4564" y="10720"/>
                  </a:lnTo>
                  <a:lnTo>
                    <a:pt x="3214" y="9698"/>
                  </a:lnTo>
                  <a:lnTo>
                    <a:pt x="1774" y="9236"/>
                  </a:lnTo>
                  <a:lnTo>
                    <a:pt x="1259" y="8264"/>
                  </a:lnTo>
                  <a:lnTo>
                    <a:pt x="416" y="5765"/>
                  </a:lnTo>
                  <a:lnTo>
                    <a:pt x="138" y="4403"/>
                  </a:lnTo>
                  <a:lnTo>
                    <a:pt x="0" y="2972"/>
                  </a:lnTo>
                  <a:lnTo>
                    <a:pt x="94" y="1587"/>
                  </a:lnTo>
                  <a:lnTo>
                    <a:pt x="447" y="1503"/>
                  </a:lnTo>
                  <a:lnTo>
                    <a:pt x="1857" y="1832"/>
                  </a:lnTo>
                  <a:lnTo>
                    <a:pt x="4453" y="3454"/>
                  </a:lnTo>
                  <a:lnTo>
                    <a:pt x="5738" y="3586"/>
                  </a:lnTo>
                  <a:lnTo>
                    <a:pt x="6466" y="3211"/>
                  </a:lnTo>
                  <a:lnTo>
                    <a:pt x="8365" y="0"/>
                  </a:lnTo>
                  <a:lnTo>
                    <a:pt x="8816" y="51"/>
                  </a:lnTo>
                  <a:lnTo>
                    <a:pt x="10635" y="1468"/>
                  </a:lnTo>
                  <a:close/>
                </a:path>
              </a:pathLst>
            </a:custGeom>
            <a:solidFill>
              <a:srgbClr val="EEF5E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g716"/>
            <p:cNvSpPr/>
            <p:nvPr/>
          </p:nvSpPr>
          <p:spPr>
            <a:xfrm>
              <a:off x="4913091" y="3864400"/>
              <a:ext cx="3066" cy="7436"/>
            </a:xfrm>
            <a:custGeom>
              <a:avLst/>
              <a:pathLst>
                <a:path w="3066" h="7436">
                  <a:moveTo>
                    <a:pt x="3009" y="4720"/>
                  </a:moveTo>
                  <a:lnTo>
                    <a:pt x="2289" y="7436"/>
                  </a:lnTo>
                  <a:lnTo>
                    <a:pt x="1481" y="7266"/>
                  </a:lnTo>
                  <a:lnTo>
                    <a:pt x="0" y="3621"/>
                  </a:lnTo>
                  <a:lnTo>
                    <a:pt x="83" y="1079"/>
                  </a:lnTo>
                  <a:lnTo>
                    <a:pt x="208" y="253"/>
                  </a:lnTo>
                  <a:lnTo>
                    <a:pt x="774" y="0"/>
                  </a:lnTo>
                  <a:lnTo>
                    <a:pt x="2694" y="735"/>
                  </a:lnTo>
                  <a:lnTo>
                    <a:pt x="3066" y="2793"/>
                  </a:lnTo>
                  <a:close/>
                </a:path>
              </a:pathLst>
            </a:custGeom>
            <a:solidFill>
              <a:srgbClr val="EEF5E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g717"/>
            <p:cNvSpPr/>
            <p:nvPr/>
          </p:nvSpPr>
          <p:spPr>
            <a:xfrm>
              <a:off x="4866857" y="3857809"/>
              <a:ext cx="12384" cy="12197"/>
            </a:xfrm>
            <a:custGeom>
              <a:avLst/>
              <a:pathLst>
                <a:path w="12384" h="12197">
                  <a:moveTo>
                    <a:pt x="12220" y="2839"/>
                  </a:moveTo>
                  <a:lnTo>
                    <a:pt x="12384" y="4276"/>
                  </a:lnTo>
                  <a:lnTo>
                    <a:pt x="12363" y="4908"/>
                  </a:lnTo>
                  <a:lnTo>
                    <a:pt x="10902" y="5370"/>
                  </a:lnTo>
                  <a:lnTo>
                    <a:pt x="9494" y="6968"/>
                  </a:lnTo>
                  <a:lnTo>
                    <a:pt x="8773" y="8809"/>
                  </a:lnTo>
                  <a:lnTo>
                    <a:pt x="8211" y="11187"/>
                  </a:lnTo>
                  <a:lnTo>
                    <a:pt x="6272" y="10220"/>
                  </a:lnTo>
                  <a:lnTo>
                    <a:pt x="4543" y="10062"/>
                  </a:lnTo>
                  <a:lnTo>
                    <a:pt x="3779" y="9225"/>
                  </a:lnTo>
                  <a:lnTo>
                    <a:pt x="2946" y="9280"/>
                  </a:lnTo>
                  <a:lnTo>
                    <a:pt x="1868" y="10021"/>
                  </a:lnTo>
                  <a:lnTo>
                    <a:pt x="340" y="12041"/>
                  </a:lnTo>
                  <a:lnTo>
                    <a:pt x="0" y="12197"/>
                  </a:lnTo>
                  <a:lnTo>
                    <a:pt x="123" y="9127"/>
                  </a:lnTo>
                  <a:lnTo>
                    <a:pt x="547" y="7237"/>
                  </a:lnTo>
                  <a:lnTo>
                    <a:pt x="2157" y="2706"/>
                  </a:lnTo>
                  <a:lnTo>
                    <a:pt x="3498" y="3710"/>
                  </a:lnTo>
                  <a:lnTo>
                    <a:pt x="5062" y="3987"/>
                  </a:lnTo>
                  <a:lnTo>
                    <a:pt x="6838" y="3102"/>
                  </a:lnTo>
                  <a:lnTo>
                    <a:pt x="8100" y="1064"/>
                  </a:lnTo>
                  <a:lnTo>
                    <a:pt x="9887" y="0"/>
                  </a:lnTo>
                  <a:lnTo>
                    <a:pt x="11311" y="2672"/>
                  </a:lnTo>
                  <a:close/>
                </a:path>
              </a:pathLst>
            </a:custGeom>
            <a:solidFill>
              <a:srgbClr val="EEF5E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g718"/>
            <p:cNvSpPr/>
            <p:nvPr/>
          </p:nvSpPr>
          <p:spPr>
            <a:xfrm>
              <a:off x="4885832" y="3856066"/>
              <a:ext cx="1461" cy="3950"/>
            </a:xfrm>
            <a:custGeom>
              <a:avLst/>
              <a:pathLst>
                <a:path w="1461" h="3950">
                  <a:moveTo>
                    <a:pt x="781" y="3257"/>
                  </a:moveTo>
                  <a:lnTo>
                    <a:pt x="0" y="3950"/>
                  </a:lnTo>
                  <a:lnTo>
                    <a:pt x="240" y="1763"/>
                  </a:lnTo>
                  <a:lnTo>
                    <a:pt x="188" y="0"/>
                  </a:lnTo>
                  <a:lnTo>
                    <a:pt x="1461" y="539"/>
                  </a:lnTo>
                  <a:lnTo>
                    <a:pt x="1447" y="1942"/>
                  </a:lnTo>
                  <a:lnTo>
                    <a:pt x="1324" y="2484"/>
                  </a:lnTo>
                  <a:close/>
                </a:path>
              </a:pathLst>
            </a:custGeom>
            <a:solidFill>
              <a:srgbClr val="EEF5E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g719"/>
            <p:cNvSpPr/>
            <p:nvPr/>
          </p:nvSpPr>
          <p:spPr>
            <a:xfrm>
              <a:off x="5011301" y="3852130"/>
              <a:ext cx="16314" cy="30498"/>
            </a:xfrm>
            <a:custGeom>
              <a:avLst/>
              <a:pathLst>
                <a:path w="16314" h="30498">
                  <a:moveTo>
                    <a:pt x="10785" y="26418"/>
                  </a:moveTo>
                  <a:lnTo>
                    <a:pt x="7871" y="30305"/>
                  </a:lnTo>
                  <a:lnTo>
                    <a:pt x="4051" y="29618"/>
                  </a:lnTo>
                  <a:lnTo>
                    <a:pt x="2699" y="29551"/>
                  </a:lnTo>
                  <a:lnTo>
                    <a:pt x="454" y="30498"/>
                  </a:lnTo>
                  <a:lnTo>
                    <a:pt x="0" y="29742"/>
                  </a:lnTo>
                  <a:lnTo>
                    <a:pt x="423" y="26080"/>
                  </a:lnTo>
                  <a:lnTo>
                    <a:pt x="2219" y="16329"/>
                  </a:lnTo>
                  <a:lnTo>
                    <a:pt x="4352" y="7742"/>
                  </a:lnTo>
                  <a:lnTo>
                    <a:pt x="5258" y="5514"/>
                  </a:lnTo>
                  <a:lnTo>
                    <a:pt x="6519" y="3419"/>
                  </a:lnTo>
                  <a:lnTo>
                    <a:pt x="7862" y="1740"/>
                  </a:lnTo>
                  <a:lnTo>
                    <a:pt x="10888" y="0"/>
                  </a:lnTo>
                  <a:lnTo>
                    <a:pt x="13642" y="320"/>
                  </a:lnTo>
                  <a:lnTo>
                    <a:pt x="14034" y="1035"/>
                  </a:lnTo>
                  <a:lnTo>
                    <a:pt x="15222" y="3901"/>
                  </a:lnTo>
                  <a:lnTo>
                    <a:pt x="15992" y="6157"/>
                  </a:lnTo>
                  <a:lnTo>
                    <a:pt x="16314" y="9352"/>
                  </a:lnTo>
                  <a:lnTo>
                    <a:pt x="15143" y="14849"/>
                  </a:lnTo>
                  <a:lnTo>
                    <a:pt x="13839" y="20078"/>
                  </a:lnTo>
                  <a:lnTo>
                    <a:pt x="11715" y="24193"/>
                  </a:lnTo>
                  <a:close/>
                </a:path>
              </a:pathLst>
            </a:custGeom>
            <a:solidFill>
              <a:srgbClr val="EEF5E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g720"/>
            <p:cNvSpPr/>
            <p:nvPr/>
          </p:nvSpPr>
          <p:spPr>
            <a:xfrm>
              <a:off x="4931310" y="3844246"/>
              <a:ext cx="7913" cy="26536"/>
            </a:xfrm>
            <a:custGeom>
              <a:avLst/>
              <a:pathLst>
                <a:path w="7913" h="26536">
                  <a:moveTo>
                    <a:pt x="2909" y="26201"/>
                  </a:moveTo>
                  <a:lnTo>
                    <a:pt x="2710" y="26536"/>
                  </a:lnTo>
                  <a:lnTo>
                    <a:pt x="1195" y="26152"/>
                  </a:lnTo>
                  <a:lnTo>
                    <a:pt x="328" y="26138"/>
                  </a:lnTo>
                  <a:lnTo>
                    <a:pt x="446" y="23907"/>
                  </a:lnTo>
                  <a:lnTo>
                    <a:pt x="0" y="22228"/>
                  </a:lnTo>
                  <a:lnTo>
                    <a:pt x="609" y="19766"/>
                  </a:lnTo>
                  <a:lnTo>
                    <a:pt x="621" y="16904"/>
                  </a:lnTo>
                  <a:lnTo>
                    <a:pt x="1257" y="16520"/>
                  </a:lnTo>
                  <a:lnTo>
                    <a:pt x="1347" y="14889"/>
                  </a:lnTo>
                  <a:lnTo>
                    <a:pt x="2111" y="10570"/>
                  </a:lnTo>
                  <a:lnTo>
                    <a:pt x="2559" y="9612"/>
                  </a:lnTo>
                  <a:lnTo>
                    <a:pt x="3197" y="9236"/>
                  </a:lnTo>
                  <a:lnTo>
                    <a:pt x="3951" y="6717"/>
                  </a:lnTo>
                  <a:lnTo>
                    <a:pt x="4379" y="5984"/>
                  </a:lnTo>
                  <a:lnTo>
                    <a:pt x="4823" y="4074"/>
                  </a:lnTo>
                  <a:lnTo>
                    <a:pt x="5465" y="3185"/>
                  </a:lnTo>
                  <a:lnTo>
                    <a:pt x="5411" y="1546"/>
                  </a:lnTo>
                  <a:lnTo>
                    <a:pt x="5775" y="678"/>
                  </a:lnTo>
                  <a:lnTo>
                    <a:pt x="6783" y="0"/>
                  </a:lnTo>
                  <a:lnTo>
                    <a:pt x="7482" y="810"/>
                  </a:lnTo>
                  <a:lnTo>
                    <a:pt x="7913" y="2490"/>
                  </a:lnTo>
                  <a:lnTo>
                    <a:pt x="6788" y="4553"/>
                  </a:lnTo>
                  <a:lnTo>
                    <a:pt x="7364" y="9635"/>
                  </a:lnTo>
                  <a:lnTo>
                    <a:pt x="6551" y="15169"/>
                  </a:lnTo>
                  <a:lnTo>
                    <a:pt x="6013" y="16826"/>
                  </a:lnTo>
                  <a:lnTo>
                    <a:pt x="5016" y="18257"/>
                  </a:lnTo>
                  <a:lnTo>
                    <a:pt x="4712" y="19616"/>
                  </a:lnTo>
                  <a:lnTo>
                    <a:pt x="3536" y="22349"/>
                  </a:lnTo>
                  <a:lnTo>
                    <a:pt x="3179" y="24680"/>
                  </a:lnTo>
                  <a:lnTo>
                    <a:pt x="3127" y="25667"/>
                  </a:lnTo>
                  <a:close/>
                </a:path>
              </a:pathLst>
            </a:custGeom>
            <a:solidFill>
              <a:srgbClr val="EEF5E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g721"/>
            <p:cNvSpPr/>
            <p:nvPr/>
          </p:nvSpPr>
          <p:spPr>
            <a:xfrm>
              <a:off x="4939401" y="3844001"/>
              <a:ext cx="2818" cy="4339"/>
            </a:xfrm>
            <a:custGeom>
              <a:avLst/>
              <a:pathLst>
                <a:path w="2818" h="4339">
                  <a:moveTo>
                    <a:pt x="2818" y="2882"/>
                  </a:moveTo>
                  <a:lnTo>
                    <a:pt x="2665" y="4339"/>
                  </a:lnTo>
                  <a:lnTo>
                    <a:pt x="2145" y="3560"/>
                  </a:lnTo>
                  <a:lnTo>
                    <a:pt x="1629" y="1861"/>
                  </a:lnTo>
                  <a:lnTo>
                    <a:pt x="878" y="1615"/>
                  </a:lnTo>
                  <a:lnTo>
                    <a:pt x="326" y="1165"/>
                  </a:lnTo>
                  <a:lnTo>
                    <a:pt x="0" y="363"/>
                  </a:lnTo>
                  <a:lnTo>
                    <a:pt x="2089" y="0"/>
                  </a:lnTo>
                  <a:close/>
                </a:path>
              </a:pathLst>
            </a:custGeom>
            <a:solidFill>
              <a:srgbClr val="EEF5E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g722"/>
            <p:cNvSpPr/>
            <p:nvPr/>
          </p:nvSpPr>
          <p:spPr>
            <a:xfrm>
              <a:off x="4726711" y="3843083"/>
              <a:ext cx="1386" cy="2946"/>
            </a:xfrm>
            <a:custGeom>
              <a:avLst/>
              <a:pathLst>
                <a:path w="1386" h="2946">
                  <a:moveTo>
                    <a:pt x="1386" y="1774"/>
                  </a:moveTo>
                  <a:lnTo>
                    <a:pt x="1204" y="2946"/>
                  </a:lnTo>
                  <a:lnTo>
                    <a:pt x="585" y="2654"/>
                  </a:lnTo>
                  <a:lnTo>
                    <a:pt x="0" y="712"/>
                  </a:lnTo>
                  <a:lnTo>
                    <a:pt x="284" y="204"/>
                  </a:lnTo>
                  <a:lnTo>
                    <a:pt x="610" y="0"/>
                  </a:lnTo>
                  <a:lnTo>
                    <a:pt x="1033" y="213"/>
                  </a:lnTo>
                  <a:close/>
                </a:path>
              </a:pathLst>
            </a:custGeom>
            <a:solidFill>
              <a:srgbClr val="EEF5E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g723"/>
            <p:cNvSpPr/>
            <p:nvPr/>
          </p:nvSpPr>
          <p:spPr>
            <a:xfrm>
              <a:off x="4900146" y="3842945"/>
              <a:ext cx="1748" cy="4132"/>
            </a:xfrm>
            <a:custGeom>
              <a:avLst/>
              <a:pathLst>
                <a:path w="1748" h="4132">
                  <a:moveTo>
                    <a:pt x="1710" y="3384"/>
                  </a:moveTo>
                  <a:lnTo>
                    <a:pt x="1160" y="4132"/>
                  </a:lnTo>
                  <a:lnTo>
                    <a:pt x="248" y="2588"/>
                  </a:lnTo>
                  <a:lnTo>
                    <a:pt x="0" y="1944"/>
                  </a:lnTo>
                  <a:lnTo>
                    <a:pt x="579" y="427"/>
                  </a:lnTo>
                  <a:lnTo>
                    <a:pt x="1193" y="0"/>
                  </a:lnTo>
                  <a:lnTo>
                    <a:pt x="1566" y="660"/>
                  </a:lnTo>
                  <a:lnTo>
                    <a:pt x="1748" y="1318"/>
                  </a:lnTo>
                  <a:lnTo>
                    <a:pt x="1671" y="2045"/>
                  </a:lnTo>
                  <a:close/>
                </a:path>
              </a:pathLst>
            </a:custGeom>
            <a:solidFill>
              <a:srgbClr val="EEF5E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g724"/>
            <p:cNvSpPr/>
            <p:nvPr/>
          </p:nvSpPr>
          <p:spPr>
            <a:xfrm>
              <a:off x="4803911" y="3841453"/>
              <a:ext cx="1807" cy="3145"/>
            </a:xfrm>
            <a:custGeom>
              <a:avLst/>
              <a:pathLst>
                <a:path w="1807" h="3145">
                  <a:moveTo>
                    <a:pt x="1718" y="2975"/>
                  </a:moveTo>
                  <a:lnTo>
                    <a:pt x="475" y="3145"/>
                  </a:lnTo>
                  <a:lnTo>
                    <a:pt x="90" y="2882"/>
                  </a:lnTo>
                  <a:lnTo>
                    <a:pt x="0" y="0"/>
                  </a:lnTo>
                  <a:lnTo>
                    <a:pt x="1366" y="1237"/>
                  </a:lnTo>
                  <a:lnTo>
                    <a:pt x="1807" y="1324"/>
                  </a:lnTo>
                  <a:close/>
                </a:path>
              </a:pathLst>
            </a:custGeom>
            <a:solidFill>
              <a:srgbClr val="EEF5E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g725"/>
            <p:cNvSpPr/>
            <p:nvPr/>
          </p:nvSpPr>
          <p:spPr>
            <a:xfrm>
              <a:off x="4707541" y="3837162"/>
              <a:ext cx="16539" cy="10373"/>
            </a:xfrm>
            <a:custGeom>
              <a:avLst/>
              <a:pathLst>
                <a:path w="16539" h="10373">
                  <a:moveTo>
                    <a:pt x="13633" y="6864"/>
                  </a:moveTo>
                  <a:lnTo>
                    <a:pt x="13402" y="7294"/>
                  </a:lnTo>
                  <a:lnTo>
                    <a:pt x="11333" y="7052"/>
                  </a:lnTo>
                  <a:lnTo>
                    <a:pt x="9999" y="9464"/>
                  </a:lnTo>
                  <a:lnTo>
                    <a:pt x="9077" y="10206"/>
                  </a:lnTo>
                  <a:lnTo>
                    <a:pt x="5759" y="10203"/>
                  </a:lnTo>
                  <a:lnTo>
                    <a:pt x="5364" y="9877"/>
                  </a:lnTo>
                  <a:lnTo>
                    <a:pt x="5070" y="9886"/>
                  </a:lnTo>
                  <a:lnTo>
                    <a:pt x="4888" y="10373"/>
                  </a:lnTo>
                  <a:lnTo>
                    <a:pt x="3833" y="10010"/>
                  </a:lnTo>
                  <a:lnTo>
                    <a:pt x="461" y="7877"/>
                  </a:lnTo>
                  <a:lnTo>
                    <a:pt x="0" y="5901"/>
                  </a:lnTo>
                  <a:lnTo>
                    <a:pt x="522" y="3788"/>
                  </a:lnTo>
                  <a:lnTo>
                    <a:pt x="1732" y="793"/>
                  </a:lnTo>
                  <a:lnTo>
                    <a:pt x="4162" y="204"/>
                  </a:lnTo>
                  <a:lnTo>
                    <a:pt x="15219" y="0"/>
                  </a:lnTo>
                  <a:lnTo>
                    <a:pt x="16425" y="2573"/>
                  </a:lnTo>
                  <a:lnTo>
                    <a:pt x="16539" y="3436"/>
                  </a:lnTo>
                  <a:lnTo>
                    <a:pt x="14130" y="5199"/>
                  </a:lnTo>
                  <a:close/>
                </a:path>
              </a:pathLst>
            </a:custGeom>
            <a:solidFill>
              <a:srgbClr val="EEF5E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g726"/>
            <p:cNvSpPr/>
            <p:nvPr/>
          </p:nvSpPr>
          <p:spPr>
            <a:xfrm>
              <a:off x="4737941" y="3836140"/>
              <a:ext cx="3970" cy="4412"/>
            </a:xfrm>
            <a:custGeom>
              <a:avLst/>
              <a:pathLst>
                <a:path w="3970" h="4412">
                  <a:moveTo>
                    <a:pt x="1910" y="3910"/>
                  </a:moveTo>
                  <a:lnTo>
                    <a:pt x="919" y="4412"/>
                  </a:lnTo>
                  <a:lnTo>
                    <a:pt x="0" y="3370"/>
                  </a:lnTo>
                  <a:lnTo>
                    <a:pt x="22" y="1970"/>
                  </a:lnTo>
                  <a:lnTo>
                    <a:pt x="246" y="672"/>
                  </a:lnTo>
                  <a:lnTo>
                    <a:pt x="1625" y="0"/>
                  </a:lnTo>
                  <a:lnTo>
                    <a:pt x="2365" y="37"/>
                  </a:lnTo>
                  <a:lnTo>
                    <a:pt x="3154" y="937"/>
                  </a:lnTo>
                  <a:lnTo>
                    <a:pt x="3703" y="1872"/>
                  </a:lnTo>
                  <a:lnTo>
                    <a:pt x="3970" y="2960"/>
                  </a:lnTo>
                  <a:lnTo>
                    <a:pt x="2483" y="3018"/>
                  </a:lnTo>
                  <a:close/>
                </a:path>
              </a:pathLst>
            </a:custGeom>
            <a:solidFill>
              <a:srgbClr val="EEF5E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g727"/>
            <p:cNvSpPr/>
            <p:nvPr/>
          </p:nvSpPr>
          <p:spPr>
            <a:xfrm>
              <a:off x="4974480" y="3829783"/>
              <a:ext cx="1299" cy="4195"/>
            </a:xfrm>
            <a:custGeom>
              <a:avLst/>
              <a:pathLst>
                <a:path w="1299" h="4195">
                  <a:moveTo>
                    <a:pt x="552" y="3736"/>
                  </a:moveTo>
                  <a:lnTo>
                    <a:pt x="345" y="4195"/>
                  </a:lnTo>
                  <a:lnTo>
                    <a:pt x="28" y="3237"/>
                  </a:lnTo>
                  <a:lnTo>
                    <a:pt x="0" y="2643"/>
                  </a:lnTo>
                  <a:lnTo>
                    <a:pt x="418" y="1015"/>
                  </a:lnTo>
                  <a:lnTo>
                    <a:pt x="835" y="69"/>
                  </a:lnTo>
                  <a:lnTo>
                    <a:pt x="1299" y="0"/>
                  </a:lnTo>
                  <a:lnTo>
                    <a:pt x="1181" y="1338"/>
                  </a:lnTo>
                  <a:close/>
                </a:path>
              </a:pathLst>
            </a:custGeom>
            <a:solidFill>
              <a:srgbClr val="EEF5E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g728"/>
            <p:cNvSpPr/>
            <p:nvPr/>
          </p:nvSpPr>
          <p:spPr>
            <a:xfrm>
              <a:off x="4614863" y="3826846"/>
              <a:ext cx="1901" cy="4094"/>
            </a:xfrm>
            <a:custGeom>
              <a:avLst/>
              <a:pathLst>
                <a:path w="1901" h="4094">
                  <a:moveTo>
                    <a:pt x="1601" y="3442"/>
                  </a:moveTo>
                  <a:lnTo>
                    <a:pt x="841" y="4094"/>
                  </a:lnTo>
                  <a:lnTo>
                    <a:pt x="260" y="3520"/>
                  </a:lnTo>
                  <a:lnTo>
                    <a:pt x="0" y="2689"/>
                  </a:lnTo>
                  <a:lnTo>
                    <a:pt x="864" y="640"/>
                  </a:lnTo>
                  <a:lnTo>
                    <a:pt x="1271" y="152"/>
                  </a:lnTo>
                  <a:lnTo>
                    <a:pt x="1695" y="0"/>
                  </a:lnTo>
                  <a:lnTo>
                    <a:pt x="1901" y="1108"/>
                  </a:lnTo>
                  <a:close/>
                </a:path>
              </a:pathLst>
            </a:custGeom>
            <a:solidFill>
              <a:srgbClr val="EEF5E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g729"/>
            <p:cNvSpPr/>
            <p:nvPr/>
          </p:nvSpPr>
          <p:spPr>
            <a:xfrm>
              <a:off x="4974536" y="3824840"/>
              <a:ext cx="1155" cy="3038"/>
            </a:xfrm>
            <a:custGeom>
              <a:avLst/>
              <a:pathLst>
                <a:path w="1155" h="3038">
                  <a:moveTo>
                    <a:pt x="1004" y="2758"/>
                  </a:moveTo>
                  <a:lnTo>
                    <a:pt x="330" y="3038"/>
                  </a:lnTo>
                  <a:lnTo>
                    <a:pt x="0" y="626"/>
                  </a:lnTo>
                  <a:lnTo>
                    <a:pt x="553" y="0"/>
                  </a:lnTo>
                  <a:lnTo>
                    <a:pt x="1155" y="1471"/>
                  </a:lnTo>
                  <a:close/>
                </a:path>
              </a:pathLst>
            </a:custGeom>
            <a:solidFill>
              <a:srgbClr val="EEF5E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g730"/>
            <p:cNvSpPr/>
            <p:nvPr/>
          </p:nvSpPr>
          <p:spPr>
            <a:xfrm>
              <a:off x="4976503" y="3820924"/>
              <a:ext cx="1105" cy="3511"/>
            </a:xfrm>
            <a:custGeom>
              <a:avLst/>
              <a:pathLst>
                <a:path w="1105" h="3511">
                  <a:moveTo>
                    <a:pt x="297" y="3269"/>
                  </a:moveTo>
                  <a:lnTo>
                    <a:pt x="0" y="3511"/>
                  </a:lnTo>
                  <a:lnTo>
                    <a:pt x="2" y="2054"/>
                  </a:lnTo>
                  <a:lnTo>
                    <a:pt x="339" y="770"/>
                  </a:lnTo>
                  <a:lnTo>
                    <a:pt x="691" y="31"/>
                  </a:lnTo>
                  <a:lnTo>
                    <a:pt x="1105" y="0"/>
                  </a:lnTo>
                  <a:close/>
                </a:path>
              </a:pathLst>
            </a:custGeom>
            <a:solidFill>
              <a:srgbClr val="EEF5E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g731"/>
            <p:cNvSpPr/>
            <p:nvPr/>
          </p:nvSpPr>
          <p:spPr>
            <a:xfrm>
              <a:off x="4967534" y="3816573"/>
              <a:ext cx="5820" cy="21645"/>
            </a:xfrm>
            <a:custGeom>
              <a:avLst/>
              <a:pathLst>
                <a:path w="5820" h="21645">
                  <a:moveTo>
                    <a:pt x="5820" y="7860"/>
                  </a:moveTo>
                  <a:lnTo>
                    <a:pt x="5621" y="9941"/>
                  </a:lnTo>
                  <a:lnTo>
                    <a:pt x="5424" y="12266"/>
                  </a:lnTo>
                  <a:lnTo>
                    <a:pt x="4305" y="14875"/>
                  </a:lnTo>
                  <a:lnTo>
                    <a:pt x="3616" y="18869"/>
                  </a:lnTo>
                  <a:lnTo>
                    <a:pt x="3212" y="19870"/>
                  </a:lnTo>
                  <a:lnTo>
                    <a:pt x="1716" y="21645"/>
                  </a:lnTo>
                  <a:lnTo>
                    <a:pt x="385" y="19429"/>
                  </a:lnTo>
                  <a:lnTo>
                    <a:pt x="0" y="17524"/>
                  </a:lnTo>
                  <a:lnTo>
                    <a:pt x="583" y="8726"/>
                  </a:lnTo>
                  <a:lnTo>
                    <a:pt x="1157" y="9017"/>
                  </a:lnTo>
                  <a:lnTo>
                    <a:pt x="1530" y="8954"/>
                  </a:lnTo>
                  <a:lnTo>
                    <a:pt x="1650" y="8377"/>
                  </a:lnTo>
                  <a:lnTo>
                    <a:pt x="797" y="7393"/>
                  </a:lnTo>
                  <a:lnTo>
                    <a:pt x="634" y="2337"/>
                  </a:lnTo>
                  <a:lnTo>
                    <a:pt x="675" y="429"/>
                  </a:lnTo>
                  <a:lnTo>
                    <a:pt x="1327" y="0"/>
                  </a:lnTo>
                  <a:lnTo>
                    <a:pt x="2132" y="1480"/>
                  </a:lnTo>
                  <a:lnTo>
                    <a:pt x="3151" y="4132"/>
                  </a:lnTo>
                  <a:lnTo>
                    <a:pt x="4336" y="6218"/>
                  </a:lnTo>
                  <a:close/>
                </a:path>
              </a:pathLst>
            </a:custGeom>
            <a:solidFill>
              <a:srgbClr val="EEF5E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g732"/>
            <p:cNvSpPr/>
            <p:nvPr/>
          </p:nvSpPr>
          <p:spPr>
            <a:xfrm>
              <a:off x="4616347" y="3808533"/>
              <a:ext cx="114024" cy="84670"/>
            </a:xfrm>
            <a:custGeom>
              <a:avLst/>
              <a:pathLst>
                <a:path w="114024" h="84670">
                  <a:moveTo>
                    <a:pt x="25968" y="3055"/>
                  </a:moveTo>
                  <a:lnTo>
                    <a:pt x="27196" y="6429"/>
                  </a:lnTo>
                  <a:lnTo>
                    <a:pt x="28272" y="8229"/>
                  </a:lnTo>
                  <a:lnTo>
                    <a:pt x="29537" y="9208"/>
                  </a:lnTo>
                  <a:lnTo>
                    <a:pt x="30869" y="9300"/>
                  </a:lnTo>
                  <a:lnTo>
                    <a:pt x="32181" y="9724"/>
                  </a:lnTo>
                  <a:lnTo>
                    <a:pt x="33705" y="11014"/>
                  </a:lnTo>
                  <a:lnTo>
                    <a:pt x="35275" y="11597"/>
                  </a:lnTo>
                  <a:lnTo>
                    <a:pt x="36004" y="11372"/>
                  </a:lnTo>
                  <a:lnTo>
                    <a:pt x="36699" y="10708"/>
                  </a:lnTo>
                  <a:lnTo>
                    <a:pt x="37193" y="10662"/>
                  </a:lnTo>
                  <a:lnTo>
                    <a:pt x="37622" y="11282"/>
                  </a:lnTo>
                  <a:lnTo>
                    <a:pt x="38706" y="14142"/>
                  </a:lnTo>
                  <a:lnTo>
                    <a:pt x="39885" y="16754"/>
                  </a:lnTo>
                  <a:lnTo>
                    <a:pt x="40154" y="18084"/>
                  </a:lnTo>
                  <a:lnTo>
                    <a:pt x="40954" y="24377"/>
                  </a:lnTo>
                  <a:lnTo>
                    <a:pt x="41859" y="26190"/>
                  </a:lnTo>
                  <a:lnTo>
                    <a:pt x="43100" y="26715"/>
                  </a:lnTo>
                  <a:lnTo>
                    <a:pt x="44559" y="26718"/>
                  </a:lnTo>
                  <a:lnTo>
                    <a:pt x="46009" y="26980"/>
                  </a:lnTo>
                  <a:lnTo>
                    <a:pt x="49371" y="28449"/>
                  </a:lnTo>
                  <a:lnTo>
                    <a:pt x="50705" y="28247"/>
                  </a:lnTo>
                  <a:lnTo>
                    <a:pt x="51886" y="26770"/>
                  </a:lnTo>
                  <a:lnTo>
                    <a:pt x="52938" y="27728"/>
                  </a:lnTo>
                  <a:lnTo>
                    <a:pt x="55790" y="29497"/>
                  </a:lnTo>
                  <a:lnTo>
                    <a:pt x="57195" y="29892"/>
                  </a:lnTo>
                  <a:lnTo>
                    <a:pt x="58790" y="29387"/>
                  </a:lnTo>
                  <a:lnTo>
                    <a:pt x="60390" y="29280"/>
                  </a:lnTo>
                  <a:lnTo>
                    <a:pt x="61152" y="29791"/>
                  </a:lnTo>
                  <a:lnTo>
                    <a:pt x="61885" y="30559"/>
                  </a:lnTo>
                  <a:lnTo>
                    <a:pt x="62515" y="30836"/>
                  </a:lnTo>
                  <a:lnTo>
                    <a:pt x="63167" y="30821"/>
                  </a:lnTo>
                  <a:lnTo>
                    <a:pt x="64320" y="29344"/>
                  </a:lnTo>
                  <a:lnTo>
                    <a:pt x="65084" y="26637"/>
                  </a:lnTo>
                  <a:lnTo>
                    <a:pt x="65702" y="23223"/>
                  </a:lnTo>
                  <a:lnTo>
                    <a:pt x="66186" y="19668"/>
                  </a:lnTo>
                  <a:lnTo>
                    <a:pt x="66513" y="18139"/>
                  </a:lnTo>
                  <a:lnTo>
                    <a:pt x="66953" y="16788"/>
                  </a:lnTo>
                  <a:lnTo>
                    <a:pt x="67529" y="15911"/>
                  </a:lnTo>
                  <a:lnTo>
                    <a:pt x="68146" y="15366"/>
                  </a:lnTo>
                  <a:lnTo>
                    <a:pt x="69821" y="15703"/>
                  </a:lnTo>
                  <a:lnTo>
                    <a:pt x="70168" y="16563"/>
                  </a:lnTo>
                  <a:lnTo>
                    <a:pt x="72041" y="22600"/>
                  </a:lnTo>
                  <a:lnTo>
                    <a:pt x="72372" y="23122"/>
                  </a:lnTo>
                  <a:lnTo>
                    <a:pt x="74328" y="23500"/>
                  </a:lnTo>
                  <a:lnTo>
                    <a:pt x="74870" y="23304"/>
                  </a:lnTo>
                  <a:lnTo>
                    <a:pt x="76064" y="22092"/>
                  </a:lnTo>
                  <a:lnTo>
                    <a:pt x="76744" y="21985"/>
                  </a:lnTo>
                  <a:lnTo>
                    <a:pt x="78002" y="23477"/>
                  </a:lnTo>
                  <a:lnTo>
                    <a:pt x="78545" y="24747"/>
                  </a:lnTo>
                  <a:lnTo>
                    <a:pt x="79149" y="25685"/>
                  </a:lnTo>
                  <a:lnTo>
                    <a:pt x="82223" y="26646"/>
                  </a:lnTo>
                  <a:lnTo>
                    <a:pt x="83410" y="29228"/>
                  </a:lnTo>
                  <a:lnTo>
                    <a:pt x="84013" y="29575"/>
                  </a:lnTo>
                  <a:lnTo>
                    <a:pt x="86153" y="29260"/>
                  </a:lnTo>
                  <a:lnTo>
                    <a:pt x="87631" y="29514"/>
                  </a:lnTo>
                  <a:lnTo>
                    <a:pt x="88919" y="30206"/>
                  </a:lnTo>
                  <a:lnTo>
                    <a:pt x="89499" y="33874"/>
                  </a:lnTo>
                  <a:lnTo>
                    <a:pt x="89975" y="37640"/>
                  </a:lnTo>
                  <a:lnTo>
                    <a:pt x="90253" y="38918"/>
                  </a:lnTo>
                  <a:lnTo>
                    <a:pt x="91511" y="40211"/>
                  </a:lnTo>
                  <a:lnTo>
                    <a:pt x="92027" y="41377"/>
                  </a:lnTo>
                  <a:lnTo>
                    <a:pt x="91888" y="45134"/>
                  </a:lnTo>
                  <a:lnTo>
                    <a:pt x="92030" y="48703"/>
                  </a:lnTo>
                  <a:lnTo>
                    <a:pt x="94699" y="51814"/>
                  </a:lnTo>
                  <a:lnTo>
                    <a:pt x="97561" y="53600"/>
                  </a:lnTo>
                  <a:lnTo>
                    <a:pt x="100599" y="53768"/>
                  </a:lnTo>
                  <a:lnTo>
                    <a:pt x="103643" y="53153"/>
                  </a:lnTo>
                  <a:lnTo>
                    <a:pt x="105213" y="52391"/>
                  </a:lnTo>
                  <a:lnTo>
                    <a:pt x="107176" y="51058"/>
                  </a:lnTo>
                  <a:lnTo>
                    <a:pt x="107583" y="51084"/>
                  </a:lnTo>
                  <a:lnTo>
                    <a:pt x="111385" y="55164"/>
                  </a:lnTo>
                  <a:lnTo>
                    <a:pt x="111709" y="55796"/>
                  </a:lnTo>
                  <a:lnTo>
                    <a:pt x="112135" y="58844"/>
                  </a:lnTo>
                  <a:lnTo>
                    <a:pt x="112123" y="62064"/>
                  </a:lnTo>
                  <a:lnTo>
                    <a:pt x="111412" y="69708"/>
                  </a:lnTo>
                  <a:lnTo>
                    <a:pt x="111368" y="71806"/>
                  </a:lnTo>
                  <a:lnTo>
                    <a:pt x="111436" y="73901"/>
                  </a:lnTo>
                  <a:lnTo>
                    <a:pt x="112191" y="78455"/>
                  </a:lnTo>
                  <a:lnTo>
                    <a:pt x="112592" y="79770"/>
                  </a:lnTo>
                  <a:lnTo>
                    <a:pt x="113973" y="82163"/>
                  </a:lnTo>
                  <a:lnTo>
                    <a:pt x="114024" y="83418"/>
                  </a:lnTo>
                  <a:lnTo>
                    <a:pt x="113836" y="84670"/>
                  </a:lnTo>
                  <a:lnTo>
                    <a:pt x="112317" y="83810"/>
                  </a:lnTo>
                  <a:lnTo>
                    <a:pt x="111391" y="82771"/>
                  </a:lnTo>
                  <a:lnTo>
                    <a:pt x="110856" y="81057"/>
                  </a:lnTo>
                  <a:lnTo>
                    <a:pt x="110096" y="80091"/>
                  </a:lnTo>
                  <a:lnTo>
                    <a:pt x="108667" y="80440"/>
                  </a:lnTo>
                  <a:lnTo>
                    <a:pt x="105994" y="78723"/>
                  </a:lnTo>
                  <a:lnTo>
                    <a:pt x="102974" y="76054"/>
                  </a:lnTo>
                  <a:lnTo>
                    <a:pt x="97621" y="70401"/>
                  </a:lnTo>
                  <a:lnTo>
                    <a:pt x="96163" y="70447"/>
                  </a:lnTo>
                  <a:lnTo>
                    <a:pt x="94765" y="71168"/>
                  </a:lnTo>
                  <a:lnTo>
                    <a:pt x="93288" y="72608"/>
                  </a:lnTo>
                  <a:lnTo>
                    <a:pt x="91751" y="73633"/>
                  </a:lnTo>
                  <a:lnTo>
                    <a:pt x="90619" y="74019"/>
                  </a:lnTo>
                  <a:lnTo>
                    <a:pt x="89489" y="73736"/>
                  </a:lnTo>
                  <a:lnTo>
                    <a:pt x="86631" y="72377"/>
                  </a:lnTo>
                  <a:lnTo>
                    <a:pt x="83750" y="71500"/>
                  </a:lnTo>
                  <a:lnTo>
                    <a:pt x="76374" y="70943"/>
                  </a:lnTo>
                  <a:lnTo>
                    <a:pt x="74286" y="69662"/>
                  </a:lnTo>
                  <a:lnTo>
                    <a:pt x="70834" y="69007"/>
                  </a:lnTo>
                  <a:lnTo>
                    <a:pt x="68090" y="67896"/>
                  </a:lnTo>
                  <a:lnTo>
                    <a:pt x="65373" y="66343"/>
                  </a:lnTo>
                  <a:lnTo>
                    <a:pt x="58443" y="58694"/>
                  </a:lnTo>
                  <a:lnTo>
                    <a:pt x="56176" y="56858"/>
                  </a:lnTo>
                  <a:lnTo>
                    <a:pt x="49217" y="53208"/>
                  </a:lnTo>
                  <a:lnTo>
                    <a:pt x="48144" y="52914"/>
                  </a:lnTo>
                  <a:lnTo>
                    <a:pt x="45623" y="53185"/>
                  </a:lnTo>
                  <a:lnTo>
                    <a:pt x="44033" y="52114"/>
                  </a:lnTo>
                  <a:lnTo>
                    <a:pt x="42631" y="52091"/>
                  </a:lnTo>
                  <a:lnTo>
                    <a:pt x="40551" y="53277"/>
                  </a:lnTo>
                  <a:lnTo>
                    <a:pt x="39910" y="54128"/>
                  </a:lnTo>
                  <a:lnTo>
                    <a:pt x="39103" y="55929"/>
                  </a:lnTo>
                  <a:lnTo>
                    <a:pt x="37687" y="55843"/>
                  </a:lnTo>
                  <a:lnTo>
                    <a:pt x="36285" y="55496"/>
                  </a:lnTo>
                  <a:lnTo>
                    <a:pt x="32592" y="53776"/>
                  </a:lnTo>
                  <a:lnTo>
                    <a:pt x="31214" y="52720"/>
                  </a:lnTo>
                  <a:lnTo>
                    <a:pt x="29890" y="51159"/>
                  </a:lnTo>
                  <a:lnTo>
                    <a:pt x="28697" y="49125"/>
                  </a:lnTo>
                  <a:lnTo>
                    <a:pt x="28075" y="48392"/>
                  </a:lnTo>
                  <a:lnTo>
                    <a:pt x="24883" y="46317"/>
                  </a:lnTo>
                  <a:lnTo>
                    <a:pt x="22278" y="45601"/>
                  </a:lnTo>
                  <a:lnTo>
                    <a:pt x="16919" y="44658"/>
                  </a:lnTo>
                  <a:lnTo>
                    <a:pt x="15748" y="44029"/>
                  </a:lnTo>
                  <a:lnTo>
                    <a:pt x="14772" y="43273"/>
                  </a:lnTo>
                  <a:lnTo>
                    <a:pt x="14236" y="41590"/>
                  </a:lnTo>
                  <a:lnTo>
                    <a:pt x="14304" y="39452"/>
                  </a:lnTo>
                  <a:lnTo>
                    <a:pt x="14688" y="37602"/>
                  </a:lnTo>
                  <a:lnTo>
                    <a:pt x="15213" y="35744"/>
                  </a:lnTo>
                  <a:lnTo>
                    <a:pt x="15557" y="33966"/>
                  </a:lnTo>
                  <a:lnTo>
                    <a:pt x="11639" y="30247"/>
                  </a:lnTo>
                  <a:lnTo>
                    <a:pt x="8545" y="28212"/>
                  </a:lnTo>
                  <a:lnTo>
                    <a:pt x="7209" y="27823"/>
                  </a:lnTo>
                  <a:lnTo>
                    <a:pt x="5869" y="27832"/>
                  </a:lnTo>
                  <a:lnTo>
                    <a:pt x="4360" y="28253"/>
                  </a:lnTo>
                  <a:lnTo>
                    <a:pt x="2867" y="28057"/>
                  </a:lnTo>
                  <a:lnTo>
                    <a:pt x="2164" y="27451"/>
                  </a:lnTo>
                  <a:lnTo>
                    <a:pt x="1447" y="27243"/>
                  </a:lnTo>
                  <a:lnTo>
                    <a:pt x="728" y="27682"/>
                  </a:lnTo>
                  <a:lnTo>
                    <a:pt x="149" y="27511"/>
                  </a:lnTo>
                  <a:lnTo>
                    <a:pt x="0" y="25820"/>
                  </a:lnTo>
                  <a:lnTo>
                    <a:pt x="368" y="24383"/>
                  </a:lnTo>
                  <a:lnTo>
                    <a:pt x="1127" y="22750"/>
                  </a:lnTo>
                  <a:lnTo>
                    <a:pt x="1556" y="22461"/>
                  </a:lnTo>
                  <a:lnTo>
                    <a:pt x="1753" y="25015"/>
                  </a:lnTo>
                  <a:lnTo>
                    <a:pt x="1968" y="25523"/>
                  </a:lnTo>
                  <a:lnTo>
                    <a:pt x="2639" y="26083"/>
                  </a:lnTo>
                  <a:lnTo>
                    <a:pt x="2931" y="25924"/>
                  </a:lnTo>
                  <a:lnTo>
                    <a:pt x="4115" y="22658"/>
                  </a:lnTo>
                  <a:lnTo>
                    <a:pt x="4446" y="21053"/>
                  </a:lnTo>
                  <a:lnTo>
                    <a:pt x="5020" y="16705"/>
                  </a:lnTo>
                  <a:lnTo>
                    <a:pt x="5641" y="17544"/>
                  </a:lnTo>
                  <a:lnTo>
                    <a:pt x="6267" y="17025"/>
                  </a:lnTo>
                  <a:lnTo>
                    <a:pt x="6626" y="16332"/>
                  </a:lnTo>
                  <a:lnTo>
                    <a:pt x="7618" y="6270"/>
                  </a:lnTo>
                  <a:lnTo>
                    <a:pt x="8445" y="3332"/>
                  </a:lnTo>
                  <a:lnTo>
                    <a:pt x="9574" y="888"/>
                  </a:lnTo>
                  <a:lnTo>
                    <a:pt x="10137" y="294"/>
                  </a:lnTo>
                  <a:lnTo>
                    <a:pt x="11244" y="1789"/>
                  </a:lnTo>
                  <a:lnTo>
                    <a:pt x="13485" y="2360"/>
                  </a:lnTo>
                  <a:lnTo>
                    <a:pt x="14818" y="3350"/>
                  </a:lnTo>
                  <a:lnTo>
                    <a:pt x="16155" y="3477"/>
                  </a:lnTo>
                  <a:lnTo>
                    <a:pt x="17460" y="3964"/>
                  </a:lnTo>
                  <a:lnTo>
                    <a:pt x="19280" y="5733"/>
                  </a:lnTo>
                  <a:lnTo>
                    <a:pt x="19923" y="5549"/>
                  </a:lnTo>
                  <a:lnTo>
                    <a:pt x="20577" y="5000"/>
                  </a:lnTo>
                  <a:lnTo>
                    <a:pt x="21552" y="3081"/>
                  </a:lnTo>
                  <a:lnTo>
                    <a:pt x="21975" y="0"/>
                  </a:lnTo>
                  <a:lnTo>
                    <a:pt x="23386" y="1564"/>
                  </a:lnTo>
                  <a:lnTo>
                    <a:pt x="25455" y="2184"/>
                  </a:lnTo>
                  <a:close/>
                </a:path>
              </a:pathLst>
            </a:custGeom>
            <a:solidFill>
              <a:srgbClr val="EEF5E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g733"/>
            <p:cNvSpPr/>
            <p:nvPr/>
          </p:nvSpPr>
          <p:spPr>
            <a:xfrm>
              <a:off x="4844603" y="3807824"/>
              <a:ext cx="962" cy="4178"/>
            </a:xfrm>
            <a:custGeom>
              <a:avLst/>
              <a:pathLst>
                <a:path w="962" h="4178">
                  <a:moveTo>
                    <a:pt x="962" y="2764"/>
                  </a:moveTo>
                  <a:lnTo>
                    <a:pt x="851" y="4178"/>
                  </a:lnTo>
                  <a:lnTo>
                    <a:pt x="406" y="2556"/>
                  </a:lnTo>
                  <a:lnTo>
                    <a:pt x="0" y="1748"/>
                  </a:lnTo>
                  <a:lnTo>
                    <a:pt x="42" y="0"/>
                  </a:lnTo>
                  <a:lnTo>
                    <a:pt x="617" y="649"/>
                  </a:lnTo>
                  <a:close/>
                </a:path>
              </a:pathLst>
            </a:custGeom>
            <a:solidFill>
              <a:srgbClr val="EEF5E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g734"/>
            <p:cNvSpPr/>
            <p:nvPr/>
          </p:nvSpPr>
          <p:spPr>
            <a:xfrm>
              <a:off x="4801500" y="3804724"/>
              <a:ext cx="1385" cy="20375"/>
            </a:xfrm>
            <a:custGeom>
              <a:avLst/>
              <a:pathLst>
                <a:path w="1385" h="20375">
                  <a:moveTo>
                    <a:pt x="1130" y="15458"/>
                  </a:moveTo>
                  <a:lnTo>
                    <a:pt x="630" y="20375"/>
                  </a:lnTo>
                  <a:lnTo>
                    <a:pt x="394" y="18641"/>
                  </a:lnTo>
                  <a:lnTo>
                    <a:pt x="306" y="14145"/>
                  </a:lnTo>
                  <a:lnTo>
                    <a:pt x="0" y="11963"/>
                  </a:lnTo>
                  <a:lnTo>
                    <a:pt x="195" y="9444"/>
                  </a:lnTo>
                  <a:lnTo>
                    <a:pt x="133" y="2983"/>
                  </a:lnTo>
                  <a:lnTo>
                    <a:pt x="509" y="0"/>
                  </a:lnTo>
                  <a:lnTo>
                    <a:pt x="1201" y="3797"/>
                  </a:lnTo>
                  <a:lnTo>
                    <a:pt x="1385" y="5730"/>
                  </a:lnTo>
                  <a:close/>
                </a:path>
              </a:pathLst>
            </a:custGeom>
            <a:solidFill>
              <a:srgbClr val="EEF5E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g735"/>
            <p:cNvSpPr/>
            <p:nvPr/>
          </p:nvSpPr>
          <p:spPr>
            <a:xfrm>
              <a:off x="4705837" y="3803273"/>
              <a:ext cx="1722" cy="3555"/>
            </a:xfrm>
            <a:custGeom>
              <a:avLst/>
              <a:pathLst>
                <a:path w="1722" h="3555">
                  <a:moveTo>
                    <a:pt x="1625" y="2507"/>
                  </a:moveTo>
                  <a:lnTo>
                    <a:pt x="1363" y="3555"/>
                  </a:lnTo>
                  <a:lnTo>
                    <a:pt x="196" y="3471"/>
                  </a:lnTo>
                  <a:lnTo>
                    <a:pt x="0" y="2288"/>
                  </a:lnTo>
                  <a:lnTo>
                    <a:pt x="761" y="138"/>
                  </a:lnTo>
                  <a:lnTo>
                    <a:pt x="1267" y="0"/>
                  </a:lnTo>
                  <a:lnTo>
                    <a:pt x="1722" y="784"/>
                  </a:lnTo>
                  <a:close/>
                </a:path>
              </a:pathLst>
            </a:custGeom>
            <a:solidFill>
              <a:srgbClr val="EEF5E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g736"/>
            <p:cNvSpPr/>
            <p:nvPr/>
          </p:nvSpPr>
          <p:spPr>
            <a:xfrm>
              <a:off x="4950119" y="3799752"/>
              <a:ext cx="2156" cy="10047"/>
            </a:xfrm>
            <a:custGeom>
              <a:avLst/>
              <a:pathLst>
                <a:path w="2156" h="10047">
                  <a:moveTo>
                    <a:pt x="2156" y="7202"/>
                  </a:moveTo>
                  <a:lnTo>
                    <a:pt x="1414" y="10047"/>
                  </a:lnTo>
                  <a:lnTo>
                    <a:pt x="910" y="9043"/>
                  </a:lnTo>
                  <a:lnTo>
                    <a:pt x="625" y="9029"/>
                  </a:lnTo>
                  <a:lnTo>
                    <a:pt x="452" y="7358"/>
                  </a:lnTo>
                  <a:lnTo>
                    <a:pt x="623" y="3895"/>
                  </a:lnTo>
                  <a:lnTo>
                    <a:pt x="0" y="0"/>
                  </a:lnTo>
                  <a:lnTo>
                    <a:pt x="824" y="57"/>
                  </a:lnTo>
                  <a:lnTo>
                    <a:pt x="1052" y="1220"/>
                  </a:lnTo>
                  <a:lnTo>
                    <a:pt x="1311" y="1615"/>
                  </a:lnTo>
                  <a:lnTo>
                    <a:pt x="2122" y="5373"/>
                  </a:lnTo>
                  <a:close/>
                </a:path>
              </a:pathLst>
            </a:custGeom>
            <a:solidFill>
              <a:srgbClr val="EEF5E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g737"/>
            <p:cNvSpPr/>
            <p:nvPr/>
          </p:nvSpPr>
          <p:spPr>
            <a:xfrm>
              <a:off x="4968679" y="3794443"/>
              <a:ext cx="7373" cy="27716"/>
            </a:xfrm>
            <a:custGeom>
              <a:avLst/>
              <a:pathLst>
                <a:path w="7373" h="27716">
                  <a:moveTo>
                    <a:pt x="7237" y="8264"/>
                  </a:moveTo>
                  <a:lnTo>
                    <a:pt x="7140" y="9404"/>
                  </a:lnTo>
                  <a:lnTo>
                    <a:pt x="7132" y="11507"/>
                  </a:lnTo>
                  <a:lnTo>
                    <a:pt x="7334" y="13455"/>
                  </a:lnTo>
                  <a:lnTo>
                    <a:pt x="6813" y="15435"/>
                  </a:lnTo>
                  <a:lnTo>
                    <a:pt x="7300" y="18401"/>
                  </a:lnTo>
                  <a:lnTo>
                    <a:pt x="7373" y="19876"/>
                  </a:lnTo>
                  <a:lnTo>
                    <a:pt x="7345" y="21962"/>
                  </a:lnTo>
                  <a:lnTo>
                    <a:pt x="7206" y="22900"/>
                  </a:lnTo>
                  <a:lnTo>
                    <a:pt x="6837" y="25641"/>
                  </a:lnTo>
                  <a:lnTo>
                    <a:pt x="6468" y="26617"/>
                  </a:lnTo>
                  <a:lnTo>
                    <a:pt x="6191" y="26888"/>
                  </a:lnTo>
                  <a:lnTo>
                    <a:pt x="5904" y="27716"/>
                  </a:lnTo>
                  <a:lnTo>
                    <a:pt x="3509" y="26816"/>
                  </a:lnTo>
                  <a:lnTo>
                    <a:pt x="2474" y="24914"/>
                  </a:lnTo>
                  <a:lnTo>
                    <a:pt x="1552" y="22854"/>
                  </a:lnTo>
                  <a:lnTo>
                    <a:pt x="1356" y="21994"/>
                  </a:lnTo>
                  <a:lnTo>
                    <a:pt x="271" y="19590"/>
                  </a:lnTo>
                  <a:lnTo>
                    <a:pt x="21" y="18779"/>
                  </a:lnTo>
                  <a:lnTo>
                    <a:pt x="0" y="17498"/>
                  </a:lnTo>
                  <a:lnTo>
                    <a:pt x="877" y="17172"/>
                  </a:lnTo>
                  <a:lnTo>
                    <a:pt x="1813" y="17210"/>
                  </a:lnTo>
                  <a:lnTo>
                    <a:pt x="1773" y="16055"/>
                  </a:lnTo>
                  <a:lnTo>
                    <a:pt x="2315" y="11986"/>
                  </a:lnTo>
                  <a:lnTo>
                    <a:pt x="890" y="9369"/>
                  </a:lnTo>
                  <a:lnTo>
                    <a:pt x="636" y="8270"/>
                  </a:lnTo>
                  <a:lnTo>
                    <a:pt x="1147" y="7522"/>
                  </a:lnTo>
                  <a:lnTo>
                    <a:pt x="2293" y="8437"/>
                  </a:lnTo>
                  <a:lnTo>
                    <a:pt x="3695" y="3846"/>
                  </a:lnTo>
                  <a:lnTo>
                    <a:pt x="4109" y="2888"/>
                  </a:lnTo>
                  <a:lnTo>
                    <a:pt x="4306" y="328"/>
                  </a:lnTo>
                  <a:lnTo>
                    <a:pt x="5090" y="0"/>
                  </a:lnTo>
                  <a:lnTo>
                    <a:pt x="5647" y="331"/>
                  </a:lnTo>
                  <a:lnTo>
                    <a:pt x="6007" y="1921"/>
                  </a:lnTo>
                  <a:lnTo>
                    <a:pt x="6150" y="3306"/>
                  </a:lnTo>
                  <a:lnTo>
                    <a:pt x="6000" y="4550"/>
                  </a:lnTo>
                  <a:lnTo>
                    <a:pt x="6674" y="5191"/>
                  </a:lnTo>
                  <a:close/>
                </a:path>
              </a:pathLst>
            </a:custGeom>
            <a:solidFill>
              <a:srgbClr val="EEF5E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g738"/>
            <p:cNvSpPr/>
            <p:nvPr/>
          </p:nvSpPr>
          <p:spPr>
            <a:xfrm>
              <a:off x="4952737" y="3790994"/>
              <a:ext cx="3995" cy="20014"/>
            </a:xfrm>
            <a:custGeom>
              <a:avLst/>
              <a:pathLst>
                <a:path w="3995" h="20014">
                  <a:moveTo>
                    <a:pt x="990" y="17475"/>
                  </a:moveTo>
                  <a:lnTo>
                    <a:pt x="0" y="20014"/>
                  </a:lnTo>
                  <a:lnTo>
                    <a:pt x="934" y="14024"/>
                  </a:lnTo>
                  <a:lnTo>
                    <a:pt x="1129" y="10991"/>
                  </a:lnTo>
                  <a:lnTo>
                    <a:pt x="1995" y="9182"/>
                  </a:lnTo>
                  <a:lnTo>
                    <a:pt x="3286" y="0"/>
                  </a:lnTo>
                  <a:lnTo>
                    <a:pt x="3576" y="213"/>
                  </a:lnTo>
                  <a:lnTo>
                    <a:pt x="3995" y="1108"/>
                  </a:lnTo>
                  <a:lnTo>
                    <a:pt x="3346" y="7840"/>
                  </a:lnTo>
                  <a:lnTo>
                    <a:pt x="1536" y="12564"/>
                  </a:lnTo>
                  <a:close/>
                </a:path>
              </a:pathLst>
            </a:custGeom>
            <a:solidFill>
              <a:srgbClr val="EEF5E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g739"/>
            <p:cNvSpPr/>
            <p:nvPr/>
          </p:nvSpPr>
          <p:spPr>
            <a:xfrm>
              <a:off x="4578172" y="3790273"/>
              <a:ext cx="3591" cy="5829"/>
            </a:xfrm>
            <a:custGeom>
              <a:avLst/>
              <a:pathLst>
                <a:path w="3591" h="5829">
                  <a:moveTo>
                    <a:pt x="3125" y="5687"/>
                  </a:moveTo>
                  <a:lnTo>
                    <a:pt x="2135" y="5829"/>
                  </a:lnTo>
                  <a:lnTo>
                    <a:pt x="302" y="2195"/>
                  </a:lnTo>
                  <a:lnTo>
                    <a:pt x="0" y="1073"/>
                  </a:lnTo>
                  <a:lnTo>
                    <a:pt x="521" y="0"/>
                  </a:lnTo>
                  <a:lnTo>
                    <a:pt x="1068" y="77"/>
                  </a:lnTo>
                  <a:lnTo>
                    <a:pt x="3181" y="2369"/>
                  </a:lnTo>
                  <a:lnTo>
                    <a:pt x="3591" y="3503"/>
                  </a:lnTo>
                  <a:close/>
                </a:path>
              </a:pathLst>
            </a:custGeom>
            <a:solidFill>
              <a:srgbClr val="EEF5E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g740"/>
            <p:cNvSpPr/>
            <p:nvPr/>
          </p:nvSpPr>
          <p:spPr>
            <a:xfrm>
              <a:off x="4839346" y="3789197"/>
              <a:ext cx="1046" cy="3641"/>
            </a:xfrm>
            <a:custGeom>
              <a:avLst/>
              <a:pathLst>
                <a:path w="1046" h="3641">
                  <a:moveTo>
                    <a:pt x="1046" y="643"/>
                  </a:moveTo>
                  <a:lnTo>
                    <a:pt x="997" y="3641"/>
                  </a:lnTo>
                  <a:lnTo>
                    <a:pt x="508" y="3474"/>
                  </a:lnTo>
                  <a:lnTo>
                    <a:pt x="111" y="2423"/>
                  </a:lnTo>
                  <a:lnTo>
                    <a:pt x="0" y="1434"/>
                  </a:lnTo>
                  <a:lnTo>
                    <a:pt x="22" y="629"/>
                  </a:lnTo>
                  <a:lnTo>
                    <a:pt x="240" y="0"/>
                  </a:lnTo>
                  <a:close/>
                </a:path>
              </a:pathLst>
            </a:custGeom>
            <a:solidFill>
              <a:srgbClr val="EEF5E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g741"/>
            <p:cNvSpPr/>
            <p:nvPr/>
          </p:nvSpPr>
          <p:spPr>
            <a:xfrm>
              <a:off x="4818233" y="3783951"/>
              <a:ext cx="3087" cy="11597"/>
            </a:xfrm>
            <a:custGeom>
              <a:avLst/>
              <a:pathLst>
                <a:path w="3087" h="11597">
                  <a:moveTo>
                    <a:pt x="2857" y="10806"/>
                  </a:moveTo>
                  <a:lnTo>
                    <a:pt x="2085" y="11597"/>
                  </a:lnTo>
                  <a:lnTo>
                    <a:pt x="619" y="8215"/>
                  </a:lnTo>
                  <a:lnTo>
                    <a:pt x="0" y="5433"/>
                  </a:lnTo>
                  <a:lnTo>
                    <a:pt x="148" y="3860"/>
                  </a:lnTo>
                  <a:lnTo>
                    <a:pt x="586" y="2481"/>
                  </a:lnTo>
                  <a:lnTo>
                    <a:pt x="794" y="2138"/>
                  </a:lnTo>
                  <a:lnTo>
                    <a:pt x="704" y="701"/>
                  </a:lnTo>
                  <a:lnTo>
                    <a:pt x="1281" y="0"/>
                  </a:lnTo>
                  <a:lnTo>
                    <a:pt x="1916" y="98"/>
                  </a:lnTo>
                  <a:lnTo>
                    <a:pt x="2332" y="2025"/>
                  </a:lnTo>
                  <a:lnTo>
                    <a:pt x="2833" y="2556"/>
                  </a:lnTo>
                  <a:lnTo>
                    <a:pt x="3087" y="4403"/>
                  </a:lnTo>
                  <a:close/>
                </a:path>
              </a:pathLst>
            </a:custGeom>
            <a:solidFill>
              <a:srgbClr val="EEF5E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g742"/>
            <p:cNvSpPr/>
            <p:nvPr/>
          </p:nvSpPr>
          <p:spPr>
            <a:xfrm>
              <a:off x="4824017" y="3770547"/>
              <a:ext cx="5810" cy="22828"/>
            </a:xfrm>
            <a:custGeom>
              <a:avLst/>
              <a:pathLst>
                <a:path w="5810" h="22828">
                  <a:moveTo>
                    <a:pt x="4411" y="19229"/>
                  </a:moveTo>
                  <a:lnTo>
                    <a:pt x="4097" y="21192"/>
                  </a:lnTo>
                  <a:lnTo>
                    <a:pt x="3421" y="22718"/>
                  </a:lnTo>
                  <a:lnTo>
                    <a:pt x="2883" y="22828"/>
                  </a:lnTo>
                  <a:lnTo>
                    <a:pt x="2322" y="22516"/>
                  </a:lnTo>
                  <a:lnTo>
                    <a:pt x="1327" y="21180"/>
                  </a:lnTo>
                  <a:lnTo>
                    <a:pt x="1074" y="22588"/>
                  </a:lnTo>
                  <a:lnTo>
                    <a:pt x="291" y="22525"/>
                  </a:lnTo>
                  <a:lnTo>
                    <a:pt x="0" y="20710"/>
                  </a:lnTo>
                  <a:lnTo>
                    <a:pt x="559" y="15337"/>
                  </a:lnTo>
                  <a:lnTo>
                    <a:pt x="1379" y="13331"/>
                  </a:lnTo>
                  <a:lnTo>
                    <a:pt x="1303" y="11225"/>
                  </a:lnTo>
                  <a:lnTo>
                    <a:pt x="625" y="6735"/>
                  </a:lnTo>
                  <a:lnTo>
                    <a:pt x="1046" y="4389"/>
                  </a:lnTo>
                  <a:lnTo>
                    <a:pt x="2940" y="2614"/>
                  </a:lnTo>
                  <a:lnTo>
                    <a:pt x="4592" y="450"/>
                  </a:lnTo>
                  <a:lnTo>
                    <a:pt x="5104" y="0"/>
                  </a:lnTo>
                  <a:lnTo>
                    <a:pt x="5565" y="1665"/>
                  </a:lnTo>
                  <a:lnTo>
                    <a:pt x="5810" y="9314"/>
                  </a:lnTo>
                  <a:lnTo>
                    <a:pt x="4033" y="15366"/>
                  </a:lnTo>
                  <a:close/>
                </a:path>
              </a:pathLst>
            </a:custGeom>
            <a:solidFill>
              <a:srgbClr val="EEF5E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g743"/>
            <p:cNvSpPr/>
            <p:nvPr/>
          </p:nvSpPr>
          <p:spPr>
            <a:xfrm>
              <a:off x="4827695" y="3763699"/>
              <a:ext cx="7532" cy="37952"/>
            </a:xfrm>
            <a:custGeom>
              <a:avLst/>
              <a:pathLst>
                <a:path w="7532" h="37952">
                  <a:moveTo>
                    <a:pt x="7249" y="4853"/>
                  </a:moveTo>
                  <a:lnTo>
                    <a:pt x="7532" y="11207"/>
                  </a:lnTo>
                  <a:lnTo>
                    <a:pt x="7443" y="12875"/>
                  </a:lnTo>
                  <a:lnTo>
                    <a:pt x="6757" y="10431"/>
                  </a:lnTo>
                  <a:lnTo>
                    <a:pt x="6511" y="9943"/>
                  </a:lnTo>
                  <a:lnTo>
                    <a:pt x="6323" y="10431"/>
                  </a:lnTo>
                  <a:lnTo>
                    <a:pt x="6080" y="10700"/>
                  </a:lnTo>
                  <a:lnTo>
                    <a:pt x="5730" y="10676"/>
                  </a:lnTo>
                  <a:lnTo>
                    <a:pt x="5277" y="13144"/>
                  </a:lnTo>
                  <a:lnTo>
                    <a:pt x="5236" y="15464"/>
                  </a:lnTo>
                  <a:lnTo>
                    <a:pt x="4893" y="17025"/>
                  </a:lnTo>
                  <a:lnTo>
                    <a:pt x="4713" y="22207"/>
                  </a:lnTo>
                  <a:lnTo>
                    <a:pt x="4827" y="23604"/>
                  </a:lnTo>
                  <a:lnTo>
                    <a:pt x="5358" y="22914"/>
                  </a:lnTo>
                  <a:lnTo>
                    <a:pt x="5685" y="22738"/>
                  </a:lnTo>
                  <a:lnTo>
                    <a:pt x="6885" y="24735"/>
                  </a:lnTo>
                  <a:lnTo>
                    <a:pt x="7519" y="26193"/>
                  </a:lnTo>
                  <a:lnTo>
                    <a:pt x="7341" y="27956"/>
                  </a:lnTo>
                  <a:lnTo>
                    <a:pt x="6529" y="29733"/>
                  </a:lnTo>
                  <a:lnTo>
                    <a:pt x="5586" y="30507"/>
                  </a:lnTo>
                  <a:lnTo>
                    <a:pt x="4884" y="29745"/>
                  </a:lnTo>
                  <a:lnTo>
                    <a:pt x="4677" y="30105"/>
                  </a:lnTo>
                  <a:lnTo>
                    <a:pt x="4261" y="31020"/>
                  </a:lnTo>
                  <a:lnTo>
                    <a:pt x="3946" y="32224"/>
                  </a:lnTo>
                  <a:lnTo>
                    <a:pt x="4037" y="33461"/>
                  </a:lnTo>
                  <a:lnTo>
                    <a:pt x="3232" y="36968"/>
                  </a:lnTo>
                  <a:lnTo>
                    <a:pt x="2768" y="37952"/>
                  </a:lnTo>
                  <a:lnTo>
                    <a:pt x="1805" y="36878"/>
                  </a:lnTo>
                  <a:lnTo>
                    <a:pt x="1211" y="37802"/>
                  </a:lnTo>
                  <a:lnTo>
                    <a:pt x="732" y="37718"/>
                  </a:lnTo>
                  <a:lnTo>
                    <a:pt x="0" y="34209"/>
                  </a:lnTo>
                  <a:lnTo>
                    <a:pt x="18" y="32561"/>
                  </a:lnTo>
                  <a:lnTo>
                    <a:pt x="697" y="30711"/>
                  </a:lnTo>
                  <a:lnTo>
                    <a:pt x="702" y="29378"/>
                  </a:lnTo>
                  <a:lnTo>
                    <a:pt x="1037" y="27892"/>
                  </a:lnTo>
                  <a:lnTo>
                    <a:pt x="1785" y="25855"/>
                  </a:lnTo>
                  <a:lnTo>
                    <a:pt x="2212" y="24326"/>
                  </a:lnTo>
                  <a:lnTo>
                    <a:pt x="2225" y="23353"/>
                  </a:lnTo>
                  <a:lnTo>
                    <a:pt x="2543" y="19665"/>
                  </a:lnTo>
                  <a:lnTo>
                    <a:pt x="2667" y="18119"/>
                  </a:lnTo>
                  <a:lnTo>
                    <a:pt x="2882" y="16474"/>
                  </a:lnTo>
                  <a:lnTo>
                    <a:pt x="3223" y="13129"/>
                  </a:lnTo>
                  <a:lnTo>
                    <a:pt x="3270" y="6839"/>
                  </a:lnTo>
                  <a:lnTo>
                    <a:pt x="4410" y="1647"/>
                  </a:lnTo>
                  <a:lnTo>
                    <a:pt x="5524" y="230"/>
                  </a:lnTo>
                  <a:lnTo>
                    <a:pt x="5967" y="0"/>
                  </a:lnTo>
                  <a:lnTo>
                    <a:pt x="5898" y="1379"/>
                  </a:lnTo>
                  <a:close/>
                </a:path>
              </a:pathLst>
            </a:custGeom>
            <a:solidFill>
              <a:srgbClr val="EEF5E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g744"/>
            <p:cNvSpPr/>
            <p:nvPr/>
          </p:nvSpPr>
          <p:spPr>
            <a:xfrm>
              <a:off x="4958537" y="3755547"/>
              <a:ext cx="3668" cy="5563"/>
            </a:xfrm>
            <a:custGeom>
              <a:avLst/>
              <a:pathLst>
                <a:path w="3668" h="5563">
                  <a:moveTo>
                    <a:pt x="3045" y="3985"/>
                  </a:moveTo>
                  <a:lnTo>
                    <a:pt x="3668" y="5563"/>
                  </a:lnTo>
                  <a:lnTo>
                    <a:pt x="2218" y="4325"/>
                  </a:lnTo>
                  <a:lnTo>
                    <a:pt x="147" y="1731"/>
                  </a:lnTo>
                  <a:lnTo>
                    <a:pt x="0" y="0"/>
                  </a:lnTo>
                  <a:lnTo>
                    <a:pt x="1748" y="2623"/>
                  </a:lnTo>
                  <a:close/>
                </a:path>
              </a:pathLst>
            </a:custGeom>
            <a:solidFill>
              <a:srgbClr val="EEF5E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g745"/>
            <p:cNvSpPr/>
            <p:nvPr/>
          </p:nvSpPr>
          <p:spPr>
            <a:xfrm>
              <a:off x="4832376" y="3751703"/>
              <a:ext cx="3387" cy="7456"/>
            </a:xfrm>
            <a:custGeom>
              <a:avLst/>
              <a:pathLst>
                <a:path w="3387" h="7456">
                  <a:moveTo>
                    <a:pt x="3331" y="3901"/>
                  </a:moveTo>
                  <a:lnTo>
                    <a:pt x="2138" y="7456"/>
                  </a:lnTo>
                  <a:lnTo>
                    <a:pt x="1305" y="7274"/>
                  </a:lnTo>
                  <a:lnTo>
                    <a:pt x="312" y="4937"/>
                  </a:lnTo>
                  <a:lnTo>
                    <a:pt x="22" y="2374"/>
                  </a:lnTo>
                  <a:lnTo>
                    <a:pt x="0" y="1448"/>
                  </a:lnTo>
                  <a:lnTo>
                    <a:pt x="680" y="0"/>
                  </a:lnTo>
                  <a:lnTo>
                    <a:pt x="2959" y="490"/>
                  </a:lnTo>
                  <a:lnTo>
                    <a:pt x="3387" y="1771"/>
                  </a:lnTo>
                  <a:close/>
                </a:path>
              </a:pathLst>
            </a:custGeom>
            <a:solidFill>
              <a:srgbClr val="EEF5E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g746"/>
            <p:cNvSpPr/>
            <p:nvPr/>
          </p:nvSpPr>
          <p:spPr>
            <a:xfrm>
              <a:off x="4898462" y="3737927"/>
              <a:ext cx="2084" cy="3638"/>
            </a:xfrm>
            <a:custGeom>
              <a:avLst/>
              <a:pathLst>
                <a:path w="2084" h="3638">
                  <a:moveTo>
                    <a:pt x="2084" y="2089"/>
                  </a:moveTo>
                  <a:lnTo>
                    <a:pt x="0" y="3638"/>
                  </a:lnTo>
                  <a:lnTo>
                    <a:pt x="447" y="758"/>
                  </a:lnTo>
                  <a:lnTo>
                    <a:pt x="730" y="0"/>
                  </a:lnTo>
                  <a:lnTo>
                    <a:pt x="1763" y="784"/>
                  </a:lnTo>
                  <a:close/>
                </a:path>
              </a:pathLst>
            </a:custGeom>
            <a:solidFill>
              <a:srgbClr val="EEF5E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g747"/>
            <p:cNvSpPr/>
            <p:nvPr/>
          </p:nvSpPr>
          <p:spPr>
            <a:xfrm>
              <a:off x="4892776" y="3737855"/>
              <a:ext cx="4924" cy="7644"/>
            </a:xfrm>
            <a:custGeom>
              <a:avLst/>
              <a:pathLst>
                <a:path w="4924" h="7644">
                  <a:moveTo>
                    <a:pt x="4272" y="4795"/>
                  </a:moveTo>
                  <a:lnTo>
                    <a:pt x="3959" y="5875"/>
                  </a:lnTo>
                  <a:lnTo>
                    <a:pt x="3251" y="6587"/>
                  </a:lnTo>
                  <a:lnTo>
                    <a:pt x="2658" y="6512"/>
                  </a:lnTo>
                  <a:lnTo>
                    <a:pt x="2851" y="5476"/>
                  </a:lnTo>
                  <a:lnTo>
                    <a:pt x="2704" y="4870"/>
                  </a:lnTo>
                  <a:lnTo>
                    <a:pt x="2264" y="5145"/>
                  </a:lnTo>
                  <a:lnTo>
                    <a:pt x="1550" y="5976"/>
                  </a:lnTo>
                  <a:lnTo>
                    <a:pt x="646" y="7644"/>
                  </a:lnTo>
                  <a:lnTo>
                    <a:pt x="114" y="6818"/>
                  </a:lnTo>
                  <a:lnTo>
                    <a:pt x="0" y="5526"/>
                  </a:lnTo>
                  <a:lnTo>
                    <a:pt x="30" y="4937"/>
                  </a:lnTo>
                  <a:lnTo>
                    <a:pt x="1111" y="2617"/>
                  </a:lnTo>
                  <a:lnTo>
                    <a:pt x="2365" y="2221"/>
                  </a:lnTo>
                  <a:lnTo>
                    <a:pt x="4135" y="0"/>
                  </a:lnTo>
                  <a:lnTo>
                    <a:pt x="4924" y="106"/>
                  </a:lnTo>
                  <a:lnTo>
                    <a:pt x="4736" y="1517"/>
                  </a:lnTo>
                  <a:lnTo>
                    <a:pt x="4460" y="2522"/>
                  </a:lnTo>
                  <a:lnTo>
                    <a:pt x="4295" y="3572"/>
                  </a:lnTo>
                  <a:close/>
                </a:path>
              </a:pathLst>
            </a:custGeom>
            <a:solidFill>
              <a:srgbClr val="EEF5E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g748"/>
            <p:cNvSpPr/>
            <p:nvPr/>
          </p:nvSpPr>
          <p:spPr>
            <a:xfrm>
              <a:off x="4900821" y="3737339"/>
              <a:ext cx="1673" cy="3182"/>
            </a:xfrm>
            <a:custGeom>
              <a:avLst/>
              <a:pathLst>
                <a:path w="1673" h="3182">
                  <a:moveTo>
                    <a:pt x="1673" y="1538"/>
                  </a:moveTo>
                  <a:lnTo>
                    <a:pt x="1644" y="2787"/>
                  </a:lnTo>
                  <a:lnTo>
                    <a:pt x="1561" y="3182"/>
                  </a:lnTo>
                  <a:lnTo>
                    <a:pt x="897" y="2747"/>
                  </a:lnTo>
                  <a:lnTo>
                    <a:pt x="418" y="2770"/>
                  </a:lnTo>
                  <a:lnTo>
                    <a:pt x="0" y="513"/>
                  </a:lnTo>
                  <a:lnTo>
                    <a:pt x="119" y="0"/>
                  </a:lnTo>
                  <a:lnTo>
                    <a:pt x="991" y="646"/>
                  </a:lnTo>
                  <a:lnTo>
                    <a:pt x="1320" y="877"/>
                  </a:lnTo>
                  <a:close/>
                </a:path>
              </a:pathLst>
            </a:custGeom>
            <a:solidFill>
              <a:srgbClr val="EEF5E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g749"/>
            <p:cNvSpPr/>
            <p:nvPr/>
          </p:nvSpPr>
          <p:spPr>
            <a:xfrm>
              <a:off x="4751423" y="3734534"/>
              <a:ext cx="1223" cy="6997"/>
            </a:xfrm>
            <a:custGeom>
              <a:avLst/>
              <a:pathLst>
                <a:path w="1223" h="6997">
                  <a:moveTo>
                    <a:pt x="1189" y="1907"/>
                  </a:moveTo>
                  <a:lnTo>
                    <a:pt x="746" y="6997"/>
                  </a:lnTo>
                  <a:lnTo>
                    <a:pt x="0" y="4112"/>
                  </a:lnTo>
                  <a:lnTo>
                    <a:pt x="837" y="692"/>
                  </a:lnTo>
                  <a:lnTo>
                    <a:pt x="1223" y="0"/>
                  </a:lnTo>
                  <a:close/>
                </a:path>
              </a:pathLst>
            </a:custGeom>
            <a:solidFill>
              <a:srgbClr val="EEF5E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g750"/>
            <p:cNvSpPr/>
            <p:nvPr/>
          </p:nvSpPr>
          <p:spPr>
            <a:xfrm>
              <a:off x="4887446" y="3730231"/>
              <a:ext cx="1725" cy="3099"/>
            </a:xfrm>
            <a:custGeom>
              <a:avLst/>
              <a:pathLst>
                <a:path w="1725" h="3099">
                  <a:moveTo>
                    <a:pt x="1444" y="1797"/>
                  </a:moveTo>
                  <a:lnTo>
                    <a:pt x="1725" y="3099"/>
                  </a:lnTo>
                  <a:lnTo>
                    <a:pt x="528" y="2276"/>
                  </a:lnTo>
                  <a:lnTo>
                    <a:pt x="0" y="1001"/>
                  </a:lnTo>
                  <a:lnTo>
                    <a:pt x="521" y="213"/>
                  </a:lnTo>
                  <a:lnTo>
                    <a:pt x="814" y="0"/>
                  </a:lnTo>
                  <a:close/>
                </a:path>
              </a:pathLst>
            </a:custGeom>
            <a:solidFill>
              <a:srgbClr val="EEF5E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g751"/>
            <p:cNvSpPr/>
            <p:nvPr/>
          </p:nvSpPr>
          <p:spPr>
            <a:xfrm>
              <a:off x="4747667" y="3730136"/>
              <a:ext cx="3659" cy="23728"/>
            </a:xfrm>
            <a:custGeom>
              <a:avLst/>
              <a:pathLst>
                <a:path w="3659" h="23728">
                  <a:moveTo>
                    <a:pt x="3472" y="18234"/>
                  </a:moveTo>
                  <a:lnTo>
                    <a:pt x="914" y="23728"/>
                  </a:lnTo>
                  <a:lnTo>
                    <a:pt x="492" y="22334"/>
                  </a:lnTo>
                  <a:lnTo>
                    <a:pt x="714" y="16736"/>
                  </a:lnTo>
                  <a:lnTo>
                    <a:pt x="0" y="13262"/>
                  </a:lnTo>
                  <a:lnTo>
                    <a:pt x="49" y="10676"/>
                  </a:lnTo>
                  <a:lnTo>
                    <a:pt x="551" y="6111"/>
                  </a:lnTo>
                  <a:lnTo>
                    <a:pt x="1206" y="2614"/>
                  </a:lnTo>
                  <a:lnTo>
                    <a:pt x="2693" y="274"/>
                  </a:lnTo>
                  <a:lnTo>
                    <a:pt x="3063" y="0"/>
                  </a:lnTo>
                  <a:lnTo>
                    <a:pt x="2970" y="4247"/>
                  </a:lnTo>
                  <a:lnTo>
                    <a:pt x="3268" y="5843"/>
                  </a:lnTo>
                  <a:lnTo>
                    <a:pt x="3372" y="7208"/>
                  </a:lnTo>
                  <a:lnTo>
                    <a:pt x="3213" y="8382"/>
                  </a:lnTo>
                  <a:lnTo>
                    <a:pt x="3495" y="13813"/>
                  </a:lnTo>
                  <a:lnTo>
                    <a:pt x="3659" y="15126"/>
                  </a:lnTo>
                  <a:lnTo>
                    <a:pt x="3301" y="16837"/>
                  </a:lnTo>
                  <a:close/>
                </a:path>
              </a:pathLst>
            </a:custGeom>
            <a:solidFill>
              <a:srgbClr val="EEF5E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g752"/>
            <p:cNvSpPr/>
            <p:nvPr/>
          </p:nvSpPr>
          <p:spPr>
            <a:xfrm>
              <a:off x="4869638" y="3724645"/>
              <a:ext cx="14841" cy="22409"/>
            </a:xfrm>
            <a:custGeom>
              <a:avLst/>
              <a:pathLst>
                <a:path w="14841" h="22409">
                  <a:moveTo>
                    <a:pt x="10172" y="669"/>
                  </a:moveTo>
                  <a:lnTo>
                    <a:pt x="12175" y="2977"/>
                  </a:lnTo>
                  <a:lnTo>
                    <a:pt x="12631" y="4484"/>
                  </a:lnTo>
                  <a:lnTo>
                    <a:pt x="12990" y="6273"/>
                  </a:lnTo>
                  <a:lnTo>
                    <a:pt x="13384" y="7257"/>
                  </a:lnTo>
                  <a:lnTo>
                    <a:pt x="13856" y="8062"/>
                  </a:lnTo>
                  <a:lnTo>
                    <a:pt x="14635" y="9626"/>
                  </a:lnTo>
                  <a:lnTo>
                    <a:pt x="14841" y="11992"/>
                  </a:lnTo>
                  <a:lnTo>
                    <a:pt x="14662" y="16777"/>
                  </a:lnTo>
                  <a:lnTo>
                    <a:pt x="13755" y="17198"/>
                  </a:lnTo>
                  <a:lnTo>
                    <a:pt x="12901" y="17896"/>
                  </a:lnTo>
                  <a:lnTo>
                    <a:pt x="11144" y="20664"/>
                  </a:lnTo>
                  <a:lnTo>
                    <a:pt x="10279" y="21206"/>
                  </a:lnTo>
                  <a:lnTo>
                    <a:pt x="9355" y="21391"/>
                  </a:lnTo>
                  <a:lnTo>
                    <a:pt x="8699" y="22115"/>
                  </a:lnTo>
                  <a:lnTo>
                    <a:pt x="8041" y="22409"/>
                  </a:lnTo>
                  <a:lnTo>
                    <a:pt x="6339" y="20874"/>
                  </a:lnTo>
                  <a:lnTo>
                    <a:pt x="4687" y="19071"/>
                  </a:lnTo>
                  <a:lnTo>
                    <a:pt x="2292" y="15954"/>
                  </a:lnTo>
                  <a:lnTo>
                    <a:pt x="1850" y="15192"/>
                  </a:lnTo>
                  <a:lnTo>
                    <a:pt x="1465" y="13519"/>
                  </a:lnTo>
                  <a:lnTo>
                    <a:pt x="366" y="10512"/>
                  </a:lnTo>
                  <a:lnTo>
                    <a:pt x="91" y="8587"/>
                  </a:lnTo>
                  <a:lnTo>
                    <a:pt x="0" y="3110"/>
                  </a:lnTo>
                  <a:lnTo>
                    <a:pt x="287" y="1858"/>
                  </a:lnTo>
                  <a:lnTo>
                    <a:pt x="753" y="1188"/>
                  </a:lnTo>
                  <a:lnTo>
                    <a:pt x="2354" y="2449"/>
                  </a:lnTo>
                  <a:lnTo>
                    <a:pt x="3409" y="1122"/>
                  </a:lnTo>
                  <a:lnTo>
                    <a:pt x="6442" y="0"/>
                  </a:lnTo>
                  <a:lnTo>
                    <a:pt x="9528" y="115"/>
                  </a:lnTo>
                  <a:close/>
                </a:path>
              </a:pathLst>
            </a:custGeom>
            <a:solidFill>
              <a:srgbClr val="EEF5E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g753"/>
            <p:cNvSpPr/>
            <p:nvPr/>
          </p:nvSpPr>
          <p:spPr>
            <a:xfrm>
              <a:off x="4891670" y="3720841"/>
              <a:ext cx="1872" cy="2467"/>
            </a:xfrm>
            <a:custGeom>
              <a:avLst/>
              <a:pathLst>
                <a:path w="1872" h="2467">
                  <a:moveTo>
                    <a:pt x="1872" y="0"/>
                  </a:moveTo>
                  <a:lnTo>
                    <a:pt x="1260" y="2467"/>
                  </a:lnTo>
                  <a:lnTo>
                    <a:pt x="186" y="2357"/>
                  </a:lnTo>
                  <a:lnTo>
                    <a:pt x="0" y="2005"/>
                  </a:lnTo>
                  <a:lnTo>
                    <a:pt x="1268" y="467"/>
                  </a:lnTo>
                  <a:close/>
                </a:path>
              </a:pathLst>
            </a:custGeom>
            <a:solidFill>
              <a:srgbClr val="EEF5E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g754"/>
            <p:cNvSpPr/>
            <p:nvPr/>
          </p:nvSpPr>
          <p:spPr>
            <a:xfrm>
              <a:off x="4634625" y="3719730"/>
              <a:ext cx="2044" cy="3734"/>
            </a:xfrm>
            <a:custGeom>
              <a:avLst/>
              <a:pathLst>
                <a:path w="2044" h="3734">
                  <a:moveTo>
                    <a:pt x="1749" y="3142"/>
                  </a:moveTo>
                  <a:lnTo>
                    <a:pt x="1545" y="3734"/>
                  </a:lnTo>
                  <a:lnTo>
                    <a:pt x="869" y="3413"/>
                  </a:lnTo>
                  <a:lnTo>
                    <a:pt x="383" y="2597"/>
                  </a:lnTo>
                  <a:lnTo>
                    <a:pt x="77" y="1817"/>
                  </a:lnTo>
                  <a:lnTo>
                    <a:pt x="0" y="1001"/>
                  </a:lnTo>
                  <a:lnTo>
                    <a:pt x="658" y="0"/>
                  </a:lnTo>
                  <a:lnTo>
                    <a:pt x="2044" y="1035"/>
                  </a:lnTo>
                  <a:close/>
                </a:path>
              </a:pathLst>
            </a:custGeom>
            <a:solidFill>
              <a:srgbClr val="EEF5E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g755"/>
            <p:cNvSpPr/>
            <p:nvPr/>
          </p:nvSpPr>
          <p:spPr>
            <a:xfrm>
              <a:off x="4642663" y="3717832"/>
              <a:ext cx="1185" cy="2677"/>
            </a:xfrm>
            <a:custGeom>
              <a:avLst/>
              <a:pathLst>
                <a:path w="1185" h="2677">
                  <a:moveTo>
                    <a:pt x="864" y="1916"/>
                  </a:moveTo>
                  <a:lnTo>
                    <a:pt x="370" y="2677"/>
                  </a:lnTo>
                  <a:lnTo>
                    <a:pt x="83" y="1947"/>
                  </a:lnTo>
                  <a:lnTo>
                    <a:pt x="0" y="1131"/>
                  </a:lnTo>
                  <a:lnTo>
                    <a:pt x="205" y="100"/>
                  </a:lnTo>
                  <a:lnTo>
                    <a:pt x="877" y="0"/>
                  </a:lnTo>
                  <a:lnTo>
                    <a:pt x="1185" y="305"/>
                  </a:lnTo>
                  <a:close/>
                </a:path>
              </a:pathLst>
            </a:custGeom>
            <a:solidFill>
              <a:srgbClr val="EEF5E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g756"/>
            <p:cNvSpPr/>
            <p:nvPr/>
          </p:nvSpPr>
          <p:spPr>
            <a:xfrm>
              <a:off x="4892202" y="3716386"/>
              <a:ext cx="36342" cy="31675"/>
            </a:xfrm>
            <a:custGeom>
              <a:avLst/>
              <a:pathLst>
                <a:path w="36342" h="31675">
                  <a:moveTo>
                    <a:pt x="22872" y="2366"/>
                  </a:moveTo>
                  <a:lnTo>
                    <a:pt x="25671" y="5641"/>
                  </a:lnTo>
                  <a:lnTo>
                    <a:pt x="27122" y="6123"/>
                  </a:lnTo>
                  <a:lnTo>
                    <a:pt x="29562" y="5696"/>
                  </a:lnTo>
                  <a:lnTo>
                    <a:pt x="30482" y="6016"/>
                  </a:lnTo>
                  <a:lnTo>
                    <a:pt x="32807" y="10197"/>
                  </a:lnTo>
                  <a:lnTo>
                    <a:pt x="33486" y="13069"/>
                  </a:lnTo>
                  <a:lnTo>
                    <a:pt x="33682" y="15547"/>
                  </a:lnTo>
                  <a:lnTo>
                    <a:pt x="34040" y="17899"/>
                  </a:lnTo>
                  <a:lnTo>
                    <a:pt x="34613" y="18485"/>
                  </a:lnTo>
                  <a:lnTo>
                    <a:pt x="35288" y="18704"/>
                  </a:lnTo>
                  <a:lnTo>
                    <a:pt x="36167" y="22089"/>
                  </a:lnTo>
                  <a:lnTo>
                    <a:pt x="36342" y="23183"/>
                  </a:lnTo>
                  <a:lnTo>
                    <a:pt x="35673" y="31675"/>
                  </a:lnTo>
                  <a:lnTo>
                    <a:pt x="32935" y="28458"/>
                  </a:lnTo>
                  <a:lnTo>
                    <a:pt x="30287" y="24805"/>
                  </a:lnTo>
                  <a:lnTo>
                    <a:pt x="29149" y="23448"/>
                  </a:lnTo>
                  <a:lnTo>
                    <a:pt x="26100" y="20358"/>
                  </a:lnTo>
                  <a:lnTo>
                    <a:pt x="25632" y="19299"/>
                  </a:lnTo>
                  <a:lnTo>
                    <a:pt x="25290" y="17902"/>
                  </a:lnTo>
                  <a:lnTo>
                    <a:pt x="23962" y="15998"/>
                  </a:lnTo>
                  <a:lnTo>
                    <a:pt x="21312" y="15703"/>
                  </a:lnTo>
                  <a:lnTo>
                    <a:pt x="20317" y="15752"/>
                  </a:lnTo>
                  <a:lnTo>
                    <a:pt x="19911" y="16038"/>
                  </a:lnTo>
                  <a:lnTo>
                    <a:pt x="20017" y="17062"/>
                  </a:lnTo>
                  <a:lnTo>
                    <a:pt x="20032" y="19146"/>
                  </a:lnTo>
                  <a:lnTo>
                    <a:pt x="19374" y="19723"/>
                  </a:lnTo>
                  <a:lnTo>
                    <a:pt x="17730" y="18407"/>
                  </a:lnTo>
                  <a:lnTo>
                    <a:pt x="16259" y="17934"/>
                  </a:lnTo>
                  <a:lnTo>
                    <a:pt x="14986" y="16650"/>
                  </a:lnTo>
                  <a:lnTo>
                    <a:pt x="13278" y="15966"/>
                  </a:lnTo>
                  <a:lnTo>
                    <a:pt x="13090" y="15319"/>
                  </a:lnTo>
                  <a:lnTo>
                    <a:pt x="13236" y="14358"/>
                  </a:lnTo>
                  <a:lnTo>
                    <a:pt x="13160" y="13455"/>
                  </a:lnTo>
                  <a:lnTo>
                    <a:pt x="12765" y="13106"/>
                  </a:lnTo>
                  <a:lnTo>
                    <a:pt x="11999" y="13273"/>
                  </a:lnTo>
                  <a:lnTo>
                    <a:pt x="11258" y="14180"/>
                  </a:lnTo>
                  <a:lnTo>
                    <a:pt x="10643" y="15210"/>
                  </a:lnTo>
                  <a:lnTo>
                    <a:pt x="9737" y="18049"/>
                  </a:lnTo>
                  <a:lnTo>
                    <a:pt x="9274" y="19137"/>
                  </a:lnTo>
                  <a:lnTo>
                    <a:pt x="7783" y="19602"/>
                  </a:lnTo>
                  <a:lnTo>
                    <a:pt x="7165" y="19328"/>
                  </a:lnTo>
                  <a:lnTo>
                    <a:pt x="6597" y="18623"/>
                  </a:lnTo>
                  <a:lnTo>
                    <a:pt x="4899" y="13438"/>
                  </a:lnTo>
                  <a:lnTo>
                    <a:pt x="4327" y="12318"/>
                  </a:lnTo>
                  <a:lnTo>
                    <a:pt x="3689" y="11404"/>
                  </a:lnTo>
                  <a:lnTo>
                    <a:pt x="3096" y="10982"/>
                  </a:lnTo>
                  <a:lnTo>
                    <a:pt x="2488" y="11770"/>
                  </a:lnTo>
                  <a:lnTo>
                    <a:pt x="2167" y="13380"/>
                  </a:lnTo>
                  <a:lnTo>
                    <a:pt x="2023" y="15293"/>
                  </a:lnTo>
                  <a:lnTo>
                    <a:pt x="1854" y="16393"/>
                  </a:lnTo>
                  <a:lnTo>
                    <a:pt x="1122" y="19460"/>
                  </a:lnTo>
                  <a:lnTo>
                    <a:pt x="517" y="21284"/>
                  </a:lnTo>
                  <a:lnTo>
                    <a:pt x="297" y="20995"/>
                  </a:lnTo>
                  <a:lnTo>
                    <a:pt x="608" y="18069"/>
                  </a:lnTo>
                  <a:lnTo>
                    <a:pt x="609" y="16419"/>
                  </a:lnTo>
                  <a:lnTo>
                    <a:pt x="234" y="14673"/>
                  </a:lnTo>
                  <a:lnTo>
                    <a:pt x="0" y="12893"/>
                  </a:lnTo>
                  <a:lnTo>
                    <a:pt x="2869" y="4397"/>
                  </a:lnTo>
                  <a:lnTo>
                    <a:pt x="3907" y="2369"/>
                  </a:lnTo>
                  <a:lnTo>
                    <a:pt x="8432" y="1667"/>
                  </a:lnTo>
                  <a:lnTo>
                    <a:pt x="11122" y="2094"/>
                  </a:lnTo>
                  <a:lnTo>
                    <a:pt x="12587" y="1887"/>
                  </a:lnTo>
                  <a:lnTo>
                    <a:pt x="13566" y="1263"/>
                  </a:lnTo>
                  <a:lnTo>
                    <a:pt x="14378" y="1558"/>
                  </a:lnTo>
                  <a:lnTo>
                    <a:pt x="14580" y="3231"/>
                  </a:lnTo>
                  <a:lnTo>
                    <a:pt x="15092" y="4469"/>
                  </a:lnTo>
                  <a:lnTo>
                    <a:pt x="15800" y="4366"/>
                  </a:lnTo>
                  <a:lnTo>
                    <a:pt x="17082" y="3053"/>
                  </a:lnTo>
                  <a:lnTo>
                    <a:pt x="18197" y="1027"/>
                  </a:lnTo>
                  <a:lnTo>
                    <a:pt x="18882" y="147"/>
                  </a:lnTo>
                  <a:lnTo>
                    <a:pt x="19575" y="0"/>
                  </a:lnTo>
                  <a:lnTo>
                    <a:pt x="20292" y="135"/>
                  </a:lnTo>
                  <a:lnTo>
                    <a:pt x="20993" y="603"/>
                  </a:lnTo>
                  <a:close/>
                </a:path>
              </a:pathLst>
            </a:custGeom>
            <a:solidFill>
              <a:srgbClr val="EEF5E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g757"/>
            <p:cNvSpPr/>
            <p:nvPr/>
          </p:nvSpPr>
          <p:spPr>
            <a:xfrm>
              <a:off x="4554633" y="3716311"/>
              <a:ext cx="3528" cy="16113"/>
            </a:xfrm>
            <a:custGeom>
              <a:avLst/>
              <a:pathLst>
                <a:path w="3528" h="16113">
                  <a:moveTo>
                    <a:pt x="2995" y="11810"/>
                  </a:moveTo>
                  <a:lnTo>
                    <a:pt x="3483" y="16113"/>
                  </a:lnTo>
                  <a:lnTo>
                    <a:pt x="2032" y="13178"/>
                  </a:lnTo>
                  <a:lnTo>
                    <a:pt x="2061" y="11098"/>
                  </a:lnTo>
                  <a:lnTo>
                    <a:pt x="1861" y="9747"/>
                  </a:lnTo>
                  <a:lnTo>
                    <a:pt x="983" y="8088"/>
                  </a:lnTo>
                  <a:lnTo>
                    <a:pt x="304" y="6016"/>
                  </a:lnTo>
                  <a:lnTo>
                    <a:pt x="0" y="1093"/>
                  </a:lnTo>
                  <a:lnTo>
                    <a:pt x="234" y="69"/>
                  </a:lnTo>
                  <a:lnTo>
                    <a:pt x="808" y="0"/>
                  </a:lnTo>
                  <a:lnTo>
                    <a:pt x="3355" y="6463"/>
                  </a:lnTo>
                  <a:lnTo>
                    <a:pt x="3528" y="7557"/>
                  </a:lnTo>
                  <a:lnTo>
                    <a:pt x="3472" y="9860"/>
                  </a:lnTo>
                  <a:lnTo>
                    <a:pt x="3102" y="10581"/>
                  </a:lnTo>
                  <a:close/>
                </a:path>
              </a:pathLst>
            </a:custGeom>
            <a:solidFill>
              <a:srgbClr val="EEF5E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g758"/>
            <p:cNvSpPr/>
            <p:nvPr/>
          </p:nvSpPr>
          <p:spPr>
            <a:xfrm>
              <a:off x="4644625" y="3708837"/>
              <a:ext cx="8861" cy="20583"/>
            </a:xfrm>
            <a:custGeom>
              <a:avLst/>
              <a:pathLst>
                <a:path w="8861" h="20583">
                  <a:moveTo>
                    <a:pt x="7845" y="13810"/>
                  </a:moveTo>
                  <a:lnTo>
                    <a:pt x="7657" y="16924"/>
                  </a:lnTo>
                  <a:lnTo>
                    <a:pt x="7358" y="18098"/>
                  </a:lnTo>
                  <a:lnTo>
                    <a:pt x="6338" y="19639"/>
                  </a:lnTo>
                  <a:lnTo>
                    <a:pt x="5993" y="20583"/>
                  </a:lnTo>
                  <a:lnTo>
                    <a:pt x="5041" y="20433"/>
                  </a:lnTo>
                  <a:lnTo>
                    <a:pt x="4921" y="18802"/>
                  </a:lnTo>
                  <a:lnTo>
                    <a:pt x="4602" y="17700"/>
                  </a:lnTo>
                  <a:lnTo>
                    <a:pt x="3591" y="16430"/>
                  </a:lnTo>
                  <a:lnTo>
                    <a:pt x="3328" y="16736"/>
                  </a:lnTo>
                  <a:lnTo>
                    <a:pt x="3147" y="18629"/>
                  </a:lnTo>
                  <a:lnTo>
                    <a:pt x="1171" y="19954"/>
                  </a:lnTo>
                  <a:lnTo>
                    <a:pt x="621" y="20066"/>
                  </a:lnTo>
                  <a:lnTo>
                    <a:pt x="892" y="17567"/>
                  </a:lnTo>
                  <a:lnTo>
                    <a:pt x="383" y="15605"/>
                  </a:lnTo>
                  <a:lnTo>
                    <a:pt x="342" y="13187"/>
                  </a:lnTo>
                  <a:lnTo>
                    <a:pt x="248" y="12128"/>
                  </a:lnTo>
                  <a:lnTo>
                    <a:pt x="0" y="11519"/>
                  </a:lnTo>
                  <a:lnTo>
                    <a:pt x="504" y="9834"/>
                  </a:lnTo>
                  <a:lnTo>
                    <a:pt x="422" y="7961"/>
                  </a:lnTo>
                  <a:lnTo>
                    <a:pt x="952" y="5947"/>
                  </a:lnTo>
                  <a:lnTo>
                    <a:pt x="1253" y="1064"/>
                  </a:lnTo>
                  <a:lnTo>
                    <a:pt x="3343" y="0"/>
                  </a:lnTo>
                  <a:lnTo>
                    <a:pt x="3793" y="868"/>
                  </a:lnTo>
                  <a:lnTo>
                    <a:pt x="6226" y="1970"/>
                  </a:lnTo>
                  <a:lnTo>
                    <a:pt x="7941" y="4925"/>
                  </a:lnTo>
                  <a:lnTo>
                    <a:pt x="8861" y="8856"/>
                  </a:lnTo>
                  <a:close/>
                </a:path>
              </a:pathLst>
            </a:custGeom>
            <a:solidFill>
              <a:srgbClr val="EEF5E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pg759"/>
            <p:cNvSpPr/>
            <p:nvPr/>
          </p:nvSpPr>
          <p:spPr>
            <a:xfrm>
              <a:off x="4552060" y="3708246"/>
              <a:ext cx="2875" cy="9193"/>
            </a:xfrm>
            <a:custGeom>
              <a:avLst/>
              <a:pathLst>
                <a:path w="2875" h="9193">
                  <a:moveTo>
                    <a:pt x="2875" y="6818"/>
                  </a:moveTo>
                  <a:lnTo>
                    <a:pt x="2005" y="9193"/>
                  </a:lnTo>
                  <a:lnTo>
                    <a:pt x="570" y="9144"/>
                  </a:lnTo>
                  <a:lnTo>
                    <a:pt x="289" y="7670"/>
                  </a:lnTo>
                  <a:lnTo>
                    <a:pt x="349" y="4109"/>
                  </a:lnTo>
                  <a:lnTo>
                    <a:pt x="0" y="2940"/>
                  </a:lnTo>
                  <a:lnTo>
                    <a:pt x="14" y="2478"/>
                  </a:lnTo>
                  <a:lnTo>
                    <a:pt x="240" y="447"/>
                  </a:lnTo>
                  <a:lnTo>
                    <a:pt x="533" y="0"/>
                  </a:lnTo>
                  <a:lnTo>
                    <a:pt x="2849" y="5006"/>
                  </a:lnTo>
                  <a:close/>
                </a:path>
              </a:pathLst>
            </a:custGeom>
            <a:solidFill>
              <a:srgbClr val="EEF5E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" name="pg760"/>
            <p:cNvSpPr/>
            <p:nvPr/>
          </p:nvSpPr>
          <p:spPr>
            <a:xfrm>
              <a:off x="4970896" y="3693985"/>
              <a:ext cx="1023" cy="3283"/>
            </a:xfrm>
            <a:custGeom>
              <a:avLst/>
              <a:pathLst>
                <a:path w="1023" h="3283">
                  <a:moveTo>
                    <a:pt x="477" y="2833"/>
                  </a:moveTo>
                  <a:lnTo>
                    <a:pt x="123" y="3283"/>
                  </a:lnTo>
                  <a:lnTo>
                    <a:pt x="0" y="1996"/>
                  </a:lnTo>
                  <a:lnTo>
                    <a:pt x="191" y="274"/>
                  </a:lnTo>
                  <a:lnTo>
                    <a:pt x="420" y="0"/>
                  </a:lnTo>
                  <a:lnTo>
                    <a:pt x="682" y="92"/>
                  </a:lnTo>
                  <a:lnTo>
                    <a:pt x="1023" y="712"/>
                  </a:lnTo>
                  <a:close/>
                </a:path>
              </a:pathLst>
            </a:custGeom>
            <a:solidFill>
              <a:srgbClr val="EEF5E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" name="pg761"/>
            <p:cNvSpPr/>
            <p:nvPr/>
          </p:nvSpPr>
          <p:spPr>
            <a:xfrm>
              <a:off x="4546810" y="3693659"/>
              <a:ext cx="3783" cy="10434"/>
            </a:xfrm>
            <a:custGeom>
              <a:avLst/>
              <a:pathLst>
                <a:path w="3783" h="10434">
                  <a:moveTo>
                    <a:pt x="3725" y="9646"/>
                  </a:moveTo>
                  <a:lnTo>
                    <a:pt x="3783" y="10434"/>
                  </a:lnTo>
                  <a:lnTo>
                    <a:pt x="1800" y="7834"/>
                  </a:lnTo>
                  <a:lnTo>
                    <a:pt x="848" y="7118"/>
                  </a:lnTo>
                  <a:lnTo>
                    <a:pt x="0" y="4282"/>
                  </a:lnTo>
                  <a:lnTo>
                    <a:pt x="261" y="2920"/>
                  </a:lnTo>
                  <a:lnTo>
                    <a:pt x="297" y="1021"/>
                  </a:lnTo>
                  <a:lnTo>
                    <a:pt x="423" y="271"/>
                  </a:lnTo>
                  <a:lnTo>
                    <a:pt x="1031" y="0"/>
                  </a:lnTo>
                  <a:lnTo>
                    <a:pt x="1816" y="1382"/>
                  </a:lnTo>
                  <a:lnTo>
                    <a:pt x="2405" y="4761"/>
                  </a:lnTo>
                  <a:lnTo>
                    <a:pt x="3391" y="7912"/>
                  </a:lnTo>
                  <a:close/>
                </a:path>
              </a:pathLst>
            </a:custGeom>
            <a:solidFill>
              <a:srgbClr val="EEF5E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" name="pg762"/>
            <p:cNvSpPr/>
            <p:nvPr/>
          </p:nvSpPr>
          <p:spPr>
            <a:xfrm>
              <a:off x="4867644" y="3692424"/>
              <a:ext cx="2471" cy="14615"/>
            </a:xfrm>
            <a:custGeom>
              <a:avLst/>
              <a:pathLst>
                <a:path w="2471" h="14615">
                  <a:moveTo>
                    <a:pt x="2342" y="14079"/>
                  </a:moveTo>
                  <a:lnTo>
                    <a:pt x="2132" y="14615"/>
                  </a:lnTo>
                  <a:lnTo>
                    <a:pt x="1402" y="13020"/>
                  </a:lnTo>
                  <a:lnTo>
                    <a:pt x="910" y="8509"/>
                  </a:lnTo>
                  <a:lnTo>
                    <a:pt x="491" y="7309"/>
                  </a:lnTo>
                  <a:lnTo>
                    <a:pt x="0" y="3024"/>
                  </a:lnTo>
                  <a:lnTo>
                    <a:pt x="126" y="1806"/>
                  </a:lnTo>
                  <a:lnTo>
                    <a:pt x="729" y="0"/>
                  </a:lnTo>
                  <a:lnTo>
                    <a:pt x="1217" y="28"/>
                  </a:lnTo>
                  <a:lnTo>
                    <a:pt x="1581" y="1093"/>
                  </a:lnTo>
                  <a:lnTo>
                    <a:pt x="1378" y="5710"/>
                  </a:lnTo>
                  <a:lnTo>
                    <a:pt x="2471" y="11554"/>
                  </a:lnTo>
                  <a:close/>
                </a:path>
              </a:pathLst>
            </a:custGeom>
            <a:solidFill>
              <a:srgbClr val="EEF5E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" name="pg763"/>
            <p:cNvSpPr/>
            <p:nvPr/>
          </p:nvSpPr>
          <p:spPr>
            <a:xfrm>
              <a:off x="4842226" y="3689573"/>
              <a:ext cx="1081" cy="3468"/>
            </a:xfrm>
            <a:custGeom>
              <a:avLst/>
              <a:pathLst>
                <a:path w="1081" h="3468">
                  <a:moveTo>
                    <a:pt x="865" y="2279"/>
                  </a:moveTo>
                  <a:lnTo>
                    <a:pt x="1081" y="3468"/>
                  </a:lnTo>
                  <a:lnTo>
                    <a:pt x="320" y="3428"/>
                  </a:lnTo>
                  <a:lnTo>
                    <a:pt x="0" y="1191"/>
                  </a:lnTo>
                  <a:lnTo>
                    <a:pt x="76" y="0"/>
                  </a:lnTo>
                  <a:close/>
                </a:path>
              </a:pathLst>
            </a:custGeom>
            <a:solidFill>
              <a:srgbClr val="EEF5E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" name="pg764"/>
            <p:cNvSpPr/>
            <p:nvPr/>
          </p:nvSpPr>
          <p:spPr>
            <a:xfrm>
              <a:off x="4861847" y="3686955"/>
              <a:ext cx="11511" cy="4441"/>
            </a:xfrm>
            <a:custGeom>
              <a:avLst/>
              <a:pathLst>
                <a:path w="11511" h="4441">
                  <a:moveTo>
                    <a:pt x="7763" y="0"/>
                  </a:moveTo>
                  <a:lnTo>
                    <a:pt x="11511" y="978"/>
                  </a:lnTo>
                  <a:lnTo>
                    <a:pt x="10979" y="2043"/>
                  </a:lnTo>
                  <a:lnTo>
                    <a:pt x="6937" y="3748"/>
                  </a:lnTo>
                  <a:lnTo>
                    <a:pt x="5504" y="3439"/>
                  </a:lnTo>
                  <a:lnTo>
                    <a:pt x="1121" y="4441"/>
                  </a:lnTo>
                  <a:lnTo>
                    <a:pt x="553" y="4383"/>
                  </a:lnTo>
                  <a:lnTo>
                    <a:pt x="472" y="2732"/>
                  </a:lnTo>
                  <a:lnTo>
                    <a:pt x="0" y="1575"/>
                  </a:lnTo>
                  <a:lnTo>
                    <a:pt x="701" y="568"/>
                  </a:lnTo>
                  <a:lnTo>
                    <a:pt x="1629" y="328"/>
                  </a:lnTo>
                  <a:lnTo>
                    <a:pt x="4059" y="709"/>
                  </a:lnTo>
                  <a:close/>
                </a:path>
              </a:pathLst>
            </a:custGeom>
            <a:solidFill>
              <a:srgbClr val="EEF5E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" name="pg765"/>
            <p:cNvSpPr/>
            <p:nvPr/>
          </p:nvSpPr>
          <p:spPr>
            <a:xfrm>
              <a:off x="4833618" y="3686450"/>
              <a:ext cx="994" cy="3731"/>
            </a:xfrm>
            <a:custGeom>
              <a:avLst/>
              <a:pathLst>
                <a:path w="994" h="3731">
                  <a:moveTo>
                    <a:pt x="994" y="1295"/>
                  </a:moveTo>
                  <a:lnTo>
                    <a:pt x="96" y="3731"/>
                  </a:lnTo>
                  <a:lnTo>
                    <a:pt x="0" y="2429"/>
                  </a:lnTo>
                  <a:lnTo>
                    <a:pt x="182" y="1246"/>
                  </a:lnTo>
                  <a:lnTo>
                    <a:pt x="433" y="415"/>
                  </a:lnTo>
                  <a:lnTo>
                    <a:pt x="811" y="0"/>
                  </a:lnTo>
                  <a:close/>
                </a:path>
              </a:pathLst>
            </a:custGeom>
            <a:solidFill>
              <a:srgbClr val="EEF5E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" name="pg766"/>
            <p:cNvSpPr/>
            <p:nvPr/>
          </p:nvSpPr>
          <p:spPr>
            <a:xfrm>
              <a:off x="4914868" y="3684023"/>
              <a:ext cx="8376" cy="11031"/>
            </a:xfrm>
            <a:custGeom>
              <a:avLst/>
              <a:pathLst>
                <a:path w="8376" h="11031">
                  <a:moveTo>
                    <a:pt x="7502" y="0"/>
                  </a:moveTo>
                  <a:lnTo>
                    <a:pt x="7650" y="1751"/>
                  </a:lnTo>
                  <a:lnTo>
                    <a:pt x="8376" y="3370"/>
                  </a:lnTo>
                  <a:lnTo>
                    <a:pt x="8123" y="5889"/>
                  </a:lnTo>
                  <a:lnTo>
                    <a:pt x="7834" y="6267"/>
                  </a:lnTo>
                  <a:lnTo>
                    <a:pt x="7990" y="7419"/>
                  </a:lnTo>
                  <a:lnTo>
                    <a:pt x="8301" y="8296"/>
                  </a:lnTo>
                  <a:lnTo>
                    <a:pt x="7738" y="8905"/>
                  </a:lnTo>
                  <a:lnTo>
                    <a:pt x="7327" y="8607"/>
                  </a:lnTo>
                  <a:lnTo>
                    <a:pt x="6660" y="9421"/>
                  </a:lnTo>
                  <a:lnTo>
                    <a:pt x="6219" y="10555"/>
                  </a:lnTo>
                  <a:lnTo>
                    <a:pt x="4823" y="11031"/>
                  </a:lnTo>
                  <a:lnTo>
                    <a:pt x="4334" y="9981"/>
                  </a:lnTo>
                  <a:lnTo>
                    <a:pt x="1813" y="8743"/>
                  </a:lnTo>
                  <a:lnTo>
                    <a:pt x="203" y="6025"/>
                  </a:lnTo>
                  <a:lnTo>
                    <a:pt x="0" y="5211"/>
                  </a:lnTo>
                  <a:lnTo>
                    <a:pt x="3119" y="2019"/>
                  </a:lnTo>
                  <a:lnTo>
                    <a:pt x="4485" y="1180"/>
                  </a:lnTo>
                  <a:lnTo>
                    <a:pt x="5629" y="1232"/>
                  </a:lnTo>
                  <a:lnTo>
                    <a:pt x="7071" y="43"/>
                  </a:lnTo>
                  <a:close/>
                </a:path>
              </a:pathLst>
            </a:custGeom>
            <a:solidFill>
              <a:srgbClr val="EEF5E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8" name="pg767"/>
            <p:cNvSpPr/>
            <p:nvPr/>
          </p:nvSpPr>
          <p:spPr>
            <a:xfrm>
              <a:off x="4848959" y="3682410"/>
              <a:ext cx="12071" cy="10962"/>
            </a:xfrm>
            <a:custGeom>
              <a:avLst/>
              <a:pathLst>
                <a:path w="12071" h="10962">
                  <a:moveTo>
                    <a:pt x="7797" y="2054"/>
                  </a:moveTo>
                  <a:lnTo>
                    <a:pt x="8936" y="3104"/>
                  </a:lnTo>
                  <a:lnTo>
                    <a:pt x="9337" y="3099"/>
                  </a:lnTo>
                  <a:lnTo>
                    <a:pt x="9714" y="1872"/>
                  </a:lnTo>
                  <a:lnTo>
                    <a:pt x="9946" y="1673"/>
                  </a:lnTo>
                  <a:lnTo>
                    <a:pt x="10459" y="2273"/>
                  </a:lnTo>
                  <a:lnTo>
                    <a:pt x="10578" y="4264"/>
                  </a:lnTo>
                  <a:lnTo>
                    <a:pt x="11315" y="3987"/>
                  </a:lnTo>
                  <a:lnTo>
                    <a:pt x="11890" y="4668"/>
                  </a:lnTo>
                  <a:lnTo>
                    <a:pt x="12071" y="5145"/>
                  </a:lnTo>
                  <a:lnTo>
                    <a:pt x="11996" y="7127"/>
                  </a:lnTo>
                  <a:lnTo>
                    <a:pt x="9811" y="7476"/>
                  </a:lnTo>
                  <a:lnTo>
                    <a:pt x="8251" y="9075"/>
                  </a:lnTo>
                  <a:lnTo>
                    <a:pt x="6151" y="7638"/>
                  </a:lnTo>
                  <a:lnTo>
                    <a:pt x="3771" y="10114"/>
                  </a:lnTo>
                  <a:lnTo>
                    <a:pt x="2326" y="10962"/>
                  </a:lnTo>
                  <a:lnTo>
                    <a:pt x="1073" y="10910"/>
                  </a:lnTo>
                  <a:lnTo>
                    <a:pt x="0" y="6587"/>
                  </a:lnTo>
                  <a:lnTo>
                    <a:pt x="623" y="1523"/>
                  </a:lnTo>
                  <a:lnTo>
                    <a:pt x="1071" y="689"/>
                  </a:lnTo>
                  <a:lnTo>
                    <a:pt x="1868" y="248"/>
                  </a:lnTo>
                  <a:lnTo>
                    <a:pt x="4073" y="0"/>
                  </a:lnTo>
                  <a:close/>
                </a:path>
              </a:pathLst>
            </a:custGeom>
            <a:solidFill>
              <a:srgbClr val="EEF5E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9" name="pg768"/>
            <p:cNvSpPr/>
            <p:nvPr/>
          </p:nvSpPr>
          <p:spPr>
            <a:xfrm>
              <a:off x="4984725" y="3681106"/>
              <a:ext cx="17340" cy="8919"/>
            </a:xfrm>
            <a:custGeom>
              <a:avLst/>
              <a:pathLst>
                <a:path w="17340" h="8919">
                  <a:moveTo>
                    <a:pt x="54" y="0"/>
                  </a:moveTo>
                  <a:lnTo>
                    <a:pt x="4867" y="1483"/>
                  </a:lnTo>
                  <a:lnTo>
                    <a:pt x="6172" y="1292"/>
                  </a:lnTo>
                  <a:lnTo>
                    <a:pt x="8919" y="1867"/>
                  </a:lnTo>
                  <a:lnTo>
                    <a:pt x="11211" y="3835"/>
                  </a:lnTo>
                  <a:lnTo>
                    <a:pt x="15219" y="4201"/>
                  </a:lnTo>
                  <a:lnTo>
                    <a:pt x="16415" y="4787"/>
                  </a:lnTo>
                  <a:lnTo>
                    <a:pt x="17340" y="6143"/>
                  </a:lnTo>
                  <a:lnTo>
                    <a:pt x="15098" y="7266"/>
                  </a:lnTo>
                  <a:lnTo>
                    <a:pt x="14041" y="8310"/>
                  </a:lnTo>
                  <a:lnTo>
                    <a:pt x="12078" y="8824"/>
                  </a:lnTo>
                  <a:lnTo>
                    <a:pt x="10436" y="8293"/>
                  </a:lnTo>
                  <a:lnTo>
                    <a:pt x="9242" y="8919"/>
                  </a:lnTo>
                  <a:lnTo>
                    <a:pt x="8809" y="7900"/>
                  </a:lnTo>
                  <a:lnTo>
                    <a:pt x="7062" y="6864"/>
                  </a:lnTo>
                  <a:lnTo>
                    <a:pt x="4826" y="4738"/>
                  </a:lnTo>
                  <a:lnTo>
                    <a:pt x="217" y="2262"/>
                  </a:lnTo>
                  <a:lnTo>
                    <a:pt x="0" y="721"/>
                  </a:lnTo>
                  <a:close/>
                </a:path>
              </a:pathLst>
            </a:custGeom>
            <a:solidFill>
              <a:srgbClr val="EEF5E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0" name="pg769"/>
            <p:cNvSpPr/>
            <p:nvPr/>
          </p:nvSpPr>
          <p:spPr>
            <a:xfrm>
              <a:off x="4659740" y="3679571"/>
              <a:ext cx="1866" cy="3598"/>
            </a:xfrm>
            <a:custGeom>
              <a:avLst/>
              <a:pathLst>
                <a:path w="1866" h="3598">
                  <a:moveTo>
                    <a:pt x="1820" y="2357"/>
                  </a:moveTo>
                  <a:lnTo>
                    <a:pt x="416" y="3598"/>
                  </a:lnTo>
                  <a:lnTo>
                    <a:pt x="0" y="825"/>
                  </a:lnTo>
                  <a:lnTo>
                    <a:pt x="896" y="0"/>
                  </a:lnTo>
                  <a:lnTo>
                    <a:pt x="1866" y="715"/>
                  </a:lnTo>
                  <a:close/>
                </a:path>
              </a:pathLst>
            </a:custGeom>
            <a:solidFill>
              <a:srgbClr val="EEF5E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1" name="pg770"/>
            <p:cNvSpPr/>
            <p:nvPr/>
          </p:nvSpPr>
          <p:spPr>
            <a:xfrm>
              <a:off x="4615010" y="3678541"/>
              <a:ext cx="20536" cy="46297"/>
            </a:xfrm>
            <a:custGeom>
              <a:avLst/>
              <a:pathLst>
                <a:path w="20536" h="46297">
                  <a:moveTo>
                    <a:pt x="11118" y="4859"/>
                  </a:moveTo>
                  <a:lnTo>
                    <a:pt x="11537" y="6893"/>
                  </a:lnTo>
                  <a:lnTo>
                    <a:pt x="12111" y="8723"/>
                  </a:lnTo>
                  <a:lnTo>
                    <a:pt x="12532" y="10697"/>
                  </a:lnTo>
                  <a:lnTo>
                    <a:pt x="13105" y="20202"/>
                  </a:lnTo>
                  <a:lnTo>
                    <a:pt x="15020" y="28363"/>
                  </a:lnTo>
                  <a:lnTo>
                    <a:pt x="20536" y="31569"/>
                  </a:lnTo>
                  <a:lnTo>
                    <a:pt x="19632" y="32887"/>
                  </a:lnTo>
                  <a:lnTo>
                    <a:pt x="19173" y="34070"/>
                  </a:lnTo>
                  <a:lnTo>
                    <a:pt x="18834" y="35430"/>
                  </a:lnTo>
                  <a:lnTo>
                    <a:pt x="18020" y="41088"/>
                  </a:lnTo>
                  <a:lnTo>
                    <a:pt x="18099" y="42289"/>
                  </a:lnTo>
                  <a:lnTo>
                    <a:pt x="18575" y="44211"/>
                  </a:lnTo>
                  <a:lnTo>
                    <a:pt x="18692" y="46297"/>
                  </a:lnTo>
                  <a:lnTo>
                    <a:pt x="18002" y="46285"/>
                  </a:lnTo>
                  <a:lnTo>
                    <a:pt x="17225" y="45818"/>
                  </a:lnTo>
                  <a:lnTo>
                    <a:pt x="16607" y="45033"/>
                  </a:lnTo>
                  <a:lnTo>
                    <a:pt x="16030" y="44006"/>
                  </a:lnTo>
                  <a:lnTo>
                    <a:pt x="15404" y="43189"/>
                  </a:lnTo>
                  <a:lnTo>
                    <a:pt x="14724" y="42661"/>
                  </a:lnTo>
                  <a:lnTo>
                    <a:pt x="13609" y="41045"/>
                  </a:lnTo>
                  <a:lnTo>
                    <a:pt x="12095" y="39902"/>
                  </a:lnTo>
                  <a:lnTo>
                    <a:pt x="10546" y="39002"/>
                  </a:lnTo>
                  <a:lnTo>
                    <a:pt x="9796" y="36598"/>
                  </a:lnTo>
                  <a:lnTo>
                    <a:pt x="9440" y="33635"/>
                  </a:lnTo>
                  <a:lnTo>
                    <a:pt x="9818" y="29208"/>
                  </a:lnTo>
                  <a:lnTo>
                    <a:pt x="9435" y="27982"/>
                  </a:lnTo>
                  <a:lnTo>
                    <a:pt x="8884" y="26902"/>
                  </a:lnTo>
                  <a:lnTo>
                    <a:pt x="8207" y="23711"/>
                  </a:lnTo>
                  <a:lnTo>
                    <a:pt x="7951" y="19986"/>
                  </a:lnTo>
                  <a:lnTo>
                    <a:pt x="6969" y="18546"/>
                  </a:lnTo>
                  <a:lnTo>
                    <a:pt x="5674" y="17674"/>
                  </a:lnTo>
                  <a:lnTo>
                    <a:pt x="5110" y="16961"/>
                  </a:lnTo>
                  <a:lnTo>
                    <a:pt x="2552" y="18323"/>
                  </a:lnTo>
                  <a:lnTo>
                    <a:pt x="1939" y="18003"/>
                  </a:lnTo>
                  <a:lnTo>
                    <a:pt x="1392" y="16973"/>
                  </a:lnTo>
                  <a:lnTo>
                    <a:pt x="0" y="15885"/>
                  </a:lnTo>
                  <a:lnTo>
                    <a:pt x="52" y="13819"/>
                  </a:lnTo>
                  <a:lnTo>
                    <a:pt x="702" y="12171"/>
                  </a:lnTo>
                  <a:lnTo>
                    <a:pt x="2227" y="10506"/>
                  </a:lnTo>
                  <a:lnTo>
                    <a:pt x="2942" y="9107"/>
                  </a:lnTo>
                  <a:lnTo>
                    <a:pt x="3084" y="7263"/>
                  </a:lnTo>
                  <a:lnTo>
                    <a:pt x="2813" y="5912"/>
                  </a:lnTo>
                  <a:lnTo>
                    <a:pt x="2921" y="4501"/>
                  </a:lnTo>
                  <a:lnTo>
                    <a:pt x="3403" y="3133"/>
                  </a:lnTo>
                  <a:lnTo>
                    <a:pt x="3975" y="2060"/>
                  </a:lnTo>
                  <a:lnTo>
                    <a:pt x="5509" y="643"/>
                  </a:lnTo>
                  <a:lnTo>
                    <a:pt x="6179" y="3116"/>
                  </a:lnTo>
                  <a:lnTo>
                    <a:pt x="6510" y="5182"/>
                  </a:lnTo>
                  <a:lnTo>
                    <a:pt x="6916" y="6680"/>
                  </a:lnTo>
                  <a:lnTo>
                    <a:pt x="7569" y="4542"/>
                  </a:lnTo>
                  <a:lnTo>
                    <a:pt x="7153" y="854"/>
                  </a:lnTo>
                  <a:lnTo>
                    <a:pt x="8320" y="31"/>
                  </a:lnTo>
                  <a:lnTo>
                    <a:pt x="9465" y="0"/>
                  </a:lnTo>
                  <a:lnTo>
                    <a:pt x="10329" y="1009"/>
                  </a:lnTo>
                  <a:lnTo>
                    <a:pt x="10894" y="2605"/>
                  </a:lnTo>
                  <a:close/>
                </a:path>
              </a:pathLst>
            </a:custGeom>
            <a:solidFill>
              <a:srgbClr val="EEF5E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2" name="pg771"/>
            <p:cNvSpPr/>
            <p:nvPr/>
          </p:nvSpPr>
          <p:spPr>
            <a:xfrm>
              <a:off x="4838634" y="3678477"/>
              <a:ext cx="1631" cy="6146"/>
            </a:xfrm>
            <a:custGeom>
              <a:avLst/>
              <a:pathLst>
                <a:path w="1631" h="6146">
                  <a:moveTo>
                    <a:pt x="1401" y="5953"/>
                  </a:moveTo>
                  <a:lnTo>
                    <a:pt x="561" y="6146"/>
                  </a:lnTo>
                  <a:lnTo>
                    <a:pt x="0" y="5277"/>
                  </a:lnTo>
                  <a:lnTo>
                    <a:pt x="49" y="946"/>
                  </a:lnTo>
                  <a:lnTo>
                    <a:pt x="560" y="0"/>
                  </a:lnTo>
                  <a:lnTo>
                    <a:pt x="804" y="158"/>
                  </a:lnTo>
                  <a:lnTo>
                    <a:pt x="960" y="1448"/>
                  </a:lnTo>
                  <a:lnTo>
                    <a:pt x="1212" y="2602"/>
                  </a:lnTo>
                  <a:lnTo>
                    <a:pt x="1631" y="3682"/>
                  </a:lnTo>
                  <a:close/>
                </a:path>
              </a:pathLst>
            </a:custGeom>
            <a:solidFill>
              <a:srgbClr val="EEF5E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3" name="pg772"/>
            <p:cNvSpPr/>
            <p:nvPr/>
          </p:nvSpPr>
          <p:spPr>
            <a:xfrm>
              <a:off x="4886282" y="3673442"/>
              <a:ext cx="9272" cy="11704"/>
            </a:xfrm>
            <a:custGeom>
              <a:avLst/>
              <a:pathLst>
                <a:path w="9272" h="11704">
                  <a:moveTo>
                    <a:pt x="9272" y="9695"/>
                  </a:moveTo>
                  <a:lnTo>
                    <a:pt x="8526" y="10896"/>
                  </a:lnTo>
                  <a:lnTo>
                    <a:pt x="8153" y="11228"/>
                  </a:lnTo>
                  <a:lnTo>
                    <a:pt x="6356" y="10422"/>
                  </a:lnTo>
                  <a:lnTo>
                    <a:pt x="4251" y="10590"/>
                  </a:lnTo>
                  <a:lnTo>
                    <a:pt x="2064" y="11704"/>
                  </a:lnTo>
                  <a:lnTo>
                    <a:pt x="797" y="10763"/>
                  </a:lnTo>
                  <a:lnTo>
                    <a:pt x="0" y="9231"/>
                  </a:lnTo>
                  <a:lnTo>
                    <a:pt x="34" y="7606"/>
                  </a:lnTo>
                  <a:lnTo>
                    <a:pt x="786" y="3583"/>
                  </a:lnTo>
                  <a:lnTo>
                    <a:pt x="2432" y="542"/>
                  </a:lnTo>
                  <a:lnTo>
                    <a:pt x="3101" y="0"/>
                  </a:lnTo>
                  <a:lnTo>
                    <a:pt x="4274" y="822"/>
                  </a:lnTo>
                  <a:lnTo>
                    <a:pt x="6250" y="3151"/>
                  </a:lnTo>
                  <a:lnTo>
                    <a:pt x="7807" y="5886"/>
                  </a:lnTo>
                  <a:lnTo>
                    <a:pt x="9220" y="8016"/>
                  </a:lnTo>
                  <a:close/>
                </a:path>
              </a:pathLst>
            </a:custGeom>
            <a:solidFill>
              <a:srgbClr val="EEF5E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4" name="pg773"/>
            <p:cNvSpPr/>
            <p:nvPr/>
          </p:nvSpPr>
          <p:spPr>
            <a:xfrm>
              <a:off x="4830448" y="3668274"/>
              <a:ext cx="8974" cy="13548"/>
            </a:xfrm>
            <a:custGeom>
              <a:avLst/>
              <a:pathLst>
                <a:path w="8974" h="13548">
                  <a:moveTo>
                    <a:pt x="4892" y="406"/>
                  </a:moveTo>
                  <a:lnTo>
                    <a:pt x="5160" y="2250"/>
                  </a:lnTo>
                  <a:lnTo>
                    <a:pt x="4718" y="3846"/>
                  </a:lnTo>
                  <a:lnTo>
                    <a:pt x="5203" y="6850"/>
                  </a:lnTo>
                  <a:lnTo>
                    <a:pt x="6431" y="2851"/>
                  </a:lnTo>
                  <a:lnTo>
                    <a:pt x="7603" y="2343"/>
                  </a:lnTo>
                  <a:lnTo>
                    <a:pt x="8269" y="3006"/>
                  </a:lnTo>
                  <a:lnTo>
                    <a:pt x="8726" y="3797"/>
                  </a:lnTo>
                  <a:lnTo>
                    <a:pt x="8974" y="5315"/>
                  </a:lnTo>
                  <a:lnTo>
                    <a:pt x="8544" y="8564"/>
                  </a:lnTo>
                  <a:lnTo>
                    <a:pt x="7774" y="10085"/>
                  </a:lnTo>
                  <a:lnTo>
                    <a:pt x="6777" y="10330"/>
                  </a:lnTo>
                  <a:lnTo>
                    <a:pt x="6310" y="8437"/>
                  </a:lnTo>
                  <a:lnTo>
                    <a:pt x="5655" y="8264"/>
                  </a:lnTo>
                  <a:lnTo>
                    <a:pt x="5198" y="12393"/>
                  </a:lnTo>
                  <a:lnTo>
                    <a:pt x="4992" y="13025"/>
                  </a:lnTo>
                  <a:lnTo>
                    <a:pt x="4413" y="13548"/>
                  </a:lnTo>
                  <a:lnTo>
                    <a:pt x="3894" y="12408"/>
                  </a:lnTo>
                  <a:lnTo>
                    <a:pt x="3803" y="11776"/>
                  </a:lnTo>
                  <a:lnTo>
                    <a:pt x="4534" y="9906"/>
                  </a:lnTo>
                  <a:lnTo>
                    <a:pt x="4138" y="4342"/>
                  </a:lnTo>
                  <a:lnTo>
                    <a:pt x="3587" y="5387"/>
                  </a:lnTo>
                  <a:lnTo>
                    <a:pt x="2114" y="10434"/>
                  </a:lnTo>
                  <a:lnTo>
                    <a:pt x="969" y="12696"/>
                  </a:lnTo>
                  <a:lnTo>
                    <a:pt x="580" y="11545"/>
                  </a:lnTo>
                  <a:lnTo>
                    <a:pt x="0" y="8114"/>
                  </a:lnTo>
                  <a:lnTo>
                    <a:pt x="260" y="3708"/>
                  </a:lnTo>
                  <a:lnTo>
                    <a:pt x="1184" y="730"/>
                  </a:lnTo>
                  <a:lnTo>
                    <a:pt x="1969" y="934"/>
                  </a:lnTo>
                  <a:lnTo>
                    <a:pt x="4234" y="0"/>
                  </a:lnTo>
                  <a:close/>
                </a:path>
              </a:pathLst>
            </a:custGeom>
            <a:solidFill>
              <a:srgbClr val="EEF5E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5" name="pg774"/>
            <p:cNvSpPr/>
            <p:nvPr/>
          </p:nvSpPr>
          <p:spPr>
            <a:xfrm>
              <a:off x="4667350" y="3663001"/>
              <a:ext cx="4051" cy="8974"/>
            </a:xfrm>
            <a:custGeom>
              <a:avLst/>
              <a:pathLst>
                <a:path w="4051" h="8974">
                  <a:moveTo>
                    <a:pt x="3438" y="5955"/>
                  </a:moveTo>
                  <a:lnTo>
                    <a:pt x="1008" y="8974"/>
                  </a:lnTo>
                  <a:lnTo>
                    <a:pt x="433" y="8818"/>
                  </a:lnTo>
                  <a:lnTo>
                    <a:pt x="0" y="7745"/>
                  </a:lnTo>
                  <a:lnTo>
                    <a:pt x="270" y="1921"/>
                  </a:lnTo>
                  <a:lnTo>
                    <a:pt x="583" y="184"/>
                  </a:lnTo>
                  <a:lnTo>
                    <a:pt x="2273" y="0"/>
                  </a:lnTo>
                  <a:lnTo>
                    <a:pt x="3307" y="833"/>
                  </a:lnTo>
                  <a:lnTo>
                    <a:pt x="3841" y="1780"/>
                  </a:lnTo>
                  <a:lnTo>
                    <a:pt x="4051" y="3725"/>
                  </a:lnTo>
                  <a:lnTo>
                    <a:pt x="3932" y="4902"/>
                  </a:lnTo>
                  <a:close/>
                </a:path>
              </a:pathLst>
            </a:custGeom>
            <a:solidFill>
              <a:srgbClr val="EEF5E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6" name="pg775"/>
            <p:cNvSpPr/>
            <p:nvPr/>
          </p:nvSpPr>
          <p:spPr>
            <a:xfrm>
              <a:off x="4976671" y="3661801"/>
              <a:ext cx="2283" cy="5785"/>
            </a:xfrm>
            <a:custGeom>
              <a:avLst/>
              <a:pathLst>
                <a:path w="2283" h="5785">
                  <a:moveTo>
                    <a:pt x="1906" y="5246"/>
                  </a:moveTo>
                  <a:lnTo>
                    <a:pt x="1322" y="5785"/>
                  </a:lnTo>
                  <a:lnTo>
                    <a:pt x="643" y="5191"/>
                  </a:lnTo>
                  <a:lnTo>
                    <a:pt x="0" y="2928"/>
                  </a:lnTo>
                  <a:lnTo>
                    <a:pt x="231" y="1191"/>
                  </a:lnTo>
                  <a:lnTo>
                    <a:pt x="979" y="0"/>
                  </a:lnTo>
                  <a:lnTo>
                    <a:pt x="1607" y="1194"/>
                  </a:lnTo>
                  <a:lnTo>
                    <a:pt x="1801" y="2721"/>
                  </a:lnTo>
                  <a:lnTo>
                    <a:pt x="2283" y="2825"/>
                  </a:lnTo>
                  <a:close/>
                </a:path>
              </a:pathLst>
            </a:custGeom>
            <a:solidFill>
              <a:srgbClr val="EEF5E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7" name="pg776"/>
            <p:cNvSpPr/>
            <p:nvPr/>
          </p:nvSpPr>
          <p:spPr>
            <a:xfrm>
              <a:off x="4535407" y="3661126"/>
              <a:ext cx="8162" cy="25644"/>
            </a:xfrm>
            <a:custGeom>
              <a:avLst/>
              <a:pathLst>
                <a:path w="8162" h="25644">
                  <a:moveTo>
                    <a:pt x="6850" y="25480"/>
                  </a:moveTo>
                  <a:lnTo>
                    <a:pt x="5728" y="25644"/>
                  </a:lnTo>
                  <a:lnTo>
                    <a:pt x="3321" y="22104"/>
                  </a:lnTo>
                  <a:lnTo>
                    <a:pt x="2754" y="20516"/>
                  </a:lnTo>
                  <a:lnTo>
                    <a:pt x="2614" y="18398"/>
                  </a:lnTo>
                  <a:lnTo>
                    <a:pt x="307" y="10215"/>
                  </a:lnTo>
                  <a:lnTo>
                    <a:pt x="0" y="8339"/>
                  </a:lnTo>
                  <a:lnTo>
                    <a:pt x="905" y="1621"/>
                  </a:lnTo>
                  <a:lnTo>
                    <a:pt x="3257" y="0"/>
                  </a:lnTo>
                  <a:lnTo>
                    <a:pt x="4032" y="1134"/>
                  </a:lnTo>
                  <a:lnTo>
                    <a:pt x="4302" y="4155"/>
                  </a:lnTo>
                  <a:lnTo>
                    <a:pt x="5645" y="9606"/>
                  </a:lnTo>
                  <a:lnTo>
                    <a:pt x="6089" y="12543"/>
                  </a:lnTo>
                  <a:lnTo>
                    <a:pt x="6424" y="13845"/>
                  </a:lnTo>
                  <a:lnTo>
                    <a:pt x="6564" y="14858"/>
                  </a:lnTo>
                  <a:lnTo>
                    <a:pt x="6445" y="15565"/>
                  </a:lnTo>
                  <a:lnTo>
                    <a:pt x="7417" y="19019"/>
                  </a:lnTo>
                  <a:lnTo>
                    <a:pt x="8110" y="21042"/>
                  </a:lnTo>
                  <a:lnTo>
                    <a:pt x="8162" y="24314"/>
                  </a:lnTo>
                  <a:close/>
                </a:path>
              </a:pathLst>
            </a:custGeom>
            <a:solidFill>
              <a:srgbClr val="EEF5E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8" name="pg777"/>
            <p:cNvSpPr/>
            <p:nvPr/>
          </p:nvSpPr>
          <p:spPr>
            <a:xfrm>
              <a:off x="4926205" y="3660370"/>
              <a:ext cx="4947" cy="13398"/>
            </a:xfrm>
            <a:custGeom>
              <a:avLst/>
              <a:pathLst>
                <a:path w="4947" h="13398">
                  <a:moveTo>
                    <a:pt x="4069" y="12572"/>
                  </a:moveTo>
                  <a:lnTo>
                    <a:pt x="3639" y="13398"/>
                  </a:lnTo>
                  <a:lnTo>
                    <a:pt x="2158" y="12624"/>
                  </a:lnTo>
                  <a:lnTo>
                    <a:pt x="1393" y="10798"/>
                  </a:lnTo>
                  <a:lnTo>
                    <a:pt x="869" y="8348"/>
                  </a:lnTo>
                  <a:lnTo>
                    <a:pt x="537" y="6334"/>
                  </a:lnTo>
                  <a:lnTo>
                    <a:pt x="443" y="4732"/>
                  </a:lnTo>
                  <a:lnTo>
                    <a:pt x="0" y="2776"/>
                  </a:lnTo>
                  <a:lnTo>
                    <a:pt x="60" y="2060"/>
                  </a:lnTo>
                  <a:lnTo>
                    <a:pt x="2793" y="0"/>
                  </a:lnTo>
                  <a:lnTo>
                    <a:pt x="3308" y="747"/>
                  </a:lnTo>
                  <a:lnTo>
                    <a:pt x="4448" y="813"/>
                  </a:lnTo>
                  <a:lnTo>
                    <a:pt x="4947" y="2311"/>
                  </a:lnTo>
                  <a:lnTo>
                    <a:pt x="4609" y="8809"/>
                  </a:lnTo>
                  <a:close/>
                </a:path>
              </a:pathLst>
            </a:custGeom>
            <a:solidFill>
              <a:srgbClr val="EEF5E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9" name="pg778"/>
            <p:cNvSpPr/>
            <p:nvPr/>
          </p:nvSpPr>
          <p:spPr>
            <a:xfrm>
              <a:off x="4922969" y="3656676"/>
              <a:ext cx="6128" cy="4694"/>
            </a:xfrm>
            <a:custGeom>
              <a:avLst/>
              <a:pathLst>
                <a:path w="6128" h="4694">
                  <a:moveTo>
                    <a:pt x="6128" y="366"/>
                  </a:moveTo>
                  <a:lnTo>
                    <a:pt x="5817" y="1872"/>
                  </a:lnTo>
                  <a:lnTo>
                    <a:pt x="5240" y="2891"/>
                  </a:lnTo>
                  <a:lnTo>
                    <a:pt x="0" y="4694"/>
                  </a:lnTo>
                  <a:lnTo>
                    <a:pt x="446" y="3615"/>
                  </a:lnTo>
                  <a:lnTo>
                    <a:pt x="668" y="2545"/>
                  </a:lnTo>
                  <a:lnTo>
                    <a:pt x="997" y="1993"/>
                  </a:lnTo>
                  <a:lnTo>
                    <a:pt x="1517" y="2135"/>
                  </a:lnTo>
                  <a:lnTo>
                    <a:pt x="1775" y="1809"/>
                  </a:lnTo>
                  <a:lnTo>
                    <a:pt x="2036" y="1679"/>
                  </a:lnTo>
                  <a:lnTo>
                    <a:pt x="2331" y="1820"/>
                  </a:lnTo>
                  <a:lnTo>
                    <a:pt x="2839" y="1376"/>
                  </a:lnTo>
                  <a:lnTo>
                    <a:pt x="3909" y="1696"/>
                  </a:lnTo>
                  <a:lnTo>
                    <a:pt x="5009" y="1442"/>
                  </a:lnTo>
                  <a:lnTo>
                    <a:pt x="4930" y="0"/>
                  </a:lnTo>
                  <a:close/>
                </a:path>
              </a:pathLst>
            </a:custGeom>
            <a:solidFill>
              <a:srgbClr val="EEF5E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0" name="pg779"/>
            <p:cNvSpPr/>
            <p:nvPr/>
          </p:nvSpPr>
          <p:spPr>
            <a:xfrm>
              <a:off x="4983668" y="3653317"/>
              <a:ext cx="12093" cy="16707"/>
            </a:xfrm>
            <a:custGeom>
              <a:avLst/>
              <a:pathLst>
                <a:path w="12093" h="16707">
                  <a:moveTo>
                    <a:pt x="0" y="0"/>
                  </a:moveTo>
                  <a:lnTo>
                    <a:pt x="2592" y="1154"/>
                  </a:lnTo>
                  <a:lnTo>
                    <a:pt x="3536" y="1090"/>
                  </a:lnTo>
                  <a:lnTo>
                    <a:pt x="4460" y="2397"/>
                  </a:lnTo>
                  <a:lnTo>
                    <a:pt x="5584" y="1780"/>
                  </a:lnTo>
                  <a:lnTo>
                    <a:pt x="6222" y="2198"/>
                  </a:lnTo>
                  <a:lnTo>
                    <a:pt x="8357" y="6688"/>
                  </a:lnTo>
                  <a:lnTo>
                    <a:pt x="9404" y="9661"/>
                  </a:lnTo>
                  <a:lnTo>
                    <a:pt x="10963" y="12212"/>
                  </a:lnTo>
                  <a:lnTo>
                    <a:pt x="12093" y="13080"/>
                  </a:lnTo>
                  <a:lnTo>
                    <a:pt x="11241" y="15418"/>
                  </a:lnTo>
                  <a:lnTo>
                    <a:pt x="9527" y="16647"/>
                  </a:lnTo>
                  <a:lnTo>
                    <a:pt x="8864" y="16707"/>
                  </a:lnTo>
                  <a:lnTo>
                    <a:pt x="7550" y="15317"/>
                  </a:lnTo>
                  <a:lnTo>
                    <a:pt x="6483" y="15573"/>
                  </a:lnTo>
                  <a:lnTo>
                    <a:pt x="5554" y="13830"/>
                  </a:lnTo>
                  <a:lnTo>
                    <a:pt x="5393" y="11138"/>
                  </a:lnTo>
                  <a:lnTo>
                    <a:pt x="4436" y="5072"/>
                  </a:lnTo>
                  <a:lnTo>
                    <a:pt x="3201" y="6813"/>
                  </a:lnTo>
                  <a:lnTo>
                    <a:pt x="1716" y="4016"/>
                  </a:lnTo>
                  <a:lnTo>
                    <a:pt x="1317" y="3950"/>
                  </a:lnTo>
                  <a:lnTo>
                    <a:pt x="1223" y="4423"/>
                  </a:lnTo>
                  <a:lnTo>
                    <a:pt x="592" y="3471"/>
                  </a:lnTo>
                  <a:lnTo>
                    <a:pt x="57" y="1581"/>
                  </a:lnTo>
                  <a:close/>
                </a:path>
              </a:pathLst>
            </a:custGeom>
            <a:solidFill>
              <a:srgbClr val="EEF5E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1" name="pg780"/>
            <p:cNvSpPr/>
            <p:nvPr/>
          </p:nvSpPr>
          <p:spPr>
            <a:xfrm>
              <a:off x="4883409" y="3652371"/>
              <a:ext cx="1765" cy="5384"/>
            </a:xfrm>
            <a:custGeom>
              <a:avLst/>
              <a:pathLst>
                <a:path w="1765" h="5384">
                  <a:moveTo>
                    <a:pt x="1754" y="4775"/>
                  </a:moveTo>
                  <a:lnTo>
                    <a:pt x="1616" y="5384"/>
                  </a:lnTo>
                  <a:lnTo>
                    <a:pt x="342" y="4608"/>
                  </a:lnTo>
                  <a:lnTo>
                    <a:pt x="0" y="4184"/>
                  </a:lnTo>
                  <a:lnTo>
                    <a:pt x="641" y="0"/>
                  </a:lnTo>
                  <a:lnTo>
                    <a:pt x="1240" y="121"/>
                  </a:lnTo>
                  <a:lnTo>
                    <a:pt x="1765" y="4109"/>
                  </a:lnTo>
                  <a:close/>
                </a:path>
              </a:pathLst>
            </a:custGeom>
            <a:solidFill>
              <a:srgbClr val="EEF5E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2" name="pg781"/>
            <p:cNvSpPr/>
            <p:nvPr/>
          </p:nvSpPr>
          <p:spPr>
            <a:xfrm>
              <a:off x="4923736" y="3646400"/>
              <a:ext cx="2667" cy="3330"/>
            </a:xfrm>
            <a:custGeom>
              <a:avLst/>
              <a:pathLst>
                <a:path w="2667" h="3330">
                  <a:moveTo>
                    <a:pt x="1965" y="3292"/>
                  </a:moveTo>
                  <a:lnTo>
                    <a:pt x="1264" y="3330"/>
                  </a:lnTo>
                  <a:lnTo>
                    <a:pt x="0" y="2045"/>
                  </a:lnTo>
                  <a:lnTo>
                    <a:pt x="736" y="929"/>
                  </a:lnTo>
                  <a:lnTo>
                    <a:pt x="1203" y="698"/>
                  </a:lnTo>
                  <a:lnTo>
                    <a:pt x="1609" y="28"/>
                  </a:lnTo>
                  <a:lnTo>
                    <a:pt x="1834" y="0"/>
                  </a:lnTo>
                  <a:lnTo>
                    <a:pt x="2333" y="568"/>
                  </a:lnTo>
                  <a:lnTo>
                    <a:pt x="2667" y="1532"/>
                  </a:lnTo>
                  <a:close/>
                </a:path>
              </a:pathLst>
            </a:custGeom>
            <a:solidFill>
              <a:srgbClr val="EEF5E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3" name="pg782"/>
            <p:cNvSpPr/>
            <p:nvPr/>
          </p:nvSpPr>
          <p:spPr>
            <a:xfrm>
              <a:off x="4816365" y="3646092"/>
              <a:ext cx="3065" cy="3526"/>
            </a:xfrm>
            <a:custGeom>
              <a:avLst/>
              <a:pathLst>
                <a:path w="3065" h="3526">
                  <a:moveTo>
                    <a:pt x="2548" y="0"/>
                  </a:moveTo>
                  <a:lnTo>
                    <a:pt x="3065" y="1312"/>
                  </a:lnTo>
                  <a:lnTo>
                    <a:pt x="2754" y="2830"/>
                  </a:lnTo>
                  <a:lnTo>
                    <a:pt x="2335" y="2452"/>
                  </a:lnTo>
                  <a:lnTo>
                    <a:pt x="1228" y="2481"/>
                  </a:lnTo>
                  <a:lnTo>
                    <a:pt x="810" y="2597"/>
                  </a:lnTo>
                  <a:lnTo>
                    <a:pt x="312" y="3491"/>
                  </a:lnTo>
                  <a:lnTo>
                    <a:pt x="0" y="3526"/>
                  </a:lnTo>
                  <a:lnTo>
                    <a:pt x="208" y="2126"/>
                  </a:lnTo>
                  <a:lnTo>
                    <a:pt x="1146" y="5"/>
                  </a:lnTo>
                  <a:lnTo>
                    <a:pt x="1731" y="320"/>
                  </a:lnTo>
                  <a:close/>
                </a:path>
              </a:pathLst>
            </a:custGeom>
            <a:solidFill>
              <a:srgbClr val="EEF5E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4" name="pg783"/>
            <p:cNvSpPr/>
            <p:nvPr/>
          </p:nvSpPr>
          <p:spPr>
            <a:xfrm>
              <a:off x="4930201" y="3644337"/>
              <a:ext cx="121631" cy="259183"/>
            </a:xfrm>
            <a:custGeom>
              <a:avLst/>
              <a:pathLst>
                <a:path w="121631" h="259183">
                  <a:moveTo>
                    <a:pt x="121598" y="66848"/>
                  </a:moveTo>
                  <a:lnTo>
                    <a:pt x="121599" y="72571"/>
                  </a:lnTo>
                  <a:lnTo>
                    <a:pt x="121600" y="78576"/>
                  </a:lnTo>
                  <a:lnTo>
                    <a:pt x="121601" y="84584"/>
                  </a:lnTo>
                  <a:lnTo>
                    <a:pt x="121603" y="90592"/>
                  </a:lnTo>
                  <a:lnTo>
                    <a:pt x="121604" y="96599"/>
                  </a:lnTo>
                  <a:lnTo>
                    <a:pt x="121605" y="102605"/>
                  </a:lnTo>
                  <a:lnTo>
                    <a:pt x="121605" y="108612"/>
                  </a:lnTo>
                  <a:lnTo>
                    <a:pt x="121607" y="114620"/>
                  </a:lnTo>
                  <a:lnTo>
                    <a:pt x="121607" y="120628"/>
                  </a:lnTo>
                  <a:lnTo>
                    <a:pt x="121609" y="126633"/>
                  </a:lnTo>
                  <a:lnTo>
                    <a:pt x="121610" y="132641"/>
                  </a:lnTo>
                  <a:lnTo>
                    <a:pt x="121611" y="138649"/>
                  </a:lnTo>
                  <a:lnTo>
                    <a:pt x="121612" y="144657"/>
                  </a:lnTo>
                  <a:lnTo>
                    <a:pt x="121612" y="150662"/>
                  </a:lnTo>
                  <a:lnTo>
                    <a:pt x="121613" y="156670"/>
                  </a:lnTo>
                  <a:lnTo>
                    <a:pt x="121615" y="162678"/>
                  </a:lnTo>
                  <a:lnTo>
                    <a:pt x="121616" y="168686"/>
                  </a:lnTo>
                  <a:lnTo>
                    <a:pt x="121617" y="174691"/>
                  </a:lnTo>
                  <a:lnTo>
                    <a:pt x="121617" y="177253"/>
                  </a:lnTo>
                  <a:lnTo>
                    <a:pt x="121240" y="180390"/>
                  </a:lnTo>
                  <a:lnTo>
                    <a:pt x="120393" y="185097"/>
                  </a:lnTo>
                  <a:lnTo>
                    <a:pt x="120244" y="188894"/>
                  </a:lnTo>
                  <a:lnTo>
                    <a:pt x="120941" y="191849"/>
                  </a:lnTo>
                  <a:lnTo>
                    <a:pt x="121619" y="193779"/>
                  </a:lnTo>
                  <a:lnTo>
                    <a:pt x="121619" y="198720"/>
                  </a:lnTo>
                  <a:lnTo>
                    <a:pt x="121621" y="204728"/>
                  </a:lnTo>
                  <a:lnTo>
                    <a:pt x="121622" y="210736"/>
                  </a:lnTo>
                  <a:lnTo>
                    <a:pt x="121623" y="216743"/>
                  </a:lnTo>
                  <a:lnTo>
                    <a:pt x="121624" y="222749"/>
                  </a:lnTo>
                  <a:lnTo>
                    <a:pt x="121624" y="228756"/>
                  </a:lnTo>
                  <a:lnTo>
                    <a:pt x="121625" y="234764"/>
                  </a:lnTo>
                  <a:lnTo>
                    <a:pt x="121627" y="240772"/>
                  </a:lnTo>
                  <a:lnTo>
                    <a:pt x="121628" y="246777"/>
                  </a:lnTo>
                  <a:lnTo>
                    <a:pt x="121629" y="252785"/>
                  </a:lnTo>
                  <a:lnTo>
                    <a:pt x="121629" y="258793"/>
                  </a:lnTo>
                  <a:lnTo>
                    <a:pt x="121631" y="259183"/>
                  </a:lnTo>
                  <a:lnTo>
                    <a:pt x="121003" y="258187"/>
                  </a:lnTo>
                  <a:lnTo>
                    <a:pt x="119320" y="254898"/>
                  </a:lnTo>
                  <a:lnTo>
                    <a:pt x="117796" y="251146"/>
                  </a:lnTo>
                  <a:lnTo>
                    <a:pt x="116816" y="247646"/>
                  </a:lnTo>
                  <a:lnTo>
                    <a:pt x="115703" y="244457"/>
                  </a:lnTo>
                  <a:lnTo>
                    <a:pt x="110973" y="235007"/>
                  </a:lnTo>
                  <a:lnTo>
                    <a:pt x="109770" y="231902"/>
                  </a:lnTo>
                  <a:lnTo>
                    <a:pt x="109531" y="231045"/>
                  </a:lnTo>
                  <a:lnTo>
                    <a:pt x="109644" y="230243"/>
                  </a:lnTo>
                  <a:lnTo>
                    <a:pt x="110190" y="228606"/>
                  </a:lnTo>
                  <a:lnTo>
                    <a:pt x="111160" y="223871"/>
                  </a:lnTo>
                  <a:lnTo>
                    <a:pt x="110146" y="226797"/>
                  </a:lnTo>
                  <a:lnTo>
                    <a:pt x="108939" y="229114"/>
                  </a:lnTo>
                  <a:lnTo>
                    <a:pt x="107185" y="229267"/>
                  </a:lnTo>
                  <a:lnTo>
                    <a:pt x="105462" y="229830"/>
                  </a:lnTo>
                  <a:lnTo>
                    <a:pt x="103867" y="231229"/>
                  </a:lnTo>
                  <a:lnTo>
                    <a:pt x="102247" y="231711"/>
                  </a:lnTo>
                  <a:lnTo>
                    <a:pt x="101437" y="231025"/>
                  </a:lnTo>
                  <a:lnTo>
                    <a:pt x="100949" y="229285"/>
                  </a:lnTo>
                  <a:lnTo>
                    <a:pt x="100695" y="227501"/>
                  </a:lnTo>
                  <a:lnTo>
                    <a:pt x="100580" y="225605"/>
                  </a:lnTo>
                  <a:lnTo>
                    <a:pt x="99899" y="228670"/>
                  </a:lnTo>
                  <a:lnTo>
                    <a:pt x="98561" y="230346"/>
                  </a:lnTo>
                  <a:lnTo>
                    <a:pt x="96737" y="233878"/>
                  </a:lnTo>
                  <a:lnTo>
                    <a:pt x="96214" y="233151"/>
                  </a:lnTo>
                  <a:lnTo>
                    <a:pt x="95899" y="231807"/>
                  </a:lnTo>
                  <a:lnTo>
                    <a:pt x="95794" y="230413"/>
                  </a:lnTo>
                  <a:lnTo>
                    <a:pt x="96146" y="228924"/>
                  </a:lnTo>
                  <a:lnTo>
                    <a:pt x="96395" y="227342"/>
                  </a:lnTo>
                  <a:lnTo>
                    <a:pt x="96767" y="223556"/>
                  </a:lnTo>
                  <a:lnTo>
                    <a:pt x="97584" y="221326"/>
                  </a:lnTo>
                  <a:lnTo>
                    <a:pt x="98104" y="217006"/>
                  </a:lnTo>
                  <a:lnTo>
                    <a:pt x="98445" y="215465"/>
                  </a:lnTo>
                  <a:lnTo>
                    <a:pt x="98620" y="213927"/>
                  </a:lnTo>
                  <a:lnTo>
                    <a:pt x="98143" y="212187"/>
                  </a:lnTo>
                  <a:lnTo>
                    <a:pt x="97340" y="211593"/>
                  </a:lnTo>
                  <a:lnTo>
                    <a:pt x="96790" y="210536"/>
                  </a:lnTo>
                  <a:lnTo>
                    <a:pt x="96152" y="207605"/>
                  </a:lnTo>
                  <a:lnTo>
                    <a:pt x="95757" y="206612"/>
                  </a:lnTo>
                  <a:lnTo>
                    <a:pt x="95032" y="205409"/>
                  </a:lnTo>
                  <a:lnTo>
                    <a:pt x="94475" y="204006"/>
                  </a:lnTo>
                  <a:lnTo>
                    <a:pt x="95091" y="202950"/>
                  </a:lnTo>
                  <a:lnTo>
                    <a:pt x="95900" y="202526"/>
                  </a:lnTo>
                  <a:lnTo>
                    <a:pt x="96564" y="202592"/>
                  </a:lnTo>
                  <a:lnTo>
                    <a:pt x="97766" y="203250"/>
                  </a:lnTo>
                  <a:lnTo>
                    <a:pt x="98309" y="203288"/>
                  </a:lnTo>
                  <a:lnTo>
                    <a:pt x="99703" y="202203"/>
                  </a:lnTo>
                  <a:lnTo>
                    <a:pt x="98919" y="202537"/>
                  </a:lnTo>
                  <a:lnTo>
                    <a:pt x="98145" y="202503"/>
                  </a:lnTo>
                  <a:lnTo>
                    <a:pt x="95667" y="200604"/>
                  </a:lnTo>
                  <a:lnTo>
                    <a:pt x="94135" y="198639"/>
                  </a:lnTo>
                  <a:lnTo>
                    <a:pt x="92689" y="194700"/>
                  </a:lnTo>
                  <a:lnTo>
                    <a:pt x="92675" y="193938"/>
                  </a:lnTo>
                  <a:lnTo>
                    <a:pt x="93694" y="193223"/>
                  </a:lnTo>
                  <a:lnTo>
                    <a:pt x="95896" y="192391"/>
                  </a:lnTo>
                  <a:lnTo>
                    <a:pt x="95213" y="190383"/>
                  </a:lnTo>
                  <a:lnTo>
                    <a:pt x="94216" y="188631"/>
                  </a:lnTo>
                  <a:lnTo>
                    <a:pt x="93868" y="185515"/>
                  </a:lnTo>
                  <a:lnTo>
                    <a:pt x="93186" y="183587"/>
                  </a:lnTo>
                  <a:lnTo>
                    <a:pt x="91717" y="180436"/>
                  </a:lnTo>
                  <a:lnTo>
                    <a:pt x="90706" y="177173"/>
                  </a:lnTo>
                  <a:lnTo>
                    <a:pt x="89849" y="170530"/>
                  </a:lnTo>
                  <a:lnTo>
                    <a:pt x="88971" y="165520"/>
                  </a:lnTo>
                  <a:lnTo>
                    <a:pt x="89185" y="163702"/>
                  </a:lnTo>
                  <a:lnTo>
                    <a:pt x="89925" y="162407"/>
                  </a:lnTo>
                  <a:lnTo>
                    <a:pt x="88807" y="162257"/>
                  </a:lnTo>
                  <a:lnTo>
                    <a:pt x="87793" y="161325"/>
                  </a:lnTo>
                  <a:lnTo>
                    <a:pt x="88328" y="158883"/>
                  </a:lnTo>
                  <a:lnTo>
                    <a:pt x="89499" y="157443"/>
                  </a:lnTo>
                  <a:lnTo>
                    <a:pt x="88433" y="157813"/>
                  </a:lnTo>
                  <a:lnTo>
                    <a:pt x="87389" y="158517"/>
                  </a:lnTo>
                  <a:lnTo>
                    <a:pt x="86913" y="158650"/>
                  </a:lnTo>
                  <a:lnTo>
                    <a:pt x="86422" y="158433"/>
                  </a:lnTo>
                  <a:lnTo>
                    <a:pt x="86163" y="157452"/>
                  </a:lnTo>
                  <a:lnTo>
                    <a:pt x="86129" y="156061"/>
                  </a:lnTo>
                  <a:lnTo>
                    <a:pt x="86281" y="153605"/>
                  </a:lnTo>
                  <a:lnTo>
                    <a:pt x="86101" y="151225"/>
                  </a:lnTo>
                  <a:lnTo>
                    <a:pt x="85177" y="150114"/>
                  </a:lnTo>
                  <a:lnTo>
                    <a:pt x="84413" y="148414"/>
                  </a:lnTo>
                  <a:lnTo>
                    <a:pt x="83981" y="147785"/>
                  </a:lnTo>
                  <a:lnTo>
                    <a:pt x="83414" y="147834"/>
                  </a:lnTo>
                  <a:lnTo>
                    <a:pt x="82864" y="146697"/>
                  </a:lnTo>
                  <a:lnTo>
                    <a:pt x="82424" y="145047"/>
                  </a:lnTo>
                  <a:lnTo>
                    <a:pt x="76910" y="137902"/>
                  </a:lnTo>
                  <a:lnTo>
                    <a:pt x="76583" y="135864"/>
                  </a:lnTo>
                  <a:lnTo>
                    <a:pt x="76072" y="136759"/>
                  </a:lnTo>
                  <a:lnTo>
                    <a:pt x="75560" y="137195"/>
                  </a:lnTo>
                  <a:lnTo>
                    <a:pt x="74925" y="136023"/>
                  </a:lnTo>
                  <a:lnTo>
                    <a:pt x="74261" y="135244"/>
                  </a:lnTo>
                  <a:lnTo>
                    <a:pt x="73535" y="135371"/>
                  </a:lnTo>
                  <a:lnTo>
                    <a:pt x="72863" y="134739"/>
                  </a:lnTo>
                  <a:lnTo>
                    <a:pt x="72161" y="134378"/>
                  </a:lnTo>
                  <a:lnTo>
                    <a:pt x="71428" y="134321"/>
                  </a:lnTo>
                  <a:lnTo>
                    <a:pt x="68528" y="132122"/>
                  </a:lnTo>
                  <a:lnTo>
                    <a:pt x="65784" y="128650"/>
                  </a:lnTo>
                  <a:lnTo>
                    <a:pt x="63553" y="127156"/>
                  </a:lnTo>
                  <a:lnTo>
                    <a:pt x="62173" y="125208"/>
                  </a:lnTo>
                  <a:lnTo>
                    <a:pt x="60738" y="123615"/>
                  </a:lnTo>
                  <a:lnTo>
                    <a:pt x="57532" y="122065"/>
                  </a:lnTo>
                  <a:lnTo>
                    <a:pt x="54285" y="121021"/>
                  </a:lnTo>
                  <a:lnTo>
                    <a:pt x="53111" y="120983"/>
                  </a:lnTo>
                  <a:lnTo>
                    <a:pt x="52127" y="121318"/>
                  </a:lnTo>
                  <a:lnTo>
                    <a:pt x="51182" y="121246"/>
                  </a:lnTo>
                  <a:lnTo>
                    <a:pt x="45803" y="113703"/>
                  </a:lnTo>
                  <a:lnTo>
                    <a:pt x="44895" y="110266"/>
                  </a:lnTo>
                  <a:lnTo>
                    <a:pt x="44983" y="108257"/>
                  </a:lnTo>
                  <a:lnTo>
                    <a:pt x="45222" y="106592"/>
                  </a:lnTo>
                  <a:lnTo>
                    <a:pt x="47415" y="106111"/>
                  </a:lnTo>
                  <a:lnTo>
                    <a:pt x="45871" y="105629"/>
                  </a:lnTo>
                  <a:lnTo>
                    <a:pt x="45235" y="105857"/>
                  </a:lnTo>
                  <a:lnTo>
                    <a:pt x="43965" y="107222"/>
                  </a:lnTo>
                  <a:lnTo>
                    <a:pt x="43276" y="107317"/>
                  </a:lnTo>
                  <a:lnTo>
                    <a:pt x="42305" y="106411"/>
                  </a:lnTo>
                  <a:lnTo>
                    <a:pt x="41377" y="105268"/>
                  </a:lnTo>
                  <a:lnTo>
                    <a:pt x="39855" y="106327"/>
                  </a:lnTo>
                  <a:lnTo>
                    <a:pt x="39077" y="104590"/>
                  </a:lnTo>
                  <a:lnTo>
                    <a:pt x="38811" y="102760"/>
                  </a:lnTo>
                  <a:lnTo>
                    <a:pt x="38404" y="101924"/>
                  </a:lnTo>
                  <a:lnTo>
                    <a:pt x="37830" y="102010"/>
                  </a:lnTo>
                  <a:lnTo>
                    <a:pt x="37061" y="102668"/>
                  </a:lnTo>
                  <a:lnTo>
                    <a:pt x="36292" y="102550"/>
                  </a:lnTo>
                  <a:lnTo>
                    <a:pt x="35797" y="101297"/>
                  </a:lnTo>
                  <a:lnTo>
                    <a:pt x="35441" y="99658"/>
                  </a:lnTo>
                  <a:lnTo>
                    <a:pt x="34914" y="98484"/>
                  </a:lnTo>
                  <a:lnTo>
                    <a:pt x="34277" y="97586"/>
                  </a:lnTo>
                  <a:lnTo>
                    <a:pt x="33236" y="95457"/>
                  </a:lnTo>
                  <a:lnTo>
                    <a:pt x="32691" y="92548"/>
                  </a:lnTo>
                  <a:lnTo>
                    <a:pt x="32753" y="87515"/>
                  </a:lnTo>
                  <a:lnTo>
                    <a:pt x="32921" y="85712"/>
                  </a:lnTo>
                  <a:lnTo>
                    <a:pt x="33950" y="82780"/>
                  </a:lnTo>
                  <a:lnTo>
                    <a:pt x="34680" y="79998"/>
                  </a:lnTo>
                  <a:lnTo>
                    <a:pt x="33776" y="79690"/>
                  </a:lnTo>
                  <a:lnTo>
                    <a:pt x="32960" y="80965"/>
                  </a:lnTo>
                  <a:lnTo>
                    <a:pt x="32614" y="82275"/>
                  </a:lnTo>
                  <a:lnTo>
                    <a:pt x="32476" y="83862"/>
                  </a:lnTo>
                  <a:lnTo>
                    <a:pt x="32384" y="89146"/>
                  </a:lnTo>
                  <a:lnTo>
                    <a:pt x="31729" y="90675"/>
                  </a:lnTo>
                  <a:lnTo>
                    <a:pt x="30739" y="90551"/>
                  </a:lnTo>
                  <a:lnTo>
                    <a:pt x="31033" y="93639"/>
                  </a:lnTo>
                  <a:lnTo>
                    <a:pt x="30629" y="96568"/>
                  </a:lnTo>
                  <a:lnTo>
                    <a:pt x="29483" y="100013"/>
                  </a:lnTo>
                  <a:lnTo>
                    <a:pt x="29387" y="101580"/>
                  </a:lnTo>
                  <a:lnTo>
                    <a:pt x="29570" y="103277"/>
                  </a:lnTo>
                  <a:lnTo>
                    <a:pt x="29310" y="104945"/>
                  </a:lnTo>
                  <a:lnTo>
                    <a:pt x="27455" y="109770"/>
                  </a:lnTo>
                  <a:lnTo>
                    <a:pt x="26838" y="110000"/>
                  </a:lnTo>
                  <a:lnTo>
                    <a:pt x="25462" y="109969"/>
                  </a:lnTo>
                  <a:lnTo>
                    <a:pt x="24041" y="110733"/>
                  </a:lnTo>
                  <a:lnTo>
                    <a:pt x="23381" y="109611"/>
                  </a:lnTo>
                  <a:lnTo>
                    <a:pt x="22841" y="108148"/>
                  </a:lnTo>
                  <a:lnTo>
                    <a:pt x="22439" y="106419"/>
                  </a:lnTo>
                  <a:lnTo>
                    <a:pt x="21876" y="102850"/>
                  </a:lnTo>
                  <a:lnTo>
                    <a:pt x="21425" y="99171"/>
                  </a:lnTo>
                  <a:lnTo>
                    <a:pt x="22836" y="94660"/>
                  </a:lnTo>
                  <a:lnTo>
                    <a:pt x="22350" y="90583"/>
                  </a:lnTo>
                  <a:lnTo>
                    <a:pt x="21394" y="87085"/>
                  </a:lnTo>
                  <a:lnTo>
                    <a:pt x="18983" y="82240"/>
                  </a:lnTo>
                  <a:lnTo>
                    <a:pt x="16481" y="77644"/>
                  </a:lnTo>
                  <a:lnTo>
                    <a:pt x="15344" y="76709"/>
                  </a:lnTo>
                  <a:lnTo>
                    <a:pt x="13480" y="76299"/>
                  </a:lnTo>
                  <a:lnTo>
                    <a:pt x="12894" y="75855"/>
                  </a:lnTo>
                  <a:lnTo>
                    <a:pt x="12314" y="74126"/>
                  </a:lnTo>
                  <a:lnTo>
                    <a:pt x="11886" y="72132"/>
                  </a:lnTo>
                  <a:lnTo>
                    <a:pt x="13052" y="71275"/>
                  </a:lnTo>
                  <a:lnTo>
                    <a:pt x="15048" y="68935"/>
                  </a:lnTo>
                  <a:lnTo>
                    <a:pt x="16177" y="69047"/>
                  </a:lnTo>
                  <a:lnTo>
                    <a:pt x="19250" y="70317"/>
                  </a:lnTo>
                  <a:lnTo>
                    <a:pt x="20194" y="71471"/>
                  </a:lnTo>
                  <a:lnTo>
                    <a:pt x="21073" y="72146"/>
                  </a:lnTo>
                  <a:lnTo>
                    <a:pt x="23172" y="68280"/>
                  </a:lnTo>
                  <a:lnTo>
                    <a:pt x="24836" y="63233"/>
                  </a:lnTo>
                  <a:lnTo>
                    <a:pt x="25872" y="62136"/>
                  </a:lnTo>
                  <a:lnTo>
                    <a:pt x="26752" y="61767"/>
                  </a:lnTo>
                  <a:lnTo>
                    <a:pt x="27653" y="62254"/>
                  </a:lnTo>
                  <a:lnTo>
                    <a:pt x="29438" y="64018"/>
                  </a:lnTo>
                  <a:lnTo>
                    <a:pt x="30841" y="64837"/>
                  </a:lnTo>
                  <a:lnTo>
                    <a:pt x="31842" y="64999"/>
                  </a:lnTo>
                  <a:lnTo>
                    <a:pt x="32365" y="66577"/>
                  </a:lnTo>
                  <a:lnTo>
                    <a:pt x="32956" y="67287"/>
                  </a:lnTo>
                  <a:lnTo>
                    <a:pt x="33088" y="64906"/>
                  </a:lnTo>
                  <a:lnTo>
                    <a:pt x="33605" y="62148"/>
                  </a:lnTo>
                  <a:lnTo>
                    <a:pt x="34596" y="61291"/>
                  </a:lnTo>
                  <a:lnTo>
                    <a:pt x="35120" y="61094"/>
                  </a:lnTo>
                  <a:lnTo>
                    <a:pt x="35452" y="60382"/>
                  </a:lnTo>
                  <a:lnTo>
                    <a:pt x="35379" y="57828"/>
                  </a:lnTo>
                  <a:lnTo>
                    <a:pt x="34064" y="57508"/>
                  </a:lnTo>
                  <a:lnTo>
                    <a:pt x="34779" y="55320"/>
                  </a:lnTo>
                  <a:lnTo>
                    <a:pt x="35422" y="54255"/>
                  </a:lnTo>
                  <a:lnTo>
                    <a:pt x="35642" y="53188"/>
                  </a:lnTo>
                  <a:lnTo>
                    <a:pt x="35656" y="51846"/>
                  </a:lnTo>
                  <a:lnTo>
                    <a:pt x="33081" y="54420"/>
                  </a:lnTo>
                  <a:lnTo>
                    <a:pt x="30369" y="55496"/>
                  </a:lnTo>
                  <a:lnTo>
                    <a:pt x="28766" y="55205"/>
                  </a:lnTo>
                  <a:lnTo>
                    <a:pt x="27165" y="55167"/>
                  </a:lnTo>
                  <a:lnTo>
                    <a:pt x="23970" y="56884"/>
                  </a:lnTo>
                  <a:lnTo>
                    <a:pt x="22758" y="56815"/>
                  </a:lnTo>
                  <a:lnTo>
                    <a:pt x="19928" y="56120"/>
                  </a:lnTo>
                  <a:lnTo>
                    <a:pt x="18363" y="55286"/>
                  </a:lnTo>
                  <a:lnTo>
                    <a:pt x="17152" y="55935"/>
                  </a:lnTo>
                  <a:lnTo>
                    <a:pt x="15986" y="55990"/>
                  </a:lnTo>
                  <a:lnTo>
                    <a:pt x="14765" y="54025"/>
                  </a:lnTo>
                  <a:lnTo>
                    <a:pt x="13726" y="51560"/>
                  </a:lnTo>
                  <a:lnTo>
                    <a:pt x="13210" y="49812"/>
                  </a:lnTo>
                  <a:lnTo>
                    <a:pt x="12522" y="48545"/>
                  </a:lnTo>
                  <a:lnTo>
                    <a:pt x="12218" y="46836"/>
                  </a:lnTo>
                  <a:lnTo>
                    <a:pt x="11458" y="40407"/>
                  </a:lnTo>
                  <a:lnTo>
                    <a:pt x="11388" y="35819"/>
                  </a:lnTo>
                  <a:lnTo>
                    <a:pt x="10162" y="35727"/>
                  </a:lnTo>
                  <a:lnTo>
                    <a:pt x="8964" y="35274"/>
                  </a:lnTo>
                  <a:lnTo>
                    <a:pt x="3629" y="30908"/>
                  </a:lnTo>
                  <a:lnTo>
                    <a:pt x="2984" y="31978"/>
                  </a:lnTo>
                  <a:lnTo>
                    <a:pt x="2233" y="32529"/>
                  </a:lnTo>
                  <a:lnTo>
                    <a:pt x="1485" y="32734"/>
                  </a:lnTo>
                  <a:lnTo>
                    <a:pt x="741" y="32509"/>
                  </a:lnTo>
                  <a:lnTo>
                    <a:pt x="0" y="31831"/>
                  </a:lnTo>
                  <a:lnTo>
                    <a:pt x="61" y="30628"/>
                  </a:lnTo>
                  <a:lnTo>
                    <a:pt x="612" y="27676"/>
                  </a:lnTo>
                  <a:lnTo>
                    <a:pt x="1153" y="26588"/>
                  </a:lnTo>
                  <a:lnTo>
                    <a:pt x="1900" y="25748"/>
                  </a:lnTo>
                  <a:lnTo>
                    <a:pt x="2375" y="24181"/>
                  </a:lnTo>
                  <a:lnTo>
                    <a:pt x="3146" y="19486"/>
                  </a:lnTo>
                  <a:lnTo>
                    <a:pt x="3206" y="17882"/>
                  </a:lnTo>
                  <a:lnTo>
                    <a:pt x="3121" y="16243"/>
                  </a:lnTo>
                  <a:lnTo>
                    <a:pt x="3184" y="15011"/>
                  </a:lnTo>
                  <a:lnTo>
                    <a:pt x="3662" y="14364"/>
                  </a:lnTo>
                  <a:lnTo>
                    <a:pt x="5674" y="12835"/>
                  </a:lnTo>
                  <a:lnTo>
                    <a:pt x="9852" y="10529"/>
                  </a:lnTo>
                  <a:lnTo>
                    <a:pt x="10907" y="9150"/>
                  </a:lnTo>
                  <a:lnTo>
                    <a:pt x="11779" y="6942"/>
                  </a:lnTo>
                  <a:lnTo>
                    <a:pt x="12797" y="5601"/>
                  </a:lnTo>
                  <a:lnTo>
                    <a:pt x="13266" y="4244"/>
                  </a:lnTo>
                  <a:lnTo>
                    <a:pt x="13802" y="3151"/>
                  </a:lnTo>
                  <a:lnTo>
                    <a:pt x="17035" y="236"/>
                  </a:lnTo>
                  <a:lnTo>
                    <a:pt x="18428" y="0"/>
                  </a:lnTo>
                  <a:lnTo>
                    <a:pt x="19855" y="337"/>
                  </a:lnTo>
                  <a:lnTo>
                    <a:pt x="22674" y="2066"/>
                  </a:lnTo>
                  <a:lnTo>
                    <a:pt x="25364" y="4856"/>
                  </a:lnTo>
                  <a:lnTo>
                    <a:pt x="27696" y="8518"/>
                  </a:lnTo>
                  <a:lnTo>
                    <a:pt x="30184" y="11190"/>
                  </a:lnTo>
                  <a:lnTo>
                    <a:pt x="33243" y="11640"/>
                  </a:lnTo>
                  <a:lnTo>
                    <a:pt x="34787" y="11346"/>
                  </a:lnTo>
                  <a:lnTo>
                    <a:pt x="36301" y="11727"/>
                  </a:lnTo>
                  <a:lnTo>
                    <a:pt x="36915" y="12477"/>
                  </a:lnTo>
                  <a:lnTo>
                    <a:pt x="37970" y="14754"/>
                  </a:lnTo>
                  <a:lnTo>
                    <a:pt x="37668" y="16249"/>
                  </a:lnTo>
                  <a:lnTo>
                    <a:pt x="37488" y="19336"/>
                  </a:lnTo>
                  <a:lnTo>
                    <a:pt x="38027" y="22308"/>
                  </a:lnTo>
                  <a:lnTo>
                    <a:pt x="38906" y="25284"/>
                  </a:lnTo>
                  <a:lnTo>
                    <a:pt x="39623" y="28458"/>
                  </a:lnTo>
                  <a:lnTo>
                    <a:pt x="39775" y="30007"/>
                  </a:lnTo>
                  <a:lnTo>
                    <a:pt x="39502" y="33291"/>
                  </a:lnTo>
                  <a:lnTo>
                    <a:pt x="39256" y="34916"/>
                  </a:lnTo>
                  <a:lnTo>
                    <a:pt x="38383" y="37625"/>
                  </a:lnTo>
                  <a:lnTo>
                    <a:pt x="37901" y="40586"/>
                  </a:lnTo>
                  <a:lnTo>
                    <a:pt x="38211" y="44236"/>
                  </a:lnTo>
                  <a:lnTo>
                    <a:pt x="38383" y="47907"/>
                  </a:lnTo>
                  <a:lnTo>
                    <a:pt x="38351" y="51280"/>
                  </a:lnTo>
                  <a:lnTo>
                    <a:pt x="38508" y="54599"/>
                  </a:lnTo>
                  <a:lnTo>
                    <a:pt x="38986" y="57964"/>
                  </a:lnTo>
                  <a:lnTo>
                    <a:pt x="41024" y="67180"/>
                  </a:lnTo>
                  <a:lnTo>
                    <a:pt x="42217" y="73425"/>
                  </a:lnTo>
                  <a:lnTo>
                    <a:pt x="42598" y="69936"/>
                  </a:lnTo>
                  <a:lnTo>
                    <a:pt x="42501" y="66058"/>
                  </a:lnTo>
                  <a:lnTo>
                    <a:pt x="42924" y="64658"/>
                  </a:lnTo>
                  <a:lnTo>
                    <a:pt x="43520" y="63914"/>
                  </a:lnTo>
                  <a:lnTo>
                    <a:pt x="44258" y="64690"/>
                  </a:lnTo>
                  <a:lnTo>
                    <a:pt x="44468" y="66260"/>
                  </a:lnTo>
                  <a:lnTo>
                    <a:pt x="44521" y="69688"/>
                  </a:lnTo>
                  <a:lnTo>
                    <a:pt x="45168" y="76417"/>
                  </a:lnTo>
                  <a:lnTo>
                    <a:pt x="45993" y="76726"/>
                  </a:lnTo>
                  <a:lnTo>
                    <a:pt x="46889" y="75696"/>
                  </a:lnTo>
                  <a:lnTo>
                    <a:pt x="47036" y="77753"/>
                  </a:lnTo>
                  <a:lnTo>
                    <a:pt x="47003" y="81559"/>
                  </a:lnTo>
                  <a:lnTo>
                    <a:pt x="47419" y="84581"/>
                  </a:lnTo>
                  <a:lnTo>
                    <a:pt x="47789" y="85764"/>
                  </a:lnTo>
                  <a:lnTo>
                    <a:pt x="49254" y="88222"/>
                  </a:lnTo>
                  <a:lnTo>
                    <a:pt x="49922" y="88678"/>
                  </a:lnTo>
                  <a:lnTo>
                    <a:pt x="51864" y="89270"/>
                  </a:lnTo>
                  <a:lnTo>
                    <a:pt x="53327" y="89458"/>
                  </a:lnTo>
                  <a:lnTo>
                    <a:pt x="54729" y="88577"/>
                  </a:lnTo>
                  <a:lnTo>
                    <a:pt x="55632" y="86321"/>
                  </a:lnTo>
                  <a:lnTo>
                    <a:pt x="56449" y="83877"/>
                  </a:lnTo>
                  <a:lnTo>
                    <a:pt x="59269" y="78241"/>
                  </a:lnTo>
                  <a:lnTo>
                    <a:pt x="60086" y="75546"/>
                  </a:lnTo>
                  <a:lnTo>
                    <a:pt x="60873" y="71414"/>
                  </a:lnTo>
                  <a:lnTo>
                    <a:pt x="61144" y="70528"/>
                  </a:lnTo>
                  <a:lnTo>
                    <a:pt x="63950" y="66061"/>
                  </a:lnTo>
                  <a:lnTo>
                    <a:pt x="64270" y="64476"/>
                  </a:lnTo>
                  <a:lnTo>
                    <a:pt x="64673" y="61409"/>
                  </a:lnTo>
                  <a:lnTo>
                    <a:pt x="65281" y="58440"/>
                  </a:lnTo>
                  <a:lnTo>
                    <a:pt x="65738" y="56907"/>
                  </a:lnTo>
                  <a:lnTo>
                    <a:pt x="68448" y="55459"/>
                  </a:lnTo>
                  <a:lnTo>
                    <a:pt x="71263" y="54671"/>
                  </a:lnTo>
                  <a:lnTo>
                    <a:pt x="74051" y="51935"/>
                  </a:lnTo>
                  <a:lnTo>
                    <a:pt x="75258" y="49584"/>
                  </a:lnTo>
                  <a:lnTo>
                    <a:pt x="75315" y="48037"/>
                  </a:lnTo>
                  <a:lnTo>
                    <a:pt x="74702" y="45322"/>
                  </a:lnTo>
                  <a:lnTo>
                    <a:pt x="74677" y="44130"/>
                  </a:lnTo>
                  <a:lnTo>
                    <a:pt x="75323" y="42984"/>
                  </a:lnTo>
                  <a:lnTo>
                    <a:pt x="77811" y="39542"/>
                  </a:lnTo>
                  <a:lnTo>
                    <a:pt x="80688" y="36001"/>
                  </a:lnTo>
                  <a:lnTo>
                    <a:pt x="82999" y="33560"/>
                  </a:lnTo>
                  <a:lnTo>
                    <a:pt x="84277" y="33577"/>
                  </a:lnTo>
                  <a:lnTo>
                    <a:pt x="85455" y="35727"/>
                  </a:lnTo>
                  <a:lnTo>
                    <a:pt x="86712" y="37481"/>
                  </a:lnTo>
                  <a:lnTo>
                    <a:pt x="93279" y="42658"/>
                  </a:lnTo>
                  <a:lnTo>
                    <a:pt x="94331" y="44265"/>
                  </a:lnTo>
                  <a:lnTo>
                    <a:pt x="95249" y="46401"/>
                  </a:lnTo>
                  <a:lnTo>
                    <a:pt x="96562" y="47881"/>
                  </a:lnTo>
                  <a:lnTo>
                    <a:pt x="98028" y="48597"/>
                  </a:lnTo>
                  <a:lnTo>
                    <a:pt x="99361" y="49979"/>
                  </a:lnTo>
                  <a:lnTo>
                    <a:pt x="100626" y="51762"/>
                  </a:lnTo>
                  <a:lnTo>
                    <a:pt x="103419" y="55089"/>
                  </a:lnTo>
                  <a:lnTo>
                    <a:pt x="107170" y="59121"/>
                  </a:lnTo>
                  <a:lnTo>
                    <a:pt x="108130" y="59363"/>
                  </a:lnTo>
                  <a:lnTo>
                    <a:pt x="111618" y="59173"/>
                  </a:lnTo>
                  <a:lnTo>
                    <a:pt x="112221" y="59932"/>
                  </a:lnTo>
                  <a:lnTo>
                    <a:pt x="112793" y="61005"/>
                  </a:lnTo>
                  <a:lnTo>
                    <a:pt x="113325" y="61253"/>
                  </a:lnTo>
                  <a:lnTo>
                    <a:pt x="117322" y="62003"/>
                  </a:lnTo>
                  <a:lnTo>
                    <a:pt x="117937" y="62780"/>
                  </a:lnTo>
                  <a:lnTo>
                    <a:pt x="118515" y="63844"/>
                  </a:lnTo>
                  <a:lnTo>
                    <a:pt x="118844" y="66771"/>
                  </a:lnTo>
                  <a:close/>
                </a:path>
              </a:pathLst>
            </a:custGeom>
            <a:solidFill>
              <a:srgbClr val="EEF5E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5" name="pg784"/>
            <p:cNvSpPr/>
            <p:nvPr/>
          </p:nvSpPr>
          <p:spPr>
            <a:xfrm>
              <a:off x="4604330" y="3643959"/>
              <a:ext cx="4058" cy="9571"/>
            </a:xfrm>
            <a:custGeom>
              <a:avLst/>
              <a:pathLst>
                <a:path w="4058" h="9571">
                  <a:moveTo>
                    <a:pt x="2645" y="0"/>
                  </a:moveTo>
                  <a:lnTo>
                    <a:pt x="3785" y="2871"/>
                  </a:lnTo>
                  <a:lnTo>
                    <a:pt x="4058" y="3898"/>
                  </a:lnTo>
                  <a:lnTo>
                    <a:pt x="3495" y="5491"/>
                  </a:lnTo>
                  <a:lnTo>
                    <a:pt x="3039" y="7742"/>
                  </a:lnTo>
                  <a:lnTo>
                    <a:pt x="2781" y="8221"/>
                  </a:lnTo>
                  <a:lnTo>
                    <a:pt x="1910" y="7358"/>
                  </a:lnTo>
                  <a:lnTo>
                    <a:pt x="1292" y="9571"/>
                  </a:lnTo>
                  <a:lnTo>
                    <a:pt x="885" y="6039"/>
                  </a:lnTo>
                  <a:lnTo>
                    <a:pt x="0" y="3800"/>
                  </a:lnTo>
                  <a:lnTo>
                    <a:pt x="551" y="1509"/>
                  </a:lnTo>
                  <a:lnTo>
                    <a:pt x="751" y="1344"/>
                  </a:lnTo>
                  <a:lnTo>
                    <a:pt x="1018" y="1416"/>
                  </a:lnTo>
                  <a:lnTo>
                    <a:pt x="1297" y="2014"/>
                  </a:lnTo>
                  <a:close/>
                </a:path>
              </a:pathLst>
            </a:custGeom>
            <a:solidFill>
              <a:srgbClr val="EEF5E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6" name="pg785"/>
            <p:cNvSpPr/>
            <p:nvPr/>
          </p:nvSpPr>
          <p:spPr>
            <a:xfrm>
              <a:off x="4885123" y="3643131"/>
              <a:ext cx="7106" cy="17051"/>
            </a:xfrm>
            <a:custGeom>
              <a:avLst/>
              <a:pathLst>
                <a:path w="7106" h="17051">
                  <a:moveTo>
                    <a:pt x="3289" y="363"/>
                  </a:moveTo>
                  <a:lnTo>
                    <a:pt x="4696" y="4778"/>
                  </a:lnTo>
                  <a:lnTo>
                    <a:pt x="3752" y="8968"/>
                  </a:lnTo>
                  <a:lnTo>
                    <a:pt x="4406" y="11311"/>
                  </a:lnTo>
                  <a:lnTo>
                    <a:pt x="6181" y="11458"/>
                  </a:lnTo>
                  <a:lnTo>
                    <a:pt x="6591" y="12336"/>
                  </a:lnTo>
                  <a:lnTo>
                    <a:pt x="6900" y="13392"/>
                  </a:lnTo>
                  <a:lnTo>
                    <a:pt x="7106" y="14835"/>
                  </a:lnTo>
                  <a:lnTo>
                    <a:pt x="6644" y="15989"/>
                  </a:lnTo>
                  <a:lnTo>
                    <a:pt x="5655" y="17051"/>
                  </a:lnTo>
                  <a:lnTo>
                    <a:pt x="4515" y="15524"/>
                  </a:lnTo>
                  <a:lnTo>
                    <a:pt x="4214" y="14105"/>
                  </a:lnTo>
                  <a:lnTo>
                    <a:pt x="3982" y="13574"/>
                  </a:lnTo>
                  <a:lnTo>
                    <a:pt x="2446" y="14650"/>
                  </a:lnTo>
                  <a:lnTo>
                    <a:pt x="2018" y="14754"/>
                  </a:lnTo>
                  <a:lnTo>
                    <a:pt x="1720" y="12777"/>
                  </a:lnTo>
                  <a:lnTo>
                    <a:pt x="2091" y="9938"/>
                  </a:lnTo>
                  <a:lnTo>
                    <a:pt x="1017" y="8656"/>
                  </a:lnTo>
                  <a:lnTo>
                    <a:pt x="35" y="5722"/>
                  </a:lnTo>
                  <a:lnTo>
                    <a:pt x="0" y="4539"/>
                  </a:lnTo>
                  <a:lnTo>
                    <a:pt x="395" y="2490"/>
                  </a:lnTo>
                  <a:lnTo>
                    <a:pt x="341" y="862"/>
                  </a:lnTo>
                  <a:lnTo>
                    <a:pt x="903" y="738"/>
                  </a:lnTo>
                  <a:lnTo>
                    <a:pt x="1926" y="2946"/>
                  </a:lnTo>
                  <a:lnTo>
                    <a:pt x="2371" y="865"/>
                  </a:lnTo>
                  <a:lnTo>
                    <a:pt x="2806" y="0"/>
                  </a:lnTo>
                  <a:close/>
                </a:path>
              </a:pathLst>
            </a:custGeom>
            <a:solidFill>
              <a:srgbClr val="EEF5E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7" name="pg786"/>
            <p:cNvSpPr/>
            <p:nvPr/>
          </p:nvSpPr>
          <p:spPr>
            <a:xfrm>
              <a:off x="4882775" y="3641627"/>
              <a:ext cx="2262" cy="7843"/>
            </a:xfrm>
            <a:custGeom>
              <a:avLst/>
              <a:pathLst>
                <a:path w="2262" h="7843">
                  <a:moveTo>
                    <a:pt x="1773" y="7078"/>
                  </a:moveTo>
                  <a:lnTo>
                    <a:pt x="1010" y="7843"/>
                  </a:lnTo>
                  <a:lnTo>
                    <a:pt x="179" y="7823"/>
                  </a:lnTo>
                  <a:lnTo>
                    <a:pt x="0" y="4671"/>
                  </a:lnTo>
                  <a:lnTo>
                    <a:pt x="268" y="675"/>
                  </a:lnTo>
                  <a:lnTo>
                    <a:pt x="1038" y="0"/>
                  </a:lnTo>
                  <a:lnTo>
                    <a:pt x="2262" y="845"/>
                  </a:lnTo>
                  <a:lnTo>
                    <a:pt x="1811" y="1858"/>
                  </a:lnTo>
                  <a:lnTo>
                    <a:pt x="2146" y="3996"/>
                  </a:lnTo>
                  <a:close/>
                </a:path>
              </a:pathLst>
            </a:custGeom>
            <a:solidFill>
              <a:srgbClr val="EEF5E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8" name="pg787"/>
            <p:cNvSpPr/>
            <p:nvPr/>
          </p:nvSpPr>
          <p:spPr>
            <a:xfrm>
              <a:off x="4594632" y="3640794"/>
              <a:ext cx="3691" cy="4591"/>
            </a:xfrm>
            <a:custGeom>
              <a:avLst/>
              <a:pathLst>
                <a:path w="3691" h="4591">
                  <a:moveTo>
                    <a:pt x="3353" y="3557"/>
                  </a:moveTo>
                  <a:lnTo>
                    <a:pt x="1767" y="4591"/>
                  </a:lnTo>
                  <a:lnTo>
                    <a:pt x="0" y="3843"/>
                  </a:lnTo>
                  <a:lnTo>
                    <a:pt x="215" y="2066"/>
                  </a:lnTo>
                  <a:lnTo>
                    <a:pt x="1067" y="0"/>
                  </a:lnTo>
                  <a:lnTo>
                    <a:pt x="1823" y="89"/>
                  </a:lnTo>
                  <a:lnTo>
                    <a:pt x="3200" y="1451"/>
                  </a:lnTo>
                  <a:lnTo>
                    <a:pt x="3691" y="2666"/>
                  </a:lnTo>
                  <a:close/>
                </a:path>
              </a:pathLst>
            </a:custGeom>
            <a:solidFill>
              <a:srgbClr val="EEF5E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9" name="pg788"/>
            <p:cNvSpPr/>
            <p:nvPr/>
          </p:nvSpPr>
          <p:spPr>
            <a:xfrm>
              <a:off x="4920948" y="3634191"/>
              <a:ext cx="13443" cy="12994"/>
            </a:xfrm>
            <a:custGeom>
              <a:avLst/>
              <a:pathLst>
                <a:path w="13443" h="12994">
                  <a:moveTo>
                    <a:pt x="7027" y="0"/>
                  </a:moveTo>
                  <a:lnTo>
                    <a:pt x="9139" y="1255"/>
                  </a:lnTo>
                  <a:lnTo>
                    <a:pt x="9617" y="1059"/>
                  </a:lnTo>
                  <a:lnTo>
                    <a:pt x="12677" y="4305"/>
                  </a:lnTo>
                  <a:lnTo>
                    <a:pt x="13165" y="5915"/>
                  </a:lnTo>
                  <a:lnTo>
                    <a:pt x="12992" y="7003"/>
                  </a:lnTo>
                  <a:lnTo>
                    <a:pt x="13443" y="8457"/>
                  </a:lnTo>
                  <a:lnTo>
                    <a:pt x="12441" y="10685"/>
                  </a:lnTo>
                  <a:lnTo>
                    <a:pt x="11958" y="10933"/>
                  </a:lnTo>
                  <a:lnTo>
                    <a:pt x="11469" y="10102"/>
                  </a:lnTo>
                  <a:lnTo>
                    <a:pt x="10494" y="9632"/>
                  </a:lnTo>
                  <a:lnTo>
                    <a:pt x="9368" y="10538"/>
                  </a:lnTo>
                  <a:lnTo>
                    <a:pt x="8651" y="9854"/>
                  </a:lnTo>
                  <a:lnTo>
                    <a:pt x="8044" y="7811"/>
                  </a:lnTo>
                  <a:lnTo>
                    <a:pt x="6968" y="6570"/>
                  </a:lnTo>
                  <a:lnTo>
                    <a:pt x="5446" y="2262"/>
                  </a:lnTo>
                  <a:lnTo>
                    <a:pt x="4698" y="2418"/>
                  </a:lnTo>
                  <a:lnTo>
                    <a:pt x="4894" y="4103"/>
                  </a:lnTo>
                  <a:lnTo>
                    <a:pt x="5541" y="5214"/>
                  </a:lnTo>
                  <a:lnTo>
                    <a:pt x="6394" y="8489"/>
                  </a:lnTo>
                  <a:lnTo>
                    <a:pt x="6884" y="8807"/>
                  </a:lnTo>
                  <a:lnTo>
                    <a:pt x="7391" y="8694"/>
                  </a:lnTo>
                  <a:lnTo>
                    <a:pt x="8075" y="10056"/>
                  </a:lnTo>
                  <a:lnTo>
                    <a:pt x="8039" y="12171"/>
                  </a:lnTo>
                  <a:lnTo>
                    <a:pt x="6258" y="12994"/>
                  </a:lnTo>
                  <a:lnTo>
                    <a:pt x="5644" y="11450"/>
                  </a:lnTo>
                  <a:lnTo>
                    <a:pt x="5509" y="8642"/>
                  </a:lnTo>
                  <a:lnTo>
                    <a:pt x="4508" y="9588"/>
                  </a:lnTo>
                  <a:lnTo>
                    <a:pt x="4122" y="10570"/>
                  </a:lnTo>
                  <a:lnTo>
                    <a:pt x="3828" y="10705"/>
                  </a:lnTo>
                  <a:lnTo>
                    <a:pt x="3164" y="7779"/>
                  </a:lnTo>
                  <a:lnTo>
                    <a:pt x="1266" y="7629"/>
                  </a:lnTo>
                  <a:lnTo>
                    <a:pt x="0" y="6074"/>
                  </a:lnTo>
                  <a:lnTo>
                    <a:pt x="622" y="4449"/>
                  </a:lnTo>
                  <a:lnTo>
                    <a:pt x="710" y="2876"/>
                  </a:lnTo>
                  <a:lnTo>
                    <a:pt x="1534" y="2031"/>
                  </a:lnTo>
                  <a:lnTo>
                    <a:pt x="2368" y="2788"/>
                  </a:lnTo>
                  <a:lnTo>
                    <a:pt x="3205" y="1654"/>
                  </a:lnTo>
                  <a:lnTo>
                    <a:pt x="3798" y="1944"/>
                  </a:lnTo>
                  <a:lnTo>
                    <a:pt x="4236" y="1220"/>
                  </a:lnTo>
                  <a:lnTo>
                    <a:pt x="5919" y="760"/>
                  </a:lnTo>
                  <a:close/>
                </a:path>
              </a:pathLst>
            </a:custGeom>
            <a:solidFill>
              <a:srgbClr val="EEF5E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0" name="pg789"/>
            <p:cNvSpPr/>
            <p:nvPr/>
          </p:nvSpPr>
          <p:spPr>
            <a:xfrm>
              <a:off x="4531847" y="3633861"/>
              <a:ext cx="2857" cy="17254"/>
            </a:xfrm>
            <a:custGeom>
              <a:avLst/>
              <a:pathLst>
                <a:path w="2857" h="17254">
                  <a:moveTo>
                    <a:pt x="1823" y="15884"/>
                  </a:moveTo>
                  <a:lnTo>
                    <a:pt x="1097" y="17254"/>
                  </a:lnTo>
                  <a:lnTo>
                    <a:pt x="0" y="15924"/>
                  </a:lnTo>
                  <a:lnTo>
                    <a:pt x="369" y="14034"/>
                  </a:lnTo>
                  <a:lnTo>
                    <a:pt x="549" y="11417"/>
                  </a:lnTo>
                  <a:lnTo>
                    <a:pt x="1208" y="9339"/>
                  </a:lnTo>
                  <a:lnTo>
                    <a:pt x="1431" y="6901"/>
                  </a:lnTo>
                  <a:lnTo>
                    <a:pt x="161" y="232"/>
                  </a:lnTo>
                  <a:lnTo>
                    <a:pt x="790" y="0"/>
                  </a:lnTo>
                  <a:lnTo>
                    <a:pt x="1288" y="727"/>
                  </a:lnTo>
                  <a:lnTo>
                    <a:pt x="2129" y="5163"/>
                  </a:lnTo>
                  <a:lnTo>
                    <a:pt x="2857" y="7821"/>
                  </a:lnTo>
                  <a:lnTo>
                    <a:pt x="2564" y="11428"/>
                  </a:lnTo>
                  <a:close/>
                </a:path>
              </a:pathLst>
            </a:custGeom>
            <a:solidFill>
              <a:srgbClr val="EEF5E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1" name="pg790"/>
            <p:cNvSpPr/>
            <p:nvPr/>
          </p:nvSpPr>
          <p:spPr>
            <a:xfrm>
              <a:off x="4606645" y="3633546"/>
              <a:ext cx="6804" cy="10078"/>
            </a:xfrm>
            <a:custGeom>
              <a:avLst/>
              <a:pathLst>
                <a:path w="6804" h="10078">
                  <a:moveTo>
                    <a:pt x="4040" y="5723"/>
                  </a:moveTo>
                  <a:lnTo>
                    <a:pt x="4392" y="6211"/>
                  </a:lnTo>
                  <a:lnTo>
                    <a:pt x="4827" y="4679"/>
                  </a:lnTo>
                  <a:lnTo>
                    <a:pt x="5629" y="6779"/>
                  </a:lnTo>
                  <a:lnTo>
                    <a:pt x="6125" y="7830"/>
                  </a:lnTo>
                  <a:lnTo>
                    <a:pt x="6804" y="8880"/>
                  </a:lnTo>
                  <a:lnTo>
                    <a:pt x="6136" y="8929"/>
                  </a:lnTo>
                  <a:lnTo>
                    <a:pt x="5867" y="9890"/>
                  </a:lnTo>
                  <a:lnTo>
                    <a:pt x="5693" y="10078"/>
                  </a:lnTo>
                  <a:lnTo>
                    <a:pt x="3109" y="6690"/>
                  </a:lnTo>
                  <a:lnTo>
                    <a:pt x="1456" y="7781"/>
                  </a:lnTo>
                  <a:lnTo>
                    <a:pt x="322" y="6791"/>
                  </a:lnTo>
                  <a:lnTo>
                    <a:pt x="0" y="6113"/>
                  </a:lnTo>
                  <a:lnTo>
                    <a:pt x="609" y="4257"/>
                  </a:lnTo>
                  <a:lnTo>
                    <a:pt x="1165" y="0"/>
                  </a:lnTo>
                  <a:lnTo>
                    <a:pt x="2298" y="1069"/>
                  </a:lnTo>
                  <a:lnTo>
                    <a:pt x="2575" y="2380"/>
                  </a:lnTo>
                  <a:lnTo>
                    <a:pt x="2506" y="2770"/>
                  </a:lnTo>
                  <a:lnTo>
                    <a:pt x="3246" y="3568"/>
                  </a:lnTo>
                  <a:close/>
                </a:path>
              </a:pathLst>
            </a:custGeom>
            <a:solidFill>
              <a:srgbClr val="EEF5E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2" name="pg791"/>
            <p:cNvSpPr/>
            <p:nvPr/>
          </p:nvSpPr>
          <p:spPr>
            <a:xfrm>
              <a:off x="4909640" y="3632728"/>
              <a:ext cx="2926" cy="6951"/>
            </a:xfrm>
            <a:custGeom>
              <a:avLst/>
              <a:pathLst>
                <a:path w="2926" h="6951">
                  <a:moveTo>
                    <a:pt x="2926" y="6867"/>
                  </a:moveTo>
                  <a:lnTo>
                    <a:pt x="2399" y="6951"/>
                  </a:lnTo>
                  <a:lnTo>
                    <a:pt x="1955" y="5225"/>
                  </a:lnTo>
                  <a:lnTo>
                    <a:pt x="747" y="3304"/>
                  </a:lnTo>
                  <a:lnTo>
                    <a:pt x="0" y="0"/>
                  </a:lnTo>
                  <a:lnTo>
                    <a:pt x="2842" y="5456"/>
                  </a:lnTo>
                  <a:close/>
                </a:path>
              </a:pathLst>
            </a:custGeom>
            <a:solidFill>
              <a:srgbClr val="EEF5E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3" name="pg792"/>
            <p:cNvSpPr/>
            <p:nvPr/>
          </p:nvSpPr>
          <p:spPr>
            <a:xfrm>
              <a:off x="4886338" y="3629857"/>
              <a:ext cx="690" cy="5295"/>
            </a:xfrm>
            <a:custGeom>
              <a:avLst/>
              <a:pathLst>
                <a:path w="690" h="5295">
                  <a:moveTo>
                    <a:pt x="690" y="4386"/>
                  </a:moveTo>
                  <a:lnTo>
                    <a:pt x="631" y="5295"/>
                  </a:lnTo>
                  <a:lnTo>
                    <a:pt x="257" y="4025"/>
                  </a:lnTo>
                  <a:lnTo>
                    <a:pt x="0" y="3722"/>
                  </a:lnTo>
                  <a:lnTo>
                    <a:pt x="277" y="536"/>
                  </a:lnTo>
                  <a:lnTo>
                    <a:pt x="421" y="0"/>
                  </a:lnTo>
                  <a:lnTo>
                    <a:pt x="641" y="2174"/>
                  </a:lnTo>
                  <a:close/>
                </a:path>
              </a:pathLst>
            </a:custGeom>
            <a:solidFill>
              <a:srgbClr val="EEF5E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4" name="pg793"/>
            <p:cNvSpPr/>
            <p:nvPr/>
          </p:nvSpPr>
          <p:spPr>
            <a:xfrm>
              <a:off x="4607281" y="3627212"/>
              <a:ext cx="2424" cy="5833"/>
            </a:xfrm>
            <a:custGeom>
              <a:avLst/>
              <a:pathLst>
                <a:path w="2424" h="5833">
                  <a:moveTo>
                    <a:pt x="2316" y="5098"/>
                  </a:moveTo>
                  <a:lnTo>
                    <a:pt x="2424" y="5833"/>
                  </a:lnTo>
                  <a:lnTo>
                    <a:pt x="1848" y="5005"/>
                  </a:lnTo>
                  <a:lnTo>
                    <a:pt x="1500" y="4504"/>
                  </a:lnTo>
                  <a:lnTo>
                    <a:pt x="1271" y="4044"/>
                  </a:lnTo>
                  <a:lnTo>
                    <a:pt x="0" y="0"/>
                  </a:lnTo>
                  <a:lnTo>
                    <a:pt x="543" y="259"/>
                  </a:lnTo>
                  <a:lnTo>
                    <a:pt x="1957" y="3811"/>
                  </a:lnTo>
                  <a:close/>
                </a:path>
              </a:pathLst>
            </a:custGeom>
            <a:solidFill>
              <a:srgbClr val="EEF5E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5" name="pg794"/>
            <p:cNvSpPr/>
            <p:nvPr/>
          </p:nvSpPr>
          <p:spPr>
            <a:xfrm>
              <a:off x="4590710" y="3613393"/>
              <a:ext cx="1895" cy="4833"/>
            </a:xfrm>
            <a:custGeom>
              <a:avLst/>
              <a:pathLst>
                <a:path w="1895" h="4833">
                  <a:moveTo>
                    <a:pt x="1766" y="4663"/>
                  </a:moveTo>
                  <a:lnTo>
                    <a:pt x="397" y="4833"/>
                  </a:lnTo>
                  <a:lnTo>
                    <a:pt x="0" y="4452"/>
                  </a:lnTo>
                  <a:lnTo>
                    <a:pt x="167" y="1673"/>
                  </a:lnTo>
                  <a:lnTo>
                    <a:pt x="583" y="0"/>
                  </a:lnTo>
                  <a:lnTo>
                    <a:pt x="1202" y="33"/>
                  </a:lnTo>
                  <a:lnTo>
                    <a:pt x="1895" y="2535"/>
                  </a:lnTo>
                  <a:close/>
                </a:path>
              </a:pathLst>
            </a:custGeom>
            <a:solidFill>
              <a:srgbClr val="EEF5E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6" name="pg795"/>
            <p:cNvSpPr/>
            <p:nvPr/>
          </p:nvSpPr>
          <p:spPr>
            <a:xfrm>
              <a:off x="4885925" y="3612074"/>
              <a:ext cx="1011" cy="3236"/>
            </a:xfrm>
            <a:custGeom>
              <a:avLst/>
              <a:pathLst>
                <a:path w="1011" h="3236">
                  <a:moveTo>
                    <a:pt x="692" y="3022"/>
                  </a:moveTo>
                  <a:lnTo>
                    <a:pt x="130" y="3236"/>
                  </a:lnTo>
                  <a:lnTo>
                    <a:pt x="0" y="2045"/>
                  </a:lnTo>
                  <a:lnTo>
                    <a:pt x="240" y="24"/>
                  </a:lnTo>
                  <a:lnTo>
                    <a:pt x="754" y="0"/>
                  </a:lnTo>
                  <a:lnTo>
                    <a:pt x="971" y="323"/>
                  </a:lnTo>
                  <a:lnTo>
                    <a:pt x="1011" y="1804"/>
                  </a:lnTo>
                  <a:close/>
                </a:path>
              </a:pathLst>
            </a:custGeom>
            <a:solidFill>
              <a:srgbClr val="EEF5E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7" name="pg796"/>
            <p:cNvSpPr/>
            <p:nvPr/>
          </p:nvSpPr>
          <p:spPr>
            <a:xfrm>
              <a:off x="4884993" y="3608598"/>
              <a:ext cx="1050" cy="3060"/>
            </a:xfrm>
            <a:custGeom>
              <a:avLst/>
              <a:pathLst>
                <a:path w="1050" h="3060">
                  <a:moveTo>
                    <a:pt x="1050" y="2089"/>
                  </a:moveTo>
                  <a:lnTo>
                    <a:pt x="633" y="3060"/>
                  </a:lnTo>
                  <a:lnTo>
                    <a:pt x="239" y="2735"/>
                  </a:lnTo>
                  <a:lnTo>
                    <a:pt x="0" y="1480"/>
                  </a:lnTo>
                  <a:lnTo>
                    <a:pt x="77" y="577"/>
                  </a:lnTo>
                  <a:lnTo>
                    <a:pt x="407" y="0"/>
                  </a:lnTo>
                  <a:lnTo>
                    <a:pt x="821" y="429"/>
                  </a:lnTo>
                  <a:close/>
                </a:path>
              </a:pathLst>
            </a:custGeom>
            <a:solidFill>
              <a:srgbClr val="EEF5E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8" name="pg797"/>
            <p:cNvSpPr/>
            <p:nvPr/>
          </p:nvSpPr>
          <p:spPr>
            <a:xfrm>
              <a:off x="4593207" y="3608375"/>
              <a:ext cx="1864" cy="6462"/>
            </a:xfrm>
            <a:custGeom>
              <a:avLst/>
              <a:pathLst>
                <a:path w="1864" h="6462">
                  <a:moveTo>
                    <a:pt x="1288" y="6061"/>
                  </a:moveTo>
                  <a:lnTo>
                    <a:pt x="1038" y="6462"/>
                  </a:lnTo>
                  <a:lnTo>
                    <a:pt x="0" y="2709"/>
                  </a:lnTo>
                  <a:lnTo>
                    <a:pt x="259" y="545"/>
                  </a:lnTo>
                  <a:lnTo>
                    <a:pt x="508" y="0"/>
                  </a:lnTo>
                  <a:lnTo>
                    <a:pt x="1080" y="1317"/>
                  </a:lnTo>
                  <a:lnTo>
                    <a:pt x="1534" y="2702"/>
                  </a:lnTo>
                  <a:lnTo>
                    <a:pt x="1864" y="4340"/>
                  </a:lnTo>
                  <a:close/>
                </a:path>
              </a:pathLst>
            </a:custGeom>
            <a:solidFill>
              <a:srgbClr val="EEF5E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9" name="pg798"/>
            <p:cNvSpPr/>
            <p:nvPr/>
          </p:nvSpPr>
          <p:spPr>
            <a:xfrm>
              <a:off x="4598029" y="3607731"/>
              <a:ext cx="1144" cy="3520"/>
            </a:xfrm>
            <a:custGeom>
              <a:avLst/>
              <a:pathLst>
                <a:path w="1144" h="3520">
                  <a:moveTo>
                    <a:pt x="1079" y="2669"/>
                  </a:moveTo>
                  <a:lnTo>
                    <a:pt x="1144" y="3520"/>
                  </a:lnTo>
                  <a:lnTo>
                    <a:pt x="28" y="1813"/>
                  </a:lnTo>
                  <a:lnTo>
                    <a:pt x="0" y="577"/>
                  </a:lnTo>
                  <a:lnTo>
                    <a:pt x="145" y="0"/>
                  </a:lnTo>
                  <a:lnTo>
                    <a:pt x="811" y="1330"/>
                  </a:lnTo>
                  <a:close/>
                </a:path>
              </a:pathLst>
            </a:custGeom>
            <a:solidFill>
              <a:srgbClr val="EEF5E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0" name="pg799"/>
            <p:cNvSpPr/>
            <p:nvPr/>
          </p:nvSpPr>
          <p:spPr>
            <a:xfrm>
              <a:off x="4602393" y="3606176"/>
              <a:ext cx="1720" cy="4110"/>
            </a:xfrm>
            <a:custGeom>
              <a:avLst/>
              <a:pathLst>
                <a:path w="1720" h="4110">
                  <a:moveTo>
                    <a:pt x="1720" y="3250"/>
                  </a:moveTo>
                  <a:lnTo>
                    <a:pt x="958" y="4110"/>
                  </a:lnTo>
                  <a:lnTo>
                    <a:pt x="0" y="1411"/>
                  </a:lnTo>
                  <a:lnTo>
                    <a:pt x="35" y="783"/>
                  </a:lnTo>
                  <a:lnTo>
                    <a:pt x="123" y="308"/>
                  </a:lnTo>
                  <a:lnTo>
                    <a:pt x="299" y="0"/>
                  </a:lnTo>
                  <a:lnTo>
                    <a:pt x="881" y="1396"/>
                  </a:lnTo>
                  <a:lnTo>
                    <a:pt x="1571" y="1894"/>
                  </a:lnTo>
                  <a:close/>
                </a:path>
              </a:pathLst>
            </a:custGeom>
            <a:solidFill>
              <a:srgbClr val="EEF5E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1" name="pg800"/>
            <p:cNvSpPr/>
            <p:nvPr/>
          </p:nvSpPr>
          <p:spPr>
            <a:xfrm>
              <a:off x="4582354" y="3600673"/>
              <a:ext cx="6990" cy="12473"/>
            </a:xfrm>
            <a:custGeom>
              <a:avLst/>
              <a:pathLst>
                <a:path w="6990" h="12473">
                  <a:moveTo>
                    <a:pt x="6990" y="11334"/>
                  </a:moveTo>
                  <a:lnTo>
                    <a:pt x="6762" y="12473"/>
                  </a:lnTo>
                  <a:lnTo>
                    <a:pt x="6307" y="11633"/>
                  </a:lnTo>
                  <a:lnTo>
                    <a:pt x="3928" y="10360"/>
                  </a:lnTo>
                  <a:lnTo>
                    <a:pt x="3127" y="10219"/>
                  </a:lnTo>
                  <a:lnTo>
                    <a:pt x="1068" y="8824"/>
                  </a:lnTo>
                  <a:lnTo>
                    <a:pt x="445" y="8084"/>
                  </a:lnTo>
                  <a:lnTo>
                    <a:pt x="0" y="7113"/>
                  </a:lnTo>
                  <a:lnTo>
                    <a:pt x="152" y="5315"/>
                  </a:lnTo>
                  <a:lnTo>
                    <a:pt x="457" y="4236"/>
                  </a:lnTo>
                  <a:lnTo>
                    <a:pt x="642" y="1224"/>
                  </a:lnTo>
                  <a:lnTo>
                    <a:pt x="1161" y="0"/>
                  </a:lnTo>
                  <a:lnTo>
                    <a:pt x="2185" y="2240"/>
                  </a:lnTo>
                  <a:lnTo>
                    <a:pt x="3318" y="4166"/>
                  </a:lnTo>
                  <a:lnTo>
                    <a:pt x="3975" y="5048"/>
                  </a:lnTo>
                  <a:lnTo>
                    <a:pt x="5974" y="7017"/>
                  </a:lnTo>
                  <a:lnTo>
                    <a:pt x="6685" y="8006"/>
                  </a:lnTo>
                  <a:close/>
                </a:path>
              </a:pathLst>
            </a:custGeom>
            <a:solidFill>
              <a:srgbClr val="EEF5E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2" name="pg801"/>
            <p:cNvSpPr/>
            <p:nvPr/>
          </p:nvSpPr>
          <p:spPr>
            <a:xfrm>
              <a:off x="4592854" y="3600572"/>
              <a:ext cx="1392" cy="4145"/>
            </a:xfrm>
            <a:custGeom>
              <a:avLst/>
              <a:pathLst>
                <a:path w="1392" h="4145">
                  <a:moveTo>
                    <a:pt x="1322" y="2520"/>
                  </a:moveTo>
                  <a:lnTo>
                    <a:pt x="1392" y="4145"/>
                  </a:lnTo>
                  <a:lnTo>
                    <a:pt x="583" y="3747"/>
                  </a:lnTo>
                  <a:lnTo>
                    <a:pt x="0" y="1842"/>
                  </a:lnTo>
                  <a:lnTo>
                    <a:pt x="482" y="484"/>
                  </a:lnTo>
                  <a:lnTo>
                    <a:pt x="786" y="0"/>
                  </a:lnTo>
                  <a:lnTo>
                    <a:pt x="1090" y="1804"/>
                  </a:lnTo>
                  <a:close/>
                </a:path>
              </a:pathLst>
            </a:custGeom>
            <a:solidFill>
              <a:srgbClr val="EEF5E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3" name="pg802"/>
            <p:cNvSpPr/>
            <p:nvPr/>
          </p:nvSpPr>
          <p:spPr>
            <a:xfrm>
              <a:off x="4585376" y="3599631"/>
              <a:ext cx="5661" cy="9568"/>
            </a:xfrm>
            <a:custGeom>
              <a:avLst/>
              <a:pathLst>
                <a:path w="5661" h="9568">
                  <a:moveTo>
                    <a:pt x="5661" y="8726"/>
                  </a:moveTo>
                  <a:lnTo>
                    <a:pt x="5305" y="9568"/>
                  </a:lnTo>
                  <a:lnTo>
                    <a:pt x="4690" y="9376"/>
                  </a:lnTo>
                  <a:lnTo>
                    <a:pt x="4040" y="8375"/>
                  </a:lnTo>
                  <a:lnTo>
                    <a:pt x="3194" y="6583"/>
                  </a:lnTo>
                  <a:lnTo>
                    <a:pt x="2248" y="4984"/>
                  </a:lnTo>
                  <a:lnTo>
                    <a:pt x="1049" y="3974"/>
                  </a:lnTo>
                  <a:lnTo>
                    <a:pt x="299" y="3670"/>
                  </a:lnTo>
                  <a:lnTo>
                    <a:pt x="0" y="3302"/>
                  </a:lnTo>
                  <a:lnTo>
                    <a:pt x="289" y="196"/>
                  </a:lnTo>
                  <a:lnTo>
                    <a:pt x="1075" y="0"/>
                  </a:lnTo>
                  <a:lnTo>
                    <a:pt x="3626" y="2887"/>
                  </a:lnTo>
                  <a:lnTo>
                    <a:pt x="4457" y="4454"/>
                  </a:lnTo>
                  <a:close/>
                </a:path>
              </a:pathLst>
            </a:custGeom>
            <a:solidFill>
              <a:srgbClr val="EEF5E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4" name="pg803"/>
            <p:cNvSpPr/>
            <p:nvPr/>
          </p:nvSpPr>
          <p:spPr>
            <a:xfrm>
              <a:off x="4600371" y="3599185"/>
              <a:ext cx="2530" cy="5644"/>
            </a:xfrm>
            <a:custGeom>
              <a:avLst/>
              <a:pathLst>
                <a:path w="2530" h="5644">
                  <a:moveTo>
                    <a:pt x="1128" y="0"/>
                  </a:moveTo>
                  <a:lnTo>
                    <a:pt x="1899" y="1286"/>
                  </a:lnTo>
                  <a:lnTo>
                    <a:pt x="2530" y="442"/>
                  </a:lnTo>
                  <a:lnTo>
                    <a:pt x="2505" y="1546"/>
                  </a:lnTo>
                  <a:lnTo>
                    <a:pt x="2377" y="2605"/>
                  </a:lnTo>
                  <a:lnTo>
                    <a:pt x="1631" y="5644"/>
                  </a:lnTo>
                  <a:lnTo>
                    <a:pt x="381" y="4944"/>
                  </a:lnTo>
                  <a:lnTo>
                    <a:pt x="92" y="3961"/>
                  </a:lnTo>
                  <a:lnTo>
                    <a:pt x="0" y="3226"/>
                  </a:lnTo>
                  <a:lnTo>
                    <a:pt x="179" y="2764"/>
                  </a:lnTo>
                  <a:lnTo>
                    <a:pt x="282" y="1274"/>
                  </a:lnTo>
                  <a:lnTo>
                    <a:pt x="823" y="1279"/>
                  </a:lnTo>
                  <a:close/>
                </a:path>
              </a:pathLst>
            </a:custGeom>
            <a:solidFill>
              <a:srgbClr val="EEF5E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5" name="pg804"/>
            <p:cNvSpPr/>
            <p:nvPr/>
          </p:nvSpPr>
          <p:spPr>
            <a:xfrm>
              <a:off x="4604173" y="3598135"/>
              <a:ext cx="5102" cy="11352"/>
            </a:xfrm>
            <a:custGeom>
              <a:avLst/>
              <a:pathLst>
                <a:path w="5102" h="11352">
                  <a:moveTo>
                    <a:pt x="4157" y="0"/>
                  </a:moveTo>
                  <a:lnTo>
                    <a:pt x="4226" y="2217"/>
                  </a:lnTo>
                  <a:lnTo>
                    <a:pt x="4922" y="3295"/>
                  </a:lnTo>
                  <a:lnTo>
                    <a:pt x="5102" y="4922"/>
                  </a:lnTo>
                  <a:lnTo>
                    <a:pt x="4979" y="7537"/>
                  </a:lnTo>
                  <a:lnTo>
                    <a:pt x="4325" y="10552"/>
                  </a:lnTo>
                  <a:lnTo>
                    <a:pt x="4033" y="11352"/>
                  </a:lnTo>
                  <a:lnTo>
                    <a:pt x="3169" y="10740"/>
                  </a:lnTo>
                  <a:lnTo>
                    <a:pt x="2881" y="9731"/>
                  </a:lnTo>
                  <a:lnTo>
                    <a:pt x="2765" y="8942"/>
                  </a:lnTo>
                  <a:lnTo>
                    <a:pt x="2886" y="8379"/>
                  </a:lnTo>
                  <a:lnTo>
                    <a:pt x="2246" y="7671"/>
                  </a:lnTo>
                  <a:lnTo>
                    <a:pt x="2658" y="6517"/>
                  </a:lnTo>
                  <a:lnTo>
                    <a:pt x="2376" y="4895"/>
                  </a:lnTo>
                  <a:lnTo>
                    <a:pt x="605" y="5909"/>
                  </a:lnTo>
                  <a:lnTo>
                    <a:pt x="94" y="5945"/>
                  </a:lnTo>
                  <a:lnTo>
                    <a:pt x="0" y="4099"/>
                  </a:lnTo>
                  <a:lnTo>
                    <a:pt x="72" y="3353"/>
                  </a:lnTo>
                  <a:lnTo>
                    <a:pt x="1432" y="1022"/>
                  </a:lnTo>
                  <a:lnTo>
                    <a:pt x="2244" y="593"/>
                  </a:lnTo>
                  <a:lnTo>
                    <a:pt x="3118" y="1060"/>
                  </a:lnTo>
                  <a:close/>
                </a:path>
              </a:pathLst>
            </a:custGeom>
            <a:solidFill>
              <a:srgbClr val="EEF5E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6" name="pg805"/>
            <p:cNvSpPr/>
            <p:nvPr/>
          </p:nvSpPr>
          <p:spPr>
            <a:xfrm>
              <a:off x="4579608" y="3592788"/>
              <a:ext cx="2683" cy="12921"/>
            </a:xfrm>
            <a:custGeom>
              <a:avLst/>
              <a:pathLst>
                <a:path w="2683" h="12921">
                  <a:moveTo>
                    <a:pt x="2419" y="12024"/>
                  </a:moveTo>
                  <a:lnTo>
                    <a:pt x="1855" y="12921"/>
                  </a:lnTo>
                  <a:lnTo>
                    <a:pt x="1178" y="11525"/>
                  </a:lnTo>
                  <a:lnTo>
                    <a:pt x="621" y="9496"/>
                  </a:lnTo>
                  <a:lnTo>
                    <a:pt x="327" y="7384"/>
                  </a:lnTo>
                  <a:lnTo>
                    <a:pt x="67" y="3933"/>
                  </a:lnTo>
                  <a:lnTo>
                    <a:pt x="0" y="1454"/>
                  </a:lnTo>
                  <a:lnTo>
                    <a:pt x="337" y="0"/>
                  </a:lnTo>
                  <a:lnTo>
                    <a:pt x="583" y="53"/>
                  </a:lnTo>
                  <a:lnTo>
                    <a:pt x="1584" y="1519"/>
                  </a:lnTo>
                  <a:lnTo>
                    <a:pt x="2245" y="4026"/>
                  </a:lnTo>
                  <a:lnTo>
                    <a:pt x="2611" y="4811"/>
                  </a:lnTo>
                  <a:lnTo>
                    <a:pt x="2683" y="7116"/>
                  </a:lnTo>
                  <a:lnTo>
                    <a:pt x="2440" y="9744"/>
                  </a:lnTo>
                  <a:close/>
                </a:path>
              </a:pathLst>
            </a:custGeom>
            <a:solidFill>
              <a:srgbClr val="EEF5E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7" name="pg806"/>
            <p:cNvSpPr/>
            <p:nvPr/>
          </p:nvSpPr>
          <p:spPr>
            <a:xfrm>
              <a:off x="4516851" y="3588572"/>
              <a:ext cx="10392" cy="28818"/>
            </a:xfrm>
            <a:custGeom>
              <a:avLst/>
              <a:pathLst>
                <a:path w="10392" h="28818">
                  <a:moveTo>
                    <a:pt x="4903" y="2206"/>
                  </a:moveTo>
                  <a:lnTo>
                    <a:pt x="7545" y="10519"/>
                  </a:lnTo>
                  <a:lnTo>
                    <a:pt x="8619" y="11637"/>
                  </a:lnTo>
                  <a:lnTo>
                    <a:pt x="10042" y="15409"/>
                  </a:lnTo>
                  <a:lnTo>
                    <a:pt x="10392" y="16719"/>
                  </a:lnTo>
                  <a:lnTo>
                    <a:pt x="10028" y="19369"/>
                  </a:lnTo>
                  <a:lnTo>
                    <a:pt x="9716" y="26931"/>
                  </a:lnTo>
                  <a:lnTo>
                    <a:pt x="9033" y="28818"/>
                  </a:lnTo>
                  <a:lnTo>
                    <a:pt x="7370" y="27884"/>
                  </a:lnTo>
                  <a:lnTo>
                    <a:pt x="7352" y="26555"/>
                  </a:lnTo>
                  <a:lnTo>
                    <a:pt x="6394" y="20857"/>
                  </a:lnTo>
                  <a:lnTo>
                    <a:pt x="4655" y="17680"/>
                  </a:lnTo>
                  <a:lnTo>
                    <a:pt x="3975" y="17515"/>
                  </a:lnTo>
                  <a:lnTo>
                    <a:pt x="3530" y="14266"/>
                  </a:lnTo>
                  <a:lnTo>
                    <a:pt x="2652" y="10412"/>
                  </a:lnTo>
                  <a:lnTo>
                    <a:pt x="0" y="3376"/>
                  </a:lnTo>
                  <a:lnTo>
                    <a:pt x="2011" y="3431"/>
                  </a:lnTo>
                  <a:lnTo>
                    <a:pt x="2988" y="1716"/>
                  </a:lnTo>
                  <a:lnTo>
                    <a:pt x="3212" y="349"/>
                  </a:lnTo>
                  <a:lnTo>
                    <a:pt x="3372" y="0"/>
                  </a:lnTo>
                  <a:close/>
                </a:path>
              </a:pathLst>
            </a:custGeom>
            <a:solidFill>
              <a:srgbClr val="EEF5E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8" name="pg807"/>
            <p:cNvSpPr/>
            <p:nvPr/>
          </p:nvSpPr>
          <p:spPr>
            <a:xfrm>
              <a:off x="4577046" y="3586041"/>
              <a:ext cx="5862" cy="8701"/>
            </a:xfrm>
            <a:custGeom>
              <a:avLst/>
              <a:pathLst>
                <a:path w="5862" h="8701">
                  <a:moveTo>
                    <a:pt x="5770" y="4911"/>
                  </a:moveTo>
                  <a:lnTo>
                    <a:pt x="5862" y="8701"/>
                  </a:lnTo>
                  <a:lnTo>
                    <a:pt x="4958" y="7710"/>
                  </a:lnTo>
                  <a:lnTo>
                    <a:pt x="4247" y="6202"/>
                  </a:lnTo>
                  <a:lnTo>
                    <a:pt x="3118" y="5090"/>
                  </a:lnTo>
                  <a:lnTo>
                    <a:pt x="1742" y="4726"/>
                  </a:lnTo>
                  <a:lnTo>
                    <a:pt x="735" y="3747"/>
                  </a:lnTo>
                  <a:lnTo>
                    <a:pt x="30" y="1985"/>
                  </a:lnTo>
                  <a:lnTo>
                    <a:pt x="0" y="1174"/>
                  </a:lnTo>
                  <a:lnTo>
                    <a:pt x="68" y="515"/>
                  </a:lnTo>
                  <a:lnTo>
                    <a:pt x="290" y="0"/>
                  </a:lnTo>
                  <a:lnTo>
                    <a:pt x="5498" y="3407"/>
                  </a:lnTo>
                  <a:close/>
                </a:path>
              </a:pathLst>
            </a:custGeom>
            <a:solidFill>
              <a:srgbClr val="EEF5E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9" name="pg808"/>
            <p:cNvSpPr/>
            <p:nvPr/>
          </p:nvSpPr>
          <p:spPr>
            <a:xfrm>
              <a:off x="4781364" y="3583806"/>
              <a:ext cx="78613" cy="218497"/>
            </a:xfrm>
            <a:custGeom>
              <a:avLst/>
              <a:pathLst>
                <a:path w="78613" h="218497">
                  <a:moveTo>
                    <a:pt x="74409" y="20853"/>
                  </a:moveTo>
                  <a:lnTo>
                    <a:pt x="72085" y="25868"/>
                  </a:lnTo>
                  <a:lnTo>
                    <a:pt x="71374" y="28292"/>
                  </a:lnTo>
                  <a:lnTo>
                    <a:pt x="70755" y="30900"/>
                  </a:lnTo>
                  <a:lnTo>
                    <a:pt x="69841" y="33801"/>
                  </a:lnTo>
                  <a:lnTo>
                    <a:pt x="68787" y="36357"/>
                  </a:lnTo>
                  <a:lnTo>
                    <a:pt x="68261" y="37115"/>
                  </a:lnTo>
                  <a:lnTo>
                    <a:pt x="66965" y="38490"/>
                  </a:lnTo>
                  <a:lnTo>
                    <a:pt x="66219" y="39024"/>
                  </a:lnTo>
                  <a:lnTo>
                    <a:pt x="64812" y="39195"/>
                  </a:lnTo>
                  <a:lnTo>
                    <a:pt x="60576" y="41235"/>
                  </a:lnTo>
                  <a:lnTo>
                    <a:pt x="59185" y="41473"/>
                  </a:lnTo>
                  <a:lnTo>
                    <a:pt x="57800" y="41388"/>
                  </a:lnTo>
                  <a:lnTo>
                    <a:pt x="55173" y="40879"/>
                  </a:lnTo>
                  <a:lnTo>
                    <a:pt x="54624" y="40612"/>
                  </a:lnTo>
                  <a:lnTo>
                    <a:pt x="53577" y="37985"/>
                  </a:lnTo>
                  <a:lnTo>
                    <a:pt x="52395" y="35907"/>
                  </a:lnTo>
                  <a:lnTo>
                    <a:pt x="51351" y="35681"/>
                  </a:lnTo>
                  <a:lnTo>
                    <a:pt x="50287" y="35903"/>
                  </a:lnTo>
                  <a:lnTo>
                    <a:pt x="42624" y="36048"/>
                  </a:lnTo>
                  <a:lnTo>
                    <a:pt x="39945" y="36434"/>
                  </a:lnTo>
                  <a:lnTo>
                    <a:pt x="37276" y="37363"/>
                  </a:lnTo>
                  <a:lnTo>
                    <a:pt x="35823" y="36940"/>
                  </a:lnTo>
                  <a:lnTo>
                    <a:pt x="34383" y="35898"/>
                  </a:lnTo>
                  <a:lnTo>
                    <a:pt x="33300" y="35535"/>
                  </a:lnTo>
                  <a:lnTo>
                    <a:pt x="32204" y="35642"/>
                  </a:lnTo>
                  <a:lnTo>
                    <a:pt x="27173" y="37211"/>
                  </a:lnTo>
                  <a:lnTo>
                    <a:pt x="25908" y="37061"/>
                  </a:lnTo>
                  <a:lnTo>
                    <a:pt x="23363" y="35054"/>
                  </a:lnTo>
                  <a:lnTo>
                    <a:pt x="21884" y="34652"/>
                  </a:lnTo>
                  <a:lnTo>
                    <a:pt x="20433" y="35184"/>
                  </a:lnTo>
                  <a:lnTo>
                    <a:pt x="19081" y="36989"/>
                  </a:lnTo>
                  <a:lnTo>
                    <a:pt x="18570" y="38200"/>
                  </a:lnTo>
                  <a:lnTo>
                    <a:pt x="17171" y="42329"/>
                  </a:lnTo>
                  <a:lnTo>
                    <a:pt x="16380" y="45342"/>
                  </a:lnTo>
                  <a:lnTo>
                    <a:pt x="15782" y="49089"/>
                  </a:lnTo>
                  <a:lnTo>
                    <a:pt x="15267" y="52921"/>
                  </a:lnTo>
                  <a:lnTo>
                    <a:pt x="14990" y="56060"/>
                  </a:lnTo>
                  <a:lnTo>
                    <a:pt x="14975" y="59339"/>
                  </a:lnTo>
                  <a:lnTo>
                    <a:pt x="15214" y="63029"/>
                  </a:lnTo>
                  <a:lnTo>
                    <a:pt x="15594" y="66680"/>
                  </a:lnTo>
                  <a:lnTo>
                    <a:pt x="16015" y="69467"/>
                  </a:lnTo>
                  <a:lnTo>
                    <a:pt x="17760" y="75919"/>
                  </a:lnTo>
                  <a:lnTo>
                    <a:pt x="18116" y="76834"/>
                  </a:lnTo>
                  <a:lnTo>
                    <a:pt x="20012" y="78649"/>
                  </a:lnTo>
                  <a:lnTo>
                    <a:pt x="21135" y="80978"/>
                  </a:lnTo>
                  <a:lnTo>
                    <a:pt x="22202" y="87451"/>
                  </a:lnTo>
                  <a:lnTo>
                    <a:pt x="22961" y="90749"/>
                  </a:lnTo>
                  <a:lnTo>
                    <a:pt x="23707" y="90789"/>
                  </a:lnTo>
                  <a:lnTo>
                    <a:pt x="24541" y="90558"/>
                  </a:lnTo>
                  <a:lnTo>
                    <a:pt x="25989" y="90977"/>
                  </a:lnTo>
                  <a:lnTo>
                    <a:pt x="27426" y="91825"/>
                  </a:lnTo>
                  <a:lnTo>
                    <a:pt x="28825" y="89843"/>
                  </a:lnTo>
                  <a:lnTo>
                    <a:pt x="29606" y="86091"/>
                  </a:lnTo>
                  <a:lnTo>
                    <a:pt x="30389" y="83304"/>
                  </a:lnTo>
                  <a:lnTo>
                    <a:pt x="32272" y="77997"/>
                  </a:lnTo>
                  <a:lnTo>
                    <a:pt x="33344" y="75544"/>
                  </a:lnTo>
                  <a:lnTo>
                    <a:pt x="34030" y="74745"/>
                  </a:lnTo>
                  <a:lnTo>
                    <a:pt x="34726" y="75094"/>
                  </a:lnTo>
                  <a:lnTo>
                    <a:pt x="35316" y="76499"/>
                  </a:lnTo>
                  <a:lnTo>
                    <a:pt x="36005" y="77616"/>
                  </a:lnTo>
                  <a:lnTo>
                    <a:pt x="37412" y="78216"/>
                  </a:lnTo>
                  <a:lnTo>
                    <a:pt x="38832" y="77841"/>
                  </a:lnTo>
                  <a:lnTo>
                    <a:pt x="40343" y="76119"/>
                  </a:lnTo>
                  <a:lnTo>
                    <a:pt x="40885" y="75062"/>
                  </a:lnTo>
                  <a:lnTo>
                    <a:pt x="41334" y="73718"/>
                  </a:lnTo>
                  <a:lnTo>
                    <a:pt x="42614" y="72633"/>
                  </a:lnTo>
                  <a:lnTo>
                    <a:pt x="45657" y="72621"/>
                  </a:lnTo>
                  <a:lnTo>
                    <a:pt x="47231" y="73011"/>
                  </a:lnTo>
                  <a:lnTo>
                    <a:pt x="50034" y="72578"/>
                  </a:lnTo>
                  <a:lnTo>
                    <a:pt x="49994" y="71600"/>
                  </a:lnTo>
                  <a:lnTo>
                    <a:pt x="49453" y="70564"/>
                  </a:lnTo>
                  <a:lnTo>
                    <a:pt x="49311" y="69733"/>
                  </a:lnTo>
                  <a:lnTo>
                    <a:pt x="49833" y="69196"/>
                  </a:lnTo>
                  <a:lnTo>
                    <a:pt x="51638" y="67987"/>
                  </a:lnTo>
                  <a:lnTo>
                    <a:pt x="53479" y="67127"/>
                  </a:lnTo>
                  <a:lnTo>
                    <a:pt x="54819" y="67742"/>
                  </a:lnTo>
                  <a:lnTo>
                    <a:pt x="56017" y="69427"/>
                  </a:lnTo>
                  <a:lnTo>
                    <a:pt x="56476" y="71167"/>
                  </a:lnTo>
                  <a:lnTo>
                    <a:pt x="56681" y="73259"/>
                  </a:lnTo>
                  <a:lnTo>
                    <a:pt x="56219" y="78678"/>
                  </a:lnTo>
                  <a:lnTo>
                    <a:pt x="55995" y="79933"/>
                  </a:lnTo>
                  <a:lnTo>
                    <a:pt x="55041" y="80583"/>
                  </a:lnTo>
                  <a:lnTo>
                    <a:pt x="54141" y="79864"/>
                  </a:lnTo>
                  <a:lnTo>
                    <a:pt x="53251" y="77065"/>
                  </a:lnTo>
                  <a:lnTo>
                    <a:pt x="51991" y="76041"/>
                  </a:lnTo>
                  <a:lnTo>
                    <a:pt x="50205" y="76886"/>
                  </a:lnTo>
                  <a:lnTo>
                    <a:pt x="49592" y="77688"/>
                  </a:lnTo>
                  <a:lnTo>
                    <a:pt x="49042" y="78808"/>
                  </a:lnTo>
                  <a:lnTo>
                    <a:pt x="48033" y="81711"/>
                  </a:lnTo>
                  <a:lnTo>
                    <a:pt x="47193" y="84989"/>
                  </a:lnTo>
                  <a:lnTo>
                    <a:pt x="45377" y="90091"/>
                  </a:lnTo>
                  <a:lnTo>
                    <a:pt x="43275" y="94523"/>
                  </a:lnTo>
                  <a:lnTo>
                    <a:pt x="42257" y="96220"/>
                  </a:lnTo>
                  <a:lnTo>
                    <a:pt x="41123" y="97363"/>
                  </a:lnTo>
                  <a:lnTo>
                    <a:pt x="37479" y="100297"/>
                  </a:lnTo>
                  <a:lnTo>
                    <a:pt x="36519" y="102476"/>
                  </a:lnTo>
                  <a:lnTo>
                    <a:pt x="35774" y="105307"/>
                  </a:lnTo>
                  <a:lnTo>
                    <a:pt x="34949" y="106271"/>
                  </a:lnTo>
                  <a:lnTo>
                    <a:pt x="33994" y="106577"/>
                  </a:lnTo>
                  <a:lnTo>
                    <a:pt x="33278" y="106046"/>
                  </a:lnTo>
                  <a:lnTo>
                    <a:pt x="31826" y="104450"/>
                  </a:lnTo>
                  <a:lnTo>
                    <a:pt x="31347" y="105763"/>
                  </a:lnTo>
                  <a:lnTo>
                    <a:pt x="31266" y="107766"/>
                  </a:lnTo>
                  <a:lnTo>
                    <a:pt x="31981" y="108478"/>
                  </a:lnTo>
                  <a:lnTo>
                    <a:pt x="33132" y="110692"/>
                  </a:lnTo>
                  <a:lnTo>
                    <a:pt x="34023" y="113820"/>
                  </a:lnTo>
                  <a:lnTo>
                    <a:pt x="34594" y="114492"/>
                  </a:lnTo>
                  <a:lnTo>
                    <a:pt x="35862" y="115508"/>
                  </a:lnTo>
                  <a:lnTo>
                    <a:pt x="36396" y="116480"/>
                  </a:lnTo>
                  <a:lnTo>
                    <a:pt x="37353" y="119158"/>
                  </a:lnTo>
                  <a:lnTo>
                    <a:pt x="38859" y="125388"/>
                  </a:lnTo>
                  <a:lnTo>
                    <a:pt x="39372" y="128759"/>
                  </a:lnTo>
                  <a:lnTo>
                    <a:pt x="40209" y="131509"/>
                  </a:lnTo>
                  <a:lnTo>
                    <a:pt x="42757" y="136180"/>
                  </a:lnTo>
                  <a:lnTo>
                    <a:pt x="42899" y="137499"/>
                  </a:lnTo>
                  <a:lnTo>
                    <a:pt x="42742" y="139034"/>
                  </a:lnTo>
                  <a:lnTo>
                    <a:pt x="42938" y="140434"/>
                  </a:lnTo>
                  <a:lnTo>
                    <a:pt x="43849" y="143118"/>
                  </a:lnTo>
                  <a:lnTo>
                    <a:pt x="44065" y="144846"/>
                  </a:lnTo>
                  <a:lnTo>
                    <a:pt x="43069" y="147039"/>
                  </a:lnTo>
                  <a:lnTo>
                    <a:pt x="43014" y="150219"/>
                  </a:lnTo>
                  <a:lnTo>
                    <a:pt x="42404" y="154496"/>
                  </a:lnTo>
                  <a:lnTo>
                    <a:pt x="42266" y="155939"/>
                  </a:lnTo>
                  <a:lnTo>
                    <a:pt x="42285" y="157243"/>
                  </a:lnTo>
                  <a:lnTo>
                    <a:pt x="42713" y="158461"/>
                  </a:lnTo>
                  <a:lnTo>
                    <a:pt x="43213" y="159424"/>
                  </a:lnTo>
                  <a:lnTo>
                    <a:pt x="43898" y="159932"/>
                  </a:lnTo>
                  <a:lnTo>
                    <a:pt x="44498" y="160772"/>
                  </a:lnTo>
                  <a:lnTo>
                    <a:pt x="45652" y="164105"/>
                  </a:lnTo>
                  <a:lnTo>
                    <a:pt x="46254" y="164982"/>
                  </a:lnTo>
                  <a:lnTo>
                    <a:pt x="46636" y="166197"/>
                  </a:lnTo>
                  <a:lnTo>
                    <a:pt x="46597" y="168006"/>
                  </a:lnTo>
                  <a:lnTo>
                    <a:pt x="47122" y="169065"/>
                  </a:lnTo>
                  <a:lnTo>
                    <a:pt x="47607" y="170955"/>
                  </a:lnTo>
                  <a:lnTo>
                    <a:pt x="48347" y="171414"/>
                  </a:lnTo>
                  <a:lnTo>
                    <a:pt x="48694" y="170872"/>
                  </a:lnTo>
                  <a:lnTo>
                    <a:pt x="48930" y="170061"/>
                  </a:lnTo>
                  <a:lnTo>
                    <a:pt x="49536" y="170367"/>
                  </a:lnTo>
                  <a:lnTo>
                    <a:pt x="49894" y="171683"/>
                  </a:lnTo>
                  <a:lnTo>
                    <a:pt x="50102" y="173374"/>
                  </a:lnTo>
                  <a:lnTo>
                    <a:pt x="50168" y="175238"/>
                  </a:lnTo>
                  <a:lnTo>
                    <a:pt x="50139" y="178776"/>
                  </a:lnTo>
                  <a:lnTo>
                    <a:pt x="49833" y="180042"/>
                  </a:lnTo>
                  <a:lnTo>
                    <a:pt x="49166" y="179982"/>
                  </a:lnTo>
                  <a:lnTo>
                    <a:pt x="47974" y="178527"/>
                  </a:lnTo>
                  <a:lnTo>
                    <a:pt x="47916" y="179578"/>
                  </a:lnTo>
                  <a:lnTo>
                    <a:pt x="47997" y="180596"/>
                  </a:lnTo>
                  <a:lnTo>
                    <a:pt x="47390" y="180934"/>
                  </a:lnTo>
                  <a:lnTo>
                    <a:pt x="46694" y="180793"/>
                  </a:lnTo>
                  <a:lnTo>
                    <a:pt x="44947" y="180931"/>
                  </a:lnTo>
                  <a:lnTo>
                    <a:pt x="41726" y="183127"/>
                  </a:lnTo>
                  <a:lnTo>
                    <a:pt x="40595" y="184423"/>
                  </a:lnTo>
                  <a:lnTo>
                    <a:pt x="39863" y="186783"/>
                  </a:lnTo>
                  <a:lnTo>
                    <a:pt x="39811" y="188414"/>
                  </a:lnTo>
                  <a:lnTo>
                    <a:pt x="40095" y="191853"/>
                  </a:lnTo>
                  <a:lnTo>
                    <a:pt x="39666" y="193057"/>
                  </a:lnTo>
                  <a:lnTo>
                    <a:pt x="38190" y="193515"/>
                  </a:lnTo>
                  <a:lnTo>
                    <a:pt x="36132" y="192592"/>
                  </a:lnTo>
                  <a:lnTo>
                    <a:pt x="34884" y="191674"/>
                  </a:lnTo>
                  <a:lnTo>
                    <a:pt x="34189" y="190904"/>
                  </a:lnTo>
                  <a:lnTo>
                    <a:pt x="33283" y="188590"/>
                  </a:lnTo>
                  <a:lnTo>
                    <a:pt x="32944" y="185629"/>
                  </a:lnTo>
                  <a:lnTo>
                    <a:pt x="33611" y="176819"/>
                  </a:lnTo>
                  <a:lnTo>
                    <a:pt x="33800" y="175688"/>
                  </a:lnTo>
                  <a:lnTo>
                    <a:pt x="34125" y="174681"/>
                  </a:lnTo>
                  <a:lnTo>
                    <a:pt x="34468" y="173079"/>
                  </a:lnTo>
                  <a:lnTo>
                    <a:pt x="34547" y="171198"/>
                  </a:lnTo>
                  <a:lnTo>
                    <a:pt x="33564" y="168898"/>
                  </a:lnTo>
                  <a:lnTo>
                    <a:pt x="32083" y="167995"/>
                  </a:lnTo>
                  <a:lnTo>
                    <a:pt x="30826" y="166079"/>
                  </a:lnTo>
                  <a:lnTo>
                    <a:pt x="25970" y="155333"/>
                  </a:lnTo>
                  <a:lnTo>
                    <a:pt x="25696" y="154294"/>
                  </a:lnTo>
                  <a:lnTo>
                    <a:pt x="25686" y="152513"/>
                  </a:lnTo>
                  <a:lnTo>
                    <a:pt x="25881" y="150848"/>
                  </a:lnTo>
                  <a:lnTo>
                    <a:pt x="27477" y="144973"/>
                  </a:lnTo>
                  <a:lnTo>
                    <a:pt x="27677" y="143848"/>
                  </a:lnTo>
                  <a:lnTo>
                    <a:pt x="27872" y="139210"/>
                  </a:lnTo>
                  <a:lnTo>
                    <a:pt x="27829" y="135393"/>
                  </a:lnTo>
                  <a:lnTo>
                    <a:pt x="27650" y="131572"/>
                  </a:lnTo>
                  <a:lnTo>
                    <a:pt x="26895" y="129168"/>
                  </a:lnTo>
                  <a:lnTo>
                    <a:pt x="25545" y="128438"/>
                  </a:lnTo>
                  <a:lnTo>
                    <a:pt x="24151" y="128320"/>
                  </a:lnTo>
                  <a:lnTo>
                    <a:pt x="22793" y="129088"/>
                  </a:lnTo>
                  <a:lnTo>
                    <a:pt x="21457" y="131009"/>
                  </a:lnTo>
                  <a:lnTo>
                    <a:pt x="18988" y="135058"/>
                  </a:lnTo>
                  <a:lnTo>
                    <a:pt x="18009" y="137413"/>
                  </a:lnTo>
                  <a:lnTo>
                    <a:pt x="17924" y="140471"/>
                  </a:lnTo>
                  <a:lnTo>
                    <a:pt x="18490" y="143470"/>
                  </a:lnTo>
                  <a:lnTo>
                    <a:pt x="19220" y="146205"/>
                  </a:lnTo>
                  <a:lnTo>
                    <a:pt x="19610" y="149198"/>
                  </a:lnTo>
                  <a:lnTo>
                    <a:pt x="20149" y="159811"/>
                  </a:lnTo>
                  <a:lnTo>
                    <a:pt x="20131" y="161009"/>
                  </a:lnTo>
                  <a:lnTo>
                    <a:pt x="19495" y="164096"/>
                  </a:lnTo>
                  <a:lnTo>
                    <a:pt x="19245" y="170993"/>
                  </a:lnTo>
                  <a:lnTo>
                    <a:pt x="19514" y="180726"/>
                  </a:lnTo>
                  <a:lnTo>
                    <a:pt x="19948" y="186702"/>
                  </a:lnTo>
                  <a:lnTo>
                    <a:pt x="19763" y="189949"/>
                  </a:lnTo>
                  <a:lnTo>
                    <a:pt x="18608" y="196921"/>
                  </a:lnTo>
                  <a:lnTo>
                    <a:pt x="18258" y="200747"/>
                  </a:lnTo>
                  <a:lnTo>
                    <a:pt x="18232" y="202325"/>
                  </a:lnTo>
                  <a:lnTo>
                    <a:pt x="19592" y="209609"/>
                  </a:lnTo>
                  <a:lnTo>
                    <a:pt x="19905" y="212489"/>
                  </a:lnTo>
                  <a:lnTo>
                    <a:pt x="20073" y="215472"/>
                  </a:lnTo>
                  <a:lnTo>
                    <a:pt x="18625" y="214012"/>
                  </a:lnTo>
                  <a:lnTo>
                    <a:pt x="17953" y="214087"/>
                  </a:lnTo>
                  <a:lnTo>
                    <a:pt x="17275" y="214537"/>
                  </a:lnTo>
                  <a:lnTo>
                    <a:pt x="15767" y="215014"/>
                  </a:lnTo>
                  <a:lnTo>
                    <a:pt x="14237" y="215077"/>
                  </a:lnTo>
                  <a:lnTo>
                    <a:pt x="13702" y="215628"/>
                  </a:lnTo>
                  <a:lnTo>
                    <a:pt x="12615" y="217564"/>
                  </a:lnTo>
                  <a:lnTo>
                    <a:pt x="11957" y="218346"/>
                  </a:lnTo>
                  <a:lnTo>
                    <a:pt x="11382" y="218497"/>
                  </a:lnTo>
                  <a:lnTo>
                    <a:pt x="9434" y="216064"/>
                  </a:lnTo>
                  <a:lnTo>
                    <a:pt x="8284" y="213424"/>
                  </a:lnTo>
                  <a:lnTo>
                    <a:pt x="7225" y="210561"/>
                  </a:lnTo>
                  <a:lnTo>
                    <a:pt x="7032" y="207292"/>
                  </a:lnTo>
                  <a:lnTo>
                    <a:pt x="7401" y="203936"/>
                  </a:lnTo>
                  <a:lnTo>
                    <a:pt x="7925" y="200349"/>
                  </a:lnTo>
                  <a:lnTo>
                    <a:pt x="8972" y="194384"/>
                  </a:lnTo>
                  <a:lnTo>
                    <a:pt x="8923" y="190382"/>
                  </a:lnTo>
                  <a:lnTo>
                    <a:pt x="9282" y="187101"/>
                  </a:lnTo>
                  <a:lnTo>
                    <a:pt x="9880" y="183918"/>
                  </a:lnTo>
                  <a:lnTo>
                    <a:pt x="10096" y="180974"/>
                  </a:lnTo>
                  <a:lnTo>
                    <a:pt x="10241" y="169475"/>
                  </a:lnTo>
                  <a:lnTo>
                    <a:pt x="10092" y="168454"/>
                  </a:lnTo>
                  <a:lnTo>
                    <a:pt x="8657" y="161620"/>
                  </a:lnTo>
                  <a:lnTo>
                    <a:pt x="8491" y="160475"/>
                  </a:lnTo>
                  <a:lnTo>
                    <a:pt x="8482" y="158631"/>
                  </a:lnTo>
                  <a:lnTo>
                    <a:pt x="8636" y="156871"/>
                  </a:lnTo>
                  <a:lnTo>
                    <a:pt x="8667" y="155283"/>
                  </a:lnTo>
                  <a:lnTo>
                    <a:pt x="8338" y="154069"/>
                  </a:lnTo>
                  <a:lnTo>
                    <a:pt x="7757" y="152958"/>
                  </a:lnTo>
                  <a:lnTo>
                    <a:pt x="7054" y="152473"/>
                  </a:lnTo>
                  <a:lnTo>
                    <a:pt x="5566" y="152955"/>
                  </a:lnTo>
                  <a:lnTo>
                    <a:pt x="2575" y="154796"/>
                  </a:lnTo>
                  <a:lnTo>
                    <a:pt x="1692" y="153174"/>
                  </a:lnTo>
                  <a:lnTo>
                    <a:pt x="1028" y="150672"/>
                  </a:lnTo>
                  <a:lnTo>
                    <a:pt x="603" y="147189"/>
                  </a:lnTo>
                  <a:lnTo>
                    <a:pt x="355" y="143539"/>
                  </a:lnTo>
                  <a:lnTo>
                    <a:pt x="470" y="140111"/>
                  </a:lnTo>
                  <a:lnTo>
                    <a:pt x="911" y="136798"/>
                  </a:lnTo>
                  <a:lnTo>
                    <a:pt x="555" y="134481"/>
                  </a:lnTo>
                  <a:lnTo>
                    <a:pt x="4" y="131959"/>
                  </a:lnTo>
                  <a:lnTo>
                    <a:pt x="0" y="130660"/>
                  </a:lnTo>
                  <a:lnTo>
                    <a:pt x="312" y="129523"/>
                  </a:lnTo>
                  <a:lnTo>
                    <a:pt x="853" y="128574"/>
                  </a:lnTo>
                  <a:lnTo>
                    <a:pt x="1513" y="128020"/>
                  </a:lnTo>
                  <a:lnTo>
                    <a:pt x="2131" y="127016"/>
                  </a:lnTo>
                  <a:lnTo>
                    <a:pt x="3764" y="123631"/>
                  </a:lnTo>
                  <a:lnTo>
                    <a:pt x="4290" y="120659"/>
                  </a:lnTo>
                  <a:lnTo>
                    <a:pt x="4325" y="117000"/>
                  </a:lnTo>
                  <a:lnTo>
                    <a:pt x="4740" y="113499"/>
                  </a:lnTo>
                  <a:lnTo>
                    <a:pt x="5575" y="110276"/>
                  </a:lnTo>
                  <a:lnTo>
                    <a:pt x="6563" y="107284"/>
                  </a:lnTo>
                  <a:lnTo>
                    <a:pt x="6884" y="104199"/>
                  </a:lnTo>
                  <a:lnTo>
                    <a:pt x="6398" y="99305"/>
                  </a:lnTo>
                  <a:lnTo>
                    <a:pt x="6590" y="97077"/>
                  </a:lnTo>
                  <a:lnTo>
                    <a:pt x="6423" y="94460"/>
                  </a:lnTo>
                  <a:lnTo>
                    <a:pt x="6406" y="91874"/>
                  </a:lnTo>
                  <a:lnTo>
                    <a:pt x="7018" y="87006"/>
                  </a:lnTo>
                  <a:lnTo>
                    <a:pt x="8834" y="77056"/>
                  </a:lnTo>
                  <a:lnTo>
                    <a:pt x="10605" y="71773"/>
                  </a:lnTo>
                  <a:lnTo>
                    <a:pt x="11310" y="70379"/>
                  </a:lnTo>
                  <a:lnTo>
                    <a:pt x="12228" y="72838"/>
                  </a:lnTo>
                  <a:lnTo>
                    <a:pt x="12930" y="75732"/>
                  </a:lnTo>
                  <a:lnTo>
                    <a:pt x="12941" y="73112"/>
                  </a:lnTo>
                  <a:lnTo>
                    <a:pt x="12754" y="70544"/>
                  </a:lnTo>
                  <a:lnTo>
                    <a:pt x="12045" y="64553"/>
                  </a:lnTo>
                  <a:lnTo>
                    <a:pt x="11438" y="52878"/>
                  </a:lnTo>
                  <a:lnTo>
                    <a:pt x="11608" y="51771"/>
                  </a:lnTo>
                  <a:lnTo>
                    <a:pt x="12226" y="51947"/>
                  </a:lnTo>
                  <a:lnTo>
                    <a:pt x="12857" y="50917"/>
                  </a:lnTo>
                  <a:lnTo>
                    <a:pt x="13190" y="49079"/>
                  </a:lnTo>
                  <a:lnTo>
                    <a:pt x="12533" y="44740"/>
                  </a:lnTo>
                  <a:lnTo>
                    <a:pt x="12503" y="43211"/>
                  </a:lnTo>
                  <a:lnTo>
                    <a:pt x="13771" y="37112"/>
                  </a:lnTo>
                  <a:lnTo>
                    <a:pt x="14804" y="34891"/>
                  </a:lnTo>
                  <a:lnTo>
                    <a:pt x="15256" y="33521"/>
                  </a:lnTo>
                  <a:lnTo>
                    <a:pt x="15516" y="29800"/>
                  </a:lnTo>
                  <a:lnTo>
                    <a:pt x="16054" y="28393"/>
                  </a:lnTo>
                  <a:lnTo>
                    <a:pt x="16735" y="27387"/>
                  </a:lnTo>
                  <a:lnTo>
                    <a:pt x="17628" y="24815"/>
                  </a:lnTo>
                  <a:lnTo>
                    <a:pt x="18113" y="21577"/>
                  </a:lnTo>
                  <a:lnTo>
                    <a:pt x="18409" y="21330"/>
                  </a:lnTo>
                  <a:lnTo>
                    <a:pt x="18757" y="21212"/>
                  </a:lnTo>
                  <a:lnTo>
                    <a:pt x="19294" y="24037"/>
                  </a:lnTo>
                  <a:lnTo>
                    <a:pt x="19898" y="25185"/>
                  </a:lnTo>
                  <a:lnTo>
                    <a:pt x="21124" y="26106"/>
                  </a:lnTo>
                  <a:lnTo>
                    <a:pt x="22171" y="25017"/>
                  </a:lnTo>
                  <a:lnTo>
                    <a:pt x="22463" y="23598"/>
                  </a:lnTo>
                  <a:lnTo>
                    <a:pt x="22858" y="22379"/>
                  </a:lnTo>
                  <a:lnTo>
                    <a:pt x="23493" y="21108"/>
                  </a:lnTo>
                  <a:lnTo>
                    <a:pt x="24027" y="19661"/>
                  </a:lnTo>
                  <a:lnTo>
                    <a:pt x="24622" y="16303"/>
                  </a:lnTo>
                  <a:lnTo>
                    <a:pt x="25406" y="13243"/>
                  </a:lnTo>
                  <a:lnTo>
                    <a:pt x="25944" y="12175"/>
                  </a:lnTo>
                  <a:lnTo>
                    <a:pt x="26593" y="11500"/>
                  </a:lnTo>
                  <a:lnTo>
                    <a:pt x="27315" y="11088"/>
                  </a:lnTo>
                  <a:lnTo>
                    <a:pt x="28011" y="11033"/>
                  </a:lnTo>
                  <a:lnTo>
                    <a:pt x="29555" y="12958"/>
                  </a:lnTo>
                  <a:lnTo>
                    <a:pt x="30449" y="13333"/>
                  </a:lnTo>
                  <a:lnTo>
                    <a:pt x="31362" y="13193"/>
                  </a:lnTo>
                  <a:lnTo>
                    <a:pt x="31940" y="13516"/>
                  </a:lnTo>
                  <a:lnTo>
                    <a:pt x="32378" y="14379"/>
                  </a:lnTo>
                  <a:lnTo>
                    <a:pt x="32776" y="16119"/>
                  </a:lnTo>
                  <a:lnTo>
                    <a:pt x="33270" y="17619"/>
                  </a:lnTo>
                  <a:lnTo>
                    <a:pt x="33726" y="18359"/>
                  </a:lnTo>
                  <a:lnTo>
                    <a:pt x="34227" y="18706"/>
                  </a:lnTo>
                  <a:lnTo>
                    <a:pt x="37586" y="18098"/>
                  </a:lnTo>
                  <a:lnTo>
                    <a:pt x="40521" y="19794"/>
                  </a:lnTo>
                  <a:lnTo>
                    <a:pt x="44523" y="20180"/>
                  </a:lnTo>
                  <a:lnTo>
                    <a:pt x="45897" y="21173"/>
                  </a:lnTo>
                  <a:lnTo>
                    <a:pt x="47214" y="22470"/>
                  </a:lnTo>
                  <a:lnTo>
                    <a:pt x="48828" y="24766"/>
                  </a:lnTo>
                  <a:lnTo>
                    <a:pt x="49418" y="25273"/>
                  </a:lnTo>
                  <a:lnTo>
                    <a:pt x="50079" y="25146"/>
                  </a:lnTo>
                  <a:lnTo>
                    <a:pt x="50903" y="22989"/>
                  </a:lnTo>
                  <a:lnTo>
                    <a:pt x="51545" y="22518"/>
                  </a:lnTo>
                  <a:lnTo>
                    <a:pt x="52200" y="22434"/>
                  </a:lnTo>
                  <a:lnTo>
                    <a:pt x="54779" y="22839"/>
                  </a:lnTo>
                  <a:lnTo>
                    <a:pt x="61708" y="25496"/>
                  </a:lnTo>
                  <a:lnTo>
                    <a:pt x="62733" y="25133"/>
                  </a:lnTo>
                  <a:lnTo>
                    <a:pt x="66911" y="20056"/>
                  </a:lnTo>
                  <a:lnTo>
                    <a:pt x="68584" y="15244"/>
                  </a:lnTo>
                  <a:lnTo>
                    <a:pt x="70081" y="13904"/>
                  </a:lnTo>
                  <a:lnTo>
                    <a:pt x="70589" y="11730"/>
                  </a:lnTo>
                  <a:lnTo>
                    <a:pt x="70891" y="9118"/>
                  </a:lnTo>
                  <a:lnTo>
                    <a:pt x="71422" y="8417"/>
                  </a:lnTo>
                  <a:lnTo>
                    <a:pt x="72676" y="7671"/>
                  </a:lnTo>
                  <a:lnTo>
                    <a:pt x="73176" y="6898"/>
                  </a:lnTo>
                  <a:lnTo>
                    <a:pt x="74065" y="3693"/>
                  </a:lnTo>
                  <a:lnTo>
                    <a:pt x="75119" y="852"/>
                  </a:lnTo>
                  <a:lnTo>
                    <a:pt x="75633" y="0"/>
                  </a:lnTo>
                  <a:lnTo>
                    <a:pt x="77116" y="453"/>
                  </a:lnTo>
                  <a:lnTo>
                    <a:pt x="77773" y="1695"/>
                  </a:lnTo>
                  <a:lnTo>
                    <a:pt x="78613" y="5872"/>
                  </a:lnTo>
                  <a:lnTo>
                    <a:pt x="78465" y="6569"/>
                  </a:lnTo>
                  <a:lnTo>
                    <a:pt x="77481" y="8646"/>
                  </a:lnTo>
                  <a:lnTo>
                    <a:pt x="77196" y="9518"/>
                  </a:lnTo>
                  <a:lnTo>
                    <a:pt x="76105" y="15389"/>
                  </a:lnTo>
                  <a:lnTo>
                    <a:pt x="75359" y="18273"/>
                  </a:lnTo>
                  <a:close/>
                </a:path>
              </a:pathLst>
            </a:custGeom>
            <a:solidFill>
              <a:srgbClr val="EEF5E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0" name="pg809"/>
            <p:cNvSpPr/>
            <p:nvPr/>
          </p:nvSpPr>
          <p:spPr>
            <a:xfrm>
              <a:off x="4569552" y="3571228"/>
              <a:ext cx="4510" cy="12144"/>
            </a:xfrm>
            <a:custGeom>
              <a:avLst/>
              <a:pathLst>
                <a:path w="4510" h="12144">
                  <a:moveTo>
                    <a:pt x="3713" y="1426"/>
                  </a:moveTo>
                  <a:lnTo>
                    <a:pt x="4373" y="3846"/>
                  </a:lnTo>
                  <a:lnTo>
                    <a:pt x="4510" y="5414"/>
                  </a:lnTo>
                  <a:lnTo>
                    <a:pt x="4029" y="7214"/>
                  </a:lnTo>
                  <a:lnTo>
                    <a:pt x="3851" y="9974"/>
                  </a:lnTo>
                  <a:lnTo>
                    <a:pt x="2429" y="12144"/>
                  </a:lnTo>
                  <a:lnTo>
                    <a:pt x="1186" y="11627"/>
                  </a:lnTo>
                  <a:lnTo>
                    <a:pt x="784" y="10854"/>
                  </a:lnTo>
                  <a:lnTo>
                    <a:pt x="0" y="6660"/>
                  </a:lnTo>
                  <a:lnTo>
                    <a:pt x="76" y="3103"/>
                  </a:lnTo>
                  <a:lnTo>
                    <a:pt x="571" y="1740"/>
                  </a:lnTo>
                  <a:lnTo>
                    <a:pt x="1722" y="1949"/>
                  </a:lnTo>
                  <a:lnTo>
                    <a:pt x="2892" y="0"/>
                  </a:lnTo>
                  <a:close/>
                </a:path>
              </a:pathLst>
            </a:custGeom>
            <a:solidFill>
              <a:srgbClr val="EEF5E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1" name="pg810"/>
            <p:cNvSpPr/>
            <p:nvPr/>
          </p:nvSpPr>
          <p:spPr>
            <a:xfrm>
              <a:off x="4886625" y="3569091"/>
              <a:ext cx="18028" cy="91356"/>
            </a:xfrm>
            <a:custGeom>
              <a:avLst/>
              <a:pathLst>
                <a:path w="18028" h="91356">
                  <a:moveTo>
                    <a:pt x="3807" y="39917"/>
                  </a:moveTo>
                  <a:lnTo>
                    <a:pt x="4692" y="40573"/>
                  </a:lnTo>
                  <a:lnTo>
                    <a:pt x="5615" y="40390"/>
                  </a:lnTo>
                  <a:lnTo>
                    <a:pt x="6073" y="39070"/>
                  </a:lnTo>
                  <a:lnTo>
                    <a:pt x="6200" y="37359"/>
                  </a:lnTo>
                  <a:lnTo>
                    <a:pt x="6666" y="34171"/>
                  </a:lnTo>
                  <a:lnTo>
                    <a:pt x="7738" y="32013"/>
                  </a:lnTo>
                  <a:lnTo>
                    <a:pt x="8490" y="31675"/>
                  </a:lnTo>
                  <a:lnTo>
                    <a:pt x="9023" y="30766"/>
                  </a:lnTo>
                  <a:lnTo>
                    <a:pt x="8931" y="28400"/>
                  </a:lnTo>
                  <a:lnTo>
                    <a:pt x="8983" y="26074"/>
                  </a:lnTo>
                  <a:lnTo>
                    <a:pt x="9775" y="23591"/>
                  </a:lnTo>
                  <a:lnTo>
                    <a:pt x="12233" y="20137"/>
                  </a:lnTo>
                  <a:lnTo>
                    <a:pt x="13636" y="18905"/>
                  </a:lnTo>
                  <a:lnTo>
                    <a:pt x="15454" y="18511"/>
                  </a:lnTo>
                  <a:lnTo>
                    <a:pt x="15658" y="19835"/>
                  </a:lnTo>
                  <a:lnTo>
                    <a:pt x="15450" y="21727"/>
                  </a:lnTo>
                  <a:lnTo>
                    <a:pt x="15801" y="24577"/>
                  </a:lnTo>
                  <a:lnTo>
                    <a:pt x="15627" y="32286"/>
                  </a:lnTo>
                  <a:lnTo>
                    <a:pt x="15215" y="33378"/>
                  </a:lnTo>
                  <a:lnTo>
                    <a:pt x="13335" y="36043"/>
                  </a:lnTo>
                  <a:lnTo>
                    <a:pt x="11281" y="38174"/>
                  </a:lnTo>
                  <a:lnTo>
                    <a:pt x="10706" y="39070"/>
                  </a:lnTo>
                  <a:lnTo>
                    <a:pt x="10199" y="41192"/>
                  </a:lnTo>
                  <a:lnTo>
                    <a:pt x="10241" y="43296"/>
                  </a:lnTo>
                  <a:lnTo>
                    <a:pt x="11914" y="46102"/>
                  </a:lnTo>
                  <a:lnTo>
                    <a:pt x="14514" y="48728"/>
                  </a:lnTo>
                  <a:lnTo>
                    <a:pt x="15050" y="49960"/>
                  </a:lnTo>
                  <a:lnTo>
                    <a:pt x="15398" y="52022"/>
                  </a:lnTo>
                  <a:lnTo>
                    <a:pt x="15493" y="54331"/>
                  </a:lnTo>
                  <a:lnTo>
                    <a:pt x="16123" y="55427"/>
                  </a:lnTo>
                  <a:lnTo>
                    <a:pt x="17002" y="55955"/>
                  </a:lnTo>
                  <a:lnTo>
                    <a:pt x="17585" y="57049"/>
                  </a:lnTo>
                  <a:lnTo>
                    <a:pt x="18028" y="58588"/>
                  </a:lnTo>
                  <a:lnTo>
                    <a:pt x="13651" y="54994"/>
                  </a:lnTo>
                  <a:lnTo>
                    <a:pt x="12506" y="53409"/>
                  </a:lnTo>
                  <a:lnTo>
                    <a:pt x="11120" y="53220"/>
                  </a:lnTo>
                  <a:lnTo>
                    <a:pt x="9753" y="52738"/>
                  </a:lnTo>
                  <a:lnTo>
                    <a:pt x="8357" y="51360"/>
                  </a:lnTo>
                  <a:lnTo>
                    <a:pt x="6858" y="51035"/>
                  </a:lnTo>
                  <a:lnTo>
                    <a:pt x="6143" y="52034"/>
                  </a:lnTo>
                  <a:lnTo>
                    <a:pt x="5862" y="53978"/>
                  </a:lnTo>
                  <a:lnTo>
                    <a:pt x="5692" y="56163"/>
                  </a:lnTo>
                  <a:lnTo>
                    <a:pt x="6024" y="58883"/>
                  </a:lnTo>
                  <a:lnTo>
                    <a:pt x="5994" y="60530"/>
                  </a:lnTo>
                  <a:lnTo>
                    <a:pt x="5711" y="63516"/>
                  </a:lnTo>
                  <a:lnTo>
                    <a:pt x="6794" y="72317"/>
                  </a:lnTo>
                  <a:lnTo>
                    <a:pt x="8154" y="79317"/>
                  </a:lnTo>
                  <a:lnTo>
                    <a:pt x="10154" y="86598"/>
                  </a:lnTo>
                  <a:lnTo>
                    <a:pt x="11142" y="89100"/>
                  </a:lnTo>
                  <a:lnTo>
                    <a:pt x="12250" y="91356"/>
                  </a:lnTo>
                  <a:lnTo>
                    <a:pt x="10454" y="90687"/>
                  </a:lnTo>
                  <a:lnTo>
                    <a:pt x="9909" y="88254"/>
                  </a:lnTo>
                  <a:lnTo>
                    <a:pt x="7630" y="85842"/>
                  </a:lnTo>
                  <a:lnTo>
                    <a:pt x="7197" y="84402"/>
                  </a:lnTo>
                  <a:lnTo>
                    <a:pt x="5711" y="77494"/>
                  </a:lnTo>
                  <a:lnTo>
                    <a:pt x="5277" y="76204"/>
                  </a:lnTo>
                  <a:lnTo>
                    <a:pt x="3906" y="73855"/>
                  </a:lnTo>
                  <a:lnTo>
                    <a:pt x="3306" y="72126"/>
                  </a:lnTo>
                  <a:lnTo>
                    <a:pt x="3101" y="69792"/>
                  </a:lnTo>
                  <a:lnTo>
                    <a:pt x="3255" y="67340"/>
                  </a:lnTo>
                  <a:lnTo>
                    <a:pt x="3181" y="63948"/>
                  </a:lnTo>
                  <a:lnTo>
                    <a:pt x="3231" y="60575"/>
                  </a:lnTo>
                  <a:lnTo>
                    <a:pt x="3514" y="56466"/>
                  </a:lnTo>
                  <a:lnTo>
                    <a:pt x="3026" y="55027"/>
                  </a:lnTo>
                  <a:lnTo>
                    <a:pt x="2387" y="53664"/>
                  </a:lnTo>
                  <a:lnTo>
                    <a:pt x="1645" y="50510"/>
                  </a:lnTo>
                  <a:lnTo>
                    <a:pt x="1423" y="46927"/>
                  </a:lnTo>
                  <a:lnTo>
                    <a:pt x="1480" y="44866"/>
                  </a:lnTo>
                  <a:lnTo>
                    <a:pt x="1787" y="43038"/>
                  </a:lnTo>
                  <a:lnTo>
                    <a:pt x="2198" y="41456"/>
                  </a:lnTo>
                  <a:lnTo>
                    <a:pt x="2287" y="39914"/>
                  </a:lnTo>
                  <a:lnTo>
                    <a:pt x="1219" y="37675"/>
                  </a:lnTo>
                  <a:lnTo>
                    <a:pt x="100" y="31293"/>
                  </a:lnTo>
                  <a:lnTo>
                    <a:pt x="0" y="27985"/>
                  </a:lnTo>
                  <a:lnTo>
                    <a:pt x="1423" y="21616"/>
                  </a:lnTo>
                  <a:lnTo>
                    <a:pt x="1393" y="18525"/>
                  </a:lnTo>
                  <a:lnTo>
                    <a:pt x="1676" y="16689"/>
                  </a:lnTo>
                  <a:lnTo>
                    <a:pt x="1832" y="14741"/>
                  </a:lnTo>
                  <a:lnTo>
                    <a:pt x="2576" y="10499"/>
                  </a:lnTo>
                  <a:lnTo>
                    <a:pt x="3791" y="6882"/>
                  </a:lnTo>
                  <a:lnTo>
                    <a:pt x="5844" y="1822"/>
                  </a:lnTo>
                  <a:lnTo>
                    <a:pt x="6629" y="718"/>
                  </a:lnTo>
                  <a:lnTo>
                    <a:pt x="7508" y="0"/>
                  </a:lnTo>
                  <a:lnTo>
                    <a:pt x="7586" y="1239"/>
                  </a:lnTo>
                  <a:lnTo>
                    <a:pt x="7445" y="2338"/>
                  </a:lnTo>
                  <a:lnTo>
                    <a:pt x="5928" y="7486"/>
                  </a:lnTo>
                  <a:lnTo>
                    <a:pt x="5725" y="8649"/>
                  </a:lnTo>
                  <a:lnTo>
                    <a:pt x="5685" y="10816"/>
                  </a:lnTo>
                  <a:lnTo>
                    <a:pt x="6412" y="12096"/>
                  </a:lnTo>
                  <a:lnTo>
                    <a:pt x="7198" y="14709"/>
                  </a:lnTo>
                  <a:lnTo>
                    <a:pt x="7353" y="18188"/>
                  </a:lnTo>
                  <a:lnTo>
                    <a:pt x="7380" y="21893"/>
                  </a:lnTo>
                  <a:lnTo>
                    <a:pt x="7207" y="25627"/>
                  </a:lnTo>
                  <a:lnTo>
                    <a:pt x="6914" y="26872"/>
                  </a:lnTo>
                  <a:lnTo>
                    <a:pt x="5667" y="30619"/>
                  </a:lnTo>
                  <a:lnTo>
                    <a:pt x="2833" y="35020"/>
                  </a:lnTo>
                  <a:lnTo>
                    <a:pt x="2592" y="36103"/>
                  </a:lnTo>
                  <a:lnTo>
                    <a:pt x="2608" y="37317"/>
                  </a:lnTo>
                  <a:lnTo>
                    <a:pt x="3133" y="38781"/>
                  </a:lnTo>
                  <a:close/>
                </a:path>
              </a:pathLst>
            </a:custGeom>
            <a:solidFill>
              <a:srgbClr val="EEF5E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2" name="pg811"/>
            <p:cNvSpPr/>
            <p:nvPr/>
          </p:nvSpPr>
          <p:spPr>
            <a:xfrm>
              <a:off x="4517206" y="3568110"/>
              <a:ext cx="2752" cy="5287"/>
            </a:xfrm>
            <a:custGeom>
              <a:avLst/>
              <a:pathLst>
                <a:path w="2752" h="5287">
                  <a:moveTo>
                    <a:pt x="2752" y="4627"/>
                  </a:moveTo>
                  <a:lnTo>
                    <a:pt x="2681" y="5287"/>
                  </a:lnTo>
                  <a:lnTo>
                    <a:pt x="1423" y="2178"/>
                  </a:lnTo>
                  <a:lnTo>
                    <a:pt x="0" y="453"/>
                  </a:lnTo>
                  <a:lnTo>
                    <a:pt x="589" y="0"/>
                  </a:lnTo>
                  <a:lnTo>
                    <a:pt x="1761" y="479"/>
                  </a:lnTo>
                  <a:lnTo>
                    <a:pt x="2231" y="927"/>
                  </a:lnTo>
                  <a:lnTo>
                    <a:pt x="2686" y="2472"/>
                  </a:lnTo>
                  <a:close/>
                </a:path>
              </a:pathLst>
            </a:custGeom>
            <a:solidFill>
              <a:srgbClr val="EEF5E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3" name="pg812"/>
            <p:cNvSpPr/>
            <p:nvPr/>
          </p:nvSpPr>
          <p:spPr>
            <a:xfrm>
              <a:off x="4896346" y="3557313"/>
              <a:ext cx="5734" cy="16632"/>
            </a:xfrm>
            <a:custGeom>
              <a:avLst/>
              <a:pathLst>
                <a:path w="5734" h="16632">
                  <a:moveTo>
                    <a:pt x="2875" y="16129"/>
                  </a:moveTo>
                  <a:lnTo>
                    <a:pt x="949" y="16632"/>
                  </a:lnTo>
                  <a:lnTo>
                    <a:pt x="511" y="15220"/>
                  </a:lnTo>
                  <a:lnTo>
                    <a:pt x="0" y="8869"/>
                  </a:lnTo>
                  <a:lnTo>
                    <a:pt x="1369" y="3790"/>
                  </a:lnTo>
                  <a:lnTo>
                    <a:pt x="3097" y="800"/>
                  </a:lnTo>
                  <a:lnTo>
                    <a:pt x="4273" y="44"/>
                  </a:lnTo>
                  <a:lnTo>
                    <a:pt x="4682" y="0"/>
                  </a:lnTo>
                  <a:lnTo>
                    <a:pt x="5734" y="3661"/>
                  </a:lnTo>
                  <a:lnTo>
                    <a:pt x="4939" y="11027"/>
                  </a:lnTo>
                  <a:lnTo>
                    <a:pt x="4016" y="14790"/>
                  </a:lnTo>
                  <a:close/>
                </a:path>
              </a:pathLst>
            </a:custGeom>
            <a:solidFill>
              <a:srgbClr val="EEF5E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4" name="pg813"/>
            <p:cNvSpPr/>
            <p:nvPr/>
          </p:nvSpPr>
          <p:spPr>
            <a:xfrm>
              <a:off x="4861516" y="3551174"/>
              <a:ext cx="1053" cy="5195"/>
            </a:xfrm>
            <a:custGeom>
              <a:avLst/>
              <a:pathLst>
                <a:path w="1053" h="5195">
                  <a:moveTo>
                    <a:pt x="577" y="4543"/>
                  </a:moveTo>
                  <a:lnTo>
                    <a:pt x="453" y="5195"/>
                  </a:lnTo>
                  <a:lnTo>
                    <a:pt x="0" y="1729"/>
                  </a:lnTo>
                  <a:lnTo>
                    <a:pt x="374" y="0"/>
                  </a:lnTo>
                  <a:lnTo>
                    <a:pt x="916" y="634"/>
                  </a:lnTo>
                  <a:lnTo>
                    <a:pt x="1053" y="1252"/>
                  </a:lnTo>
                  <a:lnTo>
                    <a:pt x="534" y="2905"/>
                  </a:lnTo>
                  <a:close/>
                </a:path>
              </a:pathLst>
            </a:custGeom>
            <a:solidFill>
              <a:srgbClr val="EEF5E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5" name="pg814"/>
            <p:cNvSpPr/>
            <p:nvPr/>
          </p:nvSpPr>
          <p:spPr>
            <a:xfrm>
              <a:off x="4500252" y="3547904"/>
              <a:ext cx="9097" cy="16705"/>
            </a:xfrm>
            <a:custGeom>
              <a:avLst/>
              <a:pathLst>
                <a:path w="9097" h="16705">
                  <a:moveTo>
                    <a:pt x="9097" y="16429"/>
                  </a:moveTo>
                  <a:lnTo>
                    <a:pt x="8333" y="16705"/>
                  </a:lnTo>
                  <a:lnTo>
                    <a:pt x="7597" y="16073"/>
                  </a:lnTo>
                  <a:lnTo>
                    <a:pt x="6986" y="14373"/>
                  </a:lnTo>
                  <a:lnTo>
                    <a:pt x="3714" y="9463"/>
                  </a:lnTo>
                  <a:lnTo>
                    <a:pt x="2696" y="9384"/>
                  </a:lnTo>
                  <a:lnTo>
                    <a:pt x="1981" y="8128"/>
                  </a:lnTo>
                  <a:lnTo>
                    <a:pt x="1114" y="7694"/>
                  </a:lnTo>
                  <a:lnTo>
                    <a:pt x="192" y="4417"/>
                  </a:lnTo>
                  <a:lnTo>
                    <a:pt x="0" y="2660"/>
                  </a:lnTo>
                  <a:lnTo>
                    <a:pt x="670" y="1803"/>
                  </a:lnTo>
                  <a:lnTo>
                    <a:pt x="1085" y="0"/>
                  </a:lnTo>
                  <a:lnTo>
                    <a:pt x="2176" y="796"/>
                  </a:lnTo>
                  <a:lnTo>
                    <a:pt x="3420" y="3977"/>
                  </a:lnTo>
                  <a:lnTo>
                    <a:pt x="4684" y="5165"/>
                  </a:lnTo>
                  <a:lnTo>
                    <a:pt x="5028" y="5765"/>
                  </a:lnTo>
                  <a:lnTo>
                    <a:pt x="5640" y="7525"/>
                  </a:lnTo>
                  <a:lnTo>
                    <a:pt x="8532" y="11844"/>
                  </a:lnTo>
                  <a:lnTo>
                    <a:pt x="8846" y="13308"/>
                  </a:lnTo>
                  <a:lnTo>
                    <a:pt x="9045" y="14780"/>
                  </a:lnTo>
                  <a:close/>
                </a:path>
              </a:pathLst>
            </a:custGeom>
            <a:solidFill>
              <a:srgbClr val="EEF5E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6" name="pg815"/>
            <p:cNvSpPr/>
            <p:nvPr/>
          </p:nvSpPr>
          <p:spPr>
            <a:xfrm>
              <a:off x="4659531" y="3545453"/>
              <a:ext cx="1230" cy="4312"/>
            </a:xfrm>
            <a:custGeom>
              <a:avLst/>
              <a:pathLst>
                <a:path w="1230" h="4312">
                  <a:moveTo>
                    <a:pt x="1230" y="2764"/>
                  </a:moveTo>
                  <a:lnTo>
                    <a:pt x="637" y="4312"/>
                  </a:lnTo>
                  <a:lnTo>
                    <a:pt x="0" y="3348"/>
                  </a:lnTo>
                  <a:lnTo>
                    <a:pt x="981" y="209"/>
                  </a:lnTo>
                  <a:lnTo>
                    <a:pt x="1209" y="0"/>
                  </a:lnTo>
                  <a:close/>
                </a:path>
              </a:pathLst>
            </a:custGeom>
            <a:solidFill>
              <a:srgbClr val="EEF5E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7" name="pg816"/>
            <p:cNvSpPr/>
            <p:nvPr/>
          </p:nvSpPr>
          <p:spPr>
            <a:xfrm>
              <a:off x="4621820" y="3543576"/>
              <a:ext cx="1761" cy="6007"/>
            </a:xfrm>
            <a:custGeom>
              <a:avLst/>
              <a:pathLst>
                <a:path w="1761" h="6007">
                  <a:moveTo>
                    <a:pt x="830" y="5893"/>
                  </a:moveTo>
                  <a:lnTo>
                    <a:pt x="321" y="6007"/>
                  </a:lnTo>
                  <a:lnTo>
                    <a:pt x="170" y="5130"/>
                  </a:lnTo>
                  <a:lnTo>
                    <a:pt x="191" y="3617"/>
                  </a:lnTo>
                  <a:lnTo>
                    <a:pt x="146" y="2410"/>
                  </a:lnTo>
                  <a:lnTo>
                    <a:pt x="0" y="1512"/>
                  </a:lnTo>
                  <a:lnTo>
                    <a:pt x="0" y="0"/>
                  </a:lnTo>
                  <a:lnTo>
                    <a:pt x="468" y="754"/>
                  </a:lnTo>
                  <a:lnTo>
                    <a:pt x="830" y="1461"/>
                  </a:lnTo>
                  <a:lnTo>
                    <a:pt x="1247" y="1966"/>
                  </a:lnTo>
                  <a:lnTo>
                    <a:pt x="1584" y="2308"/>
                  </a:lnTo>
                  <a:lnTo>
                    <a:pt x="1761" y="2540"/>
                  </a:lnTo>
                  <a:lnTo>
                    <a:pt x="1428" y="4684"/>
                  </a:lnTo>
                  <a:close/>
                </a:path>
              </a:pathLst>
            </a:custGeom>
            <a:solidFill>
              <a:srgbClr val="EEF5E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8" name="pg817"/>
            <p:cNvSpPr/>
            <p:nvPr/>
          </p:nvSpPr>
          <p:spPr>
            <a:xfrm>
              <a:off x="4628020" y="3538639"/>
              <a:ext cx="1027" cy="4176"/>
            </a:xfrm>
            <a:custGeom>
              <a:avLst/>
              <a:pathLst>
                <a:path w="1027" h="4176">
                  <a:moveTo>
                    <a:pt x="1027" y="2141"/>
                  </a:moveTo>
                  <a:lnTo>
                    <a:pt x="1008" y="4176"/>
                  </a:lnTo>
                  <a:lnTo>
                    <a:pt x="165" y="2985"/>
                  </a:lnTo>
                  <a:lnTo>
                    <a:pt x="0" y="730"/>
                  </a:lnTo>
                  <a:lnTo>
                    <a:pt x="277" y="0"/>
                  </a:lnTo>
                  <a:lnTo>
                    <a:pt x="855" y="392"/>
                  </a:lnTo>
                  <a:close/>
                </a:path>
              </a:pathLst>
            </a:custGeom>
            <a:solidFill>
              <a:srgbClr val="EEF5E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9" name="pg818"/>
            <p:cNvSpPr/>
            <p:nvPr/>
          </p:nvSpPr>
          <p:spPr>
            <a:xfrm>
              <a:off x="4766181" y="3532537"/>
              <a:ext cx="1747" cy="5564"/>
            </a:xfrm>
            <a:custGeom>
              <a:avLst/>
              <a:pathLst>
                <a:path w="1747" h="5564">
                  <a:moveTo>
                    <a:pt x="1473" y="4596"/>
                  </a:moveTo>
                  <a:lnTo>
                    <a:pt x="1319" y="5564"/>
                  </a:lnTo>
                  <a:lnTo>
                    <a:pt x="278" y="3187"/>
                  </a:lnTo>
                  <a:lnTo>
                    <a:pt x="0" y="1468"/>
                  </a:lnTo>
                  <a:lnTo>
                    <a:pt x="126" y="121"/>
                  </a:lnTo>
                  <a:lnTo>
                    <a:pt x="1209" y="0"/>
                  </a:lnTo>
                  <a:lnTo>
                    <a:pt x="1747" y="844"/>
                  </a:lnTo>
                  <a:close/>
                </a:path>
              </a:pathLst>
            </a:custGeom>
            <a:solidFill>
              <a:srgbClr val="EEF5E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0" name="pg819"/>
            <p:cNvSpPr/>
            <p:nvPr/>
          </p:nvSpPr>
          <p:spPr>
            <a:xfrm>
              <a:off x="4862677" y="3523756"/>
              <a:ext cx="2471" cy="9687"/>
            </a:xfrm>
            <a:custGeom>
              <a:avLst/>
              <a:pathLst>
                <a:path w="2471" h="9687">
                  <a:moveTo>
                    <a:pt x="2471" y="8782"/>
                  </a:moveTo>
                  <a:lnTo>
                    <a:pt x="2168" y="9687"/>
                  </a:lnTo>
                  <a:lnTo>
                    <a:pt x="685" y="8040"/>
                  </a:lnTo>
                  <a:lnTo>
                    <a:pt x="759" y="5426"/>
                  </a:lnTo>
                  <a:lnTo>
                    <a:pt x="559" y="4138"/>
                  </a:lnTo>
                  <a:lnTo>
                    <a:pt x="161" y="2781"/>
                  </a:lnTo>
                  <a:lnTo>
                    <a:pt x="0" y="1450"/>
                  </a:lnTo>
                  <a:lnTo>
                    <a:pt x="165" y="0"/>
                  </a:lnTo>
                  <a:lnTo>
                    <a:pt x="1074" y="1856"/>
                  </a:lnTo>
                  <a:lnTo>
                    <a:pt x="1588" y="4791"/>
                  </a:lnTo>
                  <a:lnTo>
                    <a:pt x="2294" y="7586"/>
                  </a:lnTo>
                  <a:close/>
                </a:path>
              </a:pathLst>
            </a:custGeom>
            <a:solidFill>
              <a:srgbClr val="EEF5E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1" name="pg820"/>
            <p:cNvSpPr/>
            <p:nvPr/>
          </p:nvSpPr>
          <p:spPr>
            <a:xfrm>
              <a:off x="4878791" y="3520072"/>
              <a:ext cx="978" cy="2983"/>
            </a:xfrm>
            <a:custGeom>
              <a:avLst/>
              <a:pathLst>
                <a:path w="978" h="2983">
                  <a:moveTo>
                    <a:pt x="905" y="2643"/>
                  </a:moveTo>
                  <a:lnTo>
                    <a:pt x="706" y="2983"/>
                  </a:lnTo>
                  <a:lnTo>
                    <a:pt x="268" y="2187"/>
                  </a:lnTo>
                  <a:lnTo>
                    <a:pt x="0" y="1314"/>
                  </a:lnTo>
                  <a:lnTo>
                    <a:pt x="16" y="435"/>
                  </a:lnTo>
                  <a:lnTo>
                    <a:pt x="328" y="0"/>
                  </a:lnTo>
                  <a:lnTo>
                    <a:pt x="968" y="1344"/>
                  </a:lnTo>
                  <a:lnTo>
                    <a:pt x="978" y="2089"/>
                  </a:lnTo>
                  <a:close/>
                </a:path>
              </a:pathLst>
            </a:custGeom>
            <a:solidFill>
              <a:srgbClr val="EEF5E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2" name="pg821"/>
            <p:cNvSpPr/>
            <p:nvPr/>
          </p:nvSpPr>
          <p:spPr>
            <a:xfrm>
              <a:off x="4877085" y="3514634"/>
              <a:ext cx="1245" cy="6188"/>
            </a:xfrm>
            <a:custGeom>
              <a:avLst/>
              <a:pathLst>
                <a:path w="1245" h="6188">
                  <a:moveTo>
                    <a:pt x="997" y="4943"/>
                  </a:moveTo>
                  <a:lnTo>
                    <a:pt x="1027" y="6188"/>
                  </a:lnTo>
                  <a:lnTo>
                    <a:pt x="289" y="3354"/>
                  </a:lnTo>
                  <a:lnTo>
                    <a:pt x="0" y="0"/>
                  </a:lnTo>
                  <a:lnTo>
                    <a:pt x="585" y="1197"/>
                  </a:lnTo>
                  <a:lnTo>
                    <a:pt x="1245" y="3670"/>
                  </a:lnTo>
                  <a:close/>
                </a:path>
              </a:pathLst>
            </a:custGeom>
            <a:solidFill>
              <a:srgbClr val="EEF5E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3" name="pg822"/>
            <p:cNvSpPr/>
            <p:nvPr/>
          </p:nvSpPr>
          <p:spPr>
            <a:xfrm>
              <a:off x="4767249" y="3510374"/>
              <a:ext cx="3628" cy="5381"/>
            </a:xfrm>
            <a:custGeom>
              <a:avLst/>
              <a:pathLst>
                <a:path w="3628" h="5381">
                  <a:moveTo>
                    <a:pt x="3164" y="0"/>
                  </a:moveTo>
                  <a:lnTo>
                    <a:pt x="3568" y="2825"/>
                  </a:lnTo>
                  <a:lnTo>
                    <a:pt x="3628" y="3895"/>
                  </a:lnTo>
                  <a:lnTo>
                    <a:pt x="1361" y="5381"/>
                  </a:lnTo>
                  <a:lnTo>
                    <a:pt x="0" y="1910"/>
                  </a:lnTo>
                  <a:lnTo>
                    <a:pt x="291" y="506"/>
                  </a:lnTo>
                  <a:lnTo>
                    <a:pt x="1466" y="567"/>
                  </a:lnTo>
                  <a:close/>
                </a:path>
              </a:pathLst>
            </a:custGeom>
            <a:solidFill>
              <a:srgbClr val="EEF5E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4" name="pg823"/>
            <p:cNvSpPr/>
            <p:nvPr/>
          </p:nvSpPr>
          <p:spPr>
            <a:xfrm>
              <a:off x="4649974" y="3509458"/>
              <a:ext cx="4832" cy="16667"/>
            </a:xfrm>
            <a:custGeom>
              <a:avLst/>
              <a:pathLst>
                <a:path w="4832" h="16667">
                  <a:moveTo>
                    <a:pt x="3822" y="15586"/>
                  </a:moveTo>
                  <a:lnTo>
                    <a:pt x="2160" y="16667"/>
                  </a:lnTo>
                  <a:lnTo>
                    <a:pt x="1194" y="15146"/>
                  </a:lnTo>
                  <a:lnTo>
                    <a:pt x="2239" y="13272"/>
                  </a:lnTo>
                  <a:lnTo>
                    <a:pt x="2608" y="13148"/>
                  </a:lnTo>
                  <a:lnTo>
                    <a:pt x="2849" y="12781"/>
                  </a:lnTo>
                  <a:lnTo>
                    <a:pt x="2936" y="12020"/>
                  </a:lnTo>
                  <a:lnTo>
                    <a:pt x="1049" y="10786"/>
                  </a:lnTo>
                  <a:lnTo>
                    <a:pt x="514" y="9697"/>
                  </a:lnTo>
                  <a:lnTo>
                    <a:pt x="0" y="6922"/>
                  </a:lnTo>
                  <a:lnTo>
                    <a:pt x="14" y="5158"/>
                  </a:lnTo>
                  <a:lnTo>
                    <a:pt x="2432" y="491"/>
                  </a:lnTo>
                  <a:lnTo>
                    <a:pt x="2998" y="0"/>
                  </a:lnTo>
                  <a:lnTo>
                    <a:pt x="3086" y="1931"/>
                  </a:lnTo>
                  <a:lnTo>
                    <a:pt x="4759" y="6824"/>
                  </a:lnTo>
                  <a:lnTo>
                    <a:pt x="4832" y="10081"/>
                  </a:lnTo>
                  <a:lnTo>
                    <a:pt x="4767" y="11256"/>
                  </a:lnTo>
                  <a:close/>
                </a:path>
              </a:pathLst>
            </a:custGeom>
            <a:solidFill>
              <a:srgbClr val="EEF5E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5" name="pg824"/>
            <p:cNvSpPr/>
            <p:nvPr/>
          </p:nvSpPr>
          <p:spPr>
            <a:xfrm>
              <a:off x="4660985" y="3504917"/>
              <a:ext cx="122836" cy="252364"/>
            </a:xfrm>
            <a:custGeom>
              <a:avLst/>
              <a:pathLst>
                <a:path w="122836" h="252364">
                  <a:moveTo>
                    <a:pt x="105645" y="5915"/>
                  </a:moveTo>
                  <a:lnTo>
                    <a:pt x="105545" y="6160"/>
                  </a:lnTo>
                  <a:lnTo>
                    <a:pt x="104707" y="7015"/>
                  </a:lnTo>
                  <a:lnTo>
                    <a:pt x="104316" y="8708"/>
                  </a:lnTo>
                  <a:lnTo>
                    <a:pt x="105462" y="11301"/>
                  </a:lnTo>
                  <a:lnTo>
                    <a:pt x="105543" y="13027"/>
                  </a:lnTo>
                  <a:lnTo>
                    <a:pt x="106433" y="14562"/>
                  </a:lnTo>
                  <a:lnTo>
                    <a:pt x="107520" y="16963"/>
                  </a:lnTo>
                  <a:lnTo>
                    <a:pt x="107562" y="17745"/>
                  </a:lnTo>
                  <a:lnTo>
                    <a:pt x="107931" y="18820"/>
                  </a:lnTo>
                  <a:lnTo>
                    <a:pt x="108117" y="20138"/>
                  </a:lnTo>
                  <a:lnTo>
                    <a:pt x="107352" y="21451"/>
                  </a:lnTo>
                  <a:lnTo>
                    <a:pt x="106321" y="21702"/>
                  </a:lnTo>
                  <a:lnTo>
                    <a:pt x="105559" y="20463"/>
                  </a:lnTo>
                  <a:lnTo>
                    <a:pt x="104856" y="18924"/>
                  </a:lnTo>
                  <a:lnTo>
                    <a:pt x="104676" y="20838"/>
                  </a:lnTo>
                  <a:lnTo>
                    <a:pt x="104134" y="21933"/>
                  </a:lnTo>
                  <a:lnTo>
                    <a:pt x="102153" y="21614"/>
                  </a:lnTo>
                  <a:lnTo>
                    <a:pt x="100736" y="21625"/>
                  </a:lnTo>
                  <a:lnTo>
                    <a:pt x="99327" y="22106"/>
                  </a:lnTo>
                  <a:lnTo>
                    <a:pt x="100032" y="22402"/>
                  </a:lnTo>
                  <a:lnTo>
                    <a:pt x="100673" y="23013"/>
                  </a:lnTo>
                  <a:lnTo>
                    <a:pt x="102865" y="27899"/>
                  </a:lnTo>
                  <a:lnTo>
                    <a:pt x="103333" y="29709"/>
                  </a:lnTo>
                  <a:lnTo>
                    <a:pt x="102567" y="33309"/>
                  </a:lnTo>
                  <a:lnTo>
                    <a:pt x="102940" y="34780"/>
                  </a:lnTo>
                  <a:lnTo>
                    <a:pt x="103788" y="35624"/>
                  </a:lnTo>
                  <a:lnTo>
                    <a:pt x="104822" y="37415"/>
                  </a:lnTo>
                  <a:lnTo>
                    <a:pt x="105557" y="37595"/>
                  </a:lnTo>
                  <a:lnTo>
                    <a:pt x="106087" y="38604"/>
                  </a:lnTo>
                  <a:lnTo>
                    <a:pt x="106108" y="40361"/>
                  </a:lnTo>
                  <a:lnTo>
                    <a:pt x="106419" y="41958"/>
                  </a:lnTo>
                  <a:lnTo>
                    <a:pt x="105581" y="42595"/>
                  </a:lnTo>
                  <a:lnTo>
                    <a:pt x="106410" y="43019"/>
                  </a:lnTo>
                  <a:lnTo>
                    <a:pt x="107147" y="43835"/>
                  </a:lnTo>
                  <a:lnTo>
                    <a:pt x="106744" y="44664"/>
                  </a:lnTo>
                  <a:lnTo>
                    <a:pt x="106431" y="45668"/>
                  </a:lnTo>
                  <a:lnTo>
                    <a:pt x="106771" y="46210"/>
                  </a:lnTo>
                  <a:lnTo>
                    <a:pt x="107781" y="47137"/>
                  </a:lnTo>
                  <a:lnTo>
                    <a:pt x="108223" y="47988"/>
                  </a:lnTo>
                  <a:lnTo>
                    <a:pt x="108454" y="50288"/>
                  </a:lnTo>
                  <a:lnTo>
                    <a:pt x="109439" y="54046"/>
                  </a:lnTo>
                  <a:lnTo>
                    <a:pt x="111248" y="58896"/>
                  </a:lnTo>
                  <a:lnTo>
                    <a:pt x="111643" y="60663"/>
                  </a:lnTo>
                  <a:lnTo>
                    <a:pt x="111640" y="62291"/>
                  </a:lnTo>
                  <a:lnTo>
                    <a:pt x="111339" y="63689"/>
                  </a:lnTo>
                  <a:lnTo>
                    <a:pt x="110308" y="65328"/>
                  </a:lnTo>
                  <a:lnTo>
                    <a:pt x="109482" y="67483"/>
                  </a:lnTo>
                  <a:lnTo>
                    <a:pt x="109382" y="68262"/>
                  </a:lnTo>
                  <a:lnTo>
                    <a:pt x="108263" y="69261"/>
                  </a:lnTo>
                  <a:lnTo>
                    <a:pt x="108775" y="69995"/>
                  </a:lnTo>
                  <a:lnTo>
                    <a:pt x="109182" y="70988"/>
                  </a:lnTo>
                  <a:lnTo>
                    <a:pt x="109959" y="73990"/>
                  </a:lnTo>
                  <a:lnTo>
                    <a:pt x="111811" y="78864"/>
                  </a:lnTo>
                  <a:lnTo>
                    <a:pt x="112743" y="80682"/>
                  </a:lnTo>
                  <a:lnTo>
                    <a:pt x="116580" y="87298"/>
                  </a:lnTo>
                  <a:lnTo>
                    <a:pt x="118619" y="90177"/>
                  </a:lnTo>
                  <a:lnTo>
                    <a:pt x="121222" y="96771"/>
                  </a:lnTo>
                  <a:lnTo>
                    <a:pt x="122574" y="98295"/>
                  </a:lnTo>
                  <a:lnTo>
                    <a:pt x="122836" y="100132"/>
                  </a:lnTo>
                  <a:lnTo>
                    <a:pt x="121707" y="102946"/>
                  </a:lnTo>
                  <a:lnTo>
                    <a:pt x="120063" y="104355"/>
                  </a:lnTo>
                  <a:lnTo>
                    <a:pt x="117349" y="105114"/>
                  </a:lnTo>
                  <a:lnTo>
                    <a:pt x="114628" y="104122"/>
                  </a:lnTo>
                  <a:lnTo>
                    <a:pt x="113222" y="103316"/>
                  </a:lnTo>
                  <a:lnTo>
                    <a:pt x="111996" y="101697"/>
                  </a:lnTo>
                  <a:lnTo>
                    <a:pt x="111031" y="98446"/>
                  </a:lnTo>
                  <a:lnTo>
                    <a:pt x="109755" y="96687"/>
                  </a:lnTo>
                  <a:lnTo>
                    <a:pt x="110246" y="98658"/>
                  </a:lnTo>
                  <a:lnTo>
                    <a:pt x="110556" y="100673"/>
                  </a:lnTo>
                  <a:lnTo>
                    <a:pt x="110396" y="102867"/>
                  </a:lnTo>
                  <a:lnTo>
                    <a:pt x="109894" y="104587"/>
                  </a:lnTo>
                  <a:lnTo>
                    <a:pt x="109035" y="105848"/>
                  </a:lnTo>
                  <a:lnTo>
                    <a:pt x="108114" y="106872"/>
                  </a:lnTo>
                  <a:lnTo>
                    <a:pt x="107725" y="107592"/>
                  </a:lnTo>
                  <a:lnTo>
                    <a:pt x="105388" y="119076"/>
                  </a:lnTo>
                  <a:lnTo>
                    <a:pt x="105008" y="122182"/>
                  </a:lnTo>
                  <a:lnTo>
                    <a:pt x="104297" y="135077"/>
                  </a:lnTo>
                  <a:lnTo>
                    <a:pt x="104286" y="138718"/>
                  </a:lnTo>
                  <a:lnTo>
                    <a:pt x="105334" y="145534"/>
                  </a:lnTo>
                  <a:lnTo>
                    <a:pt x="105431" y="149107"/>
                  </a:lnTo>
                  <a:lnTo>
                    <a:pt x="105638" y="150651"/>
                  </a:lnTo>
                  <a:lnTo>
                    <a:pt x="105500" y="151932"/>
                  </a:lnTo>
                  <a:lnTo>
                    <a:pt x="105004" y="152694"/>
                  </a:lnTo>
                  <a:lnTo>
                    <a:pt x="102997" y="154777"/>
                  </a:lnTo>
                  <a:lnTo>
                    <a:pt x="101578" y="156506"/>
                  </a:lnTo>
                  <a:lnTo>
                    <a:pt x="100430" y="158967"/>
                  </a:lnTo>
                  <a:lnTo>
                    <a:pt x="99500" y="162032"/>
                  </a:lnTo>
                  <a:lnTo>
                    <a:pt x="98684" y="164248"/>
                  </a:lnTo>
                  <a:lnTo>
                    <a:pt x="97596" y="165310"/>
                  </a:lnTo>
                  <a:lnTo>
                    <a:pt x="96809" y="165151"/>
                  </a:lnTo>
                  <a:lnTo>
                    <a:pt x="96171" y="164132"/>
                  </a:lnTo>
                  <a:lnTo>
                    <a:pt x="95726" y="162164"/>
                  </a:lnTo>
                  <a:lnTo>
                    <a:pt x="95474" y="160009"/>
                  </a:lnTo>
                  <a:lnTo>
                    <a:pt x="95307" y="161602"/>
                  </a:lnTo>
                  <a:lnTo>
                    <a:pt x="95338" y="163157"/>
                  </a:lnTo>
                  <a:lnTo>
                    <a:pt x="95711" y="164822"/>
                  </a:lnTo>
                  <a:lnTo>
                    <a:pt x="95854" y="166579"/>
                  </a:lnTo>
                  <a:lnTo>
                    <a:pt x="95640" y="168374"/>
                  </a:lnTo>
                  <a:lnTo>
                    <a:pt x="95174" y="169805"/>
                  </a:lnTo>
                  <a:lnTo>
                    <a:pt x="93911" y="171367"/>
                  </a:lnTo>
                  <a:lnTo>
                    <a:pt x="93215" y="172706"/>
                  </a:lnTo>
                  <a:lnTo>
                    <a:pt x="93101" y="175046"/>
                  </a:lnTo>
                  <a:lnTo>
                    <a:pt x="92765" y="176373"/>
                  </a:lnTo>
                  <a:lnTo>
                    <a:pt x="92282" y="177401"/>
                  </a:lnTo>
                  <a:lnTo>
                    <a:pt x="90505" y="179755"/>
                  </a:lnTo>
                  <a:lnTo>
                    <a:pt x="90109" y="180696"/>
                  </a:lnTo>
                  <a:lnTo>
                    <a:pt x="89815" y="181893"/>
                  </a:lnTo>
                  <a:lnTo>
                    <a:pt x="90762" y="181709"/>
                  </a:lnTo>
                  <a:lnTo>
                    <a:pt x="91629" y="181893"/>
                  </a:lnTo>
                  <a:lnTo>
                    <a:pt x="91693" y="184237"/>
                  </a:lnTo>
                  <a:lnTo>
                    <a:pt x="91965" y="185980"/>
                  </a:lnTo>
                  <a:lnTo>
                    <a:pt x="91619" y="189803"/>
                  </a:lnTo>
                  <a:lnTo>
                    <a:pt x="90284" y="192383"/>
                  </a:lnTo>
                  <a:lnTo>
                    <a:pt x="90950" y="192925"/>
                  </a:lnTo>
                  <a:lnTo>
                    <a:pt x="91554" y="193768"/>
                  </a:lnTo>
                  <a:lnTo>
                    <a:pt x="92894" y="194394"/>
                  </a:lnTo>
                  <a:lnTo>
                    <a:pt x="93348" y="197107"/>
                  </a:lnTo>
                  <a:lnTo>
                    <a:pt x="93151" y="200390"/>
                  </a:lnTo>
                  <a:lnTo>
                    <a:pt x="92908" y="203337"/>
                  </a:lnTo>
                  <a:lnTo>
                    <a:pt x="91946" y="204156"/>
                  </a:lnTo>
                  <a:lnTo>
                    <a:pt x="91348" y="203611"/>
                  </a:lnTo>
                  <a:lnTo>
                    <a:pt x="90754" y="203663"/>
                  </a:lnTo>
                  <a:lnTo>
                    <a:pt x="90318" y="204557"/>
                  </a:lnTo>
                  <a:lnTo>
                    <a:pt x="90202" y="206078"/>
                  </a:lnTo>
                  <a:lnTo>
                    <a:pt x="91034" y="205331"/>
                  </a:lnTo>
                  <a:lnTo>
                    <a:pt x="90987" y="209137"/>
                  </a:lnTo>
                  <a:lnTo>
                    <a:pt x="90762" y="212856"/>
                  </a:lnTo>
                  <a:lnTo>
                    <a:pt x="90487" y="214908"/>
                  </a:lnTo>
                  <a:lnTo>
                    <a:pt x="89978" y="216582"/>
                  </a:lnTo>
                  <a:lnTo>
                    <a:pt x="89209" y="217119"/>
                  </a:lnTo>
                  <a:lnTo>
                    <a:pt x="88484" y="215866"/>
                  </a:lnTo>
                  <a:lnTo>
                    <a:pt x="88335" y="217321"/>
                  </a:lnTo>
                  <a:lnTo>
                    <a:pt x="88557" y="218547"/>
                  </a:lnTo>
                  <a:lnTo>
                    <a:pt x="89592" y="221534"/>
                  </a:lnTo>
                  <a:lnTo>
                    <a:pt x="88957" y="222189"/>
                  </a:lnTo>
                  <a:lnTo>
                    <a:pt x="88494" y="223207"/>
                  </a:lnTo>
                  <a:lnTo>
                    <a:pt x="88285" y="224691"/>
                  </a:lnTo>
                  <a:lnTo>
                    <a:pt x="87158" y="228090"/>
                  </a:lnTo>
                  <a:lnTo>
                    <a:pt x="86661" y="230589"/>
                  </a:lnTo>
                  <a:lnTo>
                    <a:pt x="86450" y="233264"/>
                  </a:lnTo>
                  <a:lnTo>
                    <a:pt x="85923" y="235382"/>
                  </a:lnTo>
                  <a:lnTo>
                    <a:pt x="77417" y="244596"/>
                  </a:lnTo>
                  <a:lnTo>
                    <a:pt x="70535" y="252364"/>
                  </a:lnTo>
                  <a:lnTo>
                    <a:pt x="70036" y="251836"/>
                  </a:lnTo>
                  <a:lnTo>
                    <a:pt x="69703" y="250650"/>
                  </a:lnTo>
                  <a:lnTo>
                    <a:pt x="69468" y="238582"/>
                  </a:lnTo>
                  <a:lnTo>
                    <a:pt x="68617" y="232410"/>
                  </a:lnTo>
                  <a:lnTo>
                    <a:pt x="68488" y="228930"/>
                  </a:lnTo>
                  <a:lnTo>
                    <a:pt x="67518" y="232037"/>
                  </a:lnTo>
                  <a:lnTo>
                    <a:pt x="66923" y="231723"/>
                  </a:lnTo>
                  <a:lnTo>
                    <a:pt x="66279" y="230932"/>
                  </a:lnTo>
                  <a:lnTo>
                    <a:pt x="65795" y="229916"/>
                  </a:lnTo>
                  <a:lnTo>
                    <a:pt x="65759" y="228578"/>
                  </a:lnTo>
                  <a:lnTo>
                    <a:pt x="66279" y="224748"/>
                  </a:lnTo>
                  <a:lnTo>
                    <a:pt x="65650" y="226849"/>
                  </a:lnTo>
                  <a:lnTo>
                    <a:pt x="64963" y="228471"/>
                  </a:lnTo>
                  <a:lnTo>
                    <a:pt x="64251" y="228272"/>
                  </a:lnTo>
                  <a:lnTo>
                    <a:pt x="63639" y="227469"/>
                  </a:lnTo>
                  <a:lnTo>
                    <a:pt x="63411" y="226226"/>
                  </a:lnTo>
                  <a:lnTo>
                    <a:pt x="63085" y="226041"/>
                  </a:lnTo>
                  <a:lnTo>
                    <a:pt x="61581" y="229452"/>
                  </a:lnTo>
                  <a:lnTo>
                    <a:pt x="59594" y="231281"/>
                  </a:lnTo>
                  <a:lnTo>
                    <a:pt x="58489" y="231253"/>
                  </a:lnTo>
                  <a:lnTo>
                    <a:pt x="57617" y="230208"/>
                  </a:lnTo>
                  <a:lnTo>
                    <a:pt x="57663" y="227611"/>
                  </a:lnTo>
                  <a:lnTo>
                    <a:pt x="57575" y="225071"/>
                  </a:lnTo>
                  <a:lnTo>
                    <a:pt x="57331" y="223582"/>
                  </a:lnTo>
                  <a:lnTo>
                    <a:pt x="56797" y="223051"/>
                  </a:lnTo>
                  <a:lnTo>
                    <a:pt x="56306" y="223239"/>
                  </a:lnTo>
                  <a:lnTo>
                    <a:pt x="54880" y="224564"/>
                  </a:lnTo>
                  <a:lnTo>
                    <a:pt x="54371" y="224408"/>
                  </a:lnTo>
                  <a:lnTo>
                    <a:pt x="54078" y="225083"/>
                  </a:lnTo>
                  <a:lnTo>
                    <a:pt x="50310" y="215835"/>
                  </a:lnTo>
                  <a:lnTo>
                    <a:pt x="49548" y="223329"/>
                  </a:lnTo>
                  <a:lnTo>
                    <a:pt x="46947" y="227319"/>
                  </a:lnTo>
                  <a:lnTo>
                    <a:pt x="45024" y="229634"/>
                  </a:lnTo>
                  <a:lnTo>
                    <a:pt x="43119" y="228765"/>
                  </a:lnTo>
                  <a:lnTo>
                    <a:pt x="41181" y="227285"/>
                  </a:lnTo>
                  <a:lnTo>
                    <a:pt x="39252" y="229071"/>
                  </a:lnTo>
                  <a:lnTo>
                    <a:pt x="37159" y="233451"/>
                  </a:lnTo>
                  <a:lnTo>
                    <a:pt x="36580" y="234127"/>
                  </a:lnTo>
                  <a:lnTo>
                    <a:pt x="35979" y="234106"/>
                  </a:lnTo>
                  <a:lnTo>
                    <a:pt x="35540" y="233535"/>
                  </a:lnTo>
                  <a:lnTo>
                    <a:pt x="35690" y="230214"/>
                  </a:lnTo>
                  <a:lnTo>
                    <a:pt x="35709" y="226892"/>
                  </a:lnTo>
                  <a:lnTo>
                    <a:pt x="35552" y="219491"/>
                  </a:lnTo>
                  <a:lnTo>
                    <a:pt x="35385" y="218036"/>
                  </a:lnTo>
                  <a:lnTo>
                    <a:pt x="34786" y="216002"/>
                  </a:lnTo>
                  <a:lnTo>
                    <a:pt x="33988" y="214533"/>
                  </a:lnTo>
                  <a:lnTo>
                    <a:pt x="33544" y="215607"/>
                  </a:lnTo>
                  <a:lnTo>
                    <a:pt x="33144" y="217075"/>
                  </a:lnTo>
                  <a:lnTo>
                    <a:pt x="31553" y="217012"/>
                  </a:lnTo>
                  <a:lnTo>
                    <a:pt x="30001" y="215840"/>
                  </a:lnTo>
                  <a:lnTo>
                    <a:pt x="28680" y="216513"/>
                  </a:lnTo>
                  <a:lnTo>
                    <a:pt x="26062" y="219447"/>
                  </a:lnTo>
                  <a:lnTo>
                    <a:pt x="24669" y="219900"/>
                  </a:lnTo>
                  <a:lnTo>
                    <a:pt x="23922" y="219240"/>
                  </a:lnTo>
                  <a:lnTo>
                    <a:pt x="23446" y="217655"/>
                  </a:lnTo>
                  <a:lnTo>
                    <a:pt x="23718" y="216210"/>
                  </a:lnTo>
                  <a:lnTo>
                    <a:pt x="24294" y="215099"/>
                  </a:lnTo>
                  <a:lnTo>
                    <a:pt x="23220" y="215982"/>
                  </a:lnTo>
                  <a:lnTo>
                    <a:pt x="22302" y="217465"/>
                  </a:lnTo>
                  <a:lnTo>
                    <a:pt x="21903" y="218417"/>
                  </a:lnTo>
                  <a:lnTo>
                    <a:pt x="21477" y="217941"/>
                  </a:lnTo>
                  <a:lnTo>
                    <a:pt x="20330" y="214591"/>
                  </a:lnTo>
                  <a:lnTo>
                    <a:pt x="17935" y="215843"/>
                  </a:lnTo>
                  <a:lnTo>
                    <a:pt x="17612" y="216227"/>
                  </a:lnTo>
                  <a:lnTo>
                    <a:pt x="17021" y="217367"/>
                  </a:lnTo>
                  <a:lnTo>
                    <a:pt x="16455" y="216798"/>
                  </a:lnTo>
                  <a:lnTo>
                    <a:pt x="16169" y="215586"/>
                  </a:lnTo>
                  <a:lnTo>
                    <a:pt x="16068" y="208600"/>
                  </a:lnTo>
                  <a:lnTo>
                    <a:pt x="14850" y="195162"/>
                  </a:lnTo>
                  <a:lnTo>
                    <a:pt x="14511" y="188291"/>
                  </a:lnTo>
                  <a:lnTo>
                    <a:pt x="14248" y="186666"/>
                  </a:lnTo>
                  <a:lnTo>
                    <a:pt x="12845" y="184196"/>
                  </a:lnTo>
                  <a:lnTo>
                    <a:pt x="12893" y="180653"/>
                  </a:lnTo>
                  <a:lnTo>
                    <a:pt x="13620" y="177689"/>
                  </a:lnTo>
                  <a:lnTo>
                    <a:pt x="13774" y="174235"/>
                  </a:lnTo>
                  <a:lnTo>
                    <a:pt x="13569" y="170487"/>
                  </a:lnTo>
                  <a:lnTo>
                    <a:pt x="13131" y="166822"/>
                  </a:lnTo>
                  <a:lnTo>
                    <a:pt x="12579" y="164054"/>
                  </a:lnTo>
                  <a:lnTo>
                    <a:pt x="11792" y="161688"/>
                  </a:lnTo>
                  <a:lnTo>
                    <a:pt x="10743" y="159036"/>
                  </a:lnTo>
                  <a:lnTo>
                    <a:pt x="9455" y="157054"/>
                  </a:lnTo>
                  <a:lnTo>
                    <a:pt x="6678" y="154823"/>
                  </a:lnTo>
                  <a:lnTo>
                    <a:pt x="5211" y="155019"/>
                  </a:lnTo>
                  <a:lnTo>
                    <a:pt x="4667" y="154145"/>
                  </a:lnTo>
                  <a:lnTo>
                    <a:pt x="4301" y="153011"/>
                  </a:lnTo>
                  <a:lnTo>
                    <a:pt x="4450" y="150783"/>
                  </a:lnTo>
                  <a:lnTo>
                    <a:pt x="4946" y="149251"/>
                  </a:lnTo>
                  <a:lnTo>
                    <a:pt x="5611" y="148873"/>
                  </a:lnTo>
                  <a:lnTo>
                    <a:pt x="5690" y="148010"/>
                  </a:lnTo>
                  <a:lnTo>
                    <a:pt x="4279" y="146215"/>
                  </a:lnTo>
                  <a:lnTo>
                    <a:pt x="3103" y="143777"/>
                  </a:lnTo>
                  <a:lnTo>
                    <a:pt x="2735" y="142314"/>
                  </a:lnTo>
                  <a:lnTo>
                    <a:pt x="2623" y="140704"/>
                  </a:lnTo>
                  <a:lnTo>
                    <a:pt x="2631" y="136984"/>
                  </a:lnTo>
                  <a:lnTo>
                    <a:pt x="2970" y="134635"/>
                  </a:lnTo>
                  <a:lnTo>
                    <a:pt x="3155" y="133363"/>
                  </a:lnTo>
                  <a:lnTo>
                    <a:pt x="3519" y="129431"/>
                  </a:lnTo>
                  <a:lnTo>
                    <a:pt x="4285" y="128232"/>
                  </a:lnTo>
                  <a:lnTo>
                    <a:pt x="4160" y="127505"/>
                  </a:lnTo>
                  <a:lnTo>
                    <a:pt x="3831" y="126971"/>
                  </a:lnTo>
                  <a:lnTo>
                    <a:pt x="3350" y="125681"/>
                  </a:lnTo>
                  <a:lnTo>
                    <a:pt x="2957" y="124198"/>
                  </a:lnTo>
                  <a:lnTo>
                    <a:pt x="2058" y="121682"/>
                  </a:lnTo>
                  <a:lnTo>
                    <a:pt x="471" y="118643"/>
                  </a:lnTo>
                  <a:lnTo>
                    <a:pt x="205" y="113408"/>
                  </a:lnTo>
                  <a:lnTo>
                    <a:pt x="0" y="105692"/>
                  </a:lnTo>
                  <a:lnTo>
                    <a:pt x="133" y="102185"/>
                  </a:lnTo>
                  <a:lnTo>
                    <a:pt x="642" y="95626"/>
                  </a:lnTo>
                  <a:lnTo>
                    <a:pt x="1523" y="93561"/>
                  </a:lnTo>
                  <a:lnTo>
                    <a:pt x="2225" y="92987"/>
                  </a:lnTo>
                  <a:lnTo>
                    <a:pt x="2750" y="92102"/>
                  </a:lnTo>
                  <a:lnTo>
                    <a:pt x="2318" y="91975"/>
                  </a:lnTo>
                  <a:lnTo>
                    <a:pt x="1944" y="92300"/>
                  </a:lnTo>
                  <a:lnTo>
                    <a:pt x="1272" y="92522"/>
                  </a:lnTo>
                  <a:lnTo>
                    <a:pt x="1823" y="86647"/>
                  </a:lnTo>
                  <a:lnTo>
                    <a:pt x="2072" y="84950"/>
                  </a:lnTo>
                  <a:lnTo>
                    <a:pt x="3179" y="81665"/>
                  </a:lnTo>
                  <a:lnTo>
                    <a:pt x="4476" y="78758"/>
                  </a:lnTo>
                  <a:lnTo>
                    <a:pt x="5024" y="75341"/>
                  </a:lnTo>
                  <a:lnTo>
                    <a:pt x="5760" y="72338"/>
                  </a:lnTo>
                  <a:lnTo>
                    <a:pt x="8812" y="69241"/>
                  </a:lnTo>
                  <a:lnTo>
                    <a:pt x="7715" y="73122"/>
                  </a:lnTo>
                  <a:lnTo>
                    <a:pt x="7837" y="74536"/>
                  </a:lnTo>
                  <a:lnTo>
                    <a:pt x="8103" y="75778"/>
                  </a:lnTo>
                  <a:lnTo>
                    <a:pt x="8896" y="76654"/>
                  </a:lnTo>
                  <a:lnTo>
                    <a:pt x="9117" y="81434"/>
                  </a:lnTo>
                  <a:lnTo>
                    <a:pt x="10114" y="84151"/>
                  </a:lnTo>
                  <a:lnTo>
                    <a:pt x="11117" y="86632"/>
                  </a:lnTo>
                  <a:lnTo>
                    <a:pt x="11854" y="87847"/>
                  </a:lnTo>
                  <a:lnTo>
                    <a:pt x="12663" y="89615"/>
                  </a:lnTo>
                  <a:lnTo>
                    <a:pt x="13233" y="91254"/>
                  </a:lnTo>
                  <a:lnTo>
                    <a:pt x="13832" y="92637"/>
                  </a:lnTo>
                  <a:lnTo>
                    <a:pt x="14733" y="93985"/>
                  </a:lnTo>
                  <a:lnTo>
                    <a:pt x="17176" y="99722"/>
                  </a:lnTo>
                  <a:lnTo>
                    <a:pt x="18197" y="101404"/>
                  </a:lnTo>
                  <a:lnTo>
                    <a:pt x="18958" y="103088"/>
                  </a:lnTo>
                  <a:lnTo>
                    <a:pt x="19498" y="103682"/>
                  </a:lnTo>
                  <a:lnTo>
                    <a:pt x="20826" y="103205"/>
                  </a:lnTo>
                  <a:lnTo>
                    <a:pt x="24767" y="99091"/>
                  </a:lnTo>
                  <a:lnTo>
                    <a:pt x="25474" y="98824"/>
                  </a:lnTo>
                  <a:lnTo>
                    <a:pt x="26757" y="98110"/>
                  </a:lnTo>
                  <a:lnTo>
                    <a:pt x="29016" y="98327"/>
                  </a:lnTo>
                  <a:lnTo>
                    <a:pt x="31410" y="99729"/>
                  </a:lnTo>
                  <a:lnTo>
                    <a:pt x="32184" y="99771"/>
                  </a:lnTo>
                  <a:lnTo>
                    <a:pt x="32924" y="98935"/>
                  </a:lnTo>
                  <a:lnTo>
                    <a:pt x="33946" y="99184"/>
                  </a:lnTo>
                  <a:lnTo>
                    <a:pt x="34902" y="99619"/>
                  </a:lnTo>
                  <a:lnTo>
                    <a:pt x="35381" y="99259"/>
                  </a:lnTo>
                  <a:lnTo>
                    <a:pt x="36772" y="96256"/>
                  </a:lnTo>
                  <a:lnTo>
                    <a:pt x="38665" y="95367"/>
                  </a:lnTo>
                  <a:lnTo>
                    <a:pt x="39276" y="92405"/>
                  </a:lnTo>
                  <a:lnTo>
                    <a:pt x="39748" y="89610"/>
                  </a:lnTo>
                  <a:lnTo>
                    <a:pt x="39972" y="86630"/>
                  </a:lnTo>
                  <a:lnTo>
                    <a:pt x="40764" y="85431"/>
                  </a:lnTo>
                  <a:lnTo>
                    <a:pt x="41872" y="84393"/>
                  </a:lnTo>
                  <a:lnTo>
                    <a:pt x="43512" y="83083"/>
                  </a:lnTo>
                  <a:lnTo>
                    <a:pt x="49201" y="82849"/>
                  </a:lnTo>
                  <a:lnTo>
                    <a:pt x="49753" y="83424"/>
                  </a:lnTo>
                  <a:lnTo>
                    <a:pt x="49872" y="84940"/>
                  </a:lnTo>
                  <a:lnTo>
                    <a:pt x="49753" y="86096"/>
                  </a:lnTo>
                  <a:lnTo>
                    <a:pt x="49976" y="86783"/>
                  </a:lnTo>
                  <a:lnTo>
                    <a:pt x="50732" y="86845"/>
                  </a:lnTo>
                  <a:lnTo>
                    <a:pt x="51435" y="87544"/>
                  </a:lnTo>
                  <a:lnTo>
                    <a:pt x="54271" y="89937"/>
                  </a:lnTo>
                  <a:lnTo>
                    <a:pt x="55480" y="90675"/>
                  </a:lnTo>
                  <a:lnTo>
                    <a:pt x="56150" y="90491"/>
                  </a:lnTo>
                  <a:lnTo>
                    <a:pt x="57479" y="92632"/>
                  </a:lnTo>
                  <a:lnTo>
                    <a:pt x="58203" y="91903"/>
                  </a:lnTo>
                  <a:lnTo>
                    <a:pt x="59162" y="90403"/>
                  </a:lnTo>
                  <a:lnTo>
                    <a:pt x="60075" y="88378"/>
                  </a:lnTo>
                  <a:lnTo>
                    <a:pt x="60893" y="86771"/>
                  </a:lnTo>
                  <a:lnTo>
                    <a:pt x="62083" y="86151"/>
                  </a:lnTo>
                  <a:lnTo>
                    <a:pt x="63618" y="86237"/>
                  </a:lnTo>
                  <a:lnTo>
                    <a:pt x="65431" y="85689"/>
                  </a:lnTo>
                  <a:lnTo>
                    <a:pt x="66801" y="84827"/>
                  </a:lnTo>
                  <a:lnTo>
                    <a:pt x="68329" y="86247"/>
                  </a:lnTo>
                  <a:lnTo>
                    <a:pt x="68736" y="85800"/>
                  </a:lnTo>
                  <a:lnTo>
                    <a:pt x="68999" y="84410"/>
                  </a:lnTo>
                  <a:lnTo>
                    <a:pt x="69788" y="81370"/>
                  </a:lnTo>
                  <a:lnTo>
                    <a:pt x="70138" y="79325"/>
                  </a:lnTo>
                  <a:lnTo>
                    <a:pt x="70445" y="75401"/>
                  </a:lnTo>
                  <a:lnTo>
                    <a:pt x="70657" y="74464"/>
                  </a:lnTo>
                  <a:lnTo>
                    <a:pt x="71236" y="73925"/>
                  </a:lnTo>
                  <a:lnTo>
                    <a:pt x="71833" y="73188"/>
                  </a:lnTo>
                  <a:lnTo>
                    <a:pt x="71987" y="72011"/>
                  </a:lnTo>
                  <a:lnTo>
                    <a:pt x="72205" y="70645"/>
                  </a:lnTo>
                  <a:lnTo>
                    <a:pt x="72026" y="69495"/>
                  </a:lnTo>
                  <a:lnTo>
                    <a:pt x="71686" y="68529"/>
                  </a:lnTo>
                  <a:lnTo>
                    <a:pt x="71329" y="65256"/>
                  </a:lnTo>
                  <a:lnTo>
                    <a:pt x="71447" y="63762"/>
                  </a:lnTo>
                  <a:lnTo>
                    <a:pt x="71667" y="62653"/>
                  </a:lnTo>
                  <a:lnTo>
                    <a:pt x="72275" y="62094"/>
                  </a:lnTo>
                  <a:lnTo>
                    <a:pt x="73894" y="59688"/>
                  </a:lnTo>
                  <a:lnTo>
                    <a:pt x="75325" y="56871"/>
                  </a:lnTo>
                  <a:lnTo>
                    <a:pt x="76108" y="55489"/>
                  </a:lnTo>
                  <a:lnTo>
                    <a:pt x="76453" y="54595"/>
                  </a:lnTo>
                  <a:lnTo>
                    <a:pt x="76474" y="53303"/>
                  </a:lnTo>
                  <a:lnTo>
                    <a:pt x="75853" y="51958"/>
                  </a:lnTo>
                  <a:lnTo>
                    <a:pt x="75254" y="51314"/>
                  </a:lnTo>
                  <a:lnTo>
                    <a:pt x="75209" y="49754"/>
                  </a:lnTo>
                  <a:lnTo>
                    <a:pt x="75232" y="48678"/>
                  </a:lnTo>
                  <a:lnTo>
                    <a:pt x="75411" y="47662"/>
                  </a:lnTo>
                  <a:lnTo>
                    <a:pt x="75325" y="46675"/>
                  </a:lnTo>
                  <a:lnTo>
                    <a:pt x="75322" y="45200"/>
                  </a:lnTo>
                  <a:lnTo>
                    <a:pt x="75703" y="43612"/>
                  </a:lnTo>
                  <a:lnTo>
                    <a:pt x="76585" y="41260"/>
                  </a:lnTo>
                  <a:lnTo>
                    <a:pt x="77280" y="39739"/>
                  </a:lnTo>
                  <a:lnTo>
                    <a:pt x="78050" y="40684"/>
                  </a:lnTo>
                  <a:lnTo>
                    <a:pt x="78952" y="40247"/>
                  </a:lnTo>
                  <a:lnTo>
                    <a:pt x="79808" y="39491"/>
                  </a:lnTo>
                  <a:lnTo>
                    <a:pt x="80280" y="36719"/>
                  </a:lnTo>
                  <a:lnTo>
                    <a:pt x="80353" y="35389"/>
                  </a:lnTo>
                  <a:lnTo>
                    <a:pt x="80239" y="34340"/>
                  </a:lnTo>
                  <a:lnTo>
                    <a:pt x="80538" y="30388"/>
                  </a:lnTo>
                  <a:lnTo>
                    <a:pt x="80607" y="29818"/>
                  </a:lnTo>
                  <a:lnTo>
                    <a:pt x="81170" y="27334"/>
                  </a:lnTo>
                  <a:lnTo>
                    <a:pt x="81226" y="25663"/>
                  </a:lnTo>
                  <a:lnTo>
                    <a:pt x="80907" y="21780"/>
                  </a:lnTo>
                  <a:lnTo>
                    <a:pt x="81107" y="18844"/>
                  </a:lnTo>
                  <a:lnTo>
                    <a:pt x="81198" y="12766"/>
                  </a:lnTo>
                  <a:lnTo>
                    <a:pt x="81535" y="11679"/>
                  </a:lnTo>
                  <a:lnTo>
                    <a:pt x="81918" y="8534"/>
                  </a:lnTo>
                  <a:lnTo>
                    <a:pt x="82543" y="5253"/>
                  </a:lnTo>
                  <a:lnTo>
                    <a:pt x="83806" y="3458"/>
                  </a:lnTo>
                  <a:lnTo>
                    <a:pt x="84469" y="1108"/>
                  </a:lnTo>
                  <a:lnTo>
                    <a:pt x="84760" y="672"/>
                  </a:lnTo>
                  <a:lnTo>
                    <a:pt x="85192" y="653"/>
                  </a:lnTo>
                  <a:lnTo>
                    <a:pt x="86720" y="2367"/>
                  </a:lnTo>
                  <a:lnTo>
                    <a:pt x="88096" y="461"/>
                  </a:lnTo>
                  <a:lnTo>
                    <a:pt x="89336" y="243"/>
                  </a:lnTo>
                  <a:lnTo>
                    <a:pt x="90361" y="504"/>
                  </a:lnTo>
                  <a:lnTo>
                    <a:pt x="90938" y="1284"/>
                  </a:lnTo>
                  <a:lnTo>
                    <a:pt x="91510" y="1849"/>
                  </a:lnTo>
                  <a:lnTo>
                    <a:pt x="92731" y="0"/>
                  </a:lnTo>
                  <a:lnTo>
                    <a:pt x="93198" y="323"/>
                  </a:lnTo>
                  <a:lnTo>
                    <a:pt x="93636" y="956"/>
                  </a:lnTo>
                  <a:lnTo>
                    <a:pt x="94241" y="936"/>
                  </a:lnTo>
                  <a:lnTo>
                    <a:pt x="94962" y="467"/>
                  </a:lnTo>
                  <a:lnTo>
                    <a:pt x="96738" y="906"/>
                  </a:lnTo>
                  <a:lnTo>
                    <a:pt x="99870" y="996"/>
                  </a:lnTo>
                  <a:lnTo>
                    <a:pt x="102027" y="2112"/>
                  </a:lnTo>
                  <a:lnTo>
                    <a:pt x="104140" y="5257"/>
                  </a:lnTo>
                  <a:lnTo>
                    <a:pt x="105193" y="5892"/>
                  </a:lnTo>
                  <a:close/>
                </a:path>
              </a:pathLst>
            </a:custGeom>
            <a:solidFill>
              <a:srgbClr val="EEF5E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6" name="pg825"/>
            <p:cNvSpPr/>
            <p:nvPr/>
          </p:nvSpPr>
          <p:spPr>
            <a:xfrm>
              <a:off x="4877901" y="3499684"/>
              <a:ext cx="2639" cy="15817"/>
            </a:xfrm>
            <a:custGeom>
              <a:avLst/>
              <a:pathLst>
                <a:path w="2639" h="15817">
                  <a:moveTo>
                    <a:pt x="1366" y="15200"/>
                  </a:moveTo>
                  <a:lnTo>
                    <a:pt x="874" y="15817"/>
                  </a:lnTo>
                  <a:lnTo>
                    <a:pt x="82" y="15591"/>
                  </a:lnTo>
                  <a:lnTo>
                    <a:pt x="0" y="14092"/>
                  </a:lnTo>
                  <a:lnTo>
                    <a:pt x="799" y="11396"/>
                  </a:lnTo>
                  <a:lnTo>
                    <a:pt x="1329" y="8551"/>
                  </a:lnTo>
                  <a:lnTo>
                    <a:pt x="765" y="7840"/>
                  </a:lnTo>
                  <a:lnTo>
                    <a:pt x="214" y="6019"/>
                  </a:lnTo>
                  <a:lnTo>
                    <a:pt x="195" y="3902"/>
                  </a:lnTo>
                  <a:lnTo>
                    <a:pt x="643" y="0"/>
                  </a:lnTo>
                  <a:lnTo>
                    <a:pt x="1316" y="315"/>
                  </a:lnTo>
                  <a:lnTo>
                    <a:pt x="1957" y="2011"/>
                  </a:lnTo>
                  <a:lnTo>
                    <a:pt x="2220" y="5182"/>
                  </a:lnTo>
                  <a:lnTo>
                    <a:pt x="2639" y="7590"/>
                  </a:lnTo>
                  <a:lnTo>
                    <a:pt x="1744" y="10871"/>
                  </a:lnTo>
                  <a:close/>
                </a:path>
              </a:pathLst>
            </a:custGeom>
            <a:solidFill>
              <a:srgbClr val="EEF5E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7" name="pg826"/>
            <p:cNvSpPr/>
            <p:nvPr/>
          </p:nvSpPr>
          <p:spPr>
            <a:xfrm>
              <a:off x="4494030" y="3467744"/>
              <a:ext cx="132252" cy="340899"/>
            </a:xfrm>
            <a:custGeom>
              <a:avLst/>
              <a:pathLst>
                <a:path w="132252" h="340899">
                  <a:moveTo>
                    <a:pt x="15671" y="11803"/>
                  </a:moveTo>
                  <a:lnTo>
                    <a:pt x="17166" y="12073"/>
                  </a:lnTo>
                  <a:lnTo>
                    <a:pt x="19938" y="10470"/>
                  </a:lnTo>
                  <a:lnTo>
                    <a:pt x="21463" y="10627"/>
                  </a:lnTo>
                  <a:lnTo>
                    <a:pt x="22901" y="11786"/>
                  </a:lnTo>
                  <a:lnTo>
                    <a:pt x="24176" y="12454"/>
                  </a:lnTo>
                  <a:lnTo>
                    <a:pt x="27354" y="11606"/>
                  </a:lnTo>
                  <a:lnTo>
                    <a:pt x="27951" y="11834"/>
                  </a:lnTo>
                  <a:lnTo>
                    <a:pt x="28524" y="12497"/>
                  </a:lnTo>
                  <a:lnTo>
                    <a:pt x="29016" y="13546"/>
                  </a:lnTo>
                  <a:lnTo>
                    <a:pt x="30469" y="17394"/>
                  </a:lnTo>
                  <a:lnTo>
                    <a:pt x="32926" y="22127"/>
                  </a:lnTo>
                  <a:lnTo>
                    <a:pt x="33636" y="25155"/>
                  </a:lnTo>
                  <a:lnTo>
                    <a:pt x="34040" y="28560"/>
                  </a:lnTo>
                  <a:lnTo>
                    <a:pt x="34295" y="29360"/>
                  </a:lnTo>
                  <a:lnTo>
                    <a:pt x="37070" y="35880"/>
                  </a:lnTo>
                  <a:lnTo>
                    <a:pt x="37374" y="38605"/>
                  </a:lnTo>
                  <a:lnTo>
                    <a:pt x="36982" y="42381"/>
                  </a:lnTo>
                  <a:lnTo>
                    <a:pt x="37788" y="45385"/>
                  </a:lnTo>
                  <a:lnTo>
                    <a:pt x="40482" y="48201"/>
                  </a:lnTo>
                  <a:lnTo>
                    <a:pt x="42070" y="50253"/>
                  </a:lnTo>
                  <a:lnTo>
                    <a:pt x="42410" y="51511"/>
                  </a:lnTo>
                  <a:lnTo>
                    <a:pt x="42644" y="53012"/>
                  </a:lnTo>
                  <a:lnTo>
                    <a:pt x="43524" y="55238"/>
                  </a:lnTo>
                  <a:lnTo>
                    <a:pt x="44629" y="56688"/>
                  </a:lnTo>
                  <a:lnTo>
                    <a:pt x="48072" y="60503"/>
                  </a:lnTo>
                  <a:lnTo>
                    <a:pt x="52585" y="68483"/>
                  </a:lnTo>
                  <a:lnTo>
                    <a:pt x="55155" y="72269"/>
                  </a:lnTo>
                  <a:lnTo>
                    <a:pt x="57279" y="78027"/>
                  </a:lnTo>
                  <a:lnTo>
                    <a:pt x="58045" y="80783"/>
                  </a:lnTo>
                  <a:lnTo>
                    <a:pt x="58677" y="83758"/>
                  </a:lnTo>
                  <a:lnTo>
                    <a:pt x="59968" y="88091"/>
                  </a:lnTo>
                  <a:lnTo>
                    <a:pt x="62161" y="93440"/>
                  </a:lnTo>
                  <a:lnTo>
                    <a:pt x="62716" y="95069"/>
                  </a:lnTo>
                  <a:lnTo>
                    <a:pt x="63306" y="97428"/>
                  </a:lnTo>
                  <a:lnTo>
                    <a:pt x="63987" y="99621"/>
                  </a:lnTo>
                  <a:lnTo>
                    <a:pt x="64801" y="101638"/>
                  </a:lnTo>
                  <a:lnTo>
                    <a:pt x="65774" y="103180"/>
                  </a:lnTo>
                  <a:lnTo>
                    <a:pt x="66768" y="103679"/>
                  </a:lnTo>
                  <a:lnTo>
                    <a:pt x="68372" y="107545"/>
                  </a:lnTo>
                  <a:lnTo>
                    <a:pt x="69238" y="108757"/>
                  </a:lnTo>
                  <a:lnTo>
                    <a:pt x="69101" y="105733"/>
                  </a:lnTo>
                  <a:lnTo>
                    <a:pt x="68373" y="103085"/>
                  </a:lnTo>
                  <a:lnTo>
                    <a:pt x="68384" y="101488"/>
                  </a:lnTo>
                  <a:lnTo>
                    <a:pt x="68511" y="100059"/>
                  </a:lnTo>
                  <a:lnTo>
                    <a:pt x="69106" y="98856"/>
                  </a:lnTo>
                  <a:lnTo>
                    <a:pt x="69824" y="98518"/>
                  </a:lnTo>
                  <a:lnTo>
                    <a:pt x="71167" y="99619"/>
                  </a:lnTo>
                  <a:lnTo>
                    <a:pt x="73349" y="104206"/>
                  </a:lnTo>
                  <a:lnTo>
                    <a:pt x="74270" y="106878"/>
                  </a:lnTo>
                  <a:lnTo>
                    <a:pt x="74963" y="110566"/>
                  </a:lnTo>
                  <a:lnTo>
                    <a:pt x="75541" y="114395"/>
                  </a:lnTo>
                  <a:lnTo>
                    <a:pt x="76414" y="116297"/>
                  </a:lnTo>
                  <a:lnTo>
                    <a:pt x="77612" y="116962"/>
                  </a:lnTo>
                  <a:lnTo>
                    <a:pt x="78944" y="117238"/>
                  </a:lnTo>
                  <a:lnTo>
                    <a:pt x="80168" y="118415"/>
                  </a:lnTo>
                  <a:lnTo>
                    <a:pt x="83034" y="123712"/>
                  </a:lnTo>
                  <a:lnTo>
                    <a:pt x="83987" y="126200"/>
                  </a:lnTo>
                  <a:lnTo>
                    <a:pt x="84708" y="129127"/>
                  </a:lnTo>
                  <a:lnTo>
                    <a:pt x="85204" y="132589"/>
                  </a:lnTo>
                  <a:lnTo>
                    <a:pt x="85513" y="136224"/>
                  </a:lnTo>
                  <a:lnTo>
                    <a:pt x="85705" y="137062"/>
                  </a:lnTo>
                  <a:lnTo>
                    <a:pt x="87544" y="141445"/>
                  </a:lnTo>
                  <a:lnTo>
                    <a:pt x="88510" y="143298"/>
                  </a:lnTo>
                  <a:lnTo>
                    <a:pt x="89695" y="144198"/>
                  </a:lnTo>
                  <a:lnTo>
                    <a:pt x="93144" y="145184"/>
                  </a:lnTo>
                  <a:lnTo>
                    <a:pt x="94361" y="146699"/>
                  </a:lnTo>
                  <a:lnTo>
                    <a:pt x="95367" y="149219"/>
                  </a:lnTo>
                  <a:lnTo>
                    <a:pt x="95789" y="151788"/>
                  </a:lnTo>
                  <a:lnTo>
                    <a:pt x="95070" y="154053"/>
                  </a:lnTo>
                  <a:lnTo>
                    <a:pt x="92375" y="157527"/>
                  </a:lnTo>
                  <a:lnTo>
                    <a:pt x="89495" y="159929"/>
                  </a:lnTo>
                  <a:lnTo>
                    <a:pt x="92293" y="159101"/>
                  </a:lnTo>
                  <a:lnTo>
                    <a:pt x="93710" y="158093"/>
                  </a:lnTo>
                  <a:lnTo>
                    <a:pt x="95013" y="156516"/>
                  </a:lnTo>
                  <a:lnTo>
                    <a:pt x="96304" y="154512"/>
                  </a:lnTo>
                  <a:lnTo>
                    <a:pt x="98349" y="151712"/>
                  </a:lnTo>
                  <a:lnTo>
                    <a:pt x="99110" y="151145"/>
                  </a:lnTo>
                  <a:lnTo>
                    <a:pt x="100004" y="151346"/>
                  </a:lnTo>
                  <a:lnTo>
                    <a:pt x="100815" y="152137"/>
                  </a:lnTo>
                  <a:lnTo>
                    <a:pt x="102032" y="154888"/>
                  </a:lnTo>
                  <a:lnTo>
                    <a:pt x="103177" y="157788"/>
                  </a:lnTo>
                  <a:lnTo>
                    <a:pt x="104031" y="161172"/>
                  </a:lnTo>
                  <a:lnTo>
                    <a:pt x="104567" y="164937"/>
                  </a:lnTo>
                  <a:lnTo>
                    <a:pt x="103588" y="166904"/>
                  </a:lnTo>
                  <a:lnTo>
                    <a:pt x="102163" y="168357"/>
                  </a:lnTo>
                  <a:lnTo>
                    <a:pt x="100201" y="171993"/>
                  </a:lnTo>
                  <a:lnTo>
                    <a:pt x="99995" y="173430"/>
                  </a:lnTo>
                  <a:lnTo>
                    <a:pt x="100395" y="174353"/>
                  </a:lnTo>
                  <a:lnTo>
                    <a:pt x="99917" y="177028"/>
                  </a:lnTo>
                  <a:lnTo>
                    <a:pt x="101017" y="178679"/>
                  </a:lnTo>
                  <a:lnTo>
                    <a:pt x="101184" y="180081"/>
                  </a:lnTo>
                  <a:lnTo>
                    <a:pt x="100233" y="182093"/>
                  </a:lnTo>
                  <a:lnTo>
                    <a:pt x="100324" y="183333"/>
                  </a:lnTo>
                  <a:lnTo>
                    <a:pt x="101471" y="188626"/>
                  </a:lnTo>
                  <a:lnTo>
                    <a:pt x="102017" y="189838"/>
                  </a:lnTo>
                  <a:lnTo>
                    <a:pt x="103767" y="192527"/>
                  </a:lnTo>
                  <a:lnTo>
                    <a:pt x="106435" y="195257"/>
                  </a:lnTo>
                  <a:lnTo>
                    <a:pt x="107911" y="196506"/>
                  </a:lnTo>
                  <a:lnTo>
                    <a:pt x="109586" y="197479"/>
                  </a:lnTo>
                  <a:lnTo>
                    <a:pt x="110304" y="197453"/>
                  </a:lnTo>
                  <a:lnTo>
                    <a:pt x="111560" y="197009"/>
                  </a:lnTo>
                  <a:lnTo>
                    <a:pt x="111812" y="198068"/>
                  </a:lnTo>
                  <a:lnTo>
                    <a:pt x="112354" y="203282"/>
                  </a:lnTo>
                  <a:lnTo>
                    <a:pt x="112612" y="206583"/>
                  </a:lnTo>
                  <a:lnTo>
                    <a:pt x="112995" y="213607"/>
                  </a:lnTo>
                  <a:lnTo>
                    <a:pt x="113486" y="216521"/>
                  </a:lnTo>
                  <a:lnTo>
                    <a:pt x="113454" y="220088"/>
                  </a:lnTo>
                  <a:lnTo>
                    <a:pt x="114097" y="223112"/>
                  </a:lnTo>
                  <a:lnTo>
                    <a:pt x="115409" y="225045"/>
                  </a:lnTo>
                  <a:lnTo>
                    <a:pt x="116806" y="226630"/>
                  </a:lnTo>
                  <a:lnTo>
                    <a:pt x="117467" y="228171"/>
                  </a:lnTo>
                  <a:lnTo>
                    <a:pt x="117458" y="230499"/>
                  </a:lnTo>
                  <a:lnTo>
                    <a:pt x="117234" y="232343"/>
                  </a:lnTo>
                  <a:lnTo>
                    <a:pt x="116761" y="233777"/>
                  </a:lnTo>
                  <a:lnTo>
                    <a:pt x="115313" y="236816"/>
                  </a:lnTo>
                  <a:lnTo>
                    <a:pt x="115054" y="238126"/>
                  </a:lnTo>
                  <a:lnTo>
                    <a:pt x="114851" y="241479"/>
                  </a:lnTo>
                  <a:lnTo>
                    <a:pt x="115097" y="243012"/>
                  </a:lnTo>
                  <a:lnTo>
                    <a:pt x="115677" y="243098"/>
                  </a:lnTo>
                  <a:lnTo>
                    <a:pt x="116133" y="242293"/>
                  </a:lnTo>
                  <a:lnTo>
                    <a:pt x="117871" y="237800"/>
                  </a:lnTo>
                  <a:lnTo>
                    <a:pt x="118342" y="237012"/>
                  </a:lnTo>
                  <a:lnTo>
                    <a:pt x="118997" y="236383"/>
                  </a:lnTo>
                  <a:lnTo>
                    <a:pt x="119669" y="235988"/>
                  </a:lnTo>
                  <a:lnTo>
                    <a:pt x="122845" y="235950"/>
                  </a:lnTo>
                  <a:lnTo>
                    <a:pt x="124191" y="236657"/>
                  </a:lnTo>
                  <a:lnTo>
                    <a:pt x="125390" y="238120"/>
                  </a:lnTo>
                  <a:lnTo>
                    <a:pt x="126447" y="239961"/>
                  </a:lnTo>
                  <a:lnTo>
                    <a:pt x="130311" y="251657"/>
                  </a:lnTo>
                  <a:lnTo>
                    <a:pt x="132081" y="258112"/>
                  </a:lnTo>
                  <a:lnTo>
                    <a:pt x="132220" y="259719"/>
                  </a:lnTo>
                  <a:lnTo>
                    <a:pt x="132252" y="261390"/>
                  </a:lnTo>
                  <a:lnTo>
                    <a:pt x="131951" y="262683"/>
                  </a:lnTo>
                  <a:lnTo>
                    <a:pt x="130340" y="267089"/>
                  </a:lnTo>
                  <a:lnTo>
                    <a:pt x="130140" y="268307"/>
                  </a:lnTo>
                  <a:lnTo>
                    <a:pt x="129636" y="273106"/>
                  </a:lnTo>
                  <a:lnTo>
                    <a:pt x="129731" y="276560"/>
                  </a:lnTo>
                  <a:lnTo>
                    <a:pt x="130267" y="278012"/>
                  </a:lnTo>
                  <a:lnTo>
                    <a:pt x="130693" y="279587"/>
                  </a:lnTo>
                  <a:lnTo>
                    <a:pt x="130660" y="281016"/>
                  </a:lnTo>
                  <a:lnTo>
                    <a:pt x="129598" y="288120"/>
                  </a:lnTo>
                  <a:lnTo>
                    <a:pt x="129486" y="289335"/>
                  </a:lnTo>
                  <a:lnTo>
                    <a:pt x="130157" y="300889"/>
                  </a:lnTo>
                  <a:lnTo>
                    <a:pt x="130206" y="304017"/>
                  </a:lnTo>
                  <a:lnTo>
                    <a:pt x="130069" y="307973"/>
                  </a:lnTo>
                  <a:lnTo>
                    <a:pt x="130166" y="314353"/>
                  </a:lnTo>
                  <a:lnTo>
                    <a:pt x="129299" y="334062"/>
                  </a:lnTo>
                  <a:lnTo>
                    <a:pt x="129136" y="335240"/>
                  </a:lnTo>
                  <a:lnTo>
                    <a:pt x="128473" y="338249"/>
                  </a:lnTo>
                  <a:lnTo>
                    <a:pt x="127599" y="338229"/>
                  </a:lnTo>
                  <a:lnTo>
                    <a:pt x="126892" y="337698"/>
                  </a:lnTo>
                  <a:lnTo>
                    <a:pt x="126397" y="336547"/>
                  </a:lnTo>
                  <a:lnTo>
                    <a:pt x="126124" y="335119"/>
                  </a:lnTo>
                  <a:lnTo>
                    <a:pt x="125723" y="333950"/>
                  </a:lnTo>
                  <a:lnTo>
                    <a:pt x="123612" y="330308"/>
                  </a:lnTo>
                  <a:lnTo>
                    <a:pt x="123058" y="330914"/>
                  </a:lnTo>
                  <a:lnTo>
                    <a:pt x="120915" y="335430"/>
                  </a:lnTo>
                  <a:lnTo>
                    <a:pt x="120345" y="336100"/>
                  </a:lnTo>
                  <a:lnTo>
                    <a:pt x="119629" y="335549"/>
                  </a:lnTo>
                  <a:lnTo>
                    <a:pt x="118503" y="334198"/>
                  </a:lnTo>
                  <a:lnTo>
                    <a:pt x="114960" y="329448"/>
                  </a:lnTo>
                  <a:lnTo>
                    <a:pt x="114743" y="330966"/>
                  </a:lnTo>
                  <a:lnTo>
                    <a:pt x="114700" y="333026"/>
                  </a:lnTo>
                  <a:lnTo>
                    <a:pt x="115404" y="338189"/>
                  </a:lnTo>
                  <a:lnTo>
                    <a:pt x="115502" y="340448"/>
                  </a:lnTo>
                  <a:lnTo>
                    <a:pt x="114857" y="340899"/>
                  </a:lnTo>
                  <a:lnTo>
                    <a:pt x="114497" y="340800"/>
                  </a:lnTo>
                  <a:lnTo>
                    <a:pt x="113026" y="337802"/>
                  </a:lnTo>
                  <a:lnTo>
                    <a:pt x="111670" y="334481"/>
                  </a:lnTo>
                  <a:lnTo>
                    <a:pt x="110127" y="329994"/>
                  </a:lnTo>
                  <a:lnTo>
                    <a:pt x="109000" y="327858"/>
                  </a:lnTo>
                  <a:lnTo>
                    <a:pt x="107980" y="325475"/>
                  </a:lnTo>
                  <a:lnTo>
                    <a:pt x="105112" y="316422"/>
                  </a:lnTo>
                  <a:lnTo>
                    <a:pt x="104367" y="315040"/>
                  </a:lnTo>
                  <a:lnTo>
                    <a:pt x="99923" y="308646"/>
                  </a:lnTo>
                  <a:lnTo>
                    <a:pt x="99027" y="307134"/>
                  </a:lnTo>
                  <a:lnTo>
                    <a:pt x="97890" y="304487"/>
                  </a:lnTo>
                  <a:lnTo>
                    <a:pt x="96669" y="302138"/>
                  </a:lnTo>
                  <a:lnTo>
                    <a:pt x="93991" y="298430"/>
                  </a:lnTo>
                  <a:lnTo>
                    <a:pt x="89345" y="289017"/>
                  </a:lnTo>
                  <a:lnTo>
                    <a:pt x="87325" y="283613"/>
                  </a:lnTo>
                  <a:lnTo>
                    <a:pt x="85079" y="274904"/>
                  </a:lnTo>
                  <a:lnTo>
                    <a:pt x="84346" y="272679"/>
                  </a:lnTo>
                  <a:lnTo>
                    <a:pt x="80572" y="266143"/>
                  </a:lnTo>
                  <a:lnTo>
                    <a:pt x="78514" y="262184"/>
                  </a:lnTo>
                  <a:lnTo>
                    <a:pt x="77656" y="259907"/>
                  </a:lnTo>
                  <a:lnTo>
                    <a:pt x="75653" y="251983"/>
                  </a:lnTo>
                  <a:lnTo>
                    <a:pt x="75067" y="249314"/>
                  </a:lnTo>
                  <a:lnTo>
                    <a:pt x="74330" y="246956"/>
                  </a:lnTo>
                  <a:lnTo>
                    <a:pt x="73118" y="245043"/>
                  </a:lnTo>
                  <a:lnTo>
                    <a:pt x="72049" y="242792"/>
                  </a:lnTo>
                  <a:lnTo>
                    <a:pt x="69927" y="235624"/>
                  </a:lnTo>
                  <a:lnTo>
                    <a:pt x="69258" y="232767"/>
                  </a:lnTo>
                  <a:lnTo>
                    <a:pt x="68752" y="229677"/>
                  </a:lnTo>
                  <a:lnTo>
                    <a:pt x="68841" y="223479"/>
                  </a:lnTo>
                  <a:lnTo>
                    <a:pt x="64346" y="204713"/>
                  </a:lnTo>
                  <a:lnTo>
                    <a:pt x="63218" y="198867"/>
                  </a:lnTo>
                  <a:lnTo>
                    <a:pt x="62173" y="190752"/>
                  </a:lnTo>
                  <a:lnTo>
                    <a:pt x="61940" y="189930"/>
                  </a:lnTo>
                  <a:lnTo>
                    <a:pt x="59488" y="182664"/>
                  </a:lnTo>
                  <a:lnTo>
                    <a:pt x="58621" y="180338"/>
                  </a:lnTo>
                  <a:lnTo>
                    <a:pt x="57572" y="178151"/>
                  </a:lnTo>
                  <a:lnTo>
                    <a:pt x="56712" y="175597"/>
                  </a:lnTo>
                  <a:lnTo>
                    <a:pt x="55020" y="167299"/>
                  </a:lnTo>
                  <a:lnTo>
                    <a:pt x="54393" y="164994"/>
                  </a:lnTo>
                  <a:lnTo>
                    <a:pt x="53514" y="163298"/>
                  </a:lnTo>
                  <a:lnTo>
                    <a:pt x="50307" y="160162"/>
                  </a:lnTo>
                  <a:lnTo>
                    <a:pt x="49111" y="158413"/>
                  </a:lnTo>
                  <a:lnTo>
                    <a:pt x="48170" y="155931"/>
                  </a:lnTo>
                  <a:lnTo>
                    <a:pt x="47591" y="152764"/>
                  </a:lnTo>
                  <a:lnTo>
                    <a:pt x="46956" y="146044"/>
                  </a:lnTo>
                  <a:lnTo>
                    <a:pt x="45444" y="135833"/>
                  </a:lnTo>
                  <a:lnTo>
                    <a:pt x="43748" y="122161"/>
                  </a:lnTo>
                  <a:lnTo>
                    <a:pt x="42605" y="116034"/>
                  </a:lnTo>
                  <a:lnTo>
                    <a:pt x="41298" y="111228"/>
                  </a:lnTo>
                  <a:lnTo>
                    <a:pt x="40920" y="110119"/>
                  </a:lnTo>
                  <a:lnTo>
                    <a:pt x="35097" y="101463"/>
                  </a:lnTo>
                  <a:lnTo>
                    <a:pt x="34105" y="100189"/>
                  </a:lnTo>
                  <a:lnTo>
                    <a:pt x="33050" y="99420"/>
                  </a:lnTo>
                  <a:lnTo>
                    <a:pt x="31545" y="98869"/>
                  </a:lnTo>
                  <a:lnTo>
                    <a:pt x="30396" y="96633"/>
                  </a:lnTo>
                  <a:lnTo>
                    <a:pt x="29924" y="92622"/>
                  </a:lnTo>
                  <a:lnTo>
                    <a:pt x="29663" y="87240"/>
                  </a:lnTo>
                  <a:lnTo>
                    <a:pt x="29373" y="84028"/>
                  </a:lnTo>
                  <a:lnTo>
                    <a:pt x="29056" y="82212"/>
                  </a:lnTo>
                  <a:lnTo>
                    <a:pt x="26624" y="78408"/>
                  </a:lnTo>
                  <a:lnTo>
                    <a:pt x="25672" y="75402"/>
                  </a:lnTo>
                  <a:lnTo>
                    <a:pt x="24877" y="72093"/>
                  </a:lnTo>
                  <a:lnTo>
                    <a:pt x="24151" y="69531"/>
                  </a:lnTo>
                  <a:lnTo>
                    <a:pt x="21477" y="60683"/>
                  </a:lnTo>
                  <a:lnTo>
                    <a:pt x="20563" y="58362"/>
                  </a:lnTo>
                  <a:lnTo>
                    <a:pt x="19430" y="56741"/>
                  </a:lnTo>
                  <a:lnTo>
                    <a:pt x="16071" y="55026"/>
                  </a:lnTo>
                  <a:lnTo>
                    <a:pt x="15088" y="53557"/>
                  </a:lnTo>
                  <a:lnTo>
                    <a:pt x="13457" y="48533"/>
                  </a:lnTo>
                  <a:lnTo>
                    <a:pt x="12472" y="45979"/>
                  </a:lnTo>
                  <a:lnTo>
                    <a:pt x="9522" y="40350"/>
                  </a:lnTo>
                  <a:lnTo>
                    <a:pt x="4533" y="28569"/>
                  </a:lnTo>
                  <a:lnTo>
                    <a:pt x="3510" y="25631"/>
                  </a:lnTo>
                  <a:lnTo>
                    <a:pt x="2745" y="22568"/>
                  </a:lnTo>
                  <a:lnTo>
                    <a:pt x="2127" y="19284"/>
                  </a:lnTo>
                  <a:lnTo>
                    <a:pt x="0" y="10187"/>
                  </a:lnTo>
                  <a:lnTo>
                    <a:pt x="171" y="8349"/>
                  </a:lnTo>
                  <a:lnTo>
                    <a:pt x="492" y="6442"/>
                  </a:lnTo>
                  <a:lnTo>
                    <a:pt x="442" y="4860"/>
                  </a:lnTo>
                  <a:lnTo>
                    <a:pt x="209" y="3301"/>
                  </a:lnTo>
                  <a:lnTo>
                    <a:pt x="258" y="1891"/>
                  </a:lnTo>
                  <a:lnTo>
                    <a:pt x="888" y="1061"/>
                  </a:lnTo>
                  <a:lnTo>
                    <a:pt x="2308" y="0"/>
                  </a:lnTo>
                  <a:lnTo>
                    <a:pt x="3782" y="124"/>
                  </a:lnTo>
                  <a:lnTo>
                    <a:pt x="5146" y="582"/>
                  </a:lnTo>
                  <a:lnTo>
                    <a:pt x="6467" y="1463"/>
                  </a:lnTo>
                  <a:lnTo>
                    <a:pt x="7734" y="3377"/>
                  </a:lnTo>
                  <a:lnTo>
                    <a:pt x="10002" y="8203"/>
                  </a:lnTo>
                  <a:lnTo>
                    <a:pt x="11293" y="9884"/>
                  </a:lnTo>
                  <a:lnTo>
                    <a:pt x="12726" y="10691"/>
                  </a:lnTo>
                  <a:close/>
                </a:path>
              </a:pathLst>
            </a:custGeom>
            <a:solidFill>
              <a:srgbClr val="EEF5E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8" name="pg827"/>
            <p:cNvSpPr/>
            <p:nvPr/>
          </p:nvSpPr>
          <p:spPr>
            <a:xfrm>
              <a:off x="4494165" y="3459523"/>
              <a:ext cx="1807" cy="3631"/>
            </a:xfrm>
            <a:custGeom>
              <a:avLst/>
              <a:pathLst>
                <a:path w="1807" h="3631">
                  <a:moveTo>
                    <a:pt x="1760" y="2796"/>
                  </a:moveTo>
                  <a:lnTo>
                    <a:pt x="1522" y="3631"/>
                  </a:lnTo>
                  <a:lnTo>
                    <a:pt x="798" y="3205"/>
                  </a:lnTo>
                  <a:lnTo>
                    <a:pt x="0" y="517"/>
                  </a:lnTo>
                  <a:lnTo>
                    <a:pt x="296" y="0"/>
                  </a:lnTo>
                  <a:lnTo>
                    <a:pt x="790" y="274"/>
                  </a:lnTo>
                  <a:lnTo>
                    <a:pt x="1724" y="894"/>
                  </a:lnTo>
                  <a:lnTo>
                    <a:pt x="1807" y="1901"/>
                  </a:lnTo>
                  <a:close/>
                </a:path>
              </a:pathLst>
            </a:custGeom>
            <a:solidFill>
              <a:srgbClr val="EEF5E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9" name="pg828"/>
            <p:cNvSpPr/>
            <p:nvPr/>
          </p:nvSpPr>
          <p:spPr>
            <a:xfrm>
              <a:off x="3275406" y="2026390"/>
              <a:ext cx="5452" cy="10297"/>
            </a:xfrm>
            <a:custGeom>
              <a:avLst/>
              <a:pathLst>
                <a:path w="5452" h="10297">
                  <a:moveTo>
                    <a:pt x="4549" y="6554"/>
                  </a:moveTo>
                  <a:lnTo>
                    <a:pt x="2085" y="10297"/>
                  </a:lnTo>
                  <a:lnTo>
                    <a:pt x="1087" y="9625"/>
                  </a:lnTo>
                  <a:lnTo>
                    <a:pt x="238" y="9979"/>
                  </a:lnTo>
                  <a:lnTo>
                    <a:pt x="0" y="9873"/>
                  </a:lnTo>
                  <a:lnTo>
                    <a:pt x="484" y="8521"/>
                  </a:lnTo>
                  <a:lnTo>
                    <a:pt x="1055" y="5386"/>
                  </a:lnTo>
                  <a:lnTo>
                    <a:pt x="2078" y="4143"/>
                  </a:lnTo>
                  <a:lnTo>
                    <a:pt x="3372" y="900"/>
                  </a:lnTo>
                  <a:lnTo>
                    <a:pt x="4395" y="0"/>
                  </a:lnTo>
                  <a:lnTo>
                    <a:pt x="4750" y="125"/>
                  </a:lnTo>
                  <a:lnTo>
                    <a:pt x="4974" y="431"/>
                  </a:lnTo>
                  <a:lnTo>
                    <a:pt x="5452" y="4080"/>
                  </a:lnTo>
                  <a:lnTo>
                    <a:pt x="4790" y="5371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0" name="pg829"/>
            <p:cNvSpPr/>
            <p:nvPr/>
          </p:nvSpPr>
          <p:spPr>
            <a:xfrm>
              <a:off x="4475136" y="3420235"/>
              <a:ext cx="3330" cy="14418"/>
            </a:xfrm>
            <a:custGeom>
              <a:avLst/>
              <a:pathLst>
                <a:path w="3330" h="14418">
                  <a:moveTo>
                    <a:pt x="2848" y="11984"/>
                  </a:moveTo>
                  <a:lnTo>
                    <a:pt x="2101" y="14418"/>
                  </a:lnTo>
                  <a:lnTo>
                    <a:pt x="645" y="6971"/>
                  </a:lnTo>
                  <a:lnTo>
                    <a:pt x="20" y="6517"/>
                  </a:lnTo>
                  <a:lnTo>
                    <a:pt x="0" y="2966"/>
                  </a:lnTo>
                  <a:lnTo>
                    <a:pt x="339" y="1566"/>
                  </a:lnTo>
                  <a:lnTo>
                    <a:pt x="2024" y="0"/>
                  </a:lnTo>
                  <a:lnTo>
                    <a:pt x="2469" y="880"/>
                  </a:lnTo>
                  <a:lnTo>
                    <a:pt x="3330" y="7775"/>
                  </a:lnTo>
                  <a:close/>
                </a:path>
              </a:pathLst>
            </a:custGeom>
            <a:solidFill>
              <a:srgbClr val="DCEBD8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1" name="pg830"/>
            <p:cNvSpPr/>
            <p:nvPr/>
          </p:nvSpPr>
          <p:spPr>
            <a:xfrm>
              <a:off x="4474416" y="3415094"/>
              <a:ext cx="1661" cy="4394"/>
            </a:xfrm>
            <a:custGeom>
              <a:avLst/>
              <a:pathLst>
                <a:path w="1661" h="4394">
                  <a:moveTo>
                    <a:pt x="1661" y="1598"/>
                  </a:moveTo>
                  <a:lnTo>
                    <a:pt x="502" y="4394"/>
                  </a:lnTo>
                  <a:lnTo>
                    <a:pt x="0" y="2713"/>
                  </a:lnTo>
                  <a:lnTo>
                    <a:pt x="207" y="1551"/>
                  </a:lnTo>
                  <a:lnTo>
                    <a:pt x="699" y="906"/>
                  </a:lnTo>
                  <a:lnTo>
                    <a:pt x="1160" y="0"/>
                  </a:lnTo>
                  <a:close/>
                </a:path>
              </a:pathLst>
            </a:custGeom>
            <a:solidFill>
              <a:srgbClr val="DCEBD8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2" name="pg831"/>
            <p:cNvSpPr/>
            <p:nvPr/>
          </p:nvSpPr>
          <p:spPr>
            <a:xfrm>
              <a:off x="4470908" y="3397148"/>
              <a:ext cx="1681" cy="4176"/>
            </a:xfrm>
            <a:custGeom>
              <a:avLst/>
              <a:pathLst>
                <a:path w="1681" h="4176">
                  <a:moveTo>
                    <a:pt x="1623" y="4139"/>
                  </a:moveTo>
                  <a:lnTo>
                    <a:pt x="678" y="4176"/>
                  </a:lnTo>
                  <a:lnTo>
                    <a:pt x="397" y="2913"/>
                  </a:lnTo>
                  <a:lnTo>
                    <a:pt x="0" y="1592"/>
                  </a:lnTo>
                  <a:lnTo>
                    <a:pt x="305" y="324"/>
                  </a:lnTo>
                  <a:lnTo>
                    <a:pt x="805" y="0"/>
                  </a:lnTo>
                  <a:lnTo>
                    <a:pt x="1515" y="2054"/>
                  </a:lnTo>
                  <a:lnTo>
                    <a:pt x="1681" y="3510"/>
                  </a:lnTo>
                  <a:close/>
                </a:path>
              </a:pathLst>
            </a:custGeom>
            <a:solidFill>
              <a:srgbClr val="DCEBD8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3" name="pg832"/>
            <p:cNvSpPr/>
            <p:nvPr/>
          </p:nvSpPr>
          <p:spPr>
            <a:xfrm>
              <a:off x="4472700" y="3391039"/>
              <a:ext cx="980" cy="6064"/>
            </a:xfrm>
            <a:custGeom>
              <a:avLst/>
              <a:pathLst>
                <a:path w="980" h="6064">
                  <a:moveTo>
                    <a:pt x="980" y="4964"/>
                  </a:moveTo>
                  <a:lnTo>
                    <a:pt x="409" y="6064"/>
                  </a:lnTo>
                  <a:lnTo>
                    <a:pt x="265" y="5915"/>
                  </a:lnTo>
                  <a:lnTo>
                    <a:pt x="186" y="5081"/>
                  </a:lnTo>
                  <a:lnTo>
                    <a:pt x="161" y="4491"/>
                  </a:lnTo>
                  <a:lnTo>
                    <a:pt x="58" y="3429"/>
                  </a:lnTo>
                  <a:lnTo>
                    <a:pt x="0" y="1559"/>
                  </a:lnTo>
                  <a:lnTo>
                    <a:pt x="458" y="0"/>
                  </a:lnTo>
                  <a:lnTo>
                    <a:pt x="916" y="321"/>
                  </a:lnTo>
                  <a:lnTo>
                    <a:pt x="672" y="1917"/>
                  </a:lnTo>
                  <a:close/>
                </a:path>
              </a:pathLst>
            </a:custGeom>
            <a:solidFill>
              <a:srgbClr val="DCEBD8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4" name="pg833"/>
            <p:cNvSpPr/>
            <p:nvPr/>
          </p:nvSpPr>
          <p:spPr>
            <a:xfrm>
              <a:off x="4223679" y="3388325"/>
              <a:ext cx="733" cy="1861"/>
            </a:xfrm>
            <a:custGeom>
              <a:avLst/>
              <a:pathLst>
                <a:path w="733" h="1861">
                  <a:moveTo>
                    <a:pt x="535" y="1400"/>
                  </a:moveTo>
                  <a:lnTo>
                    <a:pt x="364" y="1767"/>
                  </a:lnTo>
                  <a:lnTo>
                    <a:pt x="61" y="1861"/>
                  </a:lnTo>
                  <a:lnTo>
                    <a:pt x="0" y="1494"/>
                  </a:lnTo>
                  <a:lnTo>
                    <a:pt x="32" y="1217"/>
                  </a:lnTo>
                  <a:lnTo>
                    <a:pt x="189" y="1526"/>
                  </a:lnTo>
                  <a:lnTo>
                    <a:pt x="395" y="1239"/>
                  </a:lnTo>
                  <a:lnTo>
                    <a:pt x="630" y="300"/>
                  </a:lnTo>
                  <a:lnTo>
                    <a:pt x="683" y="0"/>
                  </a:lnTo>
                  <a:lnTo>
                    <a:pt x="733" y="161"/>
                  </a:lnTo>
                  <a:lnTo>
                    <a:pt x="686" y="692"/>
                  </a:lnTo>
                  <a:close/>
                </a:path>
              </a:pathLst>
            </a:custGeom>
            <a:solidFill>
              <a:srgbClr val="DCEBD8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5" name="pg834"/>
            <p:cNvSpPr/>
            <p:nvPr/>
          </p:nvSpPr>
          <p:spPr>
            <a:xfrm>
              <a:off x="4467920" y="3387354"/>
              <a:ext cx="1296" cy="4057"/>
            </a:xfrm>
            <a:custGeom>
              <a:avLst/>
              <a:pathLst>
                <a:path w="1296" h="4057">
                  <a:moveTo>
                    <a:pt x="931" y="2950"/>
                  </a:moveTo>
                  <a:lnTo>
                    <a:pt x="1296" y="4057"/>
                  </a:lnTo>
                  <a:lnTo>
                    <a:pt x="621" y="3866"/>
                  </a:lnTo>
                  <a:lnTo>
                    <a:pt x="0" y="2198"/>
                  </a:lnTo>
                  <a:lnTo>
                    <a:pt x="161" y="634"/>
                  </a:lnTo>
                  <a:lnTo>
                    <a:pt x="398" y="0"/>
                  </a:lnTo>
                  <a:close/>
                </a:path>
              </a:pathLst>
            </a:custGeom>
            <a:solidFill>
              <a:srgbClr val="DCEBD8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6" name="pg835"/>
            <p:cNvSpPr/>
            <p:nvPr/>
          </p:nvSpPr>
          <p:spPr>
            <a:xfrm>
              <a:off x="4463643" y="3360922"/>
              <a:ext cx="1169" cy="3337"/>
            </a:xfrm>
            <a:custGeom>
              <a:avLst/>
              <a:pathLst>
                <a:path w="1169" h="3337">
                  <a:moveTo>
                    <a:pt x="904" y="3168"/>
                  </a:moveTo>
                  <a:lnTo>
                    <a:pt x="368" y="3337"/>
                  </a:lnTo>
                  <a:lnTo>
                    <a:pt x="40" y="2328"/>
                  </a:lnTo>
                  <a:lnTo>
                    <a:pt x="0" y="1152"/>
                  </a:lnTo>
                  <a:lnTo>
                    <a:pt x="308" y="390"/>
                  </a:lnTo>
                  <a:lnTo>
                    <a:pt x="595" y="0"/>
                  </a:lnTo>
                  <a:lnTo>
                    <a:pt x="883" y="99"/>
                  </a:lnTo>
                  <a:lnTo>
                    <a:pt x="1169" y="2083"/>
                  </a:lnTo>
                  <a:close/>
                </a:path>
              </a:pathLst>
            </a:custGeom>
            <a:solidFill>
              <a:srgbClr val="DCEBD8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7" name="pg836"/>
            <p:cNvSpPr/>
            <p:nvPr/>
          </p:nvSpPr>
          <p:spPr>
            <a:xfrm>
              <a:off x="4459250" y="3312060"/>
              <a:ext cx="2699" cy="11131"/>
            </a:xfrm>
            <a:custGeom>
              <a:avLst/>
              <a:pathLst>
                <a:path w="2699" h="11131">
                  <a:moveTo>
                    <a:pt x="1828" y="10122"/>
                  </a:moveTo>
                  <a:lnTo>
                    <a:pt x="1460" y="11131"/>
                  </a:lnTo>
                  <a:lnTo>
                    <a:pt x="203" y="10343"/>
                  </a:lnTo>
                  <a:lnTo>
                    <a:pt x="296" y="7294"/>
                  </a:lnTo>
                  <a:lnTo>
                    <a:pt x="0" y="4324"/>
                  </a:lnTo>
                  <a:lnTo>
                    <a:pt x="217" y="3071"/>
                  </a:lnTo>
                  <a:lnTo>
                    <a:pt x="1158" y="943"/>
                  </a:lnTo>
                  <a:lnTo>
                    <a:pt x="1919" y="0"/>
                  </a:lnTo>
                  <a:lnTo>
                    <a:pt x="2451" y="2885"/>
                  </a:lnTo>
                  <a:lnTo>
                    <a:pt x="2699" y="5709"/>
                  </a:lnTo>
                  <a:close/>
                </a:path>
              </a:pathLst>
            </a:custGeom>
            <a:solidFill>
              <a:srgbClr val="DCEBD8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8" name="pg837"/>
            <p:cNvSpPr/>
            <p:nvPr/>
          </p:nvSpPr>
          <p:spPr>
            <a:xfrm>
              <a:off x="4220620" y="3301334"/>
              <a:ext cx="285" cy="1901"/>
            </a:xfrm>
            <a:custGeom>
              <a:avLst/>
              <a:pathLst>
                <a:path w="285" h="1901">
                  <a:moveTo>
                    <a:pt x="96" y="1712"/>
                  </a:moveTo>
                  <a:lnTo>
                    <a:pt x="7" y="1901"/>
                  </a:lnTo>
                  <a:lnTo>
                    <a:pt x="0" y="1364"/>
                  </a:lnTo>
                  <a:lnTo>
                    <a:pt x="114" y="506"/>
                  </a:lnTo>
                  <a:lnTo>
                    <a:pt x="285" y="0"/>
                  </a:lnTo>
                  <a:lnTo>
                    <a:pt x="248" y="558"/>
                  </a:lnTo>
                  <a:lnTo>
                    <a:pt x="188" y="1315"/>
                  </a:lnTo>
                  <a:close/>
                </a:path>
              </a:pathLst>
            </a:custGeom>
            <a:solidFill>
              <a:srgbClr val="DCEBD8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9" name="pg838"/>
            <p:cNvSpPr/>
            <p:nvPr/>
          </p:nvSpPr>
          <p:spPr>
            <a:xfrm>
              <a:off x="4462210" y="3293986"/>
              <a:ext cx="1187" cy="4367"/>
            </a:xfrm>
            <a:custGeom>
              <a:avLst/>
              <a:pathLst>
                <a:path w="1187" h="4367">
                  <a:moveTo>
                    <a:pt x="1187" y="3781"/>
                  </a:moveTo>
                  <a:lnTo>
                    <a:pt x="595" y="4367"/>
                  </a:lnTo>
                  <a:lnTo>
                    <a:pt x="0" y="3625"/>
                  </a:lnTo>
                  <a:lnTo>
                    <a:pt x="465" y="2434"/>
                  </a:lnTo>
                  <a:lnTo>
                    <a:pt x="542" y="0"/>
                  </a:lnTo>
                  <a:lnTo>
                    <a:pt x="1149" y="1350"/>
                  </a:lnTo>
                  <a:lnTo>
                    <a:pt x="1115" y="2892"/>
                  </a:lnTo>
                  <a:close/>
                </a:path>
              </a:pathLst>
            </a:custGeom>
            <a:solidFill>
              <a:srgbClr val="DCEBD8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0" name="pg839"/>
            <p:cNvSpPr/>
            <p:nvPr/>
          </p:nvSpPr>
          <p:spPr>
            <a:xfrm>
              <a:off x="4466593" y="3278394"/>
              <a:ext cx="1300" cy="4060"/>
            </a:xfrm>
            <a:custGeom>
              <a:avLst/>
              <a:pathLst>
                <a:path w="1300" h="4060">
                  <a:moveTo>
                    <a:pt x="755" y="0"/>
                  </a:moveTo>
                  <a:lnTo>
                    <a:pt x="1300" y="4060"/>
                  </a:lnTo>
                  <a:lnTo>
                    <a:pt x="321" y="2285"/>
                  </a:lnTo>
                  <a:lnTo>
                    <a:pt x="0" y="1015"/>
                  </a:lnTo>
                  <a:lnTo>
                    <a:pt x="492" y="148"/>
                  </a:lnTo>
                  <a:close/>
                </a:path>
              </a:pathLst>
            </a:custGeom>
            <a:solidFill>
              <a:srgbClr val="DCEBD8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1" name="pg840"/>
            <p:cNvSpPr/>
            <p:nvPr/>
          </p:nvSpPr>
          <p:spPr>
            <a:xfrm>
              <a:off x="4463234" y="3251068"/>
              <a:ext cx="623" cy="4775"/>
            </a:xfrm>
            <a:custGeom>
              <a:avLst/>
              <a:pathLst>
                <a:path w="623" h="4775">
                  <a:moveTo>
                    <a:pt x="461" y="2856"/>
                  </a:moveTo>
                  <a:lnTo>
                    <a:pt x="73" y="4775"/>
                  </a:lnTo>
                  <a:lnTo>
                    <a:pt x="0" y="659"/>
                  </a:lnTo>
                  <a:lnTo>
                    <a:pt x="179" y="141"/>
                  </a:lnTo>
                  <a:lnTo>
                    <a:pt x="377" y="0"/>
                  </a:lnTo>
                  <a:lnTo>
                    <a:pt x="623" y="385"/>
                  </a:lnTo>
                  <a:close/>
                </a:path>
              </a:pathLst>
            </a:custGeom>
            <a:solidFill>
              <a:srgbClr val="DCEBD8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2" name="pg841"/>
            <p:cNvSpPr/>
            <p:nvPr/>
          </p:nvSpPr>
          <p:spPr>
            <a:xfrm>
              <a:off x="4461457" y="3233815"/>
              <a:ext cx="6614" cy="60070"/>
            </a:xfrm>
            <a:custGeom>
              <a:avLst/>
              <a:pathLst>
                <a:path w="6614" h="60070">
                  <a:moveTo>
                    <a:pt x="2301" y="59375"/>
                  </a:moveTo>
                  <a:lnTo>
                    <a:pt x="2033" y="60070"/>
                  </a:lnTo>
                  <a:lnTo>
                    <a:pt x="1638" y="59297"/>
                  </a:lnTo>
                  <a:lnTo>
                    <a:pt x="508" y="53993"/>
                  </a:lnTo>
                  <a:lnTo>
                    <a:pt x="314" y="50588"/>
                  </a:lnTo>
                  <a:lnTo>
                    <a:pt x="0" y="49408"/>
                  </a:lnTo>
                  <a:lnTo>
                    <a:pt x="397" y="47719"/>
                  </a:lnTo>
                  <a:lnTo>
                    <a:pt x="897" y="47158"/>
                  </a:lnTo>
                  <a:lnTo>
                    <a:pt x="1193" y="45257"/>
                  </a:lnTo>
                  <a:lnTo>
                    <a:pt x="1300" y="42351"/>
                  </a:lnTo>
                  <a:lnTo>
                    <a:pt x="1737" y="39982"/>
                  </a:lnTo>
                  <a:lnTo>
                    <a:pt x="1960" y="39322"/>
                  </a:lnTo>
                  <a:lnTo>
                    <a:pt x="2868" y="39296"/>
                  </a:lnTo>
                  <a:lnTo>
                    <a:pt x="3100" y="38995"/>
                  </a:lnTo>
                  <a:lnTo>
                    <a:pt x="2970" y="36727"/>
                  </a:lnTo>
                  <a:lnTo>
                    <a:pt x="2439" y="35740"/>
                  </a:lnTo>
                  <a:lnTo>
                    <a:pt x="2255" y="35108"/>
                  </a:lnTo>
                  <a:lnTo>
                    <a:pt x="2276" y="29673"/>
                  </a:lnTo>
                  <a:lnTo>
                    <a:pt x="2414" y="27475"/>
                  </a:lnTo>
                  <a:lnTo>
                    <a:pt x="2745" y="25895"/>
                  </a:lnTo>
                  <a:lnTo>
                    <a:pt x="2512" y="22629"/>
                  </a:lnTo>
                  <a:lnTo>
                    <a:pt x="2671" y="21410"/>
                  </a:lnTo>
                  <a:lnTo>
                    <a:pt x="3328" y="19695"/>
                  </a:lnTo>
                  <a:lnTo>
                    <a:pt x="3619" y="16039"/>
                  </a:lnTo>
                  <a:lnTo>
                    <a:pt x="3352" y="14947"/>
                  </a:lnTo>
                  <a:lnTo>
                    <a:pt x="3976" y="9304"/>
                  </a:lnTo>
                  <a:lnTo>
                    <a:pt x="3941" y="5536"/>
                  </a:lnTo>
                  <a:lnTo>
                    <a:pt x="4761" y="1761"/>
                  </a:lnTo>
                  <a:lnTo>
                    <a:pt x="6038" y="47"/>
                  </a:lnTo>
                  <a:lnTo>
                    <a:pt x="6439" y="0"/>
                  </a:lnTo>
                  <a:lnTo>
                    <a:pt x="6493" y="3220"/>
                  </a:lnTo>
                  <a:lnTo>
                    <a:pt x="6614" y="4277"/>
                  </a:lnTo>
                  <a:lnTo>
                    <a:pt x="5875" y="6183"/>
                  </a:lnTo>
                  <a:lnTo>
                    <a:pt x="6580" y="8668"/>
                  </a:lnTo>
                  <a:lnTo>
                    <a:pt x="6486" y="9570"/>
                  </a:lnTo>
                  <a:lnTo>
                    <a:pt x="6204" y="11541"/>
                  </a:lnTo>
                  <a:lnTo>
                    <a:pt x="5737" y="13477"/>
                  </a:lnTo>
                  <a:lnTo>
                    <a:pt x="5087" y="14270"/>
                  </a:lnTo>
                  <a:lnTo>
                    <a:pt x="4583" y="16850"/>
                  </a:lnTo>
                  <a:lnTo>
                    <a:pt x="4294" y="17823"/>
                  </a:lnTo>
                  <a:lnTo>
                    <a:pt x="5254" y="20535"/>
                  </a:lnTo>
                  <a:lnTo>
                    <a:pt x="5561" y="29753"/>
                  </a:lnTo>
                  <a:lnTo>
                    <a:pt x="4859" y="32278"/>
                  </a:lnTo>
                  <a:lnTo>
                    <a:pt x="4019" y="32782"/>
                  </a:lnTo>
                  <a:lnTo>
                    <a:pt x="4211" y="38931"/>
                  </a:lnTo>
                  <a:lnTo>
                    <a:pt x="4061" y="40305"/>
                  </a:lnTo>
                  <a:lnTo>
                    <a:pt x="3228" y="43325"/>
                  </a:lnTo>
                  <a:lnTo>
                    <a:pt x="3075" y="44642"/>
                  </a:lnTo>
                  <a:lnTo>
                    <a:pt x="2605" y="45880"/>
                  </a:lnTo>
                  <a:lnTo>
                    <a:pt x="2803" y="47427"/>
                  </a:lnTo>
                  <a:lnTo>
                    <a:pt x="3203" y="48103"/>
                  </a:lnTo>
                  <a:lnTo>
                    <a:pt x="3213" y="49370"/>
                  </a:lnTo>
                  <a:lnTo>
                    <a:pt x="2840" y="52621"/>
                  </a:lnTo>
                  <a:lnTo>
                    <a:pt x="2812" y="56329"/>
                  </a:lnTo>
                  <a:close/>
                </a:path>
              </a:pathLst>
            </a:custGeom>
            <a:solidFill>
              <a:srgbClr val="DCEBD8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3" name="pg842"/>
            <p:cNvSpPr/>
            <p:nvPr/>
          </p:nvSpPr>
          <p:spPr>
            <a:xfrm>
              <a:off x="4164468" y="2585292"/>
              <a:ext cx="355604" cy="810070"/>
            </a:xfrm>
            <a:custGeom>
              <a:avLst/>
              <a:pathLst>
                <a:path w="355604" h="810070">
                  <a:moveTo>
                    <a:pt x="117454" y="0"/>
                  </a:moveTo>
                  <a:lnTo>
                    <a:pt x="117556" y="243"/>
                  </a:lnTo>
                  <a:lnTo>
                    <a:pt x="118051" y="945"/>
                  </a:lnTo>
                  <a:lnTo>
                    <a:pt x="118580" y="1292"/>
                  </a:lnTo>
                  <a:lnTo>
                    <a:pt x="119201" y="624"/>
                  </a:lnTo>
                  <a:lnTo>
                    <a:pt x="119976" y="75"/>
                  </a:lnTo>
                  <a:lnTo>
                    <a:pt x="120380" y="383"/>
                  </a:lnTo>
                  <a:lnTo>
                    <a:pt x="120439" y="1281"/>
                  </a:lnTo>
                  <a:lnTo>
                    <a:pt x="119972" y="5491"/>
                  </a:lnTo>
                  <a:lnTo>
                    <a:pt x="120009" y="7143"/>
                  </a:lnTo>
                  <a:lnTo>
                    <a:pt x="120784" y="10574"/>
                  </a:lnTo>
                  <a:lnTo>
                    <a:pt x="121792" y="16142"/>
                  </a:lnTo>
                  <a:lnTo>
                    <a:pt x="122738" y="21362"/>
                  </a:lnTo>
                  <a:lnTo>
                    <a:pt x="123298" y="24787"/>
                  </a:lnTo>
                  <a:lnTo>
                    <a:pt x="123845" y="26191"/>
                  </a:lnTo>
                  <a:lnTo>
                    <a:pt x="126146" y="27622"/>
                  </a:lnTo>
                  <a:lnTo>
                    <a:pt x="128035" y="28798"/>
                  </a:lnTo>
                  <a:lnTo>
                    <a:pt x="129160" y="30726"/>
                  </a:lnTo>
                  <a:lnTo>
                    <a:pt x="130400" y="32576"/>
                  </a:lnTo>
                  <a:lnTo>
                    <a:pt x="131273" y="33710"/>
                  </a:lnTo>
                  <a:lnTo>
                    <a:pt x="131683" y="35167"/>
                  </a:lnTo>
                  <a:lnTo>
                    <a:pt x="131767" y="36483"/>
                  </a:lnTo>
                  <a:lnTo>
                    <a:pt x="131689" y="37366"/>
                  </a:lnTo>
                  <a:lnTo>
                    <a:pt x="131215" y="38526"/>
                  </a:lnTo>
                  <a:lnTo>
                    <a:pt x="129038" y="41518"/>
                  </a:lnTo>
                  <a:lnTo>
                    <a:pt x="128778" y="42468"/>
                  </a:lnTo>
                  <a:lnTo>
                    <a:pt x="128716" y="43714"/>
                  </a:lnTo>
                  <a:lnTo>
                    <a:pt x="129143" y="47431"/>
                  </a:lnTo>
                  <a:lnTo>
                    <a:pt x="129412" y="49760"/>
                  </a:lnTo>
                  <a:lnTo>
                    <a:pt x="129487" y="54442"/>
                  </a:lnTo>
                  <a:lnTo>
                    <a:pt x="129633" y="58893"/>
                  </a:lnTo>
                  <a:lnTo>
                    <a:pt x="130403" y="60920"/>
                  </a:lnTo>
                  <a:lnTo>
                    <a:pt x="131032" y="62230"/>
                  </a:lnTo>
                  <a:lnTo>
                    <a:pt x="131419" y="63419"/>
                  </a:lnTo>
                  <a:lnTo>
                    <a:pt x="132201" y="65046"/>
                  </a:lnTo>
                  <a:lnTo>
                    <a:pt x="132858" y="66260"/>
                  </a:lnTo>
                  <a:lnTo>
                    <a:pt x="133418" y="66973"/>
                  </a:lnTo>
                  <a:lnTo>
                    <a:pt x="133457" y="67189"/>
                  </a:lnTo>
                  <a:lnTo>
                    <a:pt x="133695" y="68578"/>
                  </a:lnTo>
                  <a:lnTo>
                    <a:pt x="133530" y="70464"/>
                  </a:lnTo>
                  <a:lnTo>
                    <a:pt x="133301" y="72106"/>
                  </a:lnTo>
                  <a:lnTo>
                    <a:pt x="133371" y="72989"/>
                  </a:lnTo>
                  <a:lnTo>
                    <a:pt x="133821" y="73615"/>
                  </a:lnTo>
                  <a:lnTo>
                    <a:pt x="134512" y="75253"/>
                  </a:lnTo>
                  <a:lnTo>
                    <a:pt x="134601" y="77652"/>
                  </a:lnTo>
                  <a:lnTo>
                    <a:pt x="134553" y="79302"/>
                  </a:lnTo>
                  <a:lnTo>
                    <a:pt x="134825" y="80786"/>
                  </a:lnTo>
                  <a:lnTo>
                    <a:pt x="134898" y="82432"/>
                  </a:lnTo>
                  <a:lnTo>
                    <a:pt x="134686" y="86542"/>
                  </a:lnTo>
                  <a:lnTo>
                    <a:pt x="134717" y="88210"/>
                  </a:lnTo>
                  <a:lnTo>
                    <a:pt x="134721" y="88401"/>
                  </a:lnTo>
                  <a:lnTo>
                    <a:pt x="134118" y="88515"/>
                  </a:lnTo>
                  <a:lnTo>
                    <a:pt x="133599" y="89149"/>
                  </a:lnTo>
                  <a:lnTo>
                    <a:pt x="132864" y="91737"/>
                  </a:lnTo>
                  <a:lnTo>
                    <a:pt x="132019" y="92418"/>
                  </a:lnTo>
                  <a:lnTo>
                    <a:pt x="131060" y="92623"/>
                  </a:lnTo>
                  <a:lnTo>
                    <a:pt x="130072" y="91035"/>
                  </a:lnTo>
                  <a:lnTo>
                    <a:pt x="129260" y="89377"/>
                  </a:lnTo>
                  <a:lnTo>
                    <a:pt x="129044" y="88455"/>
                  </a:lnTo>
                  <a:lnTo>
                    <a:pt x="128839" y="86708"/>
                  </a:lnTo>
                  <a:lnTo>
                    <a:pt x="128402" y="85566"/>
                  </a:lnTo>
                  <a:lnTo>
                    <a:pt x="127557" y="86100"/>
                  </a:lnTo>
                  <a:lnTo>
                    <a:pt x="126275" y="86341"/>
                  </a:lnTo>
                  <a:lnTo>
                    <a:pt x="124887" y="86728"/>
                  </a:lnTo>
                  <a:lnTo>
                    <a:pt x="124634" y="87111"/>
                  </a:lnTo>
                  <a:lnTo>
                    <a:pt x="124609" y="87846"/>
                  </a:lnTo>
                  <a:lnTo>
                    <a:pt x="124948" y="89417"/>
                  </a:lnTo>
                  <a:lnTo>
                    <a:pt x="125239" y="91466"/>
                  </a:lnTo>
                  <a:lnTo>
                    <a:pt x="125409" y="94333"/>
                  </a:lnTo>
                  <a:lnTo>
                    <a:pt x="125785" y="96227"/>
                  </a:lnTo>
                  <a:lnTo>
                    <a:pt x="125904" y="96832"/>
                  </a:lnTo>
                  <a:lnTo>
                    <a:pt x="128120" y="102527"/>
                  </a:lnTo>
                  <a:lnTo>
                    <a:pt x="128703" y="103687"/>
                  </a:lnTo>
                  <a:lnTo>
                    <a:pt x="128823" y="104450"/>
                  </a:lnTo>
                  <a:lnTo>
                    <a:pt x="128632" y="106528"/>
                  </a:lnTo>
                  <a:lnTo>
                    <a:pt x="128233" y="108954"/>
                  </a:lnTo>
                  <a:lnTo>
                    <a:pt x="128312" y="110879"/>
                  </a:lnTo>
                  <a:lnTo>
                    <a:pt x="129048" y="113007"/>
                  </a:lnTo>
                  <a:lnTo>
                    <a:pt x="129646" y="114493"/>
                  </a:lnTo>
                  <a:lnTo>
                    <a:pt x="129063" y="116496"/>
                  </a:lnTo>
                  <a:lnTo>
                    <a:pt x="128717" y="118815"/>
                  </a:lnTo>
                  <a:lnTo>
                    <a:pt x="129105" y="119856"/>
                  </a:lnTo>
                  <a:lnTo>
                    <a:pt x="128922" y="123189"/>
                  </a:lnTo>
                  <a:lnTo>
                    <a:pt x="129096" y="123818"/>
                  </a:lnTo>
                  <a:lnTo>
                    <a:pt x="129508" y="124080"/>
                  </a:lnTo>
                  <a:lnTo>
                    <a:pt x="130153" y="123847"/>
                  </a:lnTo>
                  <a:lnTo>
                    <a:pt x="130823" y="122966"/>
                  </a:lnTo>
                  <a:lnTo>
                    <a:pt x="131389" y="122793"/>
                  </a:lnTo>
                  <a:lnTo>
                    <a:pt x="131730" y="123047"/>
                  </a:lnTo>
                  <a:lnTo>
                    <a:pt x="132183" y="120520"/>
                  </a:lnTo>
                  <a:lnTo>
                    <a:pt x="132581" y="120162"/>
                  </a:lnTo>
                  <a:lnTo>
                    <a:pt x="133353" y="120859"/>
                  </a:lnTo>
                  <a:lnTo>
                    <a:pt x="134882" y="125613"/>
                  </a:lnTo>
                  <a:lnTo>
                    <a:pt x="136176" y="129633"/>
                  </a:lnTo>
                  <a:lnTo>
                    <a:pt x="136552" y="130395"/>
                  </a:lnTo>
                  <a:lnTo>
                    <a:pt x="136782" y="130859"/>
                  </a:lnTo>
                  <a:lnTo>
                    <a:pt x="138058" y="132943"/>
                  </a:lnTo>
                  <a:lnTo>
                    <a:pt x="138938" y="134262"/>
                  </a:lnTo>
                  <a:lnTo>
                    <a:pt x="140143" y="133784"/>
                  </a:lnTo>
                  <a:lnTo>
                    <a:pt x="141732" y="133695"/>
                  </a:lnTo>
                  <a:lnTo>
                    <a:pt x="142673" y="134984"/>
                  </a:lnTo>
                  <a:lnTo>
                    <a:pt x="143218" y="135883"/>
                  </a:lnTo>
                  <a:lnTo>
                    <a:pt x="143315" y="136043"/>
                  </a:lnTo>
                  <a:lnTo>
                    <a:pt x="145227" y="139200"/>
                  </a:lnTo>
                  <a:lnTo>
                    <a:pt x="146056" y="138967"/>
                  </a:lnTo>
                  <a:lnTo>
                    <a:pt x="146603" y="139871"/>
                  </a:lnTo>
                  <a:lnTo>
                    <a:pt x="146759" y="142102"/>
                  </a:lnTo>
                  <a:lnTo>
                    <a:pt x="146504" y="144419"/>
                  </a:lnTo>
                  <a:lnTo>
                    <a:pt x="146565" y="145510"/>
                  </a:lnTo>
                  <a:lnTo>
                    <a:pt x="147415" y="145719"/>
                  </a:lnTo>
                  <a:lnTo>
                    <a:pt x="149226" y="147251"/>
                  </a:lnTo>
                  <a:lnTo>
                    <a:pt x="150828" y="148609"/>
                  </a:lnTo>
                  <a:lnTo>
                    <a:pt x="151655" y="149042"/>
                  </a:lnTo>
                  <a:lnTo>
                    <a:pt x="152548" y="150048"/>
                  </a:lnTo>
                  <a:lnTo>
                    <a:pt x="153336" y="151656"/>
                  </a:lnTo>
                  <a:lnTo>
                    <a:pt x="154881" y="153719"/>
                  </a:lnTo>
                  <a:lnTo>
                    <a:pt x="156245" y="155299"/>
                  </a:lnTo>
                  <a:lnTo>
                    <a:pt x="156547" y="157445"/>
                  </a:lnTo>
                  <a:lnTo>
                    <a:pt x="156009" y="156986"/>
                  </a:lnTo>
                  <a:lnTo>
                    <a:pt x="155296" y="157226"/>
                  </a:lnTo>
                  <a:lnTo>
                    <a:pt x="154571" y="158176"/>
                  </a:lnTo>
                  <a:lnTo>
                    <a:pt x="154227" y="158780"/>
                  </a:lnTo>
                  <a:lnTo>
                    <a:pt x="152572" y="162473"/>
                  </a:lnTo>
                  <a:lnTo>
                    <a:pt x="151704" y="163610"/>
                  </a:lnTo>
                  <a:lnTo>
                    <a:pt x="150926" y="165266"/>
                  </a:lnTo>
                  <a:lnTo>
                    <a:pt x="149132" y="170276"/>
                  </a:lnTo>
                  <a:lnTo>
                    <a:pt x="148097" y="174951"/>
                  </a:lnTo>
                  <a:lnTo>
                    <a:pt x="147341" y="179345"/>
                  </a:lnTo>
                  <a:lnTo>
                    <a:pt x="147354" y="182458"/>
                  </a:lnTo>
                  <a:lnTo>
                    <a:pt x="147074" y="186104"/>
                  </a:lnTo>
                  <a:lnTo>
                    <a:pt x="146301" y="188181"/>
                  </a:lnTo>
                  <a:lnTo>
                    <a:pt x="145825" y="188888"/>
                  </a:lnTo>
                  <a:lnTo>
                    <a:pt x="145265" y="192026"/>
                  </a:lnTo>
                  <a:lnTo>
                    <a:pt x="144864" y="195687"/>
                  </a:lnTo>
                  <a:lnTo>
                    <a:pt x="145096" y="196873"/>
                  </a:lnTo>
                  <a:lnTo>
                    <a:pt x="146058" y="198472"/>
                  </a:lnTo>
                  <a:lnTo>
                    <a:pt x="146996" y="200030"/>
                  </a:lnTo>
                  <a:lnTo>
                    <a:pt x="148193" y="201712"/>
                  </a:lnTo>
                  <a:lnTo>
                    <a:pt x="149336" y="203319"/>
                  </a:lnTo>
                  <a:lnTo>
                    <a:pt x="150074" y="203530"/>
                  </a:lnTo>
                  <a:lnTo>
                    <a:pt x="150277" y="202617"/>
                  </a:lnTo>
                  <a:lnTo>
                    <a:pt x="150546" y="201748"/>
                  </a:lnTo>
                  <a:lnTo>
                    <a:pt x="151389" y="202209"/>
                  </a:lnTo>
                  <a:lnTo>
                    <a:pt x="152416" y="203786"/>
                  </a:lnTo>
                  <a:lnTo>
                    <a:pt x="153085" y="205036"/>
                  </a:lnTo>
                  <a:lnTo>
                    <a:pt x="153385" y="205456"/>
                  </a:lnTo>
                  <a:lnTo>
                    <a:pt x="155156" y="207558"/>
                  </a:lnTo>
                  <a:lnTo>
                    <a:pt x="156624" y="209301"/>
                  </a:lnTo>
                  <a:lnTo>
                    <a:pt x="158481" y="211505"/>
                  </a:lnTo>
                  <a:lnTo>
                    <a:pt x="158936" y="212852"/>
                  </a:lnTo>
                  <a:lnTo>
                    <a:pt x="159334" y="214286"/>
                  </a:lnTo>
                  <a:lnTo>
                    <a:pt x="160210" y="216192"/>
                  </a:lnTo>
                  <a:lnTo>
                    <a:pt x="162345" y="219566"/>
                  </a:lnTo>
                  <a:lnTo>
                    <a:pt x="164168" y="221981"/>
                  </a:lnTo>
                  <a:lnTo>
                    <a:pt x="165650" y="223950"/>
                  </a:lnTo>
                  <a:lnTo>
                    <a:pt x="166813" y="225331"/>
                  </a:lnTo>
                  <a:lnTo>
                    <a:pt x="167352" y="225113"/>
                  </a:lnTo>
                  <a:lnTo>
                    <a:pt x="167941" y="224380"/>
                  </a:lnTo>
                  <a:lnTo>
                    <a:pt x="168459" y="223952"/>
                  </a:lnTo>
                  <a:lnTo>
                    <a:pt x="169060" y="224341"/>
                  </a:lnTo>
                  <a:lnTo>
                    <a:pt x="169973" y="225395"/>
                  </a:lnTo>
                  <a:lnTo>
                    <a:pt x="172115" y="228598"/>
                  </a:lnTo>
                  <a:lnTo>
                    <a:pt x="174110" y="231101"/>
                  </a:lnTo>
                  <a:lnTo>
                    <a:pt x="176286" y="230651"/>
                  </a:lnTo>
                  <a:lnTo>
                    <a:pt x="176864" y="231053"/>
                  </a:lnTo>
                  <a:lnTo>
                    <a:pt x="177272" y="233322"/>
                  </a:lnTo>
                  <a:lnTo>
                    <a:pt x="177547" y="235617"/>
                  </a:lnTo>
                  <a:lnTo>
                    <a:pt x="179978" y="237134"/>
                  </a:lnTo>
                  <a:lnTo>
                    <a:pt x="181577" y="237817"/>
                  </a:lnTo>
                  <a:lnTo>
                    <a:pt x="183403" y="239065"/>
                  </a:lnTo>
                  <a:lnTo>
                    <a:pt x="184327" y="239990"/>
                  </a:lnTo>
                  <a:lnTo>
                    <a:pt x="185299" y="238830"/>
                  </a:lnTo>
                  <a:lnTo>
                    <a:pt x="185476" y="237809"/>
                  </a:lnTo>
                  <a:lnTo>
                    <a:pt x="186246" y="237203"/>
                  </a:lnTo>
                  <a:lnTo>
                    <a:pt x="187520" y="237468"/>
                  </a:lnTo>
                  <a:lnTo>
                    <a:pt x="189900" y="239253"/>
                  </a:lnTo>
                  <a:lnTo>
                    <a:pt x="190897" y="239788"/>
                  </a:lnTo>
                  <a:lnTo>
                    <a:pt x="191730" y="238096"/>
                  </a:lnTo>
                  <a:lnTo>
                    <a:pt x="193286" y="237311"/>
                  </a:lnTo>
                  <a:lnTo>
                    <a:pt x="194093" y="236434"/>
                  </a:lnTo>
                  <a:lnTo>
                    <a:pt x="195784" y="238311"/>
                  </a:lnTo>
                  <a:lnTo>
                    <a:pt x="198844" y="240664"/>
                  </a:lnTo>
                  <a:lnTo>
                    <a:pt x="200420" y="242127"/>
                  </a:lnTo>
                  <a:lnTo>
                    <a:pt x="200792" y="243570"/>
                  </a:lnTo>
                  <a:lnTo>
                    <a:pt x="200964" y="244935"/>
                  </a:lnTo>
                  <a:lnTo>
                    <a:pt x="200952" y="248243"/>
                  </a:lnTo>
                  <a:lnTo>
                    <a:pt x="201336" y="249741"/>
                  </a:lnTo>
                  <a:lnTo>
                    <a:pt x="204406" y="253113"/>
                  </a:lnTo>
                  <a:lnTo>
                    <a:pt x="205416" y="254543"/>
                  </a:lnTo>
                  <a:lnTo>
                    <a:pt x="206235" y="255003"/>
                  </a:lnTo>
                  <a:lnTo>
                    <a:pt x="206699" y="255061"/>
                  </a:lnTo>
                  <a:lnTo>
                    <a:pt x="207018" y="255485"/>
                  </a:lnTo>
                  <a:lnTo>
                    <a:pt x="207293" y="257408"/>
                  </a:lnTo>
                  <a:lnTo>
                    <a:pt x="207508" y="257851"/>
                  </a:lnTo>
                  <a:lnTo>
                    <a:pt x="208099" y="258330"/>
                  </a:lnTo>
                  <a:lnTo>
                    <a:pt x="208741" y="258606"/>
                  </a:lnTo>
                  <a:lnTo>
                    <a:pt x="210734" y="256945"/>
                  </a:lnTo>
                  <a:lnTo>
                    <a:pt x="212099" y="255685"/>
                  </a:lnTo>
                  <a:lnTo>
                    <a:pt x="213073" y="256006"/>
                  </a:lnTo>
                  <a:lnTo>
                    <a:pt x="213701" y="257405"/>
                  </a:lnTo>
                  <a:lnTo>
                    <a:pt x="213792" y="259444"/>
                  </a:lnTo>
                  <a:lnTo>
                    <a:pt x="214156" y="261598"/>
                  </a:lnTo>
                  <a:lnTo>
                    <a:pt x="214854" y="262650"/>
                  </a:lnTo>
                  <a:lnTo>
                    <a:pt x="215599" y="262767"/>
                  </a:lnTo>
                  <a:lnTo>
                    <a:pt x="217447" y="261314"/>
                  </a:lnTo>
                  <a:lnTo>
                    <a:pt x="218935" y="262426"/>
                  </a:lnTo>
                  <a:lnTo>
                    <a:pt x="220302" y="262832"/>
                  </a:lnTo>
                  <a:lnTo>
                    <a:pt x="221820" y="263529"/>
                  </a:lnTo>
                  <a:lnTo>
                    <a:pt x="222409" y="264064"/>
                  </a:lnTo>
                  <a:lnTo>
                    <a:pt x="223984" y="265846"/>
                  </a:lnTo>
                  <a:lnTo>
                    <a:pt x="225906" y="267646"/>
                  </a:lnTo>
                  <a:lnTo>
                    <a:pt x="226651" y="267443"/>
                  </a:lnTo>
                  <a:lnTo>
                    <a:pt x="229745" y="264090"/>
                  </a:lnTo>
                  <a:lnTo>
                    <a:pt x="230007" y="264498"/>
                  </a:lnTo>
                  <a:lnTo>
                    <a:pt x="230637" y="267701"/>
                  </a:lnTo>
                  <a:lnTo>
                    <a:pt x="231578" y="268853"/>
                  </a:lnTo>
                  <a:lnTo>
                    <a:pt x="233048" y="269855"/>
                  </a:lnTo>
                  <a:lnTo>
                    <a:pt x="234586" y="268004"/>
                  </a:lnTo>
                  <a:lnTo>
                    <a:pt x="235798" y="268535"/>
                  </a:lnTo>
                  <a:lnTo>
                    <a:pt x="237265" y="268708"/>
                  </a:lnTo>
                  <a:lnTo>
                    <a:pt x="238671" y="267817"/>
                  </a:lnTo>
                  <a:lnTo>
                    <a:pt x="239895" y="267592"/>
                  </a:lnTo>
                  <a:lnTo>
                    <a:pt x="241673" y="269203"/>
                  </a:lnTo>
                  <a:lnTo>
                    <a:pt x="242061" y="268829"/>
                  </a:lnTo>
                  <a:lnTo>
                    <a:pt x="242401" y="267795"/>
                  </a:lnTo>
                  <a:lnTo>
                    <a:pt x="243092" y="263174"/>
                  </a:lnTo>
                  <a:lnTo>
                    <a:pt x="243701" y="259085"/>
                  </a:lnTo>
                  <a:lnTo>
                    <a:pt x="243649" y="256646"/>
                  </a:lnTo>
                  <a:lnTo>
                    <a:pt x="243086" y="253067"/>
                  </a:lnTo>
                  <a:lnTo>
                    <a:pt x="241649" y="248409"/>
                  </a:lnTo>
                  <a:lnTo>
                    <a:pt x="241542" y="246995"/>
                  </a:lnTo>
                  <a:lnTo>
                    <a:pt x="242026" y="238871"/>
                  </a:lnTo>
                  <a:lnTo>
                    <a:pt x="242560" y="234187"/>
                  </a:lnTo>
                  <a:lnTo>
                    <a:pt x="243019" y="231970"/>
                  </a:lnTo>
                  <a:lnTo>
                    <a:pt x="243524" y="228814"/>
                  </a:lnTo>
                  <a:lnTo>
                    <a:pt x="243613" y="227353"/>
                  </a:lnTo>
                  <a:lnTo>
                    <a:pt x="243564" y="226034"/>
                  </a:lnTo>
                  <a:lnTo>
                    <a:pt x="243070" y="225227"/>
                  </a:lnTo>
                  <a:lnTo>
                    <a:pt x="242938" y="224225"/>
                  </a:lnTo>
                  <a:lnTo>
                    <a:pt x="243061" y="223383"/>
                  </a:lnTo>
                  <a:lnTo>
                    <a:pt x="243452" y="222913"/>
                  </a:lnTo>
                  <a:lnTo>
                    <a:pt x="245086" y="222324"/>
                  </a:lnTo>
                  <a:lnTo>
                    <a:pt x="246924" y="221059"/>
                  </a:lnTo>
                  <a:lnTo>
                    <a:pt x="247657" y="220385"/>
                  </a:lnTo>
                  <a:lnTo>
                    <a:pt x="248212" y="219709"/>
                  </a:lnTo>
                  <a:lnTo>
                    <a:pt x="248776" y="218645"/>
                  </a:lnTo>
                  <a:lnTo>
                    <a:pt x="249302" y="218690"/>
                  </a:lnTo>
                  <a:lnTo>
                    <a:pt x="250949" y="220231"/>
                  </a:lnTo>
                  <a:lnTo>
                    <a:pt x="251527" y="221199"/>
                  </a:lnTo>
                  <a:lnTo>
                    <a:pt x="251831" y="224144"/>
                  </a:lnTo>
                  <a:lnTo>
                    <a:pt x="252077" y="225285"/>
                  </a:lnTo>
                  <a:lnTo>
                    <a:pt x="251846" y="228277"/>
                  </a:lnTo>
                  <a:lnTo>
                    <a:pt x="250861" y="235532"/>
                  </a:lnTo>
                  <a:lnTo>
                    <a:pt x="251054" y="238250"/>
                  </a:lnTo>
                  <a:lnTo>
                    <a:pt x="251878" y="240231"/>
                  </a:lnTo>
                  <a:lnTo>
                    <a:pt x="252596" y="241613"/>
                  </a:lnTo>
                  <a:lnTo>
                    <a:pt x="252477" y="242163"/>
                  </a:lnTo>
                  <a:lnTo>
                    <a:pt x="250999" y="244508"/>
                  </a:lnTo>
                  <a:lnTo>
                    <a:pt x="250736" y="245764"/>
                  </a:lnTo>
                  <a:lnTo>
                    <a:pt x="251063" y="246987"/>
                  </a:lnTo>
                  <a:lnTo>
                    <a:pt x="251648" y="248027"/>
                  </a:lnTo>
                  <a:lnTo>
                    <a:pt x="251911" y="249015"/>
                  </a:lnTo>
                  <a:lnTo>
                    <a:pt x="252184" y="252091"/>
                  </a:lnTo>
                  <a:lnTo>
                    <a:pt x="252934" y="252956"/>
                  </a:lnTo>
                  <a:lnTo>
                    <a:pt x="254418" y="254941"/>
                  </a:lnTo>
                  <a:lnTo>
                    <a:pt x="255726" y="256385"/>
                  </a:lnTo>
                  <a:lnTo>
                    <a:pt x="257967" y="255426"/>
                  </a:lnTo>
                  <a:lnTo>
                    <a:pt x="258602" y="256078"/>
                  </a:lnTo>
                  <a:lnTo>
                    <a:pt x="259704" y="256762"/>
                  </a:lnTo>
                  <a:lnTo>
                    <a:pt x="260563" y="256974"/>
                  </a:lnTo>
                  <a:lnTo>
                    <a:pt x="261063" y="257485"/>
                  </a:lnTo>
                  <a:lnTo>
                    <a:pt x="261344" y="257979"/>
                  </a:lnTo>
                  <a:lnTo>
                    <a:pt x="261307" y="258603"/>
                  </a:lnTo>
                  <a:lnTo>
                    <a:pt x="261353" y="259243"/>
                  </a:lnTo>
                  <a:lnTo>
                    <a:pt x="262584" y="259406"/>
                  </a:lnTo>
                  <a:lnTo>
                    <a:pt x="263229" y="259771"/>
                  </a:lnTo>
                  <a:lnTo>
                    <a:pt x="265414" y="259111"/>
                  </a:lnTo>
                  <a:lnTo>
                    <a:pt x="267605" y="258204"/>
                  </a:lnTo>
                  <a:lnTo>
                    <a:pt x="268618" y="255459"/>
                  </a:lnTo>
                  <a:lnTo>
                    <a:pt x="269061" y="255263"/>
                  </a:lnTo>
                  <a:lnTo>
                    <a:pt x="270322" y="254193"/>
                  </a:lnTo>
                  <a:lnTo>
                    <a:pt x="271562" y="255362"/>
                  </a:lnTo>
                  <a:lnTo>
                    <a:pt x="272930" y="256964"/>
                  </a:lnTo>
                  <a:lnTo>
                    <a:pt x="273667" y="257447"/>
                  </a:lnTo>
                  <a:lnTo>
                    <a:pt x="275121" y="257700"/>
                  </a:lnTo>
                  <a:lnTo>
                    <a:pt x="276536" y="257521"/>
                  </a:lnTo>
                  <a:lnTo>
                    <a:pt x="279926" y="256762"/>
                  </a:lnTo>
                  <a:lnTo>
                    <a:pt x="281786" y="257160"/>
                  </a:lnTo>
                  <a:lnTo>
                    <a:pt x="283495" y="254880"/>
                  </a:lnTo>
                  <a:lnTo>
                    <a:pt x="283850" y="254886"/>
                  </a:lnTo>
                  <a:lnTo>
                    <a:pt x="284602" y="256646"/>
                  </a:lnTo>
                  <a:lnTo>
                    <a:pt x="286479" y="256804"/>
                  </a:lnTo>
                  <a:lnTo>
                    <a:pt x="287480" y="255954"/>
                  </a:lnTo>
                  <a:lnTo>
                    <a:pt x="288557" y="255297"/>
                  </a:lnTo>
                  <a:lnTo>
                    <a:pt x="289246" y="255088"/>
                  </a:lnTo>
                  <a:lnTo>
                    <a:pt x="289796" y="255065"/>
                  </a:lnTo>
                  <a:lnTo>
                    <a:pt x="290461" y="255238"/>
                  </a:lnTo>
                  <a:lnTo>
                    <a:pt x="291087" y="254651"/>
                  </a:lnTo>
                  <a:lnTo>
                    <a:pt x="291376" y="253469"/>
                  </a:lnTo>
                  <a:lnTo>
                    <a:pt x="291312" y="251686"/>
                  </a:lnTo>
                  <a:lnTo>
                    <a:pt x="290857" y="249747"/>
                  </a:lnTo>
                  <a:lnTo>
                    <a:pt x="290465" y="248610"/>
                  </a:lnTo>
                  <a:lnTo>
                    <a:pt x="290387" y="248001"/>
                  </a:lnTo>
                  <a:lnTo>
                    <a:pt x="290512" y="246598"/>
                  </a:lnTo>
                  <a:lnTo>
                    <a:pt x="290861" y="244620"/>
                  </a:lnTo>
                  <a:lnTo>
                    <a:pt x="291498" y="242365"/>
                  </a:lnTo>
                  <a:lnTo>
                    <a:pt x="291029" y="240176"/>
                  </a:lnTo>
                  <a:lnTo>
                    <a:pt x="290369" y="237650"/>
                  </a:lnTo>
                  <a:lnTo>
                    <a:pt x="289884" y="237411"/>
                  </a:lnTo>
                  <a:lnTo>
                    <a:pt x="288669" y="237992"/>
                  </a:lnTo>
                  <a:lnTo>
                    <a:pt x="287350" y="237877"/>
                  </a:lnTo>
                  <a:lnTo>
                    <a:pt x="286314" y="236367"/>
                  </a:lnTo>
                  <a:lnTo>
                    <a:pt x="285542" y="234474"/>
                  </a:lnTo>
                  <a:lnTo>
                    <a:pt x="285354" y="232886"/>
                  </a:lnTo>
                  <a:lnTo>
                    <a:pt x="285578" y="230948"/>
                  </a:lnTo>
                  <a:lnTo>
                    <a:pt x="285922" y="229166"/>
                  </a:lnTo>
                  <a:lnTo>
                    <a:pt x="285996" y="228497"/>
                  </a:lnTo>
                  <a:lnTo>
                    <a:pt x="286979" y="228501"/>
                  </a:lnTo>
                  <a:lnTo>
                    <a:pt x="288345" y="228896"/>
                  </a:lnTo>
                  <a:lnTo>
                    <a:pt x="289377" y="229391"/>
                  </a:lnTo>
                  <a:lnTo>
                    <a:pt x="290209" y="229371"/>
                  </a:lnTo>
                  <a:lnTo>
                    <a:pt x="291715" y="227089"/>
                  </a:lnTo>
                  <a:lnTo>
                    <a:pt x="292402" y="226952"/>
                  </a:lnTo>
                  <a:lnTo>
                    <a:pt x="293190" y="226517"/>
                  </a:lnTo>
                  <a:lnTo>
                    <a:pt x="293534" y="226087"/>
                  </a:lnTo>
                  <a:lnTo>
                    <a:pt x="293773" y="226421"/>
                  </a:lnTo>
                  <a:lnTo>
                    <a:pt x="294637" y="226700"/>
                  </a:lnTo>
                  <a:lnTo>
                    <a:pt x="295537" y="226586"/>
                  </a:lnTo>
                  <a:lnTo>
                    <a:pt x="296339" y="225956"/>
                  </a:lnTo>
                  <a:lnTo>
                    <a:pt x="297144" y="224973"/>
                  </a:lnTo>
                  <a:lnTo>
                    <a:pt x="298578" y="222913"/>
                  </a:lnTo>
                  <a:lnTo>
                    <a:pt x="298864" y="221730"/>
                  </a:lnTo>
                  <a:lnTo>
                    <a:pt x="298860" y="220643"/>
                  </a:lnTo>
                  <a:lnTo>
                    <a:pt x="298593" y="219931"/>
                  </a:lnTo>
                  <a:lnTo>
                    <a:pt x="298323" y="219586"/>
                  </a:lnTo>
                  <a:lnTo>
                    <a:pt x="298434" y="218645"/>
                  </a:lnTo>
                  <a:lnTo>
                    <a:pt x="299035" y="217057"/>
                  </a:lnTo>
                  <a:lnTo>
                    <a:pt x="301228" y="214663"/>
                  </a:lnTo>
                  <a:lnTo>
                    <a:pt x="303095" y="211722"/>
                  </a:lnTo>
                  <a:lnTo>
                    <a:pt x="304122" y="209516"/>
                  </a:lnTo>
                  <a:lnTo>
                    <a:pt x="304592" y="206844"/>
                  </a:lnTo>
                  <a:lnTo>
                    <a:pt x="305186" y="203946"/>
                  </a:lnTo>
                  <a:lnTo>
                    <a:pt x="305739" y="202803"/>
                  </a:lnTo>
                  <a:lnTo>
                    <a:pt x="307062" y="202077"/>
                  </a:lnTo>
                  <a:lnTo>
                    <a:pt x="310772" y="201008"/>
                  </a:lnTo>
                  <a:lnTo>
                    <a:pt x="311940" y="199839"/>
                  </a:lnTo>
                  <a:lnTo>
                    <a:pt x="313664" y="197669"/>
                  </a:lnTo>
                  <a:lnTo>
                    <a:pt x="314534" y="195968"/>
                  </a:lnTo>
                  <a:lnTo>
                    <a:pt x="315017" y="194588"/>
                  </a:lnTo>
                  <a:lnTo>
                    <a:pt x="315071" y="193051"/>
                  </a:lnTo>
                  <a:lnTo>
                    <a:pt x="316215" y="192568"/>
                  </a:lnTo>
                  <a:lnTo>
                    <a:pt x="317213" y="190085"/>
                  </a:lnTo>
                  <a:lnTo>
                    <a:pt x="318430" y="187581"/>
                  </a:lnTo>
                  <a:lnTo>
                    <a:pt x="320560" y="185466"/>
                  </a:lnTo>
                  <a:lnTo>
                    <a:pt x="322449" y="182624"/>
                  </a:lnTo>
                  <a:lnTo>
                    <a:pt x="323107" y="183078"/>
                  </a:lnTo>
                  <a:lnTo>
                    <a:pt x="323794" y="184420"/>
                  </a:lnTo>
                  <a:lnTo>
                    <a:pt x="324156" y="185907"/>
                  </a:lnTo>
                  <a:lnTo>
                    <a:pt x="324233" y="186658"/>
                  </a:lnTo>
                  <a:lnTo>
                    <a:pt x="326647" y="187599"/>
                  </a:lnTo>
                  <a:lnTo>
                    <a:pt x="327029" y="187447"/>
                  </a:lnTo>
                  <a:lnTo>
                    <a:pt x="328807" y="188780"/>
                  </a:lnTo>
                  <a:lnTo>
                    <a:pt x="330444" y="190390"/>
                  </a:lnTo>
                  <a:lnTo>
                    <a:pt x="331346" y="190794"/>
                  </a:lnTo>
                  <a:lnTo>
                    <a:pt x="331787" y="190750"/>
                  </a:lnTo>
                  <a:lnTo>
                    <a:pt x="332164" y="190250"/>
                  </a:lnTo>
                  <a:lnTo>
                    <a:pt x="332607" y="188832"/>
                  </a:lnTo>
                  <a:lnTo>
                    <a:pt x="333060" y="187806"/>
                  </a:lnTo>
                  <a:lnTo>
                    <a:pt x="333344" y="187388"/>
                  </a:lnTo>
                  <a:lnTo>
                    <a:pt x="333329" y="185757"/>
                  </a:lnTo>
                  <a:lnTo>
                    <a:pt x="335700" y="182582"/>
                  </a:lnTo>
                  <a:lnTo>
                    <a:pt x="337829" y="180304"/>
                  </a:lnTo>
                  <a:lnTo>
                    <a:pt x="339661" y="178641"/>
                  </a:lnTo>
                  <a:lnTo>
                    <a:pt x="340200" y="179322"/>
                  </a:lnTo>
                  <a:lnTo>
                    <a:pt x="340796" y="180585"/>
                  </a:lnTo>
                  <a:lnTo>
                    <a:pt x="341603" y="183804"/>
                  </a:lnTo>
                  <a:lnTo>
                    <a:pt x="342094" y="184592"/>
                  </a:lnTo>
                  <a:lnTo>
                    <a:pt x="343340" y="184143"/>
                  </a:lnTo>
                  <a:lnTo>
                    <a:pt x="343567" y="184495"/>
                  </a:lnTo>
                  <a:lnTo>
                    <a:pt x="343371" y="185655"/>
                  </a:lnTo>
                  <a:lnTo>
                    <a:pt x="342527" y="187091"/>
                  </a:lnTo>
                  <a:lnTo>
                    <a:pt x="341434" y="188378"/>
                  </a:lnTo>
                  <a:lnTo>
                    <a:pt x="340721" y="189429"/>
                  </a:lnTo>
                  <a:lnTo>
                    <a:pt x="340954" y="192934"/>
                  </a:lnTo>
                  <a:lnTo>
                    <a:pt x="340901" y="194142"/>
                  </a:lnTo>
                  <a:lnTo>
                    <a:pt x="341207" y="194523"/>
                  </a:lnTo>
                  <a:lnTo>
                    <a:pt x="343457" y="191044"/>
                  </a:lnTo>
                  <a:lnTo>
                    <a:pt x="344541" y="190357"/>
                  </a:lnTo>
                  <a:lnTo>
                    <a:pt x="344923" y="191197"/>
                  </a:lnTo>
                  <a:lnTo>
                    <a:pt x="345045" y="193057"/>
                  </a:lnTo>
                  <a:lnTo>
                    <a:pt x="345933" y="196890"/>
                  </a:lnTo>
                  <a:lnTo>
                    <a:pt x="346309" y="198838"/>
                  </a:lnTo>
                  <a:lnTo>
                    <a:pt x="344051" y="203481"/>
                  </a:lnTo>
                  <a:lnTo>
                    <a:pt x="343220" y="205879"/>
                  </a:lnTo>
                  <a:lnTo>
                    <a:pt x="343250" y="206723"/>
                  </a:lnTo>
                  <a:lnTo>
                    <a:pt x="343205" y="207558"/>
                  </a:lnTo>
                  <a:lnTo>
                    <a:pt x="342629" y="208752"/>
                  </a:lnTo>
                  <a:lnTo>
                    <a:pt x="342660" y="209228"/>
                  </a:lnTo>
                  <a:lnTo>
                    <a:pt x="343128" y="209982"/>
                  </a:lnTo>
                  <a:lnTo>
                    <a:pt x="343696" y="210551"/>
                  </a:lnTo>
                  <a:lnTo>
                    <a:pt x="343972" y="210532"/>
                  </a:lnTo>
                  <a:lnTo>
                    <a:pt x="344443" y="209407"/>
                  </a:lnTo>
                  <a:lnTo>
                    <a:pt x="346575" y="207814"/>
                  </a:lnTo>
                  <a:lnTo>
                    <a:pt x="347186" y="208114"/>
                  </a:lnTo>
                  <a:lnTo>
                    <a:pt x="348685" y="210558"/>
                  </a:lnTo>
                  <a:lnTo>
                    <a:pt x="349382" y="210695"/>
                  </a:lnTo>
                  <a:lnTo>
                    <a:pt x="351184" y="211425"/>
                  </a:lnTo>
                  <a:lnTo>
                    <a:pt x="352336" y="210502"/>
                  </a:lnTo>
                  <a:lnTo>
                    <a:pt x="353186" y="211347"/>
                  </a:lnTo>
                  <a:lnTo>
                    <a:pt x="354945" y="214406"/>
                  </a:lnTo>
                  <a:lnTo>
                    <a:pt x="355347" y="214963"/>
                  </a:lnTo>
                  <a:lnTo>
                    <a:pt x="355198" y="216817"/>
                  </a:lnTo>
                  <a:lnTo>
                    <a:pt x="355107" y="218863"/>
                  </a:lnTo>
                  <a:lnTo>
                    <a:pt x="355551" y="220492"/>
                  </a:lnTo>
                  <a:lnTo>
                    <a:pt x="355604" y="221926"/>
                  </a:lnTo>
                  <a:lnTo>
                    <a:pt x="355502" y="223243"/>
                  </a:lnTo>
                  <a:lnTo>
                    <a:pt x="355148" y="224150"/>
                  </a:lnTo>
                  <a:lnTo>
                    <a:pt x="354173" y="224653"/>
                  </a:lnTo>
                  <a:lnTo>
                    <a:pt x="353341" y="226224"/>
                  </a:lnTo>
                  <a:lnTo>
                    <a:pt x="352023" y="228495"/>
                  </a:lnTo>
                  <a:lnTo>
                    <a:pt x="350964" y="230319"/>
                  </a:lnTo>
                  <a:lnTo>
                    <a:pt x="350195" y="231928"/>
                  </a:lnTo>
                  <a:lnTo>
                    <a:pt x="349917" y="233616"/>
                  </a:lnTo>
                  <a:lnTo>
                    <a:pt x="349999" y="235740"/>
                  </a:lnTo>
                  <a:lnTo>
                    <a:pt x="350222" y="237963"/>
                  </a:lnTo>
                  <a:lnTo>
                    <a:pt x="352681" y="246127"/>
                  </a:lnTo>
                  <a:lnTo>
                    <a:pt x="352661" y="247542"/>
                  </a:lnTo>
                  <a:lnTo>
                    <a:pt x="351881" y="247937"/>
                  </a:lnTo>
                  <a:lnTo>
                    <a:pt x="350850" y="247014"/>
                  </a:lnTo>
                  <a:lnTo>
                    <a:pt x="349958" y="245698"/>
                  </a:lnTo>
                  <a:lnTo>
                    <a:pt x="348954" y="242201"/>
                  </a:lnTo>
                  <a:lnTo>
                    <a:pt x="348147" y="241158"/>
                  </a:lnTo>
                  <a:lnTo>
                    <a:pt x="347343" y="240928"/>
                  </a:lnTo>
                  <a:lnTo>
                    <a:pt x="342572" y="242727"/>
                  </a:lnTo>
                  <a:lnTo>
                    <a:pt x="341556" y="243232"/>
                  </a:lnTo>
                  <a:lnTo>
                    <a:pt x="339979" y="244538"/>
                  </a:lnTo>
                  <a:lnTo>
                    <a:pt x="338875" y="247168"/>
                  </a:lnTo>
                  <a:lnTo>
                    <a:pt x="338076" y="249575"/>
                  </a:lnTo>
                  <a:lnTo>
                    <a:pt x="337247" y="250545"/>
                  </a:lnTo>
                  <a:lnTo>
                    <a:pt x="336042" y="252417"/>
                  </a:lnTo>
                  <a:lnTo>
                    <a:pt x="332696" y="258161"/>
                  </a:lnTo>
                  <a:lnTo>
                    <a:pt x="330761" y="260637"/>
                  </a:lnTo>
                  <a:lnTo>
                    <a:pt x="329498" y="261549"/>
                  </a:lnTo>
                  <a:lnTo>
                    <a:pt x="328611" y="262853"/>
                  </a:lnTo>
                  <a:lnTo>
                    <a:pt x="328133" y="264974"/>
                  </a:lnTo>
                  <a:lnTo>
                    <a:pt x="327771" y="266496"/>
                  </a:lnTo>
                  <a:lnTo>
                    <a:pt x="327663" y="270241"/>
                  </a:lnTo>
                  <a:lnTo>
                    <a:pt x="327883" y="274855"/>
                  </a:lnTo>
                  <a:lnTo>
                    <a:pt x="328364" y="277801"/>
                  </a:lnTo>
                  <a:lnTo>
                    <a:pt x="328619" y="278421"/>
                  </a:lnTo>
                  <a:lnTo>
                    <a:pt x="328657" y="279283"/>
                  </a:lnTo>
                  <a:lnTo>
                    <a:pt x="328176" y="280877"/>
                  </a:lnTo>
                  <a:lnTo>
                    <a:pt x="327539" y="282236"/>
                  </a:lnTo>
                  <a:lnTo>
                    <a:pt x="327229" y="283075"/>
                  </a:lnTo>
                  <a:lnTo>
                    <a:pt x="326945" y="287285"/>
                  </a:lnTo>
                  <a:lnTo>
                    <a:pt x="326381" y="289359"/>
                  </a:lnTo>
                  <a:lnTo>
                    <a:pt x="325350" y="292404"/>
                  </a:lnTo>
                  <a:lnTo>
                    <a:pt x="324433" y="294705"/>
                  </a:lnTo>
                  <a:lnTo>
                    <a:pt x="322994" y="296491"/>
                  </a:lnTo>
                  <a:lnTo>
                    <a:pt x="322446" y="297936"/>
                  </a:lnTo>
                  <a:lnTo>
                    <a:pt x="321923" y="300600"/>
                  </a:lnTo>
                  <a:lnTo>
                    <a:pt x="321612" y="302857"/>
                  </a:lnTo>
                  <a:lnTo>
                    <a:pt x="321596" y="303677"/>
                  </a:lnTo>
                  <a:lnTo>
                    <a:pt x="321760" y="304392"/>
                  </a:lnTo>
                  <a:lnTo>
                    <a:pt x="322358" y="305187"/>
                  </a:lnTo>
                  <a:lnTo>
                    <a:pt x="323086" y="305956"/>
                  </a:lnTo>
                  <a:lnTo>
                    <a:pt x="323432" y="307160"/>
                  </a:lnTo>
                  <a:lnTo>
                    <a:pt x="323479" y="308611"/>
                  </a:lnTo>
                  <a:lnTo>
                    <a:pt x="322939" y="312090"/>
                  </a:lnTo>
                  <a:lnTo>
                    <a:pt x="321974" y="316929"/>
                  </a:lnTo>
                  <a:lnTo>
                    <a:pt x="320866" y="320758"/>
                  </a:lnTo>
                  <a:lnTo>
                    <a:pt x="319723" y="324410"/>
                  </a:lnTo>
                  <a:lnTo>
                    <a:pt x="319453" y="325602"/>
                  </a:lnTo>
                  <a:lnTo>
                    <a:pt x="318427" y="330089"/>
                  </a:lnTo>
                  <a:lnTo>
                    <a:pt x="317534" y="336256"/>
                  </a:lnTo>
                  <a:lnTo>
                    <a:pt x="316931" y="340408"/>
                  </a:lnTo>
                  <a:lnTo>
                    <a:pt x="316411" y="343250"/>
                  </a:lnTo>
                  <a:lnTo>
                    <a:pt x="315767" y="343380"/>
                  </a:lnTo>
                  <a:lnTo>
                    <a:pt x="314988" y="342468"/>
                  </a:lnTo>
                  <a:lnTo>
                    <a:pt x="313094" y="341258"/>
                  </a:lnTo>
                  <a:lnTo>
                    <a:pt x="311880" y="340282"/>
                  </a:lnTo>
                  <a:lnTo>
                    <a:pt x="310997" y="339407"/>
                  </a:lnTo>
                  <a:lnTo>
                    <a:pt x="310387" y="339441"/>
                  </a:lnTo>
                  <a:lnTo>
                    <a:pt x="309543" y="340011"/>
                  </a:lnTo>
                  <a:lnTo>
                    <a:pt x="308686" y="340402"/>
                  </a:lnTo>
                  <a:lnTo>
                    <a:pt x="308179" y="339972"/>
                  </a:lnTo>
                  <a:lnTo>
                    <a:pt x="307002" y="337410"/>
                  </a:lnTo>
                  <a:lnTo>
                    <a:pt x="306645" y="337703"/>
                  </a:lnTo>
                  <a:lnTo>
                    <a:pt x="306414" y="338954"/>
                  </a:lnTo>
                  <a:lnTo>
                    <a:pt x="307209" y="346273"/>
                  </a:lnTo>
                  <a:lnTo>
                    <a:pt x="307725" y="348994"/>
                  </a:lnTo>
                  <a:lnTo>
                    <a:pt x="307642" y="353546"/>
                  </a:lnTo>
                  <a:lnTo>
                    <a:pt x="307437" y="359127"/>
                  </a:lnTo>
                  <a:lnTo>
                    <a:pt x="307129" y="365233"/>
                  </a:lnTo>
                  <a:lnTo>
                    <a:pt x="306927" y="366639"/>
                  </a:lnTo>
                  <a:lnTo>
                    <a:pt x="306422" y="368252"/>
                  </a:lnTo>
                  <a:lnTo>
                    <a:pt x="305758" y="368692"/>
                  </a:lnTo>
                  <a:lnTo>
                    <a:pt x="305154" y="368055"/>
                  </a:lnTo>
                  <a:lnTo>
                    <a:pt x="304669" y="368203"/>
                  </a:lnTo>
                  <a:lnTo>
                    <a:pt x="304508" y="369228"/>
                  </a:lnTo>
                  <a:lnTo>
                    <a:pt x="304649" y="371869"/>
                  </a:lnTo>
                  <a:lnTo>
                    <a:pt x="304061" y="374890"/>
                  </a:lnTo>
                  <a:lnTo>
                    <a:pt x="303628" y="377476"/>
                  </a:lnTo>
                  <a:lnTo>
                    <a:pt x="303743" y="379986"/>
                  </a:lnTo>
                  <a:lnTo>
                    <a:pt x="303949" y="382531"/>
                  </a:lnTo>
                  <a:lnTo>
                    <a:pt x="304643" y="388054"/>
                  </a:lnTo>
                  <a:lnTo>
                    <a:pt x="304648" y="390073"/>
                  </a:lnTo>
                  <a:lnTo>
                    <a:pt x="304511" y="391884"/>
                  </a:lnTo>
                  <a:lnTo>
                    <a:pt x="304149" y="392635"/>
                  </a:lnTo>
                  <a:lnTo>
                    <a:pt x="303529" y="392510"/>
                  </a:lnTo>
                  <a:lnTo>
                    <a:pt x="303192" y="393262"/>
                  </a:lnTo>
                  <a:lnTo>
                    <a:pt x="302936" y="394393"/>
                  </a:lnTo>
                  <a:lnTo>
                    <a:pt x="302236" y="398587"/>
                  </a:lnTo>
                  <a:lnTo>
                    <a:pt x="301565" y="399026"/>
                  </a:lnTo>
                  <a:lnTo>
                    <a:pt x="300893" y="398398"/>
                  </a:lnTo>
                  <a:lnTo>
                    <a:pt x="299882" y="395602"/>
                  </a:lnTo>
                  <a:lnTo>
                    <a:pt x="299268" y="394785"/>
                  </a:lnTo>
                  <a:lnTo>
                    <a:pt x="298878" y="394828"/>
                  </a:lnTo>
                  <a:lnTo>
                    <a:pt x="298704" y="395566"/>
                  </a:lnTo>
                  <a:lnTo>
                    <a:pt x="298435" y="397241"/>
                  </a:lnTo>
                  <a:lnTo>
                    <a:pt x="298164" y="398363"/>
                  </a:lnTo>
                  <a:lnTo>
                    <a:pt x="297488" y="399346"/>
                  </a:lnTo>
                  <a:lnTo>
                    <a:pt x="297321" y="397278"/>
                  </a:lnTo>
                  <a:lnTo>
                    <a:pt x="296963" y="386574"/>
                  </a:lnTo>
                  <a:lnTo>
                    <a:pt x="296692" y="383165"/>
                  </a:lnTo>
                  <a:lnTo>
                    <a:pt x="296470" y="378445"/>
                  </a:lnTo>
                  <a:lnTo>
                    <a:pt x="296142" y="376997"/>
                  </a:lnTo>
                  <a:lnTo>
                    <a:pt x="295728" y="374414"/>
                  </a:lnTo>
                  <a:lnTo>
                    <a:pt x="295273" y="372192"/>
                  </a:lnTo>
                  <a:lnTo>
                    <a:pt x="294888" y="371247"/>
                  </a:lnTo>
                  <a:lnTo>
                    <a:pt x="294640" y="367086"/>
                  </a:lnTo>
                  <a:lnTo>
                    <a:pt x="294549" y="361987"/>
                  </a:lnTo>
                  <a:lnTo>
                    <a:pt x="294554" y="359580"/>
                  </a:lnTo>
                  <a:lnTo>
                    <a:pt x="294008" y="354597"/>
                  </a:lnTo>
                  <a:lnTo>
                    <a:pt x="293480" y="348950"/>
                  </a:lnTo>
                  <a:lnTo>
                    <a:pt x="292762" y="349188"/>
                  </a:lnTo>
                  <a:lnTo>
                    <a:pt x="292338" y="347818"/>
                  </a:lnTo>
                  <a:lnTo>
                    <a:pt x="292030" y="347844"/>
                  </a:lnTo>
                  <a:lnTo>
                    <a:pt x="291018" y="349121"/>
                  </a:lnTo>
                  <a:lnTo>
                    <a:pt x="290219" y="348701"/>
                  </a:lnTo>
                  <a:lnTo>
                    <a:pt x="289623" y="348879"/>
                  </a:lnTo>
                  <a:lnTo>
                    <a:pt x="289622" y="351472"/>
                  </a:lnTo>
                  <a:lnTo>
                    <a:pt x="289724" y="354236"/>
                  </a:lnTo>
                  <a:lnTo>
                    <a:pt x="289496" y="355230"/>
                  </a:lnTo>
                  <a:lnTo>
                    <a:pt x="287922" y="358481"/>
                  </a:lnTo>
                  <a:lnTo>
                    <a:pt x="287486" y="360660"/>
                  </a:lnTo>
                  <a:lnTo>
                    <a:pt x="287531" y="362949"/>
                  </a:lnTo>
                  <a:lnTo>
                    <a:pt x="287725" y="366014"/>
                  </a:lnTo>
                  <a:lnTo>
                    <a:pt x="287446" y="367568"/>
                  </a:lnTo>
                  <a:lnTo>
                    <a:pt x="286763" y="369006"/>
                  </a:lnTo>
                  <a:lnTo>
                    <a:pt x="285844" y="369749"/>
                  </a:lnTo>
                  <a:lnTo>
                    <a:pt x="285040" y="369399"/>
                  </a:lnTo>
                  <a:lnTo>
                    <a:pt x="284525" y="368154"/>
                  </a:lnTo>
                  <a:lnTo>
                    <a:pt x="284039" y="364975"/>
                  </a:lnTo>
                  <a:lnTo>
                    <a:pt x="283610" y="363242"/>
                  </a:lnTo>
                  <a:lnTo>
                    <a:pt x="283162" y="362830"/>
                  </a:lnTo>
                  <a:lnTo>
                    <a:pt x="282811" y="363298"/>
                  </a:lnTo>
                  <a:lnTo>
                    <a:pt x="282764" y="365294"/>
                  </a:lnTo>
                  <a:lnTo>
                    <a:pt x="282787" y="366946"/>
                  </a:lnTo>
                  <a:lnTo>
                    <a:pt x="282674" y="367129"/>
                  </a:lnTo>
                  <a:lnTo>
                    <a:pt x="282424" y="366874"/>
                  </a:lnTo>
                  <a:lnTo>
                    <a:pt x="282136" y="366064"/>
                  </a:lnTo>
                  <a:lnTo>
                    <a:pt x="281387" y="358109"/>
                  </a:lnTo>
                  <a:lnTo>
                    <a:pt x="280311" y="351979"/>
                  </a:lnTo>
                  <a:lnTo>
                    <a:pt x="280250" y="349628"/>
                  </a:lnTo>
                  <a:lnTo>
                    <a:pt x="280640" y="346606"/>
                  </a:lnTo>
                  <a:lnTo>
                    <a:pt x="281122" y="341950"/>
                  </a:lnTo>
                  <a:lnTo>
                    <a:pt x="282394" y="339045"/>
                  </a:lnTo>
                  <a:lnTo>
                    <a:pt x="282562" y="337812"/>
                  </a:lnTo>
                  <a:lnTo>
                    <a:pt x="282768" y="336837"/>
                  </a:lnTo>
                  <a:lnTo>
                    <a:pt x="283080" y="336642"/>
                  </a:lnTo>
                  <a:lnTo>
                    <a:pt x="284709" y="336918"/>
                  </a:lnTo>
                  <a:lnTo>
                    <a:pt x="285258" y="336450"/>
                  </a:lnTo>
                  <a:lnTo>
                    <a:pt x="285742" y="335084"/>
                  </a:lnTo>
                  <a:lnTo>
                    <a:pt x="286444" y="333983"/>
                  </a:lnTo>
                  <a:lnTo>
                    <a:pt x="287149" y="333540"/>
                  </a:lnTo>
                  <a:lnTo>
                    <a:pt x="287708" y="333376"/>
                  </a:lnTo>
                  <a:lnTo>
                    <a:pt x="288607" y="334420"/>
                  </a:lnTo>
                  <a:lnTo>
                    <a:pt x="288982" y="333829"/>
                  </a:lnTo>
                  <a:lnTo>
                    <a:pt x="289251" y="331897"/>
                  </a:lnTo>
                  <a:lnTo>
                    <a:pt x="289641" y="329981"/>
                  </a:lnTo>
                  <a:lnTo>
                    <a:pt x="289892" y="329059"/>
                  </a:lnTo>
                  <a:lnTo>
                    <a:pt x="290494" y="328640"/>
                  </a:lnTo>
                  <a:lnTo>
                    <a:pt x="291263" y="328538"/>
                  </a:lnTo>
                  <a:lnTo>
                    <a:pt x="291518" y="328189"/>
                  </a:lnTo>
                  <a:lnTo>
                    <a:pt x="291724" y="327542"/>
                  </a:lnTo>
                  <a:lnTo>
                    <a:pt x="291913" y="325004"/>
                  </a:lnTo>
                  <a:lnTo>
                    <a:pt x="292895" y="319337"/>
                  </a:lnTo>
                  <a:lnTo>
                    <a:pt x="293244" y="316818"/>
                  </a:lnTo>
                  <a:lnTo>
                    <a:pt x="293291" y="316368"/>
                  </a:lnTo>
                  <a:lnTo>
                    <a:pt x="293264" y="313557"/>
                  </a:lnTo>
                  <a:lnTo>
                    <a:pt x="293543" y="313152"/>
                  </a:lnTo>
                  <a:lnTo>
                    <a:pt x="295173" y="314519"/>
                  </a:lnTo>
                  <a:lnTo>
                    <a:pt x="295882" y="314501"/>
                  </a:lnTo>
                  <a:lnTo>
                    <a:pt x="296270" y="313937"/>
                  </a:lnTo>
                  <a:lnTo>
                    <a:pt x="296397" y="312908"/>
                  </a:lnTo>
                  <a:lnTo>
                    <a:pt x="296189" y="311702"/>
                  </a:lnTo>
                  <a:lnTo>
                    <a:pt x="295032" y="309604"/>
                  </a:lnTo>
                  <a:lnTo>
                    <a:pt x="292976" y="306773"/>
                  </a:lnTo>
                  <a:lnTo>
                    <a:pt x="291087" y="305043"/>
                  </a:lnTo>
                  <a:lnTo>
                    <a:pt x="287599" y="305304"/>
                  </a:lnTo>
                  <a:lnTo>
                    <a:pt x="284140" y="305851"/>
                  </a:lnTo>
                  <a:lnTo>
                    <a:pt x="283129" y="305571"/>
                  </a:lnTo>
                  <a:lnTo>
                    <a:pt x="281867" y="304792"/>
                  </a:lnTo>
                  <a:lnTo>
                    <a:pt x="278761" y="304907"/>
                  </a:lnTo>
                  <a:lnTo>
                    <a:pt x="275006" y="305339"/>
                  </a:lnTo>
                  <a:lnTo>
                    <a:pt x="273579" y="305095"/>
                  </a:lnTo>
                  <a:lnTo>
                    <a:pt x="272874" y="305128"/>
                  </a:lnTo>
                  <a:lnTo>
                    <a:pt x="271461" y="305391"/>
                  </a:lnTo>
                  <a:lnTo>
                    <a:pt x="269158" y="304586"/>
                  </a:lnTo>
                  <a:lnTo>
                    <a:pt x="267565" y="303551"/>
                  </a:lnTo>
                  <a:lnTo>
                    <a:pt x="266153" y="302417"/>
                  </a:lnTo>
                  <a:lnTo>
                    <a:pt x="264478" y="301388"/>
                  </a:lnTo>
                  <a:lnTo>
                    <a:pt x="264075" y="301400"/>
                  </a:lnTo>
                  <a:lnTo>
                    <a:pt x="263841" y="301028"/>
                  </a:lnTo>
                  <a:lnTo>
                    <a:pt x="263680" y="300119"/>
                  </a:lnTo>
                  <a:lnTo>
                    <a:pt x="263624" y="298946"/>
                  </a:lnTo>
                  <a:lnTo>
                    <a:pt x="263973" y="293499"/>
                  </a:lnTo>
                  <a:lnTo>
                    <a:pt x="263665" y="285242"/>
                  </a:lnTo>
                  <a:lnTo>
                    <a:pt x="263949" y="282233"/>
                  </a:lnTo>
                  <a:lnTo>
                    <a:pt x="262571" y="275442"/>
                  </a:lnTo>
                  <a:lnTo>
                    <a:pt x="262096" y="274184"/>
                  </a:lnTo>
                  <a:lnTo>
                    <a:pt x="261464" y="274129"/>
                  </a:lnTo>
                  <a:lnTo>
                    <a:pt x="261058" y="275005"/>
                  </a:lnTo>
                  <a:lnTo>
                    <a:pt x="260900" y="276592"/>
                  </a:lnTo>
                  <a:lnTo>
                    <a:pt x="261127" y="278362"/>
                  </a:lnTo>
                  <a:lnTo>
                    <a:pt x="260621" y="280346"/>
                  </a:lnTo>
                  <a:lnTo>
                    <a:pt x="259610" y="280988"/>
                  </a:lnTo>
                  <a:lnTo>
                    <a:pt x="258426" y="280322"/>
                  </a:lnTo>
                  <a:lnTo>
                    <a:pt x="257445" y="279391"/>
                  </a:lnTo>
                  <a:lnTo>
                    <a:pt x="256192" y="277371"/>
                  </a:lnTo>
                  <a:lnTo>
                    <a:pt x="255239" y="274526"/>
                  </a:lnTo>
                  <a:lnTo>
                    <a:pt x="255162" y="271391"/>
                  </a:lnTo>
                  <a:lnTo>
                    <a:pt x="254734" y="269365"/>
                  </a:lnTo>
                  <a:lnTo>
                    <a:pt x="254147" y="268379"/>
                  </a:lnTo>
                  <a:lnTo>
                    <a:pt x="253717" y="268105"/>
                  </a:lnTo>
                  <a:lnTo>
                    <a:pt x="253334" y="268324"/>
                  </a:lnTo>
                  <a:lnTo>
                    <a:pt x="252995" y="269418"/>
                  </a:lnTo>
                  <a:lnTo>
                    <a:pt x="253289" y="270515"/>
                  </a:lnTo>
                  <a:lnTo>
                    <a:pt x="253695" y="272047"/>
                  </a:lnTo>
                  <a:lnTo>
                    <a:pt x="253559" y="273089"/>
                  </a:lnTo>
                  <a:lnTo>
                    <a:pt x="253197" y="273252"/>
                  </a:lnTo>
                  <a:lnTo>
                    <a:pt x="252658" y="272804"/>
                  </a:lnTo>
                  <a:lnTo>
                    <a:pt x="251824" y="273050"/>
                  </a:lnTo>
                  <a:lnTo>
                    <a:pt x="251018" y="272246"/>
                  </a:lnTo>
                  <a:lnTo>
                    <a:pt x="250534" y="272174"/>
                  </a:lnTo>
                  <a:lnTo>
                    <a:pt x="250054" y="271882"/>
                  </a:lnTo>
                  <a:lnTo>
                    <a:pt x="250028" y="270072"/>
                  </a:lnTo>
                  <a:lnTo>
                    <a:pt x="249290" y="267776"/>
                  </a:lnTo>
                  <a:lnTo>
                    <a:pt x="248049" y="265202"/>
                  </a:lnTo>
                  <a:lnTo>
                    <a:pt x="246829" y="263614"/>
                  </a:lnTo>
                  <a:lnTo>
                    <a:pt x="246241" y="263833"/>
                  </a:lnTo>
                  <a:lnTo>
                    <a:pt x="245948" y="265586"/>
                  </a:lnTo>
                  <a:lnTo>
                    <a:pt x="246016" y="266242"/>
                  </a:lnTo>
                  <a:lnTo>
                    <a:pt x="246439" y="266569"/>
                  </a:lnTo>
                  <a:lnTo>
                    <a:pt x="247055" y="267586"/>
                  </a:lnTo>
                  <a:lnTo>
                    <a:pt x="247190" y="268652"/>
                  </a:lnTo>
                  <a:lnTo>
                    <a:pt x="247100" y="269584"/>
                  </a:lnTo>
                  <a:lnTo>
                    <a:pt x="246339" y="271282"/>
                  </a:lnTo>
                  <a:lnTo>
                    <a:pt x="245803" y="272892"/>
                  </a:lnTo>
                  <a:lnTo>
                    <a:pt x="244598" y="275240"/>
                  </a:lnTo>
                  <a:lnTo>
                    <a:pt x="243570" y="277926"/>
                  </a:lnTo>
                  <a:lnTo>
                    <a:pt x="243305" y="279964"/>
                  </a:lnTo>
                  <a:lnTo>
                    <a:pt x="242919" y="281792"/>
                  </a:lnTo>
                  <a:lnTo>
                    <a:pt x="242763" y="283805"/>
                  </a:lnTo>
                  <a:lnTo>
                    <a:pt x="243032" y="285197"/>
                  </a:lnTo>
                  <a:lnTo>
                    <a:pt x="243530" y="286074"/>
                  </a:lnTo>
                  <a:lnTo>
                    <a:pt x="244815" y="286713"/>
                  </a:lnTo>
                  <a:lnTo>
                    <a:pt x="246157" y="289420"/>
                  </a:lnTo>
                  <a:lnTo>
                    <a:pt x="247245" y="293078"/>
                  </a:lnTo>
                  <a:lnTo>
                    <a:pt x="247856" y="294183"/>
                  </a:lnTo>
                  <a:lnTo>
                    <a:pt x="248965" y="295415"/>
                  </a:lnTo>
                  <a:lnTo>
                    <a:pt x="251106" y="295558"/>
                  </a:lnTo>
                  <a:lnTo>
                    <a:pt x="251426" y="296569"/>
                  </a:lnTo>
                  <a:lnTo>
                    <a:pt x="251730" y="299250"/>
                  </a:lnTo>
                  <a:lnTo>
                    <a:pt x="252150" y="300195"/>
                  </a:lnTo>
                  <a:lnTo>
                    <a:pt x="253239" y="301459"/>
                  </a:lnTo>
                  <a:lnTo>
                    <a:pt x="253330" y="302390"/>
                  </a:lnTo>
                  <a:lnTo>
                    <a:pt x="253064" y="303462"/>
                  </a:lnTo>
                  <a:lnTo>
                    <a:pt x="252581" y="304307"/>
                  </a:lnTo>
                  <a:lnTo>
                    <a:pt x="251693" y="304844"/>
                  </a:lnTo>
                  <a:lnTo>
                    <a:pt x="250843" y="305059"/>
                  </a:lnTo>
                  <a:lnTo>
                    <a:pt x="249990" y="304718"/>
                  </a:lnTo>
                  <a:lnTo>
                    <a:pt x="248726" y="304499"/>
                  </a:lnTo>
                  <a:lnTo>
                    <a:pt x="247293" y="304483"/>
                  </a:lnTo>
                  <a:lnTo>
                    <a:pt x="246278" y="311188"/>
                  </a:lnTo>
                  <a:lnTo>
                    <a:pt x="245552" y="313543"/>
                  </a:lnTo>
                  <a:lnTo>
                    <a:pt x="245139" y="313540"/>
                  </a:lnTo>
                  <a:lnTo>
                    <a:pt x="244034" y="312397"/>
                  </a:lnTo>
                  <a:lnTo>
                    <a:pt x="243558" y="312573"/>
                  </a:lnTo>
                  <a:lnTo>
                    <a:pt x="242282" y="318530"/>
                  </a:lnTo>
                  <a:lnTo>
                    <a:pt x="242101" y="319966"/>
                  </a:lnTo>
                  <a:lnTo>
                    <a:pt x="242018" y="321048"/>
                  </a:lnTo>
                  <a:lnTo>
                    <a:pt x="242696" y="323351"/>
                  </a:lnTo>
                  <a:lnTo>
                    <a:pt x="243506" y="325245"/>
                  </a:lnTo>
                  <a:lnTo>
                    <a:pt x="244475" y="325988"/>
                  </a:lnTo>
                  <a:lnTo>
                    <a:pt x="245231" y="325424"/>
                  </a:lnTo>
                  <a:lnTo>
                    <a:pt x="245846" y="326189"/>
                  </a:lnTo>
                  <a:lnTo>
                    <a:pt x="246570" y="328098"/>
                  </a:lnTo>
                  <a:lnTo>
                    <a:pt x="247808" y="329357"/>
                  </a:lnTo>
                  <a:lnTo>
                    <a:pt x="249560" y="329968"/>
                  </a:lnTo>
                  <a:lnTo>
                    <a:pt x="250550" y="331477"/>
                  </a:lnTo>
                  <a:lnTo>
                    <a:pt x="250673" y="332777"/>
                  </a:lnTo>
                  <a:lnTo>
                    <a:pt x="250587" y="334097"/>
                  </a:lnTo>
                  <a:lnTo>
                    <a:pt x="250431" y="337543"/>
                  </a:lnTo>
                  <a:lnTo>
                    <a:pt x="250261" y="339525"/>
                  </a:lnTo>
                  <a:lnTo>
                    <a:pt x="249320" y="344731"/>
                  </a:lnTo>
                  <a:lnTo>
                    <a:pt x="248647" y="349221"/>
                  </a:lnTo>
                  <a:lnTo>
                    <a:pt x="248996" y="351355"/>
                  </a:lnTo>
                  <a:lnTo>
                    <a:pt x="249245" y="352225"/>
                  </a:lnTo>
                  <a:lnTo>
                    <a:pt x="249480" y="352897"/>
                  </a:lnTo>
                  <a:lnTo>
                    <a:pt x="250235" y="354581"/>
                  </a:lnTo>
                  <a:lnTo>
                    <a:pt x="250761" y="356247"/>
                  </a:lnTo>
                  <a:lnTo>
                    <a:pt x="250312" y="360496"/>
                  </a:lnTo>
                  <a:lnTo>
                    <a:pt x="250561" y="361615"/>
                  </a:lnTo>
                  <a:lnTo>
                    <a:pt x="251575" y="362362"/>
                  </a:lnTo>
                  <a:lnTo>
                    <a:pt x="252665" y="362932"/>
                  </a:lnTo>
                  <a:lnTo>
                    <a:pt x="253044" y="363635"/>
                  </a:lnTo>
                  <a:lnTo>
                    <a:pt x="252099" y="367952"/>
                  </a:lnTo>
                  <a:lnTo>
                    <a:pt x="252299" y="370955"/>
                  </a:lnTo>
                  <a:lnTo>
                    <a:pt x="252697" y="373773"/>
                  </a:lnTo>
                  <a:lnTo>
                    <a:pt x="252986" y="378382"/>
                  </a:lnTo>
                  <a:lnTo>
                    <a:pt x="253029" y="378866"/>
                  </a:lnTo>
                  <a:lnTo>
                    <a:pt x="252953" y="380022"/>
                  </a:lnTo>
                  <a:lnTo>
                    <a:pt x="253572" y="383600"/>
                  </a:lnTo>
                  <a:lnTo>
                    <a:pt x="254529" y="390584"/>
                  </a:lnTo>
                  <a:lnTo>
                    <a:pt x="254600" y="393195"/>
                  </a:lnTo>
                  <a:lnTo>
                    <a:pt x="254547" y="395945"/>
                  </a:lnTo>
                  <a:lnTo>
                    <a:pt x="254260" y="400554"/>
                  </a:lnTo>
                  <a:lnTo>
                    <a:pt x="253302" y="400532"/>
                  </a:lnTo>
                  <a:lnTo>
                    <a:pt x="254159" y="403614"/>
                  </a:lnTo>
                  <a:lnTo>
                    <a:pt x="254431" y="405829"/>
                  </a:lnTo>
                  <a:lnTo>
                    <a:pt x="254549" y="408919"/>
                  </a:lnTo>
                  <a:lnTo>
                    <a:pt x="253518" y="409296"/>
                  </a:lnTo>
                  <a:lnTo>
                    <a:pt x="252791" y="408949"/>
                  </a:lnTo>
                  <a:lnTo>
                    <a:pt x="252183" y="406243"/>
                  </a:lnTo>
                  <a:lnTo>
                    <a:pt x="251901" y="408704"/>
                  </a:lnTo>
                  <a:lnTo>
                    <a:pt x="250812" y="410979"/>
                  </a:lnTo>
                  <a:lnTo>
                    <a:pt x="250422" y="409868"/>
                  </a:lnTo>
                  <a:lnTo>
                    <a:pt x="250199" y="408674"/>
                  </a:lnTo>
                  <a:lnTo>
                    <a:pt x="250156" y="406573"/>
                  </a:lnTo>
                  <a:lnTo>
                    <a:pt x="250754" y="398538"/>
                  </a:lnTo>
                  <a:lnTo>
                    <a:pt x="250632" y="397632"/>
                  </a:lnTo>
                  <a:lnTo>
                    <a:pt x="250365" y="397039"/>
                  </a:lnTo>
                  <a:lnTo>
                    <a:pt x="249771" y="396720"/>
                  </a:lnTo>
                  <a:lnTo>
                    <a:pt x="249552" y="395094"/>
                  </a:lnTo>
                  <a:lnTo>
                    <a:pt x="248640" y="403659"/>
                  </a:lnTo>
                  <a:lnTo>
                    <a:pt x="249042" y="407156"/>
                  </a:lnTo>
                  <a:lnTo>
                    <a:pt x="248858" y="408753"/>
                  </a:lnTo>
                  <a:lnTo>
                    <a:pt x="247168" y="410096"/>
                  </a:lnTo>
                  <a:lnTo>
                    <a:pt x="245455" y="406873"/>
                  </a:lnTo>
                  <a:lnTo>
                    <a:pt x="245236" y="405843"/>
                  </a:lnTo>
                  <a:lnTo>
                    <a:pt x="245135" y="407655"/>
                  </a:lnTo>
                  <a:lnTo>
                    <a:pt x="244824" y="409858"/>
                  </a:lnTo>
                  <a:lnTo>
                    <a:pt x="243220" y="409460"/>
                  </a:lnTo>
                  <a:lnTo>
                    <a:pt x="242425" y="407736"/>
                  </a:lnTo>
                  <a:lnTo>
                    <a:pt x="242944" y="404798"/>
                  </a:lnTo>
                  <a:lnTo>
                    <a:pt x="243939" y="397726"/>
                  </a:lnTo>
                  <a:lnTo>
                    <a:pt x="244125" y="394575"/>
                  </a:lnTo>
                  <a:lnTo>
                    <a:pt x="242794" y="392265"/>
                  </a:lnTo>
                  <a:lnTo>
                    <a:pt x="241665" y="390848"/>
                  </a:lnTo>
                  <a:lnTo>
                    <a:pt x="241018" y="387637"/>
                  </a:lnTo>
                  <a:lnTo>
                    <a:pt x="241265" y="391162"/>
                  </a:lnTo>
                  <a:lnTo>
                    <a:pt x="241863" y="392415"/>
                  </a:lnTo>
                  <a:lnTo>
                    <a:pt x="242744" y="393299"/>
                  </a:lnTo>
                  <a:lnTo>
                    <a:pt x="243674" y="395101"/>
                  </a:lnTo>
                  <a:lnTo>
                    <a:pt x="243001" y="397299"/>
                  </a:lnTo>
                  <a:lnTo>
                    <a:pt x="242351" y="398666"/>
                  </a:lnTo>
                  <a:lnTo>
                    <a:pt x="241104" y="403856"/>
                  </a:lnTo>
                  <a:lnTo>
                    <a:pt x="239584" y="406755"/>
                  </a:lnTo>
                  <a:lnTo>
                    <a:pt x="237811" y="408936"/>
                  </a:lnTo>
                  <a:lnTo>
                    <a:pt x="231991" y="412147"/>
                  </a:lnTo>
                  <a:lnTo>
                    <a:pt x="230772" y="413450"/>
                  </a:lnTo>
                  <a:lnTo>
                    <a:pt x="228986" y="417452"/>
                  </a:lnTo>
                  <a:lnTo>
                    <a:pt x="227834" y="421252"/>
                  </a:lnTo>
                  <a:lnTo>
                    <a:pt x="227623" y="425105"/>
                  </a:lnTo>
                  <a:lnTo>
                    <a:pt x="228275" y="429264"/>
                  </a:lnTo>
                  <a:lnTo>
                    <a:pt x="228806" y="435780"/>
                  </a:lnTo>
                  <a:lnTo>
                    <a:pt x="229246" y="437108"/>
                  </a:lnTo>
                  <a:lnTo>
                    <a:pt x="228625" y="439482"/>
                  </a:lnTo>
                  <a:lnTo>
                    <a:pt x="227546" y="442007"/>
                  </a:lnTo>
                  <a:lnTo>
                    <a:pt x="226651" y="445411"/>
                  </a:lnTo>
                  <a:lnTo>
                    <a:pt x="226733" y="447279"/>
                  </a:lnTo>
                  <a:lnTo>
                    <a:pt x="226503" y="448540"/>
                  </a:lnTo>
                  <a:lnTo>
                    <a:pt x="223436" y="452725"/>
                  </a:lnTo>
                  <a:lnTo>
                    <a:pt x="222791" y="455169"/>
                  </a:lnTo>
                  <a:lnTo>
                    <a:pt x="221947" y="457597"/>
                  </a:lnTo>
                  <a:lnTo>
                    <a:pt x="220937" y="456208"/>
                  </a:lnTo>
                  <a:lnTo>
                    <a:pt x="220346" y="456229"/>
                  </a:lnTo>
                  <a:lnTo>
                    <a:pt x="221159" y="458157"/>
                  </a:lnTo>
                  <a:lnTo>
                    <a:pt x="221050" y="459431"/>
                  </a:lnTo>
                  <a:lnTo>
                    <a:pt x="220764" y="460177"/>
                  </a:lnTo>
                  <a:lnTo>
                    <a:pt x="219993" y="460875"/>
                  </a:lnTo>
                  <a:lnTo>
                    <a:pt x="215566" y="463950"/>
                  </a:lnTo>
                  <a:lnTo>
                    <a:pt x="212178" y="466870"/>
                  </a:lnTo>
                  <a:lnTo>
                    <a:pt x="211226" y="466752"/>
                  </a:lnTo>
                  <a:lnTo>
                    <a:pt x="211400" y="465866"/>
                  </a:lnTo>
                  <a:lnTo>
                    <a:pt x="211993" y="465081"/>
                  </a:lnTo>
                  <a:lnTo>
                    <a:pt x="211936" y="461729"/>
                  </a:lnTo>
                  <a:lnTo>
                    <a:pt x="211314" y="461115"/>
                  </a:lnTo>
                  <a:lnTo>
                    <a:pt x="210776" y="460872"/>
                  </a:lnTo>
                  <a:lnTo>
                    <a:pt x="208201" y="464957"/>
                  </a:lnTo>
                  <a:lnTo>
                    <a:pt x="207155" y="468998"/>
                  </a:lnTo>
                  <a:lnTo>
                    <a:pt x="207374" y="469767"/>
                  </a:lnTo>
                  <a:lnTo>
                    <a:pt x="207956" y="469577"/>
                  </a:lnTo>
                  <a:lnTo>
                    <a:pt x="209691" y="467284"/>
                  </a:lnTo>
                  <a:lnTo>
                    <a:pt x="210496" y="467935"/>
                  </a:lnTo>
                  <a:lnTo>
                    <a:pt x="210553" y="468831"/>
                  </a:lnTo>
                  <a:lnTo>
                    <a:pt x="207920" y="472324"/>
                  </a:lnTo>
                  <a:lnTo>
                    <a:pt x="202380" y="483640"/>
                  </a:lnTo>
                  <a:lnTo>
                    <a:pt x="202122" y="485865"/>
                  </a:lnTo>
                  <a:lnTo>
                    <a:pt x="201403" y="488388"/>
                  </a:lnTo>
                  <a:lnTo>
                    <a:pt x="200410" y="490763"/>
                  </a:lnTo>
                  <a:lnTo>
                    <a:pt x="198624" y="496513"/>
                  </a:lnTo>
                  <a:lnTo>
                    <a:pt x="195198" y="505057"/>
                  </a:lnTo>
                  <a:lnTo>
                    <a:pt x="194252" y="508246"/>
                  </a:lnTo>
                  <a:lnTo>
                    <a:pt x="188770" y="514830"/>
                  </a:lnTo>
                  <a:lnTo>
                    <a:pt x="187771" y="516787"/>
                  </a:lnTo>
                  <a:lnTo>
                    <a:pt x="185525" y="523198"/>
                  </a:lnTo>
                  <a:lnTo>
                    <a:pt x="183214" y="528448"/>
                  </a:lnTo>
                  <a:lnTo>
                    <a:pt x="180514" y="532797"/>
                  </a:lnTo>
                  <a:lnTo>
                    <a:pt x="175838" y="538349"/>
                  </a:lnTo>
                  <a:lnTo>
                    <a:pt x="172991" y="543601"/>
                  </a:lnTo>
                  <a:lnTo>
                    <a:pt x="172101" y="547091"/>
                  </a:lnTo>
                  <a:lnTo>
                    <a:pt x="172045" y="548332"/>
                  </a:lnTo>
                  <a:lnTo>
                    <a:pt x="172353" y="550032"/>
                  </a:lnTo>
                  <a:lnTo>
                    <a:pt x="172875" y="551609"/>
                  </a:lnTo>
                  <a:lnTo>
                    <a:pt x="172994" y="552861"/>
                  </a:lnTo>
                  <a:lnTo>
                    <a:pt x="172737" y="555115"/>
                  </a:lnTo>
                  <a:lnTo>
                    <a:pt x="172596" y="556361"/>
                  </a:lnTo>
                  <a:lnTo>
                    <a:pt x="171763" y="559449"/>
                  </a:lnTo>
                  <a:lnTo>
                    <a:pt x="170334" y="561651"/>
                  </a:lnTo>
                  <a:lnTo>
                    <a:pt x="165707" y="566256"/>
                  </a:lnTo>
                  <a:lnTo>
                    <a:pt x="165096" y="566109"/>
                  </a:lnTo>
                  <a:lnTo>
                    <a:pt x="161319" y="565200"/>
                  </a:lnTo>
                  <a:lnTo>
                    <a:pt x="159909" y="566033"/>
                  </a:lnTo>
                  <a:lnTo>
                    <a:pt x="159330" y="568193"/>
                  </a:lnTo>
                  <a:lnTo>
                    <a:pt x="158032" y="577122"/>
                  </a:lnTo>
                  <a:lnTo>
                    <a:pt x="156789" y="579496"/>
                  </a:lnTo>
                  <a:lnTo>
                    <a:pt x="156342" y="581644"/>
                  </a:lnTo>
                  <a:lnTo>
                    <a:pt x="156162" y="583133"/>
                  </a:lnTo>
                  <a:lnTo>
                    <a:pt x="155420" y="583094"/>
                  </a:lnTo>
                  <a:lnTo>
                    <a:pt x="154774" y="582427"/>
                  </a:lnTo>
                  <a:lnTo>
                    <a:pt x="154301" y="582909"/>
                  </a:lnTo>
                  <a:lnTo>
                    <a:pt x="153763" y="579913"/>
                  </a:lnTo>
                  <a:lnTo>
                    <a:pt x="152861" y="579299"/>
                  </a:lnTo>
                  <a:lnTo>
                    <a:pt x="152115" y="579094"/>
                  </a:lnTo>
                  <a:lnTo>
                    <a:pt x="148925" y="582116"/>
                  </a:lnTo>
                  <a:lnTo>
                    <a:pt x="147811" y="584540"/>
                  </a:lnTo>
                  <a:lnTo>
                    <a:pt x="145467" y="595978"/>
                  </a:lnTo>
                  <a:lnTo>
                    <a:pt x="144886" y="603354"/>
                  </a:lnTo>
                  <a:lnTo>
                    <a:pt x="145437" y="611503"/>
                  </a:lnTo>
                  <a:lnTo>
                    <a:pt x="146251" y="618016"/>
                  </a:lnTo>
                  <a:lnTo>
                    <a:pt x="146413" y="620957"/>
                  </a:lnTo>
                  <a:lnTo>
                    <a:pt x="146308" y="624766"/>
                  </a:lnTo>
                  <a:lnTo>
                    <a:pt x="145895" y="626623"/>
                  </a:lnTo>
                  <a:lnTo>
                    <a:pt x="145596" y="628820"/>
                  </a:lnTo>
                  <a:lnTo>
                    <a:pt x="145985" y="633349"/>
                  </a:lnTo>
                  <a:lnTo>
                    <a:pt x="146970" y="639280"/>
                  </a:lnTo>
                  <a:lnTo>
                    <a:pt x="147210" y="641784"/>
                  </a:lnTo>
                  <a:lnTo>
                    <a:pt x="147230" y="644374"/>
                  </a:lnTo>
                  <a:lnTo>
                    <a:pt x="147971" y="650307"/>
                  </a:lnTo>
                  <a:lnTo>
                    <a:pt x="147472" y="649236"/>
                  </a:lnTo>
                  <a:lnTo>
                    <a:pt x="147079" y="646740"/>
                  </a:lnTo>
                  <a:lnTo>
                    <a:pt x="146139" y="643548"/>
                  </a:lnTo>
                  <a:lnTo>
                    <a:pt x="144992" y="646725"/>
                  </a:lnTo>
                  <a:lnTo>
                    <a:pt x="145627" y="649017"/>
                  </a:lnTo>
                  <a:lnTo>
                    <a:pt x="147773" y="651735"/>
                  </a:lnTo>
                  <a:lnTo>
                    <a:pt x="148407" y="653963"/>
                  </a:lnTo>
                  <a:lnTo>
                    <a:pt x="147027" y="673790"/>
                  </a:lnTo>
                  <a:lnTo>
                    <a:pt x="145978" y="680832"/>
                  </a:lnTo>
                  <a:lnTo>
                    <a:pt x="144692" y="685448"/>
                  </a:lnTo>
                  <a:lnTo>
                    <a:pt x="144012" y="687231"/>
                  </a:lnTo>
                  <a:lnTo>
                    <a:pt x="142510" y="694520"/>
                  </a:lnTo>
                  <a:lnTo>
                    <a:pt x="141449" y="703342"/>
                  </a:lnTo>
                  <a:lnTo>
                    <a:pt x="141238" y="706738"/>
                  </a:lnTo>
                  <a:lnTo>
                    <a:pt x="141716" y="710539"/>
                  </a:lnTo>
                  <a:lnTo>
                    <a:pt x="141175" y="712787"/>
                  </a:lnTo>
                  <a:lnTo>
                    <a:pt x="140495" y="714502"/>
                  </a:lnTo>
                  <a:lnTo>
                    <a:pt x="141785" y="713730"/>
                  </a:lnTo>
                  <a:lnTo>
                    <a:pt x="142227" y="715793"/>
                  </a:lnTo>
                  <a:lnTo>
                    <a:pt x="142390" y="717920"/>
                  </a:lnTo>
                  <a:lnTo>
                    <a:pt x="142409" y="730568"/>
                  </a:lnTo>
                  <a:lnTo>
                    <a:pt x="142263" y="743755"/>
                  </a:lnTo>
                  <a:lnTo>
                    <a:pt x="141272" y="744294"/>
                  </a:lnTo>
                  <a:lnTo>
                    <a:pt x="140181" y="744431"/>
                  </a:lnTo>
                  <a:lnTo>
                    <a:pt x="139221" y="744057"/>
                  </a:lnTo>
                  <a:lnTo>
                    <a:pt x="138527" y="743546"/>
                  </a:lnTo>
                  <a:lnTo>
                    <a:pt x="136807" y="744246"/>
                  </a:lnTo>
                  <a:lnTo>
                    <a:pt x="135881" y="745702"/>
                  </a:lnTo>
                  <a:lnTo>
                    <a:pt x="135138" y="748121"/>
                  </a:lnTo>
                  <a:lnTo>
                    <a:pt x="135189" y="752246"/>
                  </a:lnTo>
                  <a:lnTo>
                    <a:pt x="132002" y="762651"/>
                  </a:lnTo>
                  <a:lnTo>
                    <a:pt x="131316" y="766118"/>
                  </a:lnTo>
                  <a:lnTo>
                    <a:pt x="131062" y="769454"/>
                  </a:lnTo>
                  <a:lnTo>
                    <a:pt x="131476" y="771199"/>
                  </a:lnTo>
                  <a:lnTo>
                    <a:pt x="132290" y="772986"/>
                  </a:lnTo>
                  <a:lnTo>
                    <a:pt x="133352" y="773707"/>
                  </a:lnTo>
                  <a:lnTo>
                    <a:pt x="135405" y="774426"/>
                  </a:lnTo>
                  <a:lnTo>
                    <a:pt x="136390" y="775385"/>
                  </a:lnTo>
                  <a:lnTo>
                    <a:pt x="137062" y="777151"/>
                  </a:lnTo>
                  <a:lnTo>
                    <a:pt x="134642" y="775271"/>
                  </a:lnTo>
                  <a:lnTo>
                    <a:pt x="131799" y="774900"/>
                  </a:lnTo>
                  <a:lnTo>
                    <a:pt x="124997" y="779732"/>
                  </a:lnTo>
                  <a:lnTo>
                    <a:pt x="123206" y="783126"/>
                  </a:lnTo>
                  <a:lnTo>
                    <a:pt x="122206" y="786060"/>
                  </a:lnTo>
                  <a:lnTo>
                    <a:pt x="121518" y="792783"/>
                  </a:lnTo>
                  <a:lnTo>
                    <a:pt x="121400" y="797275"/>
                  </a:lnTo>
                  <a:lnTo>
                    <a:pt x="120593" y="801021"/>
                  </a:lnTo>
                  <a:lnTo>
                    <a:pt x="117061" y="806775"/>
                  </a:lnTo>
                  <a:lnTo>
                    <a:pt x="114829" y="808547"/>
                  </a:lnTo>
                  <a:lnTo>
                    <a:pt x="113981" y="810070"/>
                  </a:lnTo>
                  <a:lnTo>
                    <a:pt x="111347" y="808091"/>
                  </a:lnTo>
                  <a:lnTo>
                    <a:pt x="108476" y="803050"/>
                  </a:lnTo>
                  <a:lnTo>
                    <a:pt x="107270" y="800350"/>
                  </a:lnTo>
                  <a:lnTo>
                    <a:pt x="103009" y="787355"/>
                  </a:lnTo>
                  <a:lnTo>
                    <a:pt x="102230" y="785708"/>
                  </a:lnTo>
                  <a:lnTo>
                    <a:pt x="101371" y="780154"/>
                  </a:lnTo>
                  <a:lnTo>
                    <a:pt x="101235" y="778083"/>
                  </a:lnTo>
                  <a:lnTo>
                    <a:pt x="100999" y="777258"/>
                  </a:lnTo>
                  <a:lnTo>
                    <a:pt x="100593" y="776695"/>
                  </a:lnTo>
                  <a:lnTo>
                    <a:pt x="100399" y="775838"/>
                  </a:lnTo>
                  <a:lnTo>
                    <a:pt x="99442" y="769477"/>
                  </a:lnTo>
                  <a:lnTo>
                    <a:pt x="99049" y="762847"/>
                  </a:lnTo>
                  <a:lnTo>
                    <a:pt x="98440" y="755441"/>
                  </a:lnTo>
                  <a:lnTo>
                    <a:pt x="98955" y="755950"/>
                  </a:lnTo>
                  <a:lnTo>
                    <a:pt x="99667" y="758388"/>
                  </a:lnTo>
                  <a:lnTo>
                    <a:pt x="100023" y="761934"/>
                  </a:lnTo>
                  <a:lnTo>
                    <a:pt x="100063" y="766882"/>
                  </a:lnTo>
                  <a:lnTo>
                    <a:pt x="100599" y="767457"/>
                  </a:lnTo>
                  <a:lnTo>
                    <a:pt x="101077" y="766991"/>
                  </a:lnTo>
                  <a:lnTo>
                    <a:pt x="99708" y="755588"/>
                  </a:lnTo>
                  <a:lnTo>
                    <a:pt x="98517" y="752756"/>
                  </a:lnTo>
                  <a:lnTo>
                    <a:pt x="98201" y="752570"/>
                  </a:lnTo>
                  <a:lnTo>
                    <a:pt x="97870" y="750742"/>
                  </a:lnTo>
                  <a:lnTo>
                    <a:pt x="97834" y="748447"/>
                  </a:lnTo>
                  <a:lnTo>
                    <a:pt x="97941" y="747358"/>
                  </a:lnTo>
                  <a:lnTo>
                    <a:pt x="96989" y="743624"/>
                  </a:lnTo>
                  <a:lnTo>
                    <a:pt x="96657" y="741401"/>
                  </a:lnTo>
                  <a:lnTo>
                    <a:pt x="94542" y="730118"/>
                  </a:lnTo>
                  <a:lnTo>
                    <a:pt x="93592" y="722037"/>
                  </a:lnTo>
                  <a:lnTo>
                    <a:pt x="92120" y="713048"/>
                  </a:lnTo>
                  <a:lnTo>
                    <a:pt x="91173" y="709897"/>
                  </a:lnTo>
                  <a:lnTo>
                    <a:pt x="89691" y="702961"/>
                  </a:lnTo>
                  <a:lnTo>
                    <a:pt x="88450" y="699738"/>
                  </a:lnTo>
                  <a:lnTo>
                    <a:pt x="87133" y="695416"/>
                  </a:lnTo>
                  <a:lnTo>
                    <a:pt x="86099" y="693499"/>
                  </a:lnTo>
                  <a:lnTo>
                    <a:pt x="85696" y="692489"/>
                  </a:lnTo>
                  <a:lnTo>
                    <a:pt x="82635" y="677507"/>
                  </a:lnTo>
                  <a:lnTo>
                    <a:pt x="81693" y="669232"/>
                  </a:lnTo>
                  <a:lnTo>
                    <a:pt x="80897" y="665323"/>
                  </a:lnTo>
                  <a:lnTo>
                    <a:pt x="80502" y="662354"/>
                  </a:lnTo>
                  <a:lnTo>
                    <a:pt x="79427" y="649660"/>
                  </a:lnTo>
                  <a:lnTo>
                    <a:pt x="79419" y="647391"/>
                  </a:lnTo>
                  <a:lnTo>
                    <a:pt x="79288" y="644912"/>
                  </a:lnTo>
                  <a:lnTo>
                    <a:pt x="78527" y="639533"/>
                  </a:lnTo>
                  <a:lnTo>
                    <a:pt x="77187" y="633721"/>
                  </a:lnTo>
                  <a:lnTo>
                    <a:pt x="76799" y="630101"/>
                  </a:lnTo>
                  <a:lnTo>
                    <a:pt x="76803" y="628693"/>
                  </a:lnTo>
                  <a:lnTo>
                    <a:pt x="75952" y="623052"/>
                  </a:lnTo>
                  <a:lnTo>
                    <a:pt x="75770" y="620472"/>
                  </a:lnTo>
                  <a:lnTo>
                    <a:pt x="75195" y="618087"/>
                  </a:lnTo>
                  <a:lnTo>
                    <a:pt x="74528" y="615898"/>
                  </a:lnTo>
                  <a:lnTo>
                    <a:pt x="73830" y="614144"/>
                  </a:lnTo>
                  <a:lnTo>
                    <a:pt x="72193" y="608431"/>
                  </a:lnTo>
                  <a:lnTo>
                    <a:pt x="71607" y="607038"/>
                  </a:lnTo>
                  <a:lnTo>
                    <a:pt x="70493" y="603333"/>
                  </a:lnTo>
                  <a:lnTo>
                    <a:pt x="69701" y="596486"/>
                  </a:lnTo>
                  <a:lnTo>
                    <a:pt x="68683" y="593811"/>
                  </a:lnTo>
                  <a:lnTo>
                    <a:pt x="70282" y="593811"/>
                  </a:lnTo>
                  <a:lnTo>
                    <a:pt x="69307" y="591285"/>
                  </a:lnTo>
                  <a:lnTo>
                    <a:pt x="68843" y="589627"/>
                  </a:lnTo>
                  <a:lnTo>
                    <a:pt x="68330" y="588608"/>
                  </a:lnTo>
                  <a:lnTo>
                    <a:pt x="69074" y="586058"/>
                  </a:lnTo>
                  <a:lnTo>
                    <a:pt x="67855" y="586130"/>
                  </a:lnTo>
                  <a:lnTo>
                    <a:pt x="67210" y="584594"/>
                  </a:lnTo>
                  <a:lnTo>
                    <a:pt x="66331" y="579801"/>
                  </a:lnTo>
                  <a:lnTo>
                    <a:pt x="64726" y="574389"/>
                  </a:lnTo>
                  <a:lnTo>
                    <a:pt x="64454" y="571498"/>
                  </a:lnTo>
                  <a:lnTo>
                    <a:pt x="63039" y="562404"/>
                  </a:lnTo>
                  <a:lnTo>
                    <a:pt x="61839" y="540577"/>
                  </a:lnTo>
                  <a:lnTo>
                    <a:pt x="60740" y="530858"/>
                  </a:lnTo>
                  <a:lnTo>
                    <a:pt x="60826" y="528066"/>
                  </a:lnTo>
                  <a:lnTo>
                    <a:pt x="59499" y="519650"/>
                  </a:lnTo>
                  <a:lnTo>
                    <a:pt x="58850" y="514007"/>
                  </a:lnTo>
                  <a:lnTo>
                    <a:pt x="58584" y="509233"/>
                  </a:lnTo>
                  <a:lnTo>
                    <a:pt x="58231" y="506090"/>
                  </a:lnTo>
                  <a:lnTo>
                    <a:pt x="57915" y="499870"/>
                  </a:lnTo>
                  <a:lnTo>
                    <a:pt x="57407" y="497900"/>
                  </a:lnTo>
                  <a:lnTo>
                    <a:pt x="57351" y="496711"/>
                  </a:lnTo>
                  <a:lnTo>
                    <a:pt x="57690" y="493877"/>
                  </a:lnTo>
                  <a:lnTo>
                    <a:pt x="58642" y="489497"/>
                  </a:lnTo>
                  <a:lnTo>
                    <a:pt x="58992" y="486722"/>
                  </a:lnTo>
                  <a:lnTo>
                    <a:pt x="58584" y="482815"/>
                  </a:lnTo>
                  <a:lnTo>
                    <a:pt x="57714" y="486917"/>
                  </a:lnTo>
                  <a:lnTo>
                    <a:pt x="56909" y="488067"/>
                  </a:lnTo>
                  <a:lnTo>
                    <a:pt x="56524" y="485002"/>
                  </a:lnTo>
                  <a:lnTo>
                    <a:pt x="56520" y="480881"/>
                  </a:lnTo>
                  <a:lnTo>
                    <a:pt x="56420" y="479896"/>
                  </a:lnTo>
                  <a:lnTo>
                    <a:pt x="56628" y="478512"/>
                  </a:lnTo>
                  <a:lnTo>
                    <a:pt x="58768" y="479147"/>
                  </a:lnTo>
                  <a:lnTo>
                    <a:pt x="56339" y="476619"/>
                  </a:lnTo>
                  <a:lnTo>
                    <a:pt x="56048" y="475136"/>
                  </a:lnTo>
                  <a:lnTo>
                    <a:pt x="55956" y="474032"/>
                  </a:lnTo>
                  <a:lnTo>
                    <a:pt x="56480" y="471985"/>
                  </a:lnTo>
                  <a:lnTo>
                    <a:pt x="55592" y="470258"/>
                  </a:lnTo>
                  <a:lnTo>
                    <a:pt x="55237" y="464973"/>
                  </a:lnTo>
                  <a:lnTo>
                    <a:pt x="54975" y="463767"/>
                  </a:lnTo>
                  <a:lnTo>
                    <a:pt x="54875" y="462791"/>
                  </a:lnTo>
                  <a:lnTo>
                    <a:pt x="55378" y="455491"/>
                  </a:lnTo>
                  <a:lnTo>
                    <a:pt x="57476" y="441155"/>
                  </a:lnTo>
                  <a:lnTo>
                    <a:pt x="57629" y="437917"/>
                  </a:lnTo>
                  <a:lnTo>
                    <a:pt x="57448" y="433314"/>
                  </a:lnTo>
                  <a:lnTo>
                    <a:pt x="56981" y="429651"/>
                  </a:lnTo>
                  <a:lnTo>
                    <a:pt x="56783" y="425777"/>
                  </a:lnTo>
                  <a:lnTo>
                    <a:pt x="56656" y="424784"/>
                  </a:lnTo>
                  <a:lnTo>
                    <a:pt x="55896" y="424431"/>
                  </a:lnTo>
                  <a:lnTo>
                    <a:pt x="55175" y="422998"/>
                  </a:lnTo>
                  <a:lnTo>
                    <a:pt x="54340" y="417256"/>
                  </a:lnTo>
                  <a:lnTo>
                    <a:pt x="55104" y="415371"/>
                  </a:lnTo>
                  <a:lnTo>
                    <a:pt x="55692" y="414335"/>
                  </a:lnTo>
                  <a:lnTo>
                    <a:pt x="54882" y="414775"/>
                  </a:lnTo>
                  <a:lnTo>
                    <a:pt x="54211" y="414601"/>
                  </a:lnTo>
                  <a:lnTo>
                    <a:pt x="55482" y="411958"/>
                  </a:lnTo>
                  <a:lnTo>
                    <a:pt x="56615" y="409929"/>
                  </a:lnTo>
                  <a:lnTo>
                    <a:pt x="59198" y="407574"/>
                  </a:lnTo>
                  <a:lnTo>
                    <a:pt x="60295" y="406072"/>
                  </a:lnTo>
                  <a:lnTo>
                    <a:pt x="58670" y="407424"/>
                  </a:lnTo>
                  <a:lnTo>
                    <a:pt x="56971" y="407939"/>
                  </a:lnTo>
                  <a:lnTo>
                    <a:pt x="53355" y="407664"/>
                  </a:lnTo>
                  <a:lnTo>
                    <a:pt x="53958" y="402315"/>
                  </a:lnTo>
                  <a:lnTo>
                    <a:pt x="54586" y="400531"/>
                  </a:lnTo>
                  <a:lnTo>
                    <a:pt x="55270" y="399528"/>
                  </a:lnTo>
                  <a:lnTo>
                    <a:pt x="54262" y="399829"/>
                  </a:lnTo>
                  <a:lnTo>
                    <a:pt x="53102" y="399401"/>
                  </a:lnTo>
                  <a:lnTo>
                    <a:pt x="53477" y="393971"/>
                  </a:lnTo>
                  <a:lnTo>
                    <a:pt x="54390" y="392800"/>
                  </a:lnTo>
                  <a:lnTo>
                    <a:pt x="55375" y="392576"/>
                  </a:lnTo>
                  <a:lnTo>
                    <a:pt x="56599" y="391804"/>
                  </a:lnTo>
                  <a:lnTo>
                    <a:pt x="55292" y="390908"/>
                  </a:lnTo>
                  <a:lnTo>
                    <a:pt x="53929" y="390480"/>
                  </a:lnTo>
                  <a:lnTo>
                    <a:pt x="52294" y="391367"/>
                  </a:lnTo>
                  <a:lnTo>
                    <a:pt x="50791" y="390714"/>
                  </a:lnTo>
                  <a:lnTo>
                    <a:pt x="48965" y="390728"/>
                  </a:lnTo>
                  <a:lnTo>
                    <a:pt x="49693" y="391454"/>
                  </a:lnTo>
                  <a:lnTo>
                    <a:pt x="50472" y="393107"/>
                  </a:lnTo>
                  <a:lnTo>
                    <a:pt x="50081" y="396046"/>
                  </a:lnTo>
                  <a:lnTo>
                    <a:pt x="49715" y="397881"/>
                  </a:lnTo>
                  <a:lnTo>
                    <a:pt x="48708" y="399147"/>
                  </a:lnTo>
                  <a:lnTo>
                    <a:pt x="47888" y="401063"/>
                  </a:lnTo>
                  <a:lnTo>
                    <a:pt x="47658" y="402747"/>
                  </a:lnTo>
                  <a:lnTo>
                    <a:pt x="47190" y="403927"/>
                  </a:lnTo>
                  <a:lnTo>
                    <a:pt x="47991" y="404768"/>
                  </a:lnTo>
                  <a:lnTo>
                    <a:pt x="48820" y="405367"/>
                  </a:lnTo>
                  <a:lnTo>
                    <a:pt x="49301" y="406729"/>
                  </a:lnTo>
                  <a:lnTo>
                    <a:pt x="49865" y="408708"/>
                  </a:lnTo>
                  <a:lnTo>
                    <a:pt x="49833" y="412556"/>
                  </a:lnTo>
                  <a:lnTo>
                    <a:pt x="47670" y="421626"/>
                  </a:lnTo>
                  <a:lnTo>
                    <a:pt x="46923" y="423646"/>
                  </a:lnTo>
                  <a:lnTo>
                    <a:pt x="41510" y="429117"/>
                  </a:lnTo>
                  <a:lnTo>
                    <a:pt x="39382" y="432095"/>
                  </a:lnTo>
                  <a:lnTo>
                    <a:pt x="34850" y="435963"/>
                  </a:lnTo>
                  <a:lnTo>
                    <a:pt x="33083" y="436683"/>
                  </a:lnTo>
                  <a:lnTo>
                    <a:pt x="31129" y="435917"/>
                  </a:lnTo>
                  <a:lnTo>
                    <a:pt x="28274" y="432970"/>
                  </a:lnTo>
                  <a:lnTo>
                    <a:pt x="23915" y="425450"/>
                  </a:lnTo>
                  <a:lnTo>
                    <a:pt x="22782" y="422964"/>
                  </a:lnTo>
                  <a:lnTo>
                    <a:pt x="19297" y="413304"/>
                  </a:lnTo>
                  <a:lnTo>
                    <a:pt x="16781" y="408196"/>
                  </a:lnTo>
                  <a:lnTo>
                    <a:pt x="14873" y="403439"/>
                  </a:lnTo>
                  <a:lnTo>
                    <a:pt x="12512" y="398949"/>
                  </a:lnTo>
                  <a:lnTo>
                    <a:pt x="10282" y="392884"/>
                  </a:lnTo>
                  <a:lnTo>
                    <a:pt x="9809" y="390121"/>
                  </a:lnTo>
                  <a:lnTo>
                    <a:pt x="9974" y="387310"/>
                  </a:lnTo>
                  <a:lnTo>
                    <a:pt x="10805" y="385776"/>
                  </a:lnTo>
                  <a:lnTo>
                    <a:pt x="11776" y="386398"/>
                  </a:lnTo>
                  <a:lnTo>
                    <a:pt x="12543" y="388767"/>
                  </a:lnTo>
                  <a:lnTo>
                    <a:pt x="13086" y="389828"/>
                  </a:lnTo>
                  <a:lnTo>
                    <a:pt x="13546" y="390262"/>
                  </a:lnTo>
                  <a:lnTo>
                    <a:pt x="16869" y="386630"/>
                  </a:lnTo>
                  <a:lnTo>
                    <a:pt x="18160" y="386775"/>
                  </a:lnTo>
                  <a:lnTo>
                    <a:pt x="19042" y="384952"/>
                  </a:lnTo>
                  <a:lnTo>
                    <a:pt x="20157" y="385349"/>
                  </a:lnTo>
                  <a:lnTo>
                    <a:pt x="22434" y="382514"/>
                  </a:lnTo>
                  <a:lnTo>
                    <a:pt x="23389" y="382342"/>
                  </a:lnTo>
                  <a:lnTo>
                    <a:pt x="24523" y="381774"/>
                  </a:lnTo>
                  <a:lnTo>
                    <a:pt x="26357" y="374593"/>
                  </a:lnTo>
                  <a:lnTo>
                    <a:pt x="27730" y="370026"/>
                  </a:lnTo>
                  <a:lnTo>
                    <a:pt x="28620" y="369075"/>
                  </a:lnTo>
                  <a:lnTo>
                    <a:pt x="28570" y="367963"/>
                  </a:lnTo>
                  <a:lnTo>
                    <a:pt x="28325" y="366504"/>
                  </a:lnTo>
                  <a:lnTo>
                    <a:pt x="27659" y="366871"/>
                  </a:lnTo>
                  <a:lnTo>
                    <a:pt x="27192" y="368259"/>
                  </a:lnTo>
                  <a:lnTo>
                    <a:pt x="26847" y="369933"/>
                  </a:lnTo>
                  <a:lnTo>
                    <a:pt x="26500" y="370929"/>
                  </a:lnTo>
                  <a:lnTo>
                    <a:pt x="25424" y="370009"/>
                  </a:lnTo>
                  <a:lnTo>
                    <a:pt x="24699" y="370163"/>
                  </a:lnTo>
                  <a:lnTo>
                    <a:pt x="23804" y="370715"/>
                  </a:lnTo>
                  <a:lnTo>
                    <a:pt x="20532" y="373391"/>
                  </a:lnTo>
                  <a:lnTo>
                    <a:pt x="19190" y="375792"/>
                  </a:lnTo>
                  <a:lnTo>
                    <a:pt x="18276" y="376268"/>
                  </a:lnTo>
                  <a:lnTo>
                    <a:pt x="13051" y="373625"/>
                  </a:lnTo>
                  <a:lnTo>
                    <a:pt x="7946" y="367562"/>
                  </a:lnTo>
                  <a:lnTo>
                    <a:pt x="5797" y="363536"/>
                  </a:lnTo>
                  <a:lnTo>
                    <a:pt x="4438" y="358391"/>
                  </a:lnTo>
                  <a:lnTo>
                    <a:pt x="3076" y="352262"/>
                  </a:lnTo>
                  <a:lnTo>
                    <a:pt x="3519" y="350548"/>
                  </a:lnTo>
                  <a:lnTo>
                    <a:pt x="5631" y="346865"/>
                  </a:lnTo>
                  <a:lnTo>
                    <a:pt x="7455" y="343970"/>
                  </a:lnTo>
                  <a:lnTo>
                    <a:pt x="5817" y="345259"/>
                  </a:lnTo>
                  <a:lnTo>
                    <a:pt x="4044" y="347046"/>
                  </a:lnTo>
                  <a:lnTo>
                    <a:pt x="3167" y="348300"/>
                  </a:lnTo>
                  <a:lnTo>
                    <a:pt x="2173" y="350922"/>
                  </a:lnTo>
                  <a:lnTo>
                    <a:pt x="852" y="351509"/>
                  </a:lnTo>
                  <a:lnTo>
                    <a:pt x="328" y="347611"/>
                  </a:lnTo>
                  <a:lnTo>
                    <a:pt x="0" y="343816"/>
                  </a:lnTo>
                  <a:lnTo>
                    <a:pt x="842" y="342539"/>
                  </a:lnTo>
                  <a:lnTo>
                    <a:pt x="1431" y="341728"/>
                  </a:lnTo>
                  <a:lnTo>
                    <a:pt x="2634" y="341051"/>
                  </a:lnTo>
                  <a:lnTo>
                    <a:pt x="3944" y="340568"/>
                  </a:lnTo>
                  <a:lnTo>
                    <a:pt x="5137" y="340587"/>
                  </a:lnTo>
                  <a:lnTo>
                    <a:pt x="6813" y="340643"/>
                  </a:lnTo>
                  <a:lnTo>
                    <a:pt x="6862" y="331751"/>
                  </a:lnTo>
                  <a:lnTo>
                    <a:pt x="7002" y="330972"/>
                  </a:lnTo>
                  <a:lnTo>
                    <a:pt x="7238" y="330522"/>
                  </a:lnTo>
                  <a:lnTo>
                    <a:pt x="7508" y="330330"/>
                  </a:lnTo>
                  <a:lnTo>
                    <a:pt x="7738" y="330467"/>
                  </a:lnTo>
                  <a:lnTo>
                    <a:pt x="8083" y="331799"/>
                  </a:lnTo>
                  <a:lnTo>
                    <a:pt x="8512" y="331725"/>
                  </a:lnTo>
                  <a:lnTo>
                    <a:pt x="8966" y="330959"/>
                  </a:lnTo>
                  <a:lnTo>
                    <a:pt x="9987" y="331530"/>
                  </a:lnTo>
                  <a:lnTo>
                    <a:pt x="10804" y="331139"/>
                  </a:lnTo>
                  <a:lnTo>
                    <a:pt x="11632" y="331662"/>
                  </a:lnTo>
                  <a:lnTo>
                    <a:pt x="13040" y="331673"/>
                  </a:lnTo>
                  <a:lnTo>
                    <a:pt x="15580" y="331462"/>
                  </a:lnTo>
                  <a:lnTo>
                    <a:pt x="16990" y="331530"/>
                  </a:lnTo>
                  <a:lnTo>
                    <a:pt x="17904" y="332946"/>
                  </a:lnTo>
                  <a:lnTo>
                    <a:pt x="18904" y="334500"/>
                  </a:lnTo>
                  <a:lnTo>
                    <a:pt x="19988" y="334717"/>
                  </a:lnTo>
                  <a:lnTo>
                    <a:pt x="21556" y="334536"/>
                  </a:lnTo>
                  <a:lnTo>
                    <a:pt x="22620" y="333940"/>
                  </a:lnTo>
                  <a:lnTo>
                    <a:pt x="23156" y="332491"/>
                  </a:lnTo>
                  <a:lnTo>
                    <a:pt x="23560" y="331105"/>
                  </a:lnTo>
                  <a:lnTo>
                    <a:pt x="25885" y="329072"/>
                  </a:lnTo>
                  <a:lnTo>
                    <a:pt x="28325" y="327421"/>
                  </a:lnTo>
                  <a:lnTo>
                    <a:pt x="29026" y="327239"/>
                  </a:lnTo>
                  <a:lnTo>
                    <a:pt x="29249" y="328200"/>
                  </a:lnTo>
                  <a:lnTo>
                    <a:pt x="29137" y="329816"/>
                  </a:lnTo>
                  <a:lnTo>
                    <a:pt x="29423" y="331354"/>
                  </a:lnTo>
                  <a:lnTo>
                    <a:pt x="30400" y="332328"/>
                  </a:lnTo>
                  <a:lnTo>
                    <a:pt x="31092" y="332568"/>
                  </a:lnTo>
                  <a:lnTo>
                    <a:pt x="31714" y="332348"/>
                  </a:lnTo>
                  <a:lnTo>
                    <a:pt x="32174" y="331859"/>
                  </a:lnTo>
                  <a:lnTo>
                    <a:pt x="33163" y="329443"/>
                  </a:lnTo>
                  <a:lnTo>
                    <a:pt x="33674" y="328893"/>
                  </a:lnTo>
                  <a:lnTo>
                    <a:pt x="34340" y="328932"/>
                  </a:lnTo>
                  <a:lnTo>
                    <a:pt x="35087" y="327778"/>
                  </a:lnTo>
                  <a:lnTo>
                    <a:pt x="35102" y="326894"/>
                  </a:lnTo>
                  <a:lnTo>
                    <a:pt x="34626" y="326470"/>
                  </a:lnTo>
                  <a:lnTo>
                    <a:pt x="34224" y="325198"/>
                  </a:lnTo>
                  <a:lnTo>
                    <a:pt x="34298" y="324162"/>
                  </a:lnTo>
                  <a:lnTo>
                    <a:pt x="34182" y="322702"/>
                  </a:lnTo>
                  <a:lnTo>
                    <a:pt x="34262" y="321317"/>
                  </a:lnTo>
                  <a:lnTo>
                    <a:pt x="34578" y="320278"/>
                  </a:lnTo>
                  <a:lnTo>
                    <a:pt x="35133" y="319278"/>
                  </a:lnTo>
                  <a:lnTo>
                    <a:pt x="34802" y="317212"/>
                  </a:lnTo>
                  <a:lnTo>
                    <a:pt x="33951" y="313254"/>
                  </a:lnTo>
                  <a:lnTo>
                    <a:pt x="33060" y="308190"/>
                  </a:lnTo>
                  <a:lnTo>
                    <a:pt x="32118" y="303968"/>
                  </a:lnTo>
                  <a:lnTo>
                    <a:pt x="30925" y="300269"/>
                  </a:lnTo>
                  <a:lnTo>
                    <a:pt x="30309" y="297555"/>
                  </a:lnTo>
                  <a:lnTo>
                    <a:pt x="30372" y="291560"/>
                  </a:lnTo>
                  <a:lnTo>
                    <a:pt x="30265" y="290343"/>
                  </a:lnTo>
                  <a:lnTo>
                    <a:pt x="29856" y="289606"/>
                  </a:lnTo>
                  <a:lnTo>
                    <a:pt x="29304" y="289191"/>
                  </a:lnTo>
                  <a:lnTo>
                    <a:pt x="28528" y="289801"/>
                  </a:lnTo>
                  <a:lnTo>
                    <a:pt x="27829" y="289918"/>
                  </a:lnTo>
                  <a:lnTo>
                    <a:pt x="26326" y="289788"/>
                  </a:lnTo>
                  <a:lnTo>
                    <a:pt x="25588" y="289173"/>
                  </a:lnTo>
                  <a:lnTo>
                    <a:pt x="23584" y="283160"/>
                  </a:lnTo>
                  <a:lnTo>
                    <a:pt x="23321" y="280796"/>
                  </a:lnTo>
                  <a:lnTo>
                    <a:pt x="23310" y="278375"/>
                  </a:lnTo>
                  <a:lnTo>
                    <a:pt x="23979" y="274155"/>
                  </a:lnTo>
                  <a:lnTo>
                    <a:pt x="24181" y="270232"/>
                  </a:lnTo>
                  <a:lnTo>
                    <a:pt x="24274" y="266571"/>
                  </a:lnTo>
                  <a:lnTo>
                    <a:pt x="24162" y="265537"/>
                  </a:lnTo>
                  <a:lnTo>
                    <a:pt x="23760" y="264308"/>
                  </a:lnTo>
                  <a:lnTo>
                    <a:pt x="23086" y="263400"/>
                  </a:lnTo>
                  <a:lnTo>
                    <a:pt x="21283" y="263182"/>
                  </a:lnTo>
                  <a:lnTo>
                    <a:pt x="19144" y="261973"/>
                  </a:lnTo>
                  <a:lnTo>
                    <a:pt x="17495" y="259844"/>
                  </a:lnTo>
                  <a:lnTo>
                    <a:pt x="16353" y="258557"/>
                  </a:lnTo>
                  <a:lnTo>
                    <a:pt x="16040" y="257720"/>
                  </a:lnTo>
                  <a:lnTo>
                    <a:pt x="15904" y="256731"/>
                  </a:lnTo>
                  <a:lnTo>
                    <a:pt x="16202" y="252308"/>
                  </a:lnTo>
                  <a:lnTo>
                    <a:pt x="16720" y="247320"/>
                  </a:lnTo>
                  <a:lnTo>
                    <a:pt x="17097" y="245793"/>
                  </a:lnTo>
                  <a:lnTo>
                    <a:pt x="17751" y="244213"/>
                  </a:lnTo>
                  <a:lnTo>
                    <a:pt x="18235" y="243137"/>
                  </a:lnTo>
                  <a:lnTo>
                    <a:pt x="19009" y="241713"/>
                  </a:lnTo>
                  <a:lnTo>
                    <a:pt x="21099" y="236957"/>
                  </a:lnTo>
                  <a:lnTo>
                    <a:pt x="22970" y="230424"/>
                  </a:lnTo>
                  <a:lnTo>
                    <a:pt x="24124" y="225865"/>
                  </a:lnTo>
                  <a:lnTo>
                    <a:pt x="24726" y="224510"/>
                  </a:lnTo>
                  <a:lnTo>
                    <a:pt x="25340" y="223350"/>
                  </a:lnTo>
                  <a:lnTo>
                    <a:pt x="26244" y="221946"/>
                  </a:lnTo>
                  <a:lnTo>
                    <a:pt x="27283" y="220664"/>
                  </a:lnTo>
                  <a:lnTo>
                    <a:pt x="28317" y="220720"/>
                  </a:lnTo>
                  <a:lnTo>
                    <a:pt x="29300" y="221883"/>
                  </a:lnTo>
                  <a:lnTo>
                    <a:pt x="30030" y="223252"/>
                  </a:lnTo>
                  <a:lnTo>
                    <a:pt x="30274" y="226269"/>
                  </a:lnTo>
                  <a:lnTo>
                    <a:pt x="30791" y="228230"/>
                  </a:lnTo>
                  <a:lnTo>
                    <a:pt x="31349" y="229412"/>
                  </a:lnTo>
                  <a:lnTo>
                    <a:pt x="32087" y="229984"/>
                  </a:lnTo>
                  <a:lnTo>
                    <a:pt x="33025" y="229841"/>
                  </a:lnTo>
                  <a:lnTo>
                    <a:pt x="36801" y="226379"/>
                  </a:lnTo>
                  <a:lnTo>
                    <a:pt x="38086" y="225680"/>
                  </a:lnTo>
                  <a:lnTo>
                    <a:pt x="41167" y="225249"/>
                  </a:lnTo>
                  <a:lnTo>
                    <a:pt x="43284" y="223913"/>
                  </a:lnTo>
                  <a:lnTo>
                    <a:pt x="45156" y="222512"/>
                  </a:lnTo>
                  <a:lnTo>
                    <a:pt x="45383" y="220001"/>
                  </a:lnTo>
                  <a:lnTo>
                    <a:pt x="46104" y="216165"/>
                  </a:lnTo>
                  <a:lnTo>
                    <a:pt x="48303" y="211170"/>
                  </a:lnTo>
                  <a:lnTo>
                    <a:pt x="48921" y="208941"/>
                  </a:lnTo>
                  <a:lnTo>
                    <a:pt x="49587" y="204684"/>
                  </a:lnTo>
                  <a:lnTo>
                    <a:pt x="50296" y="200800"/>
                  </a:lnTo>
                  <a:lnTo>
                    <a:pt x="50904" y="199186"/>
                  </a:lnTo>
                  <a:lnTo>
                    <a:pt x="54361" y="194924"/>
                  </a:lnTo>
                  <a:lnTo>
                    <a:pt x="57746" y="191005"/>
                  </a:lnTo>
                  <a:lnTo>
                    <a:pt x="58299" y="189230"/>
                  </a:lnTo>
                  <a:lnTo>
                    <a:pt x="60488" y="181101"/>
                  </a:lnTo>
                  <a:lnTo>
                    <a:pt x="61741" y="175584"/>
                  </a:lnTo>
                  <a:lnTo>
                    <a:pt x="62066" y="173809"/>
                  </a:lnTo>
                  <a:lnTo>
                    <a:pt x="62791" y="169013"/>
                  </a:lnTo>
                  <a:lnTo>
                    <a:pt x="63575" y="164245"/>
                  </a:lnTo>
                  <a:lnTo>
                    <a:pt x="64622" y="163143"/>
                  </a:lnTo>
                  <a:lnTo>
                    <a:pt x="66944" y="161325"/>
                  </a:lnTo>
                  <a:lnTo>
                    <a:pt x="68786" y="159547"/>
                  </a:lnTo>
                  <a:lnTo>
                    <a:pt x="69728" y="157518"/>
                  </a:lnTo>
                  <a:lnTo>
                    <a:pt x="70300" y="155744"/>
                  </a:lnTo>
                  <a:lnTo>
                    <a:pt x="70193" y="153984"/>
                  </a:lnTo>
                  <a:lnTo>
                    <a:pt x="69682" y="151900"/>
                  </a:lnTo>
                  <a:lnTo>
                    <a:pt x="69790" y="150662"/>
                  </a:lnTo>
                  <a:lnTo>
                    <a:pt x="69884" y="149442"/>
                  </a:lnTo>
                  <a:lnTo>
                    <a:pt x="71221" y="146950"/>
                  </a:lnTo>
                  <a:lnTo>
                    <a:pt x="73739" y="139583"/>
                  </a:lnTo>
                  <a:lnTo>
                    <a:pt x="75247" y="135902"/>
                  </a:lnTo>
                  <a:lnTo>
                    <a:pt x="75747" y="135906"/>
                  </a:lnTo>
                  <a:lnTo>
                    <a:pt x="77324" y="133949"/>
                  </a:lnTo>
                  <a:lnTo>
                    <a:pt x="78824" y="131732"/>
                  </a:lnTo>
                  <a:lnTo>
                    <a:pt x="78738" y="130725"/>
                  </a:lnTo>
                  <a:lnTo>
                    <a:pt x="78550" y="129422"/>
                  </a:lnTo>
                  <a:lnTo>
                    <a:pt x="77689" y="128837"/>
                  </a:lnTo>
                  <a:lnTo>
                    <a:pt x="77420" y="127273"/>
                  </a:lnTo>
                  <a:lnTo>
                    <a:pt x="77631" y="125033"/>
                  </a:lnTo>
                  <a:lnTo>
                    <a:pt x="78350" y="119005"/>
                  </a:lnTo>
                  <a:lnTo>
                    <a:pt x="78202" y="117275"/>
                  </a:lnTo>
                  <a:lnTo>
                    <a:pt x="77326" y="111690"/>
                  </a:lnTo>
                  <a:lnTo>
                    <a:pt x="77522" y="110148"/>
                  </a:lnTo>
                  <a:lnTo>
                    <a:pt x="77882" y="108569"/>
                  </a:lnTo>
                  <a:lnTo>
                    <a:pt x="78859" y="106466"/>
                  </a:lnTo>
                  <a:lnTo>
                    <a:pt x="80123" y="104720"/>
                  </a:lnTo>
                  <a:lnTo>
                    <a:pt x="84170" y="100567"/>
                  </a:lnTo>
                  <a:lnTo>
                    <a:pt x="84990" y="100111"/>
                  </a:lnTo>
                  <a:lnTo>
                    <a:pt x="86395" y="99061"/>
                  </a:lnTo>
                  <a:lnTo>
                    <a:pt x="87256" y="96846"/>
                  </a:lnTo>
                  <a:lnTo>
                    <a:pt x="87363" y="94958"/>
                  </a:lnTo>
                  <a:lnTo>
                    <a:pt x="86987" y="93785"/>
                  </a:lnTo>
                  <a:lnTo>
                    <a:pt x="86147" y="92212"/>
                  </a:lnTo>
                  <a:lnTo>
                    <a:pt x="84567" y="90786"/>
                  </a:lnTo>
                  <a:lnTo>
                    <a:pt x="83144" y="89550"/>
                  </a:lnTo>
                  <a:lnTo>
                    <a:pt x="80726" y="89680"/>
                  </a:lnTo>
                  <a:lnTo>
                    <a:pt x="79469" y="88616"/>
                  </a:lnTo>
                  <a:lnTo>
                    <a:pt x="79128" y="87873"/>
                  </a:lnTo>
                  <a:lnTo>
                    <a:pt x="78952" y="85250"/>
                  </a:lnTo>
                  <a:lnTo>
                    <a:pt x="79195" y="80819"/>
                  </a:lnTo>
                  <a:lnTo>
                    <a:pt x="78819" y="80428"/>
                  </a:lnTo>
                  <a:lnTo>
                    <a:pt x="78281" y="80951"/>
                  </a:lnTo>
                  <a:lnTo>
                    <a:pt x="77003" y="80425"/>
                  </a:lnTo>
                  <a:lnTo>
                    <a:pt x="75433" y="80493"/>
                  </a:lnTo>
                  <a:lnTo>
                    <a:pt x="74834" y="79260"/>
                  </a:lnTo>
                  <a:lnTo>
                    <a:pt x="75133" y="77771"/>
                  </a:lnTo>
                  <a:lnTo>
                    <a:pt x="75045" y="75787"/>
                  </a:lnTo>
                  <a:lnTo>
                    <a:pt x="74812" y="73901"/>
                  </a:lnTo>
                  <a:lnTo>
                    <a:pt x="74568" y="73507"/>
                  </a:lnTo>
                  <a:lnTo>
                    <a:pt x="73818" y="73058"/>
                  </a:lnTo>
                  <a:lnTo>
                    <a:pt x="72650" y="71429"/>
                  </a:lnTo>
                  <a:lnTo>
                    <a:pt x="71710" y="69421"/>
                  </a:lnTo>
                  <a:lnTo>
                    <a:pt x="71158" y="68060"/>
                  </a:lnTo>
                  <a:lnTo>
                    <a:pt x="70988" y="67123"/>
                  </a:lnTo>
                  <a:lnTo>
                    <a:pt x="71041" y="66502"/>
                  </a:lnTo>
                  <a:lnTo>
                    <a:pt x="71726" y="64756"/>
                  </a:lnTo>
                  <a:lnTo>
                    <a:pt x="72547" y="62308"/>
                  </a:lnTo>
                  <a:lnTo>
                    <a:pt x="72849" y="60203"/>
                  </a:lnTo>
                  <a:lnTo>
                    <a:pt x="72940" y="58678"/>
                  </a:lnTo>
                  <a:lnTo>
                    <a:pt x="72711" y="57552"/>
                  </a:lnTo>
                  <a:lnTo>
                    <a:pt x="71961" y="56174"/>
                  </a:lnTo>
                  <a:lnTo>
                    <a:pt x="71160" y="54971"/>
                  </a:lnTo>
                  <a:lnTo>
                    <a:pt x="70838" y="53925"/>
                  </a:lnTo>
                  <a:lnTo>
                    <a:pt x="70825" y="52345"/>
                  </a:lnTo>
                  <a:lnTo>
                    <a:pt x="71123" y="50369"/>
                  </a:lnTo>
                  <a:lnTo>
                    <a:pt x="72067" y="48877"/>
                  </a:lnTo>
                  <a:lnTo>
                    <a:pt x="73739" y="47461"/>
                  </a:lnTo>
                  <a:lnTo>
                    <a:pt x="74169" y="45702"/>
                  </a:lnTo>
                  <a:lnTo>
                    <a:pt x="74115" y="44399"/>
                  </a:lnTo>
                  <a:lnTo>
                    <a:pt x="73658" y="44009"/>
                  </a:lnTo>
                  <a:lnTo>
                    <a:pt x="72484" y="44000"/>
                  </a:lnTo>
                  <a:lnTo>
                    <a:pt x="70501" y="43554"/>
                  </a:lnTo>
                  <a:lnTo>
                    <a:pt x="70165" y="42837"/>
                  </a:lnTo>
                  <a:lnTo>
                    <a:pt x="69943" y="41873"/>
                  </a:lnTo>
                  <a:lnTo>
                    <a:pt x="69940" y="40918"/>
                  </a:lnTo>
                  <a:lnTo>
                    <a:pt x="70359" y="39832"/>
                  </a:lnTo>
                  <a:lnTo>
                    <a:pt x="70861" y="38457"/>
                  </a:lnTo>
                  <a:lnTo>
                    <a:pt x="70775" y="37118"/>
                  </a:lnTo>
                  <a:lnTo>
                    <a:pt x="70193" y="35604"/>
                  </a:lnTo>
                  <a:lnTo>
                    <a:pt x="68795" y="34496"/>
                  </a:lnTo>
                  <a:lnTo>
                    <a:pt x="68607" y="32933"/>
                  </a:lnTo>
                  <a:lnTo>
                    <a:pt x="68822" y="31629"/>
                  </a:lnTo>
                  <a:lnTo>
                    <a:pt x="69285" y="29769"/>
                  </a:lnTo>
                  <a:lnTo>
                    <a:pt x="69687" y="28477"/>
                  </a:lnTo>
                  <a:lnTo>
                    <a:pt x="70639" y="24800"/>
                  </a:lnTo>
                  <a:lnTo>
                    <a:pt x="71792" y="23997"/>
                  </a:lnTo>
                  <a:lnTo>
                    <a:pt x="73207" y="22808"/>
                  </a:lnTo>
                  <a:lnTo>
                    <a:pt x="74772" y="21493"/>
                  </a:lnTo>
                  <a:lnTo>
                    <a:pt x="77180" y="22479"/>
                  </a:lnTo>
                  <a:lnTo>
                    <a:pt x="78352" y="22959"/>
                  </a:lnTo>
                  <a:lnTo>
                    <a:pt x="80724" y="24083"/>
                  </a:lnTo>
                  <a:lnTo>
                    <a:pt x="82712" y="25025"/>
                  </a:lnTo>
                  <a:lnTo>
                    <a:pt x="84742" y="25292"/>
                  </a:lnTo>
                  <a:lnTo>
                    <a:pt x="85584" y="25227"/>
                  </a:lnTo>
                  <a:lnTo>
                    <a:pt x="86517" y="26340"/>
                  </a:lnTo>
                  <a:lnTo>
                    <a:pt x="88814" y="28250"/>
                  </a:lnTo>
                  <a:lnTo>
                    <a:pt x="90679" y="29254"/>
                  </a:lnTo>
                  <a:lnTo>
                    <a:pt x="91941" y="29244"/>
                  </a:lnTo>
                  <a:lnTo>
                    <a:pt x="93805" y="27555"/>
                  </a:lnTo>
                  <a:lnTo>
                    <a:pt x="94734" y="26009"/>
                  </a:lnTo>
                  <a:lnTo>
                    <a:pt x="95986" y="24314"/>
                  </a:lnTo>
                  <a:lnTo>
                    <a:pt x="97588" y="24379"/>
                  </a:lnTo>
                  <a:lnTo>
                    <a:pt x="101052" y="21767"/>
                  </a:lnTo>
                  <a:lnTo>
                    <a:pt x="101701" y="22218"/>
                  </a:lnTo>
                  <a:lnTo>
                    <a:pt x="102730" y="22366"/>
                  </a:lnTo>
                  <a:lnTo>
                    <a:pt x="103972" y="20857"/>
                  </a:lnTo>
                  <a:lnTo>
                    <a:pt x="104614" y="19065"/>
                  </a:lnTo>
                  <a:lnTo>
                    <a:pt x="104718" y="18171"/>
                  </a:lnTo>
                  <a:lnTo>
                    <a:pt x="105027" y="17510"/>
                  </a:lnTo>
                  <a:lnTo>
                    <a:pt x="106353" y="16371"/>
                  </a:lnTo>
                  <a:lnTo>
                    <a:pt x="107684" y="14797"/>
                  </a:lnTo>
                  <a:lnTo>
                    <a:pt x="108047" y="12718"/>
                  </a:lnTo>
                  <a:lnTo>
                    <a:pt x="108266" y="11313"/>
                  </a:lnTo>
                  <a:lnTo>
                    <a:pt x="109727" y="9492"/>
                  </a:lnTo>
                  <a:lnTo>
                    <a:pt x="111244" y="7600"/>
                  </a:lnTo>
                  <a:lnTo>
                    <a:pt x="112834" y="5619"/>
                  </a:lnTo>
                  <a:lnTo>
                    <a:pt x="114639" y="3368"/>
                  </a:lnTo>
                  <a:lnTo>
                    <a:pt x="116167" y="1463"/>
                  </a:lnTo>
                  <a:close/>
                </a:path>
              </a:pathLst>
            </a:custGeom>
            <a:solidFill>
              <a:srgbClr val="DCEBD8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4" name="pg843"/>
            <p:cNvSpPr/>
            <p:nvPr/>
          </p:nvSpPr>
          <p:spPr>
            <a:xfrm>
              <a:off x="4514582" y="3993431"/>
              <a:ext cx="393" cy="963"/>
            </a:xfrm>
            <a:custGeom>
              <a:avLst/>
              <a:pathLst>
                <a:path w="393" h="963">
                  <a:moveTo>
                    <a:pt x="308" y="963"/>
                  </a:moveTo>
                  <a:lnTo>
                    <a:pt x="11" y="917"/>
                  </a:lnTo>
                  <a:lnTo>
                    <a:pt x="0" y="758"/>
                  </a:lnTo>
                  <a:lnTo>
                    <a:pt x="139" y="738"/>
                  </a:lnTo>
                  <a:lnTo>
                    <a:pt x="248" y="600"/>
                  </a:lnTo>
                  <a:lnTo>
                    <a:pt x="316" y="349"/>
                  </a:lnTo>
                  <a:lnTo>
                    <a:pt x="335" y="0"/>
                  </a:lnTo>
                  <a:lnTo>
                    <a:pt x="393" y="346"/>
                  </a:lnTo>
                  <a:lnTo>
                    <a:pt x="382" y="683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5" name="pg844"/>
            <p:cNvSpPr/>
            <p:nvPr/>
          </p:nvSpPr>
          <p:spPr>
            <a:xfrm>
              <a:off x="4513787" y="3992387"/>
              <a:ext cx="559" cy="2103"/>
            </a:xfrm>
            <a:custGeom>
              <a:avLst/>
              <a:pathLst>
                <a:path w="559" h="2103">
                  <a:moveTo>
                    <a:pt x="154" y="1644"/>
                  </a:moveTo>
                  <a:lnTo>
                    <a:pt x="295" y="1791"/>
                  </a:lnTo>
                  <a:lnTo>
                    <a:pt x="483" y="1633"/>
                  </a:lnTo>
                  <a:lnTo>
                    <a:pt x="559" y="1817"/>
                  </a:lnTo>
                  <a:lnTo>
                    <a:pt x="265" y="2103"/>
                  </a:lnTo>
                  <a:lnTo>
                    <a:pt x="86" y="1581"/>
                  </a:lnTo>
                  <a:lnTo>
                    <a:pt x="0" y="724"/>
                  </a:lnTo>
                  <a:lnTo>
                    <a:pt x="59" y="0"/>
                  </a:lnTo>
                  <a:lnTo>
                    <a:pt x="59" y="291"/>
                  </a:lnTo>
                  <a:lnTo>
                    <a:pt x="78" y="530"/>
                  </a:lnTo>
                  <a:lnTo>
                    <a:pt x="142" y="1007"/>
                  </a:lnTo>
                  <a:lnTo>
                    <a:pt x="96" y="1333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6" name="pg845"/>
            <p:cNvSpPr/>
            <p:nvPr/>
          </p:nvSpPr>
          <p:spPr>
            <a:xfrm>
              <a:off x="4620502" y="3942286"/>
              <a:ext cx="1722" cy="3944"/>
            </a:xfrm>
            <a:custGeom>
              <a:avLst/>
              <a:pathLst>
                <a:path w="1722" h="3944">
                  <a:moveTo>
                    <a:pt x="1722" y="1841"/>
                  </a:moveTo>
                  <a:lnTo>
                    <a:pt x="1374" y="3944"/>
                  </a:lnTo>
                  <a:lnTo>
                    <a:pt x="734" y="2787"/>
                  </a:lnTo>
                  <a:lnTo>
                    <a:pt x="0" y="2418"/>
                  </a:lnTo>
                  <a:lnTo>
                    <a:pt x="141" y="857"/>
                  </a:lnTo>
                  <a:lnTo>
                    <a:pt x="748" y="637"/>
                  </a:lnTo>
                  <a:lnTo>
                    <a:pt x="1044" y="554"/>
                  </a:lnTo>
                  <a:lnTo>
                    <a:pt x="1479" y="0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7" name="pg846"/>
            <p:cNvSpPr/>
            <p:nvPr/>
          </p:nvSpPr>
          <p:spPr>
            <a:xfrm>
              <a:off x="4215468" y="3847426"/>
              <a:ext cx="1813" cy="6351"/>
            </a:xfrm>
            <a:custGeom>
              <a:avLst/>
              <a:pathLst>
                <a:path w="1813" h="6351">
                  <a:moveTo>
                    <a:pt x="1734" y="4640"/>
                  </a:moveTo>
                  <a:lnTo>
                    <a:pt x="1450" y="5814"/>
                  </a:lnTo>
                  <a:lnTo>
                    <a:pt x="967" y="6351"/>
                  </a:lnTo>
                  <a:lnTo>
                    <a:pt x="705" y="3370"/>
                  </a:lnTo>
                  <a:lnTo>
                    <a:pt x="0" y="1269"/>
                  </a:lnTo>
                  <a:lnTo>
                    <a:pt x="282" y="1269"/>
                  </a:lnTo>
                  <a:lnTo>
                    <a:pt x="947" y="2346"/>
                  </a:lnTo>
                  <a:lnTo>
                    <a:pt x="1188" y="5179"/>
                  </a:lnTo>
                  <a:lnTo>
                    <a:pt x="1431" y="4348"/>
                  </a:lnTo>
                  <a:lnTo>
                    <a:pt x="1371" y="3468"/>
                  </a:lnTo>
                  <a:lnTo>
                    <a:pt x="1511" y="2637"/>
                  </a:lnTo>
                  <a:lnTo>
                    <a:pt x="1410" y="1708"/>
                  </a:lnTo>
                  <a:lnTo>
                    <a:pt x="1048" y="291"/>
                  </a:lnTo>
                  <a:lnTo>
                    <a:pt x="1168" y="0"/>
                  </a:lnTo>
                  <a:lnTo>
                    <a:pt x="1753" y="1220"/>
                  </a:lnTo>
                  <a:lnTo>
                    <a:pt x="1813" y="2198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8" name="pg847"/>
            <p:cNvSpPr/>
            <p:nvPr/>
          </p:nvSpPr>
          <p:spPr>
            <a:xfrm>
              <a:off x="3208616" y="2037924"/>
              <a:ext cx="3869" cy="3908"/>
            </a:xfrm>
            <a:custGeom>
              <a:avLst/>
              <a:pathLst>
                <a:path w="3869" h="3908">
                  <a:moveTo>
                    <a:pt x="3869" y="3064"/>
                  </a:moveTo>
                  <a:lnTo>
                    <a:pt x="3818" y="3908"/>
                  </a:lnTo>
                  <a:lnTo>
                    <a:pt x="2915" y="2845"/>
                  </a:lnTo>
                  <a:lnTo>
                    <a:pt x="2476" y="1688"/>
                  </a:lnTo>
                  <a:lnTo>
                    <a:pt x="0" y="1157"/>
                  </a:lnTo>
                  <a:lnTo>
                    <a:pt x="1031" y="0"/>
                  </a:lnTo>
                  <a:lnTo>
                    <a:pt x="1535" y="343"/>
                  </a:lnTo>
                  <a:lnTo>
                    <a:pt x="3282" y="390"/>
                  </a:lnTo>
                  <a:lnTo>
                    <a:pt x="3772" y="875"/>
                  </a:lnTo>
                  <a:close/>
                </a:path>
              </a:pathLst>
            </a:custGeom>
            <a:solidFill>
              <a:srgbClr val="83B978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9" name="pg848"/>
            <p:cNvSpPr/>
            <p:nvPr/>
          </p:nvSpPr>
          <p:spPr>
            <a:xfrm>
              <a:off x="3207098" y="1998063"/>
              <a:ext cx="53170" cy="115007"/>
            </a:xfrm>
            <a:custGeom>
              <a:avLst/>
              <a:pathLst>
                <a:path w="53170" h="115007">
                  <a:moveTo>
                    <a:pt x="50847" y="37737"/>
                  </a:moveTo>
                  <a:lnTo>
                    <a:pt x="51363" y="38777"/>
                  </a:lnTo>
                  <a:lnTo>
                    <a:pt x="51592" y="39849"/>
                  </a:lnTo>
                  <a:lnTo>
                    <a:pt x="50693" y="40251"/>
                  </a:lnTo>
                  <a:lnTo>
                    <a:pt x="49755" y="40032"/>
                  </a:lnTo>
                  <a:lnTo>
                    <a:pt x="49298" y="40736"/>
                  </a:lnTo>
                  <a:lnTo>
                    <a:pt x="49268" y="42092"/>
                  </a:lnTo>
                  <a:lnTo>
                    <a:pt x="49585" y="43840"/>
                  </a:lnTo>
                  <a:lnTo>
                    <a:pt x="50212" y="45079"/>
                  </a:lnTo>
                  <a:lnTo>
                    <a:pt x="50713" y="47872"/>
                  </a:lnTo>
                  <a:lnTo>
                    <a:pt x="51129" y="50970"/>
                  </a:lnTo>
                  <a:lnTo>
                    <a:pt x="51776" y="52841"/>
                  </a:lnTo>
                  <a:lnTo>
                    <a:pt x="51908" y="55165"/>
                  </a:lnTo>
                  <a:lnTo>
                    <a:pt x="51813" y="56306"/>
                  </a:lnTo>
                  <a:lnTo>
                    <a:pt x="51931" y="58357"/>
                  </a:lnTo>
                  <a:lnTo>
                    <a:pt x="51656" y="59080"/>
                  </a:lnTo>
                  <a:lnTo>
                    <a:pt x="51862" y="61006"/>
                  </a:lnTo>
                  <a:lnTo>
                    <a:pt x="52624" y="64993"/>
                  </a:lnTo>
                  <a:lnTo>
                    <a:pt x="52956" y="67213"/>
                  </a:lnTo>
                  <a:lnTo>
                    <a:pt x="53170" y="72061"/>
                  </a:lnTo>
                  <a:lnTo>
                    <a:pt x="52633" y="73878"/>
                  </a:lnTo>
                  <a:lnTo>
                    <a:pt x="51912" y="75602"/>
                  </a:lnTo>
                  <a:lnTo>
                    <a:pt x="51440" y="77645"/>
                  </a:lnTo>
                  <a:lnTo>
                    <a:pt x="51076" y="79851"/>
                  </a:lnTo>
                  <a:lnTo>
                    <a:pt x="50857" y="83408"/>
                  </a:lnTo>
                  <a:lnTo>
                    <a:pt x="49295" y="87577"/>
                  </a:lnTo>
                  <a:lnTo>
                    <a:pt x="48630" y="88613"/>
                  </a:lnTo>
                  <a:lnTo>
                    <a:pt x="47859" y="89251"/>
                  </a:lnTo>
                  <a:lnTo>
                    <a:pt x="49543" y="92167"/>
                  </a:lnTo>
                  <a:lnTo>
                    <a:pt x="48167" y="93467"/>
                  </a:lnTo>
                  <a:lnTo>
                    <a:pt x="46666" y="93877"/>
                  </a:lnTo>
                  <a:lnTo>
                    <a:pt x="45006" y="93147"/>
                  </a:lnTo>
                  <a:lnTo>
                    <a:pt x="43971" y="93236"/>
                  </a:lnTo>
                  <a:lnTo>
                    <a:pt x="43027" y="94180"/>
                  </a:lnTo>
                  <a:lnTo>
                    <a:pt x="42655" y="94751"/>
                  </a:lnTo>
                  <a:lnTo>
                    <a:pt x="42357" y="94476"/>
                  </a:lnTo>
                  <a:lnTo>
                    <a:pt x="41734" y="92083"/>
                  </a:lnTo>
                  <a:lnTo>
                    <a:pt x="41277" y="94554"/>
                  </a:lnTo>
                  <a:lnTo>
                    <a:pt x="40320" y="95340"/>
                  </a:lnTo>
                  <a:lnTo>
                    <a:pt x="38682" y="95173"/>
                  </a:lnTo>
                  <a:lnTo>
                    <a:pt x="35944" y="95831"/>
                  </a:lnTo>
                  <a:lnTo>
                    <a:pt x="34891" y="96535"/>
                  </a:lnTo>
                  <a:lnTo>
                    <a:pt x="34453" y="97635"/>
                  </a:lnTo>
                  <a:lnTo>
                    <a:pt x="34128" y="98908"/>
                  </a:lnTo>
                  <a:lnTo>
                    <a:pt x="33701" y="99660"/>
                  </a:lnTo>
                  <a:lnTo>
                    <a:pt x="33218" y="100055"/>
                  </a:lnTo>
                  <a:lnTo>
                    <a:pt x="31104" y="100993"/>
                  </a:lnTo>
                  <a:lnTo>
                    <a:pt x="30688" y="101368"/>
                  </a:lnTo>
                  <a:lnTo>
                    <a:pt x="29709" y="103423"/>
                  </a:lnTo>
                  <a:lnTo>
                    <a:pt x="28425" y="104610"/>
                  </a:lnTo>
                  <a:lnTo>
                    <a:pt x="27362" y="104966"/>
                  </a:lnTo>
                  <a:lnTo>
                    <a:pt x="26419" y="103770"/>
                  </a:lnTo>
                  <a:lnTo>
                    <a:pt x="26031" y="103052"/>
                  </a:lnTo>
                  <a:lnTo>
                    <a:pt x="25593" y="102687"/>
                  </a:lnTo>
                  <a:lnTo>
                    <a:pt x="24143" y="102743"/>
                  </a:lnTo>
                  <a:lnTo>
                    <a:pt x="24601" y="103112"/>
                  </a:lnTo>
                  <a:lnTo>
                    <a:pt x="24896" y="103956"/>
                  </a:lnTo>
                  <a:lnTo>
                    <a:pt x="25040" y="105574"/>
                  </a:lnTo>
                  <a:lnTo>
                    <a:pt x="24875" y="107160"/>
                  </a:lnTo>
                  <a:lnTo>
                    <a:pt x="24160" y="107965"/>
                  </a:lnTo>
                  <a:lnTo>
                    <a:pt x="23306" y="108113"/>
                  </a:lnTo>
                  <a:lnTo>
                    <a:pt x="21960" y="109758"/>
                  </a:lnTo>
                  <a:lnTo>
                    <a:pt x="20179" y="110207"/>
                  </a:lnTo>
                  <a:lnTo>
                    <a:pt x="19216" y="111722"/>
                  </a:lnTo>
                  <a:lnTo>
                    <a:pt x="13329" y="114283"/>
                  </a:lnTo>
                  <a:lnTo>
                    <a:pt x="12995" y="114313"/>
                  </a:lnTo>
                  <a:lnTo>
                    <a:pt x="12183" y="113661"/>
                  </a:lnTo>
                  <a:lnTo>
                    <a:pt x="11301" y="113372"/>
                  </a:lnTo>
                  <a:lnTo>
                    <a:pt x="10424" y="113576"/>
                  </a:lnTo>
                  <a:lnTo>
                    <a:pt x="7957" y="115007"/>
                  </a:lnTo>
                  <a:lnTo>
                    <a:pt x="6762" y="114723"/>
                  </a:lnTo>
                  <a:lnTo>
                    <a:pt x="8285" y="111166"/>
                  </a:lnTo>
                  <a:lnTo>
                    <a:pt x="10332" y="109371"/>
                  </a:lnTo>
                  <a:lnTo>
                    <a:pt x="10545" y="108879"/>
                  </a:lnTo>
                  <a:lnTo>
                    <a:pt x="9876" y="108639"/>
                  </a:lnTo>
                  <a:lnTo>
                    <a:pt x="5986" y="109885"/>
                  </a:lnTo>
                  <a:lnTo>
                    <a:pt x="4635" y="110947"/>
                  </a:lnTo>
                  <a:lnTo>
                    <a:pt x="3284" y="111256"/>
                  </a:lnTo>
                  <a:lnTo>
                    <a:pt x="3909" y="109634"/>
                  </a:lnTo>
                  <a:lnTo>
                    <a:pt x="5652" y="107413"/>
                  </a:lnTo>
                  <a:lnTo>
                    <a:pt x="6587" y="106367"/>
                  </a:lnTo>
                  <a:lnTo>
                    <a:pt x="7158" y="105953"/>
                  </a:lnTo>
                  <a:lnTo>
                    <a:pt x="7808" y="104649"/>
                  </a:lnTo>
                  <a:lnTo>
                    <a:pt x="9645" y="103167"/>
                  </a:lnTo>
                  <a:lnTo>
                    <a:pt x="3729" y="106223"/>
                  </a:lnTo>
                  <a:lnTo>
                    <a:pt x="2175" y="105851"/>
                  </a:lnTo>
                  <a:lnTo>
                    <a:pt x="1809" y="104998"/>
                  </a:lnTo>
                  <a:lnTo>
                    <a:pt x="599" y="105398"/>
                  </a:lnTo>
                  <a:lnTo>
                    <a:pt x="140" y="103335"/>
                  </a:lnTo>
                  <a:lnTo>
                    <a:pt x="1933" y="100209"/>
                  </a:lnTo>
                  <a:lnTo>
                    <a:pt x="2978" y="98865"/>
                  </a:lnTo>
                  <a:lnTo>
                    <a:pt x="4219" y="98139"/>
                  </a:lnTo>
                  <a:lnTo>
                    <a:pt x="5413" y="97097"/>
                  </a:lnTo>
                  <a:lnTo>
                    <a:pt x="5856" y="95823"/>
                  </a:lnTo>
                  <a:lnTo>
                    <a:pt x="5294" y="95418"/>
                  </a:lnTo>
                  <a:lnTo>
                    <a:pt x="1715" y="95741"/>
                  </a:lnTo>
                  <a:lnTo>
                    <a:pt x="0" y="95470"/>
                  </a:lnTo>
                  <a:lnTo>
                    <a:pt x="92" y="94460"/>
                  </a:lnTo>
                  <a:lnTo>
                    <a:pt x="408" y="93342"/>
                  </a:lnTo>
                  <a:lnTo>
                    <a:pt x="2185" y="91428"/>
                  </a:lnTo>
                  <a:lnTo>
                    <a:pt x="3146" y="91121"/>
                  </a:lnTo>
                  <a:lnTo>
                    <a:pt x="4003" y="91303"/>
                  </a:lnTo>
                  <a:lnTo>
                    <a:pt x="4839" y="91793"/>
                  </a:lnTo>
                  <a:lnTo>
                    <a:pt x="5519" y="92434"/>
                  </a:lnTo>
                  <a:lnTo>
                    <a:pt x="7533" y="92066"/>
                  </a:lnTo>
                  <a:lnTo>
                    <a:pt x="6692" y="90844"/>
                  </a:lnTo>
                  <a:lnTo>
                    <a:pt x="6544" y="88361"/>
                  </a:lnTo>
                  <a:lnTo>
                    <a:pt x="5900" y="87527"/>
                  </a:lnTo>
                  <a:lnTo>
                    <a:pt x="6724" y="86376"/>
                  </a:lnTo>
                  <a:lnTo>
                    <a:pt x="7666" y="85676"/>
                  </a:lnTo>
                  <a:lnTo>
                    <a:pt x="9238" y="83295"/>
                  </a:lnTo>
                  <a:lnTo>
                    <a:pt x="9797" y="82933"/>
                  </a:lnTo>
                  <a:lnTo>
                    <a:pt x="12906" y="82355"/>
                  </a:lnTo>
                  <a:lnTo>
                    <a:pt x="16258" y="81102"/>
                  </a:lnTo>
                  <a:lnTo>
                    <a:pt x="19582" y="79374"/>
                  </a:lnTo>
                  <a:lnTo>
                    <a:pt x="17877" y="78408"/>
                  </a:lnTo>
                  <a:lnTo>
                    <a:pt x="17061" y="77134"/>
                  </a:lnTo>
                  <a:lnTo>
                    <a:pt x="15749" y="79710"/>
                  </a:lnTo>
                  <a:lnTo>
                    <a:pt x="14805" y="80695"/>
                  </a:lnTo>
                  <a:lnTo>
                    <a:pt x="12138" y="81222"/>
                  </a:lnTo>
                  <a:lnTo>
                    <a:pt x="11294" y="80932"/>
                  </a:lnTo>
                  <a:lnTo>
                    <a:pt x="10105" y="80133"/>
                  </a:lnTo>
                  <a:lnTo>
                    <a:pt x="9736" y="80437"/>
                  </a:lnTo>
                  <a:lnTo>
                    <a:pt x="9392" y="81054"/>
                  </a:lnTo>
                  <a:lnTo>
                    <a:pt x="7627" y="82318"/>
                  </a:lnTo>
                  <a:lnTo>
                    <a:pt x="5772" y="82621"/>
                  </a:lnTo>
                  <a:lnTo>
                    <a:pt x="7929" y="80303"/>
                  </a:lnTo>
                  <a:lnTo>
                    <a:pt x="10666" y="76374"/>
                  </a:lnTo>
                  <a:lnTo>
                    <a:pt x="11277" y="75132"/>
                  </a:lnTo>
                  <a:lnTo>
                    <a:pt x="12145" y="72973"/>
                  </a:lnTo>
                  <a:lnTo>
                    <a:pt x="11876" y="72012"/>
                  </a:lnTo>
                  <a:lnTo>
                    <a:pt x="11313" y="71466"/>
                  </a:lnTo>
                  <a:lnTo>
                    <a:pt x="13296" y="67024"/>
                  </a:lnTo>
                  <a:lnTo>
                    <a:pt x="13995" y="66218"/>
                  </a:lnTo>
                  <a:lnTo>
                    <a:pt x="15266" y="66088"/>
                  </a:lnTo>
                  <a:lnTo>
                    <a:pt x="16198" y="65384"/>
                  </a:lnTo>
                  <a:lnTo>
                    <a:pt x="16608" y="65381"/>
                  </a:lnTo>
                  <a:lnTo>
                    <a:pt x="16977" y="65119"/>
                  </a:lnTo>
                  <a:lnTo>
                    <a:pt x="17794" y="63788"/>
                  </a:lnTo>
                  <a:lnTo>
                    <a:pt x="16534" y="62941"/>
                  </a:lnTo>
                  <a:lnTo>
                    <a:pt x="15232" y="62506"/>
                  </a:lnTo>
                  <a:lnTo>
                    <a:pt x="11205" y="62967"/>
                  </a:lnTo>
                  <a:lnTo>
                    <a:pt x="10676" y="62868"/>
                  </a:lnTo>
                  <a:lnTo>
                    <a:pt x="10177" y="62459"/>
                  </a:lnTo>
                  <a:lnTo>
                    <a:pt x="9853" y="61871"/>
                  </a:lnTo>
                  <a:lnTo>
                    <a:pt x="9609" y="60362"/>
                  </a:lnTo>
                  <a:lnTo>
                    <a:pt x="9314" y="60024"/>
                  </a:lnTo>
                  <a:lnTo>
                    <a:pt x="8404" y="60024"/>
                  </a:lnTo>
                  <a:lnTo>
                    <a:pt x="7509" y="60486"/>
                  </a:lnTo>
                  <a:lnTo>
                    <a:pt x="6883" y="60441"/>
                  </a:lnTo>
                  <a:lnTo>
                    <a:pt x="6269" y="59780"/>
                  </a:lnTo>
                  <a:lnTo>
                    <a:pt x="7249" y="58236"/>
                  </a:lnTo>
                  <a:lnTo>
                    <a:pt x="5986" y="57873"/>
                  </a:lnTo>
                  <a:lnTo>
                    <a:pt x="4708" y="58176"/>
                  </a:lnTo>
                  <a:lnTo>
                    <a:pt x="3643" y="57708"/>
                  </a:lnTo>
                  <a:lnTo>
                    <a:pt x="3610" y="56740"/>
                  </a:lnTo>
                  <a:lnTo>
                    <a:pt x="4092" y="55773"/>
                  </a:lnTo>
                  <a:lnTo>
                    <a:pt x="3460" y="54857"/>
                  </a:lnTo>
                  <a:lnTo>
                    <a:pt x="3330" y="53699"/>
                  </a:lnTo>
                  <a:lnTo>
                    <a:pt x="4003" y="53129"/>
                  </a:lnTo>
                  <a:lnTo>
                    <a:pt x="4739" y="53318"/>
                  </a:lnTo>
                  <a:lnTo>
                    <a:pt x="6239" y="52461"/>
                  </a:lnTo>
                  <a:lnTo>
                    <a:pt x="8160" y="52045"/>
                  </a:lnTo>
                  <a:lnTo>
                    <a:pt x="6512" y="51200"/>
                  </a:lnTo>
                  <a:lnTo>
                    <a:pt x="5856" y="50475"/>
                  </a:lnTo>
                  <a:lnTo>
                    <a:pt x="5824" y="49367"/>
                  </a:lnTo>
                  <a:lnTo>
                    <a:pt x="5954" y="48419"/>
                  </a:lnTo>
                  <a:lnTo>
                    <a:pt x="7862" y="46815"/>
                  </a:lnTo>
                  <a:lnTo>
                    <a:pt x="9896" y="46108"/>
                  </a:lnTo>
                  <a:lnTo>
                    <a:pt x="9746" y="45052"/>
                  </a:lnTo>
                  <a:lnTo>
                    <a:pt x="9888" y="43909"/>
                  </a:lnTo>
                  <a:lnTo>
                    <a:pt x="7833" y="43579"/>
                  </a:lnTo>
                  <a:lnTo>
                    <a:pt x="5803" y="44385"/>
                  </a:lnTo>
                  <a:lnTo>
                    <a:pt x="6020" y="42202"/>
                  </a:lnTo>
                  <a:lnTo>
                    <a:pt x="6506" y="40231"/>
                  </a:lnTo>
                  <a:lnTo>
                    <a:pt x="6602" y="38931"/>
                  </a:lnTo>
                  <a:lnTo>
                    <a:pt x="6505" y="37540"/>
                  </a:lnTo>
                  <a:lnTo>
                    <a:pt x="5554" y="38135"/>
                  </a:lnTo>
                  <a:lnTo>
                    <a:pt x="5443" y="36174"/>
                  </a:lnTo>
                  <a:lnTo>
                    <a:pt x="5034" y="34829"/>
                  </a:lnTo>
                  <a:lnTo>
                    <a:pt x="3626" y="35756"/>
                  </a:lnTo>
                  <a:lnTo>
                    <a:pt x="3662" y="33981"/>
                  </a:lnTo>
                  <a:lnTo>
                    <a:pt x="4068" y="32740"/>
                  </a:lnTo>
                  <a:lnTo>
                    <a:pt x="4805" y="32202"/>
                  </a:lnTo>
                  <a:lnTo>
                    <a:pt x="5536" y="32436"/>
                  </a:lnTo>
                  <a:lnTo>
                    <a:pt x="6893" y="32413"/>
                  </a:lnTo>
                  <a:lnTo>
                    <a:pt x="8203" y="31481"/>
                  </a:lnTo>
                  <a:lnTo>
                    <a:pt x="10090" y="31241"/>
                  </a:lnTo>
                  <a:lnTo>
                    <a:pt x="13097" y="31534"/>
                  </a:lnTo>
                  <a:lnTo>
                    <a:pt x="15164" y="34164"/>
                  </a:lnTo>
                  <a:lnTo>
                    <a:pt x="15698" y="33694"/>
                  </a:lnTo>
                  <a:lnTo>
                    <a:pt x="16525" y="32032"/>
                  </a:lnTo>
                  <a:lnTo>
                    <a:pt x="16913" y="31848"/>
                  </a:lnTo>
                  <a:lnTo>
                    <a:pt x="20029" y="32573"/>
                  </a:lnTo>
                  <a:lnTo>
                    <a:pt x="21963" y="33529"/>
                  </a:lnTo>
                  <a:lnTo>
                    <a:pt x="22481" y="33231"/>
                  </a:lnTo>
                  <a:lnTo>
                    <a:pt x="22202" y="31387"/>
                  </a:lnTo>
                  <a:lnTo>
                    <a:pt x="21535" y="30108"/>
                  </a:lnTo>
                  <a:lnTo>
                    <a:pt x="22373" y="28433"/>
                  </a:lnTo>
                  <a:lnTo>
                    <a:pt x="23390" y="27299"/>
                  </a:lnTo>
                  <a:lnTo>
                    <a:pt x="24069" y="26734"/>
                  </a:lnTo>
                  <a:lnTo>
                    <a:pt x="25638" y="26031"/>
                  </a:lnTo>
                  <a:lnTo>
                    <a:pt x="26322" y="25369"/>
                  </a:lnTo>
                  <a:lnTo>
                    <a:pt x="26778" y="23216"/>
                  </a:lnTo>
                  <a:lnTo>
                    <a:pt x="27503" y="21423"/>
                  </a:lnTo>
                  <a:lnTo>
                    <a:pt x="23566" y="22355"/>
                  </a:lnTo>
                  <a:lnTo>
                    <a:pt x="19820" y="20229"/>
                  </a:lnTo>
                  <a:lnTo>
                    <a:pt x="20414" y="18727"/>
                  </a:lnTo>
                  <a:lnTo>
                    <a:pt x="21205" y="17875"/>
                  </a:lnTo>
                  <a:lnTo>
                    <a:pt x="22570" y="17223"/>
                  </a:lnTo>
                  <a:lnTo>
                    <a:pt x="22699" y="16439"/>
                  </a:lnTo>
                  <a:lnTo>
                    <a:pt x="23390" y="15787"/>
                  </a:lnTo>
                  <a:lnTo>
                    <a:pt x="24532" y="14076"/>
                  </a:lnTo>
                  <a:lnTo>
                    <a:pt x="24112" y="11841"/>
                  </a:lnTo>
                  <a:lnTo>
                    <a:pt x="24337" y="10206"/>
                  </a:lnTo>
                  <a:lnTo>
                    <a:pt x="25159" y="9141"/>
                  </a:lnTo>
                  <a:lnTo>
                    <a:pt x="25417" y="7612"/>
                  </a:lnTo>
                  <a:lnTo>
                    <a:pt x="25783" y="6486"/>
                  </a:lnTo>
                  <a:lnTo>
                    <a:pt x="27452" y="6084"/>
                  </a:lnTo>
                  <a:lnTo>
                    <a:pt x="29055" y="5038"/>
                  </a:lnTo>
                  <a:lnTo>
                    <a:pt x="29634" y="5139"/>
                  </a:lnTo>
                  <a:lnTo>
                    <a:pt x="31529" y="4898"/>
                  </a:lnTo>
                  <a:lnTo>
                    <a:pt x="32170" y="5319"/>
                  </a:lnTo>
                  <a:lnTo>
                    <a:pt x="32024" y="3471"/>
                  </a:lnTo>
                  <a:lnTo>
                    <a:pt x="33187" y="3230"/>
                  </a:lnTo>
                  <a:lnTo>
                    <a:pt x="33642" y="3599"/>
                  </a:lnTo>
                  <a:lnTo>
                    <a:pt x="33842" y="4909"/>
                  </a:lnTo>
                  <a:lnTo>
                    <a:pt x="34370" y="5745"/>
                  </a:lnTo>
                  <a:lnTo>
                    <a:pt x="34533" y="7198"/>
                  </a:lnTo>
                  <a:lnTo>
                    <a:pt x="34179" y="8320"/>
                  </a:lnTo>
                  <a:lnTo>
                    <a:pt x="33587" y="9185"/>
                  </a:lnTo>
                  <a:lnTo>
                    <a:pt x="34128" y="10069"/>
                  </a:lnTo>
                  <a:lnTo>
                    <a:pt x="33289" y="11668"/>
                  </a:lnTo>
                  <a:lnTo>
                    <a:pt x="34195" y="10987"/>
                  </a:lnTo>
                  <a:lnTo>
                    <a:pt x="35486" y="9421"/>
                  </a:lnTo>
                  <a:lnTo>
                    <a:pt x="35419" y="8141"/>
                  </a:lnTo>
                  <a:lnTo>
                    <a:pt x="35200" y="6533"/>
                  </a:lnTo>
                  <a:lnTo>
                    <a:pt x="34840" y="5081"/>
                  </a:lnTo>
                  <a:lnTo>
                    <a:pt x="35006" y="3483"/>
                  </a:lnTo>
                  <a:lnTo>
                    <a:pt x="35732" y="2483"/>
                  </a:lnTo>
                  <a:lnTo>
                    <a:pt x="37639" y="1981"/>
                  </a:lnTo>
                  <a:lnTo>
                    <a:pt x="36857" y="165"/>
                  </a:lnTo>
                  <a:lnTo>
                    <a:pt x="37554" y="0"/>
                  </a:lnTo>
                  <a:lnTo>
                    <a:pt x="38311" y="378"/>
                  </a:lnTo>
                  <a:lnTo>
                    <a:pt x="39424" y="1792"/>
                  </a:lnTo>
                  <a:lnTo>
                    <a:pt x="40583" y="2901"/>
                  </a:lnTo>
                  <a:lnTo>
                    <a:pt x="41784" y="3780"/>
                  </a:lnTo>
                  <a:lnTo>
                    <a:pt x="40630" y="5540"/>
                  </a:lnTo>
                  <a:lnTo>
                    <a:pt x="39210" y="6761"/>
                  </a:lnTo>
                  <a:lnTo>
                    <a:pt x="38652" y="8091"/>
                  </a:lnTo>
                  <a:lnTo>
                    <a:pt x="36724" y="9991"/>
                  </a:lnTo>
                  <a:lnTo>
                    <a:pt x="36425" y="10711"/>
                  </a:lnTo>
                  <a:lnTo>
                    <a:pt x="35882" y="13613"/>
                  </a:lnTo>
                  <a:lnTo>
                    <a:pt x="35817" y="14441"/>
                  </a:lnTo>
                  <a:lnTo>
                    <a:pt x="35197" y="15967"/>
                  </a:lnTo>
                  <a:lnTo>
                    <a:pt x="34609" y="17666"/>
                  </a:lnTo>
                  <a:lnTo>
                    <a:pt x="33926" y="18323"/>
                  </a:lnTo>
                  <a:lnTo>
                    <a:pt x="32908" y="18846"/>
                  </a:lnTo>
                  <a:lnTo>
                    <a:pt x="32329" y="19365"/>
                  </a:lnTo>
                  <a:lnTo>
                    <a:pt x="31601" y="19104"/>
                  </a:lnTo>
                  <a:lnTo>
                    <a:pt x="30678" y="19146"/>
                  </a:lnTo>
                  <a:lnTo>
                    <a:pt x="30219" y="19723"/>
                  </a:lnTo>
                  <a:lnTo>
                    <a:pt x="30242" y="20166"/>
                  </a:lnTo>
                  <a:lnTo>
                    <a:pt x="30518" y="20677"/>
                  </a:lnTo>
                  <a:lnTo>
                    <a:pt x="31326" y="21456"/>
                  </a:lnTo>
                  <a:lnTo>
                    <a:pt x="32222" y="22161"/>
                  </a:lnTo>
                  <a:lnTo>
                    <a:pt x="32123" y="22779"/>
                  </a:lnTo>
                  <a:lnTo>
                    <a:pt x="31643" y="23479"/>
                  </a:lnTo>
                  <a:lnTo>
                    <a:pt x="28589" y="25216"/>
                  </a:lnTo>
                  <a:lnTo>
                    <a:pt x="27680" y="26265"/>
                  </a:lnTo>
                  <a:lnTo>
                    <a:pt x="27365" y="26957"/>
                  </a:lnTo>
                  <a:lnTo>
                    <a:pt x="27689" y="28117"/>
                  </a:lnTo>
                  <a:lnTo>
                    <a:pt x="30124" y="31595"/>
                  </a:lnTo>
                  <a:lnTo>
                    <a:pt x="30538" y="31972"/>
                  </a:lnTo>
                  <a:lnTo>
                    <a:pt x="30898" y="33997"/>
                  </a:lnTo>
                  <a:lnTo>
                    <a:pt x="33045" y="34842"/>
                  </a:lnTo>
                  <a:lnTo>
                    <a:pt x="33925" y="36108"/>
                  </a:lnTo>
                  <a:lnTo>
                    <a:pt x="34682" y="36411"/>
                  </a:lnTo>
                  <a:lnTo>
                    <a:pt x="36327" y="36301"/>
                  </a:lnTo>
                  <a:lnTo>
                    <a:pt x="36988" y="36776"/>
                  </a:lnTo>
                  <a:lnTo>
                    <a:pt x="37362" y="36415"/>
                  </a:lnTo>
                  <a:lnTo>
                    <a:pt x="37579" y="35748"/>
                  </a:lnTo>
                  <a:lnTo>
                    <a:pt x="38964" y="34031"/>
                  </a:lnTo>
                  <a:lnTo>
                    <a:pt x="39422" y="33281"/>
                  </a:lnTo>
                  <a:lnTo>
                    <a:pt x="39147" y="32235"/>
                  </a:lnTo>
                  <a:lnTo>
                    <a:pt x="38848" y="31440"/>
                  </a:lnTo>
                  <a:lnTo>
                    <a:pt x="39690" y="29857"/>
                  </a:lnTo>
                  <a:lnTo>
                    <a:pt x="40711" y="28295"/>
                  </a:lnTo>
                  <a:lnTo>
                    <a:pt x="41223" y="28341"/>
                  </a:lnTo>
                  <a:lnTo>
                    <a:pt x="42095" y="29298"/>
                  </a:lnTo>
                  <a:lnTo>
                    <a:pt x="42813" y="30634"/>
                  </a:lnTo>
                  <a:lnTo>
                    <a:pt x="42911" y="31670"/>
                  </a:lnTo>
                  <a:lnTo>
                    <a:pt x="43043" y="32420"/>
                  </a:lnTo>
                  <a:lnTo>
                    <a:pt x="43723" y="34024"/>
                  </a:lnTo>
                  <a:lnTo>
                    <a:pt x="44161" y="34578"/>
                  </a:lnTo>
                  <a:lnTo>
                    <a:pt x="45344" y="34900"/>
                  </a:lnTo>
                  <a:lnTo>
                    <a:pt x="45621" y="35529"/>
                  </a:lnTo>
                  <a:lnTo>
                    <a:pt x="45409" y="37853"/>
                  </a:lnTo>
                  <a:lnTo>
                    <a:pt x="45585" y="38625"/>
                  </a:lnTo>
                  <a:lnTo>
                    <a:pt x="46824" y="38666"/>
                  </a:lnTo>
                  <a:lnTo>
                    <a:pt x="48138" y="38478"/>
                  </a:lnTo>
                  <a:lnTo>
                    <a:pt x="48598" y="38566"/>
                  </a:lnTo>
                  <a:lnTo>
                    <a:pt x="49072" y="38080"/>
                  </a:lnTo>
                  <a:lnTo>
                    <a:pt x="49803" y="37555"/>
                  </a:lnTo>
                  <a:close/>
                </a:path>
              </a:pathLst>
            </a:custGeom>
            <a:solidFill>
              <a:srgbClr val="83B978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0" name="pg849"/>
            <p:cNvSpPr/>
            <p:nvPr/>
          </p:nvSpPr>
          <p:spPr>
            <a:xfrm>
              <a:off x="4007619" y="2836149"/>
              <a:ext cx="11996" cy="12415"/>
            </a:xfrm>
            <a:custGeom>
              <a:avLst/>
              <a:pathLst>
                <a:path w="11996" h="12415">
                  <a:moveTo>
                    <a:pt x="10882" y="2426"/>
                  </a:moveTo>
                  <a:lnTo>
                    <a:pt x="9748" y="5971"/>
                  </a:lnTo>
                  <a:lnTo>
                    <a:pt x="8034" y="8928"/>
                  </a:lnTo>
                  <a:lnTo>
                    <a:pt x="7301" y="8007"/>
                  </a:lnTo>
                  <a:lnTo>
                    <a:pt x="6735" y="8051"/>
                  </a:lnTo>
                  <a:lnTo>
                    <a:pt x="5511" y="9183"/>
                  </a:lnTo>
                  <a:lnTo>
                    <a:pt x="4626" y="9379"/>
                  </a:lnTo>
                  <a:lnTo>
                    <a:pt x="3024" y="11398"/>
                  </a:lnTo>
                  <a:lnTo>
                    <a:pt x="1568" y="12415"/>
                  </a:lnTo>
                  <a:lnTo>
                    <a:pt x="553" y="12337"/>
                  </a:lnTo>
                  <a:lnTo>
                    <a:pt x="201" y="12134"/>
                  </a:lnTo>
                  <a:lnTo>
                    <a:pt x="0" y="10757"/>
                  </a:lnTo>
                  <a:lnTo>
                    <a:pt x="17" y="10215"/>
                  </a:lnTo>
                  <a:lnTo>
                    <a:pt x="633" y="10499"/>
                  </a:lnTo>
                  <a:lnTo>
                    <a:pt x="2884" y="8665"/>
                  </a:lnTo>
                  <a:lnTo>
                    <a:pt x="5698" y="5653"/>
                  </a:lnTo>
                  <a:lnTo>
                    <a:pt x="5966" y="4316"/>
                  </a:lnTo>
                  <a:lnTo>
                    <a:pt x="5514" y="2136"/>
                  </a:lnTo>
                  <a:lnTo>
                    <a:pt x="5637" y="1643"/>
                  </a:lnTo>
                  <a:lnTo>
                    <a:pt x="7459" y="2761"/>
                  </a:lnTo>
                  <a:lnTo>
                    <a:pt x="9495" y="588"/>
                  </a:lnTo>
                  <a:lnTo>
                    <a:pt x="11199" y="0"/>
                  </a:lnTo>
                  <a:lnTo>
                    <a:pt x="11996" y="1512"/>
                  </a:lnTo>
                  <a:close/>
                </a:path>
              </a:pathLst>
            </a:custGeom>
            <a:solidFill>
              <a:srgbClr val="DFEDD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1" name="pg850"/>
            <p:cNvSpPr/>
            <p:nvPr/>
          </p:nvSpPr>
          <p:spPr>
            <a:xfrm>
              <a:off x="3870247" y="2458947"/>
              <a:ext cx="234993" cy="433379"/>
            </a:xfrm>
            <a:custGeom>
              <a:avLst/>
              <a:pathLst>
                <a:path w="234993" h="433379">
                  <a:moveTo>
                    <a:pt x="25486" y="26321"/>
                  </a:moveTo>
                  <a:lnTo>
                    <a:pt x="26164" y="26579"/>
                  </a:lnTo>
                  <a:lnTo>
                    <a:pt x="27963" y="25291"/>
                  </a:lnTo>
                  <a:lnTo>
                    <a:pt x="30070" y="25467"/>
                  </a:lnTo>
                  <a:lnTo>
                    <a:pt x="30852" y="25535"/>
                  </a:lnTo>
                  <a:lnTo>
                    <a:pt x="33636" y="20127"/>
                  </a:lnTo>
                  <a:lnTo>
                    <a:pt x="34481" y="18323"/>
                  </a:lnTo>
                  <a:lnTo>
                    <a:pt x="36142" y="17386"/>
                  </a:lnTo>
                  <a:lnTo>
                    <a:pt x="37075" y="15237"/>
                  </a:lnTo>
                  <a:lnTo>
                    <a:pt x="38574" y="12634"/>
                  </a:lnTo>
                  <a:lnTo>
                    <a:pt x="40403" y="10184"/>
                  </a:lnTo>
                  <a:lnTo>
                    <a:pt x="42081" y="7984"/>
                  </a:lnTo>
                  <a:lnTo>
                    <a:pt x="43369" y="6654"/>
                  </a:lnTo>
                  <a:lnTo>
                    <a:pt x="45697" y="3545"/>
                  </a:lnTo>
                  <a:lnTo>
                    <a:pt x="47152" y="2467"/>
                  </a:lnTo>
                  <a:lnTo>
                    <a:pt x="48415" y="2500"/>
                  </a:lnTo>
                  <a:lnTo>
                    <a:pt x="50306" y="6146"/>
                  </a:lnTo>
                  <a:lnTo>
                    <a:pt x="51899" y="9462"/>
                  </a:lnTo>
                  <a:lnTo>
                    <a:pt x="52391" y="10917"/>
                  </a:lnTo>
                  <a:lnTo>
                    <a:pt x="51600" y="12220"/>
                  </a:lnTo>
                  <a:lnTo>
                    <a:pt x="50123" y="13480"/>
                  </a:lnTo>
                  <a:lnTo>
                    <a:pt x="49841" y="14403"/>
                  </a:lnTo>
                  <a:lnTo>
                    <a:pt x="49737" y="15585"/>
                  </a:lnTo>
                  <a:lnTo>
                    <a:pt x="49796" y="16716"/>
                  </a:lnTo>
                  <a:lnTo>
                    <a:pt x="49994" y="17638"/>
                  </a:lnTo>
                  <a:lnTo>
                    <a:pt x="51806" y="19781"/>
                  </a:lnTo>
                  <a:lnTo>
                    <a:pt x="52012" y="20958"/>
                  </a:lnTo>
                  <a:lnTo>
                    <a:pt x="52025" y="22153"/>
                  </a:lnTo>
                  <a:lnTo>
                    <a:pt x="51818" y="22899"/>
                  </a:lnTo>
                  <a:lnTo>
                    <a:pt x="51414" y="23331"/>
                  </a:lnTo>
                  <a:lnTo>
                    <a:pt x="50154" y="23932"/>
                  </a:lnTo>
                  <a:lnTo>
                    <a:pt x="49076" y="24630"/>
                  </a:lnTo>
                  <a:lnTo>
                    <a:pt x="48701" y="25315"/>
                  </a:lnTo>
                  <a:lnTo>
                    <a:pt x="48376" y="26129"/>
                  </a:lnTo>
                  <a:lnTo>
                    <a:pt x="48422" y="27031"/>
                  </a:lnTo>
                  <a:lnTo>
                    <a:pt x="48748" y="28057"/>
                  </a:lnTo>
                  <a:lnTo>
                    <a:pt x="50960" y="30862"/>
                  </a:lnTo>
                  <a:lnTo>
                    <a:pt x="51210" y="31893"/>
                  </a:lnTo>
                  <a:lnTo>
                    <a:pt x="51650" y="33280"/>
                  </a:lnTo>
                  <a:lnTo>
                    <a:pt x="52189" y="34131"/>
                  </a:lnTo>
                  <a:lnTo>
                    <a:pt x="53111" y="34363"/>
                  </a:lnTo>
                  <a:lnTo>
                    <a:pt x="53552" y="34936"/>
                  </a:lnTo>
                  <a:lnTo>
                    <a:pt x="55688" y="40111"/>
                  </a:lnTo>
                  <a:lnTo>
                    <a:pt x="56211" y="40477"/>
                  </a:lnTo>
                  <a:lnTo>
                    <a:pt x="58706" y="39338"/>
                  </a:lnTo>
                  <a:lnTo>
                    <a:pt x="59053" y="39390"/>
                  </a:lnTo>
                  <a:lnTo>
                    <a:pt x="59077" y="40660"/>
                  </a:lnTo>
                  <a:lnTo>
                    <a:pt x="59450" y="48014"/>
                  </a:lnTo>
                  <a:lnTo>
                    <a:pt x="59739" y="51811"/>
                  </a:lnTo>
                  <a:lnTo>
                    <a:pt x="60164" y="55505"/>
                  </a:lnTo>
                  <a:lnTo>
                    <a:pt x="60839" y="58875"/>
                  </a:lnTo>
                  <a:lnTo>
                    <a:pt x="61639" y="62081"/>
                  </a:lnTo>
                  <a:lnTo>
                    <a:pt x="62739" y="64061"/>
                  </a:lnTo>
                  <a:lnTo>
                    <a:pt x="65192" y="66443"/>
                  </a:lnTo>
                  <a:lnTo>
                    <a:pt x="66382" y="67131"/>
                  </a:lnTo>
                  <a:lnTo>
                    <a:pt x="69512" y="67609"/>
                  </a:lnTo>
                  <a:lnTo>
                    <a:pt x="72604" y="68662"/>
                  </a:lnTo>
                  <a:lnTo>
                    <a:pt x="74430" y="69777"/>
                  </a:lnTo>
                  <a:lnTo>
                    <a:pt x="74988" y="70564"/>
                  </a:lnTo>
                  <a:lnTo>
                    <a:pt x="75448" y="71773"/>
                  </a:lnTo>
                  <a:lnTo>
                    <a:pt x="76957" y="77400"/>
                  </a:lnTo>
                  <a:lnTo>
                    <a:pt x="79338" y="81404"/>
                  </a:lnTo>
                  <a:lnTo>
                    <a:pt x="84142" y="87416"/>
                  </a:lnTo>
                  <a:lnTo>
                    <a:pt x="86472" y="89414"/>
                  </a:lnTo>
                  <a:lnTo>
                    <a:pt x="94314" y="93199"/>
                  </a:lnTo>
                  <a:lnTo>
                    <a:pt x="99531" y="92985"/>
                  </a:lnTo>
                  <a:lnTo>
                    <a:pt x="113961" y="85686"/>
                  </a:lnTo>
                  <a:lnTo>
                    <a:pt x="118757" y="83866"/>
                  </a:lnTo>
                  <a:lnTo>
                    <a:pt x="120558" y="83866"/>
                  </a:lnTo>
                  <a:lnTo>
                    <a:pt x="119485" y="85318"/>
                  </a:lnTo>
                  <a:lnTo>
                    <a:pt x="117682" y="86148"/>
                  </a:lnTo>
                  <a:lnTo>
                    <a:pt x="118770" y="87172"/>
                  </a:lnTo>
                  <a:lnTo>
                    <a:pt x="120446" y="87342"/>
                  </a:lnTo>
                  <a:lnTo>
                    <a:pt x="121224" y="87176"/>
                  </a:lnTo>
                  <a:lnTo>
                    <a:pt x="121786" y="86250"/>
                  </a:lnTo>
                  <a:lnTo>
                    <a:pt x="121879" y="84724"/>
                  </a:lnTo>
                  <a:lnTo>
                    <a:pt x="121798" y="83211"/>
                  </a:lnTo>
                  <a:lnTo>
                    <a:pt x="121003" y="76438"/>
                  </a:lnTo>
                  <a:lnTo>
                    <a:pt x="120542" y="71656"/>
                  </a:lnTo>
                  <a:lnTo>
                    <a:pt x="123923" y="71983"/>
                  </a:lnTo>
                  <a:lnTo>
                    <a:pt x="125242" y="71359"/>
                  </a:lnTo>
                  <a:lnTo>
                    <a:pt x="127179" y="69764"/>
                  </a:lnTo>
                  <a:lnTo>
                    <a:pt x="128644" y="68799"/>
                  </a:lnTo>
                  <a:lnTo>
                    <a:pt x="129384" y="68666"/>
                  </a:lnTo>
                  <a:lnTo>
                    <a:pt x="130112" y="67915"/>
                  </a:lnTo>
                  <a:lnTo>
                    <a:pt x="130670" y="66977"/>
                  </a:lnTo>
                  <a:lnTo>
                    <a:pt x="131931" y="60454"/>
                  </a:lnTo>
                  <a:lnTo>
                    <a:pt x="132558" y="58821"/>
                  </a:lnTo>
                  <a:lnTo>
                    <a:pt x="134697" y="55140"/>
                  </a:lnTo>
                  <a:lnTo>
                    <a:pt x="136514" y="52810"/>
                  </a:lnTo>
                  <a:lnTo>
                    <a:pt x="138417" y="50748"/>
                  </a:lnTo>
                  <a:lnTo>
                    <a:pt x="140825" y="49311"/>
                  </a:lnTo>
                  <a:lnTo>
                    <a:pt x="144029" y="49462"/>
                  </a:lnTo>
                  <a:lnTo>
                    <a:pt x="146576" y="49967"/>
                  </a:lnTo>
                  <a:lnTo>
                    <a:pt x="148049" y="49943"/>
                  </a:lnTo>
                  <a:lnTo>
                    <a:pt x="148751" y="50090"/>
                  </a:lnTo>
                  <a:lnTo>
                    <a:pt x="149279" y="49882"/>
                  </a:lnTo>
                  <a:lnTo>
                    <a:pt x="149582" y="49457"/>
                  </a:lnTo>
                  <a:lnTo>
                    <a:pt x="149913" y="46611"/>
                  </a:lnTo>
                  <a:lnTo>
                    <a:pt x="150434" y="45684"/>
                  </a:lnTo>
                  <a:lnTo>
                    <a:pt x="151333" y="44889"/>
                  </a:lnTo>
                  <a:lnTo>
                    <a:pt x="152593" y="44883"/>
                  </a:lnTo>
                  <a:lnTo>
                    <a:pt x="154127" y="44675"/>
                  </a:lnTo>
                  <a:lnTo>
                    <a:pt x="155403" y="44870"/>
                  </a:lnTo>
                  <a:lnTo>
                    <a:pt x="157012" y="45964"/>
                  </a:lnTo>
                  <a:lnTo>
                    <a:pt x="159113" y="46054"/>
                  </a:lnTo>
                  <a:lnTo>
                    <a:pt x="160509" y="45864"/>
                  </a:lnTo>
                  <a:lnTo>
                    <a:pt x="161321" y="46952"/>
                  </a:lnTo>
                  <a:lnTo>
                    <a:pt x="161905" y="48406"/>
                  </a:lnTo>
                  <a:lnTo>
                    <a:pt x="162189" y="49620"/>
                  </a:lnTo>
                  <a:lnTo>
                    <a:pt x="162254" y="51286"/>
                  </a:lnTo>
                  <a:lnTo>
                    <a:pt x="162242" y="52556"/>
                  </a:lnTo>
                  <a:lnTo>
                    <a:pt x="162461" y="53046"/>
                  </a:lnTo>
                  <a:lnTo>
                    <a:pt x="163315" y="53804"/>
                  </a:lnTo>
                  <a:lnTo>
                    <a:pt x="164500" y="54372"/>
                  </a:lnTo>
                  <a:lnTo>
                    <a:pt x="166810" y="55058"/>
                  </a:lnTo>
                  <a:lnTo>
                    <a:pt x="168974" y="56371"/>
                  </a:lnTo>
                  <a:lnTo>
                    <a:pt x="170100" y="57268"/>
                  </a:lnTo>
                  <a:lnTo>
                    <a:pt x="171663" y="58669"/>
                  </a:lnTo>
                  <a:lnTo>
                    <a:pt x="173526" y="62133"/>
                  </a:lnTo>
                  <a:lnTo>
                    <a:pt x="174215" y="62683"/>
                  </a:lnTo>
                  <a:lnTo>
                    <a:pt x="175050" y="63034"/>
                  </a:lnTo>
                  <a:lnTo>
                    <a:pt x="175648" y="62940"/>
                  </a:lnTo>
                  <a:lnTo>
                    <a:pt x="177046" y="61473"/>
                  </a:lnTo>
                  <a:lnTo>
                    <a:pt x="178261" y="62555"/>
                  </a:lnTo>
                  <a:lnTo>
                    <a:pt x="178878" y="62416"/>
                  </a:lnTo>
                  <a:lnTo>
                    <a:pt x="180275" y="61611"/>
                  </a:lnTo>
                  <a:lnTo>
                    <a:pt x="181759" y="62611"/>
                  </a:lnTo>
                  <a:lnTo>
                    <a:pt x="185459" y="66420"/>
                  </a:lnTo>
                  <a:lnTo>
                    <a:pt x="185865" y="66332"/>
                  </a:lnTo>
                  <a:lnTo>
                    <a:pt x="186202" y="66719"/>
                  </a:lnTo>
                  <a:lnTo>
                    <a:pt x="186509" y="67590"/>
                  </a:lnTo>
                  <a:lnTo>
                    <a:pt x="186726" y="68666"/>
                  </a:lnTo>
                  <a:lnTo>
                    <a:pt x="187002" y="71946"/>
                  </a:lnTo>
                  <a:lnTo>
                    <a:pt x="188069" y="74337"/>
                  </a:lnTo>
                  <a:lnTo>
                    <a:pt x="189376" y="76521"/>
                  </a:lnTo>
                  <a:lnTo>
                    <a:pt x="190900" y="77716"/>
                  </a:lnTo>
                  <a:lnTo>
                    <a:pt x="194086" y="80578"/>
                  </a:lnTo>
                  <a:lnTo>
                    <a:pt x="195477" y="82904"/>
                  </a:lnTo>
                  <a:lnTo>
                    <a:pt x="196885" y="86848"/>
                  </a:lnTo>
                  <a:lnTo>
                    <a:pt x="198620" y="92044"/>
                  </a:lnTo>
                  <a:lnTo>
                    <a:pt x="198871" y="92515"/>
                  </a:lnTo>
                  <a:lnTo>
                    <a:pt x="203339" y="92358"/>
                  </a:lnTo>
                  <a:lnTo>
                    <a:pt x="208357" y="92369"/>
                  </a:lnTo>
                  <a:lnTo>
                    <a:pt x="208970" y="94447"/>
                  </a:lnTo>
                  <a:lnTo>
                    <a:pt x="208853" y="98570"/>
                  </a:lnTo>
                  <a:lnTo>
                    <a:pt x="209033" y="102796"/>
                  </a:lnTo>
                  <a:lnTo>
                    <a:pt x="209483" y="105727"/>
                  </a:lnTo>
                  <a:lnTo>
                    <a:pt x="209487" y="108428"/>
                  </a:lnTo>
                  <a:lnTo>
                    <a:pt x="209124" y="109796"/>
                  </a:lnTo>
                  <a:lnTo>
                    <a:pt x="208842" y="111360"/>
                  </a:lnTo>
                  <a:lnTo>
                    <a:pt x="208763" y="112044"/>
                  </a:lnTo>
                  <a:lnTo>
                    <a:pt x="209408" y="113020"/>
                  </a:lnTo>
                  <a:lnTo>
                    <a:pt x="209972" y="115268"/>
                  </a:lnTo>
                  <a:lnTo>
                    <a:pt x="210052" y="118395"/>
                  </a:lnTo>
                  <a:lnTo>
                    <a:pt x="209770" y="120057"/>
                  </a:lnTo>
                  <a:lnTo>
                    <a:pt x="209810" y="121425"/>
                  </a:lnTo>
                  <a:lnTo>
                    <a:pt x="210092" y="122598"/>
                  </a:lnTo>
                  <a:lnTo>
                    <a:pt x="210334" y="124553"/>
                  </a:lnTo>
                  <a:lnTo>
                    <a:pt x="210293" y="125724"/>
                  </a:lnTo>
                  <a:lnTo>
                    <a:pt x="209891" y="126897"/>
                  </a:lnTo>
                  <a:lnTo>
                    <a:pt x="209649" y="128363"/>
                  </a:lnTo>
                  <a:lnTo>
                    <a:pt x="209327" y="130220"/>
                  </a:lnTo>
                  <a:lnTo>
                    <a:pt x="209205" y="131686"/>
                  </a:lnTo>
                  <a:lnTo>
                    <a:pt x="208601" y="132370"/>
                  </a:lnTo>
                  <a:lnTo>
                    <a:pt x="208118" y="132859"/>
                  </a:lnTo>
                  <a:lnTo>
                    <a:pt x="208199" y="134716"/>
                  </a:lnTo>
                  <a:lnTo>
                    <a:pt x="208440" y="136280"/>
                  </a:lnTo>
                  <a:lnTo>
                    <a:pt x="208722" y="138136"/>
                  </a:lnTo>
                  <a:lnTo>
                    <a:pt x="208400" y="139407"/>
                  </a:lnTo>
                  <a:lnTo>
                    <a:pt x="208199" y="140873"/>
                  </a:lnTo>
                  <a:lnTo>
                    <a:pt x="207755" y="143219"/>
                  </a:lnTo>
                  <a:lnTo>
                    <a:pt x="207875" y="145172"/>
                  </a:lnTo>
                  <a:lnTo>
                    <a:pt x="207392" y="146834"/>
                  </a:lnTo>
                  <a:lnTo>
                    <a:pt x="206787" y="148300"/>
                  </a:lnTo>
                  <a:lnTo>
                    <a:pt x="206385" y="149473"/>
                  </a:lnTo>
                  <a:lnTo>
                    <a:pt x="206304" y="151134"/>
                  </a:lnTo>
                  <a:lnTo>
                    <a:pt x="205860" y="151721"/>
                  </a:lnTo>
                  <a:lnTo>
                    <a:pt x="205014" y="153089"/>
                  </a:lnTo>
                  <a:lnTo>
                    <a:pt x="204490" y="154066"/>
                  </a:lnTo>
                  <a:lnTo>
                    <a:pt x="203724" y="154359"/>
                  </a:lnTo>
                  <a:lnTo>
                    <a:pt x="203563" y="155141"/>
                  </a:lnTo>
                  <a:lnTo>
                    <a:pt x="203683" y="155923"/>
                  </a:lnTo>
                  <a:lnTo>
                    <a:pt x="204006" y="156412"/>
                  </a:lnTo>
                  <a:lnTo>
                    <a:pt x="204509" y="158103"/>
                  </a:lnTo>
                  <a:lnTo>
                    <a:pt x="205552" y="161016"/>
                  </a:lnTo>
                  <a:lnTo>
                    <a:pt x="202544" y="161378"/>
                  </a:lnTo>
                  <a:lnTo>
                    <a:pt x="201661" y="163965"/>
                  </a:lnTo>
                  <a:lnTo>
                    <a:pt x="200632" y="167654"/>
                  </a:lnTo>
                  <a:lnTo>
                    <a:pt x="201135" y="175124"/>
                  </a:lnTo>
                  <a:lnTo>
                    <a:pt x="200634" y="178967"/>
                  </a:lnTo>
                  <a:lnTo>
                    <a:pt x="200937" y="181124"/>
                  </a:lnTo>
                  <a:lnTo>
                    <a:pt x="201705" y="182619"/>
                  </a:lnTo>
                  <a:lnTo>
                    <a:pt x="202689" y="183444"/>
                  </a:lnTo>
                  <a:lnTo>
                    <a:pt x="204540" y="183495"/>
                  </a:lnTo>
                  <a:lnTo>
                    <a:pt x="205765" y="184078"/>
                  </a:lnTo>
                  <a:lnTo>
                    <a:pt x="205887" y="185075"/>
                  </a:lnTo>
                  <a:lnTo>
                    <a:pt x="205184" y="186522"/>
                  </a:lnTo>
                  <a:lnTo>
                    <a:pt x="204058" y="189253"/>
                  </a:lnTo>
                  <a:lnTo>
                    <a:pt x="203463" y="190444"/>
                  </a:lnTo>
                  <a:lnTo>
                    <a:pt x="201543" y="195931"/>
                  </a:lnTo>
                  <a:lnTo>
                    <a:pt x="201560" y="198267"/>
                  </a:lnTo>
                  <a:lnTo>
                    <a:pt x="201738" y="200155"/>
                  </a:lnTo>
                  <a:lnTo>
                    <a:pt x="202567" y="206080"/>
                  </a:lnTo>
                  <a:lnTo>
                    <a:pt x="203370" y="211823"/>
                  </a:lnTo>
                  <a:lnTo>
                    <a:pt x="204818" y="222183"/>
                  </a:lnTo>
                  <a:lnTo>
                    <a:pt x="204793" y="224590"/>
                  </a:lnTo>
                  <a:lnTo>
                    <a:pt x="204339" y="229934"/>
                  </a:lnTo>
                  <a:lnTo>
                    <a:pt x="204309" y="233182"/>
                  </a:lnTo>
                  <a:lnTo>
                    <a:pt x="204514" y="237399"/>
                  </a:lnTo>
                  <a:lnTo>
                    <a:pt x="204359" y="239582"/>
                  </a:lnTo>
                  <a:lnTo>
                    <a:pt x="204714" y="244470"/>
                  </a:lnTo>
                  <a:lnTo>
                    <a:pt x="205121" y="244822"/>
                  </a:lnTo>
                  <a:lnTo>
                    <a:pt x="208248" y="245772"/>
                  </a:lnTo>
                  <a:lnTo>
                    <a:pt x="211122" y="246643"/>
                  </a:lnTo>
                  <a:lnTo>
                    <a:pt x="214944" y="247802"/>
                  </a:lnTo>
                  <a:lnTo>
                    <a:pt x="216101" y="250671"/>
                  </a:lnTo>
                  <a:lnTo>
                    <a:pt x="216822" y="256958"/>
                  </a:lnTo>
                  <a:lnTo>
                    <a:pt x="216781" y="261664"/>
                  </a:lnTo>
                  <a:lnTo>
                    <a:pt x="216456" y="264068"/>
                  </a:lnTo>
                  <a:lnTo>
                    <a:pt x="213717" y="270940"/>
                  </a:lnTo>
                  <a:lnTo>
                    <a:pt x="210941" y="277903"/>
                  </a:lnTo>
                  <a:lnTo>
                    <a:pt x="208168" y="284856"/>
                  </a:lnTo>
                  <a:lnTo>
                    <a:pt x="204990" y="292827"/>
                  </a:lnTo>
                  <a:lnTo>
                    <a:pt x="207315" y="298596"/>
                  </a:lnTo>
                  <a:lnTo>
                    <a:pt x="208753" y="302163"/>
                  </a:lnTo>
                  <a:lnTo>
                    <a:pt x="210779" y="307190"/>
                  </a:lnTo>
                  <a:lnTo>
                    <a:pt x="211036" y="308396"/>
                  </a:lnTo>
                  <a:lnTo>
                    <a:pt x="211017" y="310370"/>
                  </a:lnTo>
                  <a:lnTo>
                    <a:pt x="213097" y="318021"/>
                  </a:lnTo>
                  <a:lnTo>
                    <a:pt x="213830" y="322015"/>
                  </a:lnTo>
                  <a:lnTo>
                    <a:pt x="214492" y="324358"/>
                  </a:lnTo>
                  <a:lnTo>
                    <a:pt x="216137" y="328020"/>
                  </a:lnTo>
                  <a:lnTo>
                    <a:pt x="217744" y="331600"/>
                  </a:lnTo>
                  <a:lnTo>
                    <a:pt x="219488" y="333240"/>
                  </a:lnTo>
                  <a:lnTo>
                    <a:pt x="220677" y="333601"/>
                  </a:lnTo>
                  <a:lnTo>
                    <a:pt x="223388" y="335494"/>
                  </a:lnTo>
                  <a:lnTo>
                    <a:pt x="224374" y="336997"/>
                  </a:lnTo>
                  <a:lnTo>
                    <a:pt x="225966" y="340800"/>
                  </a:lnTo>
                  <a:lnTo>
                    <a:pt x="227831" y="340280"/>
                  </a:lnTo>
                  <a:lnTo>
                    <a:pt x="228219" y="340277"/>
                  </a:lnTo>
                  <a:lnTo>
                    <a:pt x="228324" y="340552"/>
                  </a:lnTo>
                  <a:lnTo>
                    <a:pt x="228379" y="341779"/>
                  </a:lnTo>
                  <a:lnTo>
                    <a:pt x="228102" y="347688"/>
                  </a:lnTo>
                  <a:lnTo>
                    <a:pt x="228620" y="353643"/>
                  </a:lnTo>
                  <a:lnTo>
                    <a:pt x="228982" y="362612"/>
                  </a:lnTo>
                  <a:lnTo>
                    <a:pt x="228847" y="364163"/>
                  </a:lnTo>
                  <a:lnTo>
                    <a:pt x="228400" y="366757"/>
                  </a:lnTo>
                  <a:lnTo>
                    <a:pt x="228379" y="368428"/>
                  </a:lnTo>
                  <a:lnTo>
                    <a:pt x="228260" y="369449"/>
                  </a:lnTo>
                  <a:lnTo>
                    <a:pt x="228385" y="369905"/>
                  </a:lnTo>
                  <a:lnTo>
                    <a:pt x="228977" y="370518"/>
                  </a:lnTo>
                  <a:lnTo>
                    <a:pt x="230243" y="370844"/>
                  </a:lnTo>
                  <a:lnTo>
                    <a:pt x="233306" y="369837"/>
                  </a:lnTo>
                  <a:lnTo>
                    <a:pt x="233663" y="370090"/>
                  </a:lnTo>
                  <a:lnTo>
                    <a:pt x="234396" y="371155"/>
                  </a:lnTo>
                  <a:lnTo>
                    <a:pt x="234949" y="372822"/>
                  </a:lnTo>
                  <a:lnTo>
                    <a:pt x="234993" y="373617"/>
                  </a:lnTo>
                  <a:lnTo>
                    <a:pt x="234224" y="375003"/>
                  </a:lnTo>
                  <a:lnTo>
                    <a:pt x="234094" y="377353"/>
                  </a:lnTo>
                  <a:lnTo>
                    <a:pt x="234325" y="380866"/>
                  </a:lnTo>
                  <a:lnTo>
                    <a:pt x="234218" y="381295"/>
                  </a:lnTo>
                  <a:lnTo>
                    <a:pt x="233542" y="382097"/>
                  </a:lnTo>
                  <a:lnTo>
                    <a:pt x="233322" y="387180"/>
                  </a:lnTo>
                  <a:lnTo>
                    <a:pt x="233197" y="387647"/>
                  </a:lnTo>
                  <a:lnTo>
                    <a:pt x="232406" y="388163"/>
                  </a:lnTo>
                  <a:lnTo>
                    <a:pt x="228673" y="387821"/>
                  </a:lnTo>
                  <a:lnTo>
                    <a:pt x="228246" y="387961"/>
                  </a:lnTo>
                  <a:lnTo>
                    <a:pt x="226842" y="389305"/>
                  </a:lnTo>
                  <a:lnTo>
                    <a:pt x="224439" y="390269"/>
                  </a:lnTo>
                  <a:lnTo>
                    <a:pt x="223779" y="390813"/>
                  </a:lnTo>
                  <a:lnTo>
                    <a:pt x="222892" y="392342"/>
                  </a:lnTo>
                  <a:lnTo>
                    <a:pt x="222251" y="394215"/>
                  </a:lnTo>
                  <a:lnTo>
                    <a:pt x="222128" y="395937"/>
                  </a:lnTo>
                  <a:lnTo>
                    <a:pt x="222003" y="396297"/>
                  </a:lnTo>
                  <a:lnTo>
                    <a:pt x="220621" y="395944"/>
                  </a:lnTo>
                  <a:lnTo>
                    <a:pt x="220171" y="397443"/>
                  </a:lnTo>
                  <a:lnTo>
                    <a:pt x="217500" y="399684"/>
                  </a:lnTo>
                  <a:lnTo>
                    <a:pt x="217165" y="400171"/>
                  </a:lnTo>
                  <a:lnTo>
                    <a:pt x="216770" y="401963"/>
                  </a:lnTo>
                  <a:lnTo>
                    <a:pt x="216414" y="406970"/>
                  </a:lnTo>
                  <a:lnTo>
                    <a:pt x="216093" y="411476"/>
                  </a:lnTo>
                  <a:lnTo>
                    <a:pt x="215889" y="412134"/>
                  </a:lnTo>
                  <a:lnTo>
                    <a:pt x="215048" y="413673"/>
                  </a:lnTo>
                  <a:lnTo>
                    <a:pt x="214965" y="414197"/>
                  </a:lnTo>
                  <a:lnTo>
                    <a:pt x="215081" y="415937"/>
                  </a:lnTo>
                  <a:lnTo>
                    <a:pt x="214700" y="419121"/>
                  </a:lnTo>
                  <a:lnTo>
                    <a:pt x="214399" y="427941"/>
                  </a:lnTo>
                  <a:lnTo>
                    <a:pt x="214064" y="430417"/>
                  </a:lnTo>
                  <a:lnTo>
                    <a:pt x="213396" y="430619"/>
                  </a:lnTo>
                  <a:lnTo>
                    <a:pt x="212875" y="431856"/>
                  </a:lnTo>
                  <a:lnTo>
                    <a:pt x="211922" y="433379"/>
                  </a:lnTo>
                  <a:lnTo>
                    <a:pt x="209860" y="432201"/>
                  </a:lnTo>
                  <a:lnTo>
                    <a:pt x="208222" y="430963"/>
                  </a:lnTo>
                  <a:lnTo>
                    <a:pt x="202802" y="428057"/>
                  </a:lnTo>
                  <a:lnTo>
                    <a:pt x="202208" y="426650"/>
                  </a:lnTo>
                  <a:lnTo>
                    <a:pt x="201872" y="424177"/>
                  </a:lnTo>
                  <a:lnTo>
                    <a:pt x="200934" y="423481"/>
                  </a:lnTo>
                  <a:lnTo>
                    <a:pt x="199589" y="427190"/>
                  </a:lnTo>
                  <a:lnTo>
                    <a:pt x="195013" y="425046"/>
                  </a:lnTo>
                  <a:lnTo>
                    <a:pt x="193457" y="425705"/>
                  </a:lnTo>
                  <a:lnTo>
                    <a:pt x="192498" y="424551"/>
                  </a:lnTo>
                  <a:lnTo>
                    <a:pt x="190032" y="424480"/>
                  </a:lnTo>
                  <a:lnTo>
                    <a:pt x="188082" y="422168"/>
                  </a:lnTo>
                  <a:lnTo>
                    <a:pt x="185294" y="423757"/>
                  </a:lnTo>
                  <a:lnTo>
                    <a:pt x="183086" y="424066"/>
                  </a:lnTo>
                  <a:lnTo>
                    <a:pt x="180061" y="420009"/>
                  </a:lnTo>
                  <a:lnTo>
                    <a:pt x="176807" y="418890"/>
                  </a:lnTo>
                  <a:lnTo>
                    <a:pt x="174167" y="419232"/>
                  </a:lnTo>
                  <a:lnTo>
                    <a:pt x="172810" y="418915"/>
                  </a:lnTo>
                  <a:lnTo>
                    <a:pt x="170610" y="417461"/>
                  </a:lnTo>
                  <a:lnTo>
                    <a:pt x="169565" y="415959"/>
                  </a:lnTo>
                  <a:lnTo>
                    <a:pt x="167852" y="417100"/>
                  </a:lnTo>
                  <a:lnTo>
                    <a:pt x="167077" y="414976"/>
                  </a:lnTo>
                  <a:lnTo>
                    <a:pt x="162227" y="413007"/>
                  </a:lnTo>
                  <a:lnTo>
                    <a:pt x="161330" y="409245"/>
                  </a:lnTo>
                  <a:lnTo>
                    <a:pt x="160655" y="405748"/>
                  </a:lnTo>
                  <a:lnTo>
                    <a:pt x="160604" y="402154"/>
                  </a:lnTo>
                  <a:lnTo>
                    <a:pt x="159421" y="395872"/>
                  </a:lnTo>
                  <a:lnTo>
                    <a:pt x="159027" y="386751"/>
                  </a:lnTo>
                  <a:lnTo>
                    <a:pt x="158589" y="383188"/>
                  </a:lnTo>
                  <a:lnTo>
                    <a:pt x="157933" y="380091"/>
                  </a:lnTo>
                  <a:lnTo>
                    <a:pt x="157059" y="377458"/>
                  </a:lnTo>
                  <a:lnTo>
                    <a:pt x="155870" y="374639"/>
                  </a:lnTo>
                  <a:lnTo>
                    <a:pt x="154837" y="373525"/>
                  </a:lnTo>
                  <a:lnTo>
                    <a:pt x="150303" y="371381"/>
                  </a:lnTo>
                  <a:lnTo>
                    <a:pt x="149429" y="371665"/>
                  </a:lnTo>
                  <a:lnTo>
                    <a:pt x="147402" y="373069"/>
                  </a:lnTo>
                  <a:lnTo>
                    <a:pt x="145245" y="376187"/>
                  </a:lnTo>
                  <a:lnTo>
                    <a:pt x="141701" y="377962"/>
                  </a:lnTo>
                  <a:lnTo>
                    <a:pt x="140986" y="379304"/>
                  </a:lnTo>
                  <a:lnTo>
                    <a:pt x="140095" y="382323"/>
                  </a:lnTo>
                  <a:lnTo>
                    <a:pt x="138943" y="384078"/>
                  </a:lnTo>
                  <a:lnTo>
                    <a:pt x="137360" y="383623"/>
                  </a:lnTo>
                  <a:lnTo>
                    <a:pt x="135660" y="385413"/>
                  </a:lnTo>
                  <a:lnTo>
                    <a:pt x="132506" y="390398"/>
                  </a:lnTo>
                  <a:lnTo>
                    <a:pt x="130842" y="391923"/>
                  </a:lnTo>
                  <a:lnTo>
                    <a:pt x="129448" y="391809"/>
                  </a:lnTo>
                  <a:lnTo>
                    <a:pt x="127951" y="389438"/>
                  </a:lnTo>
                  <a:lnTo>
                    <a:pt x="124599" y="386262"/>
                  </a:lnTo>
                  <a:lnTo>
                    <a:pt x="122433" y="385206"/>
                  </a:lnTo>
                  <a:lnTo>
                    <a:pt x="119426" y="385935"/>
                  </a:lnTo>
                  <a:lnTo>
                    <a:pt x="118002" y="385407"/>
                  </a:lnTo>
                  <a:lnTo>
                    <a:pt x="115582" y="381678"/>
                  </a:lnTo>
                  <a:lnTo>
                    <a:pt x="114946" y="378975"/>
                  </a:lnTo>
                  <a:lnTo>
                    <a:pt x="113565" y="377165"/>
                  </a:lnTo>
                  <a:lnTo>
                    <a:pt x="109188" y="373104"/>
                  </a:lnTo>
                  <a:lnTo>
                    <a:pt x="105643" y="367742"/>
                  </a:lnTo>
                  <a:lnTo>
                    <a:pt x="104992" y="365715"/>
                  </a:lnTo>
                  <a:lnTo>
                    <a:pt x="104558" y="362720"/>
                  </a:lnTo>
                  <a:lnTo>
                    <a:pt x="103014" y="359081"/>
                  </a:lnTo>
                  <a:lnTo>
                    <a:pt x="99553" y="356103"/>
                  </a:lnTo>
                  <a:lnTo>
                    <a:pt x="97589" y="352937"/>
                  </a:lnTo>
                  <a:lnTo>
                    <a:pt x="95288" y="352233"/>
                  </a:lnTo>
                  <a:lnTo>
                    <a:pt x="93147" y="352330"/>
                  </a:lnTo>
                  <a:lnTo>
                    <a:pt x="92206" y="351762"/>
                  </a:lnTo>
                  <a:lnTo>
                    <a:pt x="91346" y="350408"/>
                  </a:lnTo>
                  <a:lnTo>
                    <a:pt x="88426" y="343868"/>
                  </a:lnTo>
                  <a:lnTo>
                    <a:pt x="88391" y="341282"/>
                  </a:lnTo>
                  <a:lnTo>
                    <a:pt x="86592" y="334891"/>
                  </a:lnTo>
                  <a:lnTo>
                    <a:pt x="86170" y="332617"/>
                  </a:lnTo>
                  <a:lnTo>
                    <a:pt x="85782" y="326293"/>
                  </a:lnTo>
                  <a:lnTo>
                    <a:pt x="85285" y="324639"/>
                  </a:lnTo>
                  <a:lnTo>
                    <a:pt x="83406" y="322037"/>
                  </a:lnTo>
                  <a:lnTo>
                    <a:pt x="83113" y="320333"/>
                  </a:lnTo>
                  <a:lnTo>
                    <a:pt x="83513" y="318070"/>
                  </a:lnTo>
                  <a:lnTo>
                    <a:pt x="83513" y="316347"/>
                  </a:lnTo>
                  <a:lnTo>
                    <a:pt x="82535" y="314730"/>
                  </a:lnTo>
                  <a:lnTo>
                    <a:pt x="81068" y="313869"/>
                  </a:lnTo>
                  <a:lnTo>
                    <a:pt x="80714" y="311930"/>
                  </a:lnTo>
                  <a:lnTo>
                    <a:pt x="80980" y="308158"/>
                  </a:lnTo>
                  <a:lnTo>
                    <a:pt x="80756" y="305787"/>
                  </a:lnTo>
                  <a:lnTo>
                    <a:pt x="79464" y="302007"/>
                  </a:lnTo>
                  <a:lnTo>
                    <a:pt x="77555" y="298135"/>
                  </a:lnTo>
                  <a:lnTo>
                    <a:pt x="75645" y="292407"/>
                  </a:lnTo>
                  <a:lnTo>
                    <a:pt x="74898" y="290978"/>
                  </a:lnTo>
                  <a:lnTo>
                    <a:pt x="74411" y="287230"/>
                  </a:lnTo>
                  <a:lnTo>
                    <a:pt x="73712" y="282784"/>
                  </a:lnTo>
                  <a:lnTo>
                    <a:pt x="72634" y="282464"/>
                  </a:lnTo>
                  <a:lnTo>
                    <a:pt x="67415" y="287795"/>
                  </a:lnTo>
                  <a:lnTo>
                    <a:pt x="65893" y="284796"/>
                  </a:lnTo>
                  <a:lnTo>
                    <a:pt x="61314" y="279581"/>
                  </a:lnTo>
                  <a:lnTo>
                    <a:pt x="60995" y="278798"/>
                  </a:lnTo>
                  <a:lnTo>
                    <a:pt x="60676" y="277602"/>
                  </a:lnTo>
                  <a:lnTo>
                    <a:pt x="61250" y="276912"/>
                  </a:lnTo>
                  <a:lnTo>
                    <a:pt x="61825" y="276631"/>
                  </a:lnTo>
                  <a:lnTo>
                    <a:pt x="62972" y="277559"/>
                  </a:lnTo>
                  <a:lnTo>
                    <a:pt x="63666" y="276462"/>
                  </a:lnTo>
                  <a:lnTo>
                    <a:pt x="63388" y="274695"/>
                  </a:lnTo>
                  <a:lnTo>
                    <a:pt x="62241" y="273598"/>
                  </a:lnTo>
                  <a:lnTo>
                    <a:pt x="60676" y="273683"/>
                  </a:lnTo>
                  <a:lnTo>
                    <a:pt x="61105" y="275339"/>
                  </a:lnTo>
                  <a:lnTo>
                    <a:pt x="59638" y="276912"/>
                  </a:lnTo>
                  <a:lnTo>
                    <a:pt x="59326" y="278970"/>
                  </a:lnTo>
                  <a:lnTo>
                    <a:pt x="59540" y="281516"/>
                  </a:lnTo>
                  <a:lnTo>
                    <a:pt x="59667" y="285079"/>
                  </a:lnTo>
                  <a:lnTo>
                    <a:pt x="59069" y="286807"/>
                  </a:lnTo>
                  <a:lnTo>
                    <a:pt x="58610" y="287602"/>
                  </a:lnTo>
                  <a:lnTo>
                    <a:pt x="56641" y="287814"/>
                  </a:lnTo>
                  <a:lnTo>
                    <a:pt x="55723" y="289388"/>
                  </a:lnTo>
                  <a:lnTo>
                    <a:pt x="55125" y="289763"/>
                  </a:lnTo>
                  <a:lnTo>
                    <a:pt x="54297" y="288538"/>
                  </a:lnTo>
                  <a:lnTo>
                    <a:pt x="53761" y="287540"/>
                  </a:lnTo>
                  <a:lnTo>
                    <a:pt x="53323" y="285412"/>
                  </a:lnTo>
                  <a:lnTo>
                    <a:pt x="53189" y="283927"/>
                  </a:lnTo>
                  <a:lnTo>
                    <a:pt x="53357" y="283086"/>
                  </a:lnTo>
                  <a:lnTo>
                    <a:pt x="53128" y="281850"/>
                  </a:lnTo>
                  <a:lnTo>
                    <a:pt x="52500" y="280216"/>
                  </a:lnTo>
                  <a:lnTo>
                    <a:pt x="51864" y="279319"/>
                  </a:lnTo>
                  <a:lnTo>
                    <a:pt x="51222" y="279156"/>
                  </a:lnTo>
                  <a:lnTo>
                    <a:pt x="50688" y="278160"/>
                  </a:lnTo>
                  <a:lnTo>
                    <a:pt x="50263" y="276334"/>
                  </a:lnTo>
                  <a:lnTo>
                    <a:pt x="49271" y="275127"/>
                  </a:lnTo>
                  <a:lnTo>
                    <a:pt x="48647" y="274892"/>
                  </a:lnTo>
                  <a:lnTo>
                    <a:pt x="48629" y="269254"/>
                  </a:lnTo>
                  <a:lnTo>
                    <a:pt x="48611" y="264313"/>
                  </a:lnTo>
                  <a:lnTo>
                    <a:pt x="48595" y="259404"/>
                  </a:lnTo>
                  <a:lnTo>
                    <a:pt x="46470" y="259207"/>
                  </a:lnTo>
                  <a:lnTo>
                    <a:pt x="44559" y="259031"/>
                  </a:lnTo>
                  <a:lnTo>
                    <a:pt x="44559" y="254921"/>
                  </a:lnTo>
                  <a:lnTo>
                    <a:pt x="44559" y="247265"/>
                  </a:lnTo>
                  <a:lnTo>
                    <a:pt x="45466" y="241332"/>
                  </a:lnTo>
                  <a:lnTo>
                    <a:pt x="46393" y="235627"/>
                  </a:lnTo>
                  <a:lnTo>
                    <a:pt x="44986" y="231431"/>
                  </a:lnTo>
                  <a:lnTo>
                    <a:pt x="43487" y="226953"/>
                  </a:lnTo>
                  <a:lnTo>
                    <a:pt x="42517" y="225096"/>
                  </a:lnTo>
                  <a:lnTo>
                    <a:pt x="41374" y="219504"/>
                  </a:lnTo>
                  <a:lnTo>
                    <a:pt x="40803" y="217032"/>
                  </a:lnTo>
                  <a:lnTo>
                    <a:pt x="40297" y="216093"/>
                  </a:lnTo>
                  <a:lnTo>
                    <a:pt x="39753" y="215546"/>
                  </a:lnTo>
                  <a:lnTo>
                    <a:pt x="37757" y="215765"/>
                  </a:lnTo>
                  <a:lnTo>
                    <a:pt x="35895" y="212757"/>
                  </a:lnTo>
                  <a:lnTo>
                    <a:pt x="33707" y="209223"/>
                  </a:lnTo>
                  <a:lnTo>
                    <a:pt x="31036" y="204911"/>
                  </a:lnTo>
                  <a:lnTo>
                    <a:pt x="28686" y="202094"/>
                  </a:lnTo>
                  <a:lnTo>
                    <a:pt x="27725" y="201474"/>
                  </a:lnTo>
                  <a:lnTo>
                    <a:pt x="25465" y="201255"/>
                  </a:lnTo>
                  <a:lnTo>
                    <a:pt x="25225" y="200717"/>
                  </a:lnTo>
                  <a:lnTo>
                    <a:pt x="25071" y="199170"/>
                  </a:lnTo>
                  <a:lnTo>
                    <a:pt x="25075" y="197447"/>
                  </a:lnTo>
                  <a:lnTo>
                    <a:pt x="25810" y="194850"/>
                  </a:lnTo>
                  <a:lnTo>
                    <a:pt x="25869" y="193218"/>
                  </a:lnTo>
                  <a:lnTo>
                    <a:pt x="24333" y="187720"/>
                  </a:lnTo>
                  <a:lnTo>
                    <a:pt x="23860" y="186112"/>
                  </a:lnTo>
                  <a:lnTo>
                    <a:pt x="22546" y="185466"/>
                  </a:lnTo>
                  <a:lnTo>
                    <a:pt x="22808" y="183880"/>
                  </a:lnTo>
                  <a:lnTo>
                    <a:pt x="22808" y="182820"/>
                  </a:lnTo>
                  <a:lnTo>
                    <a:pt x="22621" y="181986"/>
                  </a:lnTo>
                  <a:lnTo>
                    <a:pt x="22317" y="181585"/>
                  </a:lnTo>
                  <a:lnTo>
                    <a:pt x="21932" y="181541"/>
                  </a:lnTo>
                  <a:lnTo>
                    <a:pt x="20901" y="182191"/>
                  </a:lnTo>
                  <a:lnTo>
                    <a:pt x="20114" y="179713"/>
                  </a:lnTo>
                  <a:lnTo>
                    <a:pt x="17671" y="172657"/>
                  </a:lnTo>
                  <a:lnTo>
                    <a:pt x="16888" y="171800"/>
                  </a:lnTo>
                  <a:lnTo>
                    <a:pt x="16743" y="171316"/>
                  </a:lnTo>
                  <a:lnTo>
                    <a:pt x="17340" y="169153"/>
                  </a:lnTo>
                  <a:lnTo>
                    <a:pt x="18346" y="165947"/>
                  </a:lnTo>
                  <a:lnTo>
                    <a:pt x="18518" y="164086"/>
                  </a:lnTo>
                  <a:lnTo>
                    <a:pt x="18324" y="162043"/>
                  </a:lnTo>
                  <a:lnTo>
                    <a:pt x="17237" y="158188"/>
                  </a:lnTo>
                  <a:lnTo>
                    <a:pt x="17502" y="156556"/>
                  </a:lnTo>
                  <a:lnTo>
                    <a:pt x="17970" y="154679"/>
                  </a:lnTo>
                  <a:lnTo>
                    <a:pt x="18007" y="153269"/>
                  </a:lnTo>
                  <a:lnTo>
                    <a:pt x="18739" y="153478"/>
                  </a:lnTo>
                  <a:lnTo>
                    <a:pt x="19673" y="153499"/>
                  </a:lnTo>
                  <a:lnTo>
                    <a:pt x="19966" y="152350"/>
                  </a:lnTo>
                  <a:lnTo>
                    <a:pt x="19948" y="148329"/>
                  </a:lnTo>
                  <a:lnTo>
                    <a:pt x="20168" y="146862"/>
                  </a:lnTo>
                  <a:lnTo>
                    <a:pt x="23127" y="140063"/>
                  </a:lnTo>
                  <a:lnTo>
                    <a:pt x="24600" y="138537"/>
                  </a:lnTo>
                  <a:lnTo>
                    <a:pt x="25721" y="137134"/>
                  </a:lnTo>
                  <a:lnTo>
                    <a:pt x="25976" y="135093"/>
                  </a:lnTo>
                  <a:lnTo>
                    <a:pt x="25745" y="134042"/>
                  </a:lnTo>
                  <a:lnTo>
                    <a:pt x="25526" y="132506"/>
                  </a:lnTo>
                  <a:lnTo>
                    <a:pt x="25457" y="131400"/>
                  </a:lnTo>
                  <a:lnTo>
                    <a:pt x="24220" y="128353"/>
                  </a:lnTo>
                  <a:lnTo>
                    <a:pt x="23791" y="126817"/>
                  </a:lnTo>
                  <a:lnTo>
                    <a:pt x="23738" y="125417"/>
                  </a:lnTo>
                  <a:lnTo>
                    <a:pt x="24030" y="122937"/>
                  </a:lnTo>
                  <a:lnTo>
                    <a:pt x="24546" y="121015"/>
                  </a:lnTo>
                  <a:lnTo>
                    <a:pt x="26296" y="119885"/>
                  </a:lnTo>
                  <a:lnTo>
                    <a:pt x="27290" y="118917"/>
                  </a:lnTo>
                  <a:lnTo>
                    <a:pt x="27423" y="118057"/>
                  </a:lnTo>
                  <a:lnTo>
                    <a:pt x="26132" y="116659"/>
                  </a:lnTo>
                  <a:lnTo>
                    <a:pt x="23377" y="116220"/>
                  </a:lnTo>
                  <a:lnTo>
                    <a:pt x="21365" y="116622"/>
                  </a:lnTo>
                  <a:lnTo>
                    <a:pt x="20720" y="116183"/>
                  </a:lnTo>
                  <a:lnTo>
                    <a:pt x="19764" y="113473"/>
                  </a:lnTo>
                  <a:lnTo>
                    <a:pt x="18748" y="112030"/>
                  </a:lnTo>
                  <a:lnTo>
                    <a:pt x="17800" y="111104"/>
                  </a:lnTo>
                  <a:lnTo>
                    <a:pt x="16872" y="111274"/>
                  </a:lnTo>
                  <a:lnTo>
                    <a:pt x="16311" y="110904"/>
                  </a:lnTo>
                  <a:lnTo>
                    <a:pt x="16180" y="109742"/>
                  </a:lnTo>
                  <a:lnTo>
                    <a:pt x="14842" y="100839"/>
                  </a:lnTo>
                  <a:lnTo>
                    <a:pt x="14421" y="99621"/>
                  </a:lnTo>
                  <a:lnTo>
                    <a:pt x="13796" y="99319"/>
                  </a:lnTo>
                  <a:lnTo>
                    <a:pt x="13273" y="99263"/>
                  </a:lnTo>
                  <a:lnTo>
                    <a:pt x="12925" y="98650"/>
                  </a:lnTo>
                  <a:lnTo>
                    <a:pt x="12551" y="97420"/>
                  </a:lnTo>
                  <a:lnTo>
                    <a:pt x="12282" y="95812"/>
                  </a:lnTo>
                  <a:lnTo>
                    <a:pt x="12262" y="93699"/>
                  </a:lnTo>
                  <a:lnTo>
                    <a:pt x="12318" y="91887"/>
                  </a:lnTo>
                  <a:lnTo>
                    <a:pt x="12138" y="90720"/>
                  </a:lnTo>
                  <a:lnTo>
                    <a:pt x="11677" y="89559"/>
                  </a:lnTo>
                  <a:lnTo>
                    <a:pt x="11024" y="88725"/>
                  </a:lnTo>
                  <a:lnTo>
                    <a:pt x="10451" y="87738"/>
                  </a:lnTo>
                  <a:lnTo>
                    <a:pt x="9447" y="79920"/>
                  </a:lnTo>
                  <a:lnTo>
                    <a:pt x="9045" y="77818"/>
                  </a:lnTo>
                  <a:lnTo>
                    <a:pt x="9041" y="77599"/>
                  </a:lnTo>
                  <a:lnTo>
                    <a:pt x="9060" y="77188"/>
                  </a:lnTo>
                  <a:lnTo>
                    <a:pt x="8958" y="75393"/>
                  </a:lnTo>
                  <a:lnTo>
                    <a:pt x="9427" y="73836"/>
                  </a:lnTo>
                  <a:lnTo>
                    <a:pt x="9395" y="73227"/>
                  </a:lnTo>
                  <a:lnTo>
                    <a:pt x="8432" y="71255"/>
                  </a:lnTo>
                  <a:lnTo>
                    <a:pt x="7079" y="69287"/>
                  </a:lnTo>
                  <a:lnTo>
                    <a:pt x="6712" y="68942"/>
                  </a:lnTo>
                  <a:lnTo>
                    <a:pt x="6701" y="66844"/>
                  </a:lnTo>
                  <a:lnTo>
                    <a:pt x="6750" y="65254"/>
                  </a:lnTo>
                  <a:lnTo>
                    <a:pt x="6629" y="63823"/>
                  </a:lnTo>
                  <a:lnTo>
                    <a:pt x="6372" y="63005"/>
                  </a:lnTo>
                  <a:lnTo>
                    <a:pt x="6362" y="62360"/>
                  </a:lnTo>
                  <a:lnTo>
                    <a:pt x="6906" y="60817"/>
                  </a:lnTo>
                  <a:lnTo>
                    <a:pt x="6556" y="59805"/>
                  </a:lnTo>
                  <a:lnTo>
                    <a:pt x="4564" y="57304"/>
                  </a:lnTo>
                  <a:lnTo>
                    <a:pt x="3814" y="56047"/>
                  </a:lnTo>
                  <a:lnTo>
                    <a:pt x="2433" y="55799"/>
                  </a:lnTo>
                  <a:lnTo>
                    <a:pt x="2292" y="54976"/>
                  </a:lnTo>
                  <a:lnTo>
                    <a:pt x="2506" y="53228"/>
                  </a:lnTo>
                  <a:lnTo>
                    <a:pt x="2982" y="51112"/>
                  </a:lnTo>
                  <a:lnTo>
                    <a:pt x="3731" y="49030"/>
                  </a:lnTo>
                  <a:lnTo>
                    <a:pt x="3969" y="47930"/>
                  </a:lnTo>
                  <a:lnTo>
                    <a:pt x="4259" y="46062"/>
                  </a:lnTo>
                  <a:lnTo>
                    <a:pt x="4358" y="44736"/>
                  </a:lnTo>
                  <a:lnTo>
                    <a:pt x="5196" y="42869"/>
                  </a:lnTo>
                  <a:lnTo>
                    <a:pt x="5199" y="42382"/>
                  </a:lnTo>
                  <a:lnTo>
                    <a:pt x="4967" y="41716"/>
                  </a:lnTo>
                  <a:lnTo>
                    <a:pt x="4296" y="41338"/>
                  </a:lnTo>
                  <a:lnTo>
                    <a:pt x="3612" y="41186"/>
                  </a:lnTo>
                  <a:lnTo>
                    <a:pt x="3355" y="40845"/>
                  </a:lnTo>
                  <a:lnTo>
                    <a:pt x="3261" y="39845"/>
                  </a:lnTo>
                  <a:lnTo>
                    <a:pt x="3346" y="35776"/>
                  </a:lnTo>
                  <a:lnTo>
                    <a:pt x="3131" y="33327"/>
                  </a:lnTo>
                  <a:lnTo>
                    <a:pt x="2849" y="31556"/>
                  </a:lnTo>
                  <a:lnTo>
                    <a:pt x="3027" y="27555"/>
                  </a:lnTo>
                  <a:lnTo>
                    <a:pt x="2549" y="26751"/>
                  </a:lnTo>
                  <a:lnTo>
                    <a:pt x="1798" y="24649"/>
                  </a:lnTo>
                  <a:lnTo>
                    <a:pt x="1478" y="22875"/>
                  </a:lnTo>
                  <a:lnTo>
                    <a:pt x="1651" y="22215"/>
                  </a:lnTo>
                  <a:lnTo>
                    <a:pt x="1811" y="21047"/>
                  </a:lnTo>
                  <a:lnTo>
                    <a:pt x="1917" y="19517"/>
                  </a:lnTo>
                  <a:lnTo>
                    <a:pt x="1886" y="18430"/>
                  </a:lnTo>
                  <a:lnTo>
                    <a:pt x="1194" y="17373"/>
                  </a:lnTo>
                  <a:lnTo>
                    <a:pt x="680" y="16259"/>
                  </a:lnTo>
                  <a:lnTo>
                    <a:pt x="622" y="15028"/>
                  </a:lnTo>
                  <a:lnTo>
                    <a:pt x="417" y="13525"/>
                  </a:lnTo>
                  <a:lnTo>
                    <a:pt x="128" y="12337"/>
                  </a:lnTo>
                  <a:lnTo>
                    <a:pt x="0" y="11557"/>
                  </a:lnTo>
                  <a:lnTo>
                    <a:pt x="252" y="11098"/>
                  </a:lnTo>
                  <a:lnTo>
                    <a:pt x="1228" y="10735"/>
                  </a:lnTo>
                  <a:lnTo>
                    <a:pt x="2646" y="10985"/>
                  </a:lnTo>
                  <a:lnTo>
                    <a:pt x="3804" y="11007"/>
                  </a:lnTo>
                  <a:lnTo>
                    <a:pt x="4461" y="10236"/>
                  </a:lnTo>
                  <a:lnTo>
                    <a:pt x="5273" y="3008"/>
                  </a:lnTo>
                  <a:lnTo>
                    <a:pt x="6013" y="1102"/>
                  </a:lnTo>
                  <a:lnTo>
                    <a:pt x="6871" y="0"/>
                  </a:lnTo>
                  <a:lnTo>
                    <a:pt x="8552" y="2565"/>
                  </a:lnTo>
                  <a:lnTo>
                    <a:pt x="9248" y="3471"/>
                  </a:lnTo>
                  <a:lnTo>
                    <a:pt x="9675" y="3490"/>
                  </a:lnTo>
                  <a:lnTo>
                    <a:pt x="9931" y="4120"/>
                  </a:lnTo>
                  <a:lnTo>
                    <a:pt x="11906" y="10195"/>
                  </a:lnTo>
                  <a:lnTo>
                    <a:pt x="12777" y="11987"/>
                  </a:lnTo>
                  <a:lnTo>
                    <a:pt x="13282" y="13503"/>
                  </a:lnTo>
                  <a:lnTo>
                    <a:pt x="13624" y="15195"/>
                  </a:lnTo>
                  <a:lnTo>
                    <a:pt x="14227" y="16338"/>
                  </a:lnTo>
                  <a:lnTo>
                    <a:pt x="15023" y="16957"/>
                  </a:lnTo>
                  <a:lnTo>
                    <a:pt x="15993" y="18598"/>
                  </a:lnTo>
                  <a:lnTo>
                    <a:pt x="16647" y="19876"/>
                  </a:lnTo>
                  <a:lnTo>
                    <a:pt x="17750" y="22525"/>
                  </a:lnTo>
                  <a:lnTo>
                    <a:pt x="18911" y="23513"/>
                  </a:lnTo>
                  <a:lnTo>
                    <a:pt x="23139" y="25431"/>
                  </a:lnTo>
                  <a:close/>
                </a:path>
              </a:pathLst>
            </a:custGeom>
            <a:solidFill>
              <a:srgbClr val="DFEDD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2" name="pg851"/>
            <p:cNvSpPr/>
            <p:nvPr/>
          </p:nvSpPr>
          <p:spPr>
            <a:xfrm>
              <a:off x="3806268" y="2529767"/>
              <a:ext cx="119105" cy="245499"/>
            </a:xfrm>
            <a:custGeom>
              <a:avLst/>
              <a:pathLst>
                <a:path w="119105" h="245499">
                  <a:moveTo>
                    <a:pt x="73020" y="6779"/>
                  </a:moveTo>
                  <a:lnTo>
                    <a:pt x="73024" y="6999"/>
                  </a:lnTo>
                  <a:lnTo>
                    <a:pt x="73426" y="9101"/>
                  </a:lnTo>
                  <a:lnTo>
                    <a:pt x="74431" y="16918"/>
                  </a:lnTo>
                  <a:lnTo>
                    <a:pt x="75003" y="17905"/>
                  </a:lnTo>
                  <a:lnTo>
                    <a:pt x="75657" y="18739"/>
                  </a:lnTo>
                  <a:lnTo>
                    <a:pt x="76117" y="19900"/>
                  </a:lnTo>
                  <a:lnTo>
                    <a:pt x="76297" y="21068"/>
                  </a:lnTo>
                  <a:lnTo>
                    <a:pt x="76241" y="22880"/>
                  </a:lnTo>
                  <a:lnTo>
                    <a:pt x="76261" y="24992"/>
                  </a:lnTo>
                  <a:lnTo>
                    <a:pt x="76530" y="26601"/>
                  </a:lnTo>
                  <a:lnTo>
                    <a:pt x="76904" y="27830"/>
                  </a:lnTo>
                  <a:lnTo>
                    <a:pt x="77253" y="28443"/>
                  </a:lnTo>
                  <a:lnTo>
                    <a:pt x="77775" y="28500"/>
                  </a:lnTo>
                  <a:lnTo>
                    <a:pt x="78400" y="28801"/>
                  </a:lnTo>
                  <a:lnTo>
                    <a:pt x="78821" y="30019"/>
                  </a:lnTo>
                  <a:lnTo>
                    <a:pt x="80159" y="38923"/>
                  </a:lnTo>
                  <a:lnTo>
                    <a:pt x="80290" y="40084"/>
                  </a:lnTo>
                  <a:lnTo>
                    <a:pt x="80852" y="40455"/>
                  </a:lnTo>
                  <a:lnTo>
                    <a:pt x="81779" y="40285"/>
                  </a:lnTo>
                  <a:lnTo>
                    <a:pt x="82727" y="41211"/>
                  </a:lnTo>
                  <a:lnTo>
                    <a:pt x="83744" y="42654"/>
                  </a:lnTo>
                  <a:lnTo>
                    <a:pt x="84699" y="45363"/>
                  </a:lnTo>
                  <a:lnTo>
                    <a:pt x="85344" y="45802"/>
                  </a:lnTo>
                  <a:lnTo>
                    <a:pt x="87356" y="45401"/>
                  </a:lnTo>
                  <a:lnTo>
                    <a:pt x="90111" y="45839"/>
                  </a:lnTo>
                  <a:lnTo>
                    <a:pt x="91402" y="47238"/>
                  </a:lnTo>
                  <a:lnTo>
                    <a:pt x="91269" y="48098"/>
                  </a:lnTo>
                  <a:lnTo>
                    <a:pt x="90275" y="49066"/>
                  </a:lnTo>
                  <a:lnTo>
                    <a:pt x="88526" y="50195"/>
                  </a:lnTo>
                  <a:lnTo>
                    <a:pt x="88009" y="52117"/>
                  </a:lnTo>
                  <a:lnTo>
                    <a:pt x="87718" y="54597"/>
                  </a:lnTo>
                  <a:lnTo>
                    <a:pt x="87770" y="55997"/>
                  </a:lnTo>
                  <a:lnTo>
                    <a:pt x="88200" y="57534"/>
                  </a:lnTo>
                  <a:lnTo>
                    <a:pt x="89436" y="60581"/>
                  </a:lnTo>
                  <a:lnTo>
                    <a:pt x="89505" y="61686"/>
                  </a:lnTo>
                  <a:lnTo>
                    <a:pt x="89724" y="63223"/>
                  </a:lnTo>
                  <a:lnTo>
                    <a:pt x="89955" y="64273"/>
                  </a:lnTo>
                  <a:lnTo>
                    <a:pt x="89700" y="66315"/>
                  </a:lnTo>
                  <a:lnTo>
                    <a:pt x="88579" y="67717"/>
                  </a:lnTo>
                  <a:lnTo>
                    <a:pt x="87106" y="69244"/>
                  </a:lnTo>
                  <a:lnTo>
                    <a:pt x="84147" y="76042"/>
                  </a:lnTo>
                  <a:lnTo>
                    <a:pt x="83927" y="77509"/>
                  </a:lnTo>
                  <a:lnTo>
                    <a:pt x="83945" y="81531"/>
                  </a:lnTo>
                  <a:lnTo>
                    <a:pt x="83652" y="82679"/>
                  </a:lnTo>
                  <a:lnTo>
                    <a:pt x="82718" y="82659"/>
                  </a:lnTo>
                  <a:lnTo>
                    <a:pt x="81986" y="82450"/>
                  </a:lnTo>
                  <a:lnTo>
                    <a:pt x="81949" y="83859"/>
                  </a:lnTo>
                  <a:lnTo>
                    <a:pt x="81481" y="85736"/>
                  </a:lnTo>
                  <a:lnTo>
                    <a:pt x="81216" y="87368"/>
                  </a:lnTo>
                  <a:lnTo>
                    <a:pt x="82304" y="91224"/>
                  </a:lnTo>
                  <a:lnTo>
                    <a:pt x="82498" y="93266"/>
                  </a:lnTo>
                  <a:lnTo>
                    <a:pt x="82325" y="95128"/>
                  </a:lnTo>
                  <a:lnTo>
                    <a:pt x="81319" y="98334"/>
                  </a:lnTo>
                  <a:lnTo>
                    <a:pt x="80722" y="100497"/>
                  </a:lnTo>
                  <a:lnTo>
                    <a:pt x="80867" y="100980"/>
                  </a:lnTo>
                  <a:lnTo>
                    <a:pt x="81650" y="101837"/>
                  </a:lnTo>
                  <a:lnTo>
                    <a:pt x="84094" y="108894"/>
                  </a:lnTo>
                  <a:lnTo>
                    <a:pt x="84880" y="111371"/>
                  </a:lnTo>
                  <a:lnTo>
                    <a:pt x="85911" y="110722"/>
                  </a:lnTo>
                  <a:lnTo>
                    <a:pt x="86297" y="110765"/>
                  </a:lnTo>
                  <a:lnTo>
                    <a:pt x="86600" y="111166"/>
                  </a:lnTo>
                  <a:lnTo>
                    <a:pt x="86787" y="112000"/>
                  </a:lnTo>
                  <a:lnTo>
                    <a:pt x="86787" y="113061"/>
                  </a:lnTo>
                  <a:lnTo>
                    <a:pt x="86525" y="114646"/>
                  </a:lnTo>
                  <a:lnTo>
                    <a:pt x="87839" y="115293"/>
                  </a:lnTo>
                  <a:lnTo>
                    <a:pt x="88313" y="116900"/>
                  </a:lnTo>
                  <a:lnTo>
                    <a:pt x="89848" y="122399"/>
                  </a:lnTo>
                  <a:lnTo>
                    <a:pt x="89790" y="124031"/>
                  </a:lnTo>
                  <a:lnTo>
                    <a:pt x="89054" y="126628"/>
                  </a:lnTo>
                  <a:lnTo>
                    <a:pt x="89051" y="128350"/>
                  </a:lnTo>
                  <a:lnTo>
                    <a:pt x="89204" y="129897"/>
                  </a:lnTo>
                  <a:lnTo>
                    <a:pt x="89445" y="130435"/>
                  </a:lnTo>
                  <a:lnTo>
                    <a:pt x="91705" y="130655"/>
                  </a:lnTo>
                  <a:lnTo>
                    <a:pt x="92665" y="131275"/>
                  </a:lnTo>
                  <a:lnTo>
                    <a:pt x="95016" y="134091"/>
                  </a:lnTo>
                  <a:lnTo>
                    <a:pt x="97686" y="138404"/>
                  </a:lnTo>
                  <a:lnTo>
                    <a:pt x="99874" y="141937"/>
                  </a:lnTo>
                  <a:lnTo>
                    <a:pt x="101737" y="144946"/>
                  </a:lnTo>
                  <a:lnTo>
                    <a:pt x="103732" y="144726"/>
                  </a:lnTo>
                  <a:lnTo>
                    <a:pt x="104276" y="145273"/>
                  </a:lnTo>
                  <a:lnTo>
                    <a:pt x="104782" y="146212"/>
                  </a:lnTo>
                  <a:lnTo>
                    <a:pt x="105353" y="148684"/>
                  </a:lnTo>
                  <a:lnTo>
                    <a:pt x="106496" y="154276"/>
                  </a:lnTo>
                  <a:lnTo>
                    <a:pt x="107466" y="156133"/>
                  </a:lnTo>
                  <a:lnTo>
                    <a:pt x="108966" y="160612"/>
                  </a:lnTo>
                  <a:lnTo>
                    <a:pt x="110372" y="164808"/>
                  </a:lnTo>
                  <a:lnTo>
                    <a:pt x="109445" y="170513"/>
                  </a:lnTo>
                  <a:lnTo>
                    <a:pt x="108538" y="176445"/>
                  </a:lnTo>
                  <a:lnTo>
                    <a:pt x="108538" y="184101"/>
                  </a:lnTo>
                  <a:lnTo>
                    <a:pt x="108538" y="188212"/>
                  </a:lnTo>
                  <a:lnTo>
                    <a:pt x="110450" y="188388"/>
                  </a:lnTo>
                  <a:lnTo>
                    <a:pt x="112574" y="188584"/>
                  </a:lnTo>
                  <a:lnTo>
                    <a:pt x="112591" y="193494"/>
                  </a:lnTo>
                  <a:lnTo>
                    <a:pt x="112609" y="198434"/>
                  </a:lnTo>
                  <a:lnTo>
                    <a:pt x="112626" y="204073"/>
                  </a:lnTo>
                  <a:lnTo>
                    <a:pt x="113250" y="204308"/>
                  </a:lnTo>
                  <a:lnTo>
                    <a:pt x="114243" y="205514"/>
                  </a:lnTo>
                  <a:lnTo>
                    <a:pt x="114668" y="207341"/>
                  </a:lnTo>
                  <a:lnTo>
                    <a:pt x="115201" y="208336"/>
                  </a:lnTo>
                  <a:lnTo>
                    <a:pt x="115843" y="208499"/>
                  </a:lnTo>
                  <a:lnTo>
                    <a:pt x="116479" y="209397"/>
                  </a:lnTo>
                  <a:lnTo>
                    <a:pt x="117107" y="211030"/>
                  </a:lnTo>
                  <a:lnTo>
                    <a:pt x="117336" y="212266"/>
                  </a:lnTo>
                  <a:lnTo>
                    <a:pt x="117168" y="213108"/>
                  </a:lnTo>
                  <a:lnTo>
                    <a:pt x="117303" y="214592"/>
                  </a:lnTo>
                  <a:lnTo>
                    <a:pt x="117741" y="216720"/>
                  </a:lnTo>
                  <a:lnTo>
                    <a:pt x="118276" y="217719"/>
                  </a:lnTo>
                  <a:lnTo>
                    <a:pt x="119105" y="218944"/>
                  </a:lnTo>
                  <a:lnTo>
                    <a:pt x="117980" y="219649"/>
                  </a:lnTo>
                  <a:lnTo>
                    <a:pt x="116766" y="219110"/>
                  </a:lnTo>
                  <a:lnTo>
                    <a:pt x="114171" y="216622"/>
                  </a:lnTo>
                  <a:lnTo>
                    <a:pt x="113331" y="216554"/>
                  </a:lnTo>
                  <a:lnTo>
                    <a:pt x="112231" y="217497"/>
                  </a:lnTo>
                  <a:lnTo>
                    <a:pt x="112185" y="218339"/>
                  </a:lnTo>
                  <a:lnTo>
                    <a:pt x="109445" y="215568"/>
                  </a:lnTo>
                  <a:lnTo>
                    <a:pt x="108456" y="215006"/>
                  </a:lnTo>
                  <a:lnTo>
                    <a:pt x="108103" y="214956"/>
                  </a:lnTo>
                  <a:lnTo>
                    <a:pt x="106532" y="214980"/>
                  </a:lnTo>
                  <a:lnTo>
                    <a:pt x="104295" y="215477"/>
                  </a:lnTo>
                  <a:lnTo>
                    <a:pt x="102978" y="216605"/>
                  </a:lnTo>
                  <a:lnTo>
                    <a:pt x="102064" y="217802"/>
                  </a:lnTo>
                  <a:lnTo>
                    <a:pt x="101651" y="218974"/>
                  </a:lnTo>
                  <a:lnTo>
                    <a:pt x="101501" y="219605"/>
                  </a:lnTo>
                  <a:lnTo>
                    <a:pt x="100789" y="223062"/>
                  </a:lnTo>
                  <a:lnTo>
                    <a:pt x="99964" y="227498"/>
                  </a:lnTo>
                  <a:lnTo>
                    <a:pt x="99110" y="231498"/>
                  </a:lnTo>
                  <a:lnTo>
                    <a:pt x="97446" y="237113"/>
                  </a:lnTo>
                  <a:lnTo>
                    <a:pt x="96525" y="239708"/>
                  </a:lnTo>
                  <a:lnTo>
                    <a:pt x="94547" y="244537"/>
                  </a:lnTo>
                  <a:lnTo>
                    <a:pt x="92414" y="245499"/>
                  </a:lnTo>
                  <a:lnTo>
                    <a:pt x="87457" y="244548"/>
                  </a:lnTo>
                  <a:lnTo>
                    <a:pt x="81963" y="243493"/>
                  </a:lnTo>
                  <a:lnTo>
                    <a:pt x="76496" y="242443"/>
                  </a:lnTo>
                  <a:lnTo>
                    <a:pt x="72428" y="241660"/>
                  </a:lnTo>
                  <a:lnTo>
                    <a:pt x="72115" y="241401"/>
                  </a:lnTo>
                  <a:lnTo>
                    <a:pt x="68092" y="234519"/>
                  </a:lnTo>
                  <a:lnTo>
                    <a:pt x="64909" y="229080"/>
                  </a:lnTo>
                  <a:lnTo>
                    <a:pt x="60938" y="222287"/>
                  </a:lnTo>
                  <a:lnTo>
                    <a:pt x="56881" y="215350"/>
                  </a:lnTo>
                  <a:lnTo>
                    <a:pt x="52765" y="208310"/>
                  </a:lnTo>
                  <a:lnTo>
                    <a:pt x="49774" y="203198"/>
                  </a:lnTo>
                  <a:lnTo>
                    <a:pt x="46143" y="196622"/>
                  </a:lnTo>
                  <a:lnTo>
                    <a:pt x="42838" y="190634"/>
                  </a:lnTo>
                  <a:lnTo>
                    <a:pt x="40228" y="185907"/>
                  </a:lnTo>
                  <a:lnTo>
                    <a:pt x="36880" y="181771"/>
                  </a:lnTo>
                  <a:lnTo>
                    <a:pt x="34264" y="178539"/>
                  </a:lnTo>
                  <a:lnTo>
                    <a:pt x="30454" y="173832"/>
                  </a:lnTo>
                  <a:lnTo>
                    <a:pt x="27408" y="170070"/>
                  </a:lnTo>
                  <a:lnTo>
                    <a:pt x="24799" y="166846"/>
                  </a:lnTo>
                  <a:lnTo>
                    <a:pt x="20783" y="161884"/>
                  </a:lnTo>
                  <a:lnTo>
                    <a:pt x="19448" y="160537"/>
                  </a:lnTo>
                  <a:lnTo>
                    <a:pt x="15286" y="158880"/>
                  </a:lnTo>
                  <a:lnTo>
                    <a:pt x="11340" y="157477"/>
                  </a:lnTo>
                  <a:lnTo>
                    <a:pt x="7252" y="156022"/>
                  </a:lnTo>
                  <a:lnTo>
                    <a:pt x="4532" y="155054"/>
                  </a:lnTo>
                  <a:lnTo>
                    <a:pt x="6328" y="151528"/>
                  </a:lnTo>
                  <a:lnTo>
                    <a:pt x="5775" y="148362"/>
                  </a:lnTo>
                  <a:lnTo>
                    <a:pt x="4466" y="148947"/>
                  </a:lnTo>
                  <a:lnTo>
                    <a:pt x="3264" y="149701"/>
                  </a:lnTo>
                  <a:lnTo>
                    <a:pt x="2536" y="144770"/>
                  </a:lnTo>
                  <a:lnTo>
                    <a:pt x="3464" y="144161"/>
                  </a:lnTo>
                  <a:lnTo>
                    <a:pt x="2606" y="137733"/>
                  </a:lnTo>
                  <a:lnTo>
                    <a:pt x="1722" y="131115"/>
                  </a:lnTo>
                  <a:lnTo>
                    <a:pt x="871" y="124726"/>
                  </a:lnTo>
                  <a:lnTo>
                    <a:pt x="0" y="118186"/>
                  </a:lnTo>
                  <a:lnTo>
                    <a:pt x="3451" y="113996"/>
                  </a:lnTo>
                  <a:lnTo>
                    <a:pt x="6030" y="110863"/>
                  </a:lnTo>
                  <a:lnTo>
                    <a:pt x="9639" y="106480"/>
                  </a:lnTo>
                  <a:lnTo>
                    <a:pt x="13119" y="102254"/>
                  </a:lnTo>
                  <a:lnTo>
                    <a:pt x="16433" y="98227"/>
                  </a:lnTo>
                  <a:lnTo>
                    <a:pt x="20083" y="93792"/>
                  </a:lnTo>
                  <a:lnTo>
                    <a:pt x="23349" y="89824"/>
                  </a:lnTo>
                  <a:lnTo>
                    <a:pt x="26342" y="88212"/>
                  </a:lnTo>
                  <a:lnTo>
                    <a:pt x="26976" y="86957"/>
                  </a:lnTo>
                  <a:lnTo>
                    <a:pt x="28341" y="81542"/>
                  </a:lnTo>
                  <a:lnTo>
                    <a:pt x="29507" y="76912"/>
                  </a:lnTo>
                  <a:lnTo>
                    <a:pt x="29562" y="75839"/>
                  </a:lnTo>
                  <a:lnTo>
                    <a:pt x="29567" y="69277"/>
                  </a:lnTo>
                  <a:lnTo>
                    <a:pt x="29771" y="61571"/>
                  </a:lnTo>
                  <a:lnTo>
                    <a:pt x="30160" y="57454"/>
                  </a:lnTo>
                  <a:lnTo>
                    <a:pt x="30831" y="53815"/>
                  </a:lnTo>
                  <a:lnTo>
                    <a:pt x="31449" y="51162"/>
                  </a:lnTo>
                  <a:lnTo>
                    <a:pt x="31514" y="48675"/>
                  </a:lnTo>
                  <a:lnTo>
                    <a:pt x="31432" y="46153"/>
                  </a:lnTo>
                  <a:lnTo>
                    <a:pt x="30792" y="42341"/>
                  </a:lnTo>
                  <a:lnTo>
                    <a:pt x="30127" y="38369"/>
                  </a:lnTo>
                  <a:lnTo>
                    <a:pt x="30202" y="34538"/>
                  </a:lnTo>
                  <a:lnTo>
                    <a:pt x="30325" y="32486"/>
                  </a:lnTo>
                  <a:lnTo>
                    <a:pt x="30741" y="29209"/>
                  </a:lnTo>
                  <a:lnTo>
                    <a:pt x="31451" y="26815"/>
                  </a:lnTo>
                  <a:lnTo>
                    <a:pt x="32213" y="25330"/>
                  </a:lnTo>
                  <a:lnTo>
                    <a:pt x="35058" y="23800"/>
                  </a:lnTo>
                  <a:lnTo>
                    <a:pt x="36744" y="22891"/>
                  </a:lnTo>
                  <a:lnTo>
                    <a:pt x="39004" y="18647"/>
                  </a:lnTo>
                  <a:lnTo>
                    <a:pt x="40345" y="16129"/>
                  </a:lnTo>
                  <a:lnTo>
                    <a:pt x="42213" y="12137"/>
                  </a:lnTo>
                  <a:lnTo>
                    <a:pt x="43588" y="9198"/>
                  </a:lnTo>
                  <a:lnTo>
                    <a:pt x="43697" y="8180"/>
                  </a:lnTo>
                  <a:lnTo>
                    <a:pt x="43696" y="7779"/>
                  </a:lnTo>
                  <a:lnTo>
                    <a:pt x="44877" y="7185"/>
                  </a:lnTo>
                  <a:lnTo>
                    <a:pt x="47065" y="3622"/>
                  </a:lnTo>
                  <a:lnTo>
                    <a:pt x="48353" y="294"/>
                  </a:lnTo>
                  <a:lnTo>
                    <a:pt x="48761" y="0"/>
                  </a:lnTo>
                  <a:lnTo>
                    <a:pt x="49913" y="1092"/>
                  </a:lnTo>
                  <a:lnTo>
                    <a:pt x="50736" y="1392"/>
                  </a:lnTo>
                  <a:lnTo>
                    <a:pt x="52635" y="132"/>
                  </a:lnTo>
                  <a:lnTo>
                    <a:pt x="53765" y="797"/>
                  </a:lnTo>
                  <a:lnTo>
                    <a:pt x="54715" y="1636"/>
                  </a:lnTo>
                  <a:lnTo>
                    <a:pt x="55247" y="1691"/>
                  </a:lnTo>
                  <a:lnTo>
                    <a:pt x="57795" y="3762"/>
                  </a:lnTo>
                  <a:lnTo>
                    <a:pt x="58430" y="4019"/>
                  </a:lnTo>
                  <a:lnTo>
                    <a:pt x="59744" y="4273"/>
                  </a:lnTo>
                  <a:lnTo>
                    <a:pt x="61702" y="4383"/>
                  </a:lnTo>
                  <a:lnTo>
                    <a:pt x="62965" y="3031"/>
                  </a:lnTo>
                  <a:lnTo>
                    <a:pt x="63856" y="1724"/>
                  </a:lnTo>
                  <a:lnTo>
                    <a:pt x="64483" y="1755"/>
                  </a:lnTo>
                  <a:lnTo>
                    <a:pt x="65090" y="2068"/>
                  </a:lnTo>
                  <a:lnTo>
                    <a:pt x="65600" y="2627"/>
                  </a:lnTo>
                  <a:lnTo>
                    <a:pt x="66033" y="3605"/>
                  </a:lnTo>
                  <a:lnTo>
                    <a:pt x="66235" y="5000"/>
                  </a:lnTo>
                  <a:lnTo>
                    <a:pt x="66153" y="9457"/>
                  </a:lnTo>
                  <a:lnTo>
                    <a:pt x="66346" y="10637"/>
                  </a:lnTo>
                  <a:lnTo>
                    <a:pt x="66690" y="11481"/>
                  </a:lnTo>
                  <a:lnTo>
                    <a:pt x="67130" y="11637"/>
                  </a:lnTo>
                  <a:lnTo>
                    <a:pt x="67663" y="10671"/>
                  </a:lnTo>
                  <a:lnTo>
                    <a:pt x="68594" y="9260"/>
                  </a:lnTo>
                  <a:lnTo>
                    <a:pt x="69740" y="7722"/>
                  </a:lnTo>
                  <a:lnTo>
                    <a:pt x="70594" y="6312"/>
                  </a:lnTo>
                  <a:lnTo>
                    <a:pt x="71080" y="5787"/>
                  </a:lnTo>
                  <a:lnTo>
                    <a:pt x="71853" y="5859"/>
                  </a:lnTo>
                  <a:lnTo>
                    <a:pt x="72604" y="6104"/>
                  </a:lnTo>
                  <a:close/>
                </a:path>
              </a:pathLst>
            </a:custGeom>
            <a:solidFill>
              <a:srgbClr val="D7E8D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3" name="pg852"/>
            <p:cNvSpPr/>
            <p:nvPr/>
          </p:nvSpPr>
          <p:spPr>
            <a:xfrm>
              <a:off x="3035436" y="1668288"/>
              <a:ext cx="133079" cy="92174"/>
            </a:xfrm>
            <a:custGeom>
              <a:avLst/>
              <a:pathLst>
                <a:path w="133079" h="92174">
                  <a:moveTo>
                    <a:pt x="108863" y="8792"/>
                  </a:moveTo>
                  <a:lnTo>
                    <a:pt x="110260" y="8902"/>
                  </a:lnTo>
                  <a:lnTo>
                    <a:pt x="112546" y="7887"/>
                  </a:lnTo>
                  <a:lnTo>
                    <a:pt x="113502" y="7221"/>
                  </a:lnTo>
                  <a:lnTo>
                    <a:pt x="115848" y="4915"/>
                  </a:lnTo>
                  <a:lnTo>
                    <a:pt x="117235" y="4273"/>
                  </a:lnTo>
                  <a:lnTo>
                    <a:pt x="119374" y="4431"/>
                  </a:lnTo>
                  <a:lnTo>
                    <a:pt x="120407" y="4270"/>
                  </a:lnTo>
                  <a:lnTo>
                    <a:pt x="120431" y="4494"/>
                  </a:lnTo>
                  <a:lnTo>
                    <a:pt x="119118" y="5430"/>
                  </a:lnTo>
                  <a:lnTo>
                    <a:pt x="118063" y="5751"/>
                  </a:lnTo>
                  <a:lnTo>
                    <a:pt x="116552" y="7145"/>
                  </a:lnTo>
                  <a:lnTo>
                    <a:pt x="115116" y="10288"/>
                  </a:lnTo>
                  <a:lnTo>
                    <a:pt x="114051" y="11832"/>
                  </a:lnTo>
                  <a:lnTo>
                    <a:pt x="114063" y="12518"/>
                  </a:lnTo>
                  <a:lnTo>
                    <a:pt x="115356" y="13734"/>
                  </a:lnTo>
                  <a:lnTo>
                    <a:pt x="116773" y="14425"/>
                  </a:lnTo>
                  <a:lnTo>
                    <a:pt x="118076" y="13799"/>
                  </a:lnTo>
                  <a:lnTo>
                    <a:pt x="118645" y="14042"/>
                  </a:lnTo>
                  <a:lnTo>
                    <a:pt x="119160" y="14947"/>
                  </a:lnTo>
                  <a:lnTo>
                    <a:pt x="119450" y="15843"/>
                  </a:lnTo>
                  <a:lnTo>
                    <a:pt x="119516" y="16731"/>
                  </a:lnTo>
                  <a:lnTo>
                    <a:pt x="119281" y="18589"/>
                  </a:lnTo>
                  <a:lnTo>
                    <a:pt x="118498" y="20456"/>
                  </a:lnTo>
                  <a:lnTo>
                    <a:pt x="117440" y="22019"/>
                  </a:lnTo>
                  <a:lnTo>
                    <a:pt x="117589" y="22510"/>
                  </a:lnTo>
                  <a:lnTo>
                    <a:pt x="118437" y="22764"/>
                  </a:lnTo>
                  <a:lnTo>
                    <a:pt x="122474" y="21752"/>
                  </a:lnTo>
                  <a:lnTo>
                    <a:pt x="122893" y="21827"/>
                  </a:lnTo>
                  <a:lnTo>
                    <a:pt x="123125" y="22330"/>
                  </a:lnTo>
                  <a:lnTo>
                    <a:pt x="123171" y="23265"/>
                  </a:lnTo>
                  <a:lnTo>
                    <a:pt x="123393" y="24111"/>
                  </a:lnTo>
                  <a:lnTo>
                    <a:pt x="123791" y="24868"/>
                  </a:lnTo>
                  <a:lnTo>
                    <a:pt x="123667" y="25643"/>
                  </a:lnTo>
                  <a:lnTo>
                    <a:pt x="121900" y="28093"/>
                  </a:lnTo>
                  <a:lnTo>
                    <a:pt x="123985" y="26550"/>
                  </a:lnTo>
                  <a:lnTo>
                    <a:pt x="125634" y="26115"/>
                  </a:lnTo>
                  <a:lnTo>
                    <a:pt x="128456" y="26889"/>
                  </a:lnTo>
                  <a:lnTo>
                    <a:pt x="129610" y="27780"/>
                  </a:lnTo>
                  <a:lnTo>
                    <a:pt x="130286" y="29344"/>
                  </a:lnTo>
                  <a:lnTo>
                    <a:pt x="131263" y="28826"/>
                  </a:lnTo>
                  <a:lnTo>
                    <a:pt x="131687" y="28856"/>
                  </a:lnTo>
                  <a:lnTo>
                    <a:pt x="132326" y="29748"/>
                  </a:lnTo>
                  <a:lnTo>
                    <a:pt x="132349" y="30699"/>
                  </a:lnTo>
                  <a:lnTo>
                    <a:pt x="131880" y="32053"/>
                  </a:lnTo>
                  <a:lnTo>
                    <a:pt x="131718" y="33304"/>
                  </a:lnTo>
                  <a:lnTo>
                    <a:pt x="131227" y="33818"/>
                  </a:lnTo>
                  <a:lnTo>
                    <a:pt x="130310" y="34190"/>
                  </a:lnTo>
                  <a:lnTo>
                    <a:pt x="130048" y="34610"/>
                  </a:lnTo>
                  <a:lnTo>
                    <a:pt x="130452" y="35564"/>
                  </a:lnTo>
                  <a:lnTo>
                    <a:pt x="131047" y="36496"/>
                  </a:lnTo>
                  <a:lnTo>
                    <a:pt x="131892" y="36539"/>
                  </a:lnTo>
                  <a:lnTo>
                    <a:pt x="132043" y="36968"/>
                  </a:lnTo>
                  <a:lnTo>
                    <a:pt x="132062" y="37486"/>
                  </a:lnTo>
                  <a:lnTo>
                    <a:pt x="131948" y="38092"/>
                  </a:lnTo>
                  <a:lnTo>
                    <a:pt x="131671" y="38509"/>
                  </a:lnTo>
                  <a:lnTo>
                    <a:pt x="131235" y="38736"/>
                  </a:lnTo>
                  <a:lnTo>
                    <a:pt x="130656" y="39405"/>
                  </a:lnTo>
                  <a:lnTo>
                    <a:pt x="132778" y="40868"/>
                  </a:lnTo>
                  <a:lnTo>
                    <a:pt x="133048" y="41410"/>
                  </a:lnTo>
                  <a:lnTo>
                    <a:pt x="133079" y="42208"/>
                  </a:lnTo>
                  <a:lnTo>
                    <a:pt x="132913" y="43081"/>
                  </a:lnTo>
                  <a:lnTo>
                    <a:pt x="132552" y="44032"/>
                  </a:lnTo>
                  <a:lnTo>
                    <a:pt x="131912" y="44596"/>
                  </a:lnTo>
                  <a:lnTo>
                    <a:pt x="130384" y="44688"/>
                  </a:lnTo>
                  <a:lnTo>
                    <a:pt x="129448" y="45304"/>
                  </a:lnTo>
                  <a:lnTo>
                    <a:pt x="129767" y="46334"/>
                  </a:lnTo>
                  <a:lnTo>
                    <a:pt x="129743" y="47634"/>
                  </a:lnTo>
                  <a:lnTo>
                    <a:pt x="129461" y="49167"/>
                  </a:lnTo>
                  <a:lnTo>
                    <a:pt x="128258" y="51487"/>
                  </a:lnTo>
                  <a:lnTo>
                    <a:pt x="127127" y="52720"/>
                  </a:lnTo>
                  <a:lnTo>
                    <a:pt x="126022" y="53521"/>
                  </a:lnTo>
                  <a:lnTo>
                    <a:pt x="124050" y="53238"/>
                  </a:lnTo>
                  <a:lnTo>
                    <a:pt x="122976" y="52622"/>
                  </a:lnTo>
                  <a:lnTo>
                    <a:pt x="123095" y="54625"/>
                  </a:lnTo>
                  <a:lnTo>
                    <a:pt x="121997" y="55859"/>
                  </a:lnTo>
                  <a:lnTo>
                    <a:pt x="122205" y="56889"/>
                  </a:lnTo>
                  <a:lnTo>
                    <a:pt x="122587" y="57412"/>
                  </a:lnTo>
                  <a:lnTo>
                    <a:pt x="122397" y="58736"/>
                  </a:lnTo>
                  <a:lnTo>
                    <a:pt x="121875" y="60046"/>
                  </a:lnTo>
                  <a:lnTo>
                    <a:pt x="121002" y="61465"/>
                  </a:lnTo>
                  <a:lnTo>
                    <a:pt x="120013" y="62351"/>
                  </a:lnTo>
                  <a:lnTo>
                    <a:pt x="118046" y="63419"/>
                  </a:lnTo>
                  <a:lnTo>
                    <a:pt x="116367" y="65196"/>
                  </a:lnTo>
                  <a:lnTo>
                    <a:pt x="115219" y="65899"/>
                  </a:lnTo>
                  <a:lnTo>
                    <a:pt x="112363" y="65869"/>
                  </a:lnTo>
                  <a:lnTo>
                    <a:pt x="109449" y="67013"/>
                  </a:lnTo>
                  <a:lnTo>
                    <a:pt x="105331" y="69423"/>
                  </a:lnTo>
                  <a:lnTo>
                    <a:pt x="102558" y="71356"/>
                  </a:lnTo>
                  <a:lnTo>
                    <a:pt x="100418" y="73543"/>
                  </a:lnTo>
                  <a:lnTo>
                    <a:pt x="97590" y="77114"/>
                  </a:lnTo>
                  <a:lnTo>
                    <a:pt x="95491" y="78618"/>
                  </a:lnTo>
                  <a:lnTo>
                    <a:pt x="94280" y="79023"/>
                  </a:lnTo>
                  <a:lnTo>
                    <a:pt x="91923" y="79343"/>
                  </a:lnTo>
                  <a:lnTo>
                    <a:pt x="89948" y="80313"/>
                  </a:lnTo>
                  <a:lnTo>
                    <a:pt x="83387" y="82131"/>
                  </a:lnTo>
                  <a:lnTo>
                    <a:pt x="81166" y="83124"/>
                  </a:lnTo>
                  <a:lnTo>
                    <a:pt x="80879" y="84028"/>
                  </a:lnTo>
                  <a:lnTo>
                    <a:pt x="79958" y="85387"/>
                  </a:lnTo>
                  <a:lnTo>
                    <a:pt x="79900" y="85879"/>
                  </a:lnTo>
                  <a:lnTo>
                    <a:pt x="80305" y="86259"/>
                  </a:lnTo>
                  <a:lnTo>
                    <a:pt x="80379" y="86752"/>
                  </a:lnTo>
                  <a:lnTo>
                    <a:pt x="79567" y="88361"/>
                  </a:lnTo>
                  <a:lnTo>
                    <a:pt x="77945" y="89526"/>
                  </a:lnTo>
                  <a:lnTo>
                    <a:pt x="77178" y="89507"/>
                  </a:lnTo>
                  <a:lnTo>
                    <a:pt x="76251" y="88505"/>
                  </a:lnTo>
                  <a:lnTo>
                    <a:pt x="75846" y="88540"/>
                  </a:lnTo>
                  <a:lnTo>
                    <a:pt x="75688" y="88693"/>
                  </a:lnTo>
                  <a:lnTo>
                    <a:pt x="75678" y="89007"/>
                  </a:lnTo>
                  <a:lnTo>
                    <a:pt x="76211" y="90209"/>
                  </a:lnTo>
                  <a:lnTo>
                    <a:pt x="75229" y="90769"/>
                  </a:lnTo>
                  <a:lnTo>
                    <a:pt x="70954" y="92174"/>
                  </a:lnTo>
                  <a:lnTo>
                    <a:pt x="63684" y="91131"/>
                  </a:lnTo>
                  <a:lnTo>
                    <a:pt x="60803" y="90052"/>
                  </a:lnTo>
                  <a:lnTo>
                    <a:pt x="57248" y="88337"/>
                  </a:lnTo>
                  <a:lnTo>
                    <a:pt x="55131" y="87879"/>
                  </a:lnTo>
                  <a:lnTo>
                    <a:pt x="52131" y="87768"/>
                  </a:lnTo>
                  <a:lnTo>
                    <a:pt x="49665" y="85366"/>
                  </a:lnTo>
                  <a:lnTo>
                    <a:pt x="48525" y="83881"/>
                  </a:lnTo>
                  <a:lnTo>
                    <a:pt x="48433" y="83265"/>
                  </a:lnTo>
                  <a:lnTo>
                    <a:pt x="48562" y="82562"/>
                  </a:lnTo>
                  <a:lnTo>
                    <a:pt x="48818" y="82083"/>
                  </a:lnTo>
                  <a:lnTo>
                    <a:pt x="49202" y="81824"/>
                  </a:lnTo>
                  <a:lnTo>
                    <a:pt x="50015" y="81798"/>
                  </a:lnTo>
                  <a:lnTo>
                    <a:pt x="50121" y="81589"/>
                  </a:lnTo>
                  <a:lnTo>
                    <a:pt x="49501" y="80400"/>
                  </a:lnTo>
                  <a:lnTo>
                    <a:pt x="48907" y="80785"/>
                  </a:lnTo>
                  <a:lnTo>
                    <a:pt x="47319" y="82463"/>
                  </a:lnTo>
                  <a:lnTo>
                    <a:pt x="46613" y="82402"/>
                  </a:lnTo>
                  <a:lnTo>
                    <a:pt x="45685" y="81564"/>
                  </a:lnTo>
                  <a:lnTo>
                    <a:pt x="45650" y="80749"/>
                  </a:lnTo>
                  <a:lnTo>
                    <a:pt x="43836" y="80437"/>
                  </a:lnTo>
                  <a:lnTo>
                    <a:pt x="42260" y="79419"/>
                  </a:lnTo>
                  <a:lnTo>
                    <a:pt x="40694" y="77954"/>
                  </a:lnTo>
                  <a:lnTo>
                    <a:pt x="40460" y="77396"/>
                  </a:lnTo>
                  <a:lnTo>
                    <a:pt x="41212" y="76580"/>
                  </a:lnTo>
                  <a:lnTo>
                    <a:pt x="41067" y="76420"/>
                  </a:lnTo>
                  <a:lnTo>
                    <a:pt x="40501" y="76282"/>
                  </a:lnTo>
                  <a:lnTo>
                    <a:pt x="39357" y="76550"/>
                  </a:lnTo>
                  <a:lnTo>
                    <a:pt x="37635" y="78401"/>
                  </a:lnTo>
                  <a:lnTo>
                    <a:pt x="36891" y="78827"/>
                  </a:lnTo>
                  <a:lnTo>
                    <a:pt x="25631" y="79260"/>
                  </a:lnTo>
                  <a:lnTo>
                    <a:pt x="22775" y="79452"/>
                  </a:lnTo>
                  <a:lnTo>
                    <a:pt x="22223" y="79733"/>
                  </a:lnTo>
                  <a:lnTo>
                    <a:pt x="21725" y="78528"/>
                  </a:lnTo>
                  <a:lnTo>
                    <a:pt x="21282" y="75840"/>
                  </a:lnTo>
                  <a:lnTo>
                    <a:pt x="21116" y="74070"/>
                  </a:lnTo>
                  <a:lnTo>
                    <a:pt x="21230" y="73213"/>
                  </a:lnTo>
                  <a:lnTo>
                    <a:pt x="21626" y="72184"/>
                  </a:lnTo>
                  <a:lnTo>
                    <a:pt x="22238" y="72359"/>
                  </a:lnTo>
                  <a:lnTo>
                    <a:pt x="22821" y="73177"/>
                  </a:lnTo>
                  <a:lnTo>
                    <a:pt x="23349" y="74337"/>
                  </a:lnTo>
                  <a:lnTo>
                    <a:pt x="23955" y="74895"/>
                  </a:lnTo>
                  <a:lnTo>
                    <a:pt x="27885" y="73484"/>
                  </a:lnTo>
                  <a:lnTo>
                    <a:pt x="29481" y="72535"/>
                  </a:lnTo>
                  <a:lnTo>
                    <a:pt x="30159" y="71633"/>
                  </a:lnTo>
                  <a:lnTo>
                    <a:pt x="30958" y="70099"/>
                  </a:lnTo>
                  <a:lnTo>
                    <a:pt x="31805" y="69314"/>
                  </a:lnTo>
                  <a:lnTo>
                    <a:pt x="32209" y="68573"/>
                  </a:lnTo>
                  <a:lnTo>
                    <a:pt x="33004" y="66225"/>
                  </a:lnTo>
                  <a:lnTo>
                    <a:pt x="33552" y="65134"/>
                  </a:lnTo>
                  <a:lnTo>
                    <a:pt x="34209" y="64329"/>
                  </a:lnTo>
                  <a:lnTo>
                    <a:pt x="34973" y="63810"/>
                  </a:lnTo>
                  <a:lnTo>
                    <a:pt x="36712" y="63439"/>
                  </a:lnTo>
                  <a:lnTo>
                    <a:pt x="35568" y="62887"/>
                  </a:lnTo>
                  <a:lnTo>
                    <a:pt x="34477" y="62887"/>
                  </a:lnTo>
                  <a:lnTo>
                    <a:pt x="30766" y="65367"/>
                  </a:lnTo>
                  <a:lnTo>
                    <a:pt x="29521" y="65367"/>
                  </a:lnTo>
                  <a:lnTo>
                    <a:pt x="29573" y="64980"/>
                  </a:lnTo>
                  <a:lnTo>
                    <a:pt x="30098" y="64280"/>
                  </a:lnTo>
                  <a:lnTo>
                    <a:pt x="31374" y="63071"/>
                  </a:lnTo>
                  <a:lnTo>
                    <a:pt x="30498" y="62980"/>
                  </a:lnTo>
                  <a:lnTo>
                    <a:pt x="30163" y="62433"/>
                  </a:lnTo>
                  <a:lnTo>
                    <a:pt x="30125" y="61281"/>
                  </a:lnTo>
                  <a:lnTo>
                    <a:pt x="30776" y="59425"/>
                  </a:lnTo>
                  <a:lnTo>
                    <a:pt x="33798" y="56978"/>
                  </a:lnTo>
                  <a:lnTo>
                    <a:pt x="34843" y="56618"/>
                  </a:lnTo>
                  <a:lnTo>
                    <a:pt x="35160" y="56134"/>
                  </a:lnTo>
                  <a:lnTo>
                    <a:pt x="34764" y="55739"/>
                  </a:lnTo>
                  <a:lnTo>
                    <a:pt x="34133" y="55504"/>
                  </a:lnTo>
                  <a:lnTo>
                    <a:pt x="31092" y="58020"/>
                  </a:lnTo>
                  <a:lnTo>
                    <a:pt x="28879" y="58891"/>
                  </a:lnTo>
                  <a:lnTo>
                    <a:pt x="28222" y="58721"/>
                  </a:lnTo>
                  <a:lnTo>
                    <a:pt x="27077" y="57744"/>
                  </a:lnTo>
                  <a:lnTo>
                    <a:pt x="26708" y="57310"/>
                  </a:lnTo>
                  <a:lnTo>
                    <a:pt x="26214" y="56192"/>
                  </a:lnTo>
                  <a:lnTo>
                    <a:pt x="26270" y="55518"/>
                  </a:lnTo>
                  <a:lnTo>
                    <a:pt x="27324" y="53546"/>
                  </a:lnTo>
                  <a:lnTo>
                    <a:pt x="27154" y="53163"/>
                  </a:lnTo>
                  <a:lnTo>
                    <a:pt x="26429" y="52969"/>
                  </a:lnTo>
                  <a:lnTo>
                    <a:pt x="24479" y="51152"/>
                  </a:lnTo>
                  <a:lnTo>
                    <a:pt x="21393" y="51334"/>
                  </a:lnTo>
                  <a:lnTo>
                    <a:pt x="13755" y="50284"/>
                  </a:lnTo>
                  <a:lnTo>
                    <a:pt x="12177" y="50729"/>
                  </a:lnTo>
                  <a:lnTo>
                    <a:pt x="9576" y="52287"/>
                  </a:lnTo>
                  <a:lnTo>
                    <a:pt x="8003" y="52801"/>
                  </a:lnTo>
                  <a:lnTo>
                    <a:pt x="7277" y="52462"/>
                  </a:lnTo>
                  <a:lnTo>
                    <a:pt x="6616" y="51638"/>
                  </a:lnTo>
                  <a:lnTo>
                    <a:pt x="6016" y="50527"/>
                  </a:lnTo>
                  <a:lnTo>
                    <a:pt x="5478" y="49129"/>
                  </a:lnTo>
                  <a:lnTo>
                    <a:pt x="5711" y="48154"/>
                  </a:lnTo>
                  <a:lnTo>
                    <a:pt x="6718" y="47599"/>
                  </a:lnTo>
                  <a:lnTo>
                    <a:pt x="7456" y="47334"/>
                  </a:lnTo>
                  <a:lnTo>
                    <a:pt x="9536" y="47672"/>
                  </a:lnTo>
                  <a:lnTo>
                    <a:pt x="12069" y="46694"/>
                  </a:lnTo>
                  <a:lnTo>
                    <a:pt x="13686" y="46489"/>
                  </a:lnTo>
                  <a:lnTo>
                    <a:pt x="14150" y="46334"/>
                  </a:lnTo>
                  <a:lnTo>
                    <a:pt x="15101" y="45293"/>
                  </a:lnTo>
                  <a:lnTo>
                    <a:pt x="15571" y="45030"/>
                  </a:lnTo>
                  <a:lnTo>
                    <a:pt x="16303" y="45395"/>
                  </a:lnTo>
                  <a:lnTo>
                    <a:pt x="16658" y="46102"/>
                  </a:lnTo>
                  <a:lnTo>
                    <a:pt x="19209" y="45004"/>
                  </a:lnTo>
                  <a:lnTo>
                    <a:pt x="20084" y="44453"/>
                  </a:lnTo>
                  <a:lnTo>
                    <a:pt x="20183" y="44115"/>
                  </a:lnTo>
                  <a:lnTo>
                    <a:pt x="20567" y="43720"/>
                  </a:lnTo>
                  <a:lnTo>
                    <a:pt x="21835" y="44315"/>
                  </a:lnTo>
                  <a:lnTo>
                    <a:pt x="22862" y="44333"/>
                  </a:lnTo>
                  <a:lnTo>
                    <a:pt x="24145" y="43925"/>
                  </a:lnTo>
                  <a:lnTo>
                    <a:pt x="26412" y="43745"/>
                  </a:lnTo>
                  <a:lnTo>
                    <a:pt x="31486" y="43652"/>
                  </a:lnTo>
                  <a:lnTo>
                    <a:pt x="32246" y="42756"/>
                  </a:lnTo>
                  <a:lnTo>
                    <a:pt x="32603" y="41964"/>
                  </a:lnTo>
                  <a:lnTo>
                    <a:pt x="33051" y="39960"/>
                  </a:lnTo>
                  <a:lnTo>
                    <a:pt x="32853" y="39548"/>
                  </a:lnTo>
                  <a:lnTo>
                    <a:pt x="29684" y="41393"/>
                  </a:lnTo>
                  <a:lnTo>
                    <a:pt x="28961" y="41364"/>
                  </a:lnTo>
                  <a:lnTo>
                    <a:pt x="25293" y="40386"/>
                  </a:lnTo>
                  <a:lnTo>
                    <a:pt x="23967" y="39279"/>
                  </a:lnTo>
                  <a:lnTo>
                    <a:pt x="24401" y="38390"/>
                  </a:lnTo>
                  <a:lnTo>
                    <a:pt x="26345" y="36477"/>
                  </a:lnTo>
                  <a:lnTo>
                    <a:pt x="28351" y="34942"/>
                  </a:lnTo>
                  <a:lnTo>
                    <a:pt x="31305" y="33283"/>
                  </a:lnTo>
                  <a:lnTo>
                    <a:pt x="31996" y="32638"/>
                  </a:lnTo>
                  <a:lnTo>
                    <a:pt x="32068" y="31874"/>
                  </a:lnTo>
                  <a:lnTo>
                    <a:pt x="30101" y="30513"/>
                  </a:lnTo>
                  <a:lnTo>
                    <a:pt x="26375" y="30889"/>
                  </a:lnTo>
                  <a:lnTo>
                    <a:pt x="25422" y="29273"/>
                  </a:lnTo>
                  <a:lnTo>
                    <a:pt x="22327" y="28317"/>
                  </a:lnTo>
                  <a:lnTo>
                    <a:pt x="20267" y="28918"/>
                  </a:lnTo>
                  <a:lnTo>
                    <a:pt x="19172" y="27941"/>
                  </a:lnTo>
                  <a:lnTo>
                    <a:pt x="16496" y="29292"/>
                  </a:lnTo>
                  <a:lnTo>
                    <a:pt x="10616" y="31247"/>
                  </a:lnTo>
                  <a:lnTo>
                    <a:pt x="8277" y="32602"/>
                  </a:lnTo>
                  <a:lnTo>
                    <a:pt x="7017" y="33051"/>
                  </a:lnTo>
                  <a:lnTo>
                    <a:pt x="5565" y="31944"/>
                  </a:lnTo>
                  <a:lnTo>
                    <a:pt x="3067" y="30697"/>
                  </a:lnTo>
                  <a:lnTo>
                    <a:pt x="254" y="30309"/>
                  </a:lnTo>
                  <a:lnTo>
                    <a:pt x="0" y="29575"/>
                  </a:lnTo>
                  <a:lnTo>
                    <a:pt x="1640" y="27328"/>
                  </a:lnTo>
                  <a:lnTo>
                    <a:pt x="2763" y="26921"/>
                  </a:lnTo>
                  <a:lnTo>
                    <a:pt x="3894" y="27128"/>
                  </a:lnTo>
                  <a:lnTo>
                    <a:pt x="6053" y="28695"/>
                  </a:lnTo>
                  <a:lnTo>
                    <a:pt x="7543" y="29185"/>
                  </a:lnTo>
                  <a:lnTo>
                    <a:pt x="5675" y="26885"/>
                  </a:lnTo>
                  <a:lnTo>
                    <a:pt x="5724" y="26001"/>
                  </a:lnTo>
                  <a:lnTo>
                    <a:pt x="5583" y="24678"/>
                  </a:lnTo>
                  <a:lnTo>
                    <a:pt x="5004" y="24109"/>
                  </a:lnTo>
                  <a:lnTo>
                    <a:pt x="4433" y="22645"/>
                  </a:lnTo>
                  <a:lnTo>
                    <a:pt x="4668" y="22150"/>
                  </a:lnTo>
                  <a:lnTo>
                    <a:pt x="5402" y="21977"/>
                  </a:lnTo>
                  <a:lnTo>
                    <a:pt x="6905" y="22471"/>
                  </a:lnTo>
                  <a:lnTo>
                    <a:pt x="10478" y="25012"/>
                  </a:lnTo>
                  <a:lnTo>
                    <a:pt x="12232" y="24562"/>
                  </a:lnTo>
                  <a:lnTo>
                    <a:pt x="13195" y="23626"/>
                  </a:lnTo>
                  <a:lnTo>
                    <a:pt x="14506" y="22932"/>
                  </a:lnTo>
                  <a:lnTo>
                    <a:pt x="14134" y="22570"/>
                  </a:lnTo>
                  <a:lnTo>
                    <a:pt x="11046" y="22526"/>
                  </a:lnTo>
                  <a:lnTo>
                    <a:pt x="9395" y="22010"/>
                  </a:lnTo>
                  <a:lnTo>
                    <a:pt x="8560" y="21267"/>
                  </a:lnTo>
                  <a:lnTo>
                    <a:pt x="7837" y="20000"/>
                  </a:lnTo>
                  <a:lnTo>
                    <a:pt x="8091" y="19419"/>
                  </a:lnTo>
                  <a:lnTo>
                    <a:pt x="8949" y="18955"/>
                  </a:lnTo>
                  <a:lnTo>
                    <a:pt x="11586" y="19090"/>
                  </a:lnTo>
                  <a:lnTo>
                    <a:pt x="9849" y="16895"/>
                  </a:lnTo>
                  <a:lnTo>
                    <a:pt x="8642" y="15634"/>
                  </a:lnTo>
                  <a:lnTo>
                    <a:pt x="8510" y="15025"/>
                  </a:lnTo>
                  <a:lnTo>
                    <a:pt x="8593" y="14260"/>
                  </a:lnTo>
                  <a:lnTo>
                    <a:pt x="8757" y="13748"/>
                  </a:lnTo>
                  <a:lnTo>
                    <a:pt x="9000" y="13493"/>
                  </a:lnTo>
                  <a:lnTo>
                    <a:pt x="12026" y="14774"/>
                  </a:lnTo>
                  <a:lnTo>
                    <a:pt x="12689" y="14829"/>
                  </a:lnTo>
                  <a:lnTo>
                    <a:pt x="12077" y="14001"/>
                  </a:lnTo>
                  <a:lnTo>
                    <a:pt x="10750" y="12784"/>
                  </a:lnTo>
                  <a:lnTo>
                    <a:pt x="10689" y="12328"/>
                  </a:lnTo>
                  <a:lnTo>
                    <a:pt x="11249" y="11952"/>
                  </a:lnTo>
                  <a:lnTo>
                    <a:pt x="11525" y="11259"/>
                  </a:lnTo>
                  <a:lnTo>
                    <a:pt x="11550" y="10687"/>
                  </a:lnTo>
                  <a:lnTo>
                    <a:pt x="12469" y="10196"/>
                  </a:lnTo>
                  <a:lnTo>
                    <a:pt x="13395" y="10174"/>
                  </a:lnTo>
                  <a:lnTo>
                    <a:pt x="14328" y="10622"/>
                  </a:lnTo>
                  <a:lnTo>
                    <a:pt x="17222" y="12996"/>
                  </a:lnTo>
                  <a:lnTo>
                    <a:pt x="17636" y="13663"/>
                  </a:lnTo>
                  <a:lnTo>
                    <a:pt x="17773" y="14542"/>
                  </a:lnTo>
                  <a:lnTo>
                    <a:pt x="17632" y="15631"/>
                  </a:lnTo>
                  <a:lnTo>
                    <a:pt x="17752" y="16073"/>
                  </a:lnTo>
                  <a:lnTo>
                    <a:pt x="18883" y="15697"/>
                  </a:lnTo>
                  <a:lnTo>
                    <a:pt x="19785" y="16156"/>
                  </a:lnTo>
                  <a:lnTo>
                    <a:pt x="20235" y="16032"/>
                  </a:lnTo>
                  <a:lnTo>
                    <a:pt x="21356" y="14392"/>
                  </a:lnTo>
                  <a:lnTo>
                    <a:pt x="22129" y="14778"/>
                  </a:lnTo>
                  <a:lnTo>
                    <a:pt x="22596" y="15546"/>
                  </a:lnTo>
                  <a:lnTo>
                    <a:pt x="22740" y="16240"/>
                  </a:lnTo>
                  <a:lnTo>
                    <a:pt x="22809" y="17194"/>
                  </a:lnTo>
                  <a:lnTo>
                    <a:pt x="22612" y="19180"/>
                  </a:lnTo>
                  <a:lnTo>
                    <a:pt x="22664" y="19460"/>
                  </a:lnTo>
                  <a:lnTo>
                    <a:pt x="23449" y="18339"/>
                  </a:lnTo>
                  <a:lnTo>
                    <a:pt x="24788" y="18254"/>
                  </a:lnTo>
                  <a:lnTo>
                    <a:pt x="24961" y="17690"/>
                  </a:lnTo>
                  <a:lnTo>
                    <a:pt x="25001" y="15601"/>
                  </a:lnTo>
                  <a:lnTo>
                    <a:pt x="24892" y="13840"/>
                  </a:lnTo>
                  <a:lnTo>
                    <a:pt x="24744" y="13476"/>
                  </a:lnTo>
                  <a:lnTo>
                    <a:pt x="20343" y="11036"/>
                  </a:lnTo>
                  <a:lnTo>
                    <a:pt x="19578" y="10460"/>
                  </a:lnTo>
                  <a:lnTo>
                    <a:pt x="18619" y="9258"/>
                  </a:lnTo>
                  <a:lnTo>
                    <a:pt x="18813" y="8654"/>
                  </a:lnTo>
                  <a:lnTo>
                    <a:pt x="19670" y="8114"/>
                  </a:lnTo>
                  <a:lnTo>
                    <a:pt x="20964" y="7899"/>
                  </a:lnTo>
                  <a:lnTo>
                    <a:pt x="23963" y="7928"/>
                  </a:lnTo>
                  <a:lnTo>
                    <a:pt x="24267" y="7675"/>
                  </a:lnTo>
                  <a:lnTo>
                    <a:pt x="23686" y="7042"/>
                  </a:lnTo>
                  <a:lnTo>
                    <a:pt x="22297" y="6634"/>
                  </a:lnTo>
                  <a:lnTo>
                    <a:pt x="21972" y="6269"/>
                  </a:lnTo>
                  <a:lnTo>
                    <a:pt x="21808" y="5566"/>
                  </a:lnTo>
                  <a:lnTo>
                    <a:pt x="20161" y="5950"/>
                  </a:lnTo>
                  <a:lnTo>
                    <a:pt x="18325" y="5966"/>
                  </a:lnTo>
                  <a:lnTo>
                    <a:pt x="16559" y="5536"/>
                  </a:lnTo>
                  <a:lnTo>
                    <a:pt x="16522" y="4989"/>
                  </a:lnTo>
                  <a:lnTo>
                    <a:pt x="17220" y="4187"/>
                  </a:lnTo>
                  <a:lnTo>
                    <a:pt x="18662" y="2855"/>
                  </a:lnTo>
                  <a:lnTo>
                    <a:pt x="19334" y="2525"/>
                  </a:lnTo>
                  <a:lnTo>
                    <a:pt x="21351" y="2757"/>
                  </a:lnTo>
                  <a:lnTo>
                    <a:pt x="23355" y="2383"/>
                  </a:lnTo>
                  <a:lnTo>
                    <a:pt x="24978" y="2835"/>
                  </a:lnTo>
                  <a:lnTo>
                    <a:pt x="26266" y="4153"/>
                  </a:lnTo>
                  <a:lnTo>
                    <a:pt x="28097" y="6469"/>
                  </a:lnTo>
                  <a:lnTo>
                    <a:pt x="30573" y="7951"/>
                  </a:lnTo>
                  <a:lnTo>
                    <a:pt x="30800" y="8416"/>
                  </a:lnTo>
                  <a:lnTo>
                    <a:pt x="32118" y="9629"/>
                  </a:lnTo>
                  <a:lnTo>
                    <a:pt x="34738" y="12894"/>
                  </a:lnTo>
                  <a:lnTo>
                    <a:pt x="37400" y="14788"/>
                  </a:lnTo>
                  <a:lnTo>
                    <a:pt x="37523" y="15270"/>
                  </a:lnTo>
                  <a:lnTo>
                    <a:pt x="37085" y="15837"/>
                  </a:lnTo>
                  <a:lnTo>
                    <a:pt x="36062" y="16502"/>
                  </a:lnTo>
                  <a:lnTo>
                    <a:pt x="36296" y="16872"/>
                  </a:lnTo>
                  <a:lnTo>
                    <a:pt x="37632" y="17354"/>
                  </a:lnTo>
                  <a:lnTo>
                    <a:pt x="38595" y="18638"/>
                  </a:lnTo>
                  <a:lnTo>
                    <a:pt x="38660" y="19195"/>
                  </a:lnTo>
                  <a:lnTo>
                    <a:pt x="37789" y="23171"/>
                  </a:lnTo>
                  <a:lnTo>
                    <a:pt x="37327" y="24015"/>
                  </a:lnTo>
                  <a:lnTo>
                    <a:pt x="36793" y="24461"/>
                  </a:lnTo>
                  <a:lnTo>
                    <a:pt x="34334" y="23712"/>
                  </a:lnTo>
                  <a:lnTo>
                    <a:pt x="34920" y="24978"/>
                  </a:lnTo>
                  <a:lnTo>
                    <a:pt x="36676" y="26325"/>
                  </a:lnTo>
                  <a:lnTo>
                    <a:pt x="37073" y="27078"/>
                  </a:lnTo>
                  <a:lnTo>
                    <a:pt x="36812" y="27817"/>
                  </a:lnTo>
                  <a:lnTo>
                    <a:pt x="37003" y="27987"/>
                  </a:lnTo>
                  <a:lnTo>
                    <a:pt x="37647" y="27588"/>
                  </a:lnTo>
                  <a:lnTo>
                    <a:pt x="37913" y="28008"/>
                  </a:lnTo>
                  <a:lnTo>
                    <a:pt x="37802" y="29244"/>
                  </a:lnTo>
                  <a:lnTo>
                    <a:pt x="37528" y="30270"/>
                  </a:lnTo>
                  <a:lnTo>
                    <a:pt x="37091" y="31085"/>
                  </a:lnTo>
                  <a:lnTo>
                    <a:pt x="37217" y="31437"/>
                  </a:lnTo>
                  <a:lnTo>
                    <a:pt x="37904" y="31329"/>
                  </a:lnTo>
                  <a:lnTo>
                    <a:pt x="38549" y="31540"/>
                  </a:lnTo>
                  <a:lnTo>
                    <a:pt x="39556" y="32665"/>
                  </a:lnTo>
                  <a:lnTo>
                    <a:pt x="40372" y="36103"/>
                  </a:lnTo>
                  <a:lnTo>
                    <a:pt x="40778" y="37216"/>
                  </a:lnTo>
                  <a:lnTo>
                    <a:pt x="41070" y="36229"/>
                  </a:lnTo>
                  <a:lnTo>
                    <a:pt x="41437" y="33718"/>
                  </a:lnTo>
                  <a:lnTo>
                    <a:pt x="41782" y="32436"/>
                  </a:lnTo>
                  <a:lnTo>
                    <a:pt x="42104" y="32379"/>
                  </a:lnTo>
                  <a:lnTo>
                    <a:pt x="42383" y="31958"/>
                  </a:lnTo>
                  <a:lnTo>
                    <a:pt x="42616" y="31170"/>
                  </a:lnTo>
                  <a:lnTo>
                    <a:pt x="43093" y="28393"/>
                  </a:lnTo>
                  <a:lnTo>
                    <a:pt x="44743" y="26288"/>
                  </a:lnTo>
                  <a:lnTo>
                    <a:pt x="45531" y="25643"/>
                  </a:lnTo>
                  <a:lnTo>
                    <a:pt x="46271" y="25500"/>
                  </a:lnTo>
                  <a:lnTo>
                    <a:pt x="46631" y="25763"/>
                  </a:lnTo>
                  <a:lnTo>
                    <a:pt x="47865" y="27970"/>
                  </a:lnTo>
                  <a:lnTo>
                    <a:pt x="48616" y="28341"/>
                  </a:lnTo>
                  <a:lnTo>
                    <a:pt x="49002" y="28220"/>
                  </a:lnTo>
                  <a:lnTo>
                    <a:pt x="49530" y="26722"/>
                  </a:lnTo>
                  <a:lnTo>
                    <a:pt x="50199" y="23847"/>
                  </a:lnTo>
                  <a:lnTo>
                    <a:pt x="50352" y="20635"/>
                  </a:lnTo>
                  <a:lnTo>
                    <a:pt x="49988" y="17090"/>
                  </a:lnTo>
                  <a:lnTo>
                    <a:pt x="50200" y="14562"/>
                  </a:lnTo>
                  <a:lnTo>
                    <a:pt x="50985" y="13051"/>
                  </a:lnTo>
                  <a:lnTo>
                    <a:pt x="52017" y="12587"/>
                  </a:lnTo>
                  <a:lnTo>
                    <a:pt x="53294" y="13167"/>
                  </a:lnTo>
                  <a:lnTo>
                    <a:pt x="54228" y="14089"/>
                  </a:lnTo>
                  <a:lnTo>
                    <a:pt x="56072" y="17609"/>
                  </a:lnTo>
                  <a:lnTo>
                    <a:pt x="57560" y="19452"/>
                  </a:lnTo>
                  <a:lnTo>
                    <a:pt x="58837" y="21431"/>
                  </a:lnTo>
                  <a:lnTo>
                    <a:pt x="59499" y="22073"/>
                  </a:lnTo>
                  <a:lnTo>
                    <a:pt x="60765" y="22398"/>
                  </a:lnTo>
                  <a:lnTo>
                    <a:pt x="61105" y="22271"/>
                  </a:lnTo>
                  <a:lnTo>
                    <a:pt x="61331" y="21814"/>
                  </a:lnTo>
                  <a:lnTo>
                    <a:pt x="61445" y="21027"/>
                  </a:lnTo>
                  <a:lnTo>
                    <a:pt x="61172" y="15990"/>
                  </a:lnTo>
                  <a:lnTo>
                    <a:pt x="61528" y="14422"/>
                  </a:lnTo>
                  <a:lnTo>
                    <a:pt x="62066" y="13308"/>
                  </a:lnTo>
                  <a:lnTo>
                    <a:pt x="64353" y="12652"/>
                  </a:lnTo>
                  <a:lnTo>
                    <a:pt x="65597" y="11954"/>
                  </a:lnTo>
                  <a:lnTo>
                    <a:pt x="66809" y="10806"/>
                  </a:lnTo>
                  <a:lnTo>
                    <a:pt x="67813" y="10192"/>
                  </a:lnTo>
                  <a:lnTo>
                    <a:pt x="68611" y="10109"/>
                  </a:lnTo>
                  <a:lnTo>
                    <a:pt x="69444" y="10557"/>
                  </a:lnTo>
                  <a:lnTo>
                    <a:pt x="70313" y="11534"/>
                  </a:lnTo>
                  <a:lnTo>
                    <a:pt x="71670" y="13437"/>
                  </a:lnTo>
                  <a:lnTo>
                    <a:pt x="73376" y="16592"/>
                  </a:lnTo>
                  <a:lnTo>
                    <a:pt x="75545" y="18951"/>
                  </a:lnTo>
                  <a:lnTo>
                    <a:pt x="76682" y="22695"/>
                  </a:lnTo>
                  <a:lnTo>
                    <a:pt x="76925" y="23329"/>
                  </a:lnTo>
                  <a:lnTo>
                    <a:pt x="77190" y="23402"/>
                  </a:lnTo>
                  <a:lnTo>
                    <a:pt x="77477" y="22916"/>
                  </a:lnTo>
                  <a:lnTo>
                    <a:pt x="77661" y="22225"/>
                  </a:lnTo>
                  <a:lnTo>
                    <a:pt x="77713" y="20560"/>
                  </a:lnTo>
                  <a:lnTo>
                    <a:pt x="77106" y="18351"/>
                  </a:lnTo>
                  <a:lnTo>
                    <a:pt x="75077" y="12792"/>
                  </a:lnTo>
                  <a:lnTo>
                    <a:pt x="75042" y="11738"/>
                  </a:lnTo>
                  <a:lnTo>
                    <a:pt x="75298" y="10893"/>
                  </a:lnTo>
                  <a:lnTo>
                    <a:pt x="76728" y="10801"/>
                  </a:lnTo>
                  <a:lnTo>
                    <a:pt x="80054" y="11310"/>
                  </a:lnTo>
                  <a:lnTo>
                    <a:pt x="81116" y="12173"/>
                  </a:lnTo>
                  <a:lnTo>
                    <a:pt x="83377" y="15569"/>
                  </a:lnTo>
                  <a:lnTo>
                    <a:pt x="84012" y="16390"/>
                  </a:lnTo>
                  <a:lnTo>
                    <a:pt x="84399" y="16596"/>
                  </a:lnTo>
                  <a:lnTo>
                    <a:pt x="84538" y="16185"/>
                  </a:lnTo>
                  <a:lnTo>
                    <a:pt x="85415" y="15555"/>
                  </a:lnTo>
                  <a:lnTo>
                    <a:pt x="86022" y="14790"/>
                  </a:lnTo>
                  <a:lnTo>
                    <a:pt x="87033" y="12919"/>
                  </a:lnTo>
                  <a:lnTo>
                    <a:pt x="89242" y="9551"/>
                  </a:lnTo>
                  <a:lnTo>
                    <a:pt x="89701" y="9452"/>
                  </a:lnTo>
                  <a:lnTo>
                    <a:pt x="90346" y="9717"/>
                  </a:lnTo>
                  <a:lnTo>
                    <a:pt x="91479" y="10599"/>
                  </a:lnTo>
                  <a:lnTo>
                    <a:pt x="92016" y="11306"/>
                  </a:lnTo>
                  <a:lnTo>
                    <a:pt x="93081" y="11844"/>
                  </a:lnTo>
                  <a:lnTo>
                    <a:pt x="94173" y="11655"/>
                  </a:lnTo>
                  <a:lnTo>
                    <a:pt x="95680" y="10474"/>
                  </a:lnTo>
                  <a:lnTo>
                    <a:pt x="97384" y="9755"/>
                  </a:lnTo>
                  <a:lnTo>
                    <a:pt x="97967" y="8082"/>
                  </a:lnTo>
                  <a:lnTo>
                    <a:pt x="98077" y="7319"/>
                  </a:lnTo>
                  <a:lnTo>
                    <a:pt x="96705" y="2344"/>
                  </a:lnTo>
                  <a:lnTo>
                    <a:pt x="97282" y="1327"/>
                  </a:lnTo>
                  <a:lnTo>
                    <a:pt x="100256" y="93"/>
                  </a:lnTo>
                  <a:lnTo>
                    <a:pt x="102857" y="0"/>
                  </a:lnTo>
                  <a:lnTo>
                    <a:pt x="103472" y="337"/>
                  </a:lnTo>
                  <a:lnTo>
                    <a:pt x="105111" y="2754"/>
                  </a:lnTo>
                  <a:lnTo>
                    <a:pt x="106222" y="3970"/>
                  </a:lnTo>
                  <a:lnTo>
                    <a:pt x="106783" y="4948"/>
                  </a:lnTo>
                  <a:lnTo>
                    <a:pt x="106917" y="7101"/>
                  </a:lnTo>
                  <a:lnTo>
                    <a:pt x="107592" y="7898"/>
                  </a:lnTo>
                  <a:close/>
                </a:path>
              </a:pathLst>
            </a:custGeom>
            <a:solidFill>
              <a:srgbClr val="A5CC9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4" name="pg853"/>
            <p:cNvSpPr/>
            <p:nvPr/>
          </p:nvSpPr>
          <p:spPr>
            <a:xfrm>
              <a:off x="3751081" y="2646194"/>
              <a:ext cx="20330" cy="116848"/>
            </a:xfrm>
            <a:custGeom>
              <a:avLst/>
              <a:pathLst>
                <a:path w="20330" h="116848">
                  <a:moveTo>
                    <a:pt x="18792" y="20590"/>
                  </a:moveTo>
                  <a:lnTo>
                    <a:pt x="18148" y="20767"/>
                  </a:lnTo>
                  <a:lnTo>
                    <a:pt x="16646" y="22151"/>
                  </a:lnTo>
                  <a:lnTo>
                    <a:pt x="16443" y="22567"/>
                  </a:lnTo>
                  <a:lnTo>
                    <a:pt x="16179" y="23369"/>
                  </a:lnTo>
                  <a:lnTo>
                    <a:pt x="16132" y="23989"/>
                  </a:lnTo>
                  <a:lnTo>
                    <a:pt x="15918" y="30619"/>
                  </a:lnTo>
                  <a:lnTo>
                    <a:pt x="15100" y="30437"/>
                  </a:lnTo>
                  <a:lnTo>
                    <a:pt x="14104" y="28990"/>
                  </a:lnTo>
                  <a:lnTo>
                    <a:pt x="13910" y="27738"/>
                  </a:lnTo>
                  <a:lnTo>
                    <a:pt x="13610" y="27311"/>
                  </a:lnTo>
                  <a:lnTo>
                    <a:pt x="12900" y="27149"/>
                  </a:lnTo>
                  <a:lnTo>
                    <a:pt x="11552" y="26514"/>
                  </a:lnTo>
                  <a:lnTo>
                    <a:pt x="9990" y="28700"/>
                  </a:lnTo>
                  <a:lnTo>
                    <a:pt x="9326" y="32313"/>
                  </a:lnTo>
                  <a:lnTo>
                    <a:pt x="9191" y="34001"/>
                  </a:lnTo>
                  <a:lnTo>
                    <a:pt x="8660" y="37550"/>
                  </a:lnTo>
                  <a:lnTo>
                    <a:pt x="8848" y="39732"/>
                  </a:lnTo>
                  <a:lnTo>
                    <a:pt x="8939" y="42554"/>
                  </a:lnTo>
                  <a:lnTo>
                    <a:pt x="9072" y="44868"/>
                  </a:lnTo>
                  <a:lnTo>
                    <a:pt x="8933" y="46254"/>
                  </a:lnTo>
                  <a:lnTo>
                    <a:pt x="8634" y="46997"/>
                  </a:lnTo>
                  <a:lnTo>
                    <a:pt x="8723" y="47526"/>
                  </a:lnTo>
                  <a:lnTo>
                    <a:pt x="8990" y="47719"/>
                  </a:lnTo>
                  <a:lnTo>
                    <a:pt x="9846" y="47095"/>
                  </a:lnTo>
                  <a:lnTo>
                    <a:pt x="10747" y="47721"/>
                  </a:lnTo>
                  <a:lnTo>
                    <a:pt x="11611" y="48916"/>
                  </a:lnTo>
                  <a:lnTo>
                    <a:pt x="11680" y="49693"/>
                  </a:lnTo>
                  <a:lnTo>
                    <a:pt x="11067" y="50152"/>
                  </a:lnTo>
                  <a:lnTo>
                    <a:pt x="9620" y="51961"/>
                  </a:lnTo>
                  <a:lnTo>
                    <a:pt x="8600" y="54058"/>
                  </a:lnTo>
                  <a:lnTo>
                    <a:pt x="8334" y="56000"/>
                  </a:lnTo>
                  <a:lnTo>
                    <a:pt x="7646" y="60128"/>
                  </a:lnTo>
                  <a:lnTo>
                    <a:pt x="7740" y="60976"/>
                  </a:lnTo>
                  <a:lnTo>
                    <a:pt x="8074" y="61474"/>
                  </a:lnTo>
                  <a:lnTo>
                    <a:pt x="10430" y="61034"/>
                  </a:lnTo>
                  <a:lnTo>
                    <a:pt x="12569" y="59362"/>
                  </a:lnTo>
                  <a:lnTo>
                    <a:pt x="14178" y="57585"/>
                  </a:lnTo>
                  <a:lnTo>
                    <a:pt x="14688" y="57692"/>
                  </a:lnTo>
                  <a:lnTo>
                    <a:pt x="14359" y="62256"/>
                  </a:lnTo>
                  <a:lnTo>
                    <a:pt x="14080" y="65043"/>
                  </a:lnTo>
                  <a:lnTo>
                    <a:pt x="14190" y="65518"/>
                  </a:lnTo>
                  <a:lnTo>
                    <a:pt x="14550" y="67942"/>
                  </a:lnTo>
                  <a:lnTo>
                    <a:pt x="13865" y="72379"/>
                  </a:lnTo>
                  <a:lnTo>
                    <a:pt x="13098" y="75986"/>
                  </a:lnTo>
                  <a:lnTo>
                    <a:pt x="12827" y="77698"/>
                  </a:lnTo>
                  <a:lnTo>
                    <a:pt x="12081" y="81503"/>
                  </a:lnTo>
                  <a:lnTo>
                    <a:pt x="11318" y="85922"/>
                  </a:lnTo>
                  <a:lnTo>
                    <a:pt x="10911" y="88967"/>
                  </a:lnTo>
                  <a:lnTo>
                    <a:pt x="11003" y="90048"/>
                  </a:lnTo>
                  <a:lnTo>
                    <a:pt x="10813" y="95633"/>
                  </a:lnTo>
                  <a:lnTo>
                    <a:pt x="10923" y="97217"/>
                  </a:lnTo>
                  <a:lnTo>
                    <a:pt x="10028" y="102058"/>
                  </a:lnTo>
                  <a:lnTo>
                    <a:pt x="9848" y="104450"/>
                  </a:lnTo>
                  <a:lnTo>
                    <a:pt x="9489" y="107696"/>
                  </a:lnTo>
                  <a:lnTo>
                    <a:pt x="8873" y="114553"/>
                  </a:lnTo>
                  <a:lnTo>
                    <a:pt x="8031" y="116848"/>
                  </a:lnTo>
                  <a:lnTo>
                    <a:pt x="7611" y="114290"/>
                  </a:lnTo>
                  <a:lnTo>
                    <a:pt x="6651" y="106956"/>
                  </a:lnTo>
                  <a:lnTo>
                    <a:pt x="5968" y="101935"/>
                  </a:lnTo>
                  <a:lnTo>
                    <a:pt x="5036" y="95747"/>
                  </a:lnTo>
                  <a:lnTo>
                    <a:pt x="3465" y="88224"/>
                  </a:lnTo>
                  <a:lnTo>
                    <a:pt x="3320" y="86412"/>
                  </a:lnTo>
                  <a:lnTo>
                    <a:pt x="2981" y="83784"/>
                  </a:lnTo>
                  <a:lnTo>
                    <a:pt x="1897" y="76942"/>
                  </a:lnTo>
                  <a:lnTo>
                    <a:pt x="1014" y="72002"/>
                  </a:lnTo>
                  <a:lnTo>
                    <a:pt x="0" y="65700"/>
                  </a:lnTo>
                  <a:lnTo>
                    <a:pt x="1255" y="63199"/>
                  </a:lnTo>
                  <a:lnTo>
                    <a:pt x="1278" y="61136"/>
                  </a:lnTo>
                  <a:lnTo>
                    <a:pt x="3415" y="56323"/>
                  </a:lnTo>
                  <a:lnTo>
                    <a:pt x="3397" y="55850"/>
                  </a:lnTo>
                  <a:lnTo>
                    <a:pt x="2827" y="54573"/>
                  </a:lnTo>
                  <a:lnTo>
                    <a:pt x="2908" y="54354"/>
                  </a:lnTo>
                  <a:lnTo>
                    <a:pt x="5278" y="45388"/>
                  </a:lnTo>
                  <a:lnTo>
                    <a:pt x="6806" y="36504"/>
                  </a:lnTo>
                  <a:lnTo>
                    <a:pt x="8245" y="24161"/>
                  </a:lnTo>
                  <a:lnTo>
                    <a:pt x="9268" y="17880"/>
                  </a:lnTo>
                  <a:lnTo>
                    <a:pt x="10136" y="13726"/>
                  </a:lnTo>
                  <a:lnTo>
                    <a:pt x="10520" y="10284"/>
                  </a:lnTo>
                  <a:lnTo>
                    <a:pt x="11919" y="10039"/>
                  </a:lnTo>
                  <a:lnTo>
                    <a:pt x="12962" y="10407"/>
                  </a:lnTo>
                  <a:lnTo>
                    <a:pt x="14209" y="10521"/>
                  </a:lnTo>
                  <a:lnTo>
                    <a:pt x="15207" y="9226"/>
                  </a:lnTo>
                  <a:lnTo>
                    <a:pt x="15687" y="5355"/>
                  </a:lnTo>
                  <a:lnTo>
                    <a:pt x="16257" y="4735"/>
                  </a:lnTo>
                  <a:lnTo>
                    <a:pt x="16545" y="5647"/>
                  </a:lnTo>
                  <a:lnTo>
                    <a:pt x="16841" y="4629"/>
                  </a:lnTo>
                  <a:lnTo>
                    <a:pt x="18148" y="2928"/>
                  </a:lnTo>
                  <a:lnTo>
                    <a:pt x="18794" y="1830"/>
                  </a:lnTo>
                  <a:lnTo>
                    <a:pt x="19443" y="474"/>
                  </a:lnTo>
                  <a:lnTo>
                    <a:pt x="19789" y="0"/>
                  </a:lnTo>
                  <a:lnTo>
                    <a:pt x="19575" y="1810"/>
                  </a:lnTo>
                  <a:lnTo>
                    <a:pt x="19399" y="2990"/>
                  </a:lnTo>
                  <a:lnTo>
                    <a:pt x="19398" y="4536"/>
                  </a:lnTo>
                  <a:lnTo>
                    <a:pt x="19663" y="5383"/>
                  </a:lnTo>
                  <a:lnTo>
                    <a:pt x="20025" y="7069"/>
                  </a:lnTo>
                  <a:lnTo>
                    <a:pt x="20246" y="8747"/>
                  </a:lnTo>
                  <a:lnTo>
                    <a:pt x="19776" y="10140"/>
                  </a:lnTo>
                  <a:lnTo>
                    <a:pt x="19822" y="11594"/>
                  </a:lnTo>
                  <a:lnTo>
                    <a:pt x="19947" y="12813"/>
                  </a:lnTo>
                  <a:lnTo>
                    <a:pt x="20330" y="14246"/>
                  </a:lnTo>
                  <a:lnTo>
                    <a:pt x="19640" y="16824"/>
                  </a:lnTo>
                  <a:lnTo>
                    <a:pt x="18965" y="19189"/>
                  </a:lnTo>
                  <a:close/>
                </a:path>
              </a:pathLst>
            </a:custGeom>
            <a:solidFill>
              <a:srgbClr val="8EBF83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5" name="pg854"/>
            <p:cNvSpPr/>
            <p:nvPr/>
          </p:nvSpPr>
          <p:spPr>
            <a:xfrm>
              <a:off x="3479198" y="2545393"/>
              <a:ext cx="1399" cy="2868"/>
            </a:xfrm>
            <a:custGeom>
              <a:avLst/>
              <a:pathLst>
                <a:path w="1399" h="2868">
                  <a:moveTo>
                    <a:pt x="1399" y="2542"/>
                  </a:moveTo>
                  <a:lnTo>
                    <a:pt x="815" y="2868"/>
                  </a:lnTo>
                  <a:lnTo>
                    <a:pt x="51" y="1852"/>
                  </a:lnTo>
                  <a:lnTo>
                    <a:pt x="0" y="427"/>
                  </a:lnTo>
                  <a:lnTo>
                    <a:pt x="141" y="0"/>
                  </a:lnTo>
                  <a:lnTo>
                    <a:pt x="1069" y="653"/>
                  </a:lnTo>
                  <a:lnTo>
                    <a:pt x="1360" y="1970"/>
                  </a:lnTo>
                  <a:close/>
                </a:path>
              </a:pathLst>
            </a:custGeom>
            <a:solidFill>
              <a:srgbClr val="AACF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6" name="pg855"/>
            <p:cNvSpPr/>
            <p:nvPr/>
          </p:nvSpPr>
          <p:spPr>
            <a:xfrm>
              <a:off x="3485281" y="2502463"/>
              <a:ext cx="38988" cy="47516"/>
            </a:xfrm>
            <a:custGeom>
              <a:avLst/>
              <a:pathLst>
                <a:path w="38988" h="47516">
                  <a:moveTo>
                    <a:pt x="38280" y="2233"/>
                  </a:moveTo>
                  <a:lnTo>
                    <a:pt x="37455" y="5592"/>
                  </a:lnTo>
                  <a:lnTo>
                    <a:pt x="37050" y="6883"/>
                  </a:lnTo>
                  <a:lnTo>
                    <a:pt x="34111" y="15102"/>
                  </a:lnTo>
                  <a:lnTo>
                    <a:pt x="33774" y="17000"/>
                  </a:lnTo>
                  <a:lnTo>
                    <a:pt x="33567" y="19064"/>
                  </a:lnTo>
                  <a:lnTo>
                    <a:pt x="33262" y="20871"/>
                  </a:lnTo>
                  <a:lnTo>
                    <a:pt x="32850" y="22575"/>
                  </a:lnTo>
                  <a:lnTo>
                    <a:pt x="32466" y="24741"/>
                  </a:lnTo>
                  <a:lnTo>
                    <a:pt x="32541" y="27197"/>
                  </a:lnTo>
                  <a:lnTo>
                    <a:pt x="32679" y="28401"/>
                  </a:lnTo>
                  <a:lnTo>
                    <a:pt x="33032" y="29191"/>
                  </a:lnTo>
                  <a:lnTo>
                    <a:pt x="33613" y="29934"/>
                  </a:lnTo>
                  <a:lnTo>
                    <a:pt x="34059" y="31072"/>
                  </a:lnTo>
                  <a:lnTo>
                    <a:pt x="33375" y="32111"/>
                  </a:lnTo>
                  <a:lnTo>
                    <a:pt x="34130" y="34193"/>
                  </a:lnTo>
                  <a:lnTo>
                    <a:pt x="34771" y="35428"/>
                  </a:lnTo>
                  <a:lnTo>
                    <a:pt x="34857" y="36662"/>
                  </a:lnTo>
                  <a:lnTo>
                    <a:pt x="34843" y="37900"/>
                  </a:lnTo>
                  <a:lnTo>
                    <a:pt x="33510" y="40218"/>
                  </a:lnTo>
                  <a:lnTo>
                    <a:pt x="32988" y="41495"/>
                  </a:lnTo>
                  <a:lnTo>
                    <a:pt x="32665" y="43042"/>
                  </a:lnTo>
                  <a:lnTo>
                    <a:pt x="32524" y="44638"/>
                  </a:lnTo>
                  <a:lnTo>
                    <a:pt x="32671" y="46079"/>
                  </a:lnTo>
                  <a:lnTo>
                    <a:pt x="32625" y="47516"/>
                  </a:lnTo>
                  <a:lnTo>
                    <a:pt x="31283" y="47337"/>
                  </a:lnTo>
                  <a:lnTo>
                    <a:pt x="29908" y="46461"/>
                  </a:lnTo>
                  <a:lnTo>
                    <a:pt x="28523" y="46849"/>
                  </a:lnTo>
                  <a:lnTo>
                    <a:pt x="26553" y="45189"/>
                  </a:lnTo>
                  <a:lnTo>
                    <a:pt x="25835" y="44889"/>
                  </a:lnTo>
                  <a:lnTo>
                    <a:pt x="25182" y="44241"/>
                  </a:lnTo>
                  <a:lnTo>
                    <a:pt x="23542" y="39094"/>
                  </a:lnTo>
                  <a:lnTo>
                    <a:pt x="22223" y="36920"/>
                  </a:lnTo>
                  <a:lnTo>
                    <a:pt x="20808" y="35229"/>
                  </a:lnTo>
                  <a:lnTo>
                    <a:pt x="19362" y="35126"/>
                  </a:lnTo>
                  <a:lnTo>
                    <a:pt x="17914" y="35318"/>
                  </a:lnTo>
                  <a:lnTo>
                    <a:pt x="16636" y="34277"/>
                  </a:lnTo>
                  <a:lnTo>
                    <a:pt x="14034" y="30782"/>
                  </a:lnTo>
                  <a:lnTo>
                    <a:pt x="11277" y="27987"/>
                  </a:lnTo>
                  <a:lnTo>
                    <a:pt x="10108" y="26166"/>
                  </a:lnTo>
                  <a:lnTo>
                    <a:pt x="9573" y="24942"/>
                  </a:lnTo>
                  <a:lnTo>
                    <a:pt x="8949" y="24129"/>
                  </a:lnTo>
                  <a:lnTo>
                    <a:pt x="7370" y="23324"/>
                  </a:lnTo>
                  <a:lnTo>
                    <a:pt x="5954" y="21434"/>
                  </a:lnTo>
                  <a:lnTo>
                    <a:pt x="5309" y="21296"/>
                  </a:lnTo>
                  <a:lnTo>
                    <a:pt x="3921" y="21526"/>
                  </a:lnTo>
                  <a:lnTo>
                    <a:pt x="3211" y="21395"/>
                  </a:lnTo>
                  <a:lnTo>
                    <a:pt x="2494" y="20730"/>
                  </a:lnTo>
                  <a:lnTo>
                    <a:pt x="1111" y="18508"/>
                  </a:lnTo>
                  <a:lnTo>
                    <a:pt x="229" y="15428"/>
                  </a:lnTo>
                  <a:lnTo>
                    <a:pt x="0" y="14069"/>
                  </a:lnTo>
                  <a:lnTo>
                    <a:pt x="624" y="10554"/>
                  </a:lnTo>
                  <a:lnTo>
                    <a:pt x="1366" y="7179"/>
                  </a:lnTo>
                  <a:lnTo>
                    <a:pt x="2024" y="6233"/>
                  </a:lnTo>
                  <a:lnTo>
                    <a:pt x="2788" y="5554"/>
                  </a:lnTo>
                  <a:lnTo>
                    <a:pt x="3251" y="4556"/>
                  </a:lnTo>
                  <a:lnTo>
                    <a:pt x="3641" y="3334"/>
                  </a:lnTo>
                  <a:lnTo>
                    <a:pt x="5059" y="6860"/>
                  </a:lnTo>
                  <a:lnTo>
                    <a:pt x="5693" y="7713"/>
                  </a:lnTo>
                  <a:lnTo>
                    <a:pt x="6336" y="7522"/>
                  </a:lnTo>
                  <a:lnTo>
                    <a:pt x="7476" y="6258"/>
                  </a:lnTo>
                  <a:lnTo>
                    <a:pt x="7571" y="4875"/>
                  </a:lnTo>
                  <a:lnTo>
                    <a:pt x="8828" y="3119"/>
                  </a:lnTo>
                  <a:lnTo>
                    <a:pt x="10426" y="3086"/>
                  </a:lnTo>
                  <a:lnTo>
                    <a:pt x="11164" y="3409"/>
                  </a:lnTo>
                  <a:lnTo>
                    <a:pt x="11552" y="4996"/>
                  </a:lnTo>
                  <a:lnTo>
                    <a:pt x="12162" y="5485"/>
                  </a:lnTo>
                  <a:lnTo>
                    <a:pt x="12866" y="5696"/>
                  </a:lnTo>
                  <a:lnTo>
                    <a:pt x="15185" y="8721"/>
                  </a:lnTo>
                  <a:lnTo>
                    <a:pt x="15835" y="9215"/>
                  </a:lnTo>
                  <a:lnTo>
                    <a:pt x="16493" y="9299"/>
                  </a:lnTo>
                  <a:lnTo>
                    <a:pt x="18293" y="8029"/>
                  </a:lnTo>
                  <a:lnTo>
                    <a:pt x="19675" y="7545"/>
                  </a:lnTo>
                  <a:lnTo>
                    <a:pt x="22572" y="8245"/>
                  </a:lnTo>
                  <a:lnTo>
                    <a:pt x="24138" y="7485"/>
                  </a:lnTo>
                  <a:lnTo>
                    <a:pt x="25232" y="7398"/>
                  </a:lnTo>
                  <a:lnTo>
                    <a:pt x="26826" y="6230"/>
                  </a:lnTo>
                  <a:lnTo>
                    <a:pt x="28050" y="4288"/>
                  </a:lnTo>
                  <a:lnTo>
                    <a:pt x="28689" y="3809"/>
                  </a:lnTo>
                  <a:lnTo>
                    <a:pt x="29375" y="3670"/>
                  </a:lnTo>
                  <a:lnTo>
                    <a:pt x="31033" y="3791"/>
                  </a:lnTo>
                  <a:lnTo>
                    <a:pt x="32700" y="4230"/>
                  </a:lnTo>
                  <a:lnTo>
                    <a:pt x="33399" y="3777"/>
                  </a:lnTo>
                  <a:lnTo>
                    <a:pt x="33983" y="2507"/>
                  </a:lnTo>
                  <a:lnTo>
                    <a:pt x="34660" y="1936"/>
                  </a:lnTo>
                  <a:lnTo>
                    <a:pt x="35406" y="2321"/>
                  </a:lnTo>
                  <a:lnTo>
                    <a:pt x="37331" y="148"/>
                  </a:lnTo>
                  <a:lnTo>
                    <a:pt x="38180" y="0"/>
                  </a:lnTo>
                  <a:lnTo>
                    <a:pt x="38988" y="836"/>
                  </a:lnTo>
                  <a:close/>
                </a:path>
              </a:pathLst>
            </a:custGeom>
            <a:solidFill>
              <a:srgbClr val="AACF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7" name="pg856"/>
            <p:cNvSpPr/>
            <p:nvPr/>
          </p:nvSpPr>
          <p:spPr>
            <a:xfrm>
              <a:off x="3435594" y="2478232"/>
              <a:ext cx="1466" cy="4351"/>
            </a:xfrm>
            <a:custGeom>
              <a:avLst/>
              <a:pathLst>
                <a:path w="1466" h="4351">
                  <a:moveTo>
                    <a:pt x="1466" y="1429"/>
                  </a:moveTo>
                  <a:lnTo>
                    <a:pt x="766" y="4351"/>
                  </a:lnTo>
                  <a:lnTo>
                    <a:pt x="28" y="2282"/>
                  </a:lnTo>
                  <a:lnTo>
                    <a:pt x="0" y="506"/>
                  </a:lnTo>
                  <a:lnTo>
                    <a:pt x="99" y="0"/>
                  </a:lnTo>
                  <a:lnTo>
                    <a:pt x="999" y="747"/>
                  </a:lnTo>
                  <a:close/>
                </a:path>
              </a:pathLst>
            </a:custGeom>
            <a:solidFill>
              <a:srgbClr val="AACF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8" name="pg857"/>
            <p:cNvSpPr/>
            <p:nvPr/>
          </p:nvSpPr>
          <p:spPr>
            <a:xfrm>
              <a:off x="3502562" y="2429597"/>
              <a:ext cx="1323" cy="1916"/>
            </a:xfrm>
            <a:custGeom>
              <a:avLst/>
              <a:pathLst>
                <a:path w="1323" h="1916">
                  <a:moveTo>
                    <a:pt x="1033" y="1660"/>
                  </a:moveTo>
                  <a:lnTo>
                    <a:pt x="489" y="1916"/>
                  </a:lnTo>
                  <a:lnTo>
                    <a:pt x="172" y="1568"/>
                  </a:lnTo>
                  <a:lnTo>
                    <a:pt x="0" y="1115"/>
                  </a:lnTo>
                  <a:lnTo>
                    <a:pt x="215" y="0"/>
                  </a:lnTo>
                  <a:lnTo>
                    <a:pt x="1323" y="662"/>
                  </a:lnTo>
                  <a:lnTo>
                    <a:pt x="1307" y="1289"/>
                  </a:lnTo>
                  <a:close/>
                </a:path>
              </a:pathLst>
            </a:custGeom>
            <a:solidFill>
              <a:srgbClr val="AACF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9" name="pg858"/>
            <p:cNvSpPr/>
            <p:nvPr/>
          </p:nvSpPr>
          <p:spPr>
            <a:xfrm>
              <a:off x="3433731" y="2418958"/>
              <a:ext cx="1682" cy="3774"/>
            </a:xfrm>
            <a:custGeom>
              <a:avLst/>
              <a:pathLst>
                <a:path w="1682" h="3774">
                  <a:moveTo>
                    <a:pt x="979" y="2423"/>
                  </a:moveTo>
                  <a:lnTo>
                    <a:pt x="573" y="3774"/>
                  </a:lnTo>
                  <a:lnTo>
                    <a:pt x="0" y="3676"/>
                  </a:lnTo>
                  <a:lnTo>
                    <a:pt x="223" y="2676"/>
                  </a:lnTo>
                  <a:lnTo>
                    <a:pt x="752" y="672"/>
                  </a:lnTo>
                  <a:lnTo>
                    <a:pt x="1396" y="0"/>
                  </a:lnTo>
                  <a:lnTo>
                    <a:pt x="1682" y="598"/>
                  </a:lnTo>
                  <a:lnTo>
                    <a:pt x="1380" y="1747"/>
                  </a:lnTo>
                  <a:close/>
                </a:path>
              </a:pathLst>
            </a:custGeom>
            <a:solidFill>
              <a:srgbClr val="AACF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0" name="pg859"/>
            <p:cNvSpPr/>
            <p:nvPr/>
          </p:nvSpPr>
          <p:spPr>
            <a:xfrm>
              <a:off x="3433428" y="2414963"/>
              <a:ext cx="19797" cy="69363"/>
            </a:xfrm>
            <a:custGeom>
              <a:avLst/>
              <a:pathLst>
                <a:path w="19797" h="69363">
                  <a:moveTo>
                    <a:pt x="17685" y="11082"/>
                  </a:moveTo>
                  <a:lnTo>
                    <a:pt x="18295" y="12970"/>
                  </a:lnTo>
                  <a:lnTo>
                    <a:pt x="19663" y="20710"/>
                  </a:lnTo>
                  <a:lnTo>
                    <a:pt x="19797" y="22383"/>
                  </a:lnTo>
                  <a:lnTo>
                    <a:pt x="19523" y="24099"/>
                  </a:lnTo>
                  <a:lnTo>
                    <a:pt x="19174" y="25317"/>
                  </a:lnTo>
                  <a:lnTo>
                    <a:pt x="17819" y="29214"/>
                  </a:lnTo>
                  <a:lnTo>
                    <a:pt x="18020" y="32440"/>
                  </a:lnTo>
                  <a:lnTo>
                    <a:pt x="18523" y="34433"/>
                  </a:lnTo>
                  <a:lnTo>
                    <a:pt x="18596" y="36641"/>
                  </a:lnTo>
                  <a:lnTo>
                    <a:pt x="18343" y="39380"/>
                  </a:lnTo>
                  <a:lnTo>
                    <a:pt x="17502" y="56222"/>
                  </a:lnTo>
                  <a:lnTo>
                    <a:pt x="17095" y="59201"/>
                  </a:lnTo>
                  <a:lnTo>
                    <a:pt x="16838" y="61788"/>
                  </a:lnTo>
                  <a:lnTo>
                    <a:pt x="15910" y="62570"/>
                  </a:lnTo>
                  <a:lnTo>
                    <a:pt x="14712" y="61744"/>
                  </a:lnTo>
                  <a:lnTo>
                    <a:pt x="13202" y="60288"/>
                  </a:lnTo>
                  <a:lnTo>
                    <a:pt x="12504" y="60376"/>
                  </a:lnTo>
                  <a:lnTo>
                    <a:pt x="11802" y="60874"/>
                  </a:lnTo>
                  <a:lnTo>
                    <a:pt x="11223" y="60451"/>
                  </a:lnTo>
                  <a:lnTo>
                    <a:pt x="10669" y="59627"/>
                  </a:lnTo>
                  <a:lnTo>
                    <a:pt x="10259" y="65416"/>
                  </a:lnTo>
                  <a:lnTo>
                    <a:pt x="9576" y="67766"/>
                  </a:lnTo>
                  <a:lnTo>
                    <a:pt x="8537" y="69268"/>
                  </a:lnTo>
                  <a:lnTo>
                    <a:pt x="7559" y="69363"/>
                  </a:lnTo>
                  <a:lnTo>
                    <a:pt x="6553" y="68860"/>
                  </a:lnTo>
                  <a:lnTo>
                    <a:pt x="5699" y="68864"/>
                  </a:lnTo>
                  <a:lnTo>
                    <a:pt x="5052" y="67749"/>
                  </a:lnTo>
                  <a:lnTo>
                    <a:pt x="4539" y="65798"/>
                  </a:lnTo>
                  <a:lnTo>
                    <a:pt x="3721" y="63429"/>
                  </a:lnTo>
                  <a:lnTo>
                    <a:pt x="2892" y="60615"/>
                  </a:lnTo>
                  <a:lnTo>
                    <a:pt x="2801" y="58072"/>
                  </a:lnTo>
                  <a:lnTo>
                    <a:pt x="2660" y="52464"/>
                  </a:lnTo>
                  <a:lnTo>
                    <a:pt x="2898" y="51238"/>
                  </a:lnTo>
                  <a:lnTo>
                    <a:pt x="3244" y="50064"/>
                  </a:lnTo>
                  <a:lnTo>
                    <a:pt x="3414" y="47555"/>
                  </a:lnTo>
                  <a:lnTo>
                    <a:pt x="3294" y="45369"/>
                  </a:lnTo>
                  <a:lnTo>
                    <a:pt x="3537" y="44589"/>
                  </a:lnTo>
                  <a:lnTo>
                    <a:pt x="4020" y="45369"/>
                  </a:lnTo>
                  <a:lnTo>
                    <a:pt x="4383" y="45076"/>
                  </a:lnTo>
                  <a:lnTo>
                    <a:pt x="4360" y="43951"/>
                  </a:lnTo>
                  <a:lnTo>
                    <a:pt x="4471" y="41896"/>
                  </a:lnTo>
                  <a:lnTo>
                    <a:pt x="3839" y="40175"/>
                  </a:lnTo>
                  <a:lnTo>
                    <a:pt x="2765" y="39591"/>
                  </a:lnTo>
                  <a:lnTo>
                    <a:pt x="2662" y="37790"/>
                  </a:lnTo>
                  <a:lnTo>
                    <a:pt x="2775" y="36033"/>
                  </a:lnTo>
                  <a:lnTo>
                    <a:pt x="3341" y="34852"/>
                  </a:lnTo>
                  <a:lnTo>
                    <a:pt x="3533" y="33283"/>
                  </a:lnTo>
                  <a:lnTo>
                    <a:pt x="3539" y="28497"/>
                  </a:lnTo>
                  <a:lnTo>
                    <a:pt x="2782" y="26734"/>
                  </a:lnTo>
                  <a:lnTo>
                    <a:pt x="2492" y="24064"/>
                  </a:lnTo>
                  <a:lnTo>
                    <a:pt x="2100" y="22355"/>
                  </a:lnTo>
                  <a:lnTo>
                    <a:pt x="1397" y="20638"/>
                  </a:lnTo>
                  <a:lnTo>
                    <a:pt x="602" y="19240"/>
                  </a:lnTo>
                  <a:lnTo>
                    <a:pt x="110" y="17891"/>
                  </a:lnTo>
                  <a:lnTo>
                    <a:pt x="0" y="14361"/>
                  </a:lnTo>
                  <a:lnTo>
                    <a:pt x="279" y="11417"/>
                  </a:lnTo>
                  <a:lnTo>
                    <a:pt x="528" y="10157"/>
                  </a:lnTo>
                  <a:lnTo>
                    <a:pt x="784" y="10343"/>
                  </a:lnTo>
                  <a:lnTo>
                    <a:pt x="1575" y="11806"/>
                  </a:lnTo>
                  <a:lnTo>
                    <a:pt x="2223" y="12137"/>
                  </a:lnTo>
                  <a:lnTo>
                    <a:pt x="3505" y="12491"/>
                  </a:lnTo>
                  <a:lnTo>
                    <a:pt x="4765" y="12023"/>
                  </a:lnTo>
                  <a:lnTo>
                    <a:pt x="6313" y="10691"/>
                  </a:lnTo>
                  <a:lnTo>
                    <a:pt x="7803" y="9076"/>
                  </a:lnTo>
                  <a:lnTo>
                    <a:pt x="9960" y="4335"/>
                  </a:lnTo>
                  <a:lnTo>
                    <a:pt x="11289" y="3373"/>
                  </a:lnTo>
                  <a:lnTo>
                    <a:pt x="11970" y="2125"/>
                  </a:lnTo>
                  <a:lnTo>
                    <a:pt x="12202" y="440"/>
                  </a:lnTo>
                  <a:lnTo>
                    <a:pt x="12766" y="0"/>
                  </a:lnTo>
                  <a:lnTo>
                    <a:pt x="13432" y="1637"/>
                  </a:lnTo>
                  <a:lnTo>
                    <a:pt x="14258" y="1807"/>
                  </a:lnTo>
                  <a:lnTo>
                    <a:pt x="15530" y="3159"/>
                  </a:lnTo>
                  <a:lnTo>
                    <a:pt x="16079" y="4454"/>
                  </a:lnTo>
                  <a:lnTo>
                    <a:pt x="16549" y="6010"/>
                  </a:lnTo>
                  <a:lnTo>
                    <a:pt x="16999" y="6694"/>
                  </a:lnTo>
                  <a:lnTo>
                    <a:pt x="17482" y="7085"/>
                  </a:lnTo>
                  <a:lnTo>
                    <a:pt x="17553" y="7452"/>
                  </a:lnTo>
                  <a:lnTo>
                    <a:pt x="17170" y="7818"/>
                  </a:lnTo>
                  <a:lnTo>
                    <a:pt x="16731" y="9601"/>
                  </a:lnTo>
                  <a:lnTo>
                    <a:pt x="16978" y="10115"/>
                  </a:lnTo>
                  <a:close/>
                </a:path>
              </a:pathLst>
            </a:custGeom>
            <a:solidFill>
              <a:srgbClr val="AACF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1" name="pg860"/>
            <p:cNvSpPr/>
            <p:nvPr/>
          </p:nvSpPr>
          <p:spPr>
            <a:xfrm>
              <a:off x="3456936" y="2367652"/>
              <a:ext cx="3929" cy="4283"/>
            </a:xfrm>
            <a:custGeom>
              <a:avLst/>
              <a:pathLst>
                <a:path w="3929" h="4283">
                  <a:moveTo>
                    <a:pt x="3477" y="0"/>
                  </a:moveTo>
                  <a:lnTo>
                    <a:pt x="3882" y="1151"/>
                  </a:lnTo>
                  <a:lnTo>
                    <a:pt x="3929" y="1819"/>
                  </a:lnTo>
                  <a:lnTo>
                    <a:pt x="3658" y="2575"/>
                  </a:lnTo>
                  <a:lnTo>
                    <a:pt x="3772" y="4283"/>
                  </a:lnTo>
                  <a:lnTo>
                    <a:pt x="2752" y="2866"/>
                  </a:lnTo>
                  <a:lnTo>
                    <a:pt x="1209" y="3582"/>
                  </a:lnTo>
                  <a:lnTo>
                    <a:pt x="261" y="3431"/>
                  </a:lnTo>
                  <a:lnTo>
                    <a:pt x="0" y="2159"/>
                  </a:lnTo>
                  <a:lnTo>
                    <a:pt x="216" y="1413"/>
                  </a:lnTo>
                  <a:lnTo>
                    <a:pt x="1687" y="1252"/>
                  </a:lnTo>
                  <a:lnTo>
                    <a:pt x="2144" y="888"/>
                  </a:lnTo>
                  <a:lnTo>
                    <a:pt x="3037" y="1059"/>
                  </a:lnTo>
                  <a:close/>
                </a:path>
              </a:pathLst>
            </a:custGeom>
            <a:solidFill>
              <a:srgbClr val="AACF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2" name="pg861"/>
            <p:cNvSpPr/>
            <p:nvPr/>
          </p:nvSpPr>
          <p:spPr>
            <a:xfrm>
              <a:off x="3414500" y="2242838"/>
              <a:ext cx="144517" cy="270167"/>
            </a:xfrm>
            <a:custGeom>
              <a:avLst/>
              <a:pathLst>
                <a:path w="144517" h="270167">
                  <a:moveTo>
                    <a:pt x="86191" y="16602"/>
                  </a:moveTo>
                  <a:lnTo>
                    <a:pt x="85943" y="18297"/>
                  </a:lnTo>
                  <a:lnTo>
                    <a:pt x="85424" y="18722"/>
                  </a:lnTo>
                  <a:lnTo>
                    <a:pt x="84524" y="19710"/>
                  </a:lnTo>
                  <a:lnTo>
                    <a:pt x="83491" y="21066"/>
                  </a:lnTo>
                  <a:lnTo>
                    <a:pt x="82529" y="22593"/>
                  </a:lnTo>
                  <a:lnTo>
                    <a:pt x="82269" y="24245"/>
                  </a:lnTo>
                  <a:lnTo>
                    <a:pt x="82530" y="25328"/>
                  </a:lnTo>
                  <a:lnTo>
                    <a:pt x="82790" y="25702"/>
                  </a:lnTo>
                  <a:lnTo>
                    <a:pt x="83142" y="25370"/>
                  </a:lnTo>
                  <a:lnTo>
                    <a:pt x="83653" y="25575"/>
                  </a:lnTo>
                  <a:lnTo>
                    <a:pt x="84298" y="26167"/>
                  </a:lnTo>
                  <a:lnTo>
                    <a:pt x="85368" y="26744"/>
                  </a:lnTo>
                  <a:lnTo>
                    <a:pt x="85398" y="27314"/>
                  </a:lnTo>
                  <a:lnTo>
                    <a:pt x="85174" y="28042"/>
                  </a:lnTo>
                  <a:lnTo>
                    <a:pt x="84339" y="29342"/>
                  </a:lnTo>
                  <a:lnTo>
                    <a:pt x="83588" y="30807"/>
                  </a:lnTo>
                  <a:lnTo>
                    <a:pt x="83513" y="31703"/>
                  </a:lnTo>
                  <a:lnTo>
                    <a:pt x="83603" y="32356"/>
                  </a:lnTo>
                  <a:lnTo>
                    <a:pt x="83865" y="32750"/>
                  </a:lnTo>
                  <a:lnTo>
                    <a:pt x="84979" y="32573"/>
                  </a:lnTo>
                  <a:lnTo>
                    <a:pt x="85142" y="33108"/>
                  </a:lnTo>
                  <a:lnTo>
                    <a:pt x="84602" y="36877"/>
                  </a:lnTo>
                  <a:lnTo>
                    <a:pt x="84770" y="37520"/>
                  </a:lnTo>
                  <a:lnTo>
                    <a:pt x="85746" y="38122"/>
                  </a:lnTo>
                  <a:lnTo>
                    <a:pt x="86455" y="39029"/>
                  </a:lnTo>
                  <a:lnTo>
                    <a:pt x="87789" y="41419"/>
                  </a:lnTo>
                  <a:lnTo>
                    <a:pt x="88320" y="43356"/>
                  </a:lnTo>
                  <a:lnTo>
                    <a:pt x="87955" y="44006"/>
                  </a:lnTo>
                  <a:lnTo>
                    <a:pt x="87117" y="44327"/>
                  </a:lnTo>
                  <a:lnTo>
                    <a:pt x="86432" y="44161"/>
                  </a:lnTo>
                  <a:lnTo>
                    <a:pt x="87206" y="42990"/>
                  </a:lnTo>
                  <a:lnTo>
                    <a:pt x="85317" y="38744"/>
                  </a:lnTo>
                  <a:lnTo>
                    <a:pt x="84463" y="38751"/>
                  </a:lnTo>
                  <a:lnTo>
                    <a:pt x="83328" y="40546"/>
                  </a:lnTo>
                  <a:lnTo>
                    <a:pt x="80174" y="38731"/>
                  </a:lnTo>
                  <a:lnTo>
                    <a:pt x="79570" y="39464"/>
                  </a:lnTo>
                  <a:lnTo>
                    <a:pt x="79124" y="40902"/>
                  </a:lnTo>
                  <a:lnTo>
                    <a:pt x="78029" y="42687"/>
                  </a:lnTo>
                  <a:lnTo>
                    <a:pt x="76478" y="43476"/>
                  </a:lnTo>
                  <a:lnTo>
                    <a:pt x="74750" y="45441"/>
                  </a:lnTo>
                  <a:lnTo>
                    <a:pt x="72928" y="46832"/>
                  </a:lnTo>
                  <a:lnTo>
                    <a:pt x="71536" y="47883"/>
                  </a:lnTo>
                  <a:lnTo>
                    <a:pt x="70739" y="47698"/>
                  </a:lnTo>
                  <a:lnTo>
                    <a:pt x="72006" y="45423"/>
                  </a:lnTo>
                  <a:lnTo>
                    <a:pt x="71466" y="45382"/>
                  </a:lnTo>
                  <a:lnTo>
                    <a:pt x="69784" y="46987"/>
                  </a:lnTo>
                  <a:lnTo>
                    <a:pt x="68816" y="48344"/>
                  </a:lnTo>
                  <a:lnTo>
                    <a:pt x="68505" y="50625"/>
                  </a:lnTo>
                  <a:lnTo>
                    <a:pt x="68223" y="54388"/>
                  </a:lnTo>
                  <a:lnTo>
                    <a:pt x="68962" y="55387"/>
                  </a:lnTo>
                  <a:lnTo>
                    <a:pt x="70256" y="60349"/>
                  </a:lnTo>
                  <a:lnTo>
                    <a:pt x="71852" y="62471"/>
                  </a:lnTo>
                  <a:lnTo>
                    <a:pt x="71541" y="64497"/>
                  </a:lnTo>
                  <a:lnTo>
                    <a:pt x="71122" y="66098"/>
                  </a:lnTo>
                  <a:lnTo>
                    <a:pt x="70158" y="67483"/>
                  </a:lnTo>
                  <a:lnTo>
                    <a:pt x="69361" y="66456"/>
                  </a:lnTo>
                  <a:lnTo>
                    <a:pt x="68872" y="66482"/>
                  </a:lnTo>
                  <a:lnTo>
                    <a:pt x="68499" y="69724"/>
                  </a:lnTo>
                  <a:lnTo>
                    <a:pt x="69189" y="78384"/>
                  </a:lnTo>
                  <a:lnTo>
                    <a:pt x="70302" y="84458"/>
                  </a:lnTo>
                  <a:lnTo>
                    <a:pt x="71405" y="87107"/>
                  </a:lnTo>
                  <a:lnTo>
                    <a:pt x="73895" y="91229"/>
                  </a:lnTo>
                  <a:lnTo>
                    <a:pt x="76527" y="93402"/>
                  </a:lnTo>
                  <a:lnTo>
                    <a:pt x="81259" y="100349"/>
                  </a:lnTo>
                  <a:lnTo>
                    <a:pt x="83853" y="102548"/>
                  </a:lnTo>
                  <a:lnTo>
                    <a:pt x="84535" y="103742"/>
                  </a:lnTo>
                  <a:lnTo>
                    <a:pt x="86109" y="109102"/>
                  </a:lnTo>
                  <a:lnTo>
                    <a:pt x="87467" y="115293"/>
                  </a:lnTo>
                  <a:lnTo>
                    <a:pt x="88932" y="125009"/>
                  </a:lnTo>
                  <a:lnTo>
                    <a:pt x="89974" y="129796"/>
                  </a:lnTo>
                  <a:lnTo>
                    <a:pt x="92074" y="135207"/>
                  </a:lnTo>
                  <a:lnTo>
                    <a:pt x="96437" y="142953"/>
                  </a:lnTo>
                  <a:lnTo>
                    <a:pt x="100402" y="148619"/>
                  </a:lnTo>
                  <a:lnTo>
                    <a:pt x="104091" y="152121"/>
                  </a:lnTo>
                  <a:lnTo>
                    <a:pt x="106970" y="152735"/>
                  </a:lnTo>
                  <a:lnTo>
                    <a:pt x="113783" y="151961"/>
                  </a:lnTo>
                  <a:lnTo>
                    <a:pt x="114971" y="152295"/>
                  </a:lnTo>
                  <a:lnTo>
                    <a:pt x="116228" y="153239"/>
                  </a:lnTo>
                  <a:lnTo>
                    <a:pt x="116527" y="155667"/>
                  </a:lnTo>
                  <a:lnTo>
                    <a:pt x="116065" y="157308"/>
                  </a:lnTo>
                  <a:lnTo>
                    <a:pt x="114632" y="159013"/>
                  </a:lnTo>
                  <a:lnTo>
                    <a:pt x="113170" y="161375"/>
                  </a:lnTo>
                  <a:lnTo>
                    <a:pt x="113009" y="164590"/>
                  </a:lnTo>
                  <a:lnTo>
                    <a:pt x="114375" y="166855"/>
                  </a:lnTo>
                  <a:lnTo>
                    <a:pt x="120947" y="172864"/>
                  </a:lnTo>
                  <a:lnTo>
                    <a:pt x="127669" y="177884"/>
                  </a:lnTo>
                  <a:lnTo>
                    <a:pt x="129762" y="180446"/>
                  </a:lnTo>
                  <a:lnTo>
                    <a:pt x="132188" y="184431"/>
                  </a:lnTo>
                  <a:lnTo>
                    <a:pt x="138047" y="189910"/>
                  </a:lnTo>
                  <a:lnTo>
                    <a:pt x="139036" y="192576"/>
                  </a:lnTo>
                  <a:lnTo>
                    <a:pt x="142596" y="198311"/>
                  </a:lnTo>
                  <a:lnTo>
                    <a:pt x="144210" y="202738"/>
                  </a:lnTo>
                  <a:lnTo>
                    <a:pt x="144517" y="206172"/>
                  </a:lnTo>
                  <a:lnTo>
                    <a:pt x="143746" y="209658"/>
                  </a:lnTo>
                  <a:lnTo>
                    <a:pt x="143391" y="212118"/>
                  </a:lnTo>
                  <a:lnTo>
                    <a:pt x="142785" y="214548"/>
                  </a:lnTo>
                  <a:lnTo>
                    <a:pt x="141269" y="213627"/>
                  </a:lnTo>
                  <a:lnTo>
                    <a:pt x="139545" y="211132"/>
                  </a:lnTo>
                  <a:lnTo>
                    <a:pt x="136951" y="200991"/>
                  </a:lnTo>
                  <a:lnTo>
                    <a:pt x="132212" y="199963"/>
                  </a:lnTo>
                  <a:lnTo>
                    <a:pt x="131232" y="199216"/>
                  </a:lnTo>
                  <a:lnTo>
                    <a:pt x="129549" y="197477"/>
                  </a:lnTo>
                  <a:lnTo>
                    <a:pt x="129448" y="196330"/>
                  </a:lnTo>
                  <a:lnTo>
                    <a:pt x="129033" y="194896"/>
                  </a:lnTo>
                  <a:lnTo>
                    <a:pt x="128602" y="194413"/>
                  </a:lnTo>
                  <a:lnTo>
                    <a:pt x="126789" y="194097"/>
                  </a:lnTo>
                  <a:lnTo>
                    <a:pt x="125534" y="195735"/>
                  </a:lnTo>
                  <a:lnTo>
                    <a:pt x="124057" y="199623"/>
                  </a:lnTo>
                  <a:lnTo>
                    <a:pt x="122382" y="205215"/>
                  </a:lnTo>
                  <a:lnTo>
                    <a:pt x="120680" y="213416"/>
                  </a:lnTo>
                  <a:lnTo>
                    <a:pt x="120582" y="216729"/>
                  </a:lnTo>
                  <a:lnTo>
                    <a:pt x="121506" y="219939"/>
                  </a:lnTo>
                  <a:lnTo>
                    <a:pt x="124267" y="221730"/>
                  </a:lnTo>
                  <a:lnTo>
                    <a:pt x="126399" y="224588"/>
                  </a:lnTo>
                  <a:lnTo>
                    <a:pt x="127805" y="227572"/>
                  </a:lnTo>
                  <a:lnTo>
                    <a:pt x="127907" y="234783"/>
                  </a:lnTo>
                  <a:lnTo>
                    <a:pt x="128537" y="238875"/>
                  </a:lnTo>
                  <a:lnTo>
                    <a:pt x="127609" y="241202"/>
                  </a:lnTo>
                  <a:lnTo>
                    <a:pt x="125817" y="240598"/>
                  </a:lnTo>
                  <a:lnTo>
                    <a:pt x="123428" y="242078"/>
                  </a:lnTo>
                  <a:lnTo>
                    <a:pt x="121737" y="244724"/>
                  </a:lnTo>
                  <a:lnTo>
                    <a:pt x="121034" y="247246"/>
                  </a:lnTo>
                  <a:lnTo>
                    <a:pt x="121219" y="253784"/>
                  </a:lnTo>
                  <a:lnTo>
                    <a:pt x="120871" y="256280"/>
                  </a:lnTo>
                  <a:lnTo>
                    <a:pt x="117663" y="260993"/>
                  </a:lnTo>
                  <a:lnTo>
                    <a:pt x="115978" y="265815"/>
                  </a:lnTo>
                  <a:lnTo>
                    <a:pt x="115559" y="267817"/>
                  </a:lnTo>
                  <a:lnTo>
                    <a:pt x="114914" y="270086"/>
                  </a:lnTo>
                  <a:lnTo>
                    <a:pt x="110864" y="270167"/>
                  </a:lnTo>
                  <a:lnTo>
                    <a:pt x="109905" y="267356"/>
                  </a:lnTo>
                  <a:lnTo>
                    <a:pt x="109871" y="263185"/>
                  </a:lnTo>
                  <a:lnTo>
                    <a:pt x="110568" y="260617"/>
                  </a:lnTo>
                  <a:lnTo>
                    <a:pt x="112056" y="259415"/>
                  </a:lnTo>
                  <a:lnTo>
                    <a:pt x="113061" y="254081"/>
                  </a:lnTo>
                  <a:lnTo>
                    <a:pt x="112745" y="250227"/>
                  </a:lnTo>
                  <a:lnTo>
                    <a:pt x="113331" y="248519"/>
                  </a:lnTo>
                  <a:lnTo>
                    <a:pt x="113884" y="247311"/>
                  </a:lnTo>
                  <a:lnTo>
                    <a:pt x="115020" y="246607"/>
                  </a:lnTo>
                  <a:lnTo>
                    <a:pt x="116619" y="245933"/>
                  </a:lnTo>
                  <a:lnTo>
                    <a:pt x="116780" y="240559"/>
                  </a:lnTo>
                  <a:lnTo>
                    <a:pt x="115530" y="238115"/>
                  </a:lnTo>
                  <a:lnTo>
                    <a:pt x="115093" y="234698"/>
                  </a:lnTo>
                  <a:lnTo>
                    <a:pt x="114509" y="228370"/>
                  </a:lnTo>
                  <a:lnTo>
                    <a:pt x="112447" y="220306"/>
                  </a:lnTo>
                  <a:lnTo>
                    <a:pt x="111341" y="213109"/>
                  </a:lnTo>
                  <a:lnTo>
                    <a:pt x="110477" y="209560"/>
                  </a:lnTo>
                  <a:lnTo>
                    <a:pt x="109166" y="207709"/>
                  </a:lnTo>
                  <a:lnTo>
                    <a:pt x="106798" y="207729"/>
                  </a:lnTo>
                  <a:lnTo>
                    <a:pt x="105624" y="207201"/>
                  </a:lnTo>
                  <a:lnTo>
                    <a:pt x="101435" y="202207"/>
                  </a:lnTo>
                  <a:lnTo>
                    <a:pt x="101144" y="201447"/>
                  </a:lnTo>
                  <a:lnTo>
                    <a:pt x="101170" y="200122"/>
                  </a:lnTo>
                  <a:lnTo>
                    <a:pt x="101865" y="198115"/>
                  </a:lnTo>
                  <a:lnTo>
                    <a:pt x="101396" y="195401"/>
                  </a:lnTo>
                  <a:lnTo>
                    <a:pt x="100900" y="192839"/>
                  </a:lnTo>
                  <a:lnTo>
                    <a:pt x="100079" y="190654"/>
                  </a:lnTo>
                  <a:lnTo>
                    <a:pt x="99179" y="189519"/>
                  </a:lnTo>
                  <a:lnTo>
                    <a:pt x="97296" y="190217"/>
                  </a:lnTo>
                  <a:lnTo>
                    <a:pt x="96634" y="190760"/>
                  </a:lnTo>
                  <a:lnTo>
                    <a:pt x="95445" y="190574"/>
                  </a:lnTo>
                  <a:lnTo>
                    <a:pt x="94511" y="191545"/>
                  </a:lnTo>
                  <a:lnTo>
                    <a:pt x="93990" y="191575"/>
                  </a:lnTo>
                  <a:lnTo>
                    <a:pt x="95460" y="187737"/>
                  </a:lnTo>
                  <a:lnTo>
                    <a:pt x="95065" y="186832"/>
                  </a:lnTo>
                  <a:lnTo>
                    <a:pt x="93611" y="185257"/>
                  </a:lnTo>
                  <a:lnTo>
                    <a:pt x="91640" y="185019"/>
                  </a:lnTo>
                  <a:lnTo>
                    <a:pt x="91094" y="184828"/>
                  </a:lnTo>
                  <a:lnTo>
                    <a:pt x="90772" y="185809"/>
                  </a:lnTo>
                  <a:lnTo>
                    <a:pt x="90387" y="185268"/>
                  </a:lnTo>
                  <a:lnTo>
                    <a:pt x="90428" y="183553"/>
                  </a:lnTo>
                  <a:lnTo>
                    <a:pt x="88138" y="175880"/>
                  </a:lnTo>
                  <a:lnTo>
                    <a:pt x="86598" y="172758"/>
                  </a:lnTo>
                  <a:lnTo>
                    <a:pt x="85822" y="172201"/>
                  </a:lnTo>
                  <a:lnTo>
                    <a:pt x="84421" y="172860"/>
                  </a:lnTo>
                  <a:lnTo>
                    <a:pt x="82070" y="171491"/>
                  </a:lnTo>
                  <a:lnTo>
                    <a:pt x="80668" y="171185"/>
                  </a:lnTo>
                  <a:lnTo>
                    <a:pt x="79895" y="171515"/>
                  </a:lnTo>
                  <a:lnTo>
                    <a:pt x="78740" y="172515"/>
                  </a:lnTo>
                  <a:lnTo>
                    <a:pt x="78160" y="171854"/>
                  </a:lnTo>
                  <a:lnTo>
                    <a:pt x="77955" y="170829"/>
                  </a:lnTo>
                  <a:lnTo>
                    <a:pt x="75822" y="167643"/>
                  </a:lnTo>
                  <a:lnTo>
                    <a:pt x="73161" y="165842"/>
                  </a:lnTo>
                  <a:lnTo>
                    <a:pt x="67979" y="155708"/>
                  </a:lnTo>
                  <a:lnTo>
                    <a:pt x="66390" y="151919"/>
                  </a:lnTo>
                  <a:lnTo>
                    <a:pt x="63121" y="147748"/>
                  </a:lnTo>
                  <a:lnTo>
                    <a:pt x="61052" y="141675"/>
                  </a:lnTo>
                  <a:lnTo>
                    <a:pt x="59360" y="139447"/>
                  </a:lnTo>
                  <a:lnTo>
                    <a:pt x="56896" y="137664"/>
                  </a:lnTo>
                  <a:lnTo>
                    <a:pt x="56328" y="137887"/>
                  </a:lnTo>
                  <a:lnTo>
                    <a:pt x="55587" y="138555"/>
                  </a:lnTo>
                  <a:lnTo>
                    <a:pt x="55006" y="138651"/>
                  </a:lnTo>
                  <a:lnTo>
                    <a:pt x="54543" y="137861"/>
                  </a:lnTo>
                  <a:lnTo>
                    <a:pt x="55013" y="137049"/>
                  </a:lnTo>
                  <a:lnTo>
                    <a:pt x="55537" y="136680"/>
                  </a:lnTo>
                  <a:lnTo>
                    <a:pt x="55330" y="134358"/>
                  </a:lnTo>
                  <a:lnTo>
                    <a:pt x="52527" y="128343"/>
                  </a:lnTo>
                  <a:lnTo>
                    <a:pt x="50886" y="126405"/>
                  </a:lnTo>
                  <a:lnTo>
                    <a:pt x="50423" y="125212"/>
                  </a:lnTo>
                  <a:lnTo>
                    <a:pt x="50081" y="123579"/>
                  </a:lnTo>
                  <a:lnTo>
                    <a:pt x="49731" y="122504"/>
                  </a:lnTo>
                  <a:lnTo>
                    <a:pt x="48954" y="121888"/>
                  </a:lnTo>
                  <a:lnTo>
                    <a:pt x="48291" y="121993"/>
                  </a:lnTo>
                  <a:lnTo>
                    <a:pt x="47373" y="121582"/>
                  </a:lnTo>
                  <a:lnTo>
                    <a:pt x="47402" y="118698"/>
                  </a:lnTo>
                  <a:lnTo>
                    <a:pt x="47586" y="116482"/>
                  </a:lnTo>
                  <a:lnTo>
                    <a:pt x="47445" y="114600"/>
                  </a:lnTo>
                  <a:lnTo>
                    <a:pt x="46553" y="109654"/>
                  </a:lnTo>
                  <a:lnTo>
                    <a:pt x="45004" y="105461"/>
                  </a:lnTo>
                  <a:lnTo>
                    <a:pt x="44094" y="95444"/>
                  </a:lnTo>
                  <a:lnTo>
                    <a:pt x="43390" y="92625"/>
                  </a:lnTo>
                  <a:lnTo>
                    <a:pt x="41679" y="90483"/>
                  </a:lnTo>
                  <a:lnTo>
                    <a:pt x="37818" y="88084"/>
                  </a:lnTo>
                  <a:lnTo>
                    <a:pt x="32437" y="81640"/>
                  </a:lnTo>
                  <a:lnTo>
                    <a:pt x="31299" y="81529"/>
                  </a:lnTo>
                  <a:lnTo>
                    <a:pt x="28062" y="79025"/>
                  </a:lnTo>
                  <a:lnTo>
                    <a:pt x="26057" y="78595"/>
                  </a:lnTo>
                  <a:lnTo>
                    <a:pt x="23450" y="80845"/>
                  </a:lnTo>
                  <a:lnTo>
                    <a:pt x="20287" y="87039"/>
                  </a:lnTo>
                  <a:lnTo>
                    <a:pt x="17719" y="93469"/>
                  </a:lnTo>
                  <a:lnTo>
                    <a:pt x="16784" y="94715"/>
                  </a:lnTo>
                  <a:lnTo>
                    <a:pt x="13473" y="96907"/>
                  </a:lnTo>
                  <a:lnTo>
                    <a:pt x="10547" y="97954"/>
                  </a:lnTo>
                  <a:lnTo>
                    <a:pt x="10515" y="96305"/>
                  </a:lnTo>
                  <a:lnTo>
                    <a:pt x="10411" y="95066"/>
                  </a:lnTo>
                  <a:lnTo>
                    <a:pt x="10906" y="93701"/>
                  </a:lnTo>
                  <a:lnTo>
                    <a:pt x="11723" y="92095"/>
                  </a:lnTo>
                  <a:lnTo>
                    <a:pt x="12476" y="90079"/>
                  </a:lnTo>
                  <a:lnTo>
                    <a:pt x="12789" y="88616"/>
                  </a:lnTo>
                  <a:lnTo>
                    <a:pt x="12641" y="87645"/>
                  </a:lnTo>
                  <a:lnTo>
                    <a:pt x="12302" y="86203"/>
                  </a:lnTo>
                  <a:lnTo>
                    <a:pt x="11842" y="86099"/>
                  </a:lnTo>
                  <a:lnTo>
                    <a:pt x="9057" y="87309"/>
                  </a:lnTo>
                  <a:lnTo>
                    <a:pt x="8419" y="86996"/>
                  </a:lnTo>
                  <a:lnTo>
                    <a:pt x="6357" y="85113"/>
                  </a:lnTo>
                  <a:lnTo>
                    <a:pt x="4138" y="82799"/>
                  </a:lnTo>
                  <a:lnTo>
                    <a:pt x="3320" y="81153"/>
                  </a:lnTo>
                  <a:lnTo>
                    <a:pt x="3011" y="79489"/>
                  </a:lnTo>
                  <a:lnTo>
                    <a:pt x="3243" y="78421"/>
                  </a:lnTo>
                  <a:lnTo>
                    <a:pt x="3057" y="77384"/>
                  </a:lnTo>
                  <a:lnTo>
                    <a:pt x="2623" y="75983"/>
                  </a:lnTo>
                  <a:lnTo>
                    <a:pt x="3015" y="74392"/>
                  </a:lnTo>
                  <a:lnTo>
                    <a:pt x="3707" y="72409"/>
                  </a:lnTo>
                  <a:lnTo>
                    <a:pt x="4053" y="71064"/>
                  </a:lnTo>
                  <a:lnTo>
                    <a:pt x="4633" y="70715"/>
                  </a:lnTo>
                  <a:lnTo>
                    <a:pt x="4910" y="69896"/>
                  </a:lnTo>
                  <a:lnTo>
                    <a:pt x="4447" y="66628"/>
                  </a:lnTo>
                  <a:lnTo>
                    <a:pt x="4206" y="66104"/>
                  </a:lnTo>
                  <a:lnTo>
                    <a:pt x="3803" y="65699"/>
                  </a:lnTo>
                  <a:lnTo>
                    <a:pt x="3188" y="65652"/>
                  </a:lnTo>
                  <a:lnTo>
                    <a:pt x="2112" y="64977"/>
                  </a:lnTo>
                  <a:lnTo>
                    <a:pt x="1346" y="63847"/>
                  </a:lnTo>
                  <a:lnTo>
                    <a:pt x="1181" y="62322"/>
                  </a:lnTo>
                  <a:lnTo>
                    <a:pt x="775" y="60856"/>
                  </a:lnTo>
                  <a:lnTo>
                    <a:pt x="85" y="59510"/>
                  </a:lnTo>
                  <a:lnTo>
                    <a:pt x="0" y="58039"/>
                  </a:lnTo>
                  <a:lnTo>
                    <a:pt x="786" y="57261"/>
                  </a:lnTo>
                  <a:lnTo>
                    <a:pt x="1860" y="57231"/>
                  </a:lnTo>
                  <a:lnTo>
                    <a:pt x="2614" y="57516"/>
                  </a:lnTo>
                  <a:lnTo>
                    <a:pt x="4308" y="55154"/>
                  </a:lnTo>
                  <a:lnTo>
                    <a:pt x="4932" y="54947"/>
                  </a:lnTo>
                  <a:lnTo>
                    <a:pt x="5491" y="54434"/>
                  </a:lnTo>
                  <a:lnTo>
                    <a:pt x="5960" y="51211"/>
                  </a:lnTo>
                  <a:lnTo>
                    <a:pt x="6320" y="50245"/>
                  </a:lnTo>
                  <a:lnTo>
                    <a:pt x="6406" y="49678"/>
                  </a:lnTo>
                  <a:lnTo>
                    <a:pt x="6073" y="49005"/>
                  </a:lnTo>
                  <a:lnTo>
                    <a:pt x="4703" y="46736"/>
                  </a:lnTo>
                  <a:lnTo>
                    <a:pt x="4078" y="44369"/>
                  </a:lnTo>
                  <a:lnTo>
                    <a:pt x="3092" y="41716"/>
                  </a:lnTo>
                  <a:lnTo>
                    <a:pt x="2175" y="40544"/>
                  </a:lnTo>
                  <a:lnTo>
                    <a:pt x="1988" y="39633"/>
                  </a:lnTo>
                  <a:lnTo>
                    <a:pt x="1967" y="38474"/>
                  </a:lnTo>
                  <a:lnTo>
                    <a:pt x="2154" y="37455"/>
                  </a:lnTo>
                  <a:lnTo>
                    <a:pt x="3815" y="35865"/>
                  </a:lnTo>
                  <a:lnTo>
                    <a:pt x="4793" y="34169"/>
                  </a:lnTo>
                  <a:lnTo>
                    <a:pt x="5216" y="34818"/>
                  </a:lnTo>
                  <a:lnTo>
                    <a:pt x="6109" y="35509"/>
                  </a:lnTo>
                  <a:lnTo>
                    <a:pt x="8533" y="34565"/>
                  </a:lnTo>
                  <a:lnTo>
                    <a:pt x="10040" y="33617"/>
                  </a:lnTo>
                  <a:lnTo>
                    <a:pt x="11100" y="32620"/>
                  </a:lnTo>
                  <a:lnTo>
                    <a:pt x="11758" y="32796"/>
                  </a:lnTo>
                  <a:lnTo>
                    <a:pt x="14139" y="34285"/>
                  </a:lnTo>
                  <a:lnTo>
                    <a:pt x="14924" y="33528"/>
                  </a:lnTo>
                  <a:lnTo>
                    <a:pt x="16640" y="31505"/>
                  </a:lnTo>
                  <a:lnTo>
                    <a:pt x="16897" y="30442"/>
                  </a:lnTo>
                  <a:lnTo>
                    <a:pt x="18249" y="27220"/>
                  </a:lnTo>
                  <a:lnTo>
                    <a:pt x="18274" y="26432"/>
                  </a:lnTo>
                  <a:lnTo>
                    <a:pt x="17717" y="24411"/>
                  </a:lnTo>
                  <a:lnTo>
                    <a:pt x="17890" y="23966"/>
                  </a:lnTo>
                  <a:lnTo>
                    <a:pt x="19550" y="21893"/>
                  </a:lnTo>
                  <a:lnTo>
                    <a:pt x="20362" y="20055"/>
                  </a:lnTo>
                  <a:lnTo>
                    <a:pt x="21241" y="18823"/>
                  </a:lnTo>
                  <a:lnTo>
                    <a:pt x="21873" y="18795"/>
                  </a:lnTo>
                  <a:lnTo>
                    <a:pt x="22047" y="19214"/>
                  </a:lnTo>
                  <a:lnTo>
                    <a:pt x="22122" y="20074"/>
                  </a:lnTo>
                  <a:lnTo>
                    <a:pt x="22067" y="23617"/>
                  </a:lnTo>
                  <a:lnTo>
                    <a:pt x="22310" y="24709"/>
                  </a:lnTo>
                  <a:lnTo>
                    <a:pt x="23615" y="27253"/>
                  </a:lnTo>
                  <a:lnTo>
                    <a:pt x="24544" y="28702"/>
                  </a:lnTo>
                  <a:lnTo>
                    <a:pt x="26699" y="29696"/>
                  </a:lnTo>
                  <a:lnTo>
                    <a:pt x="26799" y="30172"/>
                  </a:lnTo>
                  <a:lnTo>
                    <a:pt x="26206" y="32088"/>
                  </a:lnTo>
                  <a:lnTo>
                    <a:pt x="27511" y="34378"/>
                  </a:lnTo>
                  <a:lnTo>
                    <a:pt x="27744" y="36054"/>
                  </a:lnTo>
                  <a:lnTo>
                    <a:pt x="28347" y="36998"/>
                  </a:lnTo>
                  <a:lnTo>
                    <a:pt x="29200" y="36535"/>
                  </a:lnTo>
                  <a:lnTo>
                    <a:pt x="29480" y="35652"/>
                  </a:lnTo>
                  <a:lnTo>
                    <a:pt x="29144" y="34099"/>
                  </a:lnTo>
                  <a:lnTo>
                    <a:pt x="28898" y="32475"/>
                  </a:lnTo>
                  <a:lnTo>
                    <a:pt x="28948" y="31535"/>
                  </a:lnTo>
                  <a:lnTo>
                    <a:pt x="29183" y="30455"/>
                  </a:lnTo>
                  <a:lnTo>
                    <a:pt x="29776" y="28948"/>
                  </a:lnTo>
                  <a:lnTo>
                    <a:pt x="31390" y="25497"/>
                  </a:lnTo>
                  <a:lnTo>
                    <a:pt x="31971" y="23502"/>
                  </a:lnTo>
                  <a:lnTo>
                    <a:pt x="32077" y="20414"/>
                  </a:lnTo>
                  <a:lnTo>
                    <a:pt x="32081" y="17934"/>
                  </a:lnTo>
                  <a:lnTo>
                    <a:pt x="32621" y="17332"/>
                  </a:lnTo>
                  <a:lnTo>
                    <a:pt x="33777" y="17772"/>
                  </a:lnTo>
                  <a:lnTo>
                    <a:pt x="34123" y="17723"/>
                  </a:lnTo>
                  <a:lnTo>
                    <a:pt x="34281" y="19245"/>
                  </a:lnTo>
                  <a:lnTo>
                    <a:pt x="34774" y="21669"/>
                  </a:lnTo>
                  <a:lnTo>
                    <a:pt x="35354" y="22928"/>
                  </a:lnTo>
                  <a:lnTo>
                    <a:pt x="35974" y="23226"/>
                  </a:lnTo>
                  <a:lnTo>
                    <a:pt x="36704" y="23232"/>
                  </a:lnTo>
                  <a:lnTo>
                    <a:pt x="38512" y="21750"/>
                  </a:lnTo>
                  <a:lnTo>
                    <a:pt x="39690" y="21108"/>
                  </a:lnTo>
                  <a:lnTo>
                    <a:pt x="40358" y="21284"/>
                  </a:lnTo>
                  <a:lnTo>
                    <a:pt x="40753" y="22293"/>
                  </a:lnTo>
                  <a:lnTo>
                    <a:pt x="41598" y="24940"/>
                  </a:lnTo>
                  <a:lnTo>
                    <a:pt x="42080" y="25239"/>
                  </a:lnTo>
                  <a:lnTo>
                    <a:pt x="42662" y="24936"/>
                  </a:lnTo>
                  <a:lnTo>
                    <a:pt x="42868" y="24484"/>
                  </a:lnTo>
                  <a:lnTo>
                    <a:pt x="42681" y="23466"/>
                  </a:lnTo>
                  <a:lnTo>
                    <a:pt x="42435" y="21254"/>
                  </a:lnTo>
                  <a:lnTo>
                    <a:pt x="42097" y="19543"/>
                  </a:lnTo>
                  <a:lnTo>
                    <a:pt x="41654" y="18740"/>
                  </a:lnTo>
                  <a:lnTo>
                    <a:pt x="41565" y="17697"/>
                  </a:lnTo>
                  <a:lnTo>
                    <a:pt x="41844" y="15819"/>
                  </a:lnTo>
                  <a:lnTo>
                    <a:pt x="42158" y="14249"/>
                  </a:lnTo>
                  <a:lnTo>
                    <a:pt x="42774" y="13822"/>
                  </a:lnTo>
                  <a:lnTo>
                    <a:pt x="43481" y="13623"/>
                  </a:lnTo>
                  <a:lnTo>
                    <a:pt x="44416" y="15285"/>
                  </a:lnTo>
                  <a:lnTo>
                    <a:pt x="45523" y="15810"/>
                  </a:lnTo>
                  <a:lnTo>
                    <a:pt x="46347" y="15722"/>
                  </a:lnTo>
                  <a:lnTo>
                    <a:pt x="46491" y="14752"/>
                  </a:lnTo>
                  <a:lnTo>
                    <a:pt x="46439" y="13689"/>
                  </a:lnTo>
                  <a:lnTo>
                    <a:pt x="45948" y="12324"/>
                  </a:lnTo>
                  <a:lnTo>
                    <a:pt x="46047" y="10261"/>
                  </a:lnTo>
                  <a:lnTo>
                    <a:pt x="46617" y="6417"/>
                  </a:lnTo>
                  <a:lnTo>
                    <a:pt x="46941" y="6707"/>
                  </a:lnTo>
                  <a:lnTo>
                    <a:pt x="48164" y="6749"/>
                  </a:lnTo>
                  <a:lnTo>
                    <a:pt x="49498" y="6966"/>
                  </a:lnTo>
                  <a:lnTo>
                    <a:pt x="50357" y="8534"/>
                  </a:lnTo>
                  <a:lnTo>
                    <a:pt x="51200" y="9068"/>
                  </a:lnTo>
                  <a:lnTo>
                    <a:pt x="52400" y="9238"/>
                  </a:lnTo>
                  <a:lnTo>
                    <a:pt x="53203" y="9016"/>
                  </a:lnTo>
                  <a:lnTo>
                    <a:pt x="53591" y="8426"/>
                  </a:lnTo>
                  <a:lnTo>
                    <a:pt x="54059" y="6589"/>
                  </a:lnTo>
                  <a:lnTo>
                    <a:pt x="54917" y="4312"/>
                  </a:lnTo>
                  <a:lnTo>
                    <a:pt x="56264" y="3145"/>
                  </a:lnTo>
                  <a:lnTo>
                    <a:pt x="58565" y="2927"/>
                  </a:lnTo>
                  <a:lnTo>
                    <a:pt x="59714" y="2503"/>
                  </a:lnTo>
                  <a:lnTo>
                    <a:pt x="60908" y="2527"/>
                  </a:lnTo>
                  <a:lnTo>
                    <a:pt x="61809" y="2880"/>
                  </a:lnTo>
                  <a:lnTo>
                    <a:pt x="62739" y="2838"/>
                  </a:lnTo>
                  <a:lnTo>
                    <a:pt x="65101" y="1253"/>
                  </a:lnTo>
                  <a:lnTo>
                    <a:pt x="67537" y="0"/>
                  </a:lnTo>
                  <a:lnTo>
                    <a:pt x="67875" y="210"/>
                  </a:lnTo>
                  <a:lnTo>
                    <a:pt x="67925" y="627"/>
                  </a:lnTo>
                  <a:lnTo>
                    <a:pt x="67490" y="1594"/>
                  </a:lnTo>
                  <a:lnTo>
                    <a:pt x="67066" y="2877"/>
                  </a:lnTo>
                  <a:lnTo>
                    <a:pt x="67351" y="4340"/>
                  </a:lnTo>
                  <a:lnTo>
                    <a:pt x="68738" y="7276"/>
                  </a:lnTo>
                  <a:lnTo>
                    <a:pt x="69495" y="9524"/>
                  </a:lnTo>
                  <a:lnTo>
                    <a:pt x="70205" y="11213"/>
                  </a:lnTo>
                  <a:lnTo>
                    <a:pt x="71313" y="12103"/>
                  </a:lnTo>
                  <a:lnTo>
                    <a:pt x="72768" y="12647"/>
                  </a:lnTo>
                  <a:lnTo>
                    <a:pt x="74001" y="12844"/>
                  </a:lnTo>
                  <a:lnTo>
                    <a:pt x="75290" y="13481"/>
                  </a:lnTo>
                  <a:lnTo>
                    <a:pt x="79716" y="15054"/>
                  </a:lnTo>
                  <a:lnTo>
                    <a:pt x="81944" y="15490"/>
                  </a:lnTo>
                  <a:lnTo>
                    <a:pt x="83632" y="15559"/>
                  </a:lnTo>
                  <a:close/>
                </a:path>
              </a:pathLst>
            </a:custGeom>
            <a:solidFill>
              <a:srgbClr val="AACF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3" name="pg862"/>
            <p:cNvSpPr/>
            <p:nvPr/>
          </p:nvSpPr>
          <p:spPr>
            <a:xfrm>
              <a:off x="3484810" y="2334215"/>
              <a:ext cx="1435" cy="2826"/>
            </a:xfrm>
            <a:custGeom>
              <a:avLst/>
              <a:pathLst>
                <a:path w="1435" h="2826">
                  <a:moveTo>
                    <a:pt x="0" y="1630"/>
                  </a:moveTo>
                  <a:lnTo>
                    <a:pt x="359" y="2826"/>
                  </a:lnTo>
                  <a:lnTo>
                    <a:pt x="1077" y="2610"/>
                  </a:lnTo>
                  <a:lnTo>
                    <a:pt x="1435" y="1086"/>
                  </a:lnTo>
                  <a:lnTo>
                    <a:pt x="1302" y="0"/>
                  </a:lnTo>
                  <a:lnTo>
                    <a:pt x="539" y="216"/>
                  </a:lnTo>
                  <a:close/>
                </a:path>
              </a:pathLst>
            </a:custGeom>
            <a:solidFill>
              <a:srgbClr val="EEF5E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4" name="pg863"/>
            <p:cNvSpPr/>
            <p:nvPr/>
          </p:nvSpPr>
          <p:spPr>
            <a:xfrm>
              <a:off x="2378986" y="3086756"/>
              <a:ext cx="25943" cy="23854"/>
            </a:xfrm>
            <a:custGeom>
              <a:avLst/>
              <a:pathLst>
                <a:path w="25943" h="23854">
                  <a:moveTo>
                    <a:pt x="13138" y="1914"/>
                  </a:moveTo>
                  <a:lnTo>
                    <a:pt x="14624" y="2976"/>
                  </a:lnTo>
                  <a:lnTo>
                    <a:pt x="16156" y="3524"/>
                  </a:lnTo>
                  <a:lnTo>
                    <a:pt x="16819" y="3556"/>
                  </a:lnTo>
                  <a:lnTo>
                    <a:pt x="17443" y="3894"/>
                  </a:lnTo>
                  <a:lnTo>
                    <a:pt x="18844" y="6439"/>
                  </a:lnTo>
                  <a:lnTo>
                    <a:pt x="19972" y="7831"/>
                  </a:lnTo>
                  <a:lnTo>
                    <a:pt x="24248" y="10943"/>
                  </a:lnTo>
                  <a:lnTo>
                    <a:pt x="25675" y="16308"/>
                  </a:lnTo>
                  <a:lnTo>
                    <a:pt x="25943" y="17986"/>
                  </a:lnTo>
                  <a:lnTo>
                    <a:pt x="24838" y="18981"/>
                  </a:lnTo>
                  <a:lnTo>
                    <a:pt x="23447" y="19325"/>
                  </a:lnTo>
                  <a:lnTo>
                    <a:pt x="22118" y="19384"/>
                  </a:lnTo>
                  <a:lnTo>
                    <a:pt x="20890" y="18357"/>
                  </a:lnTo>
                  <a:lnTo>
                    <a:pt x="20354" y="17569"/>
                  </a:lnTo>
                  <a:lnTo>
                    <a:pt x="19075" y="17191"/>
                  </a:lnTo>
                  <a:lnTo>
                    <a:pt x="19392" y="16468"/>
                  </a:lnTo>
                  <a:lnTo>
                    <a:pt x="18825" y="16130"/>
                  </a:lnTo>
                  <a:lnTo>
                    <a:pt x="18113" y="16207"/>
                  </a:lnTo>
                  <a:lnTo>
                    <a:pt x="17589" y="18264"/>
                  </a:lnTo>
                  <a:lnTo>
                    <a:pt x="17005" y="19899"/>
                  </a:lnTo>
                  <a:lnTo>
                    <a:pt x="15886" y="19742"/>
                  </a:lnTo>
                  <a:lnTo>
                    <a:pt x="15455" y="18348"/>
                  </a:lnTo>
                  <a:lnTo>
                    <a:pt x="14868" y="18974"/>
                  </a:lnTo>
                  <a:lnTo>
                    <a:pt x="14394" y="20009"/>
                  </a:lnTo>
                  <a:lnTo>
                    <a:pt x="13826" y="23854"/>
                  </a:lnTo>
                  <a:lnTo>
                    <a:pt x="12913" y="21945"/>
                  </a:lnTo>
                  <a:lnTo>
                    <a:pt x="11919" y="20345"/>
                  </a:lnTo>
                  <a:lnTo>
                    <a:pt x="10671" y="19684"/>
                  </a:lnTo>
                  <a:lnTo>
                    <a:pt x="8150" y="19576"/>
                  </a:lnTo>
                  <a:lnTo>
                    <a:pt x="6962" y="19053"/>
                  </a:lnTo>
                  <a:lnTo>
                    <a:pt x="5972" y="15800"/>
                  </a:lnTo>
                  <a:lnTo>
                    <a:pt x="5584" y="14868"/>
                  </a:lnTo>
                  <a:lnTo>
                    <a:pt x="4588" y="14025"/>
                  </a:lnTo>
                  <a:lnTo>
                    <a:pt x="3595" y="10294"/>
                  </a:lnTo>
                  <a:lnTo>
                    <a:pt x="3240" y="9782"/>
                  </a:lnTo>
                  <a:lnTo>
                    <a:pt x="553" y="8987"/>
                  </a:lnTo>
                  <a:lnTo>
                    <a:pt x="0" y="6944"/>
                  </a:lnTo>
                  <a:lnTo>
                    <a:pt x="164" y="5096"/>
                  </a:lnTo>
                  <a:lnTo>
                    <a:pt x="1061" y="2835"/>
                  </a:lnTo>
                  <a:lnTo>
                    <a:pt x="1496" y="2190"/>
                  </a:lnTo>
                  <a:lnTo>
                    <a:pt x="2985" y="2286"/>
                  </a:lnTo>
                  <a:lnTo>
                    <a:pt x="4403" y="1607"/>
                  </a:lnTo>
                  <a:lnTo>
                    <a:pt x="5028" y="636"/>
                  </a:lnTo>
                  <a:lnTo>
                    <a:pt x="5680" y="0"/>
                  </a:lnTo>
                  <a:lnTo>
                    <a:pt x="10820" y="1630"/>
                  </a:lnTo>
                  <a:lnTo>
                    <a:pt x="12007" y="1647"/>
                  </a:lnTo>
                  <a:close/>
                </a:path>
              </a:pathLst>
            </a:custGeom>
            <a:solidFill>
              <a:srgbClr val="FFB49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5" name="pg864"/>
            <p:cNvSpPr/>
            <p:nvPr/>
          </p:nvSpPr>
          <p:spPr>
            <a:xfrm>
              <a:off x="3306478" y="2178296"/>
              <a:ext cx="2753" cy="2852"/>
            </a:xfrm>
            <a:custGeom>
              <a:avLst/>
              <a:pathLst>
                <a:path w="2753" h="2852">
                  <a:moveTo>
                    <a:pt x="2646" y="1037"/>
                  </a:moveTo>
                  <a:lnTo>
                    <a:pt x="2753" y="2527"/>
                  </a:lnTo>
                  <a:lnTo>
                    <a:pt x="2219" y="2852"/>
                  </a:lnTo>
                  <a:lnTo>
                    <a:pt x="1765" y="2333"/>
                  </a:lnTo>
                  <a:lnTo>
                    <a:pt x="855" y="2333"/>
                  </a:lnTo>
                  <a:lnTo>
                    <a:pt x="0" y="2659"/>
                  </a:lnTo>
                  <a:lnTo>
                    <a:pt x="186" y="0"/>
                  </a:lnTo>
                  <a:lnTo>
                    <a:pt x="1872" y="324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6" name="pg865"/>
            <p:cNvSpPr/>
            <p:nvPr/>
          </p:nvSpPr>
          <p:spPr>
            <a:xfrm>
              <a:off x="3759679" y="2647953"/>
              <a:ext cx="52916" cy="123566"/>
            </a:xfrm>
            <a:custGeom>
              <a:avLst/>
              <a:pathLst>
                <a:path w="52916" h="123566">
                  <a:moveTo>
                    <a:pt x="51120" y="36868"/>
                  </a:moveTo>
                  <a:lnTo>
                    <a:pt x="49312" y="40326"/>
                  </a:lnTo>
                  <a:lnTo>
                    <a:pt x="48889" y="40697"/>
                  </a:lnTo>
                  <a:lnTo>
                    <a:pt x="46541" y="42128"/>
                  </a:lnTo>
                  <a:lnTo>
                    <a:pt x="41737" y="45055"/>
                  </a:lnTo>
                  <a:lnTo>
                    <a:pt x="38519" y="47014"/>
                  </a:lnTo>
                  <a:lnTo>
                    <a:pt x="34405" y="49520"/>
                  </a:lnTo>
                  <a:lnTo>
                    <a:pt x="30986" y="51602"/>
                  </a:lnTo>
                  <a:lnTo>
                    <a:pt x="27602" y="53664"/>
                  </a:lnTo>
                  <a:lnTo>
                    <a:pt x="24469" y="55573"/>
                  </a:lnTo>
                  <a:lnTo>
                    <a:pt x="26257" y="59601"/>
                  </a:lnTo>
                  <a:lnTo>
                    <a:pt x="28989" y="65758"/>
                  </a:lnTo>
                  <a:lnTo>
                    <a:pt x="30811" y="69867"/>
                  </a:lnTo>
                  <a:lnTo>
                    <a:pt x="32962" y="75150"/>
                  </a:lnTo>
                  <a:lnTo>
                    <a:pt x="34882" y="79868"/>
                  </a:lnTo>
                  <a:lnTo>
                    <a:pt x="36918" y="84871"/>
                  </a:lnTo>
                  <a:lnTo>
                    <a:pt x="35490" y="86566"/>
                  </a:lnTo>
                  <a:lnTo>
                    <a:pt x="33136" y="89358"/>
                  </a:lnTo>
                  <a:lnTo>
                    <a:pt x="32894" y="89866"/>
                  </a:lnTo>
                  <a:lnTo>
                    <a:pt x="32695" y="90388"/>
                  </a:lnTo>
                  <a:lnTo>
                    <a:pt x="31721" y="95373"/>
                  </a:lnTo>
                  <a:lnTo>
                    <a:pt x="30954" y="99299"/>
                  </a:lnTo>
                  <a:lnTo>
                    <a:pt x="30692" y="99791"/>
                  </a:lnTo>
                  <a:lnTo>
                    <a:pt x="27404" y="101232"/>
                  </a:lnTo>
                  <a:lnTo>
                    <a:pt x="24085" y="102687"/>
                  </a:lnTo>
                  <a:lnTo>
                    <a:pt x="21991" y="103604"/>
                  </a:lnTo>
                  <a:lnTo>
                    <a:pt x="21365" y="104620"/>
                  </a:lnTo>
                  <a:lnTo>
                    <a:pt x="19999" y="109511"/>
                  </a:lnTo>
                  <a:lnTo>
                    <a:pt x="18589" y="114564"/>
                  </a:lnTo>
                  <a:lnTo>
                    <a:pt x="16233" y="118693"/>
                  </a:lnTo>
                  <a:lnTo>
                    <a:pt x="13621" y="123269"/>
                  </a:lnTo>
                  <a:lnTo>
                    <a:pt x="12975" y="123566"/>
                  </a:lnTo>
                  <a:lnTo>
                    <a:pt x="11085" y="122863"/>
                  </a:lnTo>
                  <a:lnTo>
                    <a:pt x="7855" y="121663"/>
                  </a:lnTo>
                  <a:lnTo>
                    <a:pt x="4733" y="120504"/>
                  </a:lnTo>
                  <a:lnTo>
                    <a:pt x="2595" y="119711"/>
                  </a:lnTo>
                  <a:lnTo>
                    <a:pt x="0" y="118748"/>
                  </a:lnTo>
                  <a:lnTo>
                    <a:pt x="383" y="114879"/>
                  </a:lnTo>
                  <a:lnTo>
                    <a:pt x="276" y="112794"/>
                  </a:lnTo>
                  <a:lnTo>
                    <a:pt x="891" y="105937"/>
                  </a:lnTo>
                  <a:lnTo>
                    <a:pt x="1250" y="102691"/>
                  </a:lnTo>
                  <a:lnTo>
                    <a:pt x="1430" y="100299"/>
                  </a:lnTo>
                  <a:lnTo>
                    <a:pt x="2325" y="95458"/>
                  </a:lnTo>
                  <a:lnTo>
                    <a:pt x="2216" y="93874"/>
                  </a:lnTo>
                  <a:lnTo>
                    <a:pt x="2405" y="88289"/>
                  </a:lnTo>
                  <a:lnTo>
                    <a:pt x="2313" y="87208"/>
                  </a:lnTo>
                  <a:lnTo>
                    <a:pt x="2720" y="84164"/>
                  </a:lnTo>
                  <a:lnTo>
                    <a:pt x="3483" y="79744"/>
                  </a:lnTo>
                  <a:lnTo>
                    <a:pt x="4229" y="75940"/>
                  </a:lnTo>
                  <a:lnTo>
                    <a:pt x="4501" y="74227"/>
                  </a:lnTo>
                  <a:lnTo>
                    <a:pt x="5267" y="70620"/>
                  </a:lnTo>
                  <a:lnTo>
                    <a:pt x="5953" y="66183"/>
                  </a:lnTo>
                  <a:lnTo>
                    <a:pt x="5592" y="63759"/>
                  </a:lnTo>
                  <a:lnTo>
                    <a:pt x="5483" y="63285"/>
                  </a:lnTo>
                  <a:lnTo>
                    <a:pt x="5753" y="60481"/>
                  </a:lnTo>
                  <a:lnTo>
                    <a:pt x="6091" y="55933"/>
                  </a:lnTo>
                  <a:lnTo>
                    <a:pt x="6272" y="53479"/>
                  </a:lnTo>
                  <a:lnTo>
                    <a:pt x="6686" y="50229"/>
                  </a:lnTo>
                  <a:lnTo>
                    <a:pt x="7412" y="47476"/>
                  </a:lnTo>
                  <a:lnTo>
                    <a:pt x="7076" y="40993"/>
                  </a:lnTo>
                  <a:lnTo>
                    <a:pt x="7117" y="37503"/>
                  </a:lnTo>
                  <a:lnTo>
                    <a:pt x="7571" y="33518"/>
                  </a:lnTo>
                  <a:lnTo>
                    <a:pt x="7320" y="28860"/>
                  </a:lnTo>
                  <a:lnTo>
                    <a:pt x="7534" y="22230"/>
                  </a:lnTo>
                  <a:lnTo>
                    <a:pt x="7581" y="21610"/>
                  </a:lnTo>
                  <a:lnTo>
                    <a:pt x="7845" y="20808"/>
                  </a:lnTo>
                  <a:lnTo>
                    <a:pt x="8048" y="20392"/>
                  </a:lnTo>
                  <a:lnTo>
                    <a:pt x="9551" y="19009"/>
                  </a:lnTo>
                  <a:lnTo>
                    <a:pt x="10194" y="18831"/>
                  </a:lnTo>
                  <a:lnTo>
                    <a:pt x="11504" y="19456"/>
                  </a:lnTo>
                  <a:lnTo>
                    <a:pt x="12256" y="20847"/>
                  </a:lnTo>
                  <a:lnTo>
                    <a:pt x="13511" y="24774"/>
                  </a:lnTo>
                  <a:lnTo>
                    <a:pt x="15464" y="25917"/>
                  </a:lnTo>
                  <a:lnTo>
                    <a:pt x="16251" y="27029"/>
                  </a:lnTo>
                  <a:lnTo>
                    <a:pt x="17321" y="29114"/>
                  </a:lnTo>
                  <a:lnTo>
                    <a:pt x="18627" y="29870"/>
                  </a:lnTo>
                  <a:lnTo>
                    <a:pt x="22760" y="31172"/>
                  </a:lnTo>
                  <a:lnTo>
                    <a:pt x="26058" y="26791"/>
                  </a:lnTo>
                  <a:lnTo>
                    <a:pt x="28844" y="23090"/>
                  </a:lnTo>
                  <a:lnTo>
                    <a:pt x="32011" y="18886"/>
                  </a:lnTo>
                  <a:lnTo>
                    <a:pt x="34164" y="16026"/>
                  </a:lnTo>
                  <a:lnTo>
                    <a:pt x="37841" y="11150"/>
                  </a:lnTo>
                  <a:lnTo>
                    <a:pt x="40260" y="8066"/>
                  </a:lnTo>
                  <a:lnTo>
                    <a:pt x="43445" y="4006"/>
                  </a:lnTo>
                  <a:lnTo>
                    <a:pt x="46588" y="0"/>
                  </a:lnTo>
                  <a:lnTo>
                    <a:pt x="47459" y="6540"/>
                  </a:lnTo>
                  <a:lnTo>
                    <a:pt x="48310" y="12929"/>
                  </a:lnTo>
                  <a:lnTo>
                    <a:pt x="49195" y="19547"/>
                  </a:lnTo>
                  <a:lnTo>
                    <a:pt x="50053" y="25975"/>
                  </a:lnTo>
                  <a:lnTo>
                    <a:pt x="49124" y="26583"/>
                  </a:lnTo>
                  <a:lnTo>
                    <a:pt x="49853" y="31515"/>
                  </a:lnTo>
                  <a:lnTo>
                    <a:pt x="51055" y="30760"/>
                  </a:lnTo>
                  <a:lnTo>
                    <a:pt x="52364" y="30176"/>
                  </a:lnTo>
                  <a:lnTo>
                    <a:pt x="52916" y="33342"/>
                  </a:lnTo>
                  <a:close/>
                </a:path>
              </a:pathLst>
            </a:custGeom>
            <a:solidFill>
              <a:srgbClr val="DFEDD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7" name="pg866"/>
            <p:cNvSpPr/>
            <p:nvPr/>
          </p:nvSpPr>
          <p:spPr>
            <a:xfrm>
              <a:off x="4841038" y="2912646"/>
              <a:ext cx="3108" cy="4384"/>
            </a:xfrm>
            <a:custGeom>
              <a:avLst/>
              <a:pathLst>
                <a:path w="3108" h="4384">
                  <a:moveTo>
                    <a:pt x="2545" y="3969"/>
                  </a:moveTo>
                  <a:lnTo>
                    <a:pt x="1777" y="4384"/>
                  </a:lnTo>
                  <a:lnTo>
                    <a:pt x="853" y="3875"/>
                  </a:lnTo>
                  <a:lnTo>
                    <a:pt x="10" y="3735"/>
                  </a:lnTo>
                  <a:lnTo>
                    <a:pt x="0" y="2856"/>
                  </a:lnTo>
                  <a:lnTo>
                    <a:pt x="884" y="1949"/>
                  </a:lnTo>
                  <a:lnTo>
                    <a:pt x="900" y="683"/>
                  </a:lnTo>
                  <a:lnTo>
                    <a:pt x="1117" y="0"/>
                  </a:lnTo>
                  <a:lnTo>
                    <a:pt x="3108" y="1549"/>
                  </a:lnTo>
                  <a:lnTo>
                    <a:pt x="3026" y="2683"/>
                  </a:lnTo>
                  <a:close/>
                </a:path>
              </a:pathLst>
            </a:custGeom>
            <a:solidFill>
              <a:srgbClr val="8ABD8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8" name="pg867"/>
            <p:cNvSpPr/>
            <p:nvPr/>
          </p:nvSpPr>
          <p:spPr>
            <a:xfrm>
              <a:off x="4845974" y="2907544"/>
              <a:ext cx="2915" cy="7447"/>
            </a:xfrm>
            <a:custGeom>
              <a:avLst/>
              <a:pathLst>
                <a:path w="2915" h="7447">
                  <a:moveTo>
                    <a:pt x="2539" y="2103"/>
                  </a:moveTo>
                  <a:lnTo>
                    <a:pt x="1822" y="6768"/>
                  </a:lnTo>
                  <a:lnTo>
                    <a:pt x="1229" y="7447"/>
                  </a:lnTo>
                  <a:lnTo>
                    <a:pt x="621" y="7077"/>
                  </a:lnTo>
                  <a:lnTo>
                    <a:pt x="0" y="4469"/>
                  </a:lnTo>
                  <a:lnTo>
                    <a:pt x="434" y="3471"/>
                  </a:lnTo>
                  <a:lnTo>
                    <a:pt x="1041" y="3996"/>
                  </a:lnTo>
                  <a:lnTo>
                    <a:pt x="1532" y="3796"/>
                  </a:lnTo>
                  <a:lnTo>
                    <a:pt x="2646" y="0"/>
                  </a:lnTo>
                  <a:lnTo>
                    <a:pt x="2915" y="613"/>
                  </a:lnTo>
                  <a:close/>
                </a:path>
              </a:pathLst>
            </a:custGeom>
            <a:solidFill>
              <a:srgbClr val="8ABD8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9" name="pg868"/>
            <p:cNvSpPr/>
            <p:nvPr/>
          </p:nvSpPr>
          <p:spPr>
            <a:xfrm>
              <a:off x="4860406" y="2899128"/>
              <a:ext cx="2135" cy="4575"/>
            </a:xfrm>
            <a:custGeom>
              <a:avLst/>
              <a:pathLst>
                <a:path w="2135" h="4575">
                  <a:moveTo>
                    <a:pt x="2135" y="3804"/>
                  </a:moveTo>
                  <a:lnTo>
                    <a:pt x="1102" y="4575"/>
                  </a:lnTo>
                  <a:lnTo>
                    <a:pt x="0" y="4119"/>
                  </a:lnTo>
                  <a:lnTo>
                    <a:pt x="178" y="0"/>
                  </a:lnTo>
                  <a:lnTo>
                    <a:pt x="560" y="577"/>
                  </a:lnTo>
                  <a:lnTo>
                    <a:pt x="799" y="1986"/>
                  </a:lnTo>
                  <a:lnTo>
                    <a:pt x="1619" y="2809"/>
                  </a:lnTo>
                  <a:close/>
                </a:path>
              </a:pathLst>
            </a:custGeom>
            <a:solidFill>
              <a:srgbClr val="8ABD8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0" name="pg869"/>
            <p:cNvSpPr/>
            <p:nvPr/>
          </p:nvSpPr>
          <p:spPr>
            <a:xfrm>
              <a:off x="5065616" y="2844328"/>
              <a:ext cx="1157" cy="3273"/>
            </a:xfrm>
            <a:custGeom>
              <a:avLst/>
              <a:pathLst>
                <a:path w="1157" h="3273">
                  <a:moveTo>
                    <a:pt x="987" y="3249"/>
                  </a:moveTo>
                  <a:lnTo>
                    <a:pt x="765" y="3273"/>
                  </a:lnTo>
                  <a:lnTo>
                    <a:pt x="0" y="145"/>
                  </a:lnTo>
                  <a:lnTo>
                    <a:pt x="221" y="0"/>
                  </a:lnTo>
                  <a:lnTo>
                    <a:pt x="665" y="487"/>
                  </a:lnTo>
                  <a:lnTo>
                    <a:pt x="1157" y="2295"/>
                  </a:lnTo>
                  <a:close/>
                </a:path>
              </a:pathLst>
            </a:custGeom>
            <a:solidFill>
              <a:srgbClr val="8ABD8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1" name="pg870"/>
            <p:cNvSpPr/>
            <p:nvPr/>
          </p:nvSpPr>
          <p:spPr>
            <a:xfrm>
              <a:off x="4889421" y="2839736"/>
              <a:ext cx="8311" cy="23259"/>
            </a:xfrm>
            <a:custGeom>
              <a:avLst/>
              <a:pathLst>
                <a:path w="8311" h="23259">
                  <a:moveTo>
                    <a:pt x="7423" y="6769"/>
                  </a:moveTo>
                  <a:lnTo>
                    <a:pt x="6249" y="8124"/>
                  </a:lnTo>
                  <a:lnTo>
                    <a:pt x="5816" y="9740"/>
                  </a:lnTo>
                  <a:lnTo>
                    <a:pt x="4730" y="10291"/>
                  </a:lnTo>
                  <a:lnTo>
                    <a:pt x="3675" y="12569"/>
                  </a:lnTo>
                  <a:lnTo>
                    <a:pt x="2649" y="12983"/>
                  </a:lnTo>
                  <a:lnTo>
                    <a:pt x="2675" y="14813"/>
                  </a:lnTo>
                  <a:lnTo>
                    <a:pt x="3108" y="16363"/>
                  </a:lnTo>
                  <a:lnTo>
                    <a:pt x="2425" y="16634"/>
                  </a:lnTo>
                  <a:lnTo>
                    <a:pt x="1711" y="18521"/>
                  </a:lnTo>
                  <a:lnTo>
                    <a:pt x="1655" y="19892"/>
                  </a:lnTo>
                  <a:lnTo>
                    <a:pt x="1910" y="20998"/>
                  </a:lnTo>
                  <a:lnTo>
                    <a:pt x="1875" y="21551"/>
                  </a:lnTo>
                  <a:lnTo>
                    <a:pt x="971" y="23187"/>
                  </a:lnTo>
                  <a:lnTo>
                    <a:pt x="41" y="23259"/>
                  </a:lnTo>
                  <a:lnTo>
                    <a:pt x="0" y="21493"/>
                  </a:lnTo>
                  <a:lnTo>
                    <a:pt x="63" y="20173"/>
                  </a:lnTo>
                  <a:lnTo>
                    <a:pt x="942" y="16960"/>
                  </a:lnTo>
                  <a:lnTo>
                    <a:pt x="965" y="13236"/>
                  </a:lnTo>
                  <a:lnTo>
                    <a:pt x="1781" y="12805"/>
                  </a:lnTo>
                  <a:lnTo>
                    <a:pt x="2080" y="12287"/>
                  </a:lnTo>
                  <a:lnTo>
                    <a:pt x="3366" y="9638"/>
                  </a:lnTo>
                  <a:lnTo>
                    <a:pt x="3605" y="8508"/>
                  </a:lnTo>
                  <a:lnTo>
                    <a:pt x="2938" y="7411"/>
                  </a:lnTo>
                  <a:lnTo>
                    <a:pt x="2987" y="6114"/>
                  </a:lnTo>
                  <a:lnTo>
                    <a:pt x="3138" y="5563"/>
                  </a:lnTo>
                  <a:lnTo>
                    <a:pt x="4200" y="5981"/>
                  </a:lnTo>
                  <a:lnTo>
                    <a:pt x="4630" y="6944"/>
                  </a:lnTo>
                  <a:lnTo>
                    <a:pt x="4839" y="7049"/>
                  </a:lnTo>
                  <a:lnTo>
                    <a:pt x="5459" y="6326"/>
                  </a:lnTo>
                  <a:lnTo>
                    <a:pt x="5750" y="5036"/>
                  </a:lnTo>
                  <a:lnTo>
                    <a:pt x="6907" y="2511"/>
                  </a:lnTo>
                  <a:lnTo>
                    <a:pt x="7375" y="0"/>
                  </a:lnTo>
                  <a:lnTo>
                    <a:pt x="8311" y="2061"/>
                  </a:lnTo>
                  <a:lnTo>
                    <a:pt x="8058" y="4762"/>
                  </a:lnTo>
                  <a:close/>
                </a:path>
              </a:pathLst>
            </a:custGeom>
            <a:solidFill>
              <a:srgbClr val="8ABD8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2" name="pg871"/>
            <p:cNvSpPr/>
            <p:nvPr/>
          </p:nvSpPr>
          <p:spPr>
            <a:xfrm>
              <a:off x="4904449" y="2809349"/>
              <a:ext cx="1628" cy="6139"/>
            </a:xfrm>
            <a:custGeom>
              <a:avLst/>
              <a:pathLst>
                <a:path w="1628" h="6139">
                  <a:moveTo>
                    <a:pt x="1405" y="5598"/>
                  </a:moveTo>
                  <a:lnTo>
                    <a:pt x="895" y="6139"/>
                  </a:lnTo>
                  <a:lnTo>
                    <a:pt x="209" y="5391"/>
                  </a:lnTo>
                  <a:lnTo>
                    <a:pt x="0" y="2004"/>
                  </a:lnTo>
                  <a:lnTo>
                    <a:pt x="302" y="362"/>
                  </a:lnTo>
                  <a:lnTo>
                    <a:pt x="839" y="0"/>
                  </a:lnTo>
                  <a:lnTo>
                    <a:pt x="1303" y="2928"/>
                  </a:lnTo>
                  <a:lnTo>
                    <a:pt x="1628" y="4138"/>
                  </a:lnTo>
                  <a:close/>
                </a:path>
              </a:pathLst>
            </a:custGeom>
            <a:solidFill>
              <a:srgbClr val="8ABD8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3" name="pg872"/>
            <p:cNvSpPr/>
            <p:nvPr/>
          </p:nvSpPr>
          <p:spPr>
            <a:xfrm>
              <a:off x="4908223" y="2801009"/>
              <a:ext cx="1682" cy="3276"/>
            </a:xfrm>
            <a:custGeom>
              <a:avLst/>
              <a:pathLst>
                <a:path w="1682" h="3276">
                  <a:moveTo>
                    <a:pt x="1603" y="2586"/>
                  </a:moveTo>
                  <a:lnTo>
                    <a:pt x="1682" y="3276"/>
                  </a:lnTo>
                  <a:lnTo>
                    <a:pt x="486" y="2699"/>
                  </a:lnTo>
                  <a:lnTo>
                    <a:pt x="0" y="0"/>
                  </a:lnTo>
                  <a:lnTo>
                    <a:pt x="791" y="481"/>
                  </a:lnTo>
                  <a:lnTo>
                    <a:pt x="1034" y="1411"/>
                  </a:lnTo>
                  <a:close/>
                </a:path>
              </a:pathLst>
            </a:custGeom>
            <a:solidFill>
              <a:srgbClr val="8ABD8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4" name="pg873"/>
            <p:cNvSpPr/>
            <p:nvPr/>
          </p:nvSpPr>
          <p:spPr>
            <a:xfrm>
              <a:off x="4907884" y="2791406"/>
              <a:ext cx="6703" cy="11516"/>
            </a:xfrm>
            <a:custGeom>
              <a:avLst/>
              <a:pathLst>
                <a:path w="6703" h="11516">
                  <a:moveTo>
                    <a:pt x="3508" y="9115"/>
                  </a:moveTo>
                  <a:lnTo>
                    <a:pt x="2458" y="11516"/>
                  </a:lnTo>
                  <a:lnTo>
                    <a:pt x="1343" y="9355"/>
                  </a:lnTo>
                  <a:lnTo>
                    <a:pt x="0" y="7911"/>
                  </a:lnTo>
                  <a:lnTo>
                    <a:pt x="639" y="7521"/>
                  </a:lnTo>
                  <a:lnTo>
                    <a:pt x="1014" y="6942"/>
                  </a:lnTo>
                  <a:lnTo>
                    <a:pt x="1051" y="6025"/>
                  </a:lnTo>
                  <a:lnTo>
                    <a:pt x="1923" y="4664"/>
                  </a:lnTo>
                  <a:lnTo>
                    <a:pt x="3655" y="3611"/>
                  </a:lnTo>
                  <a:lnTo>
                    <a:pt x="4204" y="3545"/>
                  </a:lnTo>
                  <a:lnTo>
                    <a:pt x="4824" y="2553"/>
                  </a:lnTo>
                  <a:lnTo>
                    <a:pt x="5027" y="1660"/>
                  </a:lnTo>
                  <a:lnTo>
                    <a:pt x="5281" y="1229"/>
                  </a:lnTo>
                  <a:lnTo>
                    <a:pt x="6397" y="0"/>
                  </a:lnTo>
                  <a:lnTo>
                    <a:pt x="6703" y="1413"/>
                  </a:lnTo>
                  <a:lnTo>
                    <a:pt x="6651" y="2522"/>
                  </a:lnTo>
                  <a:lnTo>
                    <a:pt x="5814" y="3138"/>
                  </a:lnTo>
                  <a:lnTo>
                    <a:pt x="4996" y="4618"/>
                  </a:lnTo>
                  <a:lnTo>
                    <a:pt x="4241" y="6463"/>
                  </a:lnTo>
                  <a:lnTo>
                    <a:pt x="3559" y="7244"/>
                  </a:lnTo>
                  <a:lnTo>
                    <a:pt x="3344" y="7762"/>
                  </a:lnTo>
                  <a:close/>
                </a:path>
              </a:pathLst>
            </a:custGeom>
            <a:solidFill>
              <a:srgbClr val="8ABD8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5" name="pg874"/>
            <p:cNvSpPr/>
            <p:nvPr/>
          </p:nvSpPr>
          <p:spPr>
            <a:xfrm>
              <a:off x="4922794" y="2733843"/>
              <a:ext cx="3475" cy="6622"/>
            </a:xfrm>
            <a:custGeom>
              <a:avLst/>
              <a:pathLst>
                <a:path w="3475" h="6622">
                  <a:moveTo>
                    <a:pt x="2860" y="5984"/>
                  </a:moveTo>
                  <a:lnTo>
                    <a:pt x="1464" y="6622"/>
                  </a:lnTo>
                  <a:lnTo>
                    <a:pt x="701" y="5934"/>
                  </a:lnTo>
                  <a:lnTo>
                    <a:pt x="0" y="2285"/>
                  </a:lnTo>
                  <a:lnTo>
                    <a:pt x="1329" y="0"/>
                  </a:lnTo>
                  <a:lnTo>
                    <a:pt x="3113" y="2262"/>
                  </a:lnTo>
                  <a:lnTo>
                    <a:pt x="3475" y="2914"/>
                  </a:lnTo>
                  <a:close/>
                </a:path>
              </a:pathLst>
            </a:custGeom>
            <a:solidFill>
              <a:srgbClr val="8ABD8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6" name="pg875"/>
            <p:cNvSpPr/>
            <p:nvPr/>
          </p:nvSpPr>
          <p:spPr>
            <a:xfrm>
              <a:off x="4928671" y="2723118"/>
              <a:ext cx="2587" cy="13064"/>
            </a:xfrm>
            <a:custGeom>
              <a:avLst/>
              <a:pathLst>
                <a:path w="2587" h="13064">
                  <a:moveTo>
                    <a:pt x="1090" y="12751"/>
                  </a:moveTo>
                  <a:lnTo>
                    <a:pt x="22" y="13064"/>
                  </a:lnTo>
                  <a:lnTo>
                    <a:pt x="0" y="11353"/>
                  </a:lnTo>
                  <a:lnTo>
                    <a:pt x="848" y="7486"/>
                  </a:lnTo>
                  <a:lnTo>
                    <a:pt x="938" y="4647"/>
                  </a:lnTo>
                  <a:lnTo>
                    <a:pt x="1729" y="1069"/>
                  </a:lnTo>
                  <a:lnTo>
                    <a:pt x="2066" y="282"/>
                  </a:lnTo>
                  <a:lnTo>
                    <a:pt x="2315" y="0"/>
                  </a:lnTo>
                  <a:lnTo>
                    <a:pt x="2587" y="1110"/>
                  </a:lnTo>
                  <a:lnTo>
                    <a:pt x="2280" y="5495"/>
                  </a:lnTo>
                  <a:lnTo>
                    <a:pt x="1490" y="8819"/>
                  </a:lnTo>
                  <a:close/>
                </a:path>
              </a:pathLst>
            </a:custGeom>
            <a:solidFill>
              <a:srgbClr val="8ABD8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7" name="pg876"/>
            <p:cNvSpPr/>
            <p:nvPr/>
          </p:nvSpPr>
          <p:spPr>
            <a:xfrm>
              <a:off x="4914247" y="2694791"/>
              <a:ext cx="1301" cy="4357"/>
            </a:xfrm>
            <a:custGeom>
              <a:avLst/>
              <a:pathLst>
                <a:path w="1301" h="4357">
                  <a:moveTo>
                    <a:pt x="379" y="3840"/>
                  </a:moveTo>
                  <a:lnTo>
                    <a:pt x="0" y="4357"/>
                  </a:lnTo>
                  <a:lnTo>
                    <a:pt x="243" y="2034"/>
                  </a:lnTo>
                  <a:lnTo>
                    <a:pt x="1224" y="0"/>
                  </a:lnTo>
                  <a:lnTo>
                    <a:pt x="1301" y="1318"/>
                  </a:lnTo>
                  <a:close/>
                </a:path>
              </a:pathLst>
            </a:custGeom>
            <a:solidFill>
              <a:srgbClr val="8ABD8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8" name="pg877"/>
            <p:cNvSpPr/>
            <p:nvPr/>
          </p:nvSpPr>
          <p:spPr>
            <a:xfrm>
              <a:off x="4921010" y="2672922"/>
              <a:ext cx="2677" cy="3187"/>
            </a:xfrm>
            <a:custGeom>
              <a:avLst/>
              <a:pathLst>
                <a:path w="2677" h="3187">
                  <a:moveTo>
                    <a:pt x="1698" y="3057"/>
                  </a:moveTo>
                  <a:lnTo>
                    <a:pt x="619" y="3187"/>
                  </a:lnTo>
                  <a:lnTo>
                    <a:pt x="174" y="2842"/>
                  </a:lnTo>
                  <a:lnTo>
                    <a:pt x="0" y="1903"/>
                  </a:lnTo>
                  <a:lnTo>
                    <a:pt x="1507" y="0"/>
                  </a:lnTo>
                  <a:lnTo>
                    <a:pt x="2677" y="339"/>
                  </a:lnTo>
                  <a:lnTo>
                    <a:pt x="2155" y="2053"/>
                  </a:lnTo>
                  <a:close/>
                </a:path>
              </a:pathLst>
            </a:custGeom>
            <a:solidFill>
              <a:srgbClr val="8ABD8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9" name="pg878"/>
            <p:cNvSpPr/>
            <p:nvPr/>
          </p:nvSpPr>
          <p:spPr>
            <a:xfrm>
              <a:off x="4917579" y="2672508"/>
              <a:ext cx="2917" cy="10259"/>
            </a:xfrm>
            <a:custGeom>
              <a:avLst/>
              <a:pathLst>
                <a:path w="2917" h="10259">
                  <a:moveTo>
                    <a:pt x="1491" y="9205"/>
                  </a:moveTo>
                  <a:lnTo>
                    <a:pt x="528" y="10259"/>
                  </a:lnTo>
                  <a:lnTo>
                    <a:pt x="404" y="9249"/>
                  </a:lnTo>
                  <a:lnTo>
                    <a:pt x="0" y="8789"/>
                  </a:lnTo>
                  <a:lnTo>
                    <a:pt x="696" y="7368"/>
                  </a:lnTo>
                  <a:lnTo>
                    <a:pt x="672" y="6723"/>
                  </a:lnTo>
                  <a:lnTo>
                    <a:pt x="233" y="5762"/>
                  </a:lnTo>
                  <a:lnTo>
                    <a:pt x="744" y="2138"/>
                  </a:lnTo>
                  <a:lnTo>
                    <a:pt x="604" y="578"/>
                  </a:lnTo>
                  <a:lnTo>
                    <a:pt x="2530" y="0"/>
                  </a:lnTo>
                  <a:lnTo>
                    <a:pt x="2882" y="1465"/>
                  </a:lnTo>
                  <a:lnTo>
                    <a:pt x="2917" y="5928"/>
                  </a:lnTo>
                  <a:close/>
                </a:path>
              </a:pathLst>
            </a:custGeom>
            <a:solidFill>
              <a:srgbClr val="8ABD8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0" name="pg879"/>
            <p:cNvSpPr/>
            <p:nvPr/>
          </p:nvSpPr>
          <p:spPr>
            <a:xfrm>
              <a:off x="4901601" y="2665337"/>
              <a:ext cx="2990" cy="5843"/>
            </a:xfrm>
            <a:custGeom>
              <a:avLst/>
              <a:pathLst>
                <a:path w="2990" h="5843">
                  <a:moveTo>
                    <a:pt x="197" y="0"/>
                  </a:moveTo>
                  <a:lnTo>
                    <a:pt x="670" y="797"/>
                  </a:lnTo>
                  <a:lnTo>
                    <a:pt x="1363" y="340"/>
                  </a:lnTo>
                  <a:lnTo>
                    <a:pt x="1912" y="233"/>
                  </a:lnTo>
                  <a:lnTo>
                    <a:pt x="2308" y="620"/>
                  </a:lnTo>
                  <a:lnTo>
                    <a:pt x="2806" y="2676"/>
                  </a:lnTo>
                  <a:lnTo>
                    <a:pt x="2990" y="3892"/>
                  </a:lnTo>
                  <a:lnTo>
                    <a:pt x="2098" y="4064"/>
                  </a:lnTo>
                  <a:lnTo>
                    <a:pt x="1722" y="4348"/>
                  </a:lnTo>
                  <a:lnTo>
                    <a:pt x="1235" y="5843"/>
                  </a:lnTo>
                  <a:lnTo>
                    <a:pt x="534" y="5293"/>
                  </a:lnTo>
                  <a:lnTo>
                    <a:pt x="99" y="4593"/>
                  </a:lnTo>
                  <a:lnTo>
                    <a:pt x="0" y="3601"/>
                  </a:lnTo>
                  <a:close/>
                </a:path>
              </a:pathLst>
            </a:custGeom>
            <a:solidFill>
              <a:srgbClr val="8ABD8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1" name="pg880"/>
            <p:cNvSpPr/>
            <p:nvPr/>
          </p:nvSpPr>
          <p:spPr>
            <a:xfrm>
              <a:off x="5037120" y="2655132"/>
              <a:ext cx="1275" cy="2475"/>
            </a:xfrm>
            <a:custGeom>
              <a:avLst/>
              <a:pathLst>
                <a:path w="1275" h="2475">
                  <a:moveTo>
                    <a:pt x="879" y="2162"/>
                  </a:moveTo>
                  <a:lnTo>
                    <a:pt x="668" y="2475"/>
                  </a:lnTo>
                  <a:lnTo>
                    <a:pt x="82" y="1507"/>
                  </a:lnTo>
                  <a:lnTo>
                    <a:pt x="0" y="652"/>
                  </a:lnTo>
                  <a:lnTo>
                    <a:pt x="103" y="121"/>
                  </a:lnTo>
                  <a:lnTo>
                    <a:pt x="486" y="0"/>
                  </a:lnTo>
                  <a:lnTo>
                    <a:pt x="1275" y="1056"/>
                  </a:lnTo>
                  <a:close/>
                </a:path>
              </a:pathLst>
            </a:custGeom>
            <a:solidFill>
              <a:srgbClr val="8ABD8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2" name="pg881"/>
            <p:cNvSpPr/>
            <p:nvPr/>
          </p:nvSpPr>
          <p:spPr>
            <a:xfrm>
              <a:off x="4905844" y="2655034"/>
              <a:ext cx="2250" cy="8955"/>
            </a:xfrm>
            <a:custGeom>
              <a:avLst/>
              <a:pathLst>
                <a:path w="2250" h="8955">
                  <a:moveTo>
                    <a:pt x="971" y="8636"/>
                  </a:moveTo>
                  <a:lnTo>
                    <a:pt x="666" y="8955"/>
                  </a:lnTo>
                  <a:lnTo>
                    <a:pt x="272" y="6292"/>
                  </a:lnTo>
                  <a:lnTo>
                    <a:pt x="0" y="5339"/>
                  </a:lnTo>
                  <a:lnTo>
                    <a:pt x="459" y="4830"/>
                  </a:lnTo>
                  <a:lnTo>
                    <a:pt x="1371" y="0"/>
                  </a:lnTo>
                  <a:lnTo>
                    <a:pt x="1539" y="1917"/>
                  </a:lnTo>
                  <a:lnTo>
                    <a:pt x="1894" y="3819"/>
                  </a:lnTo>
                  <a:lnTo>
                    <a:pt x="2250" y="4120"/>
                  </a:lnTo>
                  <a:lnTo>
                    <a:pt x="1904" y="5507"/>
                  </a:lnTo>
                  <a:lnTo>
                    <a:pt x="1393" y="6019"/>
                  </a:lnTo>
                  <a:close/>
                </a:path>
              </a:pathLst>
            </a:custGeom>
            <a:solidFill>
              <a:srgbClr val="8ABD8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3" name="pg882"/>
            <p:cNvSpPr/>
            <p:nvPr/>
          </p:nvSpPr>
          <p:spPr>
            <a:xfrm>
              <a:off x="4910391" y="2648283"/>
              <a:ext cx="2431" cy="5472"/>
            </a:xfrm>
            <a:custGeom>
              <a:avLst/>
              <a:pathLst>
                <a:path w="2431" h="5472">
                  <a:moveTo>
                    <a:pt x="1479" y="4077"/>
                  </a:moveTo>
                  <a:lnTo>
                    <a:pt x="621" y="5472"/>
                  </a:lnTo>
                  <a:lnTo>
                    <a:pt x="0" y="5466"/>
                  </a:lnTo>
                  <a:lnTo>
                    <a:pt x="567" y="3839"/>
                  </a:lnTo>
                  <a:lnTo>
                    <a:pt x="642" y="3063"/>
                  </a:lnTo>
                  <a:lnTo>
                    <a:pt x="1115" y="880"/>
                  </a:lnTo>
                  <a:lnTo>
                    <a:pt x="2042" y="96"/>
                  </a:lnTo>
                  <a:lnTo>
                    <a:pt x="2431" y="0"/>
                  </a:lnTo>
                  <a:lnTo>
                    <a:pt x="1678" y="2266"/>
                  </a:lnTo>
                  <a:close/>
                </a:path>
              </a:pathLst>
            </a:custGeom>
            <a:solidFill>
              <a:srgbClr val="8ABD8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4" name="pg883"/>
            <p:cNvSpPr/>
            <p:nvPr/>
          </p:nvSpPr>
          <p:spPr>
            <a:xfrm>
              <a:off x="4914101" y="2633587"/>
              <a:ext cx="1473" cy="4464"/>
            </a:xfrm>
            <a:custGeom>
              <a:avLst/>
              <a:pathLst>
                <a:path w="1473" h="4464">
                  <a:moveTo>
                    <a:pt x="1473" y="3237"/>
                  </a:moveTo>
                  <a:lnTo>
                    <a:pt x="630" y="4464"/>
                  </a:lnTo>
                  <a:lnTo>
                    <a:pt x="0" y="3507"/>
                  </a:lnTo>
                  <a:lnTo>
                    <a:pt x="307" y="871"/>
                  </a:lnTo>
                  <a:lnTo>
                    <a:pt x="517" y="0"/>
                  </a:lnTo>
                  <a:lnTo>
                    <a:pt x="1237" y="862"/>
                  </a:lnTo>
                  <a:close/>
                </a:path>
              </a:pathLst>
            </a:custGeom>
            <a:solidFill>
              <a:srgbClr val="8ABD8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5" name="pg884"/>
            <p:cNvSpPr/>
            <p:nvPr/>
          </p:nvSpPr>
          <p:spPr>
            <a:xfrm>
              <a:off x="4912947" y="2631536"/>
              <a:ext cx="29596" cy="86065"/>
            </a:xfrm>
            <a:custGeom>
              <a:avLst/>
              <a:pathLst>
                <a:path w="29596" h="86065">
                  <a:moveTo>
                    <a:pt x="19432" y="9609"/>
                  </a:moveTo>
                  <a:lnTo>
                    <a:pt x="21073" y="10490"/>
                  </a:lnTo>
                  <a:lnTo>
                    <a:pt x="21765" y="10545"/>
                  </a:lnTo>
                  <a:lnTo>
                    <a:pt x="22408" y="10145"/>
                  </a:lnTo>
                  <a:lnTo>
                    <a:pt x="23384" y="8988"/>
                  </a:lnTo>
                  <a:lnTo>
                    <a:pt x="24410" y="8137"/>
                  </a:lnTo>
                  <a:lnTo>
                    <a:pt x="25142" y="8568"/>
                  </a:lnTo>
                  <a:lnTo>
                    <a:pt x="25790" y="9601"/>
                  </a:lnTo>
                  <a:lnTo>
                    <a:pt x="26131" y="11050"/>
                  </a:lnTo>
                  <a:lnTo>
                    <a:pt x="25965" y="12571"/>
                  </a:lnTo>
                  <a:lnTo>
                    <a:pt x="24806" y="15836"/>
                  </a:lnTo>
                  <a:lnTo>
                    <a:pt x="23854" y="19316"/>
                  </a:lnTo>
                  <a:lnTo>
                    <a:pt x="26044" y="19965"/>
                  </a:lnTo>
                  <a:lnTo>
                    <a:pt x="28231" y="19892"/>
                  </a:lnTo>
                  <a:lnTo>
                    <a:pt x="27721" y="22047"/>
                  </a:lnTo>
                  <a:lnTo>
                    <a:pt x="27637" y="23926"/>
                  </a:lnTo>
                  <a:lnTo>
                    <a:pt x="28306" y="24820"/>
                  </a:lnTo>
                  <a:lnTo>
                    <a:pt x="28874" y="26024"/>
                  </a:lnTo>
                  <a:lnTo>
                    <a:pt x="28726" y="27114"/>
                  </a:lnTo>
                  <a:lnTo>
                    <a:pt x="28400" y="28192"/>
                  </a:lnTo>
                  <a:lnTo>
                    <a:pt x="29596" y="29807"/>
                  </a:lnTo>
                  <a:lnTo>
                    <a:pt x="29518" y="30890"/>
                  </a:lnTo>
                  <a:lnTo>
                    <a:pt x="29207" y="32026"/>
                  </a:lnTo>
                  <a:lnTo>
                    <a:pt x="26227" y="39446"/>
                  </a:lnTo>
                  <a:lnTo>
                    <a:pt x="25352" y="43205"/>
                  </a:lnTo>
                  <a:lnTo>
                    <a:pt x="24743" y="47346"/>
                  </a:lnTo>
                  <a:lnTo>
                    <a:pt x="24186" y="50373"/>
                  </a:lnTo>
                  <a:lnTo>
                    <a:pt x="23778" y="53514"/>
                  </a:lnTo>
                  <a:lnTo>
                    <a:pt x="23467" y="56906"/>
                  </a:lnTo>
                  <a:lnTo>
                    <a:pt x="22914" y="60406"/>
                  </a:lnTo>
                  <a:lnTo>
                    <a:pt x="23097" y="63511"/>
                  </a:lnTo>
                  <a:lnTo>
                    <a:pt x="22910" y="66691"/>
                  </a:lnTo>
                  <a:lnTo>
                    <a:pt x="21414" y="74555"/>
                  </a:lnTo>
                  <a:lnTo>
                    <a:pt x="20348" y="74409"/>
                  </a:lnTo>
                  <a:lnTo>
                    <a:pt x="19007" y="73457"/>
                  </a:lnTo>
                  <a:lnTo>
                    <a:pt x="18167" y="73604"/>
                  </a:lnTo>
                  <a:lnTo>
                    <a:pt x="17733" y="75353"/>
                  </a:lnTo>
                  <a:lnTo>
                    <a:pt x="18504" y="78944"/>
                  </a:lnTo>
                  <a:lnTo>
                    <a:pt x="16113" y="83201"/>
                  </a:lnTo>
                  <a:lnTo>
                    <a:pt x="13475" y="86065"/>
                  </a:lnTo>
                  <a:lnTo>
                    <a:pt x="13456" y="84761"/>
                  </a:lnTo>
                  <a:lnTo>
                    <a:pt x="13703" y="83732"/>
                  </a:lnTo>
                  <a:lnTo>
                    <a:pt x="14084" y="82906"/>
                  </a:lnTo>
                  <a:lnTo>
                    <a:pt x="14360" y="81909"/>
                  </a:lnTo>
                  <a:lnTo>
                    <a:pt x="14742" y="78561"/>
                  </a:lnTo>
                  <a:lnTo>
                    <a:pt x="14553" y="75189"/>
                  </a:lnTo>
                  <a:lnTo>
                    <a:pt x="13758" y="70968"/>
                  </a:lnTo>
                  <a:lnTo>
                    <a:pt x="13699" y="69450"/>
                  </a:lnTo>
                  <a:lnTo>
                    <a:pt x="14250" y="68837"/>
                  </a:lnTo>
                  <a:lnTo>
                    <a:pt x="14621" y="68662"/>
                  </a:lnTo>
                  <a:lnTo>
                    <a:pt x="14822" y="68072"/>
                  </a:lnTo>
                  <a:lnTo>
                    <a:pt x="14829" y="66677"/>
                  </a:lnTo>
                  <a:lnTo>
                    <a:pt x="14578" y="65642"/>
                  </a:lnTo>
                  <a:lnTo>
                    <a:pt x="13826" y="65306"/>
                  </a:lnTo>
                  <a:lnTo>
                    <a:pt x="13101" y="65284"/>
                  </a:lnTo>
                  <a:lnTo>
                    <a:pt x="12594" y="66850"/>
                  </a:lnTo>
                  <a:lnTo>
                    <a:pt x="11894" y="69874"/>
                  </a:lnTo>
                  <a:lnTo>
                    <a:pt x="11554" y="72930"/>
                  </a:lnTo>
                  <a:lnTo>
                    <a:pt x="11704" y="74602"/>
                  </a:lnTo>
                  <a:lnTo>
                    <a:pt x="12014" y="76100"/>
                  </a:lnTo>
                  <a:lnTo>
                    <a:pt x="12972" y="78609"/>
                  </a:lnTo>
                  <a:lnTo>
                    <a:pt x="12691" y="80085"/>
                  </a:lnTo>
                  <a:lnTo>
                    <a:pt x="12293" y="81238"/>
                  </a:lnTo>
                  <a:lnTo>
                    <a:pt x="8903" y="78626"/>
                  </a:lnTo>
                  <a:lnTo>
                    <a:pt x="8171" y="78440"/>
                  </a:lnTo>
                  <a:lnTo>
                    <a:pt x="7563" y="77888"/>
                  </a:lnTo>
                  <a:lnTo>
                    <a:pt x="6912" y="74442"/>
                  </a:lnTo>
                  <a:lnTo>
                    <a:pt x="8292" y="73612"/>
                  </a:lnTo>
                  <a:lnTo>
                    <a:pt x="8702" y="73195"/>
                  </a:lnTo>
                  <a:lnTo>
                    <a:pt x="8854" y="72099"/>
                  </a:lnTo>
                  <a:lnTo>
                    <a:pt x="9041" y="68740"/>
                  </a:lnTo>
                  <a:lnTo>
                    <a:pt x="8395" y="65937"/>
                  </a:lnTo>
                  <a:lnTo>
                    <a:pt x="7850" y="64940"/>
                  </a:lnTo>
                  <a:lnTo>
                    <a:pt x="7407" y="63794"/>
                  </a:lnTo>
                  <a:lnTo>
                    <a:pt x="7688" y="61426"/>
                  </a:lnTo>
                  <a:lnTo>
                    <a:pt x="7503" y="58446"/>
                  </a:lnTo>
                  <a:lnTo>
                    <a:pt x="7487" y="54281"/>
                  </a:lnTo>
                  <a:lnTo>
                    <a:pt x="7726" y="53564"/>
                  </a:lnTo>
                  <a:lnTo>
                    <a:pt x="9007" y="52723"/>
                  </a:lnTo>
                  <a:lnTo>
                    <a:pt x="9930" y="50493"/>
                  </a:lnTo>
                  <a:lnTo>
                    <a:pt x="10748" y="47953"/>
                  </a:lnTo>
                  <a:lnTo>
                    <a:pt x="11946" y="43488"/>
                  </a:lnTo>
                  <a:lnTo>
                    <a:pt x="12923" y="38666"/>
                  </a:lnTo>
                  <a:lnTo>
                    <a:pt x="11982" y="38455"/>
                  </a:lnTo>
                  <a:lnTo>
                    <a:pt x="11185" y="37552"/>
                  </a:lnTo>
                  <a:lnTo>
                    <a:pt x="12057" y="35271"/>
                  </a:lnTo>
                  <a:lnTo>
                    <a:pt x="11787" y="32391"/>
                  </a:lnTo>
                  <a:lnTo>
                    <a:pt x="10485" y="28852"/>
                  </a:lnTo>
                  <a:lnTo>
                    <a:pt x="9770" y="24679"/>
                  </a:lnTo>
                  <a:lnTo>
                    <a:pt x="8619" y="22841"/>
                  </a:lnTo>
                  <a:lnTo>
                    <a:pt x="8012" y="22166"/>
                  </a:lnTo>
                  <a:lnTo>
                    <a:pt x="7273" y="23144"/>
                  </a:lnTo>
                  <a:lnTo>
                    <a:pt x="6663" y="24317"/>
                  </a:lnTo>
                  <a:lnTo>
                    <a:pt x="7227" y="27031"/>
                  </a:lnTo>
                  <a:lnTo>
                    <a:pt x="7162" y="29430"/>
                  </a:lnTo>
                  <a:lnTo>
                    <a:pt x="7250" y="31808"/>
                  </a:lnTo>
                  <a:lnTo>
                    <a:pt x="7825" y="31941"/>
                  </a:lnTo>
                  <a:lnTo>
                    <a:pt x="8531" y="31349"/>
                  </a:lnTo>
                  <a:lnTo>
                    <a:pt x="9096" y="31769"/>
                  </a:lnTo>
                  <a:lnTo>
                    <a:pt x="9426" y="33019"/>
                  </a:lnTo>
                  <a:lnTo>
                    <a:pt x="9515" y="34629"/>
                  </a:lnTo>
                  <a:lnTo>
                    <a:pt x="9266" y="36225"/>
                  </a:lnTo>
                  <a:lnTo>
                    <a:pt x="8745" y="37018"/>
                  </a:lnTo>
                  <a:lnTo>
                    <a:pt x="8109" y="36955"/>
                  </a:lnTo>
                  <a:lnTo>
                    <a:pt x="7469" y="36093"/>
                  </a:lnTo>
                  <a:lnTo>
                    <a:pt x="6970" y="34865"/>
                  </a:lnTo>
                  <a:lnTo>
                    <a:pt x="5776" y="34187"/>
                  </a:lnTo>
                  <a:lnTo>
                    <a:pt x="4517" y="35637"/>
                  </a:lnTo>
                  <a:lnTo>
                    <a:pt x="3320" y="38592"/>
                  </a:lnTo>
                  <a:lnTo>
                    <a:pt x="2297" y="40091"/>
                  </a:lnTo>
                  <a:lnTo>
                    <a:pt x="2779" y="37897"/>
                  </a:lnTo>
                  <a:lnTo>
                    <a:pt x="3006" y="35531"/>
                  </a:lnTo>
                  <a:lnTo>
                    <a:pt x="2509" y="33867"/>
                  </a:lnTo>
                  <a:lnTo>
                    <a:pt x="1340" y="31101"/>
                  </a:lnTo>
                  <a:lnTo>
                    <a:pt x="1068" y="29501"/>
                  </a:lnTo>
                  <a:lnTo>
                    <a:pt x="1002" y="27565"/>
                  </a:lnTo>
                  <a:lnTo>
                    <a:pt x="1206" y="25643"/>
                  </a:lnTo>
                  <a:lnTo>
                    <a:pt x="2408" y="27842"/>
                  </a:lnTo>
                  <a:lnTo>
                    <a:pt x="3025" y="30586"/>
                  </a:lnTo>
                  <a:lnTo>
                    <a:pt x="3908" y="31791"/>
                  </a:lnTo>
                  <a:lnTo>
                    <a:pt x="5016" y="31801"/>
                  </a:lnTo>
                  <a:lnTo>
                    <a:pt x="4165" y="27769"/>
                  </a:lnTo>
                  <a:lnTo>
                    <a:pt x="3859" y="26754"/>
                  </a:lnTo>
                  <a:lnTo>
                    <a:pt x="2664" y="24945"/>
                  </a:lnTo>
                  <a:lnTo>
                    <a:pt x="1035" y="21900"/>
                  </a:lnTo>
                  <a:lnTo>
                    <a:pt x="0" y="20433"/>
                  </a:lnTo>
                  <a:lnTo>
                    <a:pt x="366" y="17260"/>
                  </a:lnTo>
                  <a:lnTo>
                    <a:pt x="973" y="16630"/>
                  </a:lnTo>
                  <a:lnTo>
                    <a:pt x="1487" y="16782"/>
                  </a:lnTo>
                  <a:lnTo>
                    <a:pt x="3218" y="17906"/>
                  </a:lnTo>
                  <a:lnTo>
                    <a:pt x="3381" y="16327"/>
                  </a:lnTo>
                  <a:lnTo>
                    <a:pt x="3126" y="15482"/>
                  </a:lnTo>
                  <a:lnTo>
                    <a:pt x="2993" y="14501"/>
                  </a:lnTo>
                  <a:lnTo>
                    <a:pt x="4132" y="13128"/>
                  </a:lnTo>
                  <a:lnTo>
                    <a:pt x="5995" y="11997"/>
                  </a:lnTo>
                  <a:lnTo>
                    <a:pt x="6378" y="11467"/>
                  </a:lnTo>
                  <a:lnTo>
                    <a:pt x="6708" y="10330"/>
                  </a:lnTo>
                  <a:lnTo>
                    <a:pt x="7164" y="9736"/>
                  </a:lnTo>
                  <a:lnTo>
                    <a:pt x="8470" y="9753"/>
                  </a:lnTo>
                  <a:lnTo>
                    <a:pt x="9566" y="8666"/>
                  </a:lnTo>
                  <a:lnTo>
                    <a:pt x="10473" y="5719"/>
                  </a:lnTo>
                  <a:lnTo>
                    <a:pt x="10690" y="4101"/>
                  </a:lnTo>
                  <a:lnTo>
                    <a:pt x="11013" y="2752"/>
                  </a:lnTo>
                  <a:lnTo>
                    <a:pt x="13277" y="363"/>
                  </a:lnTo>
                  <a:lnTo>
                    <a:pt x="13839" y="0"/>
                  </a:lnTo>
                  <a:lnTo>
                    <a:pt x="15350" y="295"/>
                  </a:lnTo>
                  <a:lnTo>
                    <a:pt x="16733" y="1647"/>
                  </a:lnTo>
                  <a:lnTo>
                    <a:pt x="17415" y="4490"/>
                  </a:lnTo>
                  <a:lnTo>
                    <a:pt x="18013" y="7533"/>
                  </a:lnTo>
                  <a:close/>
                </a:path>
              </a:pathLst>
            </a:custGeom>
            <a:solidFill>
              <a:srgbClr val="8ABD8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6" name="pg885"/>
            <p:cNvSpPr/>
            <p:nvPr/>
          </p:nvSpPr>
          <p:spPr>
            <a:xfrm>
              <a:off x="4944883" y="2630945"/>
              <a:ext cx="2977" cy="2977"/>
            </a:xfrm>
            <a:custGeom>
              <a:avLst/>
              <a:pathLst>
                <a:path w="2977" h="2977">
                  <a:moveTo>
                    <a:pt x="797" y="77"/>
                  </a:moveTo>
                  <a:lnTo>
                    <a:pt x="1388" y="1158"/>
                  </a:lnTo>
                  <a:lnTo>
                    <a:pt x="2801" y="717"/>
                  </a:lnTo>
                  <a:lnTo>
                    <a:pt x="2977" y="1022"/>
                  </a:lnTo>
                  <a:lnTo>
                    <a:pt x="2564" y="2005"/>
                  </a:lnTo>
                  <a:lnTo>
                    <a:pt x="1942" y="2977"/>
                  </a:lnTo>
                  <a:lnTo>
                    <a:pt x="812" y="2255"/>
                  </a:lnTo>
                  <a:lnTo>
                    <a:pt x="99" y="2214"/>
                  </a:lnTo>
                  <a:lnTo>
                    <a:pt x="0" y="591"/>
                  </a:lnTo>
                  <a:lnTo>
                    <a:pt x="90" y="0"/>
                  </a:lnTo>
                  <a:close/>
                </a:path>
              </a:pathLst>
            </a:custGeom>
            <a:solidFill>
              <a:srgbClr val="8ABD8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7" name="pg886"/>
            <p:cNvSpPr/>
            <p:nvPr/>
          </p:nvSpPr>
          <p:spPr>
            <a:xfrm>
              <a:off x="4948056" y="2624301"/>
              <a:ext cx="1431" cy="2882"/>
            </a:xfrm>
            <a:custGeom>
              <a:avLst/>
              <a:pathLst>
                <a:path w="1431" h="2882">
                  <a:moveTo>
                    <a:pt x="1431" y="1698"/>
                  </a:moveTo>
                  <a:lnTo>
                    <a:pt x="1078" y="2882"/>
                  </a:lnTo>
                  <a:lnTo>
                    <a:pt x="0" y="2523"/>
                  </a:lnTo>
                  <a:lnTo>
                    <a:pt x="430" y="1497"/>
                  </a:lnTo>
                  <a:lnTo>
                    <a:pt x="763" y="253"/>
                  </a:lnTo>
                  <a:lnTo>
                    <a:pt x="1005" y="0"/>
                  </a:lnTo>
                  <a:lnTo>
                    <a:pt x="1209" y="1351"/>
                  </a:lnTo>
                  <a:close/>
                </a:path>
              </a:pathLst>
            </a:custGeom>
            <a:solidFill>
              <a:srgbClr val="8ABD8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8" name="pg887"/>
            <p:cNvSpPr/>
            <p:nvPr/>
          </p:nvSpPr>
          <p:spPr>
            <a:xfrm>
              <a:off x="4908149" y="2619927"/>
              <a:ext cx="1836" cy="7028"/>
            </a:xfrm>
            <a:custGeom>
              <a:avLst/>
              <a:pathLst>
                <a:path w="1836" h="7028">
                  <a:moveTo>
                    <a:pt x="1134" y="5829"/>
                  </a:moveTo>
                  <a:lnTo>
                    <a:pt x="341" y="7028"/>
                  </a:lnTo>
                  <a:lnTo>
                    <a:pt x="0" y="5189"/>
                  </a:lnTo>
                  <a:lnTo>
                    <a:pt x="346" y="0"/>
                  </a:lnTo>
                  <a:lnTo>
                    <a:pt x="1836" y="1060"/>
                  </a:lnTo>
                  <a:lnTo>
                    <a:pt x="1811" y="2654"/>
                  </a:lnTo>
                  <a:close/>
                </a:path>
              </a:pathLst>
            </a:custGeom>
            <a:solidFill>
              <a:srgbClr val="8ABD8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9" name="pg888"/>
            <p:cNvSpPr/>
            <p:nvPr/>
          </p:nvSpPr>
          <p:spPr>
            <a:xfrm>
              <a:off x="4942836" y="2618812"/>
              <a:ext cx="32981" cy="47467"/>
            </a:xfrm>
            <a:custGeom>
              <a:avLst/>
              <a:pathLst>
                <a:path w="32981" h="47467">
                  <a:moveTo>
                    <a:pt x="28333" y="3015"/>
                  </a:moveTo>
                  <a:lnTo>
                    <a:pt x="30018" y="4244"/>
                  </a:lnTo>
                  <a:lnTo>
                    <a:pt x="31746" y="3894"/>
                  </a:lnTo>
                  <a:lnTo>
                    <a:pt x="31719" y="9291"/>
                  </a:lnTo>
                  <a:lnTo>
                    <a:pt x="31964" y="11103"/>
                  </a:lnTo>
                  <a:lnTo>
                    <a:pt x="32450" y="12725"/>
                  </a:lnTo>
                  <a:lnTo>
                    <a:pt x="32201" y="15087"/>
                  </a:lnTo>
                  <a:lnTo>
                    <a:pt x="32981" y="15894"/>
                  </a:lnTo>
                  <a:lnTo>
                    <a:pt x="30664" y="18589"/>
                  </a:lnTo>
                  <a:lnTo>
                    <a:pt x="28572" y="22161"/>
                  </a:lnTo>
                  <a:lnTo>
                    <a:pt x="27713" y="24572"/>
                  </a:lnTo>
                  <a:lnTo>
                    <a:pt x="26934" y="27153"/>
                  </a:lnTo>
                  <a:lnTo>
                    <a:pt x="26483" y="29886"/>
                  </a:lnTo>
                  <a:lnTo>
                    <a:pt x="26190" y="32834"/>
                  </a:lnTo>
                  <a:lnTo>
                    <a:pt x="25489" y="31665"/>
                  </a:lnTo>
                  <a:lnTo>
                    <a:pt x="23473" y="26891"/>
                  </a:lnTo>
                  <a:lnTo>
                    <a:pt x="22197" y="25581"/>
                  </a:lnTo>
                  <a:lnTo>
                    <a:pt x="20145" y="24882"/>
                  </a:lnTo>
                  <a:lnTo>
                    <a:pt x="19492" y="25040"/>
                  </a:lnTo>
                  <a:lnTo>
                    <a:pt x="15274" y="29502"/>
                  </a:lnTo>
                  <a:lnTo>
                    <a:pt x="14714" y="32763"/>
                  </a:lnTo>
                  <a:lnTo>
                    <a:pt x="13564" y="37682"/>
                  </a:lnTo>
                  <a:lnTo>
                    <a:pt x="13019" y="39305"/>
                  </a:lnTo>
                  <a:lnTo>
                    <a:pt x="12413" y="39771"/>
                  </a:lnTo>
                  <a:lnTo>
                    <a:pt x="11985" y="40615"/>
                  </a:lnTo>
                  <a:lnTo>
                    <a:pt x="11512" y="44808"/>
                  </a:lnTo>
                  <a:lnTo>
                    <a:pt x="10204" y="47391"/>
                  </a:lnTo>
                  <a:lnTo>
                    <a:pt x="9404" y="47467"/>
                  </a:lnTo>
                  <a:lnTo>
                    <a:pt x="8038" y="46760"/>
                  </a:lnTo>
                  <a:lnTo>
                    <a:pt x="7424" y="47158"/>
                  </a:lnTo>
                  <a:lnTo>
                    <a:pt x="8243" y="43020"/>
                  </a:lnTo>
                  <a:lnTo>
                    <a:pt x="6938" y="42517"/>
                  </a:lnTo>
                  <a:lnTo>
                    <a:pt x="5636" y="42603"/>
                  </a:lnTo>
                  <a:lnTo>
                    <a:pt x="5605" y="39912"/>
                  </a:lnTo>
                  <a:lnTo>
                    <a:pt x="4816" y="38384"/>
                  </a:lnTo>
                  <a:lnTo>
                    <a:pt x="5401" y="36402"/>
                  </a:lnTo>
                  <a:lnTo>
                    <a:pt x="5417" y="34786"/>
                  </a:lnTo>
                  <a:lnTo>
                    <a:pt x="5760" y="33896"/>
                  </a:lnTo>
                  <a:lnTo>
                    <a:pt x="5879" y="32593"/>
                  </a:lnTo>
                  <a:lnTo>
                    <a:pt x="5835" y="31479"/>
                  </a:lnTo>
                  <a:lnTo>
                    <a:pt x="5031" y="31139"/>
                  </a:lnTo>
                  <a:lnTo>
                    <a:pt x="4540" y="30351"/>
                  </a:lnTo>
                  <a:lnTo>
                    <a:pt x="4633" y="27419"/>
                  </a:lnTo>
                  <a:lnTo>
                    <a:pt x="4171" y="27312"/>
                  </a:lnTo>
                  <a:lnTo>
                    <a:pt x="3027" y="27823"/>
                  </a:lnTo>
                  <a:lnTo>
                    <a:pt x="648" y="30088"/>
                  </a:lnTo>
                  <a:lnTo>
                    <a:pt x="0" y="30092"/>
                  </a:lnTo>
                  <a:lnTo>
                    <a:pt x="997" y="28479"/>
                  </a:lnTo>
                  <a:lnTo>
                    <a:pt x="3111" y="26265"/>
                  </a:lnTo>
                  <a:lnTo>
                    <a:pt x="4062" y="24996"/>
                  </a:lnTo>
                  <a:lnTo>
                    <a:pt x="6135" y="21437"/>
                  </a:lnTo>
                  <a:lnTo>
                    <a:pt x="7439" y="19752"/>
                  </a:lnTo>
                  <a:lnTo>
                    <a:pt x="8120" y="16768"/>
                  </a:lnTo>
                  <a:lnTo>
                    <a:pt x="8331" y="14956"/>
                  </a:lnTo>
                  <a:lnTo>
                    <a:pt x="8771" y="13363"/>
                  </a:lnTo>
                  <a:lnTo>
                    <a:pt x="9160" y="10813"/>
                  </a:lnTo>
                  <a:lnTo>
                    <a:pt x="9833" y="9962"/>
                  </a:lnTo>
                  <a:lnTo>
                    <a:pt x="10999" y="7773"/>
                  </a:lnTo>
                  <a:lnTo>
                    <a:pt x="11669" y="7986"/>
                  </a:lnTo>
                  <a:lnTo>
                    <a:pt x="12414" y="10675"/>
                  </a:lnTo>
                  <a:lnTo>
                    <a:pt x="13419" y="12738"/>
                  </a:lnTo>
                  <a:lnTo>
                    <a:pt x="14142" y="12564"/>
                  </a:lnTo>
                  <a:lnTo>
                    <a:pt x="15431" y="11506"/>
                  </a:lnTo>
                  <a:lnTo>
                    <a:pt x="16052" y="11268"/>
                  </a:lnTo>
                  <a:lnTo>
                    <a:pt x="17543" y="11394"/>
                  </a:lnTo>
                  <a:lnTo>
                    <a:pt x="18883" y="10083"/>
                  </a:lnTo>
                  <a:lnTo>
                    <a:pt x="19428" y="8540"/>
                  </a:lnTo>
                  <a:lnTo>
                    <a:pt x="19631" y="6610"/>
                  </a:lnTo>
                  <a:lnTo>
                    <a:pt x="19134" y="3384"/>
                  </a:lnTo>
                  <a:lnTo>
                    <a:pt x="19779" y="3709"/>
                  </a:lnTo>
                  <a:lnTo>
                    <a:pt x="20397" y="3576"/>
                  </a:lnTo>
                  <a:lnTo>
                    <a:pt x="21851" y="1523"/>
                  </a:lnTo>
                  <a:lnTo>
                    <a:pt x="23347" y="305"/>
                  </a:lnTo>
                  <a:lnTo>
                    <a:pt x="24901" y="0"/>
                  </a:lnTo>
                  <a:lnTo>
                    <a:pt x="26648" y="1162"/>
                  </a:lnTo>
                  <a:close/>
                </a:path>
              </a:pathLst>
            </a:custGeom>
            <a:solidFill>
              <a:srgbClr val="8ABD8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0" name="pg889"/>
            <p:cNvSpPr/>
            <p:nvPr/>
          </p:nvSpPr>
          <p:spPr>
            <a:xfrm>
              <a:off x="4969033" y="2613612"/>
              <a:ext cx="2317" cy="3289"/>
            </a:xfrm>
            <a:custGeom>
              <a:avLst/>
              <a:pathLst>
                <a:path w="2317" h="3289">
                  <a:moveTo>
                    <a:pt x="2068" y="1499"/>
                  </a:moveTo>
                  <a:lnTo>
                    <a:pt x="1841" y="2086"/>
                  </a:lnTo>
                  <a:lnTo>
                    <a:pt x="1623" y="1933"/>
                  </a:lnTo>
                  <a:lnTo>
                    <a:pt x="849" y="3289"/>
                  </a:lnTo>
                  <a:lnTo>
                    <a:pt x="681" y="1989"/>
                  </a:lnTo>
                  <a:lnTo>
                    <a:pt x="75" y="1123"/>
                  </a:lnTo>
                  <a:lnTo>
                    <a:pt x="0" y="447"/>
                  </a:lnTo>
                  <a:lnTo>
                    <a:pt x="1753" y="0"/>
                  </a:lnTo>
                  <a:lnTo>
                    <a:pt x="2317" y="354"/>
                  </a:lnTo>
                  <a:close/>
                </a:path>
              </a:pathLst>
            </a:custGeom>
            <a:solidFill>
              <a:srgbClr val="8ABD8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1" name="pg890"/>
            <p:cNvSpPr/>
            <p:nvPr/>
          </p:nvSpPr>
          <p:spPr>
            <a:xfrm>
              <a:off x="4974953" y="2613301"/>
              <a:ext cx="4104" cy="10105"/>
            </a:xfrm>
            <a:custGeom>
              <a:avLst/>
              <a:pathLst>
                <a:path w="4104" h="10105">
                  <a:moveTo>
                    <a:pt x="3228" y="7587"/>
                  </a:moveTo>
                  <a:lnTo>
                    <a:pt x="1907" y="10105"/>
                  </a:lnTo>
                  <a:lnTo>
                    <a:pt x="765" y="9929"/>
                  </a:lnTo>
                  <a:lnTo>
                    <a:pt x="190" y="8804"/>
                  </a:lnTo>
                  <a:lnTo>
                    <a:pt x="0" y="7410"/>
                  </a:lnTo>
                  <a:lnTo>
                    <a:pt x="1088" y="5223"/>
                  </a:lnTo>
                  <a:lnTo>
                    <a:pt x="2027" y="2135"/>
                  </a:lnTo>
                  <a:lnTo>
                    <a:pt x="2878" y="763"/>
                  </a:lnTo>
                  <a:lnTo>
                    <a:pt x="3569" y="0"/>
                  </a:lnTo>
                  <a:lnTo>
                    <a:pt x="4104" y="25"/>
                  </a:lnTo>
                  <a:lnTo>
                    <a:pt x="2895" y="4332"/>
                  </a:lnTo>
                  <a:close/>
                </a:path>
              </a:pathLst>
            </a:custGeom>
            <a:solidFill>
              <a:srgbClr val="8ABD8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2" name="pg891"/>
            <p:cNvSpPr/>
            <p:nvPr/>
          </p:nvSpPr>
          <p:spPr>
            <a:xfrm>
              <a:off x="4909127" y="2609115"/>
              <a:ext cx="2601" cy="11259"/>
            </a:xfrm>
            <a:custGeom>
              <a:avLst/>
              <a:pathLst>
                <a:path w="2601" h="11259">
                  <a:moveTo>
                    <a:pt x="1449" y="9837"/>
                  </a:moveTo>
                  <a:lnTo>
                    <a:pt x="1202" y="11259"/>
                  </a:lnTo>
                  <a:lnTo>
                    <a:pt x="374" y="10252"/>
                  </a:lnTo>
                  <a:lnTo>
                    <a:pt x="0" y="9340"/>
                  </a:lnTo>
                  <a:lnTo>
                    <a:pt x="764" y="4866"/>
                  </a:lnTo>
                  <a:lnTo>
                    <a:pt x="674" y="3169"/>
                  </a:lnTo>
                  <a:lnTo>
                    <a:pt x="721" y="2343"/>
                  </a:lnTo>
                  <a:lnTo>
                    <a:pt x="2247" y="0"/>
                  </a:lnTo>
                  <a:lnTo>
                    <a:pt x="2507" y="450"/>
                  </a:lnTo>
                  <a:lnTo>
                    <a:pt x="2601" y="1096"/>
                  </a:lnTo>
                  <a:lnTo>
                    <a:pt x="2467" y="2099"/>
                  </a:lnTo>
                  <a:lnTo>
                    <a:pt x="2543" y="4318"/>
                  </a:lnTo>
                  <a:lnTo>
                    <a:pt x="1398" y="7981"/>
                  </a:lnTo>
                  <a:close/>
                </a:path>
              </a:pathLst>
            </a:custGeom>
            <a:solidFill>
              <a:srgbClr val="8ABD8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3" name="pg892"/>
            <p:cNvSpPr/>
            <p:nvPr/>
          </p:nvSpPr>
          <p:spPr>
            <a:xfrm>
              <a:off x="5032221" y="2606476"/>
              <a:ext cx="1091" cy="2846"/>
            </a:xfrm>
            <a:custGeom>
              <a:avLst/>
              <a:pathLst>
                <a:path w="1091" h="2846">
                  <a:moveTo>
                    <a:pt x="1091" y="1458"/>
                  </a:moveTo>
                  <a:lnTo>
                    <a:pt x="960" y="2846"/>
                  </a:lnTo>
                  <a:lnTo>
                    <a:pt x="310" y="2540"/>
                  </a:lnTo>
                  <a:lnTo>
                    <a:pt x="0" y="1636"/>
                  </a:lnTo>
                  <a:lnTo>
                    <a:pt x="38" y="12"/>
                  </a:lnTo>
                  <a:lnTo>
                    <a:pt x="722" y="0"/>
                  </a:lnTo>
                  <a:close/>
                </a:path>
              </a:pathLst>
            </a:custGeom>
            <a:solidFill>
              <a:srgbClr val="8ABD8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4" name="pg893"/>
            <p:cNvSpPr/>
            <p:nvPr/>
          </p:nvSpPr>
          <p:spPr>
            <a:xfrm>
              <a:off x="4956941" y="2560254"/>
              <a:ext cx="2331" cy="5130"/>
            </a:xfrm>
            <a:custGeom>
              <a:avLst/>
              <a:pathLst>
                <a:path w="2331" h="5130">
                  <a:moveTo>
                    <a:pt x="2200" y="4026"/>
                  </a:moveTo>
                  <a:lnTo>
                    <a:pt x="1642" y="5130"/>
                  </a:lnTo>
                  <a:lnTo>
                    <a:pt x="601" y="4768"/>
                  </a:lnTo>
                  <a:lnTo>
                    <a:pt x="0" y="3177"/>
                  </a:lnTo>
                  <a:lnTo>
                    <a:pt x="197" y="1380"/>
                  </a:lnTo>
                  <a:lnTo>
                    <a:pt x="1288" y="0"/>
                  </a:lnTo>
                  <a:lnTo>
                    <a:pt x="2331" y="2770"/>
                  </a:lnTo>
                  <a:close/>
                </a:path>
              </a:pathLst>
            </a:custGeom>
            <a:solidFill>
              <a:srgbClr val="8ABD8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5" name="pg894"/>
            <p:cNvSpPr/>
            <p:nvPr/>
          </p:nvSpPr>
          <p:spPr>
            <a:xfrm>
              <a:off x="5018307" y="2501871"/>
              <a:ext cx="4265" cy="14666"/>
            </a:xfrm>
            <a:custGeom>
              <a:avLst/>
              <a:pathLst>
                <a:path w="4265" h="14666">
                  <a:moveTo>
                    <a:pt x="1448" y="14591"/>
                  </a:moveTo>
                  <a:lnTo>
                    <a:pt x="290" y="14666"/>
                  </a:lnTo>
                  <a:lnTo>
                    <a:pt x="0" y="14376"/>
                  </a:lnTo>
                  <a:lnTo>
                    <a:pt x="702" y="13643"/>
                  </a:lnTo>
                  <a:lnTo>
                    <a:pt x="763" y="12414"/>
                  </a:lnTo>
                  <a:lnTo>
                    <a:pt x="1182" y="10235"/>
                  </a:lnTo>
                  <a:lnTo>
                    <a:pt x="1175" y="9606"/>
                  </a:lnTo>
                  <a:lnTo>
                    <a:pt x="255" y="9495"/>
                  </a:lnTo>
                  <a:lnTo>
                    <a:pt x="302" y="7016"/>
                  </a:lnTo>
                  <a:lnTo>
                    <a:pt x="988" y="4573"/>
                  </a:lnTo>
                  <a:lnTo>
                    <a:pt x="2877" y="722"/>
                  </a:lnTo>
                  <a:lnTo>
                    <a:pt x="3393" y="0"/>
                  </a:lnTo>
                  <a:lnTo>
                    <a:pt x="3471" y="1682"/>
                  </a:lnTo>
                  <a:lnTo>
                    <a:pt x="2895" y="5661"/>
                  </a:lnTo>
                  <a:lnTo>
                    <a:pt x="2783" y="7098"/>
                  </a:lnTo>
                  <a:lnTo>
                    <a:pt x="4265" y="7398"/>
                  </a:lnTo>
                  <a:lnTo>
                    <a:pt x="3312" y="12174"/>
                  </a:lnTo>
                  <a:close/>
                </a:path>
              </a:pathLst>
            </a:custGeom>
            <a:solidFill>
              <a:srgbClr val="8ABD8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6" name="pg895"/>
            <p:cNvSpPr/>
            <p:nvPr/>
          </p:nvSpPr>
          <p:spPr>
            <a:xfrm>
              <a:off x="4928902" y="2407620"/>
              <a:ext cx="135325" cy="236942"/>
            </a:xfrm>
            <a:custGeom>
              <a:avLst/>
              <a:pathLst>
                <a:path w="135325" h="236942">
                  <a:moveTo>
                    <a:pt x="126016" y="3927"/>
                  </a:moveTo>
                  <a:lnTo>
                    <a:pt x="126497" y="4484"/>
                  </a:lnTo>
                  <a:lnTo>
                    <a:pt x="128772" y="2979"/>
                  </a:lnTo>
                  <a:lnTo>
                    <a:pt x="128339" y="7517"/>
                  </a:lnTo>
                  <a:lnTo>
                    <a:pt x="128096" y="12092"/>
                  </a:lnTo>
                  <a:lnTo>
                    <a:pt x="128263" y="19685"/>
                  </a:lnTo>
                  <a:lnTo>
                    <a:pt x="128468" y="23114"/>
                  </a:lnTo>
                  <a:lnTo>
                    <a:pt x="128862" y="26429"/>
                  </a:lnTo>
                  <a:lnTo>
                    <a:pt x="129830" y="28805"/>
                  </a:lnTo>
                  <a:lnTo>
                    <a:pt x="131098" y="30492"/>
                  </a:lnTo>
                  <a:lnTo>
                    <a:pt x="132935" y="35884"/>
                  </a:lnTo>
                  <a:lnTo>
                    <a:pt x="133921" y="42501"/>
                  </a:lnTo>
                  <a:lnTo>
                    <a:pt x="134617" y="45714"/>
                  </a:lnTo>
                  <a:lnTo>
                    <a:pt x="135138" y="49084"/>
                  </a:lnTo>
                  <a:lnTo>
                    <a:pt x="135297" y="50627"/>
                  </a:lnTo>
                  <a:lnTo>
                    <a:pt x="135310" y="52173"/>
                  </a:lnTo>
                  <a:lnTo>
                    <a:pt x="135154" y="54287"/>
                  </a:lnTo>
                  <a:lnTo>
                    <a:pt x="135325" y="55995"/>
                  </a:lnTo>
                  <a:lnTo>
                    <a:pt x="135128" y="61366"/>
                  </a:lnTo>
                  <a:lnTo>
                    <a:pt x="134305" y="67574"/>
                  </a:lnTo>
                  <a:lnTo>
                    <a:pt x="134199" y="70747"/>
                  </a:lnTo>
                  <a:lnTo>
                    <a:pt x="133484" y="71376"/>
                  </a:lnTo>
                  <a:lnTo>
                    <a:pt x="133051" y="72842"/>
                  </a:lnTo>
                  <a:lnTo>
                    <a:pt x="132681" y="73521"/>
                  </a:lnTo>
                  <a:lnTo>
                    <a:pt x="132270" y="74048"/>
                  </a:lnTo>
                  <a:lnTo>
                    <a:pt x="131674" y="74179"/>
                  </a:lnTo>
                  <a:lnTo>
                    <a:pt x="131248" y="74780"/>
                  </a:lnTo>
                  <a:lnTo>
                    <a:pt x="131079" y="76462"/>
                  </a:lnTo>
                  <a:lnTo>
                    <a:pt x="130805" y="78022"/>
                  </a:lnTo>
                  <a:lnTo>
                    <a:pt x="130286" y="79459"/>
                  </a:lnTo>
                  <a:lnTo>
                    <a:pt x="129879" y="81044"/>
                  </a:lnTo>
                  <a:lnTo>
                    <a:pt x="129544" y="84910"/>
                  </a:lnTo>
                  <a:lnTo>
                    <a:pt x="129422" y="88875"/>
                  </a:lnTo>
                  <a:lnTo>
                    <a:pt x="128919" y="91643"/>
                  </a:lnTo>
                  <a:lnTo>
                    <a:pt x="127708" y="92365"/>
                  </a:lnTo>
                  <a:lnTo>
                    <a:pt x="126320" y="92316"/>
                  </a:lnTo>
                  <a:lnTo>
                    <a:pt x="124542" y="93600"/>
                  </a:lnTo>
                  <a:lnTo>
                    <a:pt x="124164" y="94350"/>
                  </a:lnTo>
                  <a:lnTo>
                    <a:pt x="122760" y="99186"/>
                  </a:lnTo>
                  <a:lnTo>
                    <a:pt x="122356" y="102023"/>
                  </a:lnTo>
                  <a:lnTo>
                    <a:pt x="122343" y="105075"/>
                  </a:lnTo>
                  <a:lnTo>
                    <a:pt x="122733" y="108827"/>
                  </a:lnTo>
                  <a:lnTo>
                    <a:pt x="123263" y="112497"/>
                  </a:lnTo>
                  <a:lnTo>
                    <a:pt x="123664" y="119328"/>
                  </a:lnTo>
                  <a:lnTo>
                    <a:pt x="123242" y="129747"/>
                  </a:lnTo>
                  <a:lnTo>
                    <a:pt x="122836" y="133074"/>
                  </a:lnTo>
                  <a:lnTo>
                    <a:pt x="121943" y="135329"/>
                  </a:lnTo>
                  <a:lnTo>
                    <a:pt x="121267" y="136375"/>
                  </a:lnTo>
                  <a:lnTo>
                    <a:pt x="120684" y="137659"/>
                  </a:lnTo>
                  <a:lnTo>
                    <a:pt x="119929" y="141057"/>
                  </a:lnTo>
                  <a:lnTo>
                    <a:pt x="118680" y="147827"/>
                  </a:lnTo>
                  <a:lnTo>
                    <a:pt x="118576" y="149525"/>
                  </a:lnTo>
                  <a:lnTo>
                    <a:pt x="118581" y="151290"/>
                  </a:lnTo>
                  <a:lnTo>
                    <a:pt x="118244" y="153588"/>
                  </a:lnTo>
                  <a:lnTo>
                    <a:pt x="118024" y="155848"/>
                  </a:lnTo>
                  <a:lnTo>
                    <a:pt x="118230" y="158475"/>
                  </a:lnTo>
                  <a:lnTo>
                    <a:pt x="118614" y="160933"/>
                  </a:lnTo>
                  <a:lnTo>
                    <a:pt x="120291" y="167243"/>
                  </a:lnTo>
                  <a:lnTo>
                    <a:pt x="120948" y="169110"/>
                  </a:lnTo>
                  <a:lnTo>
                    <a:pt x="121686" y="170811"/>
                  </a:lnTo>
                  <a:lnTo>
                    <a:pt x="118825" y="172693"/>
                  </a:lnTo>
                  <a:lnTo>
                    <a:pt x="118308" y="173557"/>
                  </a:lnTo>
                  <a:lnTo>
                    <a:pt x="116609" y="177155"/>
                  </a:lnTo>
                  <a:lnTo>
                    <a:pt x="116066" y="180568"/>
                  </a:lnTo>
                  <a:lnTo>
                    <a:pt x="116110" y="184343"/>
                  </a:lnTo>
                  <a:lnTo>
                    <a:pt x="115823" y="185698"/>
                  </a:lnTo>
                  <a:lnTo>
                    <a:pt x="115357" y="186871"/>
                  </a:lnTo>
                  <a:lnTo>
                    <a:pt x="114870" y="187652"/>
                  </a:lnTo>
                  <a:lnTo>
                    <a:pt x="112971" y="189382"/>
                  </a:lnTo>
                  <a:lnTo>
                    <a:pt x="111755" y="191102"/>
                  </a:lnTo>
                  <a:lnTo>
                    <a:pt x="110544" y="193790"/>
                  </a:lnTo>
                  <a:lnTo>
                    <a:pt x="110064" y="195199"/>
                  </a:lnTo>
                  <a:lnTo>
                    <a:pt x="109132" y="194748"/>
                  </a:lnTo>
                  <a:lnTo>
                    <a:pt x="108587" y="193505"/>
                  </a:lnTo>
                  <a:lnTo>
                    <a:pt x="109124" y="191941"/>
                  </a:lnTo>
                  <a:lnTo>
                    <a:pt x="108958" y="190100"/>
                  </a:lnTo>
                  <a:lnTo>
                    <a:pt x="109224" y="185368"/>
                  </a:lnTo>
                  <a:lnTo>
                    <a:pt x="108919" y="183466"/>
                  </a:lnTo>
                  <a:lnTo>
                    <a:pt x="109890" y="182031"/>
                  </a:lnTo>
                  <a:lnTo>
                    <a:pt x="110353" y="179734"/>
                  </a:lnTo>
                  <a:lnTo>
                    <a:pt x="111365" y="177895"/>
                  </a:lnTo>
                  <a:lnTo>
                    <a:pt x="112086" y="176264"/>
                  </a:lnTo>
                  <a:lnTo>
                    <a:pt x="112215" y="174942"/>
                  </a:lnTo>
                  <a:lnTo>
                    <a:pt x="111566" y="173518"/>
                  </a:lnTo>
                  <a:lnTo>
                    <a:pt x="110882" y="172488"/>
                  </a:lnTo>
                  <a:lnTo>
                    <a:pt x="109935" y="172483"/>
                  </a:lnTo>
                  <a:lnTo>
                    <a:pt x="109020" y="172788"/>
                  </a:lnTo>
                  <a:lnTo>
                    <a:pt x="108430" y="174146"/>
                  </a:lnTo>
                  <a:lnTo>
                    <a:pt x="108233" y="175994"/>
                  </a:lnTo>
                  <a:lnTo>
                    <a:pt x="108279" y="176857"/>
                  </a:lnTo>
                  <a:lnTo>
                    <a:pt x="108204" y="177611"/>
                  </a:lnTo>
                  <a:lnTo>
                    <a:pt x="106769" y="180143"/>
                  </a:lnTo>
                  <a:lnTo>
                    <a:pt x="106958" y="182792"/>
                  </a:lnTo>
                  <a:lnTo>
                    <a:pt x="107378" y="184137"/>
                  </a:lnTo>
                  <a:lnTo>
                    <a:pt x="107915" y="184775"/>
                  </a:lnTo>
                  <a:lnTo>
                    <a:pt x="107754" y="185687"/>
                  </a:lnTo>
                  <a:lnTo>
                    <a:pt x="107073" y="187822"/>
                  </a:lnTo>
                  <a:lnTo>
                    <a:pt x="106597" y="188033"/>
                  </a:lnTo>
                  <a:lnTo>
                    <a:pt x="105721" y="185045"/>
                  </a:lnTo>
                  <a:lnTo>
                    <a:pt x="104629" y="183411"/>
                  </a:lnTo>
                  <a:lnTo>
                    <a:pt x="103277" y="183424"/>
                  </a:lnTo>
                  <a:lnTo>
                    <a:pt x="101887" y="184017"/>
                  </a:lnTo>
                  <a:lnTo>
                    <a:pt x="100830" y="186006"/>
                  </a:lnTo>
                  <a:lnTo>
                    <a:pt x="100481" y="187656"/>
                  </a:lnTo>
                  <a:lnTo>
                    <a:pt x="100258" y="189363"/>
                  </a:lnTo>
                  <a:lnTo>
                    <a:pt x="100334" y="193518"/>
                  </a:lnTo>
                  <a:lnTo>
                    <a:pt x="99896" y="196985"/>
                  </a:lnTo>
                  <a:lnTo>
                    <a:pt x="99037" y="200033"/>
                  </a:lnTo>
                  <a:lnTo>
                    <a:pt x="98635" y="201145"/>
                  </a:lnTo>
                  <a:lnTo>
                    <a:pt x="97588" y="203213"/>
                  </a:lnTo>
                  <a:lnTo>
                    <a:pt x="96866" y="203484"/>
                  </a:lnTo>
                  <a:lnTo>
                    <a:pt x="96350" y="202545"/>
                  </a:lnTo>
                  <a:lnTo>
                    <a:pt x="95935" y="201121"/>
                  </a:lnTo>
                  <a:lnTo>
                    <a:pt x="96464" y="195905"/>
                  </a:lnTo>
                  <a:lnTo>
                    <a:pt x="96443" y="192977"/>
                  </a:lnTo>
                  <a:lnTo>
                    <a:pt x="97672" y="191487"/>
                  </a:lnTo>
                  <a:lnTo>
                    <a:pt x="96664" y="189405"/>
                  </a:lnTo>
                  <a:lnTo>
                    <a:pt x="95430" y="188567"/>
                  </a:lnTo>
                  <a:lnTo>
                    <a:pt x="93694" y="189678"/>
                  </a:lnTo>
                  <a:lnTo>
                    <a:pt x="93204" y="190928"/>
                  </a:lnTo>
                  <a:lnTo>
                    <a:pt x="92870" y="192612"/>
                  </a:lnTo>
                  <a:lnTo>
                    <a:pt x="91938" y="194739"/>
                  </a:lnTo>
                  <a:lnTo>
                    <a:pt x="90909" y="196733"/>
                  </a:lnTo>
                  <a:lnTo>
                    <a:pt x="89746" y="200132"/>
                  </a:lnTo>
                  <a:lnTo>
                    <a:pt x="88964" y="204161"/>
                  </a:lnTo>
                  <a:lnTo>
                    <a:pt x="86404" y="202843"/>
                  </a:lnTo>
                  <a:lnTo>
                    <a:pt x="85005" y="202549"/>
                  </a:lnTo>
                  <a:lnTo>
                    <a:pt x="83595" y="202651"/>
                  </a:lnTo>
                  <a:lnTo>
                    <a:pt x="81095" y="202155"/>
                  </a:lnTo>
                  <a:lnTo>
                    <a:pt x="78349" y="202977"/>
                  </a:lnTo>
                  <a:lnTo>
                    <a:pt x="75225" y="204560"/>
                  </a:lnTo>
                  <a:lnTo>
                    <a:pt x="75411" y="203419"/>
                  </a:lnTo>
                  <a:lnTo>
                    <a:pt x="77980" y="200994"/>
                  </a:lnTo>
                  <a:lnTo>
                    <a:pt x="78073" y="200282"/>
                  </a:lnTo>
                  <a:lnTo>
                    <a:pt x="77826" y="198955"/>
                  </a:lnTo>
                  <a:lnTo>
                    <a:pt x="77186" y="198890"/>
                  </a:lnTo>
                  <a:lnTo>
                    <a:pt x="75650" y="199353"/>
                  </a:lnTo>
                  <a:lnTo>
                    <a:pt x="74865" y="199150"/>
                  </a:lnTo>
                  <a:lnTo>
                    <a:pt x="74545" y="197726"/>
                  </a:lnTo>
                  <a:lnTo>
                    <a:pt x="74025" y="197111"/>
                  </a:lnTo>
                  <a:lnTo>
                    <a:pt x="73677" y="197694"/>
                  </a:lnTo>
                  <a:lnTo>
                    <a:pt x="73792" y="200461"/>
                  </a:lnTo>
                  <a:lnTo>
                    <a:pt x="73411" y="200831"/>
                  </a:lnTo>
                  <a:lnTo>
                    <a:pt x="72904" y="200119"/>
                  </a:lnTo>
                  <a:lnTo>
                    <a:pt x="73066" y="197969"/>
                  </a:lnTo>
                  <a:lnTo>
                    <a:pt x="72719" y="194818"/>
                  </a:lnTo>
                  <a:lnTo>
                    <a:pt x="72680" y="192862"/>
                  </a:lnTo>
                  <a:lnTo>
                    <a:pt x="73218" y="191182"/>
                  </a:lnTo>
                  <a:lnTo>
                    <a:pt x="72667" y="190474"/>
                  </a:lnTo>
                  <a:lnTo>
                    <a:pt x="72086" y="190747"/>
                  </a:lnTo>
                  <a:lnTo>
                    <a:pt x="71347" y="191553"/>
                  </a:lnTo>
                  <a:lnTo>
                    <a:pt x="70695" y="192702"/>
                  </a:lnTo>
                  <a:lnTo>
                    <a:pt x="69317" y="198451"/>
                  </a:lnTo>
                  <a:lnTo>
                    <a:pt x="68781" y="201737"/>
                  </a:lnTo>
                  <a:lnTo>
                    <a:pt x="69790" y="204376"/>
                  </a:lnTo>
                  <a:lnTo>
                    <a:pt x="72542" y="208065"/>
                  </a:lnTo>
                  <a:lnTo>
                    <a:pt x="73013" y="208970"/>
                  </a:lnTo>
                  <a:lnTo>
                    <a:pt x="73024" y="210539"/>
                  </a:lnTo>
                  <a:lnTo>
                    <a:pt x="72690" y="212206"/>
                  </a:lnTo>
                  <a:lnTo>
                    <a:pt x="71940" y="212939"/>
                  </a:lnTo>
                  <a:lnTo>
                    <a:pt x="68920" y="214167"/>
                  </a:lnTo>
                  <a:lnTo>
                    <a:pt x="66306" y="216556"/>
                  </a:lnTo>
                  <a:lnTo>
                    <a:pt x="65550" y="218978"/>
                  </a:lnTo>
                  <a:lnTo>
                    <a:pt x="63170" y="228335"/>
                  </a:lnTo>
                  <a:lnTo>
                    <a:pt x="61264" y="234733"/>
                  </a:lnTo>
                  <a:lnTo>
                    <a:pt x="58572" y="236942"/>
                  </a:lnTo>
                  <a:lnTo>
                    <a:pt x="55617" y="234979"/>
                  </a:lnTo>
                  <a:lnTo>
                    <a:pt x="54903" y="232752"/>
                  </a:lnTo>
                  <a:lnTo>
                    <a:pt x="54324" y="229997"/>
                  </a:lnTo>
                  <a:lnTo>
                    <a:pt x="53226" y="227507"/>
                  </a:lnTo>
                  <a:lnTo>
                    <a:pt x="52236" y="224794"/>
                  </a:lnTo>
                  <a:lnTo>
                    <a:pt x="51657" y="221576"/>
                  </a:lnTo>
                  <a:lnTo>
                    <a:pt x="51748" y="216386"/>
                  </a:lnTo>
                  <a:lnTo>
                    <a:pt x="51318" y="213260"/>
                  </a:lnTo>
                  <a:lnTo>
                    <a:pt x="51706" y="212428"/>
                  </a:lnTo>
                  <a:lnTo>
                    <a:pt x="53335" y="210529"/>
                  </a:lnTo>
                  <a:lnTo>
                    <a:pt x="53867" y="209466"/>
                  </a:lnTo>
                  <a:lnTo>
                    <a:pt x="54787" y="206994"/>
                  </a:lnTo>
                  <a:lnTo>
                    <a:pt x="55117" y="205619"/>
                  </a:lnTo>
                  <a:lnTo>
                    <a:pt x="55167" y="203536"/>
                  </a:lnTo>
                  <a:lnTo>
                    <a:pt x="54427" y="202448"/>
                  </a:lnTo>
                  <a:lnTo>
                    <a:pt x="52514" y="202488"/>
                  </a:lnTo>
                  <a:lnTo>
                    <a:pt x="50606" y="203136"/>
                  </a:lnTo>
                  <a:lnTo>
                    <a:pt x="49244" y="202226"/>
                  </a:lnTo>
                  <a:lnTo>
                    <a:pt x="47477" y="199707"/>
                  </a:lnTo>
                  <a:lnTo>
                    <a:pt x="46930" y="199170"/>
                  </a:lnTo>
                  <a:lnTo>
                    <a:pt x="45026" y="199011"/>
                  </a:lnTo>
                  <a:lnTo>
                    <a:pt x="43666" y="199479"/>
                  </a:lnTo>
                  <a:lnTo>
                    <a:pt x="42331" y="200398"/>
                  </a:lnTo>
                  <a:lnTo>
                    <a:pt x="40920" y="200688"/>
                  </a:lnTo>
                  <a:lnTo>
                    <a:pt x="40449" y="201167"/>
                  </a:lnTo>
                  <a:lnTo>
                    <a:pt x="38819" y="204256"/>
                  </a:lnTo>
                  <a:lnTo>
                    <a:pt x="37524" y="206201"/>
                  </a:lnTo>
                  <a:lnTo>
                    <a:pt x="36404" y="207166"/>
                  </a:lnTo>
                  <a:lnTo>
                    <a:pt x="33986" y="207424"/>
                  </a:lnTo>
                  <a:lnTo>
                    <a:pt x="32775" y="208050"/>
                  </a:lnTo>
                  <a:lnTo>
                    <a:pt x="31505" y="209072"/>
                  </a:lnTo>
                  <a:lnTo>
                    <a:pt x="31151" y="208982"/>
                  </a:lnTo>
                  <a:lnTo>
                    <a:pt x="29814" y="210395"/>
                  </a:lnTo>
                  <a:lnTo>
                    <a:pt x="28280" y="211617"/>
                  </a:lnTo>
                  <a:lnTo>
                    <a:pt x="27459" y="212845"/>
                  </a:lnTo>
                  <a:lnTo>
                    <a:pt x="25955" y="212043"/>
                  </a:lnTo>
                  <a:lnTo>
                    <a:pt x="22977" y="214240"/>
                  </a:lnTo>
                  <a:lnTo>
                    <a:pt x="21538" y="214510"/>
                  </a:lnTo>
                  <a:lnTo>
                    <a:pt x="20050" y="213299"/>
                  </a:lnTo>
                  <a:lnTo>
                    <a:pt x="18671" y="211340"/>
                  </a:lnTo>
                  <a:lnTo>
                    <a:pt x="17346" y="212180"/>
                  </a:lnTo>
                  <a:lnTo>
                    <a:pt x="16438" y="215074"/>
                  </a:lnTo>
                  <a:lnTo>
                    <a:pt x="15998" y="220835"/>
                  </a:lnTo>
                  <a:lnTo>
                    <a:pt x="15479" y="223430"/>
                  </a:lnTo>
                  <a:lnTo>
                    <a:pt x="15322" y="226546"/>
                  </a:lnTo>
                  <a:lnTo>
                    <a:pt x="14636" y="226053"/>
                  </a:lnTo>
                  <a:lnTo>
                    <a:pt x="10650" y="220444"/>
                  </a:lnTo>
                  <a:lnTo>
                    <a:pt x="10374" y="220244"/>
                  </a:lnTo>
                  <a:lnTo>
                    <a:pt x="7152" y="221209"/>
                  </a:lnTo>
                  <a:lnTo>
                    <a:pt x="6321" y="221675"/>
                  </a:lnTo>
                  <a:lnTo>
                    <a:pt x="5283" y="222810"/>
                  </a:lnTo>
                  <a:lnTo>
                    <a:pt x="4184" y="223318"/>
                  </a:lnTo>
                  <a:lnTo>
                    <a:pt x="3182" y="222502"/>
                  </a:lnTo>
                  <a:lnTo>
                    <a:pt x="2225" y="221172"/>
                  </a:lnTo>
                  <a:lnTo>
                    <a:pt x="1305" y="221567"/>
                  </a:lnTo>
                  <a:lnTo>
                    <a:pt x="360" y="222499"/>
                  </a:lnTo>
                  <a:lnTo>
                    <a:pt x="0" y="214045"/>
                  </a:lnTo>
                  <a:lnTo>
                    <a:pt x="183" y="212930"/>
                  </a:lnTo>
                  <a:lnTo>
                    <a:pt x="763" y="211448"/>
                  </a:lnTo>
                  <a:lnTo>
                    <a:pt x="1400" y="210181"/>
                  </a:lnTo>
                  <a:lnTo>
                    <a:pt x="2961" y="209744"/>
                  </a:lnTo>
                  <a:lnTo>
                    <a:pt x="4540" y="210155"/>
                  </a:lnTo>
                  <a:lnTo>
                    <a:pt x="5668" y="209573"/>
                  </a:lnTo>
                  <a:lnTo>
                    <a:pt x="6620" y="207899"/>
                  </a:lnTo>
                  <a:lnTo>
                    <a:pt x="7626" y="205525"/>
                  </a:lnTo>
                  <a:lnTo>
                    <a:pt x="8759" y="203595"/>
                  </a:lnTo>
                  <a:lnTo>
                    <a:pt x="10295" y="202070"/>
                  </a:lnTo>
                  <a:lnTo>
                    <a:pt x="11782" y="200320"/>
                  </a:lnTo>
                  <a:lnTo>
                    <a:pt x="13086" y="197866"/>
                  </a:lnTo>
                  <a:lnTo>
                    <a:pt x="14325" y="195188"/>
                  </a:lnTo>
                  <a:lnTo>
                    <a:pt x="15464" y="193223"/>
                  </a:lnTo>
                  <a:lnTo>
                    <a:pt x="16700" y="191573"/>
                  </a:lnTo>
                  <a:lnTo>
                    <a:pt x="18583" y="187614"/>
                  </a:lnTo>
                  <a:lnTo>
                    <a:pt x="21081" y="183166"/>
                  </a:lnTo>
                  <a:lnTo>
                    <a:pt x="22039" y="179872"/>
                  </a:lnTo>
                  <a:lnTo>
                    <a:pt x="22635" y="178965"/>
                  </a:lnTo>
                  <a:lnTo>
                    <a:pt x="24785" y="177125"/>
                  </a:lnTo>
                  <a:lnTo>
                    <a:pt x="27636" y="175720"/>
                  </a:lnTo>
                  <a:lnTo>
                    <a:pt x="28980" y="175787"/>
                  </a:lnTo>
                  <a:lnTo>
                    <a:pt x="30312" y="178674"/>
                  </a:lnTo>
                  <a:lnTo>
                    <a:pt x="31029" y="178279"/>
                  </a:lnTo>
                  <a:lnTo>
                    <a:pt x="31756" y="177533"/>
                  </a:lnTo>
                  <a:lnTo>
                    <a:pt x="33224" y="177121"/>
                  </a:lnTo>
                  <a:lnTo>
                    <a:pt x="34734" y="177598"/>
                  </a:lnTo>
                  <a:lnTo>
                    <a:pt x="36208" y="177610"/>
                  </a:lnTo>
                  <a:lnTo>
                    <a:pt x="37682" y="177245"/>
                  </a:lnTo>
                  <a:lnTo>
                    <a:pt x="40520" y="176298"/>
                  </a:lnTo>
                  <a:lnTo>
                    <a:pt x="42012" y="175155"/>
                  </a:lnTo>
                  <a:lnTo>
                    <a:pt x="43469" y="173678"/>
                  </a:lnTo>
                  <a:lnTo>
                    <a:pt x="48663" y="172635"/>
                  </a:lnTo>
                  <a:lnTo>
                    <a:pt x="52222" y="170158"/>
                  </a:lnTo>
                  <a:lnTo>
                    <a:pt x="52785" y="170334"/>
                  </a:lnTo>
                  <a:lnTo>
                    <a:pt x="53333" y="170905"/>
                  </a:lnTo>
                  <a:lnTo>
                    <a:pt x="53373" y="172740"/>
                  </a:lnTo>
                  <a:lnTo>
                    <a:pt x="52926" y="174743"/>
                  </a:lnTo>
                  <a:lnTo>
                    <a:pt x="53362" y="175955"/>
                  </a:lnTo>
                  <a:lnTo>
                    <a:pt x="54083" y="176704"/>
                  </a:lnTo>
                  <a:lnTo>
                    <a:pt x="57433" y="176935"/>
                  </a:lnTo>
                  <a:lnTo>
                    <a:pt x="58389" y="177366"/>
                  </a:lnTo>
                  <a:lnTo>
                    <a:pt x="59787" y="175995"/>
                  </a:lnTo>
                  <a:lnTo>
                    <a:pt x="61105" y="174300"/>
                  </a:lnTo>
                  <a:lnTo>
                    <a:pt x="62483" y="172065"/>
                  </a:lnTo>
                  <a:lnTo>
                    <a:pt x="63447" y="169550"/>
                  </a:lnTo>
                  <a:lnTo>
                    <a:pt x="62557" y="166403"/>
                  </a:lnTo>
                  <a:lnTo>
                    <a:pt x="62362" y="162962"/>
                  </a:lnTo>
                  <a:lnTo>
                    <a:pt x="63108" y="159231"/>
                  </a:lnTo>
                  <a:lnTo>
                    <a:pt x="64190" y="156084"/>
                  </a:lnTo>
                  <a:lnTo>
                    <a:pt x="65476" y="154183"/>
                  </a:lnTo>
                  <a:lnTo>
                    <a:pt x="66660" y="151994"/>
                  </a:lnTo>
                  <a:lnTo>
                    <a:pt x="69060" y="145782"/>
                  </a:lnTo>
                  <a:lnTo>
                    <a:pt x="70794" y="140757"/>
                  </a:lnTo>
                  <a:lnTo>
                    <a:pt x="71418" y="134582"/>
                  </a:lnTo>
                  <a:lnTo>
                    <a:pt x="71051" y="127273"/>
                  </a:lnTo>
                  <a:lnTo>
                    <a:pt x="72565" y="121843"/>
                  </a:lnTo>
                  <a:lnTo>
                    <a:pt x="74013" y="120911"/>
                  </a:lnTo>
                  <a:lnTo>
                    <a:pt x="76893" y="118435"/>
                  </a:lnTo>
                  <a:lnTo>
                    <a:pt x="78405" y="117708"/>
                  </a:lnTo>
                  <a:lnTo>
                    <a:pt x="78631" y="118790"/>
                  </a:lnTo>
                  <a:lnTo>
                    <a:pt x="78586" y="120208"/>
                  </a:lnTo>
                  <a:lnTo>
                    <a:pt x="76326" y="124768"/>
                  </a:lnTo>
                  <a:lnTo>
                    <a:pt x="75031" y="126642"/>
                  </a:lnTo>
                  <a:lnTo>
                    <a:pt x="74256" y="127223"/>
                  </a:lnTo>
                  <a:lnTo>
                    <a:pt x="73547" y="128053"/>
                  </a:lnTo>
                  <a:lnTo>
                    <a:pt x="73253" y="129657"/>
                  </a:lnTo>
                  <a:lnTo>
                    <a:pt x="74405" y="132344"/>
                  </a:lnTo>
                  <a:lnTo>
                    <a:pt x="74699" y="134328"/>
                  </a:lnTo>
                  <a:lnTo>
                    <a:pt x="74627" y="136234"/>
                  </a:lnTo>
                  <a:lnTo>
                    <a:pt x="74676" y="137945"/>
                  </a:lnTo>
                  <a:lnTo>
                    <a:pt x="75980" y="139811"/>
                  </a:lnTo>
                  <a:lnTo>
                    <a:pt x="77474" y="140428"/>
                  </a:lnTo>
                  <a:lnTo>
                    <a:pt x="78100" y="140411"/>
                  </a:lnTo>
                  <a:lnTo>
                    <a:pt x="78648" y="139920"/>
                  </a:lnTo>
                  <a:lnTo>
                    <a:pt x="80354" y="135358"/>
                  </a:lnTo>
                  <a:lnTo>
                    <a:pt x="80737" y="134566"/>
                  </a:lnTo>
                  <a:lnTo>
                    <a:pt x="85602" y="131226"/>
                  </a:lnTo>
                  <a:lnTo>
                    <a:pt x="87995" y="128670"/>
                  </a:lnTo>
                  <a:lnTo>
                    <a:pt x="89317" y="128011"/>
                  </a:lnTo>
                  <a:lnTo>
                    <a:pt x="90559" y="126681"/>
                  </a:lnTo>
                  <a:lnTo>
                    <a:pt x="93342" y="121547"/>
                  </a:lnTo>
                  <a:lnTo>
                    <a:pt x="94372" y="119183"/>
                  </a:lnTo>
                  <a:lnTo>
                    <a:pt x="95305" y="116568"/>
                  </a:lnTo>
                  <a:lnTo>
                    <a:pt x="96051" y="113531"/>
                  </a:lnTo>
                  <a:lnTo>
                    <a:pt x="96639" y="110243"/>
                  </a:lnTo>
                  <a:lnTo>
                    <a:pt x="97446" y="108197"/>
                  </a:lnTo>
                  <a:lnTo>
                    <a:pt x="101859" y="103317"/>
                  </a:lnTo>
                  <a:lnTo>
                    <a:pt x="103281" y="100660"/>
                  </a:lnTo>
                  <a:lnTo>
                    <a:pt x="103734" y="99373"/>
                  </a:lnTo>
                  <a:lnTo>
                    <a:pt x="104280" y="95644"/>
                  </a:lnTo>
                  <a:lnTo>
                    <a:pt x="104657" y="91772"/>
                  </a:lnTo>
                  <a:lnTo>
                    <a:pt x="105194" y="88736"/>
                  </a:lnTo>
                  <a:lnTo>
                    <a:pt x="105918" y="85889"/>
                  </a:lnTo>
                  <a:lnTo>
                    <a:pt x="106888" y="82989"/>
                  </a:lnTo>
                  <a:lnTo>
                    <a:pt x="107977" y="80297"/>
                  </a:lnTo>
                  <a:lnTo>
                    <a:pt x="108621" y="77535"/>
                  </a:lnTo>
                  <a:lnTo>
                    <a:pt x="109555" y="70936"/>
                  </a:lnTo>
                  <a:lnTo>
                    <a:pt x="109965" y="67283"/>
                  </a:lnTo>
                  <a:lnTo>
                    <a:pt x="110285" y="65965"/>
                  </a:lnTo>
                  <a:lnTo>
                    <a:pt x="110756" y="64857"/>
                  </a:lnTo>
                  <a:lnTo>
                    <a:pt x="111166" y="63456"/>
                  </a:lnTo>
                  <a:lnTo>
                    <a:pt x="111479" y="61888"/>
                  </a:lnTo>
                  <a:lnTo>
                    <a:pt x="111621" y="60334"/>
                  </a:lnTo>
                  <a:lnTo>
                    <a:pt x="111823" y="55586"/>
                  </a:lnTo>
                  <a:lnTo>
                    <a:pt x="111701" y="51896"/>
                  </a:lnTo>
                  <a:lnTo>
                    <a:pt x="110970" y="48770"/>
                  </a:lnTo>
                  <a:lnTo>
                    <a:pt x="110367" y="47882"/>
                  </a:lnTo>
                  <a:lnTo>
                    <a:pt x="109708" y="47830"/>
                  </a:lnTo>
                  <a:lnTo>
                    <a:pt x="108723" y="48100"/>
                  </a:lnTo>
                  <a:lnTo>
                    <a:pt x="107884" y="46826"/>
                  </a:lnTo>
                  <a:lnTo>
                    <a:pt x="108054" y="45701"/>
                  </a:lnTo>
                  <a:lnTo>
                    <a:pt x="108910" y="45492"/>
                  </a:lnTo>
                  <a:lnTo>
                    <a:pt x="109494" y="44910"/>
                  </a:lnTo>
                  <a:lnTo>
                    <a:pt x="109913" y="43845"/>
                  </a:lnTo>
                  <a:lnTo>
                    <a:pt x="110698" y="40440"/>
                  </a:lnTo>
                  <a:lnTo>
                    <a:pt x="111170" y="36794"/>
                  </a:lnTo>
                  <a:lnTo>
                    <a:pt x="111210" y="35183"/>
                  </a:lnTo>
                  <a:lnTo>
                    <a:pt x="110596" y="32245"/>
                  </a:lnTo>
                  <a:lnTo>
                    <a:pt x="110107" y="28712"/>
                  </a:lnTo>
                  <a:lnTo>
                    <a:pt x="110094" y="26804"/>
                  </a:lnTo>
                  <a:lnTo>
                    <a:pt x="110628" y="24608"/>
                  </a:lnTo>
                  <a:lnTo>
                    <a:pt x="111391" y="22824"/>
                  </a:lnTo>
                  <a:lnTo>
                    <a:pt x="112074" y="22404"/>
                  </a:lnTo>
                  <a:lnTo>
                    <a:pt x="112815" y="22280"/>
                  </a:lnTo>
                  <a:lnTo>
                    <a:pt x="113487" y="21590"/>
                  </a:lnTo>
                  <a:lnTo>
                    <a:pt x="114110" y="20589"/>
                  </a:lnTo>
                  <a:lnTo>
                    <a:pt x="114462" y="19486"/>
                  </a:lnTo>
                  <a:lnTo>
                    <a:pt x="115010" y="16485"/>
                  </a:lnTo>
                  <a:lnTo>
                    <a:pt x="115221" y="14771"/>
                  </a:lnTo>
                  <a:lnTo>
                    <a:pt x="114876" y="10184"/>
                  </a:lnTo>
                  <a:lnTo>
                    <a:pt x="115232" y="8931"/>
                  </a:lnTo>
                  <a:lnTo>
                    <a:pt x="115737" y="8149"/>
                  </a:lnTo>
                  <a:lnTo>
                    <a:pt x="116413" y="8743"/>
                  </a:lnTo>
                  <a:lnTo>
                    <a:pt x="117104" y="8861"/>
                  </a:lnTo>
                  <a:lnTo>
                    <a:pt x="117910" y="8679"/>
                  </a:lnTo>
                  <a:lnTo>
                    <a:pt x="118683" y="9164"/>
                  </a:lnTo>
                  <a:lnTo>
                    <a:pt x="118830" y="10340"/>
                  </a:lnTo>
                  <a:lnTo>
                    <a:pt x="119314" y="18093"/>
                  </a:lnTo>
                  <a:lnTo>
                    <a:pt x="119595" y="19140"/>
                  </a:lnTo>
                  <a:lnTo>
                    <a:pt x="120158" y="19952"/>
                  </a:lnTo>
                  <a:lnTo>
                    <a:pt x="120793" y="19834"/>
                  </a:lnTo>
                  <a:lnTo>
                    <a:pt x="121342" y="18628"/>
                  </a:lnTo>
                  <a:lnTo>
                    <a:pt x="121712" y="17021"/>
                  </a:lnTo>
                  <a:lnTo>
                    <a:pt x="122442" y="16689"/>
                  </a:lnTo>
                  <a:lnTo>
                    <a:pt x="124666" y="18417"/>
                  </a:lnTo>
                  <a:lnTo>
                    <a:pt x="125454" y="17184"/>
                  </a:lnTo>
                  <a:lnTo>
                    <a:pt x="125968" y="15279"/>
                  </a:lnTo>
                  <a:lnTo>
                    <a:pt x="126416" y="11904"/>
                  </a:lnTo>
                  <a:lnTo>
                    <a:pt x="126198" y="8863"/>
                  </a:lnTo>
                  <a:lnTo>
                    <a:pt x="125664" y="7740"/>
                  </a:lnTo>
                  <a:lnTo>
                    <a:pt x="125111" y="7944"/>
                  </a:lnTo>
                  <a:lnTo>
                    <a:pt x="124623" y="8778"/>
                  </a:lnTo>
                  <a:lnTo>
                    <a:pt x="124080" y="9234"/>
                  </a:lnTo>
                  <a:lnTo>
                    <a:pt x="120791" y="10837"/>
                  </a:lnTo>
                  <a:lnTo>
                    <a:pt x="120806" y="7443"/>
                  </a:lnTo>
                  <a:lnTo>
                    <a:pt x="121510" y="2367"/>
                  </a:lnTo>
                  <a:lnTo>
                    <a:pt x="121899" y="761"/>
                  </a:lnTo>
                  <a:lnTo>
                    <a:pt x="122452" y="0"/>
                  </a:lnTo>
                  <a:lnTo>
                    <a:pt x="123833" y="881"/>
                  </a:lnTo>
                  <a:lnTo>
                    <a:pt x="124512" y="1468"/>
                  </a:lnTo>
                  <a:close/>
                </a:path>
              </a:pathLst>
            </a:custGeom>
            <a:solidFill>
              <a:srgbClr val="8ABD8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7" name="pg896"/>
            <p:cNvSpPr/>
            <p:nvPr/>
          </p:nvSpPr>
          <p:spPr>
            <a:xfrm>
              <a:off x="5032765" y="2386060"/>
              <a:ext cx="1789" cy="4715"/>
            </a:xfrm>
            <a:custGeom>
              <a:avLst/>
              <a:pathLst>
                <a:path w="1789" h="4715">
                  <a:moveTo>
                    <a:pt x="849" y="4556"/>
                  </a:moveTo>
                  <a:lnTo>
                    <a:pt x="571" y="4715"/>
                  </a:lnTo>
                  <a:lnTo>
                    <a:pt x="280" y="4465"/>
                  </a:lnTo>
                  <a:lnTo>
                    <a:pt x="0" y="2232"/>
                  </a:lnTo>
                  <a:lnTo>
                    <a:pt x="241" y="1053"/>
                  </a:lnTo>
                  <a:lnTo>
                    <a:pt x="1026" y="229"/>
                  </a:lnTo>
                  <a:lnTo>
                    <a:pt x="1789" y="0"/>
                  </a:lnTo>
                  <a:lnTo>
                    <a:pt x="1140" y="4102"/>
                  </a:lnTo>
                  <a:close/>
                </a:path>
              </a:pathLst>
            </a:custGeom>
            <a:solidFill>
              <a:srgbClr val="8ABD8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8" name="pg897"/>
            <p:cNvSpPr/>
            <p:nvPr/>
          </p:nvSpPr>
          <p:spPr>
            <a:xfrm>
              <a:off x="5053773" y="2297039"/>
              <a:ext cx="2362" cy="4008"/>
            </a:xfrm>
            <a:custGeom>
              <a:avLst/>
              <a:pathLst>
                <a:path w="2362" h="4008">
                  <a:moveTo>
                    <a:pt x="1950" y="3797"/>
                  </a:moveTo>
                  <a:lnTo>
                    <a:pt x="1104" y="4008"/>
                  </a:lnTo>
                  <a:lnTo>
                    <a:pt x="121" y="2775"/>
                  </a:lnTo>
                  <a:lnTo>
                    <a:pt x="0" y="1230"/>
                  </a:lnTo>
                  <a:lnTo>
                    <a:pt x="711" y="0"/>
                  </a:lnTo>
                  <a:lnTo>
                    <a:pt x="1419" y="454"/>
                  </a:lnTo>
                  <a:lnTo>
                    <a:pt x="2129" y="2047"/>
                  </a:lnTo>
                  <a:lnTo>
                    <a:pt x="2362" y="2877"/>
                  </a:lnTo>
                  <a:close/>
                </a:path>
              </a:pathLst>
            </a:custGeom>
            <a:solidFill>
              <a:srgbClr val="8ABD8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9" name="pg898"/>
            <p:cNvSpPr/>
            <p:nvPr/>
          </p:nvSpPr>
          <p:spPr>
            <a:xfrm>
              <a:off x="5051778" y="2290609"/>
              <a:ext cx="1231" cy="5795"/>
            </a:xfrm>
            <a:custGeom>
              <a:avLst/>
              <a:pathLst>
                <a:path w="1231" h="5795">
                  <a:moveTo>
                    <a:pt x="1231" y="3918"/>
                  </a:moveTo>
                  <a:lnTo>
                    <a:pt x="759" y="5795"/>
                  </a:lnTo>
                  <a:lnTo>
                    <a:pt x="127" y="3005"/>
                  </a:lnTo>
                  <a:lnTo>
                    <a:pt x="0" y="0"/>
                  </a:lnTo>
                  <a:lnTo>
                    <a:pt x="365" y="18"/>
                  </a:lnTo>
                  <a:lnTo>
                    <a:pt x="1036" y="470"/>
                  </a:lnTo>
                  <a:lnTo>
                    <a:pt x="1197" y="1934"/>
                  </a:lnTo>
                  <a:close/>
                </a:path>
              </a:pathLst>
            </a:custGeom>
            <a:solidFill>
              <a:srgbClr val="8ABD8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0" name="pg899"/>
            <p:cNvSpPr/>
            <p:nvPr/>
          </p:nvSpPr>
          <p:spPr>
            <a:xfrm>
              <a:off x="5037754" y="2289307"/>
              <a:ext cx="73270" cy="120745"/>
            </a:xfrm>
            <a:custGeom>
              <a:avLst/>
              <a:pathLst>
                <a:path w="73270" h="120745">
                  <a:moveTo>
                    <a:pt x="48790" y="41148"/>
                  </a:moveTo>
                  <a:lnTo>
                    <a:pt x="50316" y="41298"/>
                  </a:lnTo>
                  <a:lnTo>
                    <a:pt x="50998" y="41158"/>
                  </a:lnTo>
                  <a:lnTo>
                    <a:pt x="52167" y="41603"/>
                  </a:lnTo>
                  <a:lnTo>
                    <a:pt x="56803" y="46095"/>
                  </a:lnTo>
                  <a:lnTo>
                    <a:pt x="58203" y="46666"/>
                  </a:lnTo>
                  <a:lnTo>
                    <a:pt x="59648" y="46733"/>
                  </a:lnTo>
                  <a:lnTo>
                    <a:pt x="60663" y="46371"/>
                  </a:lnTo>
                  <a:lnTo>
                    <a:pt x="61557" y="45138"/>
                  </a:lnTo>
                  <a:lnTo>
                    <a:pt x="64356" y="39695"/>
                  </a:lnTo>
                  <a:lnTo>
                    <a:pt x="67296" y="34738"/>
                  </a:lnTo>
                  <a:lnTo>
                    <a:pt x="67622" y="34930"/>
                  </a:lnTo>
                  <a:lnTo>
                    <a:pt x="67623" y="36292"/>
                  </a:lnTo>
                  <a:lnTo>
                    <a:pt x="67408" y="37814"/>
                  </a:lnTo>
                  <a:lnTo>
                    <a:pt x="66107" y="42354"/>
                  </a:lnTo>
                  <a:lnTo>
                    <a:pt x="64659" y="48464"/>
                  </a:lnTo>
                  <a:lnTo>
                    <a:pt x="64350" y="51562"/>
                  </a:lnTo>
                  <a:lnTo>
                    <a:pt x="64820" y="54577"/>
                  </a:lnTo>
                  <a:lnTo>
                    <a:pt x="65727" y="57068"/>
                  </a:lnTo>
                  <a:lnTo>
                    <a:pt x="66445" y="60475"/>
                  </a:lnTo>
                  <a:lnTo>
                    <a:pt x="67272" y="65214"/>
                  </a:lnTo>
                  <a:lnTo>
                    <a:pt x="68434" y="65814"/>
                  </a:lnTo>
                  <a:lnTo>
                    <a:pt x="69065" y="65888"/>
                  </a:lnTo>
                  <a:lnTo>
                    <a:pt x="70227" y="64468"/>
                  </a:lnTo>
                  <a:lnTo>
                    <a:pt x="71328" y="62663"/>
                  </a:lnTo>
                  <a:lnTo>
                    <a:pt x="72274" y="62443"/>
                  </a:lnTo>
                  <a:lnTo>
                    <a:pt x="73270" y="62749"/>
                  </a:lnTo>
                  <a:lnTo>
                    <a:pt x="71961" y="64005"/>
                  </a:lnTo>
                  <a:lnTo>
                    <a:pt x="70726" y="65546"/>
                  </a:lnTo>
                  <a:lnTo>
                    <a:pt x="69668" y="68460"/>
                  </a:lnTo>
                  <a:lnTo>
                    <a:pt x="69274" y="69005"/>
                  </a:lnTo>
                  <a:lnTo>
                    <a:pt x="68052" y="68827"/>
                  </a:lnTo>
                  <a:lnTo>
                    <a:pt x="67353" y="68932"/>
                  </a:lnTo>
                  <a:lnTo>
                    <a:pt x="65923" y="70150"/>
                  </a:lnTo>
                  <a:lnTo>
                    <a:pt x="64668" y="71528"/>
                  </a:lnTo>
                  <a:lnTo>
                    <a:pt x="63469" y="73219"/>
                  </a:lnTo>
                  <a:lnTo>
                    <a:pt x="62160" y="74126"/>
                  </a:lnTo>
                  <a:lnTo>
                    <a:pt x="60768" y="74340"/>
                  </a:lnTo>
                  <a:lnTo>
                    <a:pt x="58618" y="75722"/>
                  </a:lnTo>
                  <a:lnTo>
                    <a:pt x="57222" y="75820"/>
                  </a:lnTo>
                  <a:lnTo>
                    <a:pt x="54606" y="74614"/>
                  </a:lnTo>
                  <a:lnTo>
                    <a:pt x="53335" y="74933"/>
                  </a:lnTo>
                  <a:lnTo>
                    <a:pt x="50557" y="77658"/>
                  </a:lnTo>
                  <a:lnTo>
                    <a:pt x="48032" y="81596"/>
                  </a:lnTo>
                  <a:lnTo>
                    <a:pt x="45824" y="86011"/>
                  </a:lnTo>
                  <a:lnTo>
                    <a:pt x="43978" y="91325"/>
                  </a:lnTo>
                  <a:lnTo>
                    <a:pt x="43237" y="94095"/>
                  </a:lnTo>
                  <a:lnTo>
                    <a:pt x="42792" y="97191"/>
                  </a:lnTo>
                  <a:lnTo>
                    <a:pt x="42731" y="99240"/>
                  </a:lnTo>
                  <a:lnTo>
                    <a:pt x="42567" y="101211"/>
                  </a:lnTo>
                  <a:lnTo>
                    <a:pt x="42141" y="102584"/>
                  </a:lnTo>
                  <a:lnTo>
                    <a:pt x="41627" y="103697"/>
                  </a:lnTo>
                  <a:lnTo>
                    <a:pt x="40106" y="103046"/>
                  </a:lnTo>
                  <a:lnTo>
                    <a:pt x="37603" y="100205"/>
                  </a:lnTo>
                  <a:lnTo>
                    <a:pt x="32750" y="96080"/>
                  </a:lnTo>
                  <a:lnTo>
                    <a:pt x="27628" y="89763"/>
                  </a:lnTo>
                  <a:lnTo>
                    <a:pt x="24745" y="86592"/>
                  </a:lnTo>
                  <a:lnTo>
                    <a:pt x="19325" y="87541"/>
                  </a:lnTo>
                  <a:lnTo>
                    <a:pt x="14200" y="93593"/>
                  </a:lnTo>
                  <a:lnTo>
                    <a:pt x="13741" y="93078"/>
                  </a:lnTo>
                  <a:lnTo>
                    <a:pt x="11781" y="88928"/>
                  </a:lnTo>
                  <a:lnTo>
                    <a:pt x="10832" y="87285"/>
                  </a:lnTo>
                  <a:lnTo>
                    <a:pt x="9699" y="86820"/>
                  </a:lnTo>
                  <a:lnTo>
                    <a:pt x="8857" y="86873"/>
                  </a:lnTo>
                  <a:lnTo>
                    <a:pt x="8038" y="87173"/>
                  </a:lnTo>
                  <a:lnTo>
                    <a:pt x="6880" y="89308"/>
                  </a:lnTo>
                  <a:lnTo>
                    <a:pt x="6455" y="90845"/>
                  </a:lnTo>
                  <a:lnTo>
                    <a:pt x="6125" y="92590"/>
                  </a:lnTo>
                  <a:lnTo>
                    <a:pt x="6024" y="93825"/>
                  </a:lnTo>
                  <a:lnTo>
                    <a:pt x="6163" y="95034"/>
                  </a:lnTo>
                  <a:lnTo>
                    <a:pt x="7259" y="97771"/>
                  </a:lnTo>
                  <a:lnTo>
                    <a:pt x="8612" y="99808"/>
                  </a:lnTo>
                  <a:lnTo>
                    <a:pt x="9223" y="100196"/>
                  </a:lnTo>
                  <a:lnTo>
                    <a:pt x="10522" y="100054"/>
                  </a:lnTo>
                  <a:lnTo>
                    <a:pt x="11125" y="100264"/>
                  </a:lnTo>
                  <a:lnTo>
                    <a:pt x="13301" y="104359"/>
                  </a:lnTo>
                  <a:lnTo>
                    <a:pt x="15682" y="108193"/>
                  </a:lnTo>
                  <a:lnTo>
                    <a:pt x="16210" y="109462"/>
                  </a:lnTo>
                  <a:lnTo>
                    <a:pt x="15329" y="110800"/>
                  </a:lnTo>
                  <a:lnTo>
                    <a:pt x="14364" y="111462"/>
                  </a:lnTo>
                  <a:lnTo>
                    <a:pt x="13242" y="111289"/>
                  </a:lnTo>
                  <a:lnTo>
                    <a:pt x="12132" y="110782"/>
                  </a:lnTo>
                  <a:lnTo>
                    <a:pt x="10224" y="109152"/>
                  </a:lnTo>
                  <a:lnTo>
                    <a:pt x="9409" y="110541"/>
                  </a:lnTo>
                  <a:lnTo>
                    <a:pt x="8144" y="113390"/>
                  </a:lnTo>
                  <a:lnTo>
                    <a:pt x="7443" y="116486"/>
                  </a:lnTo>
                  <a:lnTo>
                    <a:pt x="6874" y="117907"/>
                  </a:lnTo>
                  <a:lnTo>
                    <a:pt x="5474" y="119777"/>
                  </a:lnTo>
                  <a:lnTo>
                    <a:pt x="3994" y="120745"/>
                  </a:lnTo>
                  <a:lnTo>
                    <a:pt x="3220" y="120425"/>
                  </a:lnTo>
                  <a:lnTo>
                    <a:pt x="2629" y="119252"/>
                  </a:lnTo>
                  <a:lnTo>
                    <a:pt x="2294" y="117846"/>
                  </a:lnTo>
                  <a:lnTo>
                    <a:pt x="2125" y="116219"/>
                  </a:lnTo>
                  <a:lnTo>
                    <a:pt x="2442" y="112693"/>
                  </a:lnTo>
                  <a:lnTo>
                    <a:pt x="3208" y="109517"/>
                  </a:lnTo>
                  <a:lnTo>
                    <a:pt x="3503" y="106275"/>
                  </a:lnTo>
                  <a:lnTo>
                    <a:pt x="2875" y="101713"/>
                  </a:lnTo>
                  <a:lnTo>
                    <a:pt x="2476" y="100761"/>
                  </a:lnTo>
                  <a:lnTo>
                    <a:pt x="904" y="98087"/>
                  </a:lnTo>
                  <a:lnTo>
                    <a:pt x="177" y="95486"/>
                  </a:lnTo>
                  <a:lnTo>
                    <a:pt x="0" y="92249"/>
                  </a:lnTo>
                  <a:lnTo>
                    <a:pt x="92" y="90460"/>
                  </a:lnTo>
                  <a:lnTo>
                    <a:pt x="478" y="86513"/>
                  </a:lnTo>
                  <a:lnTo>
                    <a:pt x="855" y="84519"/>
                  </a:lnTo>
                  <a:lnTo>
                    <a:pt x="1580" y="83862"/>
                  </a:lnTo>
                  <a:lnTo>
                    <a:pt x="2366" y="83468"/>
                  </a:lnTo>
                  <a:lnTo>
                    <a:pt x="3580" y="82044"/>
                  </a:lnTo>
                  <a:lnTo>
                    <a:pt x="4914" y="80196"/>
                  </a:lnTo>
                  <a:lnTo>
                    <a:pt x="6187" y="78088"/>
                  </a:lnTo>
                  <a:lnTo>
                    <a:pt x="7450" y="75510"/>
                  </a:lnTo>
                  <a:lnTo>
                    <a:pt x="8111" y="72679"/>
                  </a:lnTo>
                  <a:lnTo>
                    <a:pt x="7026" y="69209"/>
                  </a:lnTo>
                  <a:lnTo>
                    <a:pt x="6805" y="67147"/>
                  </a:lnTo>
                  <a:lnTo>
                    <a:pt x="6964" y="65196"/>
                  </a:lnTo>
                  <a:lnTo>
                    <a:pt x="8116" y="64160"/>
                  </a:lnTo>
                  <a:lnTo>
                    <a:pt x="9307" y="64942"/>
                  </a:lnTo>
                  <a:lnTo>
                    <a:pt x="11697" y="67801"/>
                  </a:lnTo>
                  <a:lnTo>
                    <a:pt x="12165" y="68082"/>
                  </a:lnTo>
                  <a:lnTo>
                    <a:pt x="13807" y="68215"/>
                  </a:lnTo>
                  <a:lnTo>
                    <a:pt x="16054" y="68837"/>
                  </a:lnTo>
                  <a:lnTo>
                    <a:pt x="17356" y="68685"/>
                  </a:lnTo>
                  <a:lnTo>
                    <a:pt x="17980" y="68254"/>
                  </a:lnTo>
                  <a:lnTo>
                    <a:pt x="18929" y="65890"/>
                  </a:lnTo>
                  <a:lnTo>
                    <a:pt x="19394" y="62881"/>
                  </a:lnTo>
                  <a:lnTo>
                    <a:pt x="19224" y="59010"/>
                  </a:lnTo>
                  <a:lnTo>
                    <a:pt x="19216" y="55164"/>
                  </a:lnTo>
                  <a:lnTo>
                    <a:pt x="19815" y="52032"/>
                  </a:lnTo>
                  <a:lnTo>
                    <a:pt x="21690" y="46998"/>
                  </a:lnTo>
                  <a:lnTo>
                    <a:pt x="22227" y="44030"/>
                  </a:lnTo>
                  <a:lnTo>
                    <a:pt x="22423" y="36815"/>
                  </a:lnTo>
                  <a:lnTo>
                    <a:pt x="23099" y="33636"/>
                  </a:lnTo>
                  <a:lnTo>
                    <a:pt x="23643" y="30346"/>
                  </a:lnTo>
                  <a:lnTo>
                    <a:pt x="23903" y="23437"/>
                  </a:lnTo>
                  <a:lnTo>
                    <a:pt x="23133" y="16797"/>
                  </a:lnTo>
                  <a:lnTo>
                    <a:pt x="22361" y="13542"/>
                  </a:lnTo>
                  <a:lnTo>
                    <a:pt x="21475" y="10447"/>
                  </a:lnTo>
                  <a:lnTo>
                    <a:pt x="21606" y="7492"/>
                  </a:lnTo>
                  <a:lnTo>
                    <a:pt x="22322" y="4754"/>
                  </a:lnTo>
                  <a:lnTo>
                    <a:pt x="22340" y="3928"/>
                  </a:lnTo>
                  <a:lnTo>
                    <a:pt x="22510" y="3198"/>
                  </a:lnTo>
                  <a:lnTo>
                    <a:pt x="23853" y="2677"/>
                  </a:lnTo>
                  <a:lnTo>
                    <a:pt x="24479" y="2090"/>
                  </a:lnTo>
                  <a:lnTo>
                    <a:pt x="25079" y="774"/>
                  </a:lnTo>
                  <a:lnTo>
                    <a:pt x="25797" y="0"/>
                  </a:lnTo>
                  <a:lnTo>
                    <a:pt x="26324" y="768"/>
                  </a:lnTo>
                  <a:lnTo>
                    <a:pt x="26757" y="2115"/>
                  </a:lnTo>
                  <a:lnTo>
                    <a:pt x="28648" y="5433"/>
                  </a:lnTo>
                  <a:lnTo>
                    <a:pt x="31627" y="11362"/>
                  </a:lnTo>
                  <a:lnTo>
                    <a:pt x="35138" y="20398"/>
                  </a:lnTo>
                  <a:lnTo>
                    <a:pt x="37340" y="24803"/>
                  </a:lnTo>
                  <a:lnTo>
                    <a:pt x="39659" y="28798"/>
                  </a:lnTo>
                  <a:lnTo>
                    <a:pt x="42261" y="32884"/>
                  </a:lnTo>
                  <a:lnTo>
                    <a:pt x="44983" y="36403"/>
                  </a:lnTo>
                  <a:lnTo>
                    <a:pt x="46722" y="38064"/>
                  </a:lnTo>
                  <a:lnTo>
                    <a:pt x="47995" y="40715"/>
                  </a:lnTo>
                  <a:close/>
                </a:path>
              </a:pathLst>
            </a:custGeom>
            <a:solidFill>
              <a:srgbClr val="8ABD8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1" name="pg900"/>
            <p:cNvSpPr/>
            <p:nvPr/>
          </p:nvSpPr>
          <p:spPr>
            <a:xfrm>
              <a:off x="4269301" y="2580300"/>
              <a:ext cx="12583" cy="16305"/>
            </a:xfrm>
            <a:custGeom>
              <a:avLst/>
              <a:pathLst>
                <a:path w="12583" h="16305">
                  <a:moveTo>
                    <a:pt x="12583" y="4899"/>
                  </a:moveTo>
                  <a:lnTo>
                    <a:pt x="11335" y="6455"/>
                  </a:lnTo>
                  <a:lnTo>
                    <a:pt x="9806" y="8361"/>
                  </a:lnTo>
                  <a:lnTo>
                    <a:pt x="8001" y="10612"/>
                  </a:lnTo>
                  <a:lnTo>
                    <a:pt x="6411" y="12593"/>
                  </a:lnTo>
                  <a:lnTo>
                    <a:pt x="4895" y="14484"/>
                  </a:lnTo>
                  <a:lnTo>
                    <a:pt x="3433" y="16305"/>
                  </a:lnTo>
                  <a:lnTo>
                    <a:pt x="2895" y="13751"/>
                  </a:lnTo>
                  <a:lnTo>
                    <a:pt x="2583" y="12271"/>
                  </a:lnTo>
                  <a:lnTo>
                    <a:pt x="1960" y="9310"/>
                  </a:lnTo>
                  <a:lnTo>
                    <a:pt x="1405" y="6677"/>
                  </a:lnTo>
                  <a:lnTo>
                    <a:pt x="559" y="2656"/>
                  </a:lnTo>
                  <a:lnTo>
                    <a:pt x="0" y="0"/>
                  </a:lnTo>
                  <a:lnTo>
                    <a:pt x="1365" y="1431"/>
                  </a:lnTo>
                  <a:lnTo>
                    <a:pt x="3938" y="3240"/>
                  </a:lnTo>
                  <a:lnTo>
                    <a:pt x="6434" y="4537"/>
                  </a:lnTo>
                  <a:lnTo>
                    <a:pt x="8282" y="5500"/>
                  </a:lnTo>
                  <a:lnTo>
                    <a:pt x="9178" y="5563"/>
                  </a:lnTo>
                  <a:lnTo>
                    <a:pt x="9818" y="5611"/>
                  </a:lnTo>
                  <a:lnTo>
                    <a:pt x="11664" y="5352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2" name="pg901"/>
            <p:cNvSpPr/>
            <p:nvPr/>
          </p:nvSpPr>
          <p:spPr>
            <a:xfrm>
              <a:off x="3943028" y="2301942"/>
              <a:ext cx="2307" cy="7548"/>
            </a:xfrm>
            <a:custGeom>
              <a:avLst/>
              <a:pathLst>
                <a:path w="2307" h="7548">
                  <a:moveTo>
                    <a:pt x="2307" y="6716"/>
                  </a:moveTo>
                  <a:lnTo>
                    <a:pt x="1872" y="7548"/>
                  </a:lnTo>
                  <a:lnTo>
                    <a:pt x="1221" y="7426"/>
                  </a:lnTo>
                  <a:lnTo>
                    <a:pt x="0" y="4283"/>
                  </a:lnTo>
                  <a:lnTo>
                    <a:pt x="340" y="1099"/>
                  </a:lnTo>
                  <a:lnTo>
                    <a:pt x="783" y="447"/>
                  </a:lnTo>
                  <a:lnTo>
                    <a:pt x="1398" y="0"/>
                  </a:lnTo>
                  <a:lnTo>
                    <a:pt x="1480" y="699"/>
                  </a:lnTo>
                  <a:lnTo>
                    <a:pt x="611" y="2125"/>
                  </a:lnTo>
                  <a:lnTo>
                    <a:pt x="533" y="3924"/>
                  </a:lnTo>
                  <a:lnTo>
                    <a:pt x="1255" y="5921"/>
                  </a:lnTo>
                  <a:close/>
                </a:path>
              </a:pathLst>
            </a:custGeom>
            <a:solidFill>
              <a:srgbClr val="D4E6C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3" name="pg902"/>
            <p:cNvSpPr/>
            <p:nvPr/>
          </p:nvSpPr>
          <p:spPr>
            <a:xfrm>
              <a:off x="3946209" y="2301910"/>
              <a:ext cx="1140" cy="3676"/>
            </a:xfrm>
            <a:custGeom>
              <a:avLst/>
              <a:pathLst>
                <a:path w="1140" h="3676">
                  <a:moveTo>
                    <a:pt x="677" y="3278"/>
                  </a:moveTo>
                  <a:lnTo>
                    <a:pt x="257" y="3676"/>
                  </a:lnTo>
                  <a:lnTo>
                    <a:pt x="0" y="1790"/>
                  </a:lnTo>
                  <a:lnTo>
                    <a:pt x="472" y="209"/>
                  </a:lnTo>
                  <a:lnTo>
                    <a:pt x="1140" y="0"/>
                  </a:lnTo>
                  <a:lnTo>
                    <a:pt x="910" y="2499"/>
                  </a:lnTo>
                  <a:close/>
                </a:path>
              </a:pathLst>
            </a:custGeom>
            <a:solidFill>
              <a:srgbClr val="D4E6C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4" name="pg903"/>
            <p:cNvSpPr/>
            <p:nvPr/>
          </p:nvSpPr>
          <p:spPr>
            <a:xfrm>
              <a:off x="3974217" y="2288760"/>
              <a:ext cx="1690" cy="3744"/>
            </a:xfrm>
            <a:custGeom>
              <a:avLst/>
              <a:pathLst>
                <a:path w="1690" h="3744">
                  <a:moveTo>
                    <a:pt x="1561" y="3433"/>
                  </a:moveTo>
                  <a:lnTo>
                    <a:pt x="1347" y="3744"/>
                  </a:lnTo>
                  <a:lnTo>
                    <a:pt x="536" y="2950"/>
                  </a:lnTo>
                  <a:lnTo>
                    <a:pt x="0" y="1597"/>
                  </a:lnTo>
                  <a:lnTo>
                    <a:pt x="665" y="0"/>
                  </a:lnTo>
                  <a:lnTo>
                    <a:pt x="1282" y="294"/>
                  </a:lnTo>
                  <a:lnTo>
                    <a:pt x="1690" y="1988"/>
                  </a:lnTo>
                  <a:close/>
                </a:path>
              </a:pathLst>
            </a:custGeom>
            <a:solidFill>
              <a:srgbClr val="D4E6C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5" name="pg904"/>
            <p:cNvSpPr/>
            <p:nvPr/>
          </p:nvSpPr>
          <p:spPr>
            <a:xfrm>
              <a:off x="3901762" y="1997360"/>
              <a:ext cx="496186" cy="436763"/>
            </a:xfrm>
            <a:custGeom>
              <a:avLst/>
              <a:pathLst>
                <a:path w="496186" h="436763">
                  <a:moveTo>
                    <a:pt x="496186" y="186271"/>
                  </a:moveTo>
                  <a:lnTo>
                    <a:pt x="495054" y="185678"/>
                  </a:lnTo>
                  <a:lnTo>
                    <a:pt x="492842" y="185558"/>
                  </a:lnTo>
                  <a:lnTo>
                    <a:pt x="491495" y="185923"/>
                  </a:lnTo>
                  <a:lnTo>
                    <a:pt x="490861" y="186130"/>
                  </a:lnTo>
                  <a:lnTo>
                    <a:pt x="489915" y="187337"/>
                  </a:lnTo>
                  <a:lnTo>
                    <a:pt x="489242" y="188545"/>
                  </a:lnTo>
                  <a:lnTo>
                    <a:pt x="488944" y="190598"/>
                  </a:lnTo>
                  <a:lnTo>
                    <a:pt x="489299" y="192921"/>
                  </a:lnTo>
                  <a:lnTo>
                    <a:pt x="488814" y="197754"/>
                  </a:lnTo>
                  <a:lnTo>
                    <a:pt x="488153" y="199575"/>
                  </a:lnTo>
                  <a:lnTo>
                    <a:pt x="486760" y="202735"/>
                  </a:lnTo>
                  <a:lnTo>
                    <a:pt x="485954" y="203422"/>
                  </a:lnTo>
                  <a:lnTo>
                    <a:pt x="484604" y="203987"/>
                  </a:lnTo>
                  <a:lnTo>
                    <a:pt x="483301" y="204924"/>
                  </a:lnTo>
                  <a:lnTo>
                    <a:pt x="480748" y="205834"/>
                  </a:lnTo>
                  <a:lnTo>
                    <a:pt x="477991" y="206297"/>
                  </a:lnTo>
                  <a:lnTo>
                    <a:pt x="477010" y="206977"/>
                  </a:lnTo>
                  <a:lnTo>
                    <a:pt x="476313" y="209141"/>
                  </a:lnTo>
                  <a:lnTo>
                    <a:pt x="475817" y="210952"/>
                  </a:lnTo>
                  <a:lnTo>
                    <a:pt x="475510" y="212327"/>
                  </a:lnTo>
                  <a:lnTo>
                    <a:pt x="474730" y="216823"/>
                  </a:lnTo>
                  <a:lnTo>
                    <a:pt x="474287" y="220848"/>
                  </a:lnTo>
                  <a:lnTo>
                    <a:pt x="474721" y="225846"/>
                  </a:lnTo>
                  <a:lnTo>
                    <a:pt x="475046" y="231401"/>
                  </a:lnTo>
                  <a:lnTo>
                    <a:pt x="475026" y="233317"/>
                  </a:lnTo>
                  <a:lnTo>
                    <a:pt x="475698" y="236161"/>
                  </a:lnTo>
                  <a:lnTo>
                    <a:pt x="476040" y="237905"/>
                  </a:lnTo>
                  <a:lnTo>
                    <a:pt x="475879" y="240380"/>
                  </a:lnTo>
                  <a:lnTo>
                    <a:pt x="474912" y="242335"/>
                  </a:lnTo>
                  <a:lnTo>
                    <a:pt x="474332" y="244926"/>
                  </a:lnTo>
                  <a:lnTo>
                    <a:pt x="473785" y="246027"/>
                  </a:lnTo>
                  <a:lnTo>
                    <a:pt x="472208" y="246523"/>
                  </a:lnTo>
                  <a:lnTo>
                    <a:pt x="470722" y="246829"/>
                  </a:lnTo>
                  <a:lnTo>
                    <a:pt x="469224" y="249050"/>
                  </a:lnTo>
                  <a:lnTo>
                    <a:pt x="468025" y="250586"/>
                  </a:lnTo>
                  <a:lnTo>
                    <a:pt x="466148" y="252538"/>
                  </a:lnTo>
                  <a:lnTo>
                    <a:pt x="465270" y="252906"/>
                  </a:lnTo>
                  <a:lnTo>
                    <a:pt x="464781" y="251912"/>
                  </a:lnTo>
                  <a:lnTo>
                    <a:pt x="464458" y="249696"/>
                  </a:lnTo>
                  <a:lnTo>
                    <a:pt x="463813" y="248721"/>
                  </a:lnTo>
                  <a:lnTo>
                    <a:pt x="462908" y="248644"/>
                  </a:lnTo>
                  <a:lnTo>
                    <a:pt x="462178" y="248620"/>
                  </a:lnTo>
                  <a:lnTo>
                    <a:pt x="459819" y="248018"/>
                  </a:lnTo>
                  <a:lnTo>
                    <a:pt x="458311" y="248060"/>
                  </a:lnTo>
                  <a:lnTo>
                    <a:pt x="457177" y="248536"/>
                  </a:lnTo>
                  <a:lnTo>
                    <a:pt x="455885" y="248776"/>
                  </a:lnTo>
                  <a:lnTo>
                    <a:pt x="453649" y="247968"/>
                  </a:lnTo>
                  <a:lnTo>
                    <a:pt x="452203" y="247282"/>
                  </a:lnTo>
                  <a:lnTo>
                    <a:pt x="451230" y="246627"/>
                  </a:lnTo>
                  <a:lnTo>
                    <a:pt x="448908" y="244694"/>
                  </a:lnTo>
                  <a:lnTo>
                    <a:pt x="445855" y="242391"/>
                  </a:lnTo>
                  <a:lnTo>
                    <a:pt x="444603" y="241717"/>
                  </a:lnTo>
                  <a:lnTo>
                    <a:pt x="443862" y="242410"/>
                  </a:lnTo>
                  <a:lnTo>
                    <a:pt x="443747" y="243724"/>
                  </a:lnTo>
                  <a:lnTo>
                    <a:pt x="443552" y="246914"/>
                  </a:lnTo>
                  <a:lnTo>
                    <a:pt x="443196" y="248908"/>
                  </a:lnTo>
                  <a:lnTo>
                    <a:pt x="441065" y="259001"/>
                  </a:lnTo>
                  <a:lnTo>
                    <a:pt x="439751" y="266027"/>
                  </a:lnTo>
                  <a:lnTo>
                    <a:pt x="438080" y="272764"/>
                  </a:lnTo>
                  <a:lnTo>
                    <a:pt x="437551" y="277282"/>
                  </a:lnTo>
                  <a:lnTo>
                    <a:pt x="436552" y="283011"/>
                  </a:lnTo>
                  <a:lnTo>
                    <a:pt x="435558" y="287159"/>
                  </a:lnTo>
                  <a:lnTo>
                    <a:pt x="435157" y="289423"/>
                  </a:lnTo>
                  <a:lnTo>
                    <a:pt x="435120" y="290345"/>
                  </a:lnTo>
                  <a:lnTo>
                    <a:pt x="435296" y="291639"/>
                  </a:lnTo>
                  <a:lnTo>
                    <a:pt x="436819" y="293056"/>
                  </a:lnTo>
                  <a:lnTo>
                    <a:pt x="438414" y="293924"/>
                  </a:lnTo>
                  <a:lnTo>
                    <a:pt x="438769" y="294466"/>
                  </a:lnTo>
                  <a:lnTo>
                    <a:pt x="438941" y="295939"/>
                  </a:lnTo>
                  <a:lnTo>
                    <a:pt x="438884" y="298341"/>
                  </a:lnTo>
                  <a:lnTo>
                    <a:pt x="438590" y="300621"/>
                  </a:lnTo>
                  <a:lnTo>
                    <a:pt x="438127" y="302410"/>
                  </a:lnTo>
                  <a:lnTo>
                    <a:pt x="437670" y="303294"/>
                  </a:lnTo>
                  <a:lnTo>
                    <a:pt x="437149" y="303350"/>
                  </a:lnTo>
                  <a:lnTo>
                    <a:pt x="436149" y="302202"/>
                  </a:lnTo>
                  <a:lnTo>
                    <a:pt x="435257" y="300919"/>
                  </a:lnTo>
                  <a:lnTo>
                    <a:pt x="434564" y="300528"/>
                  </a:lnTo>
                  <a:lnTo>
                    <a:pt x="432811" y="301244"/>
                  </a:lnTo>
                  <a:lnTo>
                    <a:pt x="431184" y="302219"/>
                  </a:lnTo>
                  <a:lnTo>
                    <a:pt x="430644" y="302250"/>
                  </a:lnTo>
                  <a:lnTo>
                    <a:pt x="429700" y="301622"/>
                  </a:lnTo>
                  <a:lnTo>
                    <a:pt x="428751" y="300323"/>
                  </a:lnTo>
                  <a:lnTo>
                    <a:pt x="428376" y="297817"/>
                  </a:lnTo>
                  <a:lnTo>
                    <a:pt x="427561" y="296679"/>
                  </a:lnTo>
                  <a:lnTo>
                    <a:pt x="426465" y="297817"/>
                  </a:lnTo>
                  <a:lnTo>
                    <a:pt x="423208" y="299727"/>
                  </a:lnTo>
                  <a:lnTo>
                    <a:pt x="419619" y="302004"/>
                  </a:lnTo>
                  <a:lnTo>
                    <a:pt x="417340" y="303182"/>
                  </a:lnTo>
                  <a:lnTo>
                    <a:pt x="416448" y="302997"/>
                  </a:lnTo>
                  <a:lnTo>
                    <a:pt x="414677" y="303264"/>
                  </a:lnTo>
                  <a:lnTo>
                    <a:pt x="413146" y="303900"/>
                  </a:lnTo>
                  <a:lnTo>
                    <a:pt x="411998" y="304783"/>
                  </a:lnTo>
                  <a:lnTo>
                    <a:pt x="409722" y="305998"/>
                  </a:lnTo>
                  <a:lnTo>
                    <a:pt x="407662" y="306812"/>
                  </a:lnTo>
                  <a:lnTo>
                    <a:pt x="406334" y="308654"/>
                  </a:lnTo>
                  <a:lnTo>
                    <a:pt x="405379" y="310436"/>
                  </a:lnTo>
                  <a:lnTo>
                    <a:pt x="405421" y="311114"/>
                  </a:lnTo>
                  <a:lnTo>
                    <a:pt x="406113" y="312168"/>
                  </a:lnTo>
                  <a:lnTo>
                    <a:pt x="406906" y="312994"/>
                  </a:lnTo>
                  <a:lnTo>
                    <a:pt x="408498" y="312801"/>
                  </a:lnTo>
                  <a:lnTo>
                    <a:pt x="410049" y="312673"/>
                  </a:lnTo>
                  <a:lnTo>
                    <a:pt x="411338" y="313789"/>
                  </a:lnTo>
                  <a:lnTo>
                    <a:pt x="412491" y="314505"/>
                  </a:lnTo>
                  <a:lnTo>
                    <a:pt x="412809" y="315434"/>
                  </a:lnTo>
                  <a:lnTo>
                    <a:pt x="412491" y="316337"/>
                  </a:lnTo>
                  <a:lnTo>
                    <a:pt x="411823" y="316549"/>
                  </a:lnTo>
                  <a:lnTo>
                    <a:pt x="411589" y="317184"/>
                  </a:lnTo>
                  <a:lnTo>
                    <a:pt x="411706" y="318030"/>
                  </a:lnTo>
                  <a:lnTo>
                    <a:pt x="411268" y="320240"/>
                  </a:lnTo>
                  <a:lnTo>
                    <a:pt x="411039" y="323598"/>
                  </a:lnTo>
                  <a:lnTo>
                    <a:pt x="411266" y="326903"/>
                  </a:lnTo>
                  <a:lnTo>
                    <a:pt x="411393" y="329953"/>
                  </a:lnTo>
                  <a:lnTo>
                    <a:pt x="411316" y="331490"/>
                  </a:lnTo>
                  <a:lnTo>
                    <a:pt x="411270" y="333677"/>
                  </a:lnTo>
                  <a:lnTo>
                    <a:pt x="411764" y="335157"/>
                  </a:lnTo>
                  <a:lnTo>
                    <a:pt x="412200" y="337977"/>
                  </a:lnTo>
                  <a:lnTo>
                    <a:pt x="412985" y="339740"/>
                  </a:lnTo>
                  <a:lnTo>
                    <a:pt x="414173" y="345856"/>
                  </a:lnTo>
                  <a:lnTo>
                    <a:pt x="414872" y="349430"/>
                  </a:lnTo>
                  <a:lnTo>
                    <a:pt x="415518" y="353481"/>
                  </a:lnTo>
                  <a:lnTo>
                    <a:pt x="415050" y="355670"/>
                  </a:lnTo>
                  <a:lnTo>
                    <a:pt x="415079" y="356938"/>
                  </a:lnTo>
                  <a:lnTo>
                    <a:pt x="415835" y="357996"/>
                  </a:lnTo>
                  <a:lnTo>
                    <a:pt x="416167" y="360062"/>
                  </a:lnTo>
                  <a:lnTo>
                    <a:pt x="416517" y="361326"/>
                  </a:lnTo>
                  <a:lnTo>
                    <a:pt x="416419" y="362586"/>
                  </a:lnTo>
                  <a:lnTo>
                    <a:pt x="416095" y="363072"/>
                  </a:lnTo>
                  <a:lnTo>
                    <a:pt x="414460" y="362310"/>
                  </a:lnTo>
                  <a:lnTo>
                    <a:pt x="413120" y="363565"/>
                  </a:lnTo>
                  <a:lnTo>
                    <a:pt x="411696" y="364826"/>
                  </a:lnTo>
                  <a:lnTo>
                    <a:pt x="411505" y="365497"/>
                  </a:lnTo>
                  <a:lnTo>
                    <a:pt x="411465" y="366230"/>
                  </a:lnTo>
                  <a:lnTo>
                    <a:pt x="411613" y="366875"/>
                  </a:lnTo>
                  <a:lnTo>
                    <a:pt x="412433" y="368005"/>
                  </a:lnTo>
                  <a:lnTo>
                    <a:pt x="413567" y="368709"/>
                  </a:lnTo>
                  <a:lnTo>
                    <a:pt x="413509" y="369839"/>
                  </a:lnTo>
                  <a:lnTo>
                    <a:pt x="412108" y="370362"/>
                  </a:lnTo>
                  <a:lnTo>
                    <a:pt x="409991" y="372091"/>
                  </a:lnTo>
                  <a:lnTo>
                    <a:pt x="409405" y="373946"/>
                  </a:lnTo>
                  <a:lnTo>
                    <a:pt x="408952" y="375984"/>
                  </a:lnTo>
                  <a:lnTo>
                    <a:pt x="408914" y="377165"/>
                  </a:lnTo>
                  <a:lnTo>
                    <a:pt x="409126" y="380332"/>
                  </a:lnTo>
                  <a:lnTo>
                    <a:pt x="409448" y="383847"/>
                  </a:lnTo>
                  <a:lnTo>
                    <a:pt x="410049" y="387548"/>
                  </a:lnTo>
                  <a:lnTo>
                    <a:pt x="410098" y="388693"/>
                  </a:lnTo>
                  <a:lnTo>
                    <a:pt x="409780" y="389509"/>
                  </a:lnTo>
                  <a:lnTo>
                    <a:pt x="409492" y="390034"/>
                  </a:lnTo>
                  <a:lnTo>
                    <a:pt x="407809" y="386697"/>
                  </a:lnTo>
                  <a:lnTo>
                    <a:pt x="405979" y="383442"/>
                  </a:lnTo>
                  <a:lnTo>
                    <a:pt x="404545" y="382693"/>
                  </a:lnTo>
                  <a:lnTo>
                    <a:pt x="402047" y="382156"/>
                  </a:lnTo>
                  <a:lnTo>
                    <a:pt x="400727" y="382129"/>
                  </a:lnTo>
                  <a:lnTo>
                    <a:pt x="399972" y="381362"/>
                  </a:lnTo>
                  <a:lnTo>
                    <a:pt x="399235" y="379480"/>
                  </a:lnTo>
                  <a:lnTo>
                    <a:pt x="398355" y="377777"/>
                  </a:lnTo>
                  <a:lnTo>
                    <a:pt x="397228" y="375969"/>
                  </a:lnTo>
                  <a:lnTo>
                    <a:pt x="396762" y="373221"/>
                  </a:lnTo>
                  <a:lnTo>
                    <a:pt x="396297" y="372727"/>
                  </a:lnTo>
                  <a:lnTo>
                    <a:pt x="395483" y="373079"/>
                  </a:lnTo>
                  <a:lnTo>
                    <a:pt x="394119" y="372994"/>
                  </a:lnTo>
                  <a:lnTo>
                    <a:pt x="393354" y="372752"/>
                  </a:lnTo>
                  <a:lnTo>
                    <a:pt x="392212" y="372281"/>
                  </a:lnTo>
                  <a:lnTo>
                    <a:pt x="390394" y="371162"/>
                  </a:lnTo>
                  <a:lnTo>
                    <a:pt x="388955" y="370100"/>
                  </a:lnTo>
                  <a:lnTo>
                    <a:pt x="387148" y="369898"/>
                  </a:lnTo>
                  <a:lnTo>
                    <a:pt x="386101" y="370109"/>
                  </a:lnTo>
                  <a:lnTo>
                    <a:pt x="382848" y="370310"/>
                  </a:lnTo>
                  <a:lnTo>
                    <a:pt x="380149" y="369197"/>
                  </a:lnTo>
                  <a:lnTo>
                    <a:pt x="377965" y="368989"/>
                  </a:lnTo>
                  <a:lnTo>
                    <a:pt x="376621" y="369054"/>
                  </a:lnTo>
                  <a:lnTo>
                    <a:pt x="375976" y="368915"/>
                  </a:lnTo>
                  <a:lnTo>
                    <a:pt x="374871" y="368924"/>
                  </a:lnTo>
                  <a:lnTo>
                    <a:pt x="373250" y="368682"/>
                  </a:lnTo>
                  <a:lnTo>
                    <a:pt x="371078" y="366967"/>
                  </a:lnTo>
                  <a:lnTo>
                    <a:pt x="370234" y="366881"/>
                  </a:lnTo>
                  <a:lnTo>
                    <a:pt x="369697" y="366943"/>
                  </a:lnTo>
                  <a:lnTo>
                    <a:pt x="366071" y="368204"/>
                  </a:lnTo>
                  <a:lnTo>
                    <a:pt x="364397" y="368497"/>
                  </a:lnTo>
                  <a:lnTo>
                    <a:pt x="360850" y="368354"/>
                  </a:lnTo>
                  <a:lnTo>
                    <a:pt x="357366" y="368213"/>
                  </a:lnTo>
                  <a:lnTo>
                    <a:pt x="356246" y="367947"/>
                  </a:lnTo>
                  <a:lnTo>
                    <a:pt x="355627" y="368083"/>
                  </a:lnTo>
                  <a:lnTo>
                    <a:pt x="354313" y="371110"/>
                  </a:lnTo>
                  <a:lnTo>
                    <a:pt x="353751" y="371579"/>
                  </a:lnTo>
                  <a:lnTo>
                    <a:pt x="350468" y="370918"/>
                  </a:lnTo>
                  <a:lnTo>
                    <a:pt x="346585" y="368925"/>
                  </a:lnTo>
                  <a:lnTo>
                    <a:pt x="343781" y="366745"/>
                  </a:lnTo>
                  <a:lnTo>
                    <a:pt x="341401" y="364440"/>
                  </a:lnTo>
                  <a:lnTo>
                    <a:pt x="338252" y="360798"/>
                  </a:lnTo>
                  <a:lnTo>
                    <a:pt x="336365" y="358997"/>
                  </a:lnTo>
                  <a:lnTo>
                    <a:pt x="336094" y="360035"/>
                  </a:lnTo>
                  <a:lnTo>
                    <a:pt x="335595" y="360365"/>
                  </a:lnTo>
                  <a:lnTo>
                    <a:pt x="334868" y="360527"/>
                  </a:lnTo>
                  <a:lnTo>
                    <a:pt x="333198" y="360338"/>
                  </a:lnTo>
                  <a:lnTo>
                    <a:pt x="332428" y="362183"/>
                  </a:lnTo>
                  <a:lnTo>
                    <a:pt x="330387" y="363503"/>
                  </a:lnTo>
                  <a:lnTo>
                    <a:pt x="329089" y="364685"/>
                  </a:lnTo>
                  <a:lnTo>
                    <a:pt x="328409" y="366018"/>
                  </a:lnTo>
                  <a:lnTo>
                    <a:pt x="327117" y="374876"/>
                  </a:lnTo>
                  <a:lnTo>
                    <a:pt x="326772" y="378112"/>
                  </a:lnTo>
                  <a:lnTo>
                    <a:pt x="327638" y="383563"/>
                  </a:lnTo>
                  <a:lnTo>
                    <a:pt x="326647" y="383245"/>
                  </a:lnTo>
                  <a:lnTo>
                    <a:pt x="325481" y="381850"/>
                  </a:lnTo>
                  <a:lnTo>
                    <a:pt x="325078" y="380754"/>
                  </a:lnTo>
                  <a:lnTo>
                    <a:pt x="323956" y="380081"/>
                  </a:lnTo>
                  <a:lnTo>
                    <a:pt x="319864" y="379068"/>
                  </a:lnTo>
                  <a:lnTo>
                    <a:pt x="319100" y="377818"/>
                  </a:lnTo>
                  <a:lnTo>
                    <a:pt x="318619" y="376800"/>
                  </a:lnTo>
                  <a:lnTo>
                    <a:pt x="317561" y="376135"/>
                  </a:lnTo>
                  <a:lnTo>
                    <a:pt x="316063" y="375623"/>
                  </a:lnTo>
                  <a:lnTo>
                    <a:pt x="312804" y="373261"/>
                  </a:lnTo>
                  <a:lnTo>
                    <a:pt x="311415" y="373172"/>
                  </a:lnTo>
                  <a:lnTo>
                    <a:pt x="307210" y="371355"/>
                  </a:lnTo>
                  <a:lnTo>
                    <a:pt x="306525" y="371375"/>
                  </a:lnTo>
                  <a:lnTo>
                    <a:pt x="306210" y="371452"/>
                  </a:lnTo>
                  <a:lnTo>
                    <a:pt x="304578" y="372641"/>
                  </a:lnTo>
                  <a:lnTo>
                    <a:pt x="303523" y="372987"/>
                  </a:lnTo>
                  <a:lnTo>
                    <a:pt x="302400" y="372508"/>
                  </a:lnTo>
                  <a:lnTo>
                    <a:pt x="300383" y="373974"/>
                  </a:lnTo>
                  <a:lnTo>
                    <a:pt x="299296" y="375927"/>
                  </a:lnTo>
                  <a:lnTo>
                    <a:pt x="298396" y="378318"/>
                  </a:lnTo>
                  <a:lnTo>
                    <a:pt x="297533" y="379827"/>
                  </a:lnTo>
                  <a:lnTo>
                    <a:pt x="297279" y="382084"/>
                  </a:lnTo>
                  <a:lnTo>
                    <a:pt x="296675" y="383257"/>
                  </a:lnTo>
                  <a:lnTo>
                    <a:pt x="295950" y="385603"/>
                  </a:lnTo>
                  <a:lnTo>
                    <a:pt x="295950" y="386971"/>
                  </a:lnTo>
                  <a:lnTo>
                    <a:pt x="296607" y="388301"/>
                  </a:lnTo>
                  <a:lnTo>
                    <a:pt x="295554" y="389526"/>
                  </a:lnTo>
                  <a:lnTo>
                    <a:pt x="294386" y="389911"/>
                  </a:lnTo>
                  <a:lnTo>
                    <a:pt x="293785" y="390666"/>
                  </a:lnTo>
                  <a:lnTo>
                    <a:pt x="293142" y="392474"/>
                  </a:lnTo>
                  <a:lnTo>
                    <a:pt x="292543" y="394032"/>
                  </a:lnTo>
                  <a:lnTo>
                    <a:pt x="292189" y="394585"/>
                  </a:lnTo>
                  <a:lnTo>
                    <a:pt x="291651" y="394484"/>
                  </a:lnTo>
                  <a:lnTo>
                    <a:pt x="291029" y="393277"/>
                  </a:lnTo>
                  <a:lnTo>
                    <a:pt x="290138" y="393328"/>
                  </a:lnTo>
                  <a:lnTo>
                    <a:pt x="289077" y="394823"/>
                  </a:lnTo>
                  <a:lnTo>
                    <a:pt x="287821" y="397245"/>
                  </a:lnTo>
                  <a:lnTo>
                    <a:pt x="286234" y="400953"/>
                  </a:lnTo>
                  <a:lnTo>
                    <a:pt x="284580" y="402917"/>
                  </a:lnTo>
                  <a:lnTo>
                    <a:pt x="282486" y="404593"/>
                  </a:lnTo>
                  <a:lnTo>
                    <a:pt x="280972" y="405338"/>
                  </a:lnTo>
                  <a:lnTo>
                    <a:pt x="279769" y="406610"/>
                  </a:lnTo>
                  <a:lnTo>
                    <a:pt x="277768" y="409186"/>
                  </a:lnTo>
                  <a:lnTo>
                    <a:pt x="277370" y="410702"/>
                  </a:lnTo>
                  <a:lnTo>
                    <a:pt x="275920" y="411598"/>
                  </a:lnTo>
                  <a:lnTo>
                    <a:pt x="274753" y="412633"/>
                  </a:lnTo>
                  <a:lnTo>
                    <a:pt x="273673" y="414356"/>
                  </a:lnTo>
                  <a:lnTo>
                    <a:pt x="273411" y="417394"/>
                  </a:lnTo>
                  <a:lnTo>
                    <a:pt x="272722" y="419140"/>
                  </a:lnTo>
                  <a:lnTo>
                    <a:pt x="271067" y="421539"/>
                  </a:lnTo>
                  <a:lnTo>
                    <a:pt x="269677" y="423961"/>
                  </a:lnTo>
                  <a:lnTo>
                    <a:pt x="268772" y="426335"/>
                  </a:lnTo>
                  <a:lnTo>
                    <a:pt x="267812" y="428855"/>
                  </a:lnTo>
                  <a:lnTo>
                    <a:pt x="267510" y="430243"/>
                  </a:lnTo>
                  <a:lnTo>
                    <a:pt x="267477" y="432138"/>
                  </a:lnTo>
                  <a:lnTo>
                    <a:pt x="267929" y="433730"/>
                  </a:lnTo>
                  <a:lnTo>
                    <a:pt x="268015" y="435246"/>
                  </a:lnTo>
                  <a:lnTo>
                    <a:pt x="267673" y="436349"/>
                  </a:lnTo>
                  <a:lnTo>
                    <a:pt x="266735" y="436763"/>
                  </a:lnTo>
                  <a:lnTo>
                    <a:pt x="265752" y="436444"/>
                  </a:lnTo>
                  <a:lnTo>
                    <a:pt x="264251" y="435360"/>
                  </a:lnTo>
                  <a:lnTo>
                    <a:pt x="262647" y="433420"/>
                  </a:lnTo>
                  <a:lnTo>
                    <a:pt x="262063" y="432466"/>
                  </a:lnTo>
                  <a:lnTo>
                    <a:pt x="261275" y="430834"/>
                  </a:lnTo>
                  <a:lnTo>
                    <a:pt x="261389" y="429318"/>
                  </a:lnTo>
                  <a:lnTo>
                    <a:pt x="261795" y="426373"/>
                  </a:lnTo>
                  <a:lnTo>
                    <a:pt x="262072" y="424353"/>
                  </a:lnTo>
                  <a:lnTo>
                    <a:pt x="261418" y="423388"/>
                  </a:lnTo>
                  <a:lnTo>
                    <a:pt x="260934" y="422355"/>
                  </a:lnTo>
                  <a:lnTo>
                    <a:pt x="260589" y="421356"/>
                  </a:lnTo>
                  <a:lnTo>
                    <a:pt x="259911" y="419390"/>
                  </a:lnTo>
                  <a:lnTo>
                    <a:pt x="259058" y="419872"/>
                  </a:lnTo>
                  <a:lnTo>
                    <a:pt x="258318" y="420355"/>
                  </a:lnTo>
                  <a:lnTo>
                    <a:pt x="257465" y="419665"/>
                  </a:lnTo>
                  <a:lnTo>
                    <a:pt x="254942" y="419964"/>
                  </a:lnTo>
                  <a:lnTo>
                    <a:pt x="253035" y="420189"/>
                  </a:lnTo>
                  <a:lnTo>
                    <a:pt x="251249" y="420401"/>
                  </a:lnTo>
                  <a:lnTo>
                    <a:pt x="248978" y="420668"/>
                  </a:lnTo>
                  <a:lnTo>
                    <a:pt x="246243" y="420991"/>
                  </a:lnTo>
                  <a:lnTo>
                    <a:pt x="245458" y="420557"/>
                  </a:lnTo>
                  <a:lnTo>
                    <a:pt x="244968" y="419905"/>
                  </a:lnTo>
                  <a:lnTo>
                    <a:pt x="244469" y="417198"/>
                  </a:lnTo>
                  <a:lnTo>
                    <a:pt x="244184" y="414897"/>
                  </a:lnTo>
                  <a:lnTo>
                    <a:pt x="243652" y="410591"/>
                  </a:lnTo>
                  <a:lnTo>
                    <a:pt x="243297" y="407263"/>
                  </a:lnTo>
                  <a:lnTo>
                    <a:pt x="242875" y="403295"/>
                  </a:lnTo>
                  <a:lnTo>
                    <a:pt x="242596" y="398917"/>
                  </a:lnTo>
                  <a:lnTo>
                    <a:pt x="242397" y="395801"/>
                  </a:lnTo>
                  <a:lnTo>
                    <a:pt x="240327" y="395698"/>
                  </a:lnTo>
                  <a:lnTo>
                    <a:pt x="238674" y="395616"/>
                  </a:lnTo>
                  <a:lnTo>
                    <a:pt x="236436" y="395505"/>
                  </a:lnTo>
                  <a:lnTo>
                    <a:pt x="236456" y="393026"/>
                  </a:lnTo>
                  <a:lnTo>
                    <a:pt x="236480" y="389903"/>
                  </a:lnTo>
                  <a:lnTo>
                    <a:pt x="236509" y="386348"/>
                  </a:lnTo>
                  <a:lnTo>
                    <a:pt x="236927" y="381680"/>
                  </a:lnTo>
                  <a:lnTo>
                    <a:pt x="237084" y="377767"/>
                  </a:lnTo>
                  <a:lnTo>
                    <a:pt x="237276" y="372996"/>
                  </a:lnTo>
                  <a:lnTo>
                    <a:pt x="237403" y="369842"/>
                  </a:lnTo>
                  <a:lnTo>
                    <a:pt x="237542" y="366372"/>
                  </a:lnTo>
                  <a:lnTo>
                    <a:pt x="236389" y="367442"/>
                  </a:lnTo>
                  <a:lnTo>
                    <a:pt x="235114" y="368627"/>
                  </a:lnTo>
                  <a:lnTo>
                    <a:pt x="233919" y="369736"/>
                  </a:lnTo>
                  <a:lnTo>
                    <a:pt x="233098" y="366924"/>
                  </a:lnTo>
                  <a:lnTo>
                    <a:pt x="232300" y="364192"/>
                  </a:lnTo>
                  <a:lnTo>
                    <a:pt x="231088" y="360038"/>
                  </a:lnTo>
                  <a:lnTo>
                    <a:pt x="230180" y="356924"/>
                  </a:lnTo>
                  <a:lnTo>
                    <a:pt x="228599" y="355107"/>
                  </a:lnTo>
                  <a:lnTo>
                    <a:pt x="227429" y="353763"/>
                  </a:lnTo>
                  <a:lnTo>
                    <a:pt x="226215" y="351497"/>
                  </a:lnTo>
                  <a:lnTo>
                    <a:pt x="225167" y="349149"/>
                  </a:lnTo>
                  <a:lnTo>
                    <a:pt x="224170" y="346921"/>
                  </a:lnTo>
                  <a:lnTo>
                    <a:pt x="222980" y="344982"/>
                  </a:lnTo>
                  <a:lnTo>
                    <a:pt x="221839" y="345595"/>
                  </a:lnTo>
                  <a:lnTo>
                    <a:pt x="220550" y="346805"/>
                  </a:lnTo>
                  <a:lnTo>
                    <a:pt x="219307" y="347973"/>
                  </a:lnTo>
                  <a:lnTo>
                    <a:pt x="217991" y="349209"/>
                  </a:lnTo>
                  <a:lnTo>
                    <a:pt x="217346" y="349814"/>
                  </a:lnTo>
                  <a:lnTo>
                    <a:pt x="215823" y="349584"/>
                  </a:lnTo>
                  <a:lnTo>
                    <a:pt x="214490" y="349384"/>
                  </a:lnTo>
                  <a:lnTo>
                    <a:pt x="212107" y="349026"/>
                  </a:lnTo>
                  <a:lnTo>
                    <a:pt x="210094" y="348721"/>
                  </a:lnTo>
                  <a:lnTo>
                    <a:pt x="208041" y="348411"/>
                  </a:lnTo>
                  <a:lnTo>
                    <a:pt x="205179" y="347980"/>
                  </a:lnTo>
                  <a:lnTo>
                    <a:pt x="202281" y="347544"/>
                  </a:lnTo>
                  <a:lnTo>
                    <a:pt x="200339" y="348120"/>
                  </a:lnTo>
                  <a:lnTo>
                    <a:pt x="197883" y="348847"/>
                  </a:lnTo>
                  <a:lnTo>
                    <a:pt x="195303" y="349612"/>
                  </a:lnTo>
                  <a:lnTo>
                    <a:pt x="193169" y="350244"/>
                  </a:lnTo>
                  <a:lnTo>
                    <a:pt x="190470" y="351043"/>
                  </a:lnTo>
                  <a:lnTo>
                    <a:pt x="188448" y="351640"/>
                  </a:lnTo>
                  <a:lnTo>
                    <a:pt x="187452" y="351558"/>
                  </a:lnTo>
                  <a:lnTo>
                    <a:pt x="186201" y="349043"/>
                  </a:lnTo>
                  <a:lnTo>
                    <a:pt x="184198" y="345015"/>
                  </a:lnTo>
                  <a:lnTo>
                    <a:pt x="182984" y="342574"/>
                  </a:lnTo>
                  <a:lnTo>
                    <a:pt x="181792" y="340180"/>
                  </a:lnTo>
                  <a:lnTo>
                    <a:pt x="180076" y="336730"/>
                  </a:lnTo>
                  <a:lnTo>
                    <a:pt x="178692" y="334120"/>
                  </a:lnTo>
                  <a:lnTo>
                    <a:pt x="177343" y="331569"/>
                  </a:lnTo>
                  <a:lnTo>
                    <a:pt x="176567" y="329216"/>
                  </a:lnTo>
                  <a:lnTo>
                    <a:pt x="176180" y="326257"/>
                  </a:lnTo>
                  <a:lnTo>
                    <a:pt x="175480" y="324915"/>
                  </a:lnTo>
                  <a:lnTo>
                    <a:pt x="173911" y="323104"/>
                  </a:lnTo>
                  <a:lnTo>
                    <a:pt x="172228" y="321161"/>
                  </a:lnTo>
                  <a:lnTo>
                    <a:pt x="170544" y="319217"/>
                  </a:lnTo>
                  <a:lnTo>
                    <a:pt x="168860" y="317272"/>
                  </a:lnTo>
                  <a:lnTo>
                    <a:pt x="167177" y="315329"/>
                  </a:lnTo>
                  <a:lnTo>
                    <a:pt x="165493" y="313385"/>
                  </a:lnTo>
                  <a:lnTo>
                    <a:pt x="163809" y="311442"/>
                  </a:lnTo>
                  <a:lnTo>
                    <a:pt x="162126" y="309497"/>
                  </a:lnTo>
                  <a:lnTo>
                    <a:pt x="160442" y="307555"/>
                  </a:lnTo>
                  <a:lnTo>
                    <a:pt x="158759" y="305611"/>
                  </a:lnTo>
                  <a:lnTo>
                    <a:pt x="157076" y="303668"/>
                  </a:lnTo>
                  <a:lnTo>
                    <a:pt x="155391" y="301724"/>
                  </a:lnTo>
                  <a:lnTo>
                    <a:pt x="153708" y="299779"/>
                  </a:lnTo>
                  <a:lnTo>
                    <a:pt x="152025" y="297836"/>
                  </a:lnTo>
                  <a:lnTo>
                    <a:pt x="150340" y="295892"/>
                  </a:lnTo>
                  <a:lnTo>
                    <a:pt x="148657" y="293947"/>
                  </a:lnTo>
                  <a:lnTo>
                    <a:pt x="146974" y="292004"/>
                  </a:lnTo>
                  <a:lnTo>
                    <a:pt x="145589" y="290592"/>
                  </a:lnTo>
                  <a:lnTo>
                    <a:pt x="144299" y="290959"/>
                  </a:lnTo>
                  <a:lnTo>
                    <a:pt x="142370" y="291949"/>
                  </a:lnTo>
                  <a:lnTo>
                    <a:pt x="140348" y="292985"/>
                  </a:lnTo>
                  <a:lnTo>
                    <a:pt x="138347" y="294010"/>
                  </a:lnTo>
                  <a:lnTo>
                    <a:pt x="134760" y="295849"/>
                  </a:lnTo>
                  <a:lnTo>
                    <a:pt x="132452" y="297031"/>
                  </a:lnTo>
                  <a:lnTo>
                    <a:pt x="130648" y="298029"/>
                  </a:lnTo>
                  <a:lnTo>
                    <a:pt x="128727" y="299091"/>
                  </a:lnTo>
                  <a:lnTo>
                    <a:pt x="126209" y="300483"/>
                  </a:lnTo>
                  <a:lnTo>
                    <a:pt x="124098" y="301652"/>
                  </a:lnTo>
                  <a:lnTo>
                    <a:pt x="121623" y="303020"/>
                  </a:lnTo>
                  <a:lnTo>
                    <a:pt x="119434" y="304231"/>
                  </a:lnTo>
                  <a:lnTo>
                    <a:pt x="117591" y="305249"/>
                  </a:lnTo>
                  <a:lnTo>
                    <a:pt x="115672" y="306311"/>
                  </a:lnTo>
                  <a:lnTo>
                    <a:pt x="114151" y="307152"/>
                  </a:lnTo>
                  <a:lnTo>
                    <a:pt x="114152" y="313935"/>
                  </a:lnTo>
                  <a:lnTo>
                    <a:pt x="114155" y="320718"/>
                  </a:lnTo>
                  <a:lnTo>
                    <a:pt x="114156" y="327500"/>
                  </a:lnTo>
                  <a:lnTo>
                    <a:pt x="114157" y="334283"/>
                  </a:lnTo>
                  <a:lnTo>
                    <a:pt x="114158" y="341066"/>
                  </a:lnTo>
                  <a:lnTo>
                    <a:pt x="114159" y="347850"/>
                  </a:lnTo>
                  <a:lnTo>
                    <a:pt x="114161" y="354633"/>
                  </a:lnTo>
                  <a:lnTo>
                    <a:pt x="114162" y="361414"/>
                  </a:lnTo>
                  <a:lnTo>
                    <a:pt x="114163" y="368197"/>
                  </a:lnTo>
                  <a:lnTo>
                    <a:pt x="114164" y="374979"/>
                  </a:lnTo>
                  <a:lnTo>
                    <a:pt x="114165" y="381762"/>
                  </a:lnTo>
                  <a:lnTo>
                    <a:pt x="114167" y="388545"/>
                  </a:lnTo>
                  <a:lnTo>
                    <a:pt x="114168" y="395328"/>
                  </a:lnTo>
                  <a:lnTo>
                    <a:pt x="114169" y="402110"/>
                  </a:lnTo>
                  <a:lnTo>
                    <a:pt x="114171" y="408894"/>
                  </a:lnTo>
                  <a:lnTo>
                    <a:pt x="114172" y="415677"/>
                  </a:lnTo>
                  <a:lnTo>
                    <a:pt x="113655" y="415621"/>
                  </a:lnTo>
                  <a:lnTo>
                    <a:pt x="112486" y="416015"/>
                  </a:lnTo>
                  <a:lnTo>
                    <a:pt x="110531" y="416960"/>
                  </a:lnTo>
                  <a:lnTo>
                    <a:pt x="108905" y="417435"/>
                  </a:lnTo>
                  <a:lnTo>
                    <a:pt x="108196" y="417153"/>
                  </a:lnTo>
                  <a:lnTo>
                    <a:pt x="107554" y="416443"/>
                  </a:lnTo>
                  <a:lnTo>
                    <a:pt x="106993" y="414947"/>
                  </a:lnTo>
                  <a:lnTo>
                    <a:pt x="106157" y="413131"/>
                  </a:lnTo>
                  <a:lnTo>
                    <a:pt x="105302" y="411662"/>
                  </a:lnTo>
                  <a:lnTo>
                    <a:pt x="104238" y="408643"/>
                  </a:lnTo>
                  <a:lnTo>
                    <a:pt x="103502" y="406325"/>
                  </a:lnTo>
                  <a:lnTo>
                    <a:pt x="101679" y="401263"/>
                  </a:lnTo>
                  <a:lnTo>
                    <a:pt x="101427" y="399668"/>
                  </a:lnTo>
                  <a:lnTo>
                    <a:pt x="101087" y="398040"/>
                  </a:lnTo>
                  <a:lnTo>
                    <a:pt x="100479" y="396678"/>
                  </a:lnTo>
                  <a:lnTo>
                    <a:pt x="98335" y="393338"/>
                  </a:lnTo>
                  <a:lnTo>
                    <a:pt x="95836" y="390325"/>
                  </a:lnTo>
                  <a:lnTo>
                    <a:pt x="93386" y="387376"/>
                  </a:lnTo>
                  <a:lnTo>
                    <a:pt x="92693" y="386661"/>
                  </a:lnTo>
                  <a:lnTo>
                    <a:pt x="91548" y="385744"/>
                  </a:lnTo>
                  <a:lnTo>
                    <a:pt x="90136" y="385724"/>
                  </a:lnTo>
                  <a:lnTo>
                    <a:pt x="89176" y="385904"/>
                  </a:lnTo>
                  <a:lnTo>
                    <a:pt x="86238" y="386877"/>
                  </a:lnTo>
                  <a:lnTo>
                    <a:pt x="83989" y="388018"/>
                  </a:lnTo>
                  <a:lnTo>
                    <a:pt x="80934" y="389566"/>
                  </a:lnTo>
                  <a:lnTo>
                    <a:pt x="78567" y="391283"/>
                  </a:lnTo>
                  <a:lnTo>
                    <a:pt x="78038" y="391787"/>
                  </a:lnTo>
                  <a:lnTo>
                    <a:pt x="76308" y="393859"/>
                  </a:lnTo>
                  <a:lnTo>
                    <a:pt x="74192" y="397293"/>
                  </a:lnTo>
                  <a:lnTo>
                    <a:pt x="71717" y="402139"/>
                  </a:lnTo>
                  <a:lnTo>
                    <a:pt x="71397" y="399021"/>
                  </a:lnTo>
                  <a:lnTo>
                    <a:pt x="71288" y="394221"/>
                  </a:lnTo>
                  <a:lnTo>
                    <a:pt x="71330" y="392676"/>
                  </a:lnTo>
                  <a:lnTo>
                    <a:pt x="72002" y="388642"/>
                  </a:lnTo>
                  <a:lnTo>
                    <a:pt x="72685" y="385873"/>
                  </a:lnTo>
                  <a:lnTo>
                    <a:pt x="73235" y="382996"/>
                  </a:lnTo>
                  <a:lnTo>
                    <a:pt x="73480" y="379230"/>
                  </a:lnTo>
                  <a:lnTo>
                    <a:pt x="72969" y="373187"/>
                  </a:lnTo>
                  <a:lnTo>
                    <a:pt x="72402" y="371849"/>
                  </a:lnTo>
                  <a:lnTo>
                    <a:pt x="71718" y="371411"/>
                  </a:lnTo>
                  <a:lnTo>
                    <a:pt x="70991" y="371287"/>
                  </a:lnTo>
                  <a:lnTo>
                    <a:pt x="69652" y="371533"/>
                  </a:lnTo>
                  <a:lnTo>
                    <a:pt x="69026" y="372016"/>
                  </a:lnTo>
                  <a:lnTo>
                    <a:pt x="67937" y="369979"/>
                  </a:lnTo>
                  <a:lnTo>
                    <a:pt x="66620" y="369653"/>
                  </a:lnTo>
                  <a:lnTo>
                    <a:pt x="65925" y="370221"/>
                  </a:lnTo>
                  <a:lnTo>
                    <a:pt x="65220" y="370515"/>
                  </a:lnTo>
                  <a:lnTo>
                    <a:pt x="64458" y="369953"/>
                  </a:lnTo>
                  <a:lnTo>
                    <a:pt x="63799" y="368746"/>
                  </a:lnTo>
                  <a:lnTo>
                    <a:pt x="63396" y="367447"/>
                  </a:lnTo>
                  <a:lnTo>
                    <a:pt x="63080" y="365972"/>
                  </a:lnTo>
                  <a:lnTo>
                    <a:pt x="62047" y="363026"/>
                  </a:lnTo>
                  <a:lnTo>
                    <a:pt x="61019" y="361418"/>
                  </a:lnTo>
                  <a:lnTo>
                    <a:pt x="59776" y="361062"/>
                  </a:lnTo>
                  <a:lnTo>
                    <a:pt x="57751" y="361154"/>
                  </a:lnTo>
                  <a:lnTo>
                    <a:pt x="57112" y="360955"/>
                  </a:lnTo>
                  <a:lnTo>
                    <a:pt x="57075" y="359283"/>
                  </a:lnTo>
                  <a:lnTo>
                    <a:pt x="57331" y="355591"/>
                  </a:lnTo>
                  <a:lnTo>
                    <a:pt x="57337" y="353665"/>
                  </a:lnTo>
                  <a:lnTo>
                    <a:pt x="57189" y="351847"/>
                  </a:lnTo>
                  <a:lnTo>
                    <a:pt x="56852" y="350353"/>
                  </a:lnTo>
                  <a:lnTo>
                    <a:pt x="56424" y="349059"/>
                  </a:lnTo>
                  <a:lnTo>
                    <a:pt x="55213" y="346930"/>
                  </a:lnTo>
                  <a:lnTo>
                    <a:pt x="54302" y="343934"/>
                  </a:lnTo>
                  <a:lnTo>
                    <a:pt x="52778" y="337776"/>
                  </a:lnTo>
                  <a:lnTo>
                    <a:pt x="51449" y="330855"/>
                  </a:lnTo>
                  <a:lnTo>
                    <a:pt x="50862" y="329813"/>
                  </a:lnTo>
                  <a:lnTo>
                    <a:pt x="49672" y="328718"/>
                  </a:lnTo>
                  <a:lnTo>
                    <a:pt x="47074" y="327841"/>
                  </a:lnTo>
                  <a:lnTo>
                    <a:pt x="45360" y="326933"/>
                  </a:lnTo>
                  <a:lnTo>
                    <a:pt x="44683" y="326058"/>
                  </a:lnTo>
                  <a:lnTo>
                    <a:pt x="44402" y="324540"/>
                  </a:lnTo>
                  <a:lnTo>
                    <a:pt x="44407" y="322914"/>
                  </a:lnTo>
                  <a:lnTo>
                    <a:pt x="44548" y="320992"/>
                  </a:lnTo>
                  <a:lnTo>
                    <a:pt x="44949" y="319367"/>
                  </a:lnTo>
                  <a:lnTo>
                    <a:pt x="46314" y="318112"/>
                  </a:lnTo>
                  <a:lnTo>
                    <a:pt x="49276" y="317836"/>
                  </a:lnTo>
                  <a:lnTo>
                    <a:pt x="51809" y="317972"/>
                  </a:lnTo>
                  <a:lnTo>
                    <a:pt x="54106" y="320876"/>
                  </a:lnTo>
                  <a:lnTo>
                    <a:pt x="54861" y="321546"/>
                  </a:lnTo>
                  <a:lnTo>
                    <a:pt x="55670" y="321736"/>
                  </a:lnTo>
                  <a:lnTo>
                    <a:pt x="57298" y="320819"/>
                  </a:lnTo>
                  <a:lnTo>
                    <a:pt x="58102" y="320559"/>
                  </a:lnTo>
                  <a:lnTo>
                    <a:pt x="60136" y="320861"/>
                  </a:lnTo>
                  <a:lnTo>
                    <a:pt x="59529" y="319485"/>
                  </a:lnTo>
                  <a:lnTo>
                    <a:pt x="58765" y="318764"/>
                  </a:lnTo>
                  <a:lnTo>
                    <a:pt x="57976" y="318826"/>
                  </a:lnTo>
                  <a:lnTo>
                    <a:pt x="57292" y="318268"/>
                  </a:lnTo>
                  <a:lnTo>
                    <a:pt x="56170" y="315601"/>
                  </a:lnTo>
                  <a:lnTo>
                    <a:pt x="54217" y="312570"/>
                  </a:lnTo>
                  <a:lnTo>
                    <a:pt x="53764" y="311316"/>
                  </a:lnTo>
                  <a:lnTo>
                    <a:pt x="53626" y="309312"/>
                  </a:lnTo>
                  <a:lnTo>
                    <a:pt x="54003" y="307584"/>
                  </a:lnTo>
                  <a:lnTo>
                    <a:pt x="55385" y="305813"/>
                  </a:lnTo>
                  <a:lnTo>
                    <a:pt x="56557" y="303407"/>
                  </a:lnTo>
                  <a:lnTo>
                    <a:pt x="57095" y="300212"/>
                  </a:lnTo>
                  <a:lnTo>
                    <a:pt x="57575" y="298741"/>
                  </a:lnTo>
                  <a:lnTo>
                    <a:pt x="58578" y="296428"/>
                  </a:lnTo>
                  <a:lnTo>
                    <a:pt x="60088" y="296871"/>
                  </a:lnTo>
                  <a:lnTo>
                    <a:pt x="62440" y="295199"/>
                  </a:lnTo>
                  <a:lnTo>
                    <a:pt x="66292" y="295526"/>
                  </a:lnTo>
                  <a:lnTo>
                    <a:pt x="70900" y="295045"/>
                  </a:lnTo>
                  <a:lnTo>
                    <a:pt x="72171" y="295223"/>
                  </a:lnTo>
                  <a:lnTo>
                    <a:pt x="75107" y="296852"/>
                  </a:lnTo>
                  <a:lnTo>
                    <a:pt x="76798" y="297555"/>
                  </a:lnTo>
                  <a:lnTo>
                    <a:pt x="78847" y="297915"/>
                  </a:lnTo>
                  <a:lnTo>
                    <a:pt x="80328" y="297192"/>
                  </a:lnTo>
                  <a:lnTo>
                    <a:pt x="78931" y="294965"/>
                  </a:lnTo>
                  <a:lnTo>
                    <a:pt x="75905" y="292324"/>
                  </a:lnTo>
                  <a:lnTo>
                    <a:pt x="75129" y="290078"/>
                  </a:lnTo>
                  <a:lnTo>
                    <a:pt x="76515" y="283968"/>
                  </a:lnTo>
                  <a:lnTo>
                    <a:pt x="78393" y="278403"/>
                  </a:lnTo>
                  <a:lnTo>
                    <a:pt x="79534" y="271790"/>
                  </a:lnTo>
                  <a:lnTo>
                    <a:pt x="79214" y="265218"/>
                  </a:lnTo>
                  <a:lnTo>
                    <a:pt x="78665" y="263409"/>
                  </a:lnTo>
                  <a:lnTo>
                    <a:pt x="78843" y="261276"/>
                  </a:lnTo>
                  <a:lnTo>
                    <a:pt x="79500" y="259477"/>
                  </a:lnTo>
                  <a:lnTo>
                    <a:pt x="79960" y="257684"/>
                  </a:lnTo>
                  <a:lnTo>
                    <a:pt x="79562" y="255527"/>
                  </a:lnTo>
                  <a:lnTo>
                    <a:pt x="78732" y="252158"/>
                  </a:lnTo>
                  <a:lnTo>
                    <a:pt x="78307" y="251068"/>
                  </a:lnTo>
                  <a:lnTo>
                    <a:pt x="76862" y="249252"/>
                  </a:lnTo>
                  <a:lnTo>
                    <a:pt x="73957" y="249171"/>
                  </a:lnTo>
                  <a:lnTo>
                    <a:pt x="71587" y="248180"/>
                  </a:lnTo>
                  <a:lnTo>
                    <a:pt x="70821" y="248978"/>
                  </a:lnTo>
                  <a:lnTo>
                    <a:pt x="70389" y="250205"/>
                  </a:lnTo>
                  <a:lnTo>
                    <a:pt x="69846" y="251013"/>
                  </a:lnTo>
                  <a:lnTo>
                    <a:pt x="67999" y="252647"/>
                  </a:lnTo>
                  <a:lnTo>
                    <a:pt x="67384" y="252968"/>
                  </a:lnTo>
                  <a:lnTo>
                    <a:pt x="66741" y="252644"/>
                  </a:lnTo>
                  <a:lnTo>
                    <a:pt x="65834" y="250803"/>
                  </a:lnTo>
                  <a:lnTo>
                    <a:pt x="65030" y="251010"/>
                  </a:lnTo>
                  <a:lnTo>
                    <a:pt x="62585" y="249862"/>
                  </a:lnTo>
                  <a:lnTo>
                    <a:pt x="61434" y="247370"/>
                  </a:lnTo>
                  <a:lnTo>
                    <a:pt x="61009" y="247020"/>
                  </a:lnTo>
                  <a:lnTo>
                    <a:pt x="57056" y="245029"/>
                  </a:lnTo>
                  <a:lnTo>
                    <a:pt x="55681" y="244649"/>
                  </a:lnTo>
                  <a:lnTo>
                    <a:pt x="52537" y="246702"/>
                  </a:lnTo>
                  <a:lnTo>
                    <a:pt x="50254" y="249333"/>
                  </a:lnTo>
                  <a:lnTo>
                    <a:pt x="49610" y="249715"/>
                  </a:lnTo>
                  <a:lnTo>
                    <a:pt x="48428" y="251383"/>
                  </a:lnTo>
                  <a:lnTo>
                    <a:pt x="47764" y="251648"/>
                  </a:lnTo>
                  <a:lnTo>
                    <a:pt x="47080" y="251364"/>
                  </a:lnTo>
                  <a:lnTo>
                    <a:pt x="46435" y="251465"/>
                  </a:lnTo>
                  <a:lnTo>
                    <a:pt x="45056" y="253964"/>
                  </a:lnTo>
                  <a:lnTo>
                    <a:pt x="42562" y="256874"/>
                  </a:lnTo>
                  <a:lnTo>
                    <a:pt x="41322" y="258711"/>
                  </a:lnTo>
                  <a:lnTo>
                    <a:pt x="39939" y="259852"/>
                  </a:lnTo>
                  <a:lnTo>
                    <a:pt x="38406" y="260566"/>
                  </a:lnTo>
                  <a:lnTo>
                    <a:pt x="36834" y="260682"/>
                  </a:lnTo>
                  <a:lnTo>
                    <a:pt x="36259" y="261343"/>
                  </a:lnTo>
                  <a:lnTo>
                    <a:pt x="34465" y="261578"/>
                  </a:lnTo>
                  <a:lnTo>
                    <a:pt x="33372" y="262113"/>
                  </a:lnTo>
                  <a:lnTo>
                    <a:pt x="33332" y="263106"/>
                  </a:lnTo>
                  <a:lnTo>
                    <a:pt x="33550" y="265332"/>
                  </a:lnTo>
                  <a:lnTo>
                    <a:pt x="32621" y="264546"/>
                  </a:lnTo>
                  <a:lnTo>
                    <a:pt x="31643" y="266056"/>
                  </a:lnTo>
                  <a:lnTo>
                    <a:pt x="31967" y="267490"/>
                  </a:lnTo>
                  <a:lnTo>
                    <a:pt x="31383" y="267146"/>
                  </a:lnTo>
                  <a:lnTo>
                    <a:pt x="28637" y="264388"/>
                  </a:lnTo>
                  <a:lnTo>
                    <a:pt x="26386" y="262443"/>
                  </a:lnTo>
                  <a:lnTo>
                    <a:pt x="24386" y="260715"/>
                  </a:lnTo>
                  <a:lnTo>
                    <a:pt x="24092" y="260400"/>
                  </a:lnTo>
                  <a:lnTo>
                    <a:pt x="23546" y="259558"/>
                  </a:lnTo>
                  <a:lnTo>
                    <a:pt x="23155" y="258248"/>
                  </a:lnTo>
                  <a:lnTo>
                    <a:pt x="23072" y="256809"/>
                  </a:lnTo>
                  <a:lnTo>
                    <a:pt x="23269" y="255755"/>
                  </a:lnTo>
                  <a:lnTo>
                    <a:pt x="23755" y="255081"/>
                  </a:lnTo>
                  <a:lnTo>
                    <a:pt x="24326" y="254821"/>
                  </a:lnTo>
                  <a:lnTo>
                    <a:pt x="24836" y="255035"/>
                  </a:lnTo>
                  <a:lnTo>
                    <a:pt x="25402" y="255681"/>
                  </a:lnTo>
                  <a:lnTo>
                    <a:pt x="26411" y="256463"/>
                  </a:lnTo>
                  <a:lnTo>
                    <a:pt x="27718" y="256609"/>
                  </a:lnTo>
                  <a:lnTo>
                    <a:pt x="28531" y="256007"/>
                  </a:lnTo>
                  <a:lnTo>
                    <a:pt x="28642" y="254564"/>
                  </a:lnTo>
                  <a:lnTo>
                    <a:pt x="27087" y="249236"/>
                  </a:lnTo>
                  <a:lnTo>
                    <a:pt x="25656" y="244935"/>
                  </a:lnTo>
                  <a:lnTo>
                    <a:pt x="24270" y="240153"/>
                  </a:lnTo>
                  <a:lnTo>
                    <a:pt x="23684" y="238419"/>
                  </a:lnTo>
                  <a:lnTo>
                    <a:pt x="21984" y="234415"/>
                  </a:lnTo>
                  <a:lnTo>
                    <a:pt x="20310" y="230472"/>
                  </a:lnTo>
                  <a:lnTo>
                    <a:pt x="18985" y="226960"/>
                  </a:lnTo>
                  <a:lnTo>
                    <a:pt x="18290" y="225878"/>
                  </a:lnTo>
                  <a:lnTo>
                    <a:pt x="16153" y="225426"/>
                  </a:lnTo>
                  <a:lnTo>
                    <a:pt x="12077" y="224561"/>
                  </a:lnTo>
                  <a:lnTo>
                    <a:pt x="10636" y="224149"/>
                  </a:lnTo>
                  <a:lnTo>
                    <a:pt x="9483" y="225191"/>
                  </a:lnTo>
                  <a:lnTo>
                    <a:pt x="8326" y="226011"/>
                  </a:lnTo>
                  <a:lnTo>
                    <a:pt x="7225" y="224487"/>
                  </a:lnTo>
                  <a:lnTo>
                    <a:pt x="6356" y="221997"/>
                  </a:lnTo>
                  <a:lnTo>
                    <a:pt x="5899" y="219900"/>
                  </a:lnTo>
                  <a:lnTo>
                    <a:pt x="6122" y="217761"/>
                  </a:lnTo>
                  <a:lnTo>
                    <a:pt x="6213" y="214602"/>
                  </a:lnTo>
                  <a:lnTo>
                    <a:pt x="5550" y="211486"/>
                  </a:lnTo>
                  <a:lnTo>
                    <a:pt x="4815" y="209949"/>
                  </a:lnTo>
                  <a:lnTo>
                    <a:pt x="2972" y="208793"/>
                  </a:lnTo>
                  <a:lnTo>
                    <a:pt x="630" y="206173"/>
                  </a:lnTo>
                  <a:lnTo>
                    <a:pt x="0" y="201398"/>
                  </a:lnTo>
                  <a:lnTo>
                    <a:pt x="1138" y="194551"/>
                  </a:lnTo>
                  <a:lnTo>
                    <a:pt x="2970" y="189704"/>
                  </a:lnTo>
                  <a:lnTo>
                    <a:pt x="4302" y="187673"/>
                  </a:lnTo>
                  <a:lnTo>
                    <a:pt x="4936" y="185900"/>
                  </a:lnTo>
                  <a:lnTo>
                    <a:pt x="5145" y="184365"/>
                  </a:lnTo>
                  <a:lnTo>
                    <a:pt x="4984" y="182899"/>
                  </a:lnTo>
                  <a:lnTo>
                    <a:pt x="4195" y="181342"/>
                  </a:lnTo>
                  <a:lnTo>
                    <a:pt x="2970" y="179827"/>
                  </a:lnTo>
                  <a:lnTo>
                    <a:pt x="2350" y="177959"/>
                  </a:lnTo>
                  <a:lnTo>
                    <a:pt x="2607" y="173965"/>
                  </a:lnTo>
                  <a:lnTo>
                    <a:pt x="3416" y="168211"/>
                  </a:lnTo>
                  <a:lnTo>
                    <a:pt x="4665" y="163609"/>
                  </a:lnTo>
                  <a:lnTo>
                    <a:pt x="6342" y="161058"/>
                  </a:lnTo>
                  <a:lnTo>
                    <a:pt x="7789" y="159231"/>
                  </a:lnTo>
                  <a:lnTo>
                    <a:pt x="8360" y="157528"/>
                  </a:lnTo>
                  <a:lnTo>
                    <a:pt x="8390" y="155113"/>
                  </a:lnTo>
                  <a:lnTo>
                    <a:pt x="8354" y="152831"/>
                  </a:lnTo>
                  <a:lnTo>
                    <a:pt x="8741" y="151174"/>
                  </a:lnTo>
                  <a:lnTo>
                    <a:pt x="9349" y="149857"/>
                  </a:lnTo>
                  <a:lnTo>
                    <a:pt x="9993" y="148680"/>
                  </a:lnTo>
                  <a:lnTo>
                    <a:pt x="10900" y="147357"/>
                  </a:lnTo>
                  <a:lnTo>
                    <a:pt x="12070" y="147036"/>
                  </a:lnTo>
                  <a:lnTo>
                    <a:pt x="13364" y="148088"/>
                  </a:lnTo>
                  <a:lnTo>
                    <a:pt x="15117" y="150915"/>
                  </a:lnTo>
                  <a:lnTo>
                    <a:pt x="17690" y="156491"/>
                  </a:lnTo>
                  <a:lnTo>
                    <a:pt x="19160" y="160143"/>
                  </a:lnTo>
                  <a:lnTo>
                    <a:pt x="19689" y="161268"/>
                  </a:lnTo>
                  <a:lnTo>
                    <a:pt x="21032" y="163445"/>
                  </a:lnTo>
                  <a:lnTo>
                    <a:pt x="22242" y="164324"/>
                  </a:lnTo>
                  <a:lnTo>
                    <a:pt x="24262" y="162959"/>
                  </a:lnTo>
                  <a:lnTo>
                    <a:pt x="26200" y="161375"/>
                  </a:lnTo>
                  <a:lnTo>
                    <a:pt x="26824" y="160368"/>
                  </a:lnTo>
                  <a:lnTo>
                    <a:pt x="27227" y="158869"/>
                  </a:lnTo>
                  <a:lnTo>
                    <a:pt x="26918" y="156306"/>
                  </a:lnTo>
                  <a:lnTo>
                    <a:pt x="26514" y="154634"/>
                  </a:lnTo>
                  <a:lnTo>
                    <a:pt x="26083" y="152506"/>
                  </a:lnTo>
                  <a:lnTo>
                    <a:pt x="25487" y="148804"/>
                  </a:lnTo>
                  <a:lnTo>
                    <a:pt x="25067" y="142995"/>
                  </a:lnTo>
                  <a:lnTo>
                    <a:pt x="24568" y="141152"/>
                  </a:lnTo>
                  <a:lnTo>
                    <a:pt x="24935" y="140940"/>
                  </a:lnTo>
                  <a:lnTo>
                    <a:pt x="25904" y="141324"/>
                  </a:lnTo>
                  <a:lnTo>
                    <a:pt x="26802" y="141489"/>
                  </a:lnTo>
                  <a:lnTo>
                    <a:pt x="28086" y="140210"/>
                  </a:lnTo>
                  <a:lnTo>
                    <a:pt x="29852" y="137802"/>
                  </a:lnTo>
                  <a:lnTo>
                    <a:pt x="33079" y="134090"/>
                  </a:lnTo>
                  <a:lnTo>
                    <a:pt x="33762" y="131639"/>
                  </a:lnTo>
                  <a:lnTo>
                    <a:pt x="34312" y="128910"/>
                  </a:lnTo>
                  <a:lnTo>
                    <a:pt x="35207" y="127238"/>
                  </a:lnTo>
                  <a:lnTo>
                    <a:pt x="37257" y="126685"/>
                  </a:lnTo>
                  <a:lnTo>
                    <a:pt x="39158" y="125811"/>
                  </a:lnTo>
                  <a:lnTo>
                    <a:pt x="40499" y="123882"/>
                  </a:lnTo>
                  <a:lnTo>
                    <a:pt x="42602" y="122185"/>
                  </a:lnTo>
                  <a:lnTo>
                    <a:pt x="44333" y="121153"/>
                  </a:lnTo>
                  <a:lnTo>
                    <a:pt x="45093" y="120206"/>
                  </a:lnTo>
                  <a:lnTo>
                    <a:pt x="45635" y="118783"/>
                  </a:lnTo>
                  <a:lnTo>
                    <a:pt x="47616" y="114768"/>
                  </a:lnTo>
                  <a:lnTo>
                    <a:pt x="49172" y="112299"/>
                  </a:lnTo>
                  <a:lnTo>
                    <a:pt x="50540" y="109758"/>
                  </a:lnTo>
                  <a:lnTo>
                    <a:pt x="51000" y="108161"/>
                  </a:lnTo>
                  <a:lnTo>
                    <a:pt x="52078" y="108457"/>
                  </a:lnTo>
                  <a:lnTo>
                    <a:pt x="53729" y="109566"/>
                  </a:lnTo>
                  <a:lnTo>
                    <a:pt x="55504" y="110576"/>
                  </a:lnTo>
                  <a:lnTo>
                    <a:pt x="56801" y="112142"/>
                  </a:lnTo>
                  <a:lnTo>
                    <a:pt x="57054" y="113746"/>
                  </a:lnTo>
                  <a:lnTo>
                    <a:pt x="57181" y="115010"/>
                  </a:lnTo>
                  <a:lnTo>
                    <a:pt x="57710" y="115662"/>
                  </a:lnTo>
                  <a:lnTo>
                    <a:pt x="58337" y="115782"/>
                  </a:lnTo>
                  <a:lnTo>
                    <a:pt x="59281" y="115464"/>
                  </a:lnTo>
                  <a:lnTo>
                    <a:pt x="60934" y="115407"/>
                  </a:lnTo>
                  <a:lnTo>
                    <a:pt x="62961" y="113330"/>
                  </a:lnTo>
                  <a:lnTo>
                    <a:pt x="65785" y="109830"/>
                  </a:lnTo>
                  <a:lnTo>
                    <a:pt x="68369" y="108747"/>
                  </a:lnTo>
                  <a:lnTo>
                    <a:pt x="69733" y="109576"/>
                  </a:lnTo>
                  <a:lnTo>
                    <a:pt x="70854" y="112149"/>
                  </a:lnTo>
                  <a:lnTo>
                    <a:pt x="71746" y="114574"/>
                  </a:lnTo>
                  <a:lnTo>
                    <a:pt x="72660" y="115476"/>
                  </a:lnTo>
                  <a:lnTo>
                    <a:pt x="73227" y="115502"/>
                  </a:lnTo>
                  <a:lnTo>
                    <a:pt x="73439" y="115538"/>
                  </a:lnTo>
                  <a:lnTo>
                    <a:pt x="74657" y="114995"/>
                  </a:lnTo>
                  <a:lnTo>
                    <a:pt x="75698" y="115094"/>
                  </a:lnTo>
                  <a:lnTo>
                    <a:pt x="76699" y="115910"/>
                  </a:lnTo>
                  <a:lnTo>
                    <a:pt x="78354" y="116006"/>
                  </a:lnTo>
                  <a:lnTo>
                    <a:pt x="80656" y="115378"/>
                  </a:lnTo>
                  <a:lnTo>
                    <a:pt x="80899" y="115122"/>
                  </a:lnTo>
                  <a:lnTo>
                    <a:pt x="82006" y="115454"/>
                  </a:lnTo>
                  <a:lnTo>
                    <a:pt x="83353" y="116573"/>
                  </a:lnTo>
                  <a:lnTo>
                    <a:pt x="84402" y="117901"/>
                  </a:lnTo>
                  <a:lnTo>
                    <a:pt x="86272" y="122267"/>
                  </a:lnTo>
                  <a:lnTo>
                    <a:pt x="87349" y="123393"/>
                  </a:lnTo>
                  <a:lnTo>
                    <a:pt x="89547" y="124945"/>
                  </a:lnTo>
                  <a:lnTo>
                    <a:pt x="90579" y="126304"/>
                  </a:lnTo>
                  <a:lnTo>
                    <a:pt x="91776" y="128503"/>
                  </a:lnTo>
                  <a:lnTo>
                    <a:pt x="92402" y="129835"/>
                  </a:lnTo>
                  <a:lnTo>
                    <a:pt x="93703" y="132247"/>
                  </a:lnTo>
                  <a:lnTo>
                    <a:pt x="95210" y="136199"/>
                  </a:lnTo>
                  <a:lnTo>
                    <a:pt x="95476" y="139343"/>
                  </a:lnTo>
                  <a:lnTo>
                    <a:pt x="95819" y="142007"/>
                  </a:lnTo>
                  <a:lnTo>
                    <a:pt x="96378" y="143266"/>
                  </a:lnTo>
                  <a:lnTo>
                    <a:pt x="96840" y="143425"/>
                  </a:lnTo>
                  <a:lnTo>
                    <a:pt x="97339" y="142985"/>
                  </a:lnTo>
                  <a:lnTo>
                    <a:pt x="97826" y="141776"/>
                  </a:lnTo>
                  <a:lnTo>
                    <a:pt x="97995" y="139750"/>
                  </a:lnTo>
                  <a:lnTo>
                    <a:pt x="97847" y="136178"/>
                  </a:lnTo>
                  <a:lnTo>
                    <a:pt x="97462" y="133257"/>
                  </a:lnTo>
                  <a:lnTo>
                    <a:pt x="96966" y="132329"/>
                  </a:lnTo>
                  <a:lnTo>
                    <a:pt x="96728" y="131302"/>
                  </a:lnTo>
                  <a:lnTo>
                    <a:pt x="97056" y="129997"/>
                  </a:lnTo>
                  <a:lnTo>
                    <a:pt x="97892" y="129366"/>
                  </a:lnTo>
                  <a:lnTo>
                    <a:pt x="98935" y="129764"/>
                  </a:lnTo>
                  <a:lnTo>
                    <a:pt x="100651" y="131441"/>
                  </a:lnTo>
                  <a:lnTo>
                    <a:pt x="102441" y="133556"/>
                  </a:lnTo>
                  <a:lnTo>
                    <a:pt x="104639" y="137251"/>
                  </a:lnTo>
                  <a:lnTo>
                    <a:pt x="106661" y="139599"/>
                  </a:lnTo>
                  <a:lnTo>
                    <a:pt x="108869" y="141474"/>
                  </a:lnTo>
                  <a:lnTo>
                    <a:pt x="110623" y="142034"/>
                  </a:lnTo>
                  <a:lnTo>
                    <a:pt x="111981" y="141467"/>
                  </a:lnTo>
                  <a:lnTo>
                    <a:pt x="113585" y="139939"/>
                  </a:lnTo>
                  <a:lnTo>
                    <a:pt x="115053" y="138173"/>
                  </a:lnTo>
                  <a:lnTo>
                    <a:pt x="115721" y="136319"/>
                  </a:lnTo>
                  <a:lnTo>
                    <a:pt x="116202" y="134299"/>
                  </a:lnTo>
                  <a:lnTo>
                    <a:pt x="118415" y="131597"/>
                  </a:lnTo>
                  <a:lnTo>
                    <a:pt x="120436" y="129131"/>
                  </a:lnTo>
                  <a:lnTo>
                    <a:pt x="121356" y="129575"/>
                  </a:lnTo>
                  <a:lnTo>
                    <a:pt x="122006" y="130273"/>
                  </a:lnTo>
                  <a:lnTo>
                    <a:pt x="124079" y="128775"/>
                  </a:lnTo>
                  <a:lnTo>
                    <a:pt x="124802" y="128362"/>
                  </a:lnTo>
                  <a:lnTo>
                    <a:pt x="126777" y="127782"/>
                  </a:lnTo>
                  <a:lnTo>
                    <a:pt x="128816" y="128643"/>
                  </a:lnTo>
                  <a:lnTo>
                    <a:pt x="130443" y="131288"/>
                  </a:lnTo>
                  <a:lnTo>
                    <a:pt x="132024" y="132992"/>
                  </a:lnTo>
                  <a:lnTo>
                    <a:pt x="133433" y="132794"/>
                  </a:lnTo>
                  <a:lnTo>
                    <a:pt x="134603" y="131920"/>
                  </a:lnTo>
                  <a:lnTo>
                    <a:pt x="135373" y="130271"/>
                  </a:lnTo>
                  <a:lnTo>
                    <a:pt x="135956" y="128323"/>
                  </a:lnTo>
                  <a:lnTo>
                    <a:pt x="136858" y="127000"/>
                  </a:lnTo>
                  <a:lnTo>
                    <a:pt x="139372" y="127674"/>
                  </a:lnTo>
                  <a:lnTo>
                    <a:pt x="140951" y="127573"/>
                  </a:lnTo>
                  <a:lnTo>
                    <a:pt x="141119" y="127293"/>
                  </a:lnTo>
                  <a:lnTo>
                    <a:pt x="143199" y="127822"/>
                  </a:lnTo>
                  <a:lnTo>
                    <a:pt x="145494" y="130564"/>
                  </a:lnTo>
                  <a:lnTo>
                    <a:pt x="146921" y="133599"/>
                  </a:lnTo>
                  <a:lnTo>
                    <a:pt x="148743" y="137473"/>
                  </a:lnTo>
                  <a:lnTo>
                    <a:pt x="149592" y="138737"/>
                  </a:lnTo>
                  <a:lnTo>
                    <a:pt x="150825" y="139278"/>
                  </a:lnTo>
                  <a:lnTo>
                    <a:pt x="151793" y="139512"/>
                  </a:lnTo>
                  <a:lnTo>
                    <a:pt x="153092" y="140112"/>
                  </a:lnTo>
                  <a:lnTo>
                    <a:pt x="156522" y="140924"/>
                  </a:lnTo>
                  <a:lnTo>
                    <a:pt x="157043" y="141401"/>
                  </a:lnTo>
                  <a:lnTo>
                    <a:pt x="157394" y="142035"/>
                  </a:lnTo>
                  <a:lnTo>
                    <a:pt x="157076" y="144155"/>
                  </a:lnTo>
                  <a:lnTo>
                    <a:pt x="157384" y="144693"/>
                  </a:lnTo>
                  <a:lnTo>
                    <a:pt x="160164" y="143184"/>
                  </a:lnTo>
                  <a:lnTo>
                    <a:pt x="160910" y="142059"/>
                  </a:lnTo>
                  <a:lnTo>
                    <a:pt x="161829" y="138863"/>
                  </a:lnTo>
                  <a:lnTo>
                    <a:pt x="162650" y="135639"/>
                  </a:lnTo>
                  <a:lnTo>
                    <a:pt x="163261" y="134445"/>
                  </a:lnTo>
                  <a:lnTo>
                    <a:pt x="163910" y="134132"/>
                  </a:lnTo>
                  <a:lnTo>
                    <a:pt x="164563" y="134608"/>
                  </a:lnTo>
                  <a:lnTo>
                    <a:pt x="165472" y="136511"/>
                  </a:lnTo>
                  <a:lnTo>
                    <a:pt x="166707" y="138450"/>
                  </a:lnTo>
                  <a:lnTo>
                    <a:pt x="168373" y="139189"/>
                  </a:lnTo>
                  <a:lnTo>
                    <a:pt x="169393" y="139483"/>
                  </a:lnTo>
                  <a:lnTo>
                    <a:pt x="170972" y="139645"/>
                  </a:lnTo>
                  <a:lnTo>
                    <a:pt x="174680" y="138705"/>
                  </a:lnTo>
                  <a:lnTo>
                    <a:pt x="178148" y="136362"/>
                  </a:lnTo>
                  <a:lnTo>
                    <a:pt x="180130" y="133814"/>
                  </a:lnTo>
                  <a:lnTo>
                    <a:pt x="181051" y="129997"/>
                  </a:lnTo>
                  <a:lnTo>
                    <a:pt x="181626" y="125659"/>
                  </a:lnTo>
                  <a:lnTo>
                    <a:pt x="182514" y="122921"/>
                  </a:lnTo>
                  <a:lnTo>
                    <a:pt x="182144" y="120116"/>
                  </a:lnTo>
                  <a:lnTo>
                    <a:pt x="180396" y="117453"/>
                  </a:lnTo>
                  <a:lnTo>
                    <a:pt x="179809" y="116650"/>
                  </a:lnTo>
                  <a:lnTo>
                    <a:pt x="175564" y="115159"/>
                  </a:lnTo>
                  <a:lnTo>
                    <a:pt x="175303" y="114085"/>
                  </a:lnTo>
                  <a:lnTo>
                    <a:pt x="175061" y="113838"/>
                  </a:lnTo>
                  <a:lnTo>
                    <a:pt x="170879" y="111478"/>
                  </a:lnTo>
                  <a:lnTo>
                    <a:pt x="168860" y="110466"/>
                  </a:lnTo>
                  <a:lnTo>
                    <a:pt x="168295" y="108908"/>
                  </a:lnTo>
                  <a:lnTo>
                    <a:pt x="167919" y="106867"/>
                  </a:lnTo>
                  <a:lnTo>
                    <a:pt x="166613" y="105046"/>
                  </a:lnTo>
                  <a:lnTo>
                    <a:pt x="164019" y="103391"/>
                  </a:lnTo>
                  <a:lnTo>
                    <a:pt x="163565" y="102131"/>
                  </a:lnTo>
                  <a:lnTo>
                    <a:pt x="163995" y="100854"/>
                  </a:lnTo>
                  <a:lnTo>
                    <a:pt x="166044" y="99435"/>
                  </a:lnTo>
                  <a:lnTo>
                    <a:pt x="168382" y="96448"/>
                  </a:lnTo>
                  <a:lnTo>
                    <a:pt x="169282" y="95835"/>
                  </a:lnTo>
                  <a:lnTo>
                    <a:pt x="171366" y="95702"/>
                  </a:lnTo>
                  <a:lnTo>
                    <a:pt x="173292" y="93262"/>
                  </a:lnTo>
                  <a:lnTo>
                    <a:pt x="174623" y="91868"/>
                  </a:lnTo>
                  <a:lnTo>
                    <a:pt x="175317" y="90205"/>
                  </a:lnTo>
                  <a:lnTo>
                    <a:pt x="175134" y="88494"/>
                  </a:lnTo>
                  <a:lnTo>
                    <a:pt x="173206" y="83321"/>
                  </a:lnTo>
                  <a:lnTo>
                    <a:pt x="172634" y="80190"/>
                  </a:lnTo>
                  <a:lnTo>
                    <a:pt x="172975" y="78153"/>
                  </a:lnTo>
                  <a:lnTo>
                    <a:pt x="174083" y="75945"/>
                  </a:lnTo>
                  <a:lnTo>
                    <a:pt x="174710" y="74742"/>
                  </a:lnTo>
                  <a:lnTo>
                    <a:pt x="175463" y="72579"/>
                  </a:lnTo>
                  <a:lnTo>
                    <a:pt x="175962" y="71424"/>
                  </a:lnTo>
                  <a:lnTo>
                    <a:pt x="177905" y="70933"/>
                  </a:lnTo>
                  <a:lnTo>
                    <a:pt x="180268" y="70728"/>
                  </a:lnTo>
                  <a:lnTo>
                    <a:pt x="181886" y="71245"/>
                  </a:lnTo>
                  <a:lnTo>
                    <a:pt x="184150" y="71515"/>
                  </a:lnTo>
                  <a:lnTo>
                    <a:pt x="186213" y="71913"/>
                  </a:lnTo>
                  <a:lnTo>
                    <a:pt x="187257" y="72272"/>
                  </a:lnTo>
                  <a:lnTo>
                    <a:pt x="188023" y="71611"/>
                  </a:lnTo>
                  <a:lnTo>
                    <a:pt x="188579" y="70450"/>
                  </a:lnTo>
                  <a:lnTo>
                    <a:pt x="188559" y="68913"/>
                  </a:lnTo>
                  <a:lnTo>
                    <a:pt x="187749" y="67423"/>
                  </a:lnTo>
                  <a:lnTo>
                    <a:pt x="184721" y="65471"/>
                  </a:lnTo>
                  <a:lnTo>
                    <a:pt x="183425" y="63859"/>
                  </a:lnTo>
                  <a:lnTo>
                    <a:pt x="182405" y="64036"/>
                  </a:lnTo>
                  <a:lnTo>
                    <a:pt x="180707" y="63536"/>
                  </a:lnTo>
                  <a:lnTo>
                    <a:pt x="179173" y="62478"/>
                  </a:lnTo>
                  <a:lnTo>
                    <a:pt x="177811" y="62125"/>
                  </a:lnTo>
                  <a:lnTo>
                    <a:pt x="177367" y="60659"/>
                  </a:lnTo>
                  <a:lnTo>
                    <a:pt x="177650" y="58607"/>
                  </a:lnTo>
                  <a:lnTo>
                    <a:pt x="178173" y="57434"/>
                  </a:lnTo>
                  <a:lnTo>
                    <a:pt x="179181" y="56848"/>
                  </a:lnTo>
                  <a:lnTo>
                    <a:pt x="180270" y="57141"/>
                  </a:lnTo>
                  <a:lnTo>
                    <a:pt x="181459" y="56288"/>
                  </a:lnTo>
                  <a:lnTo>
                    <a:pt x="181801" y="55789"/>
                  </a:lnTo>
                  <a:lnTo>
                    <a:pt x="181903" y="55147"/>
                  </a:lnTo>
                  <a:lnTo>
                    <a:pt x="181710" y="54225"/>
                  </a:lnTo>
                  <a:lnTo>
                    <a:pt x="181162" y="53463"/>
                  </a:lnTo>
                  <a:lnTo>
                    <a:pt x="180380" y="53263"/>
                  </a:lnTo>
                  <a:lnTo>
                    <a:pt x="179480" y="53909"/>
                  </a:lnTo>
                  <a:lnTo>
                    <a:pt x="178405" y="54329"/>
                  </a:lnTo>
                  <a:lnTo>
                    <a:pt x="176584" y="53380"/>
                  </a:lnTo>
                  <a:lnTo>
                    <a:pt x="175134" y="52238"/>
                  </a:lnTo>
                  <a:lnTo>
                    <a:pt x="175207" y="51184"/>
                  </a:lnTo>
                  <a:lnTo>
                    <a:pt x="176280" y="49617"/>
                  </a:lnTo>
                  <a:lnTo>
                    <a:pt x="176763" y="48346"/>
                  </a:lnTo>
                  <a:lnTo>
                    <a:pt x="176763" y="46587"/>
                  </a:lnTo>
                  <a:lnTo>
                    <a:pt x="176763" y="44534"/>
                  </a:lnTo>
                  <a:lnTo>
                    <a:pt x="177135" y="42130"/>
                  </a:lnTo>
                  <a:lnTo>
                    <a:pt x="178199" y="40485"/>
                  </a:lnTo>
                  <a:lnTo>
                    <a:pt x="179450" y="39605"/>
                  </a:lnTo>
                  <a:lnTo>
                    <a:pt x="182673" y="41211"/>
                  </a:lnTo>
                  <a:lnTo>
                    <a:pt x="186702" y="42642"/>
                  </a:lnTo>
                  <a:lnTo>
                    <a:pt x="187396" y="42409"/>
                  </a:lnTo>
                  <a:lnTo>
                    <a:pt x="187599" y="41654"/>
                  </a:lnTo>
                  <a:lnTo>
                    <a:pt x="188061" y="40983"/>
                  </a:lnTo>
                  <a:lnTo>
                    <a:pt x="193652" y="40671"/>
                  </a:lnTo>
                  <a:lnTo>
                    <a:pt x="194740" y="39748"/>
                  </a:lnTo>
                  <a:lnTo>
                    <a:pt x="195282" y="39013"/>
                  </a:lnTo>
                  <a:lnTo>
                    <a:pt x="200659" y="37952"/>
                  </a:lnTo>
                  <a:lnTo>
                    <a:pt x="201300" y="36946"/>
                  </a:lnTo>
                  <a:lnTo>
                    <a:pt x="202089" y="36007"/>
                  </a:lnTo>
                  <a:lnTo>
                    <a:pt x="203325" y="36024"/>
                  </a:lnTo>
                  <a:lnTo>
                    <a:pt x="204799" y="35647"/>
                  </a:lnTo>
                  <a:lnTo>
                    <a:pt x="206851" y="34503"/>
                  </a:lnTo>
                  <a:lnTo>
                    <a:pt x="208306" y="33874"/>
                  </a:lnTo>
                  <a:lnTo>
                    <a:pt x="208547" y="33821"/>
                  </a:lnTo>
                  <a:lnTo>
                    <a:pt x="210081" y="34073"/>
                  </a:lnTo>
                  <a:lnTo>
                    <a:pt x="211993" y="33169"/>
                  </a:lnTo>
                  <a:lnTo>
                    <a:pt x="212401" y="32795"/>
                  </a:lnTo>
                  <a:lnTo>
                    <a:pt x="212712" y="32110"/>
                  </a:lnTo>
                  <a:lnTo>
                    <a:pt x="214375" y="30795"/>
                  </a:lnTo>
                  <a:lnTo>
                    <a:pt x="217566" y="29709"/>
                  </a:lnTo>
                  <a:lnTo>
                    <a:pt x="218345" y="30359"/>
                  </a:lnTo>
                  <a:lnTo>
                    <a:pt x="219866" y="30652"/>
                  </a:lnTo>
                  <a:lnTo>
                    <a:pt x="221808" y="30170"/>
                  </a:lnTo>
                  <a:lnTo>
                    <a:pt x="223240" y="29341"/>
                  </a:lnTo>
                  <a:lnTo>
                    <a:pt x="224076" y="30165"/>
                  </a:lnTo>
                  <a:lnTo>
                    <a:pt x="225209" y="31009"/>
                  </a:lnTo>
                  <a:lnTo>
                    <a:pt x="226056" y="30293"/>
                  </a:lnTo>
                  <a:lnTo>
                    <a:pt x="226475" y="28026"/>
                  </a:lnTo>
                  <a:lnTo>
                    <a:pt x="227026" y="25812"/>
                  </a:lnTo>
                  <a:lnTo>
                    <a:pt x="227983" y="24763"/>
                  </a:lnTo>
                  <a:lnTo>
                    <a:pt x="228741" y="24382"/>
                  </a:lnTo>
                  <a:lnTo>
                    <a:pt x="229426" y="23529"/>
                  </a:lnTo>
                  <a:lnTo>
                    <a:pt x="229945" y="22643"/>
                  </a:lnTo>
                  <a:lnTo>
                    <a:pt x="232759" y="22779"/>
                  </a:lnTo>
                  <a:lnTo>
                    <a:pt x="235275" y="20574"/>
                  </a:lnTo>
                  <a:lnTo>
                    <a:pt x="235767" y="21573"/>
                  </a:lnTo>
                  <a:lnTo>
                    <a:pt x="239033" y="21340"/>
                  </a:lnTo>
                  <a:lnTo>
                    <a:pt x="243088" y="19921"/>
                  </a:lnTo>
                  <a:lnTo>
                    <a:pt x="245515" y="19257"/>
                  </a:lnTo>
                  <a:lnTo>
                    <a:pt x="249705" y="17771"/>
                  </a:lnTo>
                  <a:lnTo>
                    <a:pt x="251643" y="16570"/>
                  </a:lnTo>
                  <a:lnTo>
                    <a:pt x="254413" y="15811"/>
                  </a:lnTo>
                  <a:lnTo>
                    <a:pt x="256957" y="15282"/>
                  </a:lnTo>
                  <a:lnTo>
                    <a:pt x="258621" y="13180"/>
                  </a:lnTo>
                  <a:lnTo>
                    <a:pt x="259962" y="12880"/>
                  </a:lnTo>
                  <a:lnTo>
                    <a:pt x="261594" y="12706"/>
                  </a:lnTo>
                  <a:lnTo>
                    <a:pt x="262593" y="12200"/>
                  </a:lnTo>
                  <a:lnTo>
                    <a:pt x="263246" y="11422"/>
                  </a:lnTo>
                  <a:lnTo>
                    <a:pt x="263668" y="9962"/>
                  </a:lnTo>
                  <a:lnTo>
                    <a:pt x="263440" y="8107"/>
                  </a:lnTo>
                  <a:lnTo>
                    <a:pt x="263208" y="6756"/>
                  </a:lnTo>
                  <a:lnTo>
                    <a:pt x="264374" y="6000"/>
                  </a:lnTo>
                  <a:lnTo>
                    <a:pt x="266038" y="5766"/>
                  </a:lnTo>
                  <a:lnTo>
                    <a:pt x="267090" y="5459"/>
                  </a:lnTo>
                  <a:lnTo>
                    <a:pt x="269382" y="2396"/>
                  </a:lnTo>
                  <a:lnTo>
                    <a:pt x="270967" y="923"/>
                  </a:lnTo>
                  <a:lnTo>
                    <a:pt x="272604" y="0"/>
                  </a:lnTo>
                  <a:lnTo>
                    <a:pt x="275891" y="504"/>
                  </a:lnTo>
                  <a:lnTo>
                    <a:pt x="278893" y="966"/>
                  </a:lnTo>
                  <a:lnTo>
                    <a:pt x="281903" y="2429"/>
                  </a:lnTo>
                  <a:lnTo>
                    <a:pt x="283487" y="4253"/>
                  </a:lnTo>
                  <a:lnTo>
                    <a:pt x="284846" y="5629"/>
                  </a:lnTo>
                  <a:lnTo>
                    <a:pt x="286134" y="6289"/>
                  </a:lnTo>
                  <a:lnTo>
                    <a:pt x="287292" y="6711"/>
                  </a:lnTo>
                  <a:lnTo>
                    <a:pt x="288644" y="6087"/>
                  </a:lnTo>
                  <a:lnTo>
                    <a:pt x="289596" y="5240"/>
                  </a:lnTo>
                  <a:lnTo>
                    <a:pt x="290153" y="4031"/>
                  </a:lnTo>
                  <a:lnTo>
                    <a:pt x="290995" y="3168"/>
                  </a:lnTo>
                  <a:lnTo>
                    <a:pt x="294064" y="2494"/>
                  </a:lnTo>
                  <a:lnTo>
                    <a:pt x="294700" y="3795"/>
                  </a:lnTo>
                  <a:lnTo>
                    <a:pt x="296161" y="7730"/>
                  </a:lnTo>
                  <a:lnTo>
                    <a:pt x="297156" y="12975"/>
                  </a:lnTo>
                  <a:lnTo>
                    <a:pt x="298795" y="19932"/>
                  </a:lnTo>
                  <a:lnTo>
                    <a:pt x="299517" y="23352"/>
                  </a:lnTo>
                  <a:lnTo>
                    <a:pt x="299196" y="25145"/>
                  </a:lnTo>
                  <a:lnTo>
                    <a:pt x="299203" y="27604"/>
                  </a:lnTo>
                  <a:lnTo>
                    <a:pt x="299110" y="30303"/>
                  </a:lnTo>
                  <a:lnTo>
                    <a:pt x="297898" y="33363"/>
                  </a:lnTo>
                  <a:lnTo>
                    <a:pt x="298391" y="34790"/>
                  </a:lnTo>
                  <a:lnTo>
                    <a:pt x="301356" y="36382"/>
                  </a:lnTo>
                  <a:lnTo>
                    <a:pt x="305508" y="35800"/>
                  </a:lnTo>
                  <a:lnTo>
                    <a:pt x="308071" y="34516"/>
                  </a:lnTo>
                  <a:lnTo>
                    <a:pt x="309498" y="34984"/>
                  </a:lnTo>
                  <a:lnTo>
                    <a:pt x="310243" y="34216"/>
                  </a:lnTo>
                  <a:lnTo>
                    <a:pt x="310727" y="31947"/>
                  </a:lnTo>
                  <a:lnTo>
                    <a:pt x="311710" y="31439"/>
                  </a:lnTo>
                  <a:lnTo>
                    <a:pt x="312723" y="33020"/>
                  </a:lnTo>
                  <a:lnTo>
                    <a:pt x="313458" y="35699"/>
                  </a:lnTo>
                  <a:lnTo>
                    <a:pt x="314163" y="37425"/>
                  </a:lnTo>
                  <a:lnTo>
                    <a:pt x="314111" y="39475"/>
                  </a:lnTo>
                  <a:lnTo>
                    <a:pt x="314370" y="42111"/>
                  </a:lnTo>
                  <a:lnTo>
                    <a:pt x="314888" y="42779"/>
                  </a:lnTo>
                  <a:lnTo>
                    <a:pt x="315905" y="41776"/>
                  </a:lnTo>
                  <a:lnTo>
                    <a:pt x="316584" y="41181"/>
                  </a:lnTo>
                  <a:lnTo>
                    <a:pt x="316746" y="40380"/>
                  </a:lnTo>
                  <a:lnTo>
                    <a:pt x="316458" y="39391"/>
                  </a:lnTo>
                  <a:lnTo>
                    <a:pt x="316320" y="38389"/>
                  </a:lnTo>
                  <a:lnTo>
                    <a:pt x="316544" y="37468"/>
                  </a:lnTo>
                  <a:lnTo>
                    <a:pt x="317027" y="37092"/>
                  </a:lnTo>
                  <a:lnTo>
                    <a:pt x="318474" y="37382"/>
                  </a:lnTo>
                  <a:lnTo>
                    <a:pt x="320583" y="37890"/>
                  </a:lnTo>
                  <a:lnTo>
                    <a:pt x="323084" y="41629"/>
                  </a:lnTo>
                  <a:lnTo>
                    <a:pt x="324432" y="42307"/>
                  </a:lnTo>
                  <a:lnTo>
                    <a:pt x="325001" y="42372"/>
                  </a:lnTo>
                  <a:lnTo>
                    <a:pt x="326269" y="42159"/>
                  </a:lnTo>
                  <a:lnTo>
                    <a:pt x="327793" y="41081"/>
                  </a:lnTo>
                  <a:lnTo>
                    <a:pt x="328820" y="39732"/>
                  </a:lnTo>
                  <a:lnTo>
                    <a:pt x="329161" y="39070"/>
                  </a:lnTo>
                  <a:lnTo>
                    <a:pt x="329752" y="39185"/>
                  </a:lnTo>
                  <a:lnTo>
                    <a:pt x="330312" y="39808"/>
                  </a:lnTo>
                  <a:lnTo>
                    <a:pt x="330350" y="41173"/>
                  </a:lnTo>
                  <a:lnTo>
                    <a:pt x="329904" y="43146"/>
                  </a:lnTo>
                  <a:lnTo>
                    <a:pt x="328384" y="44952"/>
                  </a:lnTo>
                  <a:lnTo>
                    <a:pt x="326498" y="46632"/>
                  </a:lnTo>
                  <a:lnTo>
                    <a:pt x="325355" y="49712"/>
                  </a:lnTo>
                  <a:lnTo>
                    <a:pt x="325112" y="52928"/>
                  </a:lnTo>
                  <a:lnTo>
                    <a:pt x="325614" y="54560"/>
                  </a:lnTo>
                  <a:lnTo>
                    <a:pt x="326041" y="55652"/>
                  </a:lnTo>
                  <a:lnTo>
                    <a:pt x="326162" y="57183"/>
                  </a:lnTo>
                  <a:lnTo>
                    <a:pt x="326589" y="57385"/>
                  </a:lnTo>
                  <a:lnTo>
                    <a:pt x="327357" y="56754"/>
                  </a:lnTo>
                  <a:lnTo>
                    <a:pt x="329466" y="53582"/>
                  </a:lnTo>
                  <a:lnTo>
                    <a:pt x="330541" y="52798"/>
                  </a:lnTo>
                  <a:lnTo>
                    <a:pt x="332099" y="52297"/>
                  </a:lnTo>
                  <a:lnTo>
                    <a:pt x="334654" y="52543"/>
                  </a:lnTo>
                  <a:lnTo>
                    <a:pt x="336376" y="53576"/>
                  </a:lnTo>
                  <a:lnTo>
                    <a:pt x="337197" y="55016"/>
                  </a:lnTo>
                  <a:lnTo>
                    <a:pt x="338102" y="56200"/>
                  </a:lnTo>
                  <a:lnTo>
                    <a:pt x="338725" y="55704"/>
                  </a:lnTo>
                  <a:lnTo>
                    <a:pt x="339049" y="54336"/>
                  </a:lnTo>
                  <a:lnTo>
                    <a:pt x="339064" y="52771"/>
                  </a:lnTo>
                  <a:lnTo>
                    <a:pt x="339325" y="51484"/>
                  </a:lnTo>
                  <a:lnTo>
                    <a:pt x="342122" y="48318"/>
                  </a:lnTo>
                  <a:lnTo>
                    <a:pt x="343984" y="46212"/>
                  </a:lnTo>
                  <a:lnTo>
                    <a:pt x="344625" y="45965"/>
                  </a:lnTo>
                  <a:lnTo>
                    <a:pt x="345870" y="46402"/>
                  </a:lnTo>
                  <a:lnTo>
                    <a:pt x="346640" y="46181"/>
                  </a:lnTo>
                  <a:lnTo>
                    <a:pt x="348688" y="44199"/>
                  </a:lnTo>
                  <a:lnTo>
                    <a:pt x="350600" y="41944"/>
                  </a:lnTo>
                  <a:lnTo>
                    <a:pt x="350786" y="40419"/>
                  </a:lnTo>
                  <a:lnTo>
                    <a:pt x="350857" y="39037"/>
                  </a:lnTo>
                  <a:lnTo>
                    <a:pt x="351333" y="38412"/>
                  </a:lnTo>
                  <a:lnTo>
                    <a:pt x="354009" y="37928"/>
                  </a:lnTo>
                  <a:lnTo>
                    <a:pt x="354449" y="37669"/>
                  </a:lnTo>
                  <a:lnTo>
                    <a:pt x="356737" y="36098"/>
                  </a:lnTo>
                  <a:lnTo>
                    <a:pt x="359904" y="33421"/>
                  </a:lnTo>
                  <a:lnTo>
                    <a:pt x="361441" y="31843"/>
                  </a:lnTo>
                  <a:lnTo>
                    <a:pt x="364242" y="31141"/>
                  </a:lnTo>
                  <a:lnTo>
                    <a:pt x="364763" y="30687"/>
                  </a:lnTo>
                  <a:lnTo>
                    <a:pt x="365693" y="29622"/>
                  </a:lnTo>
                  <a:lnTo>
                    <a:pt x="367446" y="28152"/>
                  </a:lnTo>
                  <a:lnTo>
                    <a:pt x="368396" y="27989"/>
                  </a:lnTo>
                  <a:lnTo>
                    <a:pt x="367807" y="31550"/>
                  </a:lnTo>
                  <a:lnTo>
                    <a:pt x="366760" y="35669"/>
                  </a:lnTo>
                  <a:lnTo>
                    <a:pt x="366169" y="36768"/>
                  </a:lnTo>
                  <a:lnTo>
                    <a:pt x="363331" y="36584"/>
                  </a:lnTo>
                  <a:lnTo>
                    <a:pt x="363336" y="37706"/>
                  </a:lnTo>
                  <a:lnTo>
                    <a:pt x="363781" y="39427"/>
                  </a:lnTo>
                  <a:lnTo>
                    <a:pt x="364100" y="40394"/>
                  </a:lnTo>
                  <a:lnTo>
                    <a:pt x="364445" y="41261"/>
                  </a:lnTo>
                  <a:lnTo>
                    <a:pt x="365208" y="42759"/>
                  </a:lnTo>
                  <a:lnTo>
                    <a:pt x="368194" y="46301"/>
                  </a:lnTo>
                  <a:lnTo>
                    <a:pt x="371993" y="50809"/>
                  </a:lnTo>
                  <a:lnTo>
                    <a:pt x="376098" y="55871"/>
                  </a:lnTo>
                  <a:lnTo>
                    <a:pt x="378963" y="59406"/>
                  </a:lnTo>
                  <a:lnTo>
                    <a:pt x="380122" y="61230"/>
                  </a:lnTo>
                  <a:lnTo>
                    <a:pt x="380859" y="62656"/>
                  </a:lnTo>
                  <a:lnTo>
                    <a:pt x="382974" y="67804"/>
                  </a:lnTo>
                  <a:lnTo>
                    <a:pt x="384980" y="72688"/>
                  </a:lnTo>
                  <a:lnTo>
                    <a:pt x="388361" y="81294"/>
                  </a:lnTo>
                  <a:lnTo>
                    <a:pt x="391359" y="89609"/>
                  </a:lnTo>
                  <a:lnTo>
                    <a:pt x="394657" y="98758"/>
                  </a:lnTo>
                  <a:lnTo>
                    <a:pt x="396566" y="104056"/>
                  </a:lnTo>
                  <a:lnTo>
                    <a:pt x="400467" y="115137"/>
                  </a:lnTo>
                  <a:lnTo>
                    <a:pt x="401509" y="118539"/>
                  </a:lnTo>
                  <a:lnTo>
                    <a:pt x="403484" y="124980"/>
                  </a:lnTo>
                  <a:lnTo>
                    <a:pt x="405230" y="131024"/>
                  </a:lnTo>
                  <a:lnTo>
                    <a:pt x="406773" y="136370"/>
                  </a:lnTo>
                  <a:lnTo>
                    <a:pt x="407744" y="136853"/>
                  </a:lnTo>
                  <a:lnTo>
                    <a:pt x="407819" y="135403"/>
                  </a:lnTo>
                  <a:lnTo>
                    <a:pt x="407993" y="134436"/>
                  </a:lnTo>
                  <a:lnTo>
                    <a:pt x="408491" y="133894"/>
                  </a:lnTo>
                  <a:lnTo>
                    <a:pt x="409624" y="132315"/>
                  </a:lnTo>
                  <a:lnTo>
                    <a:pt x="410236" y="131936"/>
                  </a:lnTo>
                  <a:lnTo>
                    <a:pt x="411148" y="132099"/>
                  </a:lnTo>
                  <a:lnTo>
                    <a:pt x="412103" y="131295"/>
                  </a:lnTo>
                  <a:lnTo>
                    <a:pt x="412452" y="129779"/>
                  </a:lnTo>
                  <a:lnTo>
                    <a:pt x="412225" y="126971"/>
                  </a:lnTo>
                  <a:lnTo>
                    <a:pt x="412077" y="125678"/>
                  </a:lnTo>
                  <a:lnTo>
                    <a:pt x="412401" y="124290"/>
                  </a:lnTo>
                  <a:lnTo>
                    <a:pt x="412925" y="123746"/>
                  </a:lnTo>
                  <a:lnTo>
                    <a:pt x="413652" y="123308"/>
                  </a:lnTo>
                  <a:lnTo>
                    <a:pt x="414320" y="123082"/>
                  </a:lnTo>
                  <a:lnTo>
                    <a:pt x="414868" y="121513"/>
                  </a:lnTo>
                  <a:lnTo>
                    <a:pt x="415901" y="121038"/>
                  </a:lnTo>
                  <a:lnTo>
                    <a:pt x="416850" y="121331"/>
                  </a:lnTo>
                  <a:lnTo>
                    <a:pt x="417633" y="121392"/>
                  </a:lnTo>
                  <a:lnTo>
                    <a:pt x="418324" y="122534"/>
                  </a:lnTo>
                  <a:lnTo>
                    <a:pt x="418709" y="124100"/>
                  </a:lnTo>
                  <a:lnTo>
                    <a:pt x="419454" y="124221"/>
                  </a:lnTo>
                  <a:lnTo>
                    <a:pt x="420679" y="124062"/>
                  </a:lnTo>
                  <a:lnTo>
                    <a:pt x="420846" y="125377"/>
                  </a:lnTo>
                  <a:lnTo>
                    <a:pt x="420498" y="127570"/>
                  </a:lnTo>
                  <a:lnTo>
                    <a:pt x="420073" y="129266"/>
                  </a:lnTo>
                  <a:lnTo>
                    <a:pt x="419999" y="130631"/>
                  </a:lnTo>
                  <a:lnTo>
                    <a:pt x="420646" y="131295"/>
                  </a:lnTo>
                  <a:lnTo>
                    <a:pt x="423017" y="130701"/>
                  </a:lnTo>
                  <a:lnTo>
                    <a:pt x="423860" y="130994"/>
                  </a:lnTo>
                  <a:lnTo>
                    <a:pt x="424126" y="132374"/>
                  </a:lnTo>
                  <a:lnTo>
                    <a:pt x="424462" y="133518"/>
                  </a:lnTo>
                  <a:lnTo>
                    <a:pt x="424631" y="134918"/>
                  </a:lnTo>
                  <a:lnTo>
                    <a:pt x="424386" y="136471"/>
                  </a:lnTo>
                  <a:lnTo>
                    <a:pt x="424806" y="137395"/>
                  </a:lnTo>
                  <a:lnTo>
                    <a:pt x="426853" y="137417"/>
                  </a:lnTo>
                  <a:lnTo>
                    <a:pt x="428293" y="136670"/>
                  </a:lnTo>
                  <a:lnTo>
                    <a:pt x="430507" y="136612"/>
                  </a:lnTo>
                  <a:lnTo>
                    <a:pt x="432510" y="138252"/>
                  </a:lnTo>
                  <a:lnTo>
                    <a:pt x="433898" y="137998"/>
                  </a:lnTo>
                  <a:lnTo>
                    <a:pt x="435293" y="137335"/>
                  </a:lnTo>
                  <a:lnTo>
                    <a:pt x="437335" y="137757"/>
                  </a:lnTo>
                  <a:lnTo>
                    <a:pt x="438770" y="136460"/>
                  </a:lnTo>
                  <a:lnTo>
                    <a:pt x="439760" y="134840"/>
                  </a:lnTo>
                  <a:lnTo>
                    <a:pt x="440072" y="133565"/>
                  </a:lnTo>
                  <a:lnTo>
                    <a:pt x="440588" y="132859"/>
                  </a:lnTo>
                  <a:lnTo>
                    <a:pt x="442516" y="132866"/>
                  </a:lnTo>
                  <a:lnTo>
                    <a:pt x="443737" y="132744"/>
                  </a:lnTo>
                  <a:lnTo>
                    <a:pt x="444633" y="130872"/>
                  </a:lnTo>
                  <a:lnTo>
                    <a:pt x="445455" y="130027"/>
                  </a:lnTo>
                  <a:lnTo>
                    <a:pt x="446838" y="129868"/>
                  </a:lnTo>
                  <a:lnTo>
                    <a:pt x="447857" y="129868"/>
                  </a:lnTo>
                  <a:lnTo>
                    <a:pt x="450588" y="131607"/>
                  </a:lnTo>
                  <a:lnTo>
                    <a:pt x="452250" y="133042"/>
                  </a:lnTo>
                  <a:lnTo>
                    <a:pt x="453980" y="135085"/>
                  </a:lnTo>
                  <a:lnTo>
                    <a:pt x="455020" y="136367"/>
                  </a:lnTo>
                  <a:lnTo>
                    <a:pt x="455718" y="139257"/>
                  </a:lnTo>
                  <a:lnTo>
                    <a:pt x="456900" y="141388"/>
                  </a:lnTo>
                  <a:lnTo>
                    <a:pt x="457834" y="143875"/>
                  </a:lnTo>
                  <a:lnTo>
                    <a:pt x="458060" y="146331"/>
                  </a:lnTo>
                  <a:lnTo>
                    <a:pt x="458831" y="150740"/>
                  </a:lnTo>
                  <a:lnTo>
                    <a:pt x="459629" y="152190"/>
                  </a:lnTo>
                  <a:lnTo>
                    <a:pt x="460576" y="152190"/>
                  </a:lnTo>
                  <a:lnTo>
                    <a:pt x="461771" y="152793"/>
                  </a:lnTo>
                  <a:lnTo>
                    <a:pt x="463091" y="153276"/>
                  </a:lnTo>
                  <a:lnTo>
                    <a:pt x="465914" y="156559"/>
                  </a:lnTo>
                  <a:lnTo>
                    <a:pt x="466951" y="156657"/>
                  </a:lnTo>
                  <a:lnTo>
                    <a:pt x="467748" y="157442"/>
                  </a:lnTo>
                  <a:lnTo>
                    <a:pt x="467873" y="158953"/>
                  </a:lnTo>
                  <a:lnTo>
                    <a:pt x="467574" y="160703"/>
                  </a:lnTo>
                  <a:lnTo>
                    <a:pt x="467886" y="162385"/>
                  </a:lnTo>
                  <a:lnTo>
                    <a:pt x="468809" y="164528"/>
                  </a:lnTo>
                  <a:lnTo>
                    <a:pt x="469541" y="166623"/>
                  </a:lnTo>
                  <a:lnTo>
                    <a:pt x="470438" y="169161"/>
                  </a:lnTo>
                  <a:lnTo>
                    <a:pt x="470712" y="170609"/>
                  </a:lnTo>
                  <a:lnTo>
                    <a:pt x="471434" y="171092"/>
                  </a:lnTo>
                  <a:lnTo>
                    <a:pt x="472405" y="170370"/>
                  </a:lnTo>
                  <a:lnTo>
                    <a:pt x="473951" y="170918"/>
                  </a:lnTo>
                  <a:lnTo>
                    <a:pt x="478607" y="172361"/>
                  </a:lnTo>
                  <a:lnTo>
                    <a:pt x="479255" y="172541"/>
                  </a:lnTo>
                  <a:lnTo>
                    <a:pt x="479752" y="174052"/>
                  </a:lnTo>
                  <a:lnTo>
                    <a:pt x="480425" y="173931"/>
                  </a:lnTo>
                  <a:lnTo>
                    <a:pt x="481197" y="173870"/>
                  </a:lnTo>
                  <a:lnTo>
                    <a:pt x="482268" y="174052"/>
                  </a:lnTo>
                  <a:lnTo>
                    <a:pt x="483015" y="172662"/>
                  </a:lnTo>
                  <a:lnTo>
                    <a:pt x="483627" y="171446"/>
                  </a:lnTo>
                  <a:lnTo>
                    <a:pt x="485158" y="169940"/>
                  </a:lnTo>
                  <a:lnTo>
                    <a:pt x="486429" y="167892"/>
                  </a:lnTo>
                  <a:lnTo>
                    <a:pt x="487500" y="166079"/>
                  </a:lnTo>
                  <a:lnTo>
                    <a:pt x="488296" y="165838"/>
                  </a:lnTo>
                  <a:lnTo>
                    <a:pt x="488945" y="166683"/>
                  </a:lnTo>
                  <a:lnTo>
                    <a:pt x="488969" y="168253"/>
                  </a:lnTo>
                  <a:lnTo>
                    <a:pt x="488172" y="169401"/>
                  </a:lnTo>
                  <a:lnTo>
                    <a:pt x="487550" y="170790"/>
                  </a:lnTo>
                  <a:lnTo>
                    <a:pt x="487699" y="172179"/>
                  </a:lnTo>
                  <a:lnTo>
                    <a:pt x="488770" y="172300"/>
                  </a:lnTo>
                  <a:lnTo>
                    <a:pt x="489961" y="174389"/>
                  </a:lnTo>
                  <a:lnTo>
                    <a:pt x="491677" y="179289"/>
                  </a:lnTo>
                  <a:lnTo>
                    <a:pt x="492263" y="180316"/>
                  </a:lnTo>
                  <a:lnTo>
                    <a:pt x="493111" y="181283"/>
                  </a:lnTo>
                  <a:lnTo>
                    <a:pt x="494055" y="181720"/>
                  </a:lnTo>
                  <a:lnTo>
                    <a:pt x="495099" y="182419"/>
                  </a:lnTo>
                  <a:lnTo>
                    <a:pt x="495869" y="184443"/>
                  </a:lnTo>
                  <a:close/>
                </a:path>
              </a:pathLst>
            </a:custGeom>
            <a:solidFill>
              <a:srgbClr val="D4E6C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6" name="pg905"/>
            <p:cNvSpPr/>
            <p:nvPr/>
          </p:nvSpPr>
          <p:spPr>
            <a:xfrm>
              <a:off x="3832882" y="3694247"/>
              <a:ext cx="2217" cy="3863"/>
            </a:xfrm>
            <a:custGeom>
              <a:avLst/>
              <a:pathLst>
                <a:path w="2217" h="3863">
                  <a:moveTo>
                    <a:pt x="452" y="3601"/>
                  </a:moveTo>
                  <a:lnTo>
                    <a:pt x="0" y="3863"/>
                  </a:lnTo>
                  <a:lnTo>
                    <a:pt x="233" y="2164"/>
                  </a:lnTo>
                  <a:lnTo>
                    <a:pt x="1568" y="0"/>
                  </a:lnTo>
                  <a:lnTo>
                    <a:pt x="2112" y="487"/>
                  </a:lnTo>
                  <a:lnTo>
                    <a:pt x="2217" y="984"/>
                  </a:lnTo>
                  <a:lnTo>
                    <a:pt x="2187" y="1434"/>
                  </a:lnTo>
                  <a:lnTo>
                    <a:pt x="1960" y="1878"/>
                  </a:lnTo>
                  <a:close/>
                </a:path>
              </a:pathLst>
            </a:custGeom>
            <a:solidFill>
              <a:srgbClr val="D2E6C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7" name="pg906"/>
            <p:cNvSpPr/>
            <p:nvPr/>
          </p:nvSpPr>
          <p:spPr>
            <a:xfrm>
              <a:off x="3746873" y="3471778"/>
              <a:ext cx="97302" cy="300947"/>
            </a:xfrm>
            <a:custGeom>
              <a:avLst/>
              <a:pathLst>
                <a:path w="97302" h="300947">
                  <a:moveTo>
                    <a:pt x="97302" y="44753"/>
                  </a:moveTo>
                  <a:lnTo>
                    <a:pt x="95802" y="49957"/>
                  </a:lnTo>
                  <a:lnTo>
                    <a:pt x="94005" y="56196"/>
                  </a:lnTo>
                  <a:lnTo>
                    <a:pt x="90694" y="67685"/>
                  </a:lnTo>
                  <a:lnTo>
                    <a:pt x="88173" y="73731"/>
                  </a:lnTo>
                  <a:lnTo>
                    <a:pt x="86269" y="78300"/>
                  </a:lnTo>
                  <a:lnTo>
                    <a:pt x="86095" y="79121"/>
                  </a:lnTo>
                  <a:lnTo>
                    <a:pt x="86103" y="84213"/>
                  </a:lnTo>
                  <a:lnTo>
                    <a:pt x="86123" y="96664"/>
                  </a:lnTo>
                  <a:lnTo>
                    <a:pt x="86163" y="121568"/>
                  </a:lnTo>
                  <a:lnTo>
                    <a:pt x="86203" y="146471"/>
                  </a:lnTo>
                  <a:lnTo>
                    <a:pt x="86243" y="171372"/>
                  </a:lnTo>
                  <a:lnTo>
                    <a:pt x="86263" y="183824"/>
                  </a:lnTo>
                  <a:lnTo>
                    <a:pt x="86269" y="188008"/>
                  </a:lnTo>
                  <a:lnTo>
                    <a:pt x="87940" y="193243"/>
                  </a:lnTo>
                  <a:lnTo>
                    <a:pt x="89573" y="198356"/>
                  </a:lnTo>
                  <a:lnTo>
                    <a:pt x="91732" y="205123"/>
                  </a:lnTo>
                  <a:lnTo>
                    <a:pt x="92889" y="208750"/>
                  </a:lnTo>
                  <a:lnTo>
                    <a:pt x="93081" y="209959"/>
                  </a:lnTo>
                  <a:lnTo>
                    <a:pt x="93021" y="212386"/>
                  </a:lnTo>
                  <a:lnTo>
                    <a:pt x="91244" y="217459"/>
                  </a:lnTo>
                  <a:lnTo>
                    <a:pt x="89789" y="219765"/>
                  </a:lnTo>
                  <a:lnTo>
                    <a:pt x="87831" y="220867"/>
                  </a:lnTo>
                  <a:lnTo>
                    <a:pt x="87244" y="220656"/>
                  </a:lnTo>
                  <a:lnTo>
                    <a:pt x="86474" y="219929"/>
                  </a:lnTo>
                  <a:lnTo>
                    <a:pt x="86172" y="221147"/>
                  </a:lnTo>
                  <a:lnTo>
                    <a:pt x="85946" y="223043"/>
                  </a:lnTo>
                  <a:lnTo>
                    <a:pt x="85512" y="222645"/>
                  </a:lnTo>
                  <a:lnTo>
                    <a:pt x="85185" y="222085"/>
                  </a:lnTo>
                  <a:lnTo>
                    <a:pt x="85381" y="225452"/>
                  </a:lnTo>
                  <a:lnTo>
                    <a:pt x="85583" y="227115"/>
                  </a:lnTo>
                  <a:lnTo>
                    <a:pt x="85289" y="229365"/>
                  </a:lnTo>
                  <a:lnTo>
                    <a:pt x="84336" y="231328"/>
                  </a:lnTo>
                  <a:lnTo>
                    <a:pt x="84252" y="232984"/>
                  </a:lnTo>
                  <a:lnTo>
                    <a:pt x="82192" y="237330"/>
                  </a:lnTo>
                  <a:lnTo>
                    <a:pt x="79271" y="237809"/>
                  </a:lnTo>
                  <a:lnTo>
                    <a:pt x="77736" y="239964"/>
                  </a:lnTo>
                  <a:lnTo>
                    <a:pt x="77053" y="241730"/>
                  </a:lnTo>
                  <a:lnTo>
                    <a:pt x="76533" y="245591"/>
                  </a:lnTo>
                  <a:lnTo>
                    <a:pt x="76715" y="251507"/>
                  </a:lnTo>
                  <a:lnTo>
                    <a:pt x="75903" y="256060"/>
                  </a:lnTo>
                  <a:lnTo>
                    <a:pt x="75748" y="258343"/>
                  </a:lnTo>
                  <a:lnTo>
                    <a:pt x="74240" y="261301"/>
                  </a:lnTo>
                  <a:lnTo>
                    <a:pt x="73571" y="264013"/>
                  </a:lnTo>
                  <a:lnTo>
                    <a:pt x="73078" y="266772"/>
                  </a:lnTo>
                  <a:lnTo>
                    <a:pt x="72647" y="267981"/>
                  </a:lnTo>
                  <a:lnTo>
                    <a:pt x="72137" y="274165"/>
                  </a:lnTo>
                  <a:lnTo>
                    <a:pt x="71434" y="277919"/>
                  </a:lnTo>
                  <a:lnTo>
                    <a:pt x="71243" y="279163"/>
                  </a:lnTo>
                  <a:lnTo>
                    <a:pt x="71071" y="280288"/>
                  </a:lnTo>
                  <a:lnTo>
                    <a:pt x="70526" y="282493"/>
                  </a:lnTo>
                  <a:lnTo>
                    <a:pt x="70174" y="284008"/>
                  </a:lnTo>
                  <a:lnTo>
                    <a:pt x="69919" y="285004"/>
                  </a:lnTo>
                  <a:lnTo>
                    <a:pt x="68137" y="294624"/>
                  </a:lnTo>
                  <a:lnTo>
                    <a:pt x="66748" y="298970"/>
                  </a:lnTo>
                  <a:lnTo>
                    <a:pt x="65658" y="298471"/>
                  </a:lnTo>
                  <a:lnTo>
                    <a:pt x="64934" y="300153"/>
                  </a:lnTo>
                  <a:lnTo>
                    <a:pt x="64857" y="300947"/>
                  </a:lnTo>
                  <a:lnTo>
                    <a:pt x="64471" y="300499"/>
                  </a:lnTo>
                  <a:lnTo>
                    <a:pt x="63561" y="298912"/>
                  </a:lnTo>
                  <a:lnTo>
                    <a:pt x="61690" y="295646"/>
                  </a:lnTo>
                  <a:lnTo>
                    <a:pt x="59819" y="292379"/>
                  </a:lnTo>
                  <a:lnTo>
                    <a:pt x="57948" y="289113"/>
                  </a:lnTo>
                  <a:lnTo>
                    <a:pt x="56077" y="285849"/>
                  </a:lnTo>
                  <a:lnTo>
                    <a:pt x="54206" y="282582"/>
                  </a:lnTo>
                  <a:lnTo>
                    <a:pt x="52335" y="279316"/>
                  </a:lnTo>
                  <a:lnTo>
                    <a:pt x="50465" y="276049"/>
                  </a:lnTo>
                  <a:lnTo>
                    <a:pt x="48594" y="272783"/>
                  </a:lnTo>
                  <a:lnTo>
                    <a:pt x="47496" y="270867"/>
                  </a:lnTo>
                  <a:lnTo>
                    <a:pt x="47011" y="269736"/>
                  </a:lnTo>
                  <a:lnTo>
                    <a:pt x="46630" y="267479"/>
                  </a:lnTo>
                  <a:lnTo>
                    <a:pt x="46445" y="266919"/>
                  </a:lnTo>
                  <a:lnTo>
                    <a:pt x="45947" y="266209"/>
                  </a:lnTo>
                  <a:lnTo>
                    <a:pt x="45361" y="266053"/>
                  </a:lnTo>
                  <a:lnTo>
                    <a:pt x="45192" y="265626"/>
                  </a:lnTo>
                  <a:lnTo>
                    <a:pt x="45198" y="264538"/>
                  </a:lnTo>
                  <a:lnTo>
                    <a:pt x="45402" y="262972"/>
                  </a:lnTo>
                  <a:lnTo>
                    <a:pt x="46090" y="259973"/>
                  </a:lnTo>
                  <a:lnTo>
                    <a:pt x="46165" y="258213"/>
                  </a:lnTo>
                  <a:lnTo>
                    <a:pt x="46029" y="256211"/>
                  </a:lnTo>
                  <a:lnTo>
                    <a:pt x="45813" y="253007"/>
                  </a:lnTo>
                  <a:lnTo>
                    <a:pt x="45627" y="252280"/>
                  </a:lnTo>
                  <a:lnTo>
                    <a:pt x="44388" y="250601"/>
                  </a:lnTo>
                  <a:lnTo>
                    <a:pt x="41789" y="247086"/>
                  </a:lnTo>
                  <a:lnTo>
                    <a:pt x="39191" y="243568"/>
                  </a:lnTo>
                  <a:lnTo>
                    <a:pt x="36593" y="240054"/>
                  </a:lnTo>
                  <a:lnTo>
                    <a:pt x="33995" y="236536"/>
                  </a:lnTo>
                  <a:lnTo>
                    <a:pt x="31398" y="233019"/>
                  </a:lnTo>
                  <a:lnTo>
                    <a:pt x="28799" y="229504"/>
                  </a:lnTo>
                  <a:lnTo>
                    <a:pt x="26202" y="225989"/>
                  </a:lnTo>
                  <a:lnTo>
                    <a:pt x="23605" y="222471"/>
                  </a:lnTo>
                  <a:lnTo>
                    <a:pt x="21007" y="218954"/>
                  </a:lnTo>
                  <a:lnTo>
                    <a:pt x="18409" y="215439"/>
                  </a:lnTo>
                  <a:lnTo>
                    <a:pt x="15812" y="211922"/>
                  </a:lnTo>
                  <a:lnTo>
                    <a:pt x="13214" y="208404"/>
                  </a:lnTo>
                  <a:lnTo>
                    <a:pt x="10616" y="204889"/>
                  </a:lnTo>
                  <a:lnTo>
                    <a:pt x="8018" y="201372"/>
                  </a:lnTo>
                  <a:lnTo>
                    <a:pt x="5419" y="197857"/>
                  </a:lnTo>
                  <a:lnTo>
                    <a:pt x="2823" y="194339"/>
                  </a:lnTo>
                  <a:lnTo>
                    <a:pt x="1847" y="193018"/>
                  </a:lnTo>
                  <a:lnTo>
                    <a:pt x="967" y="191901"/>
                  </a:lnTo>
                  <a:lnTo>
                    <a:pt x="39" y="191901"/>
                  </a:lnTo>
                  <a:lnTo>
                    <a:pt x="0" y="186865"/>
                  </a:lnTo>
                  <a:lnTo>
                    <a:pt x="297" y="174047"/>
                  </a:lnTo>
                  <a:lnTo>
                    <a:pt x="261" y="162793"/>
                  </a:lnTo>
                  <a:lnTo>
                    <a:pt x="526" y="157156"/>
                  </a:lnTo>
                  <a:lnTo>
                    <a:pt x="1672" y="153588"/>
                  </a:lnTo>
                  <a:lnTo>
                    <a:pt x="2200" y="150990"/>
                  </a:lnTo>
                  <a:lnTo>
                    <a:pt x="2580" y="147365"/>
                  </a:lnTo>
                  <a:lnTo>
                    <a:pt x="3180" y="144409"/>
                  </a:lnTo>
                  <a:lnTo>
                    <a:pt x="4540" y="142008"/>
                  </a:lnTo>
                  <a:lnTo>
                    <a:pt x="4784" y="140684"/>
                  </a:lnTo>
                  <a:lnTo>
                    <a:pt x="6225" y="136664"/>
                  </a:lnTo>
                  <a:lnTo>
                    <a:pt x="7089" y="131497"/>
                  </a:lnTo>
                  <a:lnTo>
                    <a:pt x="7741" y="129741"/>
                  </a:lnTo>
                  <a:lnTo>
                    <a:pt x="8554" y="128119"/>
                  </a:lnTo>
                  <a:lnTo>
                    <a:pt x="9129" y="127267"/>
                  </a:lnTo>
                  <a:lnTo>
                    <a:pt x="10075" y="126411"/>
                  </a:lnTo>
                  <a:lnTo>
                    <a:pt x="10817" y="125925"/>
                  </a:lnTo>
                  <a:lnTo>
                    <a:pt x="10951" y="125517"/>
                  </a:lnTo>
                  <a:lnTo>
                    <a:pt x="11014" y="124680"/>
                  </a:lnTo>
                  <a:lnTo>
                    <a:pt x="10768" y="121480"/>
                  </a:lnTo>
                  <a:lnTo>
                    <a:pt x="11085" y="120429"/>
                  </a:lnTo>
                  <a:lnTo>
                    <a:pt x="11589" y="118292"/>
                  </a:lnTo>
                  <a:lnTo>
                    <a:pt x="12166" y="116298"/>
                  </a:lnTo>
                  <a:lnTo>
                    <a:pt x="12689" y="115034"/>
                  </a:lnTo>
                  <a:lnTo>
                    <a:pt x="12982" y="113732"/>
                  </a:lnTo>
                  <a:lnTo>
                    <a:pt x="13119" y="111478"/>
                  </a:lnTo>
                  <a:lnTo>
                    <a:pt x="13140" y="109882"/>
                  </a:lnTo>
                  <a:lnTo>
                    <a:pt x="13132" y="107274"/>
                  </a:lnTo>
                  <a:lnTo>
                    <a:pt x="12967" y="101349"/>
                  </a:lnTo>
                  <a:lnTo>
                    <a:pt x="12357" y="96392"/>
                  </a:lnTo>
                  <a:lnTo>
                    <a:pt x="11980" y="90844"/>
                  </a:lnTo>
                  <a:lnTo>
                    <a:pt x="12257" y="89019"/>
                  </a:lnTo>
                  <a:lnTo>
                    <a:pt x="11775" y="85768"/>
                  </a:lnTo>
                  <a:lnTo>
                    <a:pt x="11537" y="85589"/>
                  </a:lnTo>
                  <a:lnTo>
                    <a:pt x="11144" y="84878"/>
                  </a:lnTo>
                  <a:lnTo>
                    <a:pt x="10644" y="81816"/>
                  </a:lnTo>
                  <a:lnTo>
                    <a:pt x="10267" y="79019"/>
                  </a:lnTo>
                  <a:lnTo>
                    <a:pt x="10032" y="78315"/>
                  </a:lnTo>
                  <a:lnTo>
                    <a:pt x="8398" y="75868"/>
                  </a:lnTo>
                  <a:lnTo>
                    <a:pt x="7587" y="70099"/>
                  </a:lnTo>
                  <a:lnTo>
                    <a:pt x="6676" y="68814"/>
                  </a:lnTo>
                  <a:lnTo>
                    <a:pt x="6181" y="63080"/>
                  </a:lnTo>
                  <a:lnTo>
                    <a:pt x="6086" y="61449"/>
                  </a:lnTo>
                  <a:lnTo>
                    <a:pt x="6602" y="55730"/>
                  </a:lnTo>
                  <a:lnTo>
                    <a:pt x="6552" y="54420"/>
                  </a:lnTo>
                  <a:lnTo>
                    <a:pt x="6006" y="53211"/>
                  </a:lnTo>
                  <a:lnTo>
                    <a:pt x="4473" y="51980"/>
                  </a:lnTo>
                  <a:lnTo>
                    <a:pt x="3230" y="49621"/>
                  </a:lnTo>
                  <a:lnTo>
                    <a:pt x="3390" y="48797"/>
                  </a:lnTo>
                  <a:lnTo>
                    <a:pt x="3482" y="47943"/>
                  </a:lnTo>
                  <a:lnTo>
                    <a:pt x="2827" y="47370"/>
                  </a:lnTo>
                  <a:lnTo>
                    <a:pt x="927" y="37588"/>
                  </a:lnTo>
                  <a:lnTo>
                    <a:pt x="3374" y="31711"/>
                  </a:lnTo>
                  <a:lnTo>
                    <a:pt x="5851" y="25755"/>
                  </a:lnTo>
                  <a:lnTo>
                    <a:pt x="9016" y="18225"/>
                  </a:lnTo>
                  <a:lnTo>
                    <a:pt x="11922" y="11308"/>
                  </a:lnTo>
                  <a:lnTo>
                    <a:pt x="14435" y="5331"/>
                  </a:lnTo>
                  <a:lnTo>
                    <a:pt x="16676" y="0"/>
                  </a:lnTo>
                  <a:lnTo>
                    <a:pt x="16621" y="1015"/>
                  </a:lnTo>
                  <a:lnTo>
                    <a:pt x="16631" y="2370"/>
                  </a:lnTo>
                  <a:lnTo>
                    <a:pt x="16910" y="3197"/>
                  </a:lnTo>
                  <a:lnTo>
                    <a:pt x="17370" y="3764"/>
                  </a:lnTo>
                  <a:lnTo>
                    <a:pt x="18011" y="3165"/>
                  </a:lnTo>
                  <a:lnTo>
                    <a:pt x="18573" y="2334"/>
                  </a:lnTo>
                  <a:lnTo>
                    <a:pt x="19117" y="2162"/>
                  </a:lnTo>
                  <a:lnTo>
                    <a:pt x="22485" y="4381"/>
                  </a:lnTo>
                  <a:lnTo>
                    <a:pt x="23050" y="6315"/>
                  </a:lnTo>
                  <a:lnTo>
                    <a:pt x="23015" y="8397"/>
                  </a:lnTo>
                  <a:lnTo>
                    <a:pt x="23159" y="9909"/>
                  </a:lnTo>
                  <a:lnTo>
                    <a:pt x="22903" y="11427"/>
                  </a:lnTo>
                  <a:lnTo>
                    <a:pt x="22621" y="16009"/>
                  </a:lnTo>
                  <a:lnTo>
                    <a:pt x="22705" y="20219"/>
                  </a:lnTo>
                  <a:lnTo>
                    <a:pt x="23711" y="23333"/>
                  </a:lnTo>
                  <a:lnTo>
                    <a:pt x="24616" y="25780"/>
                  </a:lnTo>
                  <a:lnTo>
                    <a:pt x="25333" y="29208"/>
                  </a:lnTo>
                  <a:lnTo>
                    <a:pt x="25860" y="30263"/>
                  </a:lnTo>
                  <a:lnTo>
                    <a:pt x="26591" y="30807"/>
                  </a:lnTo>
                  <a:lnTo>
                    <a:pt x="28906" y="30954"/>
                  </a:lnTo>
                  <a:lnTo>
                    <a:pt x="32333" y="31175"/>
                  </a:lnTo>
                  <a:lnTo>
                    <a:pt x="35630" y="31385"/>
                  </a:lnTo>
                  <a:lnTo>
                    <a:pt x="35930" y="31468"/>
                  </a:lnTo>
                  <a:lnTo>
                    <a:pt x="36629" y="31936"/>
                  </a:lnTo>
                  <a:lnTo>
                    <a:pt x="39664" y="36574"/>
                  </a:lnTo>
                  <a:lnTo>
                    <a:pt x="42442" y="40820"/>
                  </a:lnTo>
                  <a:lnTo>
                    <a:pt x="44793" y="44511"/>
                  </a:lnTo>
                  <a:lnTo>
                    <a:pt x="47077" y="48095"/>
                  </a:lnTo>
                  <a:lnTo>
                    <a:pt x="49296" y="51579"/>
                  </a:lnTo>
                  <a:lnTo>
                    <a:pt x="51017" y="54472"/>
                  </a:lnTo>
                  <a:lnTo>
                    <a:pt x="52713" y="55353"/>
                  </a:lnTo>
                  <a:lnTo>
                    <a:pt x="55470" y="55772"/>
                  </a:lnTo>
                  <a:lnTo>
                    <a:pt x="57377" y="55912"/>
                  </a:lnTo>
                  <a:lnTo>
                    <a:pt x="59141" y="57127"/>
                  </a:lnTo>
                  <a:lnTo>
                    <a:pt x="61762" y="58261"/>
                  </a:lnTo>
                  <a:lnTo>
                    <a:pt x="63718" y="58844"/>
                  </a:lnTo>
                  <a:lnTo>
                    <a:pt x="64902" y="59497"/>
                  </a:lnTo>
                  <a:lnTo>
                    <a:pt x="68180" y="60167"/>
                  </a:lnTo>
                  <a:lnTo>
                    <a:pt x="68722" y="59780"/>
                  </a:lnTo>
                  <a:lnTo>
                    <a:pt x="70168" y="56570"/>
                  </a:lnTo>
                  <a:lnTo>
                    <a:pt x="71786" y="51357"/>
                  </a:lnTo>
                  <a:lnTo>
                    <a:pt x="72418" y="48484"/>
                  </a:lnTo>
                  <a:lnTo>
                    <a:pt x="74514" y="45633"/>
                  </a:lnTo>
                  <a:lnTo>
                    <a:pt x="78193" y="41651"/>
                  </a:lnTo>
                  <a:lnTo>
                    <a:pt x="80785" y="38846"/>
                  </a:lnTo>
                  <a:lnTo>
                    <a:pt x="83668" y="36027"/>
                  </a:lnTo>
                  <a:lnTo>
                    <a:pt x="84977" y="38471"/>
                  </a:lnTo>
                  <a:lnTo>
                    <a:pt x="86782" y="42397"/>
                  </a:lnTo>
                  <a:lnTo>
                    <a:pt x="87592" y="44333"/>
                  </a:lnTo>
                  <a:lnTo>
                    <a:pt x="88240" y="45189"/>
                  </a:lnTo>
                  <a:lnTo>
                    <a:pt x="89221" y="45763"/>
                  </a:lnTo>
                  <a:lnTo>
                    <a:pt x="90416" y="45777"/>
                  </a:lnTo>
                  <a:lnTo>
                    <a:pt x="91068" y="45685"/>
                  </a:lnTo>
                  <a:lnTo>
                    <a:pt x="92402" y="45180"/>
                  </a:lnTo>
                  <a:lnTo>
                    <a:pt x="95519" y="44714"/>
                  </a:lnTo>
                  <a:close/>
                </a:path>
              </a:pathLst>
            </a:custGeom>
            <a:solidFill>
              <a:srgbClr val="D2E6C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8" name="pg907"/>
            <p:cNvSpPr/>
            <p:nvPr/>
          </p:nvSpPr>
          <p:spPr>
            <a:xfrm>
              <a:off x="4177436" y="2356358"/>
              <a:ext cx="134267" cy="119167"/>
            </a:xfrm>
            <a:custGeom>
              <a:avLst/>
              <a:pathLst>
                <a:path w="134267" h="119167">
                  <a:moveTo>
                    <a:pt x="133818" y="31036"/>
                  </a:moveTo>
                  <a:lnTo>
                    <a:pt x="134060" y="32815"/>
                  </a:lnTo>
                  <a:lnTo>
                    <a:pt x="134267" y="34884"/>
                  </a:lnTo>
                  <a:lnTo>
                    <a:pt x="134133" y="35367"/>
                  </a:lnTo>
                  <a:lnTo>
                    <a:pt x="133902" y="35694"/>
                  </a:lnTo>
                  <a:lnTo>
                    <a:pt x="130166" y="36209"/>
                  </a:lnTo>
                  <a:lnTo>
                    <a:pt x="129322" y="36777"/>
                  </a:lnTo>
                  <a:lnTo>
                    <a:pt x="128416" y="39640"/>
                  </a:lnTo>
                  <a:lnTo>
                    <a:pt x="125221" y="41941"/>
                  </a:lnTo>
                  <a:lnTo>
                    <a:pt x="123399" y="43121"/>
                  </a:lnTo>
                  <a:lnTo>
                    <a:pt x="122657" y="43069"/>
                  </a:lnTo>
                  <a:lnTo>
                    <a:pt x="120889" y="44951"/>
                  </a:lnTo>
                  <a:lnTo>
                    <a:pt x="115942" y="49651"/>
                  </a:lnTo>
                  <a:lnTo>
                    <a:pt x="113512" y="52621"/>
                  </a:lnTo>
                  <a:lnTo>
                    <a:pt x="112290" y="53863"/>
                  </a:lnTo>
                  <a:lnTo>
                    <a:pt x="111309" y="55219"/>
                  </a:lnTo>
                  <a:lnTo>
                    <a:pt x="111143" y="56591"/>
                  </a:lnTo>
                  <a:lnTo>
                    <a:pt x="111113" y="57884"/>
                  </a:lnTo>
                  <a:lnTo>
                    <a:pt x="108397" y="63966"/>
                  </a:lnTo>
                  <a:lnTo>
                    <a:pt x="106361" y="64703"/>
                  </a:lnTo>
                  <a:lnTo>
                    <a:pt x="104640" y="64557"/>
                  </a:lnTo>
                  <a:lnTo>
                    <a:pt x="103472" y="65482"/>
                  </a:lnTo>
                  <a:lnTo>
                    <a:pt x="101795" y="66414"/>
                  </a:lnTo>
                  <a:lnTo>
                    <a:pt x="98166" y="65776"/>
                  </a:lnTo>
                  <a:lnTo>
                    <a:pt x="96924" y="65883"/>
                  </a:lnTo>
                  <a:lnTo>
                    <a:pt x="94542" y="65043"/>
                  </a:lnTo>
                  <a:lnTo>
                    <a:pt x="93580" y="65486"/>
                  </a:lnTo>
                  <a:lnTo>
                    <a:pt x="92560" y="66723"/>
                  </a:lnTo>
                  <a:lnTo>
                    <a:pt x="91151" y="71575"/>
                  </a:lnTo>
                  <a:lnTo>
                    <a:pt x="90575" y="72712"/>
                  </a:lnTo>
                  <a:lnTo>
                    <a:pt x="90316" y="73817"/>
                  </a:lnTo>
                  <a:lnTo>
                    <a:pt x="90100" y="76178"/>
                  </a:lnTo>
                  <a:lnTo>
                    <a:pt x="89561" y="78674"/>
                  </a:lnTo>
                  <a:lnTo>
                    <a:pt x="88866" y="80643"/>
                  </a:lnTo>
                  <a:lnTo>
                    <a:pt x="88370" y="82467"/>
                  </a:lnTo>
                  <a:lnTo>
                    <a:pt x="87349" y="84232"/>
                  </a:lnTo>
                  <a:lnTo>
                    <a:pt x="86400" y="85341"/>
                  </a:lnTo>
                  <a:lnTo>
                    <a:pt x="85666" y="83021"/>
                  </a:lnTo>
                  <a:lnTo>
                    <a:pt x="85029" y="83682"/>
                  </a:lnTo>
                  <a:lnTo>
                    <a:pt x="84427" y="84625"/>
                  </a:lnTo>
                  <a:lnTo>
                    <a:pt x="83277" y="84298"/>
                  </a:lnTo>
                  <a:lnTo>
                    <a:pt x="82570" y="84774"/>
                  </a:lnTo>
                  <a:lnTo>
                    <a:pt x="80958" y="86790"/>
                  </a:lnTo>
                  <a:lnTo>
                    <a:pt x="78583" y="86713"/>
                  </a:lnTo>
                  <a:lnTo>
                    <a:pt x="78325" y="86021"/>
                  </a:lnTo>
                  <a:lnTo>
                    <a:pt x="77855" y="80485"/>
                  </a:lnTo>
                  <a:lnTo>
                    <a:pt x="77442" y="77863"/>
                  </a:lnTo>
                  <a:lnTo>
                    <a:pt x="77101" y="77276"/>
                  </a:lnTo>
                  <a:lnTo>
                    <a:pt x="76678" y="77206"/>
                  </a:lnTo>
                  <a:lnTo>
                    <a:pt x="73268" y="81558"/>
                  </a:lnTo>
                  <a:lnTo>
                    <a:pt x="71687" y="82331"/>
                  </a:lnTo>
                  <a:lnTo>
                    <a:pt x="70385" y="82467"/>
                  </a:lnTo>
                  <a:lnTo>
                    <a:pt x="68693" y="81167"/>
                  </a:lnTo>
                  <a:lnTo>
                    <a:pt x="68322" y="81489"/>
                  </a:lnTo>
                  <a:lnTo>
                    <a:pt x="68029" y="82193"/>
                  </a:lnTo>
                  <a:lnTo>
                    <a:pt x="67909" y="83087"/>
                  </a:lnTo>
                  <a:lnTo>
                    <a:pt x="68403" y="85556"/>
                  </a:lnTo>
                  <a:lnTo>
                    <a:pt x="68265" y="86042"/>
                  </a:lnTo>
                  <a:lnTo>
                    <a:pt x="67500" y="86002"/>
                  </a:lnTo>
                  <a:lnTo>
                    <a:pt x="66429" y="86572"/>
                  </a:lnTo>
                  <a:lnTo>
                    <a:pt x="65615" y="87707"/>
                  </a:lnTo>
                  <a:lnTo>
                    <a:pt x="63163" y="91695"/>
                  </a:lnTo>
                  <a:lnTo>
                    <a:pt x="61101" y="93030"/>
                  </a:lnTo>
                  <a:lnTo>
                    <a:pt x="59181" y="93554"/>
                  </a:lnTo>
                  <a:lnTo>
                    <a:pt x="58393" y="93995"/>
                  </a:lnTo>
                  <a:lnTo>
                    <a:pt x="58041" y="94476"/>
                  </a:lnTo>
                  <a:lnTo>
                    <a:pt x="57397" y="96376"/>
                  </a:lnTo>
                  <a:lnTo>
                    <a:pt x="56737" y="99357"/>
                  </a:lnTo>
                  <a:lnTo>
                    <a:pt x="56391" y="100812"/>
                  </a:lnTo>
                  <a:lnTo>
                    <a:pt x="56137" y="101655"/>
                  </a:lnTo>
                  <a:lnTo>
                    <a:pt x="56190" y="102757"/>
                  </a:lnTo>
                  <a:lnTo>
                    <a:pt x="56712" y="104184"/>
                  </a:lnTo>
                  <a:lnTo>
                    <a:pt x="57103" y="107377"/>
                  </a:lnTo>
                  <a:lnTo>
                    <a:pt x="57012" y="108204"/>
                  </a:lnTo>
                  <a:lnTo>
                    <a:pt x="56593" y="109540"/>
                  </a:lnTo>
                  <a:lnTo>
                    <a:pt x="55986" y="110850"/>
                  </a:lnTo>
                  <a:lnTo>
                    <a:pt x="54679" y="111640"/>
                  </a:lnTo>
                  <a:lnTo>
                    <a:pt x="53654" y="112035"/>
                  </a:lnTo>
                  <a:lnTo>
                    <a:pt x="52971" y="111776"/>
                  </a:lnTo>
                  <a:lnTo>
                    <a:pt x="51689" y="111689"/>
                  </a:lnTo>
                  <a:lnTo>
                    <a:pt x="50678" y="112217"/>
                  </a:lnTo>
                  <a:lnTo>
                    <a:pt x="50053" y="113114"/>
                  </a:lnTo>
                  <a:lnTo>
                    <a:pt x="48820" y="114231"/>
                  </a:lnTo>
                  <a:lnTo>
                    <a:pt x="47288" y="114604"/>
                  </a:lnTo>
                  <a:lnTo>
                    <a:pt x="45340" y="114747"/>
                  </a:lnTo>
                  <a:lnTo>
                    <a:pt x="44402" y="114649"/>
                  </a:lnTo>
                  <a:lnTo>
                    <a:pt x="41568" y="113893"/>
                  </a:lnTo>
                  <a:lnTo>
                    <a:pt x="40635" y="114153"/>
                  </a:lnTo>
                  <a:lnTo>
                    <a:pt x="39744" y="114739"/>
                  </a:lnTo>
                  <a:lnTo>
                    <a:pt x="38129" y="115345"/>
                  </a:lnTo>
                  <a:lnTo>
                    <a:pt x="37269" y="117210"/>
                  </a:lnTo>
                  <a:lnTo>
                    <a:pt x="36813" y="118926"/>
                  </a:lnTo>
                  <a:lnTo>
                    <a:pt x="36572" y="119167"/>
                  </a:lnTo>
                  <a:lnTo>
                    <a:pt x="35565" y="117594"/>
                  </a:lnTo>
                  <a:lnTo>
                    <a:pt x="34795" y="116119"/>
                  </a:lnTo>
                  <a:lnTo>
                    <a:pt x="34290" y="114893"/>
                  </a:lnTo>
                  <a:lnTo>
                    <a:pt x="33659" y="114929"/>
                  </a:lnTo>
                  <a:lnTo>
                    <a:pt x="31404" y="117155"/>
                  </a:lnTo>
                  <a:lnTo>
                    <a:pt x="31071" y="117085"/>
                  </a:lnTo>
                  <a:lnTo>
                    <a:pt x="30426" y="116239"/>
                  </a:lnTo>
                  <a:lnTo>
                    <a:pt x="30544" y="114137"/>
                  </a:lnTo>
                  <a:lnTo>
                    <a:pt x="30506" y="112800"/>
                  </a:lnTo>
                  <a:lnTo>
                    <a:pt x="29780" y="112088"/>
                  </a:lnTo>
                  <a:lnTo>
                    <a:pt x="28240" y="111911"/>
                  </a:lnTo>
                  <a:lnTo>
                    <a:pt x="27716" y="111150"/>
                  </a:lnTo>
                  <a:lnTo>
                    <a:pt x="27747" y="110019"/>
                  </a:lnTo>
                  <a:lnTo>
                    <a:pt x="27887" y="108933"/>
                  </a:lnTo>
                  <a:lnTo>
                    <a:pt x="27712" y="108096"/>
                  </a:lnTo>
                  <a:lnTo>
                    <a:pt x="27314" y="107461"/>
                  </a:lnTo>
                  <a:lnTo>
                    <a:pt x="26509" y="107633"/>
                  </a:lnTo>
                  <a:lnTo>
                    <a:pt x="25585" y="108494"/>
                  </a:lnTo>
                  <a:lnTo>
                    <a:pt x="24907" y="109481"/>
                  </a:lnTo>
                  <a:lnTo>
                    <a:pt x="24053" y="109938"/>
                  </a:lnTo>
                  <a:lnTo>
                    <a:pt x="23021" y="110123"/>
                  </a:lnTo>
                  <a:lnTo>
                    <a:pt x="22374" y="110719"/>
                  </a:lnTo>
                  <a:lnTo>
                    <a:pt x="21641" y="113128"/>
                  </a:lnTo>
                  <a:lnTo>
                    <a:pt x="19136" y="113635"/>
                  </a:lnTo>
                  <a:lnTo>
                    <a:pt x="18329" y="113087"/>
                  </a:lnTo>
                  <a:lnTo>
                    <a:pt x="17665" y="111373"/>
                  </a:lnTo>
                  <a:lnTo>
                    <a:pt x="16802" y="108621"/>
                  </a:lnTo>
                  <a:lnTo>
                    <a:pt x="16317" y="108282"/>
                  </a:lnTo>
                  <a:lnTo>
                    <a:pt x="15503" y="107943"/>
                  </a:lnTo>
                  <a:lnTo>
                    <a:pt x="14173" y="108104"/>
                  </a:lnTo>
                  <a:lnTo>
                    <a:pt x="12378" y="109264"/>
                  </a:lnTo>
                  <a:lnTo>
                    <a:pt x="11945" y="108308"/>
                  </a:lnTo>
                  <a:lnTo>
                    <a:pt x="11480" y="108037"/>
                  </a:lnTo>
                  <a:lnTo>
                    <a:pt x="11062" y="108823"/>
                  </a:lnTo>
                  <a:lnTo>
                    <a:pt x="10634" y="108734"/>
                  </a:lnTo>
                  <a:lnTo>
                    <a:pt x="8858" y="108956"/>
                  </a:lnTo>
                  <a:lnTo>
                    <a:pt x="6617" y="108848"/>
                  </a:lnTo>
                  <a:lnTo>
                    <a:pt x="5336" y="108311"/>
                  </a:lnTo>
                  <a:lnTo>
                    <a:pt x="4505" y="108344"/>
                  </a:lnTo>
                  <a:lnTo>
                    <a:pt x="2853" y="109576"/>
                  </a:lnTo>
                  <a:lnTo>
                    <a:pt x="1979" y="109565"/>
                  </a:lnTo>
                  <a:lnTo>
                    <a:pt x="835" y="109791"/>
                  </a:lnTo>
                  <a:lnTo>
                    <a:pt x="623" y="105623"/>
                  </a:lnTo>
                  <a:lnTo>
                    <a:pt x="0" y="102809"/>
                  </a:lnTo>
                  <a:lnTo>
                    <a:pt x="190" y="100859"/>
                  </a:lnTo>
                  <a:lnTo>
                    <a:pt x="605" y="98179"/>
                  </a:lnTo>
                  <a:lnTo>
                    <a:pt x="952" y="96679"/>
                  </a:lnTo>
                  <a:lnTo>
                    <a:pt x="1661" y="97314"/>
                  </a:lnTo>
                  <a:lnTo>
                    <a:pt x="2471" y="98416"/>
                  </a:lnTo>
                  <a:lnTo>
                    <a:pt x="3012" y="98122"/>
                  </a:lnTo>
                  <a:lnTo>
                    <a:pt x="3153" y="97214"/>
                  </a:lnTo>
                  <a:lnTo>
                    <a:pt x="2947" y="96027"/>
                  </a:lnTo>
                  <a:lnTo>
                    <a:pt x="2920" y="95136"/>
                  </a:lnTo>
                  <a:lnTo>
                    <a:pt x="3224" y="93966"/>
                  </a:lnTo>
                  <a:lnTo>
                    <a:pt x="3670" y="92874"/>
                  </a:lnTo>
                  <a:lnTo>
                    <a:pt x="6533" y="91081"/>
                  </a:lnTo>
                  <a:lnTo>
                    <a:pt x="8990" y="89773"/>
                  </a:lnTo>
                  <a:lnTo>
                    <a:pt x="10266" y="90645"/>
                  </a:lnTo>
                  <a:lnTo>
                    <a:pt x="12739" y="92652"/>
                  </a:lnTo>
                  <a:lnTo>
                    <a:pt x="14012" y="93685"/>
                  </a:lnTo>
                  <a:lnTo>
                    <a:pt x="14895" y="94295"/>
                  </a:lnTo>
                  <a:lnTo>
                    <a:pt x="15673" y="97230"/>
                  </a:lnTo>
                  <a:lnTo>
                    <a:pt x="16181" y="97094"/>
                  </a:lnTo>
                  <a:lnTo>
                    <a:pt x="16697" y="96503"/>
                  </a:lnTo>
                  <a:lnTo>
                    <a:pt x="17001" y="95780"/>
                  </a:lnTo>
                  <a:lnTo>
                    <a:pt x="17247" y="93284"/>
                  </a:lnTo>
                  <a:lnTo>
                    <a:pt x="18396" y="91874"/>
                  </a:lnTo>
                  <a:lnTo>
                    <a:pt x="20928" y="90206"/>
                  </a:lnTo>
                  <a:lnTo>
                    <a:pt x="21106" y="89230"/>
                  </a:lnTo>
                  <a:lnTo>
                    <a:pt x="21070" y="88691"/>
                  </a:lnTo>
                  <a:lnTo>
                    <a:pt x="21468" y="88218"/>
                  </a:lnTo>
                  <a:lnTo>
                    <a:pt x="22734" y="87735"/>
                  </a:lnTo>
                  <a:lnTo>
                    <a:pt x="25295" y="87272"/>
                  </a:lnTo>
                  <a:lnTo>
                    <a:pt x="26166" y="87618"/>
                  </a:lnTo>
                  <a:lnTo>
                    <a:pt x="27157" y="88599"/>
                  </a:lnTo>
                  <a:lnTo>
                    <a:pt x="27924" y="89574"/>
                  </a:lnTo>
                  <a:lnTo>
                    <a:pt x="28656" y="89537"/>
                  </a:lnTo>
                  <a:lnTo>
                    <a:pt x="29258" y="89333"/>
                  </a:lnTo>
                  <a:lnTo>
                    <a:pt x="29514" y="89603"/>
                  </a:lnTo>
                  <a:lnTo>
                    <a:pt x="29708" y="90472"/>
                  </a:lnTo>
                  <a:lnTo>
                    <a:pt x="30021" y="91248"/>
                  </a:lnTo>
                  <a:lnTo>
                    <a:pt x="30998" y="90193"/>
                  </a:lnTo>
                  <a:lnTo>
                    <a:pt x="31885" y="88826"/>
                  </a:lnTo>
                  <a:lnTo>
                    <a:pt x="32584" y="88629"/>
                  </a:lnTo>
                  <a:lnTo>
                    <a:pt x="33229" y="88108"/>
                  </a:lnTo>
                  <a:lnTo>
                    <a:pt x="33417" y="87195"/>
                  </a:lnTo>
                  <a:lnTo>
                    <a:pt x="33923" y="85682"/>
                  </a:lnTo>
                  <a:lnTo>
                    <a:pt x="35369" y="82789"/>
                  </a:lnTo>
                  <a:lnTo>
                    <a:pt x="36120" y="82321"/>
                  </a:lnTo>
                  <a:lnTo>
                    <a:pt x="36606" y="82323"/>
                  </a:lnTo>
                  <a:lnTo>
                    <a:pt x="36629" y="82789"/>
                  </a:lnTo>
                  <a:lnTo>
                    <a:pt x="36865" y="83214"/>
                  </a:lnTo>
                  <a:lnTo>
                    <a:pt x="38129" y="83881"/>
                  </a:lnTo>
                  <a:lnTo>
                    <a:pt x="38513" y="83121"/>
                  </a:lnTo>
                  <a:lnTo>
                    <a:pt x="38716" y="82066"/>
                  </a:lnTo>
                  <a:lnTo>
                    <a:pt x="38275" y="80392"/>
                  </a:lnTo>
                  <a:lnTo>
                    <a:pt x="38267" y="79691"/>
                  </a:lnTo>
                  <a:lnTo>
                    <a:pt x="38432" y="79050"/>
                  </a:lnTo>
                  <a:lnTo>
                    <a:pt x="38669" y="78668"/>
                  </a:lnTo>
                  <a:lnTo>
                    <a:pt x="40685" y="80255"/>
                  </a:lnTo>
                  <a:lnTo>
                    <a:pt x="41131" y="80223"/>
                  </a:lnTo>
                  <a:lnTo>
                    <a:pt x="42051" y="79332"/>
                  </a:lnTo>
                  <a:lnTo>
                    <a:pt x="42895" y="77763"/>
                  </a:lnTo>
                  <a:lnTo>
                    <a:pt x="43200" y="76531"/>
                  </a:lnTo>
                  <a:lnTo>
                    <a:pt x="47332" y="72523"/>
                  </a:lnTo>
                  <a:lnTo>
                    <a:pt x="47625" y="71796"/>
                  </a:lnTo>
                  <a:lnTo>
                    <a:pt x="47566" y="71268"/>
                  </a:lnTo>
                  <a:lnTo>
                    <a:pt x="45835" y="70334"/>
                  </a:lnTo>
                  <a:lnTo>
                    <a:pt x="45054" y="70857"/>
                  </a:lnTo>
                  <a:lnTo>
                    <a:pt x="44330" y="70859"/>
                  </a:lnTo>
                  <a:lnTo>
                    <a:pt x="43896" y="70274"/>
                  </a:lnTo>
                  <a:lnTo>
                    <a:pt x="41792" y="70044"/>
                  </a:lnTo>
                  <a:lnTo>
                    <a:pt x="41330" y="69634"/>
                  </a:lnTo>
                  <a:lnTo>
                    <a:pt x="39935" y="66742"/>
                  </a:lnTo>
                  <a:lnTo>
                    <a:pt x="38977" y="65641"/>
                  </a:lnTo>
                  <a:lnTo>
                    <a:pt x="38206" y="64916"/>
                  </a:lnTo>
                  <a:lnTo>
                    <a:pt x="37363" y="65020"/>
                  </a:lnTo>
                  <a:lnTo>
                    <a:pt x="36366" y="65779"/>
                  </a:lnTo>
                  <a:lnTo>
                    <a:pt x="36052" y="65434"/>
                  </a:lnTo>
                  <a:lnTo>
                    <a:pt x="35971" y="64225"/>
                  </a:lnTo>
                  <a:lnTo>
                    <a:pt x="35974" y="62700"/>
                  </a:lnTo>
                  <a:lnTo>
                    <a:pt x="35771" y="61067"/>
                  </a:lnTo>
                  <a:lnTo>
                    <a:pt x="35176" y="60688"/>
                  </a:lnTo>
                  <a:lnTo>
                    <a:pt x="34408" y="61332"/>
                  </a:lnTo>
                  <a:lnTo>
                    <a:pt x="33263" y="60673"/>
                  </a:lnTo>
                  <a:lnTo>
                    <a:pt x="32290" y="60438"/>
                  </a:lnTo>
                  <a:lnTo>
                    <a:pt x="32039" y="57000"/>
                  </a:lnTo>
                  <a:lnTo>
                    <a:pt x="31646" y="55532"/>
                  </a:lnTo>
                  <a:lnTo>
                    <a:pt x="31240" y="53993"/>
                  </a:lnTo>
                  <a:lnTo>
                    <a:pt x="30816" y="53553"/>
                  </a:lnTo>
                  <a:lnTo>
                    <a:pt x="30121" y="52785"/>
                  </a:lnTo>
                  <a:lnTo>
                    <a:pt x="30080" y="50966"/>
                  </a:lnTo>
                  <a:lnTo>
                    <a:pt x="29932" y="50451"/>
                  </a:lnTo>
                  <a:lnTo>
                    <a:pt x="29686" y="50208"/>
                  </a:lnTo>
                  <a:lnTo>
                    <a:pt x="29351" y="50416"/>
                  </a:lnTo>
                  <a:lnTo>
                    <a:pt x="28922" y="51329"/>
                  </a:lnTo>
                  <a:lnTo>
                    <a:pt x="29133" y="53334"/>
                  </a:lnTo>
                  <a:lnTo>
                    <a:pt x="28970" y="55343"/>
                  </a:lnTo>
                  <a:lnTo>
                    <a:pt x="28718" y="56353"/>
                  </a:lnTo>
                  <a:lnTo>
                    <a:pt x="28231" y="57098"/>
                  </a:lnTo>
                  <a:lnTo>
                    <a:pt x="27675" y="57115"/>
                  </a:lnTo>
                  <a:lnTo>
                    <a:pt x="26711" y="56098"/>
                  </a:lnTo>
                  <a:lnTo>
                    <a:pt x="26559" y="62181"/>
                  </a:lnTo>
                  <a:lnTo>
                    <a:pt x="26372" y="62555"/>
                  </a:lnTo>
                  <a:lnTo>
                    <a:pt x="25224" y="61695"/>
                  </a:lnTo>
                  <a:lnTo>
                    <a:pt x="24305" y="62065"/>
                  </a:lnTo>
                  <a:lnTo>
                    <a:pt x="22931" y="61690"/>
                  </a:lnTo>
                  <a:lnTo>
                    <a:pt x="21898" y="60688"/>
                  </a:lnTo>
                  <a:lnTo>
                    <a:pt x="21126" y="60409"/>
                  </a:lnTo>
                  <a:lnTo>
                    <a:pt x="19881" y="59555"/>
                  </a:lnTo>
                  <a:lnTo>
                    <a:pt x="18930" y="58444"/>
                  </a:lnTo>
                  <a:lnTo>
                    <a:pt x="18345" y="54365"/>
                  </a:lnTo>
                  <a:lnTo>
                    <a:pt x="17790" y="52909"/>
                  </a:lnTo>
                  <a:lnTo>
                    <a:pt x="17266" y="52598"/>
                  </a:lnTo>
                  <a:lnTo>
                    <a:pt x="15139" y="54007"/>
                  </a:lnTo>
                  <a:lnTo>
                    <a:pt x="14365" y="52917"/>
                  </a:lnTo>
                  <a:lnTo>
                    <a:pt x="12929" y="51520"/>
                  </a:lnTo>
                  <a:lnTo>
                    <a:pt x="11843" y="50999"/>
                  </a:lnTo>
                  <a:lnTo>
                    <a:pt x="11551" y="50244"/>
                  </a:lnTo>
                  <a:lnTo>
                    <a:pt x="11600" y="49315"/>
                  </a:lnTo>
                  <a:lnTo>
                    <a:pt x="14940" y="44776"/>
                  </a:lnTo>
                  <a:lnTo>
                    <a:pt x="16255" y="41651"/>
                  </a:lnTo>
                  <a:lnTo>
                    <a:pt x="17083" y="40331"/>
                  </a:lnTo>
                  <a:lnTo>
                    <a:pt x="18264" y="39452"/>
                  </a:lnTo>
                  <a:lnTo>
                    <a:pt x="19185" y="38937"/>
                  </a:lnTo>
                  <a:lnTo>
                    <a:pt x="19655" y="36072"/>
                  </a:lnTo>
                  <a:lnTo>
                    <a:pt x="19835" y="35741"/>
                  </a:lnTo>
                  <a:lnTo>
                    <a:pt x="20489" y="35529"/>
                  </a:lnTo>
                  <a:lnTo>
                    <a:pt x="21975" y="34353"/>
                  </a:lnTo>
                  <a:lnTo>
                    <a:pt x="24367" y="31838"/>
                  </a:lnTo>
                  <a:lnTo>
                    <a:pt x="24413" y="31147"/>
                  </a:lnTo>
                  <a:lnTo>
                    <a:pt x="24174" y="30551"/>
                  </a:lnTo>
                  <a:lnTo>
                    <a:pt x="23166" y="29264"/>
                  </a:lnTo>
                  <a:lnTo>
                    <a:pt x="22021" y="28240"/>
                  </a:lnTo>
                  <a:lnTo>
                    <a:pt x="21326" y="28775"/>
                  </a:lnTo>
                  <a:lnTo>
                    <a:pt x="20933" y="29303"/>
                  </a:lnTo>
                  <a:lnTo>
                    <a:pt x="20276" y="27973"/>
                  </a:lnTo>
                  <a:lnTo>
                    <a:pt x="20276" y="26605"/>
                  </a:lnTo>
                  <a:lnTo>
                    <a:pt x="21001" y="24259"/>
                  </a:lnTo>
                  <a:lnTo>
                    <a:pt x="21606" y="23086"/>
                  </a:lnTo>
                  <a:lnTo>
                    <a:pt x="21859" y="20829"/>
                  </a:lnTo>
                  <a:lnTo>
                    <a:pt x="22722" y="19320"/>
                  </a:lnTo>
                  <a:lnTo>
                    <a:pt x="23622" y="16929"/>
                  </a:lnTo>
                  <a:lnTo>
                    <a:pt x="24709" y="14976"/>
                  </a:lnTo>
                  <a:lnTo>
                    <a:pt x="26726" y="13510"/>
                  </a:lnTo>
                  <a:lnTo>
                    <a:pt x="27849" y="13989"/>
                  </a:lnTo>
                  <a:lnTo>
                    <a:pt x="28904" y="13643"/>
                  </a:lnTo>
                  <a:lnTo>
                    <a:pt x="30537" y="12454"/>
                  </a:lnTo>
                  <a:lnTo>
                    <a:pt x="30851" y="12377"/>
                  </a:lnTo>
                  <a:lnTo>
                    <a:pt x="31536" y="12357"/>
                  </a:lnTo>
                  <a:lnTo>
                    <a:pt x="35741" y="14174"/>
                  </a:lnTo>
                  <a:lnTo>
                    <a:pt x="37130" y="14263"/>
                  </a:lnTo>
                  <a:lnTo>
                    <a:pt x="40389" y="16625"/>
                  </a:lnTo>
                  <a:lnTo>
                    <a:pt x="41887" y="17137"/>
                  </a:lnTo>
                  <a:lnTo>
                    <a:pt x="42945" y="17802"/>
                  </a:lnTo>
                  <a:lnTo>
                    <a:pt x="43426" y="18820"/>
                  </a:lnTo>
                  <a:lnTo>
                    <a:pt x="44190" y="20071"/>
                  </a:lnTo>
                  <a:lnTo>
                    <a:pt x="48282" y="21083"/>
                  </a:lnTo>
                  <a:lnTo>
                    <a:pt x="49404" y="21756"/>
                  </a:lnTo>
                  <a:lnTo>
                    <a:pt x="49808" y="22852"/>
                  </a:lnTo>
                  <a:lnTo>
                    <a:pt x="50973" y="24248"/>
                  </a:lnTo>
                  <a:lnTo>
                    <a:pt x="51964" y="24565"/>
                  </a:lnTo>
                  <a:lnTo>
                    <a:pt x="51098" y="19114"/>
                  </a:lnTo>
                  <a:lnTo>
                    <a:pt x="51443" y="15878"/>
                  </a:lnTo>
                  <a:lnTo>
                    <a:pt x="52735" y="7020"/>
                  </a:lnTo>
                  <a:lnTo>
                    <a:pt x="53415" y="5687"/>
                  </a:lnTo>
                  <a:lnTo>
                    <a:pt x="54713" y="4505"/>
                  </a:lnTo>
                  <a:lnTo>
                    <a:pt x="56754" y="3185"/>
                  </a:lnTo>
                  <a:lnTo>
                    <a:pt x="57525" y="1340"/>
                  </a:lnTo>
                  <a:lnTo>
                    <a:pt x="59194" y="1529"/>
                  </a:lnTo>
                  <a:lnTo>
                    <a:pt x="59922" y="1367"/>
                  </a:lnTo>
                  <a:lnTo>
                    <a:pt x="60420" y="1037"/>
                  </a:lnTo>
                  <a:lnTo>
                    <a:pt x="60692" y="0"/>
                  </a:lnTo>
                  <a:lnTo>
                    <a:pt x="62578" y="1800"/>
                  </a:lnTo>
                  <a:lnTo>
                    <a:pt x="65727" y="5442"/>
                  </a:lnTo>
                  <a:lnTo>
                    <a:pt x="68107" y="7747"/>
                  </a:lnTo>
                  <a:lnTo>
                    <a:pt x="70912" y="9928"/>
                  </a:lnTo>
                  <a:lnTo>
                    <a:pt x="74794" y="11920"/>
                  </a:lnTo>
                  <a:lnTo>
                    <a:pt x="78077" y="12581"/>
                  </a:lnTo>
                  <a:lnTo>
                    <a:pt x="78639" y="12112"/>
                  </a:lnTo>
                  <a:lnTo>
                    <a:pt x="79953" y="9085"/>
                  </a:lnTo>
                  <a:lnTo>
                    <a:pt x="80572" y="8949"/>
                  </a:lnTo>
                  <a:lnTo>
                    <a:pt x="81692" y="9215"/>
                  </a:lnTo>
                  <a:lnTo>
                    <a:pt x="85177" y="9356"/>
                  </a:lnTo>
                  <a:lnTo>
                    <a:pt x="88723" y="9499"/>
                  </a:lnTo>
                  <a:lnTo>
                    <a:pt x="90397" y="9206"/>
                  </a:lnTo>
                  <a:lnTo>
                    <a:pt x="94023" y="7945"/>
                  </a:lnTo>
                  <a:lnTo>
                    <a:pt x="94560" y="7883"/>
                  </a:lnTo>
                  <a:lnTo>
                    <a:pt x="95404" y="7970"/>
                  </a:lnTo>
                  <a:lnTo>
                    <a:pt x="97576" y="9684"/>
                  </a:lnTo>
                  <a:lnTo>
                    <a:pt x="99197" y="9926"/>
                  </a:lnTo>
                  <a:lnTo>
                    <a:pt x="100302" y="9917"/>
                  </a:lnTo>
                  <a:lnTo>
                    <a:pt x="100947" y="10056"/>
                  </a:lnTo>
                  <a:lnTo>
                    <a:pt x="102291" y="9991"/>
                  </a:lnTo>
                  <a:lnTo>
                    <a:pt x="104475" y="10199"/>
                  </a:lnTo>
                  <a:lnTo>
                    <a:pt x="107174" y="11313"/>
                  </a:lnTo>
                  <a:lnTo>
                    <a:pt x="110427" y="11111"/>
                  </a:lnTo>
                  <a:lnTo>
                    <a:pt x="111474" y="10900"/>
                  </a:lnTo>
                  <a:lnTo>
                    <a:pt x="113281" y="11102"/>
                  </a:lnTo>
                  <a:lnTo>
                    <a:pt x="114720" y="12164"/>
                  </a:lnTo>
                  <a:lnTo>
                    <a:pt x="116539" y="13284"/>
                  </a:lnTo>
                  <a:lnTo>
                    <a:pt x="117680" y="13754"/>
                  </a:lnTo>
                  <a:lnTo>
                    <a:pt x="118445" y="13996"/>
                  </a:lnTo>
                  <a:lnTo>
                    <a:pt x="119809" y="14081"/>
                  </a:lnTo>
                  <a:lnTo>
                    <a:pt x="120623" y="13729"/>
                  </a:lnTo>
                  <a:lnTo>
                    <a:pt x="121088" y="14223"/>
                  </a:lnTo>
                  <a:lnTo>
                    <a:pt x="121554" y="16971"/>
                  </a:lnTo>
                  <a:lnTo>
                    <a:pt x="122681" y="18779"/>
                  </a:lnTo>
                  <a:lnTo>
                    <a:pt x="123562" y="20482"/>
                  </a:lnTo>
                  <a:lnTo>
                    <a:pt x="124298" y="22365"/>
                  </a:lnTo>
                  <a:lnTo>
                    <a:pt x="125053" y="23131"/>
                  </a:lnTo>
                  <a:lnTo>
                    <a:pt x="126373" y="23158"/>
                  </a:lnTo>
                  <a:lnTo>
                    <a:pt x="128871" y="23695"/>
                  </a:lnTo>
                  <a:lnTo>
                    <a:pt x="130305" y="24444"/>
                  </a:lnTo>
                  <a:lnTo>
                    <a:pt x="132136" y="27699"/>
                  </a:lnTo>
                  <a:close/>
                </a:path>
              </a:pathLst>
            </a:custGeom>
            <a:solidFill>
              <a:srgbClr val="FFF6F3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9" name="pg908"/>
            <p:cNvSpPr/>
            <p:nvPr/>
          </p:nvSpPr>
          <p:spPr>
            <a:xfrm>
              <a:off x="4192716" y="2455574"/>
              <a:ext cx="2667" cy="2835"/>
            </a:xfrm>
            <a:custGeom>
              <a:avLst/>
              <a:pathLst>
                <a:path w="2667" h="2835">
                  <a:moveTo>
                    <a:pt x="2667" y="1696"/>
                  </a:moveTo>
                  <a:lnTo>
                    <a:pt x="2625" y="1089"/>
                  </a:lnTo>
                  <a:lnTo>
                    <a:pt x="2210" y="805"/>
                  </a:lnTo>
                  <a:lnTo>
                    <a:pt x="1027" y="476"/>
                  </a:lnTo>
                  <a:lnTo>
                    <a:pt x="182" y="8"/>
                  </a:lnTo>
                  <a:lnTo>
                    <a:pt x="0" y="0"/>
                  </a:lnTo>
                  <a:lnTo>
                    <a:pt x="78" y="581"/>
                  </a:lnTo>
                  <a:lnTo>
                    <a:pt x="436" y="1611"/>
                  </a:lnTo>
                  <a:lnTo>
                    <a:pt x="935" y="2712"/>
                  </a:lnTo>
                  <a:lnTo>
                    <a:pt x="1575" y="2835"/>
                  </a:lnTo>
                  <a:close/>
                </a:path>
              </a:pathLst>
            </a:custGeom>
            <a:solidFill>
              <a:srgbClr val="FFF6F3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0" name="pg909"/>
            <p:cNvSpPr/>
            <p:nvPr/>
          </p:nvSpPr>
          <p:spPr>
            <a:xfrm>
              <a:off x="4207171" y="2452247"/>
              <a:ext cx="1474" cy="2605"/>
            </a:xfrm>
            <a:custGeom>
              <a:avLst/>
              <a:pathLst>
                <a:path w="1474" h="2605">
                  <a:moveTo>
                    <a:pt x="1349" y="1331"/>
                  </a:moveTo>
                  <a:lnTo>
                    <a:pt x="1474" y="0"/>
                  </a:lnTo>
                  <a:lnTo>
                    <a:pt x="1174" y="60"/>
                  </a:lnTo>
                  <a:lnTo>
                    <a:pt x="823" y="424"/>
                  </a:lnTo>
                  <a:lnTo>
                    <a:pt x="149" y="787"/>
                  </a:lnTo>
                  <a:lnTo>
                    <a:pt x="0" y="1454"/>
                  </a:lnTo>
                  <a:lnTo>
                    <a:pt x="449" y="2301"/>
                  </a:lnTo>
                  <a:lnTo>
                    <a:pt x="1023" y="2605"/>
                  </a:lnTo>
                  <a:close/>
                </a:path>
              </a:pathLst>
            </a:custGeom>
            <a:solidFill>
              <a:srgbClr val="FFF6F3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1" name="pg910"/>
            <p:cNvSpPr/>
            <p:nvPr/>
          </p:nvSpPr>
          <p:spPr>
            <a:xfrm>
              <a:off x="4198539" y="2447608"/>
              <a:ext cx="3266" cy="7944"/>
            </a:xfrm>
            <a:custGeom>
              <a:avLst/>
              <a:pathLst>
                <a:path w="3266" h="7944">
                  <a:moveTo>
                    <a:pt x="2991" y="7674"/>
                  </a:moveTo>
                  <a:lnTo>
                    <a:pt x="3107" y="7254"/>
                  </a:lnTo>
                  <a:lnTo>
                    <a:pt x="2664" y="5096"/>
                  </a:lnTo>
                  <a:lnTo>
                    <a:pt x="3266" y="3077"/>
                  </a:lnTo>
                  <a:lnTo>
                    <a:pt x="2067" y="2737"/>
                  </a:lnTo>
                  <a:lnTo>
                    <a:pt x="1459" y="2139"/>
                  </a:lnTo>
                  <a:lnTo>
                    <a:pt x="773" y="92"/>
                  </a:lnTo>
                  <a:lnTo>
                    <a:pt x="546" y="0"/>
                  </a:lnTo>
                  <a:lnTo>
                    <a:pt x="190" y="562"/>
                  </a:lnTo>
                  <a:lnTo>
                    <a:pt x="0" y="1900"/>
                  </a:lnTo>
                  <a:lnTo>
                    <a:pt x="167" y="3351"/>
                  </a:lnTo>
                  <a:lnTo>
                    <a:pt x="655" y="4329"/>
                  </a:lnTo>
                  <a:lnTo>
                    <a:pt x="1025" y="4720"/>
                  </a:lnTo>
                  <a:lnTo>
                    <a:pt x="1011" y="5199"/>
                  </a:lnTo>
                  <a:lnTo>
                    <a:pt x="622" y="7599"/>
                  </a:lnTo>
                  <a:lnTo>
                    <a:pt x="1262" y="7900"/>
                  </a:lnTo>
                  <a:lnTo>
                    <a:pt x="2383" y="7944"/>
                  </a:lnTo>
                  <a:close/>
                </a:path>
              </a:pathLst>
            </a:custGeom>
            <a:solidFill>
              <a:srgbClr val="FFF6F3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2" name="pg911"/>
            <p:cNvSpPr/>
            <p:nvPr/>
          </p:nvSpPr>
          <p:spPr>
            <a:xfrm>
              <a:off x="4591727" y="3315473"/>
              <a:ext cx="1155" cy="3022"/>
            </a:xfrm>
            <a:custGeom>
              <a:avLst/>
              <a:pathLst>
                <a:path w="1155" h="3022">
                  <a:moveTo>
                    <a:pt x="1155" y="1875"/>
                  </a:moveTo>
                  <a:lnTo>
                    <a:pt x="710" y="3022"/>
                  </a:lnTo>
                  <a:lnTo>
                    <a:pt x="0" y="662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D7E8D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3" name="pg912"/>
            <p:cNvSpPr/>
            <p:nvPr/>
          </p:nvSpPr>
          <p:spPr>
            <a:xfrm>
              <a:off x="4588928" y="3297508"/>
              <a:ext cx="630" cy="3381"/>
            </a:xfrm>
            <a:custGeom>
              <a:avLst/>
              <a:pathLst>
                <a:path w="630" h="3381">
                  <a:moveTo>
                    <a:pt x="630" y="3099"/>
                  </a:moveTo>
                  <a:lnTo>
                    <a:pt x="414" y="3381"/>
                  </a:lnTo>
                  <a:lnTo>
                    <a:pt x="209" y="3373"/>
                  </a:lnTo>
                  <a:lnTo>
                    <a:pt x="0" y="2940"/>
                  </a:lnTo>
                  <a:lnTo>
                    <a:pt x="20" y="1236"/>
                  </a:lnTo>
                  <a:lnTo>
                    <a:pt x="172" y="196"/>
                  </a:lnTo>
                  <a:lnTo>
                    <a:pt x="529" y="0"/>
                  </a:lnTo>
                  <a:close/>
                </a:path>
              </a:pathLst>
            </a:custGeom>
            <a:solidFill>
              <a:srgbClr val="D7E8D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4" name="pg913"/>
            <p:cNvSpPr/>
            <p:nvPr/>
          </p:nvSpPr>
          <p:spPr>
            <a:xfrm>
              <a:off x="4580719" y="3199549"/>
              <a:ext cx="64418" cy="126879"/>
            </a:xfrm>
            <a:custGeom>
              <a:avLst/>
              <a:pathLst>
                <a:path w="64418" h="126879">
                  <a:moveTo>
                    <a:pt x="25674" y="126879"/>
                  </a:moveTo>
                  <a:lnTo>
                    <a:pt x="23675" y="123036"/>
                  </a:lnTo>
                  <a:lnTo>
                    <a:pt x="19711" y="121696"/>
                  </a:lnTo>
                  <a:lnTo>
                    <a:pt x="19280" y="120002"/>
                  </a:lnTo>
                  <a:lnTo>
                    <a:pt x="18899" y="119672"/>
                  </a:lnTo>
                  <a:lnTo>
                    <a:pt x="18534" y="121875"/>
                  </a:lnTo>
                  <a:lnTo>
                    <a:pt x="16357" y="123991"/>
                  </a:lnTo>
                  <a:lnTo>
                    <a:pt x="15445" y="122713"/>
                  </a:lnTo>
                  <a:lnTo>
                    <a:pt x="14777" y="121164"/>
                  </a:lnTo>
                  <a:lnTo>
                    <a:pt x="14876" y="119271"/>
                  </a:lnTo>
                  <a:lnTo>
                    <a:pt x="15506" y="117724"/>
                  </a:lnTo>
                  <a:lnTo>
                    <a:pt x="16588" y="116614"/>
                  </a:lnTo>
                  <a:lnTo>
                    <a:pt x="17088" y="112727"/>
                  </a:lnTo>
                  <a:lnTo>
                    <a:pt x="16264" y="107747"/>
                  </a:lnTo>
                  <a:lnTo>
                    <a:pt x="15542" y="106297"/>
                  </a:lnTo>
                  <a:lnTo>
                    <a:pt x="14779" y="105147"/>
                  </a:lnTo>
                  <a:lnTo>
                    <a:pt x="13978" y="106999"/>
                  </a:lnTo>
                  <a:lnTo>
                    <a:pt x="13303" y="110168"/>
                  </a:lnTo>
                  <a:lnTo>
                    <a:pt x="12600" y="111798"/>
                  </a:lnTo>
                  <a:lnTo>
                    <a:pt x="11607" y="112162"/>
                  </a:lnTo>
                  <a:lnTo>
                    <a:pt x="10153" y="112030"/>
                  </a:lnTo>
                  <a:lnTo>
                    <a:pt x="9587" y="107301"/>
                  </a:lnTo>
                  <a:lnTo>
                    <a:pt x="9401" y="103244"/>
                  </a:lnTo>
                  <a:lnTo>
                    <a:pt x="9599" y="98614"/>
                  </a:lnTo>
                  <a:lnTo>
                    <a:pt x="9820" y="95869"/>
                  </a:lnTo>
                  <a:lnTo>
                    <a:pt x="8419" y="92086"/>
                  </a:lnTo>
                  <a:lnTo>
                    <a:pt x="8341" y="88484"/>
                  </a:lnTo>
                  <a:lnTo>
                    <a:pt x="7664" y="86625"/>
                  </a:lnTo>
                  <a:lnTo>
                    <a:pt x="7465" y="87565"/>
                  </a:lnTo>
                  <a:lnTo>
                    <a:pt x="7484" y="88599"/>
                  </a:lnTo>
                  <a:lnTo>
                    <a:pt x="7292" y="87849"/>
                  </a:lnTo>
                  <a:lnTo>
                    <a:pt x="5080" y="77279"/>
                  </a:lnTo>
                  <a:lnTo>
                    <a:pt x="4710" y="72377"/>
                  </a:lnTo>
                  <a:lnTo>
                    <a:pt x="5090" y="68603"/>
                  </a:lnTo>
                  <a:lnTo>
                    <a:pt x="5312" y="67336"/>
                  </a:lnTo>
                  <a:lnTo>
                    <a:pt x="4674" y="65349"/>
                  </a:lnTo>
                  <a:lnTo>
                    <a:pt x="3777" y="63091"/>
                  </a:lnTo>
                  <a:lnTo>
                    <a:pt x="2192" y="60135"/>
                  </a:lnTo>
                  <a:lnTo>
                    <a:pt x="2083" y="55456"/>
                  </a:lnTo>
                  <a:lnTo>
                    <a:pt x="1730" y="49939"/>
                  </a:lnTo>
                  <a:lnTo>
                    <a:pt x="1254" y="48079"/>
                  </a:lnTo>
                  <a:lnTo>
                    <a:pt x="527" y="44681"/>
                  </a:lnTo>
                  <a:lnTo>
                    <a:pt x="134" y="41866"/>
                  </a:lnTo>
                  <a:lnTo>
                    <a:pt x="0" y="34427"/>
                  </a:lnTo>
                  <a:lnTo>
                    <a:pt x="202" y="33827"/>
                  </a:lnTo>
                  <a:lnTo>
                    <a:pt x="1325" y="33612"/>
                  </a:lnTo>
                  <a:lnTo>
                    <a:pt x="2768" y="33076"/>
                  </a:lnTo>
                  <a:lnTo>
                    <a:pt x="2995" y="31874"/>
                  </a:lnTo>
                  <a:lnTo>
                    <a:pt x="2742" y="30882"/>
                  </a:lnTo>
                  <a:lnTo>
                    <a:pt x="3664" y="29198"/>
                  </a:lnTo>
                  <a:lnTo>
                    <a:pt x="4986" y="25506"/>
                  </a:lnTo>
                  <a:lnTo>
                    <a:pt x="6009" y="21648"/>
                  </a:lnTo>
                  <a:lnTo>
                    <a:pt x="6745" y="19212"/>
                  </a:lnTo>
                  <a:lnTo>
                    <a:pt x="7185" y="16794"/>
                  </a:lnTo>
                  <a:lnTo>
                    <a:pt x="8669" y="13372"/>
                  </a:lnTo>
                  <a:lnTo>
                    <a:pt x="10720" y="11005"/>
                  </a:lnTo>
                  <a:lnTo>
                    <a:pt x="12111" y="10453"/>
                  </a:lnTo>
                  <a:lnTo>
                    <a:pt x="13560" y="9646"/>
                  </a:lnTo>
                  <a:lnTo>
                    <a:pt x="14949" y="8499"/>
                  </a:lnTo>
                  <a:lnTo>
                    <a:pt x="15607" y="8391"/>
                  </a:lnTo>
                  <a:lnTo>
                    <a:pt x="17332" y="9778"/>
                  </a:lnTo>
                  <a:lnTo>
                    <a:pt x="18264" y="10132"/>
                  </a:lnTo>
                  <a:lnTo>
                    <a:pt x="19242" y="10114"/>
                  </a:lnTo>
                  <a:lnTo>
                    <a:pt x="20256" y="10258"/>
                  </a:lnTo>
                  <a:lnTo>
                    <a:pt x="21139" y="10115"/>
                  </a:lnTo>
                  <a:lnTo>
                    <a:pt x="23253" y="9147"/>
                  </a:lnTo>
                  <a:lnTo>
                    <a:pt x="25494" y="9913"/>
                  </a:lnTo>
                  <a:lnTo>
                    <a:pt x="27495" y="9309"/>
                  </a:lnTo>
                  <a:lnTo>
                    <a:pt x="29971" y="8192"/>
                  </a:lnTo>
                  <a:lnTo>
                    <a:pt x="31188" y="8896"/>
                  </a:lnTo>
                  <a:lnTo>
                    <a:pt x="32296" y="10016"/>
                  </a:lnTo>
                  <a:lnTo>
                    <a:pt x="32450" y="12281"/>
                  </a:lnTo>
                  <a:lnTo>
                    <a:pt x="32706" y="13315"/>
                  </a:lnTo>
                  <a:lnTo>
                    <a:pt x="33075" y="14115"/>
                  </a:lnTo>
                  <a:lnTo>
                    <a:pt x="33568" y="14113"/>
                  </a:lnTo>
                  <a:lnTo>
                    <a:pt x="34200" y="12532"/>
                  </a:lnTo>
                  <a:lnTo>
                    <a:pt x="34726" y="10903"/>
                  </a:lnTo>
                  <a:lnTo>
                    <a:pt x="34899" y="10603"/>
                  </a:lnTo>
                  <a:lnTo>
                    <a:pt x="34926" y="11405"/>
                  </a:lnTo>
                  <a:lnTo>
                    <a:pt x="35188" y="13170"/>
                  </a:lnTo>
                  <a:lnTo>
                    <a:pt x="35659" y="14908"/>
                  </a:lnTo>
                  <a:lnTo>
                    <a:pt x="36136" y="16062"/>
                  </a:lnTo>
                  <a:lnTo>
                    <a:pt x="36933" y="17596"/>
                  </a:lnTo>
                  <a:lnTo>
                    <a:pt x="37450" y="17670"/>
                  </a:lnTo>
                  <a:lnTo>
                    <a:pt x="39143" y="16220"/>
                  </a:lnTo>
                  <a:lnTo>
                    <a:pt x="41680" y="18323"/>
                  </a:lnTo>
                  <a:lnTo>
                    <a:pt x="41976" y="19384"/>
                  </a:lnTo>
                  <a:lnTo>
                    <a:pt x="42798" y="21525"/>
                  </a:lnTo>
                  <a:lnTo>
                    <a:pt x="43688" y="23064"/>
                  </a:lnTo>
                  <a:lnTo>
                    <a:pt x="45666" y="23163"/>
                  </a:lnTo>
                  <a:lnTo>
                    <a:pt x="46372" y="19382"/>
                  </a:lnTo>
                  <a:lnTo>
                    <a:pt x="46030" y="17078"/>
                  </a:lnTo>
                  <a:lnTo>
                    <a:pt x="44902" y="13066"/>
                  </a:lnTo>
                  <a:lnTo>
                    <a:pt x="44595" y="10698"/>
                  </a:lnTo>
                  <a:lnTo>
                    <a:pt x="44954" y="10280"/>
                  </a:lnTo>
                  <a:lnTo>
                    <a:pt x="46866" y="9831"/>
                  </a:lnTo>
                  <a:lnTo>
                    <a:pt x="47176" y="9365"/>
                  </a:lnTo>
                  <a:lnTo>
                    <a:pt x="47599" y="6762"/>
                  </a:lnTo>
                  <a:lnTo>
                    <a:pt x="48118" y="7058"/>
                  </a:lnTo>
                  <a:lnTo>
                    <a:pt x="49178" y="7395"/>
                  </a:lnTo>
                  <a:lnTo>
                    <a:pt x="50299" y="5615"/>
                  </a:lnTo>
                  <a:lnTo>
                    <a:pt x="50963" y="3748"/>
                  </a:lnTo>
                  <a:lnTo>
                    <a:pt x="51325" y="4599"/>
                  </a:lnTo>
                  <a:lnTo>
                    <a:pt x="51721" y="5909"/>
                  </a:lnTo>
                  <a:lnTo>
                    <a:pt x="52155" y="6668"/>
                  </a:lnTo>
                  <a:lnTo>
                    <a:pt x="52962" y="7794"/>
                  </a:lnTo>
                  <a:lnTo>
                    <a:pt x="53848" y="9376"/>
                  </a:lnTo>
                  <a:lnTo>
                    <a:pt x="54400" y="10932"/>
                  </a:lnTo>
                  <a:lnTo>
                    <a:pt x="54844" y="11535"/>
                  </a:lnTo>
                  <a:lnTo>
                    <a:pt x="55981" y="11101"/>
                  </a:lnTo>
                  <a:lnTo>
                    <a:pt x="56284" y="11161"/>
                  </a:lnTo>
                  <a:lnTo>
                    <a:pt x="56944" y="9280"/>
                  </a:lnTo>
                  <a:lnTo>
                    <a:pt x="57407" y="8255"/>
                  </a:lnTo>
                  <a:lnTo>
                    <a:pt x="57800" y="8548"/>
                  </a:lnTo>
                  <a:lnTo>
                    <a:pt x="58372" y="8521"/>
                  </a:lnTo>
                  <a:lnTo>
                    <a:pt x="59557" y="6121"/>
                  </a:lnTo>
                  <a:lnTo>
                    <a:pt x="60236" y="3928"/>
                  </a:lnTo>
                  <a:lnTo>
                    <a:pt x="60606" y="3330"/>
                  </a:lnTo>
                  <a:lnTo>
                    <a:pt x="61669" y="4425"/>
                  </a:lnTo>
                  <a:lnTo>
                    <a:pt x="62094" y="4201"/>
                  </a:lnTo>
                  <a:lnTo>
                    <a:pt x="62708" y="1184"/>
                  </a:lnTo>
                  <a:lnTo>
                    <a:pt x="63369" y="0"/>
                  </a:lnTo>
                  <a:lnTo>
                    <a:pt x="63562" y="1628"/>
                  </a:lnTo>
                  <a:lnTo>
                    <a:pt x="63049" y="4707"/>
                  </a:lnTo>
                  <a:lnTo>
                    <a:pt x="62504" y="7501"/>
                  </a:lnTo>
                  <a:lnTo>
                    <a:pt x="61481" y="9939"/>
                  </a:lnTo>
                  <a:lnTo>
                    <a:pt x="61431" y="11737"/>
                  </a:lnTo>
                  <a:lnTo>
                    <a:pt x="61078" y="17093"/>
                  </a:lnTo>
                  <a:lnTo>
                    <a:pt x="61214" y="18798"/>
                  </a:lnTo>
                  <a:lnTo>
                    <a:pt x="61452" y="20258"/>
                  </a:lnTo>
                  <a:lnTo>
                    <a:pt x="61785" y="21040"/>
                  </a:lnTo>
                  <a:lnTo>
                    <a:pt x="62673" y="26282"/>
                  </a:lnTo>
                  <a:lnTo>
                    <a:pt x="63481" y="31052"/>
                  </a:lnTo>
                  <a:lnTo>
                    <a:pt x="64278" y="34968"/>
                  </a:lnTo>
                  <a:lnTo>
                    <a:pt x="64418" y="37447"/>
                  </a:lnTo>
                  <a:lnTo>
                    <a:pt x="63687" y="43721"/>
                  </a:lnTo>
                  <a:lnTo>
                    <a:pt x="62833" y="49486"/>
                  </a:lnTo>
                  <a:lnTo>
                    <a:pt x="62908" y="52360"/>
                  </a:lnTo>
                  <a:lnTo>
                    <a:pt x="63273" y="55237"/>
                  </a:lnTo>
                  <a:lnTo>
                    <a:pt x="63663" y="59073"/>
                  </a:lnTo>
                  <a:lnTo>
                    <a:pt x="63809" y="63976"/>
                  </a:lnTo>
                  <a:lnTo>
                    <a:pt x="63597" y="67173"/>
                  </a:lnTo>
                  <a:lnTo>
                    <a:pt x="63211" y="69160"/>
                  </a:lnTo>
                  <a:lnTo>
                    <a:pt x="62474" y="71194"/>
                  </a:lnTo>
                  <a:lnTo>
                    <a:pt x="61833" y="72235"/>
                  </a:lnTo>
                  <a:lnTo>
                    <a:pt x="61062" y="70505"/>
                  </a:lnTo>
                  <a:lnTo>
                    <a:pt x="60448" y="70430"/>
                  </a:lnTo>
                  <a:lnTo>
                    <a:pt x="59624" y="70949"/>
                  </a:lnTo>
                  <a:lnTo>
                    <a:pt x="58977" y="71745"/>
                  </a:lnTo>
                  <a:lnTo>
                    <a:pt x="57657" y="74735"/>
                  </a:lnTo>
                  <a:lnTo>
                    <a:pt x="56194" y="77642"/>
                  </a:lnTo>
                  <a:lnTo>
                    <a:pt x="54171" y="78385"/>
                  </a:lnTo>
                  <a:lnTo>
                    <a:pt x="53384" y="80544"/>
                  </a:lnTo>
                  <a:lnTo>
                    <a:pt x="52541" y="80842"/>
                  </a:lnTo>
                  <a:lnTo>
                    <a:pt x="50941" y="80951"/>
                  </a:lnTo>
                  <a:lnTo>
                    <a:pt x="49896" y="81456"/>
                  </a:lnTo>
                  <a:lnTo>
                    <a:pt x="49943" y="82541"/>
                  </a:lnTo>
                  <a:lnTo>
                    <a:pt x="49858" y="87663"/>
                  </a:lnTo>
                  <a:lnTo>
                    <a:pt x="49879" y="88862"/>
                  </a:lnTo>
                  <a:lnTo>
                    <a:pt x="49717" y="89181"/>
                  </a:lnTo>
                  <a:lnTo>
                    <a:pt x="48994" y="89333"/>
                  </a:lnTo>
                  <a:lnTo>
                    <a:pt x="47766" y="88550"/>
                  </a:lnTo>
                  <a:lnTo>
                    <a:pt x="46106" y="87282"/>
                  </a:lnTo>
                  <a:lnTo>
                    <a:pt x="44926" y="87083"/>
                  </a:lnTo>
                  <a:lnTo>
                    <a:pt x="44319" y="89315"/>
                  </a:lnTo>
                  <a:lnTo>
                    <a:pt x="43957" y="90188"/>
                  </a:lnTo>
                  <a:lnTo>
                    <a:pt x="43509" y="90322"/>
                  </a:lnTo>
                  <a:lnTo>
                    <a:pt x="43042" y="90717"/>
                  </a:lnTo>
                  <a:lnTo>
                    <a:pt x="42883" y="91713"/>
                  </a:lnTo>
                  <a:lnTo>
                    <a:pt x="42845" y="92959"/>
                  </a:lnTo>
                  <a:lnTo>
                    <a:pt x="43073" y="95089"/>
                  </a:lnTo>
                  <a:lnTo>
                    <a:pt x="43157" y="98477"/>
                  </a:lnTo>
                  <a:lnTo>
                    <a:pt x="43098" y="100785"/>
                  </a:lnTo>
                  <a:lnTo>
                    <a:pt x="43531" y="102247"/>
                  </a:lnTo>
                  <a:lnTo>
                    <a:pt x="46065" y="107157"/>
                  </a:lnTo>
                  <a:lnTo>
                    <a:pt x="46813" y="108384"/>
                  </a:lnTo>
                  <a:lnTo>
                    <a:pt x="46899" y="109117"/>
                  </a:lnTo>
                  <a:lnTo>
                    <a:pt x="46455" y="111787"/>
                  </a:lnTo>
                  <a:lnTo>
                    <a:pt x="46850" y="115541"/>
                  </a:lnTo>
                  <a:lnTo>
                    <a:pt x="46056" y="115472"/>
                  </a:lnTo>
                  <a:lnTo>
                    <a:pt x="44732" y="113860"/>
                  </a:lnTo>
                  <a:lnTo>
                    <a:pt x="44098" y="112875"/>
                  </a:lnTo>
                  <a:lnTo>
                    <a:pt x="43331" y="113662"/>
                  </a:lnTo>
                  <a:lnTo>
                    <a:pt x="43064" y="113512"/>
                  </a:lnTo>
                  <a:lnTo>
                    <a:pt x="42545" y="111665"/>
                  </a:lnTo>
                  <a:lnTo>
                    <a:pt x="41867" y="109777"/>
                  </a:lnTo>
                  <a:lnTo>
                    <a:pt x="41168" y="109657"/>
                  </a:lnTo>
                  <a:lnTo>
                    <a:pt x="39691" y="110400"/>
                  </a:lnTo>
                  <a:lnTo>
                    <a:pt x="38182" y="110917"/>
                  </a:lnTo>
                  <a:lnTo>
                    <a:pt x="37610" y="110911"/>
                  </a:lnTo>
                  <a:lnTo>
                    <a:pt x="37375" y="111251"/>
                  </a:lnTo>
                  <a:lnTo>
                    <a:pt x="36499" y="114056"/>
                  </a:lnTo>
                  <a:lnTo>
                    <a:pt x="36129" y="113574"/>
                  </a:lnTo>
                  <a:lnTo>
                    <a:pt x="34608" y="112508"/>
                  </a:lnTo>
                  <a:lnTo>
                    <a:pt x="33222" y="112100"/>
                  </a:lnTo>
                  <a:lnTo>
                    <a:pt x="32936" y="112824"/>
                  </a:lnTo>
                  <a:lnTo>
                    <a:pt x="33105" y="115114"/>
                  </a:lnTo>
                  <a:lnTo>
                    <a:pt x="33410" y="117347"/>
                  </a:lnTo>
                  <a:lnTo>
                    <a:pt x="33230" y="118297"/>
                  </a:lnTo>
                  <a:lnTo>
                    <a:pt x="32468" y="119471"/>
                  </a:lnTo>
                  <a:lnTo>
                    <a:pt x="31461" y="121589"/>
                  </a:lnTo>
                  <a:lnTo>
                    <a:pt x="30844" y="123237"/>
                  </a:lnTo>
                  <a:lnTo>
                    <a:pt x="30415" y="123641"/>
                  </a:lnTo>
                  <a:lnTo>
                    <a:pt x="28882" y="123569"/>
                  </a:lnTo>
                  <a:lnTo>
                    <a:pt x="27354" y="123784"/>
                  </a:lnTo>
                  <a:lnTo>
                    <a:pt x="26742" y="125339"/>
                  </a:lnTo>
                  <a:lnTo>
                    <a:pt x="26169" y="126550"/>
                  </a:lnTo>
                  <a:close/>
                </a:path>
              </a:pathLst>
            </a:custGeom>
            <a:solidFill>
              <a:srgbClr val="D7E8D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5" name="pg914"/>
            <p:cNvSpPr/>
            <p:nvPr/>
          </p:nvSpPr>
          <p:spPr>
            <a:xfrm>
              <a:off x="1483474" y="3970687"/>
              <a:ext cx="445" cy="1921"/>
            </a:xfrm>
            <a:custGeom>
              <a:avLst/>
              <a:pathLst>
                <a:path w="445" h="1921">
                  <a:moveTo>
                    <a:pt x="445" y="1454"/>
                  </a:moveTo>
                  <a:lnTo>
                    <a:pt x="344" y="1921"/>
                  </a:lnTo>
                  <a:lnTo>
                    <a:pt x="151" y="1757"/>
                  </a:lnTo>
                  <a:lnTo>
                    <a:pt x="38" y="1162"/>
                  </a:lnTo>
                  <a:lnTo>
                    <a:pt x="0" y="516"/>
                  </a:lnTo>
                  <a:lnTo>
                    <a:pt x="71" y="0"/>
                  </a:lnTo>
                  <a:lnTo>
                    <a:pt x="199" y="25"/>
                  </a:lnTo>
                  <a:lnTo>
                    <a:pt x="341" y="666"/>
                  </a:lnTo>
                  <a:close/>
                </a:path>
              </a:pathLst>
            </a:custGeom>
            <a:solidFill>
              <a:srgbClr val="FDFEF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6" name="pg915"/>
            <p:cNvSpPr/>
            <p:nvPr/>
          </p:nvSpPr>
          <p:spPr>
            <a:xfrm>
              <a:off x="1433399" y="3799825"/>
              <a:ext cx="799" cy="660"/>
            </a:xfrm>
            <a:custGeom>
              <a:avLst/>
              <a:pathLst>
                <a:path w="799" h="660">
                  <a:moveTo>
                    <a:pt x="781" y="507"/>
                  </a:moveTo>
                  <a:lnTo>
                    <a:pt x="497" y="660"/>
                  </a:lnTo>
                  <a:lnTo>
                    <a:pt x="165" y="655"/>
                  </a:lnTo>
                  <a:lnTo>
                    <a:pt x="0" y="268"/>
                  </a:lnTo>
                  <a:lnTo>
                    <a:pt x="209" y="0"/>
                  </a:lnTo>
                  <a:lnTo>
                    <a:pt x="678" y="54"/>
                  </a:lnTo>
                  <a:lnTo>
                    <a:pt x="799" y="285"/>
                  </a:lnTo>
                  <a:close/>
                </a:path>
              </a:pathLst>
            </a:custGeom>
            <a:solidFill>
              <a:srgbClr val="FDFEF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7" name="pg916"/>
            <p:cNvSpPr/>
            <p:nvPr/>
          </p:nvSpPr>
          <p:spPr>
            <a:xfrm>
              <a:off x="1206562" y="3771753"/>
              <a:ext cx="482" cy="1009"/>
            </a:xfrm>
            <a:custGeom>
              <a:avLst/>
              <a:pathLst>
                <a:path w="482" h="1009">
                  <a:moveTo>
                    <a:pt x="338" y="461"/>
                  </a:moveTo>
                  <a:lnTo>
                    <a:pt x="482" y="854"/>
                  </a:lnTo>
                  <a:lnTo>
                    <a:pt x="413" y="1009"/>
                  </a:lnTo>
                  <a:lnTo>
                    <a:pt x="204" y="891"/>
                  </a:lnTo>
                  <a:lnTo>
                    <a:pt x="139" y="655"/>
                  </a:lnTo>
                  <a:lnTo>
                    <a:pt x="355" y="773"/>
                  </a:lnTo>
                  <a:lnTo>
                    <a:pt x="214" y="429"/>
                  </a:lnTo>
                  <a:lnTo>
                    <a:pt x="0" y="66"/>
                  </a:lnTo>
                  <a:lnTo>
                    <a:pt x="113" y="0"/>
                  </a:lnTo>
                  <a:close/>
                </a:path>
              </a:pathLst>
            </a:custGeom>
            <a:solidFill>
              <a:srgbClr val="FDFEF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8" name="pg917"/>
            <p:cNvSpPr/>
            <p:nvPr/>
          </p:nvSpPr>
          <p:spPr>
            <a:xfrm>
              <a:off x="1234743" y="3766862"/>
              <a:ext cx="577" cy="900"/>
            </a:xfrm>
            <a:custGeom>
              <a:avLst/>
              <a:pathLst>
                <a:path w="577" h="900">
                  <a:moveTo>
                    <a:pt x="167" y="507"/>
                  </a:moveTo>
                  <a:lnTo>
                    <a:pt x="243" y="709"/>
                  </a:lnTo>
                  <a:lnTo>
                    <a:pt x="419" y="652"/>
                  </a:lnTo>
                  <a:lnTo>
                    <a:pt x="577" y="617"/>
                  </a:lnTo>
                  <a:lnTo>
                    <a:pt x="481" y="819"/>
                  </a:lnTo>
                  <a:lnTo>
                    <a:pt x="159" y="900"/>
                  </a:lnTo>
                  <a:lnTo>
                    <a:pt x="0" y="386"/>
                  </a:lnTo>
                  <a:lnTo>
                    <a:pt x="196" y="0"/>
                  </a:lnTo>
                  <a:lnTo>
                    <a:pt x="298" y="164"/>
                  </a:lnTo>
                  <a:lnTo>
                    <a:pt x="165" y="256"/>
                  </a:lnTo>
                  <a:close/>
                </a:path>
              </a:pathLst>
            </a:custGeom>
            <a:solidFill>
              <a:srgbClr val="FDFEF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9" name="pg918"/>
            <p:cNvSpPr/>
            <p:nvPr/>
          </p:nvSpPr>
          <p:spPr>
            <a:xfrm>
              <a:off x="1246520" y="3765315"/>
              <a:ext cx="366" cy="781"/>
            </a:xfrm>
            <a:custGeom>
              <a:avLst/>
              <a:pathLst>
                <a:path w="366" h="781">
                  <a:moveTo>
                    <a:pt x="350" y="646"/>
                  </a:moveTo>
                  <a:lnTo>
                    <a:pt x="230" y="781"/>
                  </a:lnTo>
                  <a:lnTo>
                    <a:pt x="90" y="735"/>
                  </a:lnTo>
                  <a:lnTo>
                    <a:pt x="2" y="536"/>
                  </a:lnTo>
                  <a:lnTo>
                    <a:pt x="0" y="225"/>
                  </a:lnTo>
                  <a:lnTo>
                    <a:pt x="116" y="0"/>
                  </a:lnTo>
                  <a:lnTo>
                    <a:pt x="275" y="75"/>
                  </a:lnTo>
                  <a:lnTo>
                    <a:pt x="366" y="357"/>
                  </a:lnTo>
                  <a:close/>
                </a:path>
              </a:pathLst>
            </a:custGeom>
            <a:solidFill>
              <a:srgbClr val="FDFEF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0" name="pg919"/>
            <p:cNvSpPr/>
            <p:nvPr/>
          </p:nvSpPr>
          <p:spPr>
            <a:xfrm>
              <a:off x="1444525" y="3753184"/>
              <a:ext cx="873" cy="1855"/>
            </a:xfrm>
            <a:custGeom>
              <a:avLst/>
              <a:pathLst>
                <a:path w="873" h="1855">
                  <a:moveTo>
                    <a:pt x="716" y="1682"/>
                  </a:moveTo>
                  <a:lnTo>
                    <a:pt x="682" y="1855"/>
                  </a:lnTo>
                  <a:lnTo>
                    <a:pt x="535" y="1618"/>
                  </a:lnTo>
                  <a:lnTo>
                    <a:pt x="248" y="1183"/>
                  </a:lnTo>
                  <a:lnTo>
                    <a:pt x="5" y="704"/>
                  </a:lnTo>
                  <a:lnTo>
                    <a:pt x="0" y="502"/>
                  </a:lnTo>
                  <a:lnTo>
                    <a:pt x="341" y="222"/>
                  </a:lnTo>
                  <a:lnTo>
                    <a:pt x="777" y="0"/>
                  </a:lnTo>
                  <a:lnTo>
                    <a:pt x="873" y="311"/>
                  </a:lnTo>
                  <a:lnTo>
                    <a:pt x="791" y="735"/>
                  </a:lnTo>
                  <a:close/>
                </a:path>
              </a:pathLst>
            </a:custGeom>
            <a:solidFill>
              <a:srgbClr val="FDFEF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1" name="pg920"/>
            <p:cNvSpPr/>
            <p:nvPr/>
          </p:nvSpPr>
          <p:spPr>
            <a:xfrm>
              <a:off x="1248534" y="3726116"/>
              <a:ext cx="191" cy="833"/>
            </a:xfrm>
            <a:custGeom>
              <a:avLst/>
              <a:pathLst>
                <a:path w="191" h="833">
                  <a:moveTo>
                    <a:pt x="140" y="603"/>
                  </a:moveTo>
                  <a:lnTo>
                    <a:pt x="84" y="833"/>
                  </a:lnTo>
                  <a:lnTo>
                    <a:pt x="0" y="646"/>
                  </a:lnTo>
                  <a:lnTo>
                    <a:pt x="60" y="297"/>
                  </a:lnTo>
                  <a:lnTo>
                    <a:pt x="109" y="0"/>
                  </a:lnTo>
                  <a:lnTo>
                    <a:pt x="191" y="158"/>
                  </a:lnTo>
                  <a:close/>
                </a:path>
              </a:pathLst>
            </a:custGeom>
            <a:solidFill>
              <a:srgbClr val="FDFEF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2" name="pg921"/>
            <p:cNvSpPr/>
            <p:nvPr/>
          </p:nvSpPr>
          <p:spPr>
            <a:xfrm>
              <a:off x="1240845" y="3715667"/>
              <a:ext cx="1218" cy="2790"/>
            </a:xfrm>
            <a:custGeom>
              <a:avLst/>
              <a:pathLst>
                <a:path w="1218" h="2790">
                  <a:moveTo>
                    <a:pt x="365" y="147"/>
                  </a:moveTo>
                  <a:lnTo>
                    <a:pt x="763" y="712"/>
                  </a:lnTo>
                  <a:lnTo>
                    <a:pt x="1072" y="1471"/>
                  </a:lnTo>
                  <a:lnTo>
                    <a:pt x="1218" y="2527"/>
                  </a:lnTo>
                  <a:lnTo>
                    <a:pt x="1209" y="2790"/>
                  </a:lnTo>
                  <a:lnTo>
                    <a:pt x="978" y="2781"/>
                  </a:lnTo>
                  <a:lnTo>
                    <a:pt x="694" y="2452"/>
                  </a:lnTo>
                  <a:lnTo>
                    <a:pt x="357" y="1797"/>
                  </a:lnTo>
                  <a:lnTo>
                    <a:pt x="600" y="1864"/>
                  </a:lnTo>
                  <a:lnTo>
                    <a:pt x="880" y="2317"/>
                  </a:lnTo>
                  <a:lnTo>
                    <a:pt x="1085" y="2519"/>
                  </a:lnTo>
                  <a:lnTo>
                    <a:pt x="1071" y="2002"/>
                  </a:lnTo>
                  <a:lnTo>
                    <a:pt x="821" y="1096"/>
                  </a:lnTo>
                  <a:lnTo>
                    <a:pt x="670" y="784"/>
                  </a:lnTo>
                  <a:lnTo>
                    <a:pt x="482" y="522"/>
                  </a:lnTo>
                  <a:lnTo>
                    <a:pt x="264" y="346"/>
                  </a:lnTo>
                  <a:lnTo>
                    <a:pt x="34" y="588"/>
                  </a:lnTo>
                  <a:lnTo>
                    <a:pt x="0" y="375"/>
                  </a:lnTo>
                  <a:lnTo>
                    <a:pt x="30" y="190"/>
                  </a:lnTo>
                  <a:lnTo>
                    <a:pt x="106" y="0"/>
                  </a:lnTo>
                  <a:close/>
                </a:path>
              </a:pathLst>
            </a:custGeom>
            <a:solidFill>
              <a:srgbClr val="FDFEF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3" name="pg922"/>
            <p:cNvSpPr/>
            <p:nvPr/>
          </p:nvSpPr>
          <p:spPr>
            <a:xfrm>
              <a:off x="5463037" y="3667569"/>
              <a:ext cx="757" cy="3832"/>
            </a:xfrm>
            <a:custGeom>
              <a:avLst/>
              <a:pathLst>
                <a:path w="757" h="3832">
                  <a:moveTo>
                    <a:pt x="687" y="2311"/>
                  </a:moveTo>
                  <a:lnTo>
                    <a:pt x="757" y="3832"/>
                  </a:lnTo>
                  <a:lnTo>
                    <a:pt x="477" y="3627"/>
                  </a:lnTo>
                  <a:lnTo>
                    <a:pt x="385" y="3035"/>
                  </a:lnTo>
                  <a:lnTo>
                    <a:pt x="295" y="1503"/>
                  </a:lnTo>
                  <a:lnTo>
                    <a:pt x="0" y="0"/>
                  </a:lnTo>
                  <a:lnTo>
                    <a:pt x="333" y="403"/>
                  </a:lnTo>
                  <a:lnTo>
                    <a:pt x="606" y="1578"/>
                  </a:lnTo>
                  <a:close/>
                </a:path>
              </a:pathLst>
            </a:custGeom>
            <a:solidFill>
              <a:srgbClr val="FDFEF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4" name="pg923"/>
            <p:cNvSpPr/>
            <p:nvPr/>
          </p:nvSpPr>
          <p:spPr>
            <a:xfrm>
              <a:off x="5399739" y="3659094"/>
              <a:ext cx="394" cy="859"/>
            </a:xfrm>
            <a:custGeom>
              <a:avLst/>
              <a:pathLst>
                <a:path w="394" h="859">
                  <a:moveTo>
                    <a:pt x="228" y="859"/>
                  </a:moveTo>
                  <a:lnTo>
                    <a:pt x="0" y="554"/>
                  </a:lnTo>
                  <a:lnTo>
                    <a:pt x="32" y="170"/>
                  </a:lnTo>
                  <a:lnTo>
                    <a:pt x="191" y="0"/>
                  </a:lnTo>
                  <a:lnTo>
                    <a:pt x="394" y="285"/>
                  </a:lnTo>
                  <a:close/>
                </a:path>
              </a:pathLst>
            </a:custGeom>
            <a:solidFill>
              <a:srgbClr val="FDFEF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5" name="pg924"/>
            <p:cNvSpPr/>
            <p:nvPr/>
          </p:nvSpPr>
          <p:spPr>
            <a:xfrm>
              <a:off x="5458946" y="3651557"/>
              <a:ext cx="1555" cy="7009"/>
            </a:xfrm>
            <a:custGeom>
              <a:avLst/>
              <a:pathLst>
                <a:path w="1555" h="7009">
                  <a:moveTo>
                    <a:pt x="1555" y="6204"/>
                  </a:moveTo>
                  <a:lnTo>
                    <a:pt x="1161" y="7009"/>
                  </a:lnTo>
                  <a:lnTo>
                    <a:pt x="1011" y="6276"/>
                  </a:lnTo>
                  <a:lnTo>
                    <a:pt x="1201" y="5373"/>
                  </a:lnTo>
                  <a:lnTo>
                    <a:pt x="873" y="1633"/>
                  </a:lnTo>
                  <a:lnTo>
                    <a:pt x="326" y="1122"/>
                  </a:lnTo>
                  <a:lnTo>
                    <a:pt x="0" y="0"/>
                  </a:lnTo>
                  <a:lnTo>
                    <a:pt x="158" y="0"/>
                  </a:lnTo>
                  <a:lnTo>
                    <a:pt x="703" y="1027"/>
                  </a:lnTo>
                  <a:lnTo>
                    <a:pt x="1142" y="1489"/>
                  </a:lnTo>
                  <a:lnTo>
                    <a:pt x="1393" y="3956"/>
                  </a:lnTo>
                  <a:close/>
                </a:path>
              </a:pathLst>
            </a:custGeom>
            <a:solidFill>
              <a:srgbClr val="FDFEF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6" name="pg925"/>
            <p:cNvSpPr/>
            <p:nvPr/>
          </p:nvSpPr>
          <p:spPr>
            <a:xfrm>
              <a:off x="5441748" y="3603779"/>
              <a:ext cx="1421" cy="5603"/>
            </a:xfrm>
            <a:custGeom>
              <a:avLst/>
              <a:pathLst>
                <a:path w="1421" h="5603">
                  <a:moveTo>
                    <a:pt x="766" y="353"/>
                  </a:moveTo>
                  <a:lnTo>
                    <a:pt x="1421" y="1526"/>
                  </a:lnTo>
                  <a:lnTo>
                    <a:pt x="1335" y="2330"/>
                  </a:lnTo>
                  <a:lnTo>
                    <a:pt x="1115" y="3246"/>
                  </a:lnTo>
                  <a:lnTo>
                    <a:pt x="258" y="5603"/>
                  </a:lnTo>
                  <a:lnTo>
                    <a:pt x="0" y="5387"/>
                  </a:lnTo>
                  <a:lnTo>
                    <a:pt x="836" y="3260"/>
                  </a:lnTo>
                  <a:lnTo>
                    <a:pt x="1159" y="1843"/>
                  </a:lnTo>
                  <a:lnTo>
                    <a:pt x="678" y="769"/>
                  </a:lnTo>
                  <a:lnTo>
                    <a:pt x="411" y="1008"/>
                  </a:lnTo>
                  <a:lnTo>
                    <a:pt x="245" y="0"/>
                  </a:lnTo>
                  <a:lnTo>
                    <a:pt x="411" y="0"/>
                  </a:lnTo>
                  <a:close/>
                </a:path>
              </a:pathLst>
            </a:custGeom>
            <a:solidFill>
              <a:srgbClr val="FDFEF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7" name="pg926"/>
            <p:cNvSpPr/>
            <p:nvPr/>
          </p:nvSpPr>
          <p:spPr>
            <a:xfrm>
              <a:off x="5442252" y="3593069"/>
              <a:ext cx="1956" cy="1452"/>
            </a:xfrm>
            <a:custGeom>
              <a:avLst/>
              <a:pathLst>
                <a:path w="1956" h="1452">
                  <a:moveTo>
                    <a:pt x="329" y="1343"/>
                  </a:moveTo>
                  <a:lnTo>
                    <a:pt x="0" y="1452"/>
                  </a:lnTo>
                  <a:lnTo>
                    <a:pt x="210" y="851"/>
                  </a:lnTo>
                  <a:lnTo>
                    <a:pt x="1609" y="183"/>
                  </a:lnTo>
                  <a:lnTo>
                    <a:pt x="1730" y="0"/>
                  </a:lnTo>
                  <a:lnTo>
                    <a:pt x="1956" y="366"/>
                  </a:lnTo>
                  <a:lnTo>
                    <a:pt x="1951" y="714"/>
                  </a:lnTo>
                  <a:lnTo>
                    <a:pt x="1849" y="887"/>
                  </a:lnTo>
                  <a:lnTo>
                    <a:pt x="1158" y="900"/>
                  </a:lnTo>
                  <a:lnTo>
                    <a:pt x="614" y="1217"/>
                  </a:lnTo>
                  <a:close/>
                </a:path>
              </a:pathLst>
            </a:custGeom>
            <a:solidFill>
              <a:srgbClr val="FDFEF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8" name="pg927"/>
            <p:cNvSpPr/>
            <p:nvPr/>
          </p:nvSpPr>
          <p:spPr>
            <a:xfrm>
              <a:off x="5442032" y="3580606"/>
              <a:ext cx="633" cy="2843"/>
            </a:xfrm>
            <a:custGeom>
              <a:avLst/>
              <a:pathLst>
                <a:path w="633" h="2843">
                  <a:moveTo>
                    <a:pt x="440" y="2716"/>
                  </a:moveTo>
                  <a:lnTo>
                    <a:pt x="0" y="2843"/>
                  </a:lnTo>
                  <a:lnTo>
                    <a:pt x="331" y="2418"/>
                  </a:lnTo>
                  <a:lnTo>
                    <a:pt x="421" y="1832"/>
                  </a:lnTo>
                  <a:lnTo>
                    <a:pt x="370" y="0"/>
                  </a:lnTo>
                  <a:lnTo>
                    <a:pt x="541" y="145"/>
                  </a:lnTo>
                  <a:lnTo>
                    <a:pt x="602" y="903"/>
                  </a:lnTo>
                  <a:lnTo>
                    <a:pt x="633" y="2002"/>
                  </a:lnTo>
                  <a:close/>
                </a:path>
              </a:pathLst>
            </a:custGeom>
            <a:solidFill>
              <a:srgbClr val="FDFEF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9" name="pg928"/>
            <p:cNvSpPr/>
            <p:nvPr/>
          </p:nvSpPr>
          <p:spPr>
            <a:xfrm>
              <a:off x="5441294" y="3576635"/>
              <a:ext cx="1108" cy="3579"/>
            </a:xfrm>
            <a:custGeom>
              <a:avLst/>
              <a:pathLst>
                <a:path w="1108" h="3579">
                  <a:moveTo>
                    <a:pt x="1048" y="2895"/>
                  </a:moveTo>
                  <a:lnTo>
                    <a:pt x="1108" y="3579"/>
                  </a:lnTo>
                  <a:lnTo>
                    <a:pt x="413" y="1722"/>
                  </a:lnTo>
                  <a:lnTo>
                    <a:pt x="0" y="525"/>
                  </a:lnTo>
                  <a:lnTo>
                    <a:pt x="25" y="0"/>
                  </a:lnTo>
                  <a:lnTo>
                    <a:pt x="211" y="330"/>
                  </a:lnTo>
                  <a:lnTo>
                    <a:pt x="444" y="916"/>
                  </a:lnTo>
                  <a:lnTo>
                    <a:pt x="595" y="1380"/>
                  </a:lnTo>
                  <a:close/>
                </a:path>
              </a:pathLst>
            </a:custGeom>
            <a:solidFill>
              <a:srgbClr val="FDFEF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0" name="pg929"/>
            <p:cNvSpPr/>
            <p:nvPr/>
          </p:nvSpPr>
          <p:spPr>
            <a:xfrm>
              <a:off x="1413278" y="3574106"/>
              <a:ext cx="4913" cy="8792"/>
            </a:xfrm>
            <a:custGeom>
              <a:avLst/>
              <a:pathLst>
                <a:path w="4913" h="8792">
                  <a:moveTo>
                    <a:pt x="2886" y="5133"/>
                  </a:moveTo>
                  <a:lnTo>
                    <a:pt x="4913" y="8553"/>
                  </a:lnTo>
                  <a:lnTo>
                    <a:pt x="4056" y="8792"/>
                  </a:lnTo>
                  <a:lnTo>
                    <a:pt x="1935" y="7143"/>
                  </a:lnTo>
                  <a:lnTo>
                    <a:pt x="0" y="3759"/>
                  </a:lnTo>
                  <a:lnTo>
                    <a:pt x="578" y="3027"/>
                  </a:lnTo>
                  <a:lnTo>
                    <a:pt x="862" y="4243"/>
                  </a:lnTo>
                  <a:lnTo>
                    <a:pt x="1743" y="5378"/>
                  </a:lnTo>
                  <a:lnTo>
                    <a:pt x="2263" y="3002"/>
                  </a:lnTo>
                  <a:lnTo>
                    <a:pt x="2605" y="2458"/>
                  </a:lnTo>
                  <a:lnTo>
                    <a:pt x="1057" y="0"/>
                  </a:lnTo>
                  <a:lnTo>
                    <a:pt x="1670" y="125"/>
                  </a:lnTo>
                  <a:lnTo>
                    <a:pt x="3132" y="1794"/>
                  </a:lnTo>
                  <a:close/>
                </a:path>
              </a:pathLst>
            </a:custGeom>
            <a:solidFill>
              <a:srgbClr val="FDFEF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1" name="pg930"/>
            <p:cNvSpPr/>
            <p:nvPr/>
          </p:nvSpPr>
          <p:spPr>
            <a:xfrm>
              <a:off x="5439074" y="3543237"/>
              <a:ext cx="1665" cy="1815"/>
            </a:xfrm>
            <a:custGeom>
              <a:avLst/>
              <a:pathLst>
                <a:path w="1665" h="1815">
                  <a:moveTo>
                    <a:pt x="1142" y="672"/>
                  </a:moveTo>
                  <a:lnTo>
                    <a:pt x="241" y="1815"/>
                  </a:lnTo>
                  <a:lnTo>
                    <a:pt x="0" y="1209"/>
                  </a:lnTo>
                  <a:lnTo>
                    <a:pt x="327" y="1184"/>
                  </a:lnTo>
                  <a:lnTo>
                    <a:pt x="931" y="85"/>
                  </a:lnTo>
                  <a:lnTo>
                    <a:pt x="1665" y="0"/>
                  </a:lnTo>
                  <a:lnTo>
                    <a:pt x="1581" y="604"/>
                  </a:lnTo>
                  <a:close/>
                </a:path>
              </a:pathLst>
            </a:custGeom>
            <a:solidFill>
              <a:srgbClr val="FDFEF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2" name="pg931"/>
            <p:cNvSpPr/>
            <p:nvPr/>
          </p:nvSpPr>
          <p:spPr>
            <a:xfrm>
              <a:off x="5440739" y="3541027"/>
              <a:ext cx="1005" cy="1562"/>
            </a:xfrm>
            <a:custGeom>
              <a:avLst/>
              <a:pathLst>
                <a:path w="1005" h="1562">
                  <a:moveTo>
                    <a:pt x="1005" y="578"/>
                  </a:moveTo>
                  <a:lnTo>
                    <a:pt x="233" y="1562"/>
                  </a:lnTo>
                  <a:lnTo>
                    <a:pt x="0" y="1403"/>
                  </a:lnTo>
                  <a:lnTo>
                    <a:pt x="918" y="0"/>
                  </a:lnTo>
                  <a:lnTo>
                    <a:pt x="915" y="173"/>
                  </a:lnTo>
                  <a:close/>
                </a:path>
              </a:pathLst>
            </a:custGeom>
            <a:solidFill>
              <a:srgbClr val="FDFEF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3" name="pg932"/>
            <p:cNvSpPr/>
            <p:nvPr/>
          </p:nvSpPr>
          <p:spPr>
            <a:xfrm>
              <a:off x="1390975" y="3518133"/>
              <a:ext cx="1824" cy="3751"/>
            </a:xfrm>
            <a:custGeom>
              <a:avLst/>
              <a:pathLst>
                <a:path w="1824" h="3751">
                  <a:moveTo>
                    <a:pt x="852" y="0"/>
                  </a:moveTo>
                  <a:lnTo>
                    <a:pt x="1824" y="2491"/>
                  </a:lnTo>
                  <a:lnTo>
                    <a:pt x="1636" y="3751"/>
                  </a:lnTo>
                  <a:lnTo>
                    <a:pt x="935" y="3635"/>
                  </a:lnTo>
                  <a:lnTo>
                    <a:pt x="612" y="3197"/>
                  </a:lnTo>
                  <a:lnTo>
                    <a:pt x="1162" y="2980"/>
                  </a:lnTo>
                  <a:lnTo>
                    <a:pt x="1252" y="2516"/>
                  </a:lnTo>
                  <a:lnTo>
                    <a:pt x="1001" y="1783"/>
                  </a:lnTo>
                  <a:lnTo>
                    <a:pt x="668" y="1271"/>
                  </a:lnTo>
                  <a:lnTo>
                    <a:pt x="436" y="1271"/>
                  </a:lnTo>
                  <a:lnTo>
                    <a:pt x="380" y="2272"/>
                  </a:lnTo>
                  <a:lnTo>
                    <a:pt x="0" y="1486"/>
                  </a:lnTo>
                  <a:lnTo>
                    <a:pt x="220" y="708"/>
                  </a:lnTo>
                  <a:lnTo>
                    <a:pt x="487" y="193"/>
                  </a:lnTo>
                  <a:close/>
                </a:path>
              </a:pathLst>
            </a:custGeom>
            <a:solidFill>
              <a:srgbClr val="FDFEF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4" name="pg933"/>
            <p:cNvSpPr/>
            <p:nvPr/>
          </p:nvSpPr>
          <p:spPr>
            <a:xfrm>
              <a:off x="2570503" y="3125796"/>
              <a:ext cx="1129" cy="2967"/>
            </a:xfrm>
            <a:custGeom>
              <a:avLst/>
              <a:pathLst>
                <a:path w="1129" h="2967">
                  <a:moveTo>
                    <a:pt x="1129" y="2338"/>
                  </a:moveTo>
                  <a:lnTo>
                    <a:pt x="517" y="2967"/>
                  </a:lnTo>
                  <a:lnTo>
                    <a:pt x="0" y="2110"/>
                  </a:lnTo>
                  <a:lnTo>
                    <a:pt x="117" y="56"/>
                  </a:lnTo>
                  <a:lnTo>
                    <a:pt x="611" y="0"/>
                  </a:lnTo>
                  <a:lnTo>
                    <a:pt x="1105" y="913"/>
                  </a:lnTo>
                  <a:close/>
                </a:path>
              </a:pathLst>
            </a:custGeom>
            <a:solidFill>
              <a:srgbClr val="FFFEF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5" name="pg934"/>
            <p:cNvSpPr/>
            <p:nvPr/>
          </p:nvSpPr>
          <p:spPr>
            <a:xfrm>
              <a:off x="2567876" y="3119840"/>
              <a:ext cx="2557" cy="5264"/>
            </a:xfrm>
            <a:custGeom>
              <a:avLst/>
              <a:pathLst>
                <a:path w="2557" h="5264">
                  <a:moveTo>
                    <a:pt x="2557" y="4804"/>
                  </a:moveTo>
                  <a:lnTo>
                    <a:pt x="2242" y="5264"/>
                  </a:lnTo>
                  <a:lnTo>
                    <a:pt x="1687" y="3444"/>
                  </a:lnTo>
                  <a:lnTo>
                    <a:pt x="791" y="2947"/>
                  </a:lnTo>
                  <a:lnTo>
                    <a:pt x="19" y="1871"/>
                  </a:lnTo>
                  <a:lnTo>
                    <a:pt x="0" y="1640"/>
                  </a:lnTo>
                  <a:lnTo>
                    <a:pt x="13" y="1100"/>
                  </a:lnTo>
                  <a:lnTo>
                    <a:pt x="163" y="477"/>
                  </a:lnTo>
                  <a:lnTo>
                    <a:pt x="558" y="0"/>
                  </a:lnTo>
                  <a:lnTo>
                    <a:pt x="1544" y="1457"/>
                  </a:lnTo>
                  <a:lnTo>
                    <a:pt x="2007" y="3299"/>
                  </a:lnTo>
                  <a:lnTo>
                    <a:pt x="2436" y="4145"/>
                  </a:lnTo>
                  <a:close/>
                </a:path>
              </a:pathLst>
            </a:custGeom>
            <a:solidFill>
              <a:srgbClr val="FFFEF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6" name="pg935"/>
            <p:cNvSpPr/>
            <p:nvPr/>
          </p:nvSpPr>
          <p:spPr>
            <a:xfrm>
              <a:off x="4871334" y="2642604"/>
              <a:ext cx="9330" cy="10392"/>
            </a:xfrm>
            <a:custGeom>
              <a:avLst/>
              <a:pathLst>
                <a:path w="9330" h="10392">
                  <a:moveTo>
                    <a:pt x="1966" y="9739"/>
                  </a:moveTo>
                  <a:lnTo>
                    <a:pt x="1418" y="10392"/>
                  </a:lnTo>
                  <a:lnTo>
                    <a:pt x="909" y="9998"/>
                  </a:lnTo>
                  <a:lnTo>
                    <a:pt x="772" y="9691"/>
                  </a:lnTo>
                  <a:lnTo>
                    <a:pt x="159" y="7997"/>
                  </a:lnTo>
                  <a:lnTo>
                    <a:pt x="0" y="7127"/>
                  </a:lnTo>
                  <a:lnTo>
                    <a:pt x="411" y="5471"/>
                  </a:lnTo>
                  <a:lnTo>
                    <a:pt x="2097" y="2742"/>
                  </a:lnTo>
                  <a:lnTo>
                    <a:pt x="6457" y="115"/>
                  </a:lnTo>
                  <a:lnTo>
                    <a:pt x="7242" y="0"/>
                  </a:lnTo>
                  <a:lnTo>
                    <a:pt x="8964" y="1125"/>
                  </a:lnTo>
                  <a:lnTo>
                    <a:pt x="9330" y="3231"/>
                  </a:lnTo>
                  <a:lnTo>
                    <a:pt x="9015" y="5048"/>
                  </a:lnTo>
                  <a:lnTo>
                    <a:pt x="8619" y="6266"/>
                  </a:lnTo>
                  <a:lnTo>
                    <a:pt x="6624" y="8319"/>
                  </a:lnTo>
                  <a:lnTo>
                    <a:pt x="5071" y="9304"/>
                  </a:lnTo>
                  <a:close/>
                </a:path>
              </a:pathLst>
            </a:custGeom>
            <a:solidFill>
              <a:srgbClr val="E3EFD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7" name="pg936"/>
            <p:cNvSpPr/>
            <p:nvPr/>
          </p:nvSpPr>
          <p:spPr>
            <a:xfrm>
              <a:off x="4877189" y="2617704"/>
              <a:ext cx="1509" cy="2938"/>
            </a:xfrm>
            <a:custGeom>
              <a:avLst/>
              <a:pathLst>
                <a:path w="1509" h="2938">
                  <a:moveTo>
                    <a:pt x="1303" y="1533"/>
                  </a:moveTo>
                  <a:lnTo>
                    <a:pt x="1509" y="2938"/>
                  </a:lnTo>
                  <a:lnTo>
                    <a:pt x="523" y="2673"/>
                  </a:lnTo>
                  <a:lnTo>
                    <a:pt x="0" y="1323"/>
                  </a:lnTo>
                  <a:lnTo>
                    <a:pt x="70" y="164"/>
                  </a:lnTo>
                  <a:lnTo>
                    <a:pt x="656" y="0"/>
                  </a:lnTo>
                  <a:close/>
                </a:path>
              </a:pathLst>
            </a:custGeom>
            <a:solidFill>
              <a:srgbClr val="E3EFD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8" name="pg937"/>
            <p:cNvSpPr/>
            <p:nvPr/>
          </p:nvSpPr>
          <p:spPr>
            <a:xfrm>
              <a:off x="4870639" y="2612757"/>
              <a:ext cx="3306" cy="6150"/>
            </a:xfrm>
            <a:custGeom>
              <a:avLst/>
              <a:pathLst>
                <a:path w="3306" h="6150">
                  <a:moveTo>
                    <a:pt x="1524" y="5697"/>
                  </a:moveTo>
                  <a:lnTo>
                    <a:pt x="744" y="6150"/>
                  </a:lnTo>
                  <a:lnTo>
                    <a:pt x="307" y="5133"/>
                  </a:lnTo>
                  <a:lnTo>
                    <a:pt x="0" y="4863"/>
                  </a:lnTo>
                  <a:lnTo>
                    <a:pt x="173" y="3527"/>
                  </a:lnTo>
                  <a:lnTo>
                    <a:pt x="1443" y="904"/>
                  </a:lnTo>
                  <a:lnTo>
                    <a:pt x="1692" y="0"/>
                  </a:lnTo>
                  <a:lnTo>
                    <a:pt x="2866" y="543"/>
                  </a:lnTo>
                  <a:lnTo>
                    <a:pt x="3306" y="1931"/>
                  </a:lnTo>
                  <a:lnTo>
                    <a:pt x="2764" y="4045"/>
                  </a:lnTo>
                  <a:close/>
                </a:path>
              </a:pathLst>
            </a:custGeom>
            <a:solidFill>
              <a:srgbClr val="E3EFD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9" name="pg938"/>
            <p:cNvSpPr/>
            <p:nvPr/>
          </p:nvSpPr>
          <p:spPr>
            <a:xfrm>
              <a:off x="4890488" y="2609246"/>
              <a:ext cx="752" cy="2897"/>
            </a:xfrm>
            <a:custGeom>
              <a:avLst/>
              <a:pathLst>
                <a:path w="752" h="2897">
                  <a:moveTo>
                    <a:pt x="752" y="1982"/>
                  </a:moveTo>
                  <a:lnTo>
                    <a:pt x="615" y="2897"/>
                  </a:lnTo>
                  <a:lnTo>
                    <a:pt x="0" y="1513"/>
                  </a:lnTo>
                  <a:lnTo>
                    <a:pt x="606" y="0"/>
                  </a:lnTo>
                  <a:close/>
                </a:path>
              </a:pathLst>
            </a:custGeom>
            <a:solidFill>
              <a:srgbClr val="E3EFD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0" name="pg939"/>
            <p:cNvSpPr/>
            <p:nvPr/>
          </p:nvSpPr>
          <p:spPr>
            <a:xfrm>
              <a:off x="4869407" y="2602370"/>
              <a:ext cx="2004" cy="6142"/>
            </a:xfrm>
            <a:custGeom>
              <a:avLst/>
              <a:pathLst>
                <a:path w="2004" h="6142">
                  <a:moveTo>
                    <a:pt x="2004" y="5427"/>
                  </a:moveTo>
                  <a:lnTo>
                    <a:pt x="1843" y="6142"/>
                  </a:lnTo>
                  <a:lnTo>
                    <a:pt x="1312" y="5928"/>
                  </a:lnTo>
                  <a:lnTo>
                    <a:pt x="768" y="3894"/>
                  </a:lnTo>
                  <a:lnTo>
                    <a:pt x="542" y="2284"/>
                  </a:lnTo>
                  <a:lnTo>
                    <a:pt x="0" y="1399"/>
                  </a:lnTo>
                  <a:lnTo>
                    <a:pt x="864" y="0"/>
                  </a:lnTo>
                  <a:lnTo>
                    <a:pt x="1962" y="2516"/>
                  </a:lnTo>
                  <a:close/>
                </a:path>
              </a:pathLst>
            </a:custGeom>
            <a:solidFill>
              <a:srgbClr val="E3EFD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1" name="pg940"/>
            <p:cNvSpPr/>
            <p:nvPr/>
          </p:nvSpPr>
          <p:spPr>
            <a:xfrm>
              <a:off x="4891645" y="2602188"/>
              <a:ext cx="2846" cy="6434"/>
            </a:xfrm>
            <a:custGeom>
              <a:avLst/>
              <a:pathLst>
                <a:path w="2846" h="6434">
                  <a:moveTo>
                    <a:pt x="2846" y="3402"/>
                  </a:moveTo>
                  <a:lnTo>
                    <a:pt x="2711" y="6292"/>
                  </a:lnTo>
                  <a:lnTo>
                    <a:pt x="1849" y="6434"/>
                  </a:lnTo>
                  <a:lnTo>
                    <a:pt x="1335" y="4572"/>
                  </a:lnTo>
                  <a:lnTo>
                    <a:pt x="787" y="5481"/>
                  </a:lnTo>
                  <a:lnTo>
                    <a:pt x="502" y="5497"/>
                  </a:lnTo>
                  <a:lnTo>
                    <a:pt x="73" y="3181"/>
                  </a:lnTo>
                  <a:lnTo>
                    <a:pt x="0" y="1373"/>
                  </a:lnTo>
                  <a:lnTo>
                    <a:pt x="1014" y="0"/>
                  </a:lnTo>
                  <a:lnTo>
                    <a:pt x="1625" y="826"/>
                  </a:lnTo>
                  <a:lnTo>
                    <a:pt x="2507" y="1252"/>
                  </a:lnTo>
                  <a:close/>
                </a:path>
              </a:pathLst>
            </a:custGeom>
            <a:solidFill>
              <a:srgbClr val="E3EFD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2" name="pg941"/>
            <p:cNvSpPr/>
            <p:nvPr/>
          </p:nvSpPr>
          <p:spPr>
            <a:xfrm>
              <a:off x="4899652" y="2599452"/>
              <a:ext cx="3068" cy="8176"/>
            </a:xfrm>
            <a:custGeom>
              <a:avLst/>
              <a:pathLst>
                <a:path w="3068" h="8176">
                  <a:moveTo>
                    <a:pt x="3068" y="6354"/>
                  </a:moveTo>
                  <a:lnTo>
                    <a:pt x="1918" y="8176"/>
                  </a:lnTo>
                  <a:lnTo>
                    <a:pt x="368" y="5732"/>
                  </a:lnTo>
                  <a:lnTo>
                    <a:pt x="0" y="4381"/>
                  </a:lnTo>
                  <a:lnTo>
                    <a:pt x="1178" y="2402"/>
                  </a:lnTo>
                  <a:lnTo>
                    <a:pt x="2177" y="141"/>
                  </a:lnTo>
                  <a:lnTo>
                    <a:pt x="2834" y="0"/>
                  </a:lnTo>
                  <a:close/>
                </a:path>
              </a:pathLst>
            </a:custGeom>
            <a:solidFill>
              <a:srgbClr val="E3EFD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3" name="pg942"/>
            <p:cNvSpPr/>
            <p:nvPr/>
          </p:nvSpPr>
          <p:spPr>
            <a:xfrm>
              <a:off x="4873198" y="2552204"/>
              <a:ext cx="1206" cy="5456"/>
            </a:xfrm>
            <a:custGeom>
              <a:avLst/>
              <a:pathLst>
                <a:path w="1206" h="5456">
                  <a:moveTo>
                    <a:pt x="1206" y="3545"/>
                  </a:moveTo>
                  <a:lnTo>
                    <a:pt x="1038" y="5456"/>
                  </a:lnTo>
                  <a:lnTo>
                    <a:pt x="230" y="4195"/>
                  </a:lnTo>
                  <a:lnTo>
                    <a:pt x="0" y="0"/>
                  </a:lnTo>
                  <a:lnTo>
                    <a:pt x="829" y="1223"/>
                  </a:lnTo>
                  <a:close/>
                </a:path>
              </a:pathLst>
            </a:custGeom>
            <a:solidFill>
              <a:srgbClr val="E3EFD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4" name="pg943"/>
            <p:cNvSpPr/>
            <p:nvPr/>
          </p:nvSpPr>
          <p:spPr>
            <a:xfrm>
              <a:off x="4927939" y="2524394"/>
              <a:ext cx="1511" cy="3102"/>
            </a:xfrm>
            <a:custGeom>
              <a:avLst/>
              <a:pathLst>
                <a:path w="1511" h="3102">
                  <a:moveTo>
                    <a:pt x="1288" y="2223"/>
                  </a:moveTo>
                  <a:lnTo>
                    <a:pt x="735" y="3102"/>
                  </a:lnTo>
                  <a:lnTo>
                    <a:pt x="79" y="2223"/>
                  </a:lnTo>
                  <a:lnTo>
                    <a:pt x="0" y="1294"/>
                  </a:lnTo>
                  <a:lnTo>
                    <a:pt x="342" y="487"/>
                  </a:lnTo>
                  <a:lnTo>
                    <a:pt x="1139" y="0"/>
                  </a:lnTo>
                  <a:lnTo>
                    <a:pt x="1511" y="708"/>
                  </a:lnTo>
                  <a:close/>
                </a:path>
              </a:pathLst>
            </a:custGeom>
            <a:solidFill>
              <a:srgbClr val="E3EFD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5" name="pg944"/>
            <p:cNvSpPr/>
            <p:nvPr/>
          </p:nvSpPr>
          <p:spPr>
            <a:xfrm>
              <a:off x="4873816" y="2516447"/>
              <a:ext cx="1844" cy="6440"/>
            </a:xfrm>
            <a:custGeom>
              <a:avLst/>
              <a:pathLst>
                <a:path w="1844" h="6440">
                  <a:moveTo>
                    <a:pt x="1844" y="2536"/>
                  </a:moveTo>
                  <a:lnTo>
                    <a:pt x="1787" y="6440"/>
                  </a:lnTo>
                  <a:lnTo>
                    <a:pt x="1115" y="6273"/>
                  </a:lnTo>
                  <a:lnTo>
                    <a:pt x="658" y="5880"/>
                  </a:lnTo>
                  <a:lnTo>
                    <a:pt x="461" y="5119"/>
                  </a:lnTo>
                  <a:lnTo>
                    <a:pt x="0" y="1496"/>
                  </a:lnTo>
                  <a:lnTo>
                    <a:pt x="515" y="0"/>
                  </a:lnTo>
                  <a:lnTo>
                    <a:pt x="1514" y="1184"/>
                  </a:lnTo>
                  <a:close/>
                </a:path>
              </a:pathLst>
            </a:custGeom>
            <a:solidFill>
              <a:srgbClr val="E3EFD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6" name="pg945"/>
            <p:cNvSpPr/>
            <p:nvPr/>
          </p:nvSpPr>
          <p:spPr>
            <a:xfrm>
              <a:off x="4871272" y="2492784"/>
              <a:ext cx="41586" cy="127332"/>
            </a:xfrm>
            <a:custGeom>
              <a:avLst/>
              <a:pathLst>
                <a:path w="41586" h="127332">
                  <a:moveTo>
                    <a:pt x="26983" y="0"/>
                  </a:moveTo>
                  <a:lnTo>
                    <a:pt x="29959" y="13219"/>
                  </a:lnTo>
                  <a:lnTo>
                    <a:pt x="32806" y="21759"/>
                  </a:lnTo>
                  <a:lnTo>
                    <a:pt x="35233" y="27947"/>
                  </a:lnTo>
                  <a:lnTo>
                    <a:pt x="38689" y="39857"/>
                  </a:lnTo>
                  <a:lnTo>
                    <a:pt x="39702" y="46226"/>
                  </a:lnTo>
                  <a:lnTo>
                    <a:pt x="39798" y="50171"/>
                  </a:lnTo>
                  <a:lnTo>
                    <a:pt x="40374" y="55597"/>
                  </a:lnTo>
                  <a:lnTo>
                    <a:pt x="39882" y="58708"/>
                  </a:lnTo>
                  <a:lnTo>
                    <a:pt x="40028" y="63611"/>
                  </a:lnTo>
                  <a:lnTo>
                    <a:pt x="39810" y="66128"/>
                  </a:lnTo>
                  <a:lnTo>
                    <a:pt x="39389" y="67984"/>
                  </a:lnTo>
                  <a:lnTo>
                    <a:pt x="39374" y="71546"/>
                  </a:lnTo>
                  <a:lnTo>
                    <a:pt x="39509" y="73452"/>
                  </a:lnTo>
                  <a:lnTo>
                    <a:pt x="39522" y="75979"/>
                  </a:lnTo>
                  <a:lnTo>
                    <a:pt x="39794" y="76964"/>
                  </a:lnTo>
                  <a:lnTo>
                    <a:pt x="40190" y="77329"/>
                  </a:lnTo>
                  <a:lnTo>
                    <a:pt x="40817" y="76409"/>
                  </a:lnTo>
                  <a:lnTo>
                    <a:pt x="41586" y="76026"/>
                  </a:lnTo>
                  <a:lnTo>
                    <a:pt x="41450" y="79066"/>
                  </a:lnTo>
                  <a:lnTo>
                    <a:pt x="40521" y="86756"/>
                  </a:lnTo>
                  <a:lnTo>
                    <a:pt x="39713" y="92358"/>
                  </a:lnTo>
                  <a:lnTo>
                    <a:pt x="38614" y="97236"/>
                  </a:lnTo>
                  <a:lnTo>
                    <a:pt x="37215" y="101696"/>
                  </a:lnTo>
                  <a:lnTo>
                    <a:pt x="35540" y="103443"/>
                  </a:lnTo>
                  <a:lnTo>
                    <a:pt x="34362" y="104069"/>
                  </a:lnTo>
                  <a:lnTo>
                    <a:pt x="32115" y="104294"/>
                  </a:lnTo>
                  <a:lnTo>
                    <a:pt x="30249" y="103535"/>
                  </a:lnTo>
                  <a:lnTo>
                    <a:pt x="28644" y="104085"/>
                  </a:lnTo>
                  <a:lnTo>
                    <a:pt x="28000" y="105017"/>
                  </a:lnTo>
                  <a:lnTo>
                    <a:pt x="27522" y="106605"/>
                  </a:lnTo>
                  <a:lnTo>
                    <a:pt x="27873" y="109076"/>
                  </a:lnTo>
                  <a:lnTo>
                    <a:pt x="27828" y="110899"/>
                  </a:lnTo>
                  <a:lnTo>
                    <a:pt x="27142" y="110759"/>
                  </a:lnTo>
                  <a:lnTo>
                    <a:pt x="25781" y="109699"/>
                  </a:lnTo>
                  <a:lnTo>
                    <a:pt x="24274" y="109555"/>
                  </a:lnTo>
                  <a:lnTo>
                    <a:pt x="23569" y="109031"/>
                  </a:lnTo>
                  <a:lnTo>
                    <a:pt x="22859" y="106419"/>
                  </a:lnTo>
                  <a:lnTo>
                    <a:pt x="22134" y="106516"/>
                  </a:lnTo>
                  <a:lnTo>
                    <a:pt x="20873" y="108064"/>
                  </a:lnTo>
                  <a:lnTo>
                    <a:pt x="18942" y="108407"/>
                  </a:lnTo>
                  <a:lnTo>
                    <a:pt x="18262" y="109244"/>
                  </a:lnTo>
                  <a:lnTo>
                    <a:pt x="18022" y="110328"/>
                  </a:lnTo>
                  <a:lnTo>
                    <a:pt x="18304" y="111696"/>
                  </a:lnTo>
                  <a:lnTo>
                    <a:pt x="19275" y="113494"/>
                  </a:lnTo>
                  <a:lnTo>
                    <a:pt x="18949" y="115311"/>
                  </a:lnTo>
                  <a:lnTo>
                    <a:pt x="17938" y="116222"/>
                  </a:lnTo>
                  <a:lnTo>
                    <a:pt x="17121" y="113985"/>
                  </a:lnTo>
                  <a:lnTo>
                    <a:pt x="16612" y="111794"/>
                  </a:lnTo>
                  <a:lnTo>
                    <a:pt x="16043" y="111670"/>
                  </a:lnTo>
                  <a:lnTo>
                    <a:pt x="15157" y="112296"/>
                  </a:lnTo>
                  <a:lnTo>
                    <a:pt x="14979" y="114662"/>
                  </a:lnTo>
                  <a:lnTo>
                    <a:pt x="15391" y="116274"/>
                  </a:lnTo>
                  <a:lnTo>
                    <a:pt x="16069" y="118142"/>
                  </a:lnTo>
                  <a:lnTo>
                    <a:pt x="15119" y="120291"/>
                  </a:lnTo>
                  <a:lnTo>
                    <a:pt x="14868" y="121824"/>
                  </a:lnTo>
                  <a:lnTo>
                    <a:pt x="14186" y="122928"/>
                  </a:lnTo>
                  <a:lnTo>
                    <a:pt x="12344" y="120480"/>
                  </a:lnTo>
                  <a:lnTo>
                    <a:pt x="12606" y="118740"/>
                  </a:lnTo>
                  <a:lnTo>
                    <a:pt x="13406" y="117066"/>
                  </a:lnTo>
                  <a:lnTo>
                    <a:pt x="13504" y="115332"/>
                  </a:lnTo>
                  <a:lnTo>
                    <a:pt x="13241" y="114304"/>
                  </a:lnTo>
                  <a:lnTo>
                    <a:pt x="10605" y="118685"/>
                  </a:lnTo>
                  <a:lnTo>
                    <a:pt x="8980" y="123650"/>
                  </a:lnTo>
                  <a:lnTo>
                    <a:pt x="8113" y="123289"/>
                  </a:lnTo>
                  <a:lnTo>
                    <a:pt x="7750" y="122012"/>
                  </a:lnTo>
                  <a:lnTo>
                    <a:pt x="7242" y="121492"/>
                  </a:lnTo>
                  <a:lnTo>
                    <a:pt x="5487" y="124694"/>
                  </a:lnTo>
                  <a:lnTo>
                    <a:pt x="5165" y="127235"/>
                  </a:lnTo>
                  <a:lnTo>
                    <a:pt x="4520" y="127332"/>
                  </a:lnTo>
                  <a:lnTo>
                    <a:pt x="4238" y="126257"/>
                  </a:lnTo>
                  <a:lnTo>
                    <a:pt x="4215" y="123960"/>
                  </a:lnTo>
                  <a:lnTo>
                    <a:pt x="3914" y="122022"/>
                  </a:lnTo>
                  <a:lnTo>
                    <a:pt x="2097" y="119194"/>
                  </a:lnTo>
                  <a:lnTo>
                    <a:pt x="1266" y="116724"/>
                  </a:lnTo>
                  <a:lnTo>
                    <a:pt x="1712" y="115343"/>
                  </a:lnTo>
                  <a:lnTo>
                    <a:pt x="3230" y="116093"/>
                  </a:lnTo>
                  <a:lnTo>
                    <a:pt x="4435" y="115995"/>
                  </a:lnTo>
                  <a:lnTo>
                    <a:pt x="4197" y="114824"/>
                  </a:lnTo>
                  <a:lnTo>
                    <a:pt x="3806" y="114268"/>
                  </a:lnTo>
                  <a:lnTo>
                    <a:pt x="4607" y="113609"/>
                  </a:lnTo>
                  <a:lnTo>
                    <a:pt x="5274" y="112258"/>
                  </a:lnTo>
                  <a:lnTo>
                    <a:pt x="4721" y="111892"/>
                  </a:lnTo>
                  <a:lnTo>
                    <a:pt x="3875" y="112672"/>
                  </a:lnTo>
                  <a:lnTo>
                    <a:pt x="3170" y="112287"/>
                  </a:lnTo>
                  <a:lnTo>
                    <a:pt x="2892" y="109054"/>
                  </a:lnTo>
                  <a:lnTo>
                    <a:pt x="2033" y="105735"/>
                  </a:lnTo>
                  <a:lnTo>
                    <a:pt x="1591" y="102514"/>
                  </a:lnTo>
                  <a:lnTo>
                    <a:pt x="2437" y="100660"/>
                  </a:lnTo>
                  <a:lnTo>
                    <a:pt x="2868" y="97778"/>
                  </a:lnTo>
                  <a:lnTo>
                    <a:pt x="3654" y="93606"/>
                  </a:lnTo>
                  <a:lnTo>
                    <a:pt x="4048" y="92257"/>
                  </a:lnTo>
                  <a:lnTo>
                    <a:pt x="5139" y="91275"/>
                  </a:lnTo>
                  <a:lnTo>
                    <a:pt x="5527" y="90196"/>
                  </a:lnTo>
                  <a:lnTo>
                    <a:pt x="4928" y="89642"/>
                  </a:lnTo>
                  <a:lnTo>
                    <a:pt x="3972" y="89152"/>
                  </a:lnTo>
                  <a:lnTo>
                    <a:pt x="3996" y="87948"/>
                  </a:lnTo>
                  <a:lnTo>
                    <a:pt x="4647" y="87290"/>
                  </a:lnTo>
                  <a:lnTo>
                    <a:pt x="5374" y="85964"/>
                  </a:lnTo>
                  <a:lnTo>
                    <a:pt x="6786" y="84350"/>
                  </a:lnTo>
                  <a:lnTo>
                    <a:pt x="7220" y="81303"/>
                  </a:lnTo>
                  <a:lnTo>
                    <a:pt x="6813" y="80536"/>
                  </a:lnTo>
                  <a:lnTo>
                    <a:pt x="5934" y="79812"/>
                  </a:lnTo>
                  <a:lnTo>
                    <a:pt x="6131" y="78273"/>
                  </a:lnTo>
                  <a:lnTo>
                    <a:pt x="6494" y="77101"/>
                  </a:lnTo>
                  <a:lnTo>
                    <a:pt x="6358" y="76398"/>
                  </a:lnTo>
                  <a:lnTo>
                    <a:pt x="5319" y="74416"/>
                  </a:lnTo>
                  <a:lnTo>
                    <a:pt x="4629" y="72610"/>
                  </a:lnTo>
                  <a:lnTo>
                    <a:pt x="4834" y="70551"/>
                  </a:lnTo>
                  <a:lnTo>
                    <a:pt x="4676" y="67437"/>
                  </a:lnTo>
                  <a:lnTo>
                    <a:pt x="4770" y="64823"/>
                  </a:lnTo>
                  <a:lnTo>
                    <a:pt x="4724" y="63406"/>
                  </a:lnTo>
                  <a:lnTo>
                    <a:pt x="4217" y="60214"/>
                  </a:lnTo>
                  <a:lnTo>
                    <a:pt x="3987" y="57018"/>
                  </a:lnTo>
                  <a:lnTo>
                    <a:pt x="3320" y="57484"/>
                  </a:lnTo>
                  <a:lnTo>
                    <a:pt x="2781" y="58278"/>
                  </a:lnTo>
                  <a:lnTo>
                    <a:pt x="854" y="57153"/>
                  </a:lnTo>
                  <a:lnTo>
                    <a:pt x="247" y="57083"/>
                  </a:lnTo>
                  <a:lnTo>
                    <a:pt x="0" y="54710"/>
                  </a:lnTo>
                  <a:lnTo>
                    <a:pt x="690" y="51784"/>
                  </a:lnTo>
                  <a:lnTo>
                    <a:pt x="2327" y="49206"/>
                  </a:lnTo>
                  <a:lnTo>
                    <a:pt x="3268" y="48885"/>
                  </a:lnTo>
                  <a:lnTo>
                    <a:pt x="3978" y="47750"/>
                  </a:lnTo>
                  <a:lnTo>
                    <a:pt x="5084" y="47392"/>
                  </a:lnTo>
                  <a:lnTo>
                    <a:pt x="6412" y="49142"/>
                  </a:lnTo>
                  <a:lnTo>
                    <a:pt x="7603" y="49494"/>
                  </a:lnTo>
                  <a:lnTo>
                    <a:pt x="8265" y="52518"/>
                  </a:lnTo>
                  <a:lnTo>
                    <a:pt x="8671" y="53157"/>
                  </a:lnTo>
                  <a:lnTo>
                    <a:pt x="8757" y="52046"/>
                  </a:lnTo>
                  <a:lnTo>
                    <a:pt x="9718" y="50744"/>
                  </a:lnTo>
                  <a:lnTo>
                    <a:pt x="9948" y="49761"/>
                  </a:lnTo>
                  <a:lnTo>
                    <a:pt x="9740" y="49223"/>
                  </a:lnTo>
                  <a:lnTo>
                    <a:pt x="8633" y="48688"/>
                  </a:lnTo>
                  <a:lnTo>
                    <a:pt x="7639" y="44935"/>
                  </a:lnTo>
                  <a:lnTo>
                    <a:pt x="7501" y="43296"/>
                  </a:lnTo>
                  <a:lnTo>
                    <a:pt x="7139" y="42251"/>
                  </a:lnTo>
                  <a:lnTo>
                    <a:pt x="7677" y="39256"/>
                  </a:lnTo>
                  <a:lnTo>
                    <a:pt x="6528" y="35835"/>
                  </a:lnTo>
                  <a:lnTo>
                    <a:pt x="5968" y="34758"/>
                  </a:lnTo>
                  <a:lnTo>
                    <a:pt x="6048" y="31684"/>
                  </a:lnTo>
                  <a:lnTo>
                    <a:pt x="5448" y="29726"/>
                  </a:lnTo>
                  <a:lnTo>
                    <a:pt x="5114" y="28653"/>
                  </a:lnTo>
                  <a:lnTo>
                    <a:pt x="4909" y="26798"/>
                  </a:lnTo>
                  <a:lnTo>
                    <a:pt x="5084" y="25965"/>
                  </a:lnTo>
                  <a:lnTo>
                    <a:pt x="5607" y="25647"/>
                  </a:lnTo>
                  <a:lnTo>
                    <a:pt x="5768" y="24868"/>
                  </a:lnTo>
                  <a:lnTo>
                    <a:pt x="6142" y="24310"/>
                  </a:lnTo>
                  <a:lnTo>
                    <a:pt x="6166" y="23506"/>
                  </a:lnTo>
                  <a:lnTo>
                    <a:pt x="6169" y="20868"/>
                  </a:lnTo>
                  <a:lnTo>
                    <a:pt x="7236" y="19043"/>
                  </a:lnTo>
                  <a:lnTo>
                    <a:pt x="8754" y="15288"/>
                  </a:lnTo>
                  <a:lnTo>
                    <a:pt x="9499" y="13233"/>
                  </a:lnTo>
                  <a:lnTo>
                    <a:pt x="10348" y="11314"/>
                  </a:lnTo>
                  <a:lnTo>
                    <a:pt x="11331" y="10033"/>
                  </a:lnTo>
                  <a:lnTo>
                    <a:pt x="12296" y="9422"/>
                  </a:lnTo>
                  <a:lnTo>
                    <a:pt x="13814" y="9164"/>
                  </a:lnTo>
                  <a:lnTo>
                    <a:pt x="16722" y="9410"/>
                  </a:lnTo>
                  <a:lnTo>
                    <a:pt x="17292" y="9187"/>
                  </a:lnTo>
                  <a:lnTo>
                    <a:pt x="19316" y="8988"/>
                  </a:lnTo>
                  <a:lnTo>
                    <a:pt x="19793" y="9329"/>
                  </a:lnTo>
                  <a:lnTo>
                    <a:pt x="21263" y="9544"/>
                  </a:lnTo>
                  <a:lnTo>
                    <a:pt x="22892" y="9304"/>
                  </a:lnTo>
                  <a:lnTo>
                    <a:pt x="23712" y="8749"/>
                  </a:lnTo>
                  <a:lnTo>
                    <a:pt x="24473" y="7804"/>
                  </a:lnTo>
                  <a:lnTo>
                    <a:pt x="25137" y="6100"/>
                  </a:lnTo>
                  <a:lnTo>
                    <a:pt x="25821" y="2944"/>
                  </a:lnTo>
                  <a:lnTo>
                    <a:pt x="26554" y="460"/>
                  </a:lnTo>
                  <a:close/>
                </a:path>
              </a:pathLst>
            </a:custGeom>
            <a:solidFill>
              <a:srgbClr val="E3EFD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7" name="pg946"/>
            <p:cNvSpPr/>
            <p:nvPr/>
          </p:nvSpPr>
          <p:spPr>
            <a:xfrm>
              <a:off x="3577830" y="2355746"/>
              <a:ext cx="21003" cy="41583"/>
            </a:xfrm>
            <a:custGeom>
              <a:avLst/>
              <a:pathLst>
                <a:path w="21003" h="41583">
                  <a:moveTo>
                    <a:pt x="18662" y="29945"/>
                  </a:moveTo>
                  <a:lnTo>
                    <a:pt x="16575" y="30768"/>
                  </a:lnTo>
                  <a:lnTo>
                    <a:pt x="15870" y="31733"/>
                  </a:lnTo>
                  <a:lnTo>
                    <a:pt x="15454" y="33420"/>
                  </a:lnTo>
                  <a:lnTo>
                    <a:pt x="15320" y="34297"/>
                  </a:lnTo>
                  <a:lnTo>
                    <a:pt x="14951" y="34323"/>
                  </a:lnTo>
                  <a:lnTo>
                    <a:pt x="14339" y="33453"/>
                  </a:lnTo>
                  <a:lnTo>
                    <a:pt x="13564" y="32092"/>
                  </a:lnTo>
                  <a:lnTo>
                    <a:pt x="12556" y="32202"/>
                  </a:lnTo>
                  <a:lnTo>
                    <a:pt x="9123" y="35164"/>
                  </a:lnTo>
                  <a:lnTo>
                    <a:pt x="8785" y="36721"/>
                  </a:lnTo>
                  <a:lnTo>
                    <a:pt x="8709" y="40091"/>
                  </a:lnTo>
                  <a:lnTo>
                    <a:pt x="8476" y="41000"/>
                  </a:lnTo>
                  <a:lnTo>
                    <a:pt x="8109" y="41583"/>
                  </a:lnTo>
                  <a:lnTo>
                    <a:pt x="6691" y="41217"/>
                  </a:lnTo>
                  <a:lnTo>
                    <a:pt x="6541" y="40996"/>
                  </a:lnTo>
                  <a:lnTo>
                    <a:pt x="6726" y="39703"/>
                  </a:lnTo>
                  <a:lnTo>
                    <a:pt x="6652" y="36877"/>
                  </a:lnTo>
                  <a:lnTo>
                    <a:pt x="6012" y="32196"/>
                  </a:lnTo>
                  <a:lnTo>
                    <a:pt x="5556" y="30662"/>
                  </a:lnTo>
                  <a:lnTo>
                    <a:pt x="4616" y="29139"/>
                  </a:lnTo>
                  <a:lnTo>
                    <a:pt x="3884" y="28139"/>
                  </a:lnTo>
                  <a:lnTo>
                    <a:pt x="2571" y="27247"/>
                  </a:lnTo>
                  <a:lnTo>
                    <a:pt x="1904" y="24679"/>
                  </a:lnTo>
                  <a:lnTo>
                    <a:pt x="902" y="21760"/>
                  </a:lnTo>
                  <a:lnTo>
                    <a:pt x="420" y="21092"/>
                  </a:lnTo>
                  <a:lnTo>
                    <a:pt x="497" y="20802"/>
                  </a:lnTo>
                  <a:lnTo>
                    <a:pt x="728" y="18602"/>
                  </a:lnTo>
                  <a:lnTo>
                    <a:pt x="441" y="16997"/>
                  </a:lnTo>
                  <a:lnTo>
                    <a:pt x="0" y="15633"/>
                  </a:lnTo>
                  <a:lnTo>
                    <a:pt x="302" y="14804"/>
                  </a:lnTo>
                  <a:lnTo>
                    <a:pt x="1224" y="14813"/>
                  </a:lnTo>
                  <a:lnTo>
                    <a:pt x="1987" y="14964"/>
                  </a:lnTo>
                  <a:lnTo>
                    <a:pt x="2262" y="13659"/>
                  </a:lnTo>
                  <a:lnTo>
                    <a:pt x="3837" y="12799"/>
                  </a:lnTo>
                  <a:lnTo>
                    <a:pt x="5354" y="11913"/>
                  </a:lnTo>
                  <a:lnTo>
                    <a:pt x="5573" y="11288"/>
                  </a:lnTo>
                  <a:lnTo>
                    <a:pt x="5227" y="9943"/>
                  </a:lnTo>
                  <a:lnTo>
                    <a:pt x="5430" y="9102"/>
                  </a:lnTo>
                  <a:lnTo>
                    <a:pt x="7245" y="6704"/>
                  </a:lnTo>
                  <a:lnTo>
                    <a:pt x="7544" y="5618"/>
                  </a:lnTo>
                  <a:lnTo>
                    <a:pt x="7655" y="4764"/>
                  </a:lnTo>
                  <a:lnTo>
                    <a:pt x="7411" y="3862"/>
                  </a:lnTo>
                  <a:lnTo>
                    <a:pt x="7070" y="2442"/>
                  </a:lnTo>
                  <a:lnTo>
                    <a:pt x="7234" y="1845"/>
                  </a:lnTo>
                  <a:lnTo>
                    <a:pt x="8178" y="1025"/>
                  </a:lnTo>
                  <a:lnTo>
                    <a:pt x="8944" y="73"/>
                  </a:lnTo>
                  <a:lnTo>
                    <a:pt x="9397" y="0"/>
                  </a:lnTo>
                  <a:lnTo>
                    <a:pt x="9680" y="683"/>
                  </a:lnTo>
                  <a:lnTo>
                    <a:pt x="9680" y="1392"/>
                  </a:lnTo>
                  <a:lnTo>
                    <a:pt x="9931" y="2589"/>
                  </a:lnTo>
                  <a:lnTo>
                    <a:pt x="10496" y="3233"/>
                  </a:lnTo>
                  <a:lnTo>
                    <a:pt x="11433" y="4286"/>
                  </a:lnTo>
                  <a:lnTo>
                    <a:pt x="12522" y="5005"/>
                  </a:lnTo>
                  <a:lnTo>
                    <a:pt x="13376" y="6443"/>
                  </a:lnTo>
                  <a:lnTo>
                    <a:pt x="14541" y="9008"/>
                  </a:lnTo>
                  <a:lnTo>
                    <a:pt x="14717" y="10278"/>
                  </a:lnTo>
                  <a:lnTo>
                    <a:pt x="15766" y="11417"/>
                  </a:lnTo>
                  <a:lnTo>
                    <a:pt x="16739" y="12692"/>
                  </a:lnTo>
                  <a:lnTo>
                    <a:pt x="16588" y="15060"/>
                  </a:lnTo>
                  <a:lnTo>
                    <a:pt x="19901" y="17126"/>
                  </a:lnTo>
                  <a:lnTo>
                    <a:pt x="20649" y="17111"/>
                  </a:lnTo>
                  <a:lnTo>
                    <a:pt x="21003" y="17471"/>
                  </a:lnTo>
                  <a:lnTo>
                    <a:pt x="20994" y="18012"/>
                  </a:lnTo>
                  <a:lnTo>
                    <a:pt x="20732" y="19668"/>
                  </a:lnTo>
                  <a:lnTo>
                    <a:pt x="19372" y="24757"/>
                  </a:lnTo>
                  <a:lnTo>
                    <a:pt x="19260" y="25814"/>
                  </a:lnTo>
                  <a:lnTo>
                    <a:pt x="18286" y="26921"/>
                  </a:lnTo>
                  <a:lnTo>
                    <a:pt x="18152" y="27559"/>
                  </a:lnTo>
                  <a:lnTo>
                    <a:pt x="18428" y="28966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8" name="pg947"/>
            <p:cNvSpPr/>
            <p:nvPr/>
          </p:nvSpPr>
          <p:spPr>
            <a:xfrm>
              <a:off x="3919705" y="2748223"/>
              <a:ext cx="3251" cy="11137"/>
            </a:xfrm>
            <a:custGeom>
              <a:avLst/>
              <a:pathLst>
                <a:path w="3251" h="11137">
                  <a:moveTo>
                    <a:pt x="2363" y="10476"/>
                  </a:moveTo>
                  <a:lnTo>
                    <a:pt x="1667" y="11137"/>
                  </a:lnTo>
                  <a:lnTo>
                    <a:pt x="1197" y="10857"/>
                  </a:lnTo>
                  <a:lnTo>
                    <a:pt x="745" y="9265"/>
                  </a:lnTo>
                  <a:lnTo>
                    <a:pt x="0" y="5316"/>
                  </a:lnTo>
                  <a:lnTo>
                    <a:pt x="405" y="3843"/>
                  </a:lnTo>
                  <a:lnTo>
                    <a:pt x="390" y="3210"/>
                  </a:lnTo>
                  <a:lnTo>
                    <a:pt x="471" y="2734"/>
                  </a:lnTo>
                  <a:lnTo>
                    <a:pt x="699" y="2431"/>
                  </a:lnTo>
                  <a:lnTo>
                    <a:pt x="940" y="569"/>
                  </a:lnTo>
                  <a:lnTo>
                    <a:pt x="1259" y="0"/>
                  </a:lnTo>
                  <a:lnTo>
                    <a:pt x="1782" y="1256"/>
                  </a:lnTo>
                  <a:lnTo>
                    <a:pt x="3251" y="5797"/>
                  </a:lnTo>
                  <a:lnTo>
                    <a:pt x="3240" y="7649"/>
                  </a:lnTo>
                  <a:lnTo>
                    <a:pt x="3153" y="8395"/>
                  </a:lnTo>
                  <a:close/>
                </a:path>
              </a:pathLst>
            </a:custGeom>
            <a:solidFill>
              <a:srgbClr val="E6F1E3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9" name="pg948"/>
            <p:cNvSpPr/>
            <p:nvPr/>
          </p:nvSpPr>
          <p:spPr>
            <a:xfrm>
              <a:off x="3900815" y="2744723"/>
              <a:ext cx="23290" cy="46219"/>
            </a:xfrm>
            <a:custGeom>
              <a:avLst/>
              <a:pathLst>
                <a:path w="23290" h="46219">
                  <a:moveTo>
                    <a:pt x="23290" y="45930"/>
                  </a:moveTo>
                  <a:lnTo>
                    <a:pt x="21172" y="46001"/>
                  </a:lnTo>
                  <a:lnTo>
                    <a:pt x="18502" y="46091"/>
                  </a:lnTo>
                  <a:lnTo>
                    <a:pt x="16337" y="46151"/>
                  </a:lnTo>
                  <a:lnTo>
                    <a:pt x="13891" y="46219"/>
                  </a:lnTo>
                  <a:lnTo>
                    <a:pt x="12816" y="43417"/>
                  </a:lnTo>
                  <a:lnTo>
                    <a:pt x="12452" y="40357"/>
                  </a:lnTo>
                  <a:lnTo>
                    <a:pt x="12063" y="37216"/>
                  </a:lnTo>
                  <a:lnTo>
                    <a:pt x="10989" y="32733"/>
                  </a:lnTo>
                  <a:lnTo>
                    <a:pt x="7401" y="31651"/>
                  </a:lnTo>
                  <a:lnTo>
                    <a:pt x="5493" y="31075"/>
                  </a:lnTo>
                  <a:lnTo>
                    <a:pt x="2356" y="30219"/>
                  </a:lnTo>
                  <a:lnTo>
                    <a:pt x="0" y="29580"/>
                  </a:lnTo>
                  <a:lnTo>
                    <a:pt x="1978" y="24751"/>
                  </a:lnTo>
                  <a:lnTo>
                    <a:pt x="2899" y="22157"/>
                  </a:lnTo>
                  <a:lnTo>
                    <a:pt x="4563" y="16541"/>
                  </a:lnTo>
                  <a:lnTo>
                    <a:pt x="5417" y="12542"/>
                  </a:lnTo>
                  <a:lnTo>
                    <a:pt x="6242" y="8105"/>
                  </a:lnTo>
                  <a:lnTo>
                    <a:pt x="6954" y="4648"/>
                  </a:lnTo>
                  <a:lnTo>
                    <a:pt x="7104" y="4018"/>
                  </a:lnTo>
                  <a:lnTo>
                    <a:pt x="7517" y="2846"/>
                  </a:lnTo>
                  <a:lnTo>
                    <a:pt x="8431" y="1649"/>
                  </a:lnTo>
                  <a:lnTo>
                    <a:pt x="9748" y="520"/>
                  </a:lnTo>
                  <a:lnTo>
                    <a:pt x="11984" y="24"/>
                  </a:lnTo>
                  <a:lnTo>
                    <a:pt x="13555" y="0"/>
                  </a:lnTo>
                  <a:lnTo>
                    <a:pt x="13909" y="50"/>
                  </a:lnTo>
                  <a:lnTo>
                    <a:pt x="14898" y="611"/>
                  </a:lnTo>
                  <a:lnTo>
                    <a:pt x="17638" y="3383"/>
                  </a:lnTo>
                  <a:lnTo>
                    <a:pt x="17576" y="4474"/>
                  </a:lnTo>
                  <a:lnTo>
                    <a:pt x="17966" y="7727"/>
                  </a:lnTo>
                  <a:lnTo>
                    <a:pt x="18840" y="11280"/>
                  </a:lnTo>
                  <a:lnTo>
                    <a:pt x="19556" y="14159"/>
                  </a:lnTo>
                  <a:lnTo>
                    <a:pt x="19645" y="15508"/>
                  </a:lnTo>
                  <a:lnTo>
                    <a:pt x="18987" y="15312"/>
                  </a:lnTo>
                  <a:lnTo>
                    <a:pt x="18486" y="14768"/>
                  </a:lnTo>
                  <a:lnTo>
                    <a:pt x="17527" y="14201"/>
                  </a:lnTo>
                  <a:lnTo>
                    <a:pt x="15673" y="18022"/>
                  </a:lnTo>
                  <a:lnTo>
                    <a:pt x="14549" y="20104"/>
                  </a:lnTo>
                  <a:lnTo>
                    <a:pt x="14517" y="20811"/>
                  </a:lnTo>
                  <a:lnTo>
                    <a:pt x="16012" y="21617"/>
                  </a:lnTo>
                  <a:lnTo>
                    <a:pt x="17109" y="21591"/>
                  </a:lnTo>
                  <a:lnTo>
                    <a:pt x="17874" y="21032"/>
                  </a:lnTo>
                  <a:lnTo>
                    <a:pt x="18524" y="21923"/>
                  </a:lnTo>
                  <a:lnTo>
                    <a:pt x="18949" y="24284"/>
                  </a:lnTo>
                  <a:lnTo>
                    <a:pt x="19121" y="26197"/>
                  </a:lnTo>
                  <a:lnTo>
                    <a:pt x="20137" y="33033"/>
                  </a:lnTo>
                  <a:lnTo>
                    <a:pt x="20980" y="35341"/>
                  </a:lnTo>
                  <a:lnTo>
                    <a:pt x="22032" y="39419"/>
                  </a:lnTo>
                  <a:lnTo>
                    <a:pt x="22422" y="41530"/>
                  </a:lnTo>
                  <a:lnTo>
                    <a:pt x="22646" y="43310"/>
                  </a:lnTo>
                  <a:close/>
                </a:path>
              </a:pathLst>
            </a:custGeom>
            <a:solidFill>
              <a:srgbClr val="E6F1E3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0" name="pg949"/>
            <p:cNvSpPr/>
            <p:nvPr/>
          </p:nvSpPr>
          <p:spPr>
            <a:xfrm>
              <a:off x="4553849" y="2969356"/>
              <a:ext cx="91869" cy="253355"/>
            </a:xfrm>
            <a:custGeom>
              <a:avLst/>
              <a:pathLst>
                <a:path w="91869" h="253355">
                  <a:moveTo>
                    <a:pt x="24526" y="3429"/>
                  </a:moveTo>
                  <a:lnTo>
                    <a:pt x="25204" y="6241"/>
                  </a:lnTo>
                  <a:lnTo>
                    <a:pt x="26646" y="9369"/>
                  </a:lnTo>
                  <a:lnTo>
                    <a:pt x="28368" y="13832"/>
                  </a:lnTo>
                  <a:lnTo>
                    <a:pt x="28914" y="15882"/>
                  </a:lnTo>
                  <a:lnTo>
                    <a:pt x="30072" y="17462"/>
                  </a:lnTo>
                  <a:lnTo>
                    <a:pt x="30403" y="19015"/>
                  </a:lnTo>
                  <a:lnTo>
                    <a:pt x="30666" y="21391"/>
                  </a:lnTo>
                  <a:lnTo>
                    <a:pt x="30783" y="23161"/>
                  </a:lnTo>
                  <a:lnTo>
                    <a:pt x="31041" y="24207"/>
                  </a:lnTo>
                  <a:lnTo>
                    <a:pt x="31447" y="24618"/>
                  </a:lnTo>
                  <a:lnTo>
                    <a:pt x="31974" y="24151"/>
                  </a:lnTo>
                  <a:lnTo>
                    <a:pt x="32371" y="23213"/>
                  </a:lnTo>
                  <a:lnTo>
                    <a:pt x="32701" y="20604"/>
                  </a:lnTo>
                  <a:lnTo>
                    <a:pt x="32917" y="20326"/>
                  </a:lnTo>
                  <a:lnTo>
                    <a:pt x="33274" y="22472"/>
                  </a:lnTo>
                  <a:lnTo>
                    <a:pt x="33651" y="22841"/>
                  </a:lnTo>
                  <a:lnTo>
                    <a:pt x="34157" y="23116"/>
                  </a:lnTo>
                  <a:lnTo>
                    <a:pt x="34546" y="24050"/>
                  </a:lnTo>
                  <a:lnTo>
                    <a:pt x="34663" y="25679"/>
                  </a:lnTo>
                  <a:lnTo>
                    <a:pt x="34534" y="27347"/>
                  </a:lnTo>
                  <a:lnTo>
                    <a:pt x="34058" y="29221"/>
                  </a:lnTo>
                  <a:lnTo>
                    <a:pt x="33789" y="31183"/>
                  </a:lnTo>
                  <a:lnTo>
                    <a:pt x="33604" y="34210"/>
                  </a:lnTo>
                  <a:lnTo>
                    <a:pt x="33347" y="36325"/>
                  </a:lnTo>
                  <a:lnTo>
                    <a:pt x="33744" y="38197"/>
                  </a:lnTo>
                  <a:lnTo>
                    <a:pt x="36434" y="47385"/>
                  </a:lnTo>
                  <a:lnTo>
                    <a:pt x="37729" y="48892"/>
                  </a:lnTo>
                  <a:lnTo>
                    <a:pt x="40810" y="50689"/>
                  </a:lnTo>
                  <a:lnTo>
                    <a:pt x="41920" y="51930"/>
                  </a:lnTo>
                  <a:lnTo>
                    <a:pt x="42900" y="53134"/>
                  </a:lnTo>
                  <a:lnTo>
                    <a:pt x="43868" y="52547"/>
                  </a:lnTo>
                  <a:lnTo>
                    <a:pt x="44795" y="49812"/>
                  </a:lnTo>
                  <a:lnTo>
                    <a:pt x="45910" y="48278"/>
                  </a:lnTo>
                  <a:lnTo>
                    <a:pt x="47982" y="45920"/>
                  </a:lnTo>
                  <a:lnTo>
                    <a:pt x="48583" y="45793"/>
                  </a:lnTo>
                  <a:lnTo>
                    <a:pt x="49728" y="46725"/>
                  </a:lnTo>
                  <a:lnTo>
                    <a:pt x="51608" y="49470"/>
                  </a:lnTo>
                  <a:lnTo>
                    <a:pt x="52971" y="52051"/>
                  </a:lnTo>
                  <a:lnTo>
                    <a:pt x="53811" y="53403"/>
                  </a:lnTo>
                  <a:lnTo>
                    <a:pt x="54455" y="54623"/>
                  </a:lnTo>
                  <a:lnTo>
                    <a:pt x="54358" y="55996"/>
                  </a:lnTo>
                  <a:lnTo>
                    <a:pt x="53840" y="57336"/>
                  </a:lnTo>
                  <a:lnTo>
                    <a:pt x="53180" y="58083"/>
                  </a:lnTo>
                  <a:lnTo>
                    <a:pt x="52318" y="59379"/>
                  </a:lnTo>
                  <a:lnTo>
                    <a:pt x="51830" y="60689"/>
                  </a:lnTo>
                  <a:lnTo>
                    <a:pt x="52127" y="61181"/>
                  </a:lnTo>
                  <a:lnTo>
                    <a:pt x="53395" y="61509"/>
                  </a:lnTo>
                  <a:lnTo>
                    <a:pt x="54890" y="62666"/>
                  </a:lnTo>
                  <a:lnTo>
                    <a:pt x="55348" y="64025"/>
                  </a:lnTo>
                  <a:lnTo>
                    <a:pt x="55414" y="65192"/>
                  </a:lnTo>
                  <a:lnTo>
                    <a:pt x="55598" y="67092"/>
                  </a:lnTo>
                  <a:lnTo>
                    <a:pt x="55863" y="67665"/>
                  </a:lnTo>
                  <a:lnTo>
                    <a:pt x="57252" y="67325"/>
                  </a:lnTo>
                  <a:lnTo>
                    <a:pt x="57680" y="67750"/>
                  </a:lnTo>
                  <a:lnTo>
                    <a:pt x="58178" y="68736"/>
                  </a:lnTo>
                  <a:lnTo>
                    <a:pt x="58672" y="71285"/>
                  </a:lnTo>
                  <a:lnTo>
                    <a:pt x="58656" y="73197"/>
                  </a:lnTo>
                  <a:lnTo>
                    <a:pt x="57656" y="75293"/>
                  </a:lnTo>
                  <a:lnTo>
                    <a:pt x="57282" y="76569"/>
                  </a:lnTo>
                  <a:lnTo>
                    <a:pt x="57119" y="78574"/>
                  </a:lnTo>
                  <a:lnTo>
                    <a:pt x="56405" y="80979"/>
                  </a:lnTo>
                  <a:lnTo>
                    <a:pt x="54512" y="84998"/>
                  </a:lnTo>
                  <a:lnTo>
                    <a:pt x="54005" y="85240"/>
                  </a:lnTo>
                  <a:lnTo>
                    <a:pt x="50515" y="83025"/>
                  </a:lnTo>
                  <a:lnTo>
                    <a:pt x="48897" y="83162"/>
                  </a:lnTo>
                  <a:lnTo>
                    <a:pt x="48113" y="83235"/>
                  </a:lnTo>
                  <a:lnTo>
                    <a:pt x="47738" y="83331"/>
                  </a:lnTo>
                  <a:lnTo>
                    <a:pt x="47512" y="84178"/>
                  </a:lnTo>
                  <a:lnTo>
                    <a:pt x="47976" y="86611"/>
                  </a:lnTo>
                  <a:lnTo>
                    <a:pt x="48114" y="89022"/>
                  </a:lnTo>
                  <a:lnTo>
                    <a:pt x="47683" y="90857"/>
                  </a:lnTo>
                  <a:lnTo>
                    <a:pt x="46519" y="92464"/>
                  </a:lnTo>
                  <a:lnTo>
                    <a:pt x="46085" y="93235"/>
                  </a:lnTo>
                  <a:lnTo>
                    <a:pt x="46027" y="94269"/>
                  </a:lnTo>
                  <a:lnTo>
                    <a:pt x="46353" y="95347"/>
                  </a:lnTo>
                  <a:lnTo>
                    <a:pt x="47425" y="96458"/>
                  </a:lnTo>
                  <a:lnTo>
                    <a:pt x="48671" y="97503"/>
                  </a:lnTo>
                  <a:lnTo>
                    <a:pt x="52781" y="103759"/>
                  </a:lnTo>
                  <a:lnTo>
                    <a:pt x="53660" y="105229"/>
                  </a:lnTo>
                  <a:lnTo>
                    <a:pt x="54822" y="107399"/>
                  </a:lnTo>
                  <a:lnTo>
                    <a:pt x="56080" y="109090"/>
                  </a:lnTo>
                  <a:lnTo>
                    <a:pt x="59451" y="111309"/>
                  </a:lnTo>
                  <a:lnTo>
                    <a:pt x="60938" y="112771"/>
                  </a:lnTo>
                  <a:lnTo>
                    <a:pt x="61320" y="113594"/>
                  </a:lnTo>
                  <a:lnTo>
                    <a:pt x="61307" y="114605"/>
                  </a:lnTo>
                  <a:lnTo>
                    <a:pt x="60918" y="115897"/>
                  </a:lnTo>
                  <a:lnTo>
                    <a:pt x="60595" y="118167"/>
                  </a:lnTo>
                  <a:lnTo>
                    <a:pt x="60581" y="119530"/>
                  </a:lnTo>
                  <a:lnTo>
                    <a:pt x="60931" y="120855"/>
                  </a:lnTo>
                  <a:lnTo>
                    <a:pt x="61525" y="122821"/>
                  </a:lnTo>
                  <a:lnTo>
                    <a:pt x="62865" y="125876"/>
                  </a:lnTo>
                  <a:lnTo>
                    <a:pt x="63599" y="127226"/>
                  </a:lnTo>
                  <a:lnTo>
                    <a:pt x="64410" y="127534"/>
                  </a:lnTo>
                  <a:lnTo>
                    <a:pt x="65119" y="128271"/>
                  </a:lnTo>
                  <a:lnTo>
                    <a:pt x="65855" y="130542"/>
                  </a:lnTo>
                  <a:lnTo>
                    <a:pt x="66707" y="133312"/>
                  </a:lnTo>
                  <a:lnTo>
                    <a:pt x="66819" y="135246"/>
                  </a:lnTo>
                  <a:lnTo>
                    <a:pt x="67179" y="137723"/>
                  </a:lnTo>
                  <a:lnTo>
                    <a:pt x="67961" y="140577"/>
                  </a:lnTo>
                  <a:lnTo>
                    <a:pt x="69035" y="143337"/>
                  </a:lnTo>
                  <a:lnTo>
                    <a:pt x="70537" y="146758"/>
                  </a:lnTo>
                  <a:lnTo>
                    <a:pt x="71399" y="149172"/>
                  </a:lnTo>
                  <a:lnTo>
                    <a:pt x="71798" y="150108"/>
                  </a:lnTo>
                  <a:lnTo>
                    <a:pt x="75007" y="155973"/>
                  </a:lnTo>
                  <a:lnTo>
                    <a:pt x="75785" y="158133"/>
                  </a:lnTo>
                  <a:lnTo>
                    <a:pt x="76914" y="162304"/>
                  </a:lnTo>
                  <a:lnTo>
                    <a:pt x="77393" y="162916"/>
                  </a:lnTo>
                  <a:lnTo>
                    <a:pt x="77843" y="163736"/>
                  </a:lnTo>
                  <a:lnTo>
                    <a:pt x="78132" y="166025"/>
                  </a:lnTo>
                  <a:lnTo>
                    <a:pt x="78226" y="167667"/>
                  </a:lnTo>
                  <a:lnTo>
                    <a:pt x="78379" y="172700"/>
                  </a:lnTo>
                  <a:lnTo>
                    <a:pt x="78957" y="174196"/>
                  </a:lnTo>
                  <a:lnTo>
                    <a:pt x="79491" y="176033"/>
                  </a:lnTo>
                  <a:lnTo>
                    <a:pt x="79722" y="177372"/>
                  </a:lnTo>
                  <a:lnTo>
                    <a:pt x="80205" y="178366"/>
                  </a:lnTo>
                  <a:lnTo>
                    <a:pt x="80735" y="178556"/>
                  </a:lnTo>
                  <a:lnTo>
                    <a:pt x="81369" y="177440"/>
                  </a:lnTo>
                  <a:lnTo>
                    <a:pt x="81867" y="176378"/>
                  </a:lnTo>
                  <a:lnTo>
                    <a:pt x="82094" y="176692"/>
                  </a:lnTo>
                  <a:lnTo>
                    <a:pt x="82602" y="180211"/>
                  </a:lnTo>
                  <a:lnTo>
                    <a:pt x="83064" y="181494"/>
                  </a:lnTo>
                  <a:lnTo>
                    <a:pt x="83933" y="182714"/>
                  </a:lnTo>
                  <a:lnTo>
                    <a:pt x="84759" y="183660"/>
                  </a:lnTo>
                  <a:lnTo>
                    <a:pt x="86559" y="187900"/>
                  </a:lnTo>
                  <a:lnTo>
                    <a:pt x="87523" y="189445"/>
                  </a:lnTo>
                  <a:lnTo>
                    <a:pt x="88176" y="189937"/>
                  </a:lnTo>
                  <a:lnTo>
                    <a:pt x="88740" y="190657"/>
                  </a:lnTo>
                  <a:lnTo>
                    <a:pt x="88908" y="191992"/>
                  </a:lnTo>
                  <a:lnTo>
                    <a:pt x="88687" y="193357"/>
                  </a:lnTo>
                  <a:lnTo>
                    <a:pt x="88304" y="194241"/>
                  </a:lnTo>
                  <a:lnTo>
                    <a:pt x="86211" y="196697"/>
                  </a:lnTo>
                  <a:lnTo>
                    <a:pt x="85931" y="197765"/>
                  </a:lnTo>
                  <a:lnTo>
                    <a:pt x="86219" y="199396"/>
                  </a:lnTo>
                  <a:lnTo>
                    <a:pt x="86744" y="201441"/>
                  </a:lnTo>
                  <a:lnTo>
                    <a:pt x="87314" y="203195"/>
                  </a:lnTo>
                  <a:lnTo>
                    <a:pt x="88038" y="204915"/>
                  </a:lnTo>
                  <a:lnTo>
                    <a:pt x="89510" y="207713"/>
                  </a:lnTo>
                  <a:lnTo>
                    <a:pt x="90786" y="209906"/>
                  </a:lnTo>
                  <a:lnTo>
                    <a:pt x="91486" y="212321"/>
                  </a:lnTo>
                  <a:lnTo>
                    <a:pt x="91869" y="213936"/>
                  </a:lnTo>
                  <a:lnTo>
                    <a:pt x="91632" y="215868"/>
                  </a:lnTo>
                  <a:lnTo>
                    <a:pt x="91095" y="217977"/>
                  </a:lnTo>
                  <a:lnTo>
                    <a:pt x="90676" y="219792"/>
                  </a:lnTo>
                  <a:lnTo>
                    <a:pt x="89958" y="220844"/>
                  </a:lnTo>
                  <a:lnTo>
                    <a:pt x="89764" y="222072"/>
                  </a:lnTo>
                  <a:lnTo>
                    <a:pt x="90060" y="223962"/>
                  </a:lnTo>
                  <a:lnTo>
                    <a:pt x="90302" y="225265"/>
                  </a:lnTo>
                  <a:lnTo>
                    <a:pt x="90171" y="226874"/>
                  </a:lnTo>
                  <a:lnTo>
                    <a:pt x="90240" y="230192"/>
                  </a:lnTo>
                  <a:lnTo>
                    <a:pt x="89578" y="231377"/>
                  </a:lnTo>
                  <a:lnTo>
                    <a:pt x="88964" y="234394"/>
                  </a:lnTo>
                  <a:lnTo>
                    <a:pt x="88539" y="234617"/>
                  </a:lnTo>
                  <a:lnTo>
                    <a:pt x="87476" y="233522"/>
                  </a:lnTo>
                  <a:lnTo>
                    <a:pt x="87106" y="234121"/>
                  </a:lnTo>
                  <a:lnTo>
                    <a:pt x="86428" y="236314"/>
                  </a:lnTo>
                  <a:lnTo>
                    <a:pt x="85242" y="238713"/>
                  </a:lnTo>
                  <a:lnTo>
                    <a:pt x="84670" y="238741"/>
                  </a:lnTo>
                  <a:lnTo>
                    <a:pt x="84277" y="238448"/>
                  </a:lnTo>
                  <a:lnTo>
                    <a:pt x="83814" y="239472"/>
                  </a:lnTo>
                  <a:lnTo>
                    <a:pt x="83155" y="241354"/>
                  </a:lnTo>
                  <a:lnTo>
                    <a:pt x="82851" y="241293"/>
                  </a:lnTo>
                  <a:lnTo>
                    <a:pt x="81715" y="241727"/>
                  </a:lnTo>
                  <a:lnTo>
                    <a:pt x="81271" y="241124"/>
                  </a:lnTo>
                  <a:lnTo>
                    <a:pt x="80718" y="239569"/>
                  </a:lnTo>
                  <a:lnTo>
                    <a:pt x="79832" y="237986"/>
                  </a:lnTo>
                  <a:lnTo>
                    <a:pt x="79025" y="236861"/>
                  </a:lnTo>
                  <a:lnTo>
                    <a:pt x="78592" y="236102"/>
                  </a:lnTo>
                  <a:lnTo>
                    <a:pt x="78195" y="234792"/>
                  </a:lnTo>
                  <a:lnTo>
                    <a:pt x="77833" y="233941"/>
                  </a:lnTo>
                  <a:lnTo>
                    <a:pt x="77169" y="235808"/>
                  </a:lnTo>
                  <a:lnTo>
                    <a:pt x="76048" y="237588"/>
                  </a:lnTo>
                  <a:lnTo>
                    <a:pt x="74988" y="237250"/>
                  </a:lnTo>
                  <a:lnTo>
                    <a:pt x="74469" y="236955"/>
                  </a:lnTo>
                  <a:lnTo>
                    <a:pt x="74046" y="239557"/>
                  </a:lnTo>
                  <a:lnTo>
                    <a:pt x="73736" y="240023"/>
                  </a:lnTo>
                  <a:lnTo>
                    <a:pt x="71824" y="240472"/>
                  </a:lnTo>
                  <a:lnTo>
                    <a:pt x="71465" y="240891"/>
                  </a:lnTo>
                  <a:lnTo>
                    <a:pt x="71772" y="243258"/>
                  </a:lnTo>
                  <a:lnTo>
                    <a:pt x="72900" y="247271"/>
                  </a:lnTo>
                  <a:lnTo>
                    <a:pt x="73242" y="249575"/>
                  </a:lnTo>
                  <a:lnTo>
                    <a:pt x="72536" y="253355"/>
                  </a:lnTo>
                  <a:lnTo>
                    <a:pt x="70558" y="253257"/>
                  </a:lnTo>
                  <a:lnTo>
                    <a:pt x="69668" y="251718"/>
                  </a:lnTo>
                  <a:lnTo>
                    <a:pt x="68847" y="249576"/>
                  </a:lnTo>
                  <a:lnTo>
                    <a:pt x="68550" y="248516"/>
                  </a:lnTo>
                  <a:lnTo>
                    <a:pt x="66013" y="246412"/>
                  </a:lnTo>
                  <a:lnTo>
                    <a:pt x="64320" y="247862"/>
                  </a:lnTo>
                  <a:lnTo>
                    <a:pt x="63803" y="247789"/>
                  </a:lnTo>
                  <a:lnTo>
                    <a:pt x="63007" y="246255"/>
                  </a:lnTo>
                  <a:lnTo>
                    <a:pt x="62529" y="245101"/>
                  </a:lnTo>
                  <a:lnTo>
                    <a:pt x="62058" y="243362"/>
                  </a:lnTo>
                  <a:lnTo>
                    <a:pt x="61796" y="241598"/>
                  </a:lnTo>
                  <a:lnTo>
                    <a:pt x="61769" y="240795"/>
                  </a:lnTo>
                  <a:lnTo>
                    <a:pt x="62504" y="240156"/>
                  </a:lnTo>
                  <a:lnTo>
                    <a:pt x="63705" y="238713"/>
                  </a:lnTo>
                  <a:lnTo>
                    <a:pt x="64686" y="237090"/>
                  </a:lnTo>
                  <a:lnTo>
                    <a:pt x="65331" y="235362"/>
                  </a:lnTo>
                  <a:lnTo>
                    <a:pt x="65596" y="233573"/>
                  </a:lnTo>
                  <a:lnTo>
                    <a:pt x="65631" y="231488"/>
                  </a:lnTo>
                  <a:lnTo>
                    <a:pt x="65909" y="226107"/>
                  </a:lnTo>
                  <a:lnTo>
                    <a:pt x="66197" y="223473"/>
                  </a:lnTo>
                  <a:lnTo>
                    <a:pt x="66035" y="220248"/>
                  </a:lnTo>
                  <a:lnTo>
                    <a:pt x="65512" y="217707"/>
                  </a:lnTo>
                  <a:lnTo>
                    <a:pt x="65512" y="213895"/>
                  </a:lnTo>
                  <a:lnTo>
                    <a:pt x="65700" y="212033"/>
                  </a:lnTo>
                  <a:lnTo>
                    <a:pt x="65789" y="210813"/>
                  </a:lnTo>
                  <a:lnTo>
                    <a:pt x="66527" y="209267"/>
                  </a:lnTo>
                  <a:lnTo>
                    <a:pt x="67038" y="207049"/>
                  </a:lnTo>
                  <a:lnTo>
                    <a:pt x="67321" y="204163"/>
                  </a:lnTo>
                  <a:lnTo>
                    <a:pt x="67347" y="202077"/>
                  </a:lnTo>
                  <a:lnTo>
                    <a:pt x="67116" y="200795"/>
                  </a:lnTo>
                  <a:lnTo>
                    <a:pt x="66389" y="199574"/>
                  </a:lnTo>
                  <a:lnTo>
                    <a:pt x="65165" y="198417"/>
                  </a:lnTo>
                  <a:lnTo>
                    <a:pt x="64397" y="196955"/>
                  </a:lnTo>
                  <a:lnTo>
                    <a:pt x="64084" y="195188"/>
                  </a:lnTo>
                  <a:lnTo>
                    <a:pt x="64112" y="193637"/>
                  </a:lnTo>
                  <a:lnTo>
                    <a:pt x="64486" y="192299"/>
                  </a:lnTo>
                  <a:lnTo>
                    <a:pt x="63565" y="190809"/>
                  </a:lnTo>
                  <a:lnTo>
                    <a:pt x="61347" y="189164"/>
                  </a:lnTo>
                  <a:lnTo>
                    <a:pt x="60110" y="187193"/>
                  </a:lnTo>
                  <a:lnTo>
                    <a:pt x="59849" y="184896"/>
                  </a:lnTo>
                  <a:lnTo>
                    <a:pt x="58924" y="181883"/>
                  </a:lnTo>
                  <a:lnTo>
                    <a:pt x="57333" y="178157"/>
                  </a:lnTo>
                  <a:lnTo>
                    <a:pt x="56495" y="172794"/>
                  </a:lnTo>
                  <a:lnTo>
                    <a:pt x="56409" y="165796"/>
                  </a:lnTo>
                  <a:lnTo>
                    <a:pt x="56597" y="160100"/>
                  </a:lnTo>
                  <a:lnTo>
                    <a:pt x="57293" y="153506"/>
                  </a:lnTo>
                  <a:lnTo>
                    <a:pt x="56362" y="148737"/>
                  </a:lnTo>
                  <a:lnTo>
                    <a:pt x="55341" y="146224"/>
                  </a:lnTo>
                  <a:lnTo>
                    <a:pt x="53920" y="144376"/>
                  </a:lnTo>
                  <a:lnTo>
                    <a:pt x="52565" y="141725"/>
                  </a:lnTo>
                  <a:lnTo>
                    <a:pt x="51280" y="138273"/>
                  </a:lnTo>
                  <a:lnTo>
                    <a:pt x="49739" y="133174"/>
                  </a:lnTo>
                  <a:lnTo>
                    <a:pt x="47941" y="126427"/>
                  </a:lnTo>
                  <a:lnTo>
                    <a:pt x="46734" y="123404"/>
                  </a:lnTo>
                  <a:lnTo>
                    <a:pt x="46115" y="124104"/>
                  </a:lnTo>
                  <a:lnTo>
                    <a:pt x="44816" y="123478"/>
                  </a:lnTo>
                  <a:lnTo>
                    <a:pt x="42834" y="121526"/>
                  </a:lnTo>
                  <a:lnTo>
                    <a:pt x="41108" y="120474"/>
                  </a:lnTo>
                  <a:lnTo>
                    <a:pt x="39633" y="120321"/>
                  </a:lnTo>
                  <a:lnTo>
                    <a:pt x="38674" y="120762"/>
                  </a:lnTo>
                  <a:lnTo>
                    <a:pt x="38229" y="121794"/>
                  </a:lnTo>
                  <a:lnTo>
                    <a:pt x="38194" y="122814"/>
                  </a:lnTo>
                  <a:lnTo>
                    <a:pt x="38568" y="123818"/>
                  </a:lnTo>
                  <a:lnTo>
                    <a:pt x="38368" y="124602"/>
                  </a:lnTo>
                  <a:lnTo>
                    <a:pt x="37594" y="125163"/>
                  </a:lnTo>
                  <a:lnTo>
                    <a:pt x="36971" y="126278"/>
                  </a:lnTo>
                  <a:lnTo>
                    <a:pt x="36272" y="128746"/>
                  </a:lnTo>
                  <a:lnTo>
                    <a:pt x="35786" y="131988"/>
                  </a:lnTo>
                  <a:lnTo>
                    <a:pt x="35056" y="133237"/>
                  </a:lnTo>
                  <a:lnTo>
                    <a:pt x="33925" y="133513"/>
                  </a:lnTo>
                  <a:lnTo>
                    <a:pt x="32813" y="134439"/>
                  </a:lnTo>
                  <a:lnTo>
                    <a:pt x="31718" y="136015"/>
                  </a:lnTo>
                  <a:lnTo>
                    <a:pt x="31202" y="137211"/>
                  </a:lnTo>
                  <a:lnTo>
                    <a:pt x="31261" y="138027"/>
                  </a:lnTo>
                  <a:lnTo>
                    <a:pt x="31025" y="138209"/>
                  </a:lnTo>
                  <a:lnTo>
                    <a:pt x="30490" y="137755"/>
                  </a:lnTo>
                  <a:lnTo>
                    <a:pt x="30238" y="136683"/>
                  </a:lnTo>
                  <a:lnTo>
                    <a:pt x="30264" y="134994"/>
                  </a:lnTo>
                  <a:lnTo>
                    <a:pt x="29707" y="133862"/>
                  </a:lnTo>
                  <a:lnTo>
                    <a:pt x="28564" y="133285"/>
                  </a:lnTo>
                  <a:lnTo>
                    <a:pt x="27261" y="131473"/>
                  </a:lnTo>
                  <a:lnTo>
                    <a:pt x="25796" y="128428"/>
                  </a:lnTo>
                  <a:lnTo>
                    <a:pt x="24780" y="126806"/>
                  </a:lnTo>
                  <a:lnTo>
                    <a:pt x="24210" y="126606"/>
                  </a:lnTo>
                  <a:lnTo>
                    <a:pt x="23394" y="127812"/>
                  </a:lnTo>
                  <a:lnTo>
                    <a:pt x="22333" y="130422"/>
                  </a:lnTo>
                  <a:lnTo>
                    <a:pt x="21456" y="131458"/>
                  </a:lnTo>
                  <a:lnTo>
                    <a:pt x="20763" y="130920"/>
                  </a:lnTo>
                  <a:lnTo>
                    <a:pt x="20229" y="131843"/>
                  </a:lnTo>
                  <a:lnTo>
                    <a:pt x="19855" y="134228"/>
                  </a:lnTo>
                  <a:lnTo>
                    <a:pt x="19165" y="136098"/>
                  </a:lnTo>
                  <a:lnTo>
                    <a:pt x="17655" y="138134"/>
                  </a:lnTo>
                  <a:lnTo>
                    <a:pt x="17551" y="138375"/>
                  </a:lnTo>
                  <a:lnTo>
                    <a:pt x="15827" y="141141"/>
                  </a:lnTo>
                  <a:lnTo>
                    <a:pt x="14439" y="143911"/>
                  </a:lnTo>
                  <a:lnTo>
                    <a:pt x="12827" y="147634"/>
                  </a:lnTo>
                  <a:lnTo>
                    <a:pt x="12068" y="148209"/>
                  </a:lnTo>
                  <a:lnTo>
                    <a:pt x="11343" y="147310"/>
                  </a:lnTo>
                  <a:lnTo>
                    <a:pt x="10248" y="146390"/>
                  </a:lnTo>
                  <a:lnTo>
                    <a:pt x="9671" y="145126"/>
                  </a:lnTo>
                  <a:lnTo>
                    <a:pt x="10774" y="138824"/>
                  </a:lnTo>
                  <a:lnTo>
                    <a:pt x="12167" y="131839"/>
                  </a:lnTo>
                  <a:lnTo>
                    <a:pt x="12540" y="128616"/>
                  </a:lnTo>
                  <a:lnTo>
                    <a:pt x="12599" y="126265"/>
                  </a:lnTo>
                  <a:lnTo>
                    <a:pt x="12462" y="124354"/>
                  </a:lnTo>
                  <a:lnTo>
                    <a:pt x="11917" y="122354"/>
                  </a:lnTo>
                  <a:lnTo>
                    <a:pt x="11402" y="120803"/>
                  </a:lnTo>
                  <a:lnTo>
                    <a:pt x="11358" y="119770"/>
                  </a:lnTo>
                  <a:lnTo>
                    <a:pt x="11523" y="118676"/>
                  </a:lnTo>
                  <a:lnTo>
                    <a:pt x="12082" y="117065"/>
                  </a:lnTo>
                  <a:lnTo>
                    <a:pt x="12803" y="114560"/>
                  </a:lnTo>
                  <a:lnTo>
                    <a:pt x="13473" y="109405"/>
                  </a:lnTo>
                  <a:lnTo>
                    <a:pt x="14276" y="103956"/>
                  </a:lnTo>
                  <a:lnTo>
                    <a:pt x="14197" y="100654"/>
                  </a:lnTo>
                  <a:lnTo>
                    <a:pt x="13547" y="97031"/>
                  </a:lnTo>
                  <a:lnTo>
                    <a:pt x="13194" y="93591"/>
                  </a:lnTo>
                  <a:lnTo>
                    <a:pt x="13477" y="88902"/>
                  </a:lnTo>
                  <a:lnTo>
                    <a:pt x="13369" y="87078"/>
                  </a:lnTo>
                  <a:lnTo>
                    <a:pt x="12671" y="86166"/>
                  </a:lnTo>
                  <a:lnTo>
                    <a:pt x="10378" y="85233"/>
                  </a:lnTo>
                  <a:lnTo>
                    <a:pt x="9641" y="85393"/>
                  </a:lnTo>
                  <a:lnTo>
                    <a:pt x="9058" y="85993"/>
                  </a:lnTo>
                  <a:lnTo>
                    <a:pt x="8432" y="87267"/>
                  </a:lnTo>
                  <a:lnTo>
                    <a:pt x="7665" y="88071"/>
                  </a:lnTo>
                  <a:lnTo>
                    <a:pt x="6222" y="88511"/>
                  </a:lnTo>
                  <a:lnTo>
                    <a:pt x="4858" y="86927"/>
                  </a:lnTo>
                  <a:lnTo>
                    <a:pt x="3719" y="84237"/>
                  </a:lnTo>
                  <a:lnTo>
                    <a:pt x="3445" y="80939"/>
                  </a:lnTo>
                  <a:lnTo>
                    <a:pt x="4281" y="77015"/>
                  </a:lnTo>
                  <a:lnTo>
                    <a:pt x="4870" y="73840"/>
                  </a:lnTo>
                  <a:lnTo>
                    <a:pt x="5217" y="71112"/>
                  </a:lnTo>
                  <a:lnTo>
                    <a:pt x="5179" y="69821"/>
                  </a:lnTo>
                  <a:lnTo>
                    <a:pt x="4930" y="68475"/>
                  </a:lnTo>
                  <a:lnTo>
                    <a:pt x="4590" y="68293"/>
                  </a:lnTo>
                  <a:lnTo>
                    <a:pt x="3858" y="66619"/>
                  </a:lnTo>
                  <a:lnTo>
                    <a:pt x="3146" y="63674"/>
                  </a:lnTo>
                  <a:lnTo>
                    <a:pt x="2474" y="62330"/>
                  </a:lnTo>
                  <a:lnTo>
                    <a:pt x="1841" y="62583"/>
                  </a:lnTo>
                  <a:lnTo>
                    <a:pt x="1256" y="63697"/>
                  </a:lnTo>
                  <a:lnTo>
                    <a:pt x="721" y="65673"/>
                  </a:lnTo>
                  <a:lnTo>
                    <a:pt x="302" y="66481"/>
                  </a:lnTo>
                  <a:lnTo>
                    <a:pt x="0" y="66118"/>
                  </a:lnTo>
                  <a:lnTo>
                    <a:pt x="91" y="64375"/>
                  </a:lnTo>
                  <a:lnTo>
                    <a:pt x="179" y="62734"/>
                  </a:lnTo>
                  <a:lnTo>
                    <a:pt x="840" y="56324"/>
                  </a:lnTo>
                  <a:lnTo>
                    <a:pt x="1637" y="52153"/>
                  </a:lnTo>
                  <a:lnTo>
                    <a:pt x="2573" y="50220"/>
                  </a:lnTo>
                  <a:lnTo>
                    <a:pt x="3564" y="49406"/>
                  </a:lnTo>
                  <a:lnTo>
                    <a:pt x="4611" y="49709"/>
                  </a:lnTo>
                  <a:lnTo>
                    <a:pt x="5486" y="49351"/>
                  </a:lnTo>
                  <a:lnTo>
                    <a:pt x="6191" y="48333"/>
                  </a:lnTo>
                  <a:lnTo>
                    <a:pt x="6126" y="47751"/>
                  </a:lnTo>
                  <a:lnTo>
                    <a:pt x="5293" y="47604"/>
                  </a:lnTo>
                  <a:lnTo>
                    <a:pt x="4964" y="46490"/>
                  </a:lnTo>
                  <a:lnTo>
                    <a:pt x="5133" y="44408"/>
                  </a:lnTo>
                  <a:lnTo>
                    <a:pt x="5504" y="43055"/>
                  </a:lnTo>
                  <a:lnTo>
                    <a:pt x="6078" y="42430"/>
                  </a:lnTo>
                  <a:lnTo>
                    <a:pt x="6632" y="40331"/>
                  </a:lnTo>
                  <a:lnTo>
                    <a:pt x="7168" y="36755"/>
                  </a:lnTo>
                  <a:lnTo>
                    <a:pt x="7820" y="34945"/>
                  </a:lnTo>
                  <a:lnTo>
                    <a:pt x="8587" y="34899"/>
                  </a:lnTo>
                  <a:lnTo>
                    <a:pt x="9903" y="33362"/>
                  </a:lnTo>
                  <a:lnTo>
                    <a:pt x="11766" y="30335"/>
                  </a:lnTo>
                  <a:lnTo>
                    <a:pt x="12478" y="27415"/>
                  </a:lnTo>
                  <a:lnTo>
                    <a:pt x="13183" y="28756"/>
                  </a:lnTo>
                  <a:lnTo>
                    <a:pt x="12923" y="32141"/>
                  </a:lnTo>
                  <a:lnTo>
                    <a:pt x="13291" y="32857"/>
                  </a:lnTo>
                  <a:lnTo>
                    <a:pt x="13466" y="34065"/>
                  </a:lnTo>
                  <a:lnTo>
                    <a:pt x="13367" y="35962"/>
                  </a:lnTo>
                  <a:lnTo>
                    <a:pt x="13521" y="37572"/>
                  </a:lnTo>
                  <a:lnTo>
                    <a:pt x="13807" y="38353"/>
                  </a:lnTo>
                  <a:lnTo>
                    <a:pt x="14216" y="38742"/>
                  </a:lnTo>
                  <a:lnTo>
                    <a:pt x="16192" y="37363"/>
                  </a:lnTo>
                  <a:lnTo>
                    <a:pt x="17396" y="37260"/>
                  </a:lnTo>
                  <a:lnTo>
                    <a:pt x="17902" y="38168"/>
                  </a:lnTo>
                  <a:lnTo>
                    <a:pt x="18363" y="38734"/>
                  </a:lnTo>
                  <a:lnTo>
                    <a:pt x="18934" y="39171"/>
                  </a:lnTo>
                  <a:lnTo>
                    <a:pt x="19375" y="39746"/>
                  </a:lnTo>
                  <a:lnTo>
                    <a:pt x="19660" y="39562"/>
                  </a:lnTo>
                  <a:lnTo>
                    <a:pt x="20335" y="38151"/>
                  </a:lnTo>
                  <a:lnTo>
                    <a:pt x="20543" y="37901"/>
                  </a:lnTo>
                  <a:lnTo>
                    <a:pt x="20561" y="37210"/>
                  </a:lnTo>
                  <a:lnTo>
                    <a:pt x="20086" y="35942"/>
                  </a:lnTo>
                  <a:lnTo>
                    <a:pt x="19597" y="34877"/>
                  </a:lnTo>
                  <a:lnTo>
                    <a:pt x="19612" y="32511"/>
                  </a:lnTo>
                  <a:lnTo>
                    <a:pt x="19847" y="28409"/>
                  </a:lnTo>
                  <a:lnTo>
                    <a:pt x="19893" y="26283"/>
                  </a:lnTo>
                  <a:lnTo>
                    <a:pt x="19853" y="21195"/>
                  </a:lnTo>
                  <a:lnTo>
                    <a:pt x="19762" y="19760"/>
                  </a:lnTo>
                  <a:lnTo>
                    <a:pt x="19312" y="18107"/>
                  </a:lnTo>
                  <a:lnTo>
                    <a:pt x="18134" y="14939"/>
                  </a:lnTo>
                  <a:lnTo>
                    <a:pt x="17803" y="13001"/>
                  </a:lnTo>
                  <a:lnTo>
                    <a:pt x="17614" y="11062"/>
                  </a:lnTo>
                  <a:lnTo>
                    <a:pt x="17633" y="9835"/>
                  </a:lnTo>
                  <a:lnTo>
                    <a:pt x="17334" y="8433"/>
                  </a:lnTo>
                  <a:lnTo>
                    <a:pt x="17178" y="7139"/>
                  </a:lnTo>
                  <a:lnTo>
                    <a:pt x="17707" y="6468"/>
                  </a:lnTo>
                  <a:lnTo>
                    <a:pt x="18341" y="4959"/>
                  </a:lnTo>
                  <a:lnTo>
                    <a:pt x="18661" y="2654"/>
                  </a:lnTo>
                  <a:lnTo>
                    <a:pt x="18969" y="973"/>
                  </a:lnTo>
                  <a:lnTo>
                    <a:pt x="19409" y="256"/>
                  </a:lnTo>
                  <a:lnTo>
                    <a:pt x="19789" y="0"/>
                  </a:lnTo>
                  <a:lnTo>
                    <a:pt x="20048" y="145"/>
                  </a:lnTo>
                  <a:lnTo>
                    <a:pt x="21045" y="3155"/>
                  </a:lnTo>
                  <a:lnTo>
                    <a:pt x="22308" y="1650"/>
                  </a:lnTo>
                  <a:lnTo>
                    <a:pt x="23271" y="1656"/>
                  </a:lnTo>
                  <a:lnTo>
                    <a:pt x="24088" y="2452"/>
                  </a:lnTo>
                  <a:close/>
                </a:path>
              </a:pathLst>
            </a:custGeom>
            <a:solidFill>
              <a:srgbClr val="D9EAD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1" name="pg950"/>
            <p:cNvSpPr/>
            <p:nvPr/>
          </p:nvSpPr>
          <p:spPr>
            <a:xfrm>
              <a:off x="3761602" y="2609347"/>
              <a:ext cx="17992" cy="47367"/>
            </a:xfrm>
            <a:custGeom>
              <a:avLst/>
              <a:pathLst>
                <a:path w="17992" h="47367">
                  <a:moveTo>
                    <a:pt x="9268" y="36846"/>
                  </a:moveTo>
                  <a:lnTo>
                    <a:pt x="8922" y="37321"/>
                  </a:lnTo>
                  <a:lnTo>
                    <a:pt x="8273" y="38677"/>
                  </a:lnTo>
                  <a:lnTo>
                    <a:pt x="7627" y="39775"/>
                  </a:lnTo>
                  <a:lnTo>
                    <a:pt x="6320" y="41476"/>
                  </a:lnTo>
                  <a:lnTo>
                    <a:pt x="6024" y="42494"/>
                  </a:lnTo>
                  <a:lnTo>
                    <a:pt x="5736" y="41582"/>
                  </a:lnTo>
                  <a:lnTo>
                    <a:pt x="5166" y="42202"/>
                  </a:lnTo>
                  <a:lnTo>
                    <a:pt x="4686" y="46073"/>
                  </a:lnTo>
                  <a:lnTo>
                    <a:pt x="3688" y="47367"/>
                  </a:lnTo>
                  <a:lnTo>
                    <a:pt x="2441" y="47253"/>
                  </a:lnTo>
                  <a:lnTo>
                    <a:pt x="1398" y="46886"/>
                  </a:lnTo>
                  <a:lnTo>
                    <a:pt x="0" y="47131"/>
                  </a:lnTo>
                  <a:lnTo>
                    <a:pt x="566" y="44876"/>
                  </a:lnTo>
                  <a:lnTo>
                    <a:pt x="1156" y="41951"/>
                  </a:lnTo>
                  <a:lnTo>
                    <a:pt x="1740" y="38002"/>
                  </a:lnTo>
                  <a:lnTo>
                    <a:pt x="2768" y="34727"/>
                  </a:lnTo>
                  <a:lnTo>
                    <a:pt x="4902" y="23608"/>
                  </a:lnTo>
                  <a:lnTo>
                    <a:pt x="6132" y="19104"/>
                  </a:lnTo>
                  <a:lnTo>
                    <a:pt x="6572" y="12719"/>
                  </a:lnTo>
                  <a:lnTo>
                    <a:pt x="8478" y="7130"/>
                  </a:lnTo>
                  <a:lnTo>
                    <a:pt x="9905" y="5478"/>
                  </a:lnTo>
                  <a:lnTo>
                    <a:pt x="10594" y="3879"/>
                  </a:lnTo>
                  <a:lnTo>
                    <a:pt x="10574" y="1463"/>
                  </a:lnTo>
                  <a:lnTo>
                    <a:pt x="12704" y="1480"/>
                  </a:lnTo>
                  <a:lnTo>
                    <a:pt x="14075" y="1354"/>
                  </a:lnTo>
                  <a:lnTo>
                    <a:pt x="14474" y="0"/>
                  </a:lnTo>
                  <a:lnTo>
                    <a:pt x="15542" y="614"/>
                  </a:lnTo>
                  <a:lnTo>
                    <a:pt x="16140" y="1927"/>
                  </a:lnTo>
                  <a:lnTo>
                    <a:pt x="15600" y="3304"/>
                  </a:lnTo>
                  <a:lnTo>
                    <a:pt x="14840" y="4886"/>
                  </a:lnTo>
                  <a:lnTo>
                    <a:pt x="14884" y="5292"/>
                  </a:lnTo>
                  <a:lnTo>
                    <a:pt x="15451" y="5423"/>
                  </a:lnTo>
                  <a:lnTo>
                    <a:pt x="16415" y="6280"/>
                  </a:lnTo>
                  <a:lnTo>
                    <a:pt x="17010" y="7279"/>
                  </a:lnTo>
                  <a:lnTo>
                    <a:pt x="17992" y="13517"/>
                  </a:lnTo>
                  <a:lnTo>
                    <a:pt x="17385" y="16086"/>
                  </a:lnTo>
                  <a:lnTo>
                    <a:pt x="16439" y="18375"/>
                  </a:lnTo>
                  <a:lnTo>
                    <a:pt x="16017" y="18582"/>
                  </a:lnTo>
                  <a:lnTo>
                    <a:pt x="15188" y="19720"/>
                  </a:lnTo>
                  <a:lnTo>
                    <a:pt x="14493" y="21277"/>
                  </a:lnTo>
                  <a:lnTo>
                    <a:pt x="14249" y="22262"/>
                  </a:lnTo>
                  <a:lnTo>
                    <a:pt x="14303" y="23181"/>
                  </a:lnTo>
                  <a:lnTo>
                    <a:pt x="15285" y="24336"/>
                  </a:lnTo>
                  <a:lnTo>
                    <a:pt x="15312" y="24802"/>
                  </a:lnTo>
                  <a:lnTo>
                    <a:pt x="15111" y="25165"/>
                  </a:lnTo>
                  <a:lnTo>
                    <a:pt x="14317" y="24913"/>
                  </a:lnTo>
                  <a:lnTo>
                    <a:pt x="13294" y="24796"/>
                  </a:lnTo>
                  <a:lnTo>
                    <a:pt x="12689" y="24797"/>
                  </a:lnTo>
                  <a:lnTo>
                    <a:pt x="11987" y="25031"/>
                  </a:lnTo>
                  <a:lnTo>
                    <a:pt x="11093" y="26439"/>
                  </a:lnTo>
                  <a:lnTo>
                    <a:pt x="10694" y="27364"/>
                  </a:lnTo>
                  <a:lnTo>
                    <a:pt x="10479" y="27961"/>
                  </a:lnTo>
                  <a:lnTo>
                    <a:pt x="10161" y="29878"/>
                  </a:lnTo>
                  <a:lnTo>
                    <a:pt x="10518" y="31192"/>
                  </a:lnTo>
                  <a:lnTo>
                    <a:pt x="11188" y="31935"/>
                  </a:lnTo>
                  <a:lnTo>
                    <a:pt x="11283" y="32316"/>
                  </a:lnTo>
                  <a:lnTo>
                    <a:pt x="11135" y="32982"/>
                  </a:lnTo>
                  <a:lnTo>
                    <a:pt x="10468" y="33808"/>
                  </a:lnTo>
                  <a:lnTo>
                    <a:pt x="9968" y="34821"/>
                  </a:lnTo>
                  <a:lnTo>
                    <a:pt x="9824" y="35852"/>
                  </a:lnTo>
                  <a:close/>
                </a:path>
              </a:pathLst>
            </a:custGeom>
            <a:solidFill>
              <a:srgbClr val="E8F2E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2" name="pg951"/>
            <p:cNvSpPr/>
            <p:nvPr/>
          </p:nvSpPr>
          <p:spPr>
            <a:xfrm>
              <a:off x="3193482" y="3381789"/>
              <a:ext cx="50060" cy="123703"/>
            </a:xfrm>
            <a:custGeom>
              <a:avLst/>
              <a:pathLst>
                <a:path w="50060" h="123703">
                  <a:moveTo>
                    <a:pt x="36818" y="28934"/>
                  </a:moveTo>
                  <a:lnTo>
                    <a:pt x="37051" y="29273"/>
                  </a:lnTo>
                  <a:lnTo>
                    <a:pt x="37419" y="30178"/>
                  </a:lnTo>
                  <a:lnTo>
                    <a:pt x="37765" y="33268"/>
                  </a:lnTo>
                  <a:lnTo>
                    <a:pt x="39131" y="43250"/>
                  </a:lnTo>
                  <a:lnTo>
                    <a:pt x="39062" y="46000"/>
                  </a:lnTo>
                  <a:lnTo>
                    <a:pt x="38791" y="47800"/>
                  </a:lnTo>
                  <a:lnTo>
                    <a:pt x="38784" y="49562"/>
                  </a:lnTo>
                  <a:lnTo>
                    <a:pt x="38693" y="51301"/>
                  </a:lnTo>
                  <a:lnTo>
                    <a:pt x="37857" y="54150"/>
                  </a:lnTo>
                  <a:lnTo>
                    <a:pt x="35391" y="59981"/>
                  </a:lnTo>
                  <a:lnTo>
                    <a:pt x="35582" y="60491"/>
                  </a:lnTo>
                  <a:lnTo>
                    <a:pt x="36171" y="61155"/>
                  </a:lnTo>
                  <a:lnTo>
                    <a:pt x="36771" y="61500"/>
                  </a:lnTo>
                  <a:lnTo>
                    <a:pt x="37263" y="61320"/>
                  </a:lnTo>
                  <a:lnTo>
                    <a:pt x="37880" y="62777"/>
                  </a:lnTo>
                  <a:lnTo>
                    <a:pt x="38543" y="64606"/>
                  </a:lnTo>
                  <a:lnTo>
                    <a:pt x="39247" y="65559"/>
                  </a:lnTo>
                  <a:lnTo>
                    <a:pt x="40262" y="66395"/>
                  </a:lnTo>
                  <a:lnTo>
                    <a:pt x="41150" y="66489"/>
                  </a:lnTo>
                  <a:lnTo>
                    <a:pt x="41906" y="66169"/>
                  </a:lnTo>
                  <a:lnTo>
                    <a:pt x="42971" y="66531"/>
                  </a:lnTo>
                  <a:lnTo>
                    <a:pt x="44104" y="68046"/>
                  </a:lnTo>
                  <a:lnTo>
                    <a:pt x="44507" y="70549"/>
                  </a:lnTo>
                  <a:lnTo>
                    <a:pt x="44779" y="72729"/>
                  </a:lnTo>
                  <a:lnTo>
                    <a:pt x="45173" y="73836"/>
                  </a:lnTo>
                  <a:lnTo>
                    <a:pt x="45226" y="75722"/>
                  </a:lnTo>
                  <a:lnTo>
                    <a:pt x="46032" y="77378"/>
                  </a:lnTo>
                  <a:lnTo>
                    <a:pt x="47181" y="77713"/>
                  </a:lnTo>
                  <a:lnTo>
                    <a:pt x="48670" y="79654"/>
                  </a:lnTo>
                  <a:lnTo>
                    <a:pt x="49049" y="79551"/>
                  </a:lnTo>
                  <a:lnTo>
                    <a:pt x="49213" y="79309"/>
                  </a:lnTo>
                  <a:lnTo>
                    <a:pt x="49396" y="79675"/>
                  </a:lnTo>
                  <a:lnTo>
                    <a:pt x="49769" y="85289"/>
                  </a:lnTo>
                  <a:lnTo>
                    <a:pt x="50060" y="88266"/>
                  </a:lnTo>
                  <a:lnTo>
                    <a:pt x="49907" y="89468"/>
                  </a:lnTo>
                  <a:lnTo>
                    <a:pt x="49706" y="90414"/>
                  </a:lnTo>
                  <a:lnTo>
                    <a:pt x="49695" y="94946"/>
                  </a:lnTo>
                  <a:lnTo>
                    <a:pt x="49020" y="97549"/>
                  </a:lnTo>
                  <a:lnTo>
                    <a:pt x="48911" y="100404"/>
                  </a:lnTo>
                  <a:lnTo>
                    <a:pt x="48721" y="101329"/>
                  </a:lnTo>
                  <a:lnTo>
                    <a:pt x="48000" y="102151"/>
                  </a:lnTo>
                  <a:lnTo>
                    <a:pt x="47995" y="104345"/>
                  </a:lnTo>
                  <a:lnTo>
                    <a:pt x="47803" y="106995"/>
                  </a:lnTo>
                  <a:lnTo>
                    <a:pt x="47728" y="109809"/>
                  </a:lnTo>
                  <a:lnTo>
                    <a:pt x="47930" y="117173"/>
                  </a:lnTo>
                  <a:lnTo>
                    <a:pt x="47968" y="122666"/>
                  </a:lnTo>
                  <a:lnTo>
                    <a:pt x="48292" y="123703"/>
                  </a:lnTo>
                  <a:lnTo>
                    <a:pt x="46890" y="123246"/>
                  </a:lnTo>
                  <a:lnTo>
                    <a:pt x="42768" y="119053"/>
                  </a:lnTo>
                  <a:lnTo>
                    <a:pt x="39589" y="116650"/>
                  </a:lnTo>
                  <a:lnTo>
                    <a:pt x="28948" y="102921"/>
                  </a:lnTo>
                  <a:lnTo>
                    <a:pt x="25992" y="97412"/>
                  </a:lnTo>
                  <a:lnTo>
                    <a:pt x="22584" y="89208"/>
                  </a:lnTo>
                  <a:lnTo>
                    <a:pt x="15004" y="72692"/>
                  </a:lnTo>
                  <a:lnTo>
                    <a:pt x="13276" y="70041"/>
                  </a:lnTo>
                  <a:lnTo>
                    <a:pt x="11095" y="68753"/>
                  </a:lnTo>
                  <a:lnTo>
                    <a:pt x="9748" y="67348"/>
                  </a:lnTo>
                  <a:lnTo>
                    <a:pt x="8798" y="65821"/>
                  </a:lnTo>
                  <a:lnTo>
                    <a:pt x="8025" y="61243"/>
                  </a:lnTo>
                  <a:lnTo>
                    <a:pt x="6129" y="58516"/>
                  </a:lnTo>
                  <a:lnTo>
                    <a:pt x="2631" y="54649"/>
                  </a:lnTo>
                  <a:lnTo>
                    <a:pt x="0" y="48199"/>
                  </a:lnTo>
                  <a:lnTo>
                    <a:pt x="645" y="46878"/>
                  </a:lnTo>
                  <a:lnTo>
                    <a:pt x="1594" y="42639"/>
                  </a:lnTo>
                  <a:lnTo>
                    <a:pt x="2923" y="38563"/>
                  </a:lnTo>
                  <a:lnTo>
                    <a:pt x="4160" y="36147"/>
                  </a:lnTo>
                  <a:lnTo>
                    <a:pt x="5144" y="33659"/>
                  </a:lnTo>
                  <a:lnTo>
                    <a:pt x="6182" y="31755"/>
                  </a:lnTo>
                  <a:lnTo>
                    <a:pt x="7671" y="29533"/>
                  </a:lnTo>
                  <a:lnTo>
                    <a:pt x="9947" y="23676"/>
                  </a:lnTo>
                  <a:lnTo>
                    <a:pt x="10481" y="22998"/>
                  </a:lnTo>
                  <a:lnTo>
                    <a:pt x="10845" y="18948"/>
                  </a:lnTo>
                  <a:lnTo>
                    <a:pt x="11415" y="13786"/>
                  </a:lnTo>
                  <a:lnTo>
                    <a:pt x="12074" y="12186"/>
                  </a:lnTo>
                  <a:lnTo>
                    <a:pt x="13624" y="11230"/>
                  </a:lnTo>
                  <a:lnTo>
                    <a:pt x="13987" y="10334"/>
                  </a:lnTo>
                  <a:lnTo>
                    <a:pt x="14537" y="6703"/>
                  </a:lnTo>
                  <a:lnTo>
                    <a:pt x="14890" y="2470"/>
                  </a:lnTo>
                  <a:lnTo>
                    <a:pt x="14920" y="1552"/>
                  </a:lnTo>
                  <a:lnTo>
                    <a:pt x="15532" y="1444"/>
                  </a:lnTo>
                  <a:lnTo>
                    <a:pt x="16575" y="530"/>
                  </a:lnTo>
                  <a:lnTo>
                    <a:pt x="17182" y="940"/>
                  </a:lnTo>
                  <a:lnTo>
                    <a:pt x="17450" y="2159"/>
                  </a:lnTo>
                  <a:lnTo>
                    <a:pt x="17588" y="3185"/>
                  </a:lnTo>
                  <a:lnTo>
                    <a:pt x="20752" y="546"/>
                  </a:lnTo>
                  <a:lnTo>
                    <a:pt x="21029" y="0"/>
                  </a:lnTo>
                  <a:lnTo>
                    <a:pt x="21196" y="92"/>
                  </a:lnTo>
                  <a:lnTo>
                    <a:pt x="21594" y="2474"/>
                  </a:lnTo>
                  <a:lnTo>
                    <a:pt x="21822" y="2328"/>
                  </a:lnTo>
                  <a:lnTo>
                    <a:pt x="22014" y="1640"/>
                  </a:lnTo>
                  <a:lnTo>
                    <a:pt x="22224" y="1574"/>
                  </a:lnTo>
                  <a:lnTo>
                    <a:pt x="22472" y="1895"/>
                  </a:lnTo>
                  <a:lnTo>
                    <a:pt x="22720" y="3003"/>
                  </a:lnTo>
                  <a:lnTo>
                    <a:pt x="23123" y="3999"/>
                  </a:lnTo>
                  <a:lnTo>
                    <a:pt x="23809" y="4700"/>
                  </a:lnTo>
                  <a:lnTo>
                    <a:pt x="24243" y="5661"/>
                  </a:lnTo>
                  <a:lnTo>
                    <a:pt x="24195" y="8205"/>
                  </a:lnTo>
                  <a:lnTo>
                    <a:pt x="24362" y="10679"/>
                  </a:lnTo>
                  <a:lnTo>
                    <a:pt x="24659" y="11249"/>
                  </a:lnTo>
                  <a:lnTo>
                    <a:pt x="24817" y="12727"/>
                  </a:lnTo>
                  <a:lnTo>
                    <a:pt x="24898" y="14348"/>
                  </a:lnTo>
                  <a:lnTo>
                    <a:pt x="25061" y="15201"/>
                  </a:lnTo>
                  <a:lnTo>
                    <a:pt x="25178" y="16836"/>
                  </a:lnTo>
                  <a:lnTo>
                    <a:pt x="25119" y="18592"/>
                  </a:lnTo>
                  <a:lnTo>
                    <a:pt x="25242" y="19827"/>
                  </a:lnTo>
                  <a:lnTo>
                    <a:pt x="25746" y="21956"/>
                  </a:lnTo>
                  <a:lnTo>
                    <a:pt x="26060" y="24640"/>
                  </a:lnTo>
                  <a:lnTo>
                    <a:pt x="26063" y="26539"/>
                  </a:lnTo>
                  <a:lnTo>
                    <a:pt x="25879" y="28539"/>
                  </a:lnTo>
                  <a:lnTo>
                    <a:pt x="25544" y="30368"/>
                  </a:lnTo>
                  <a:lnTo>
                    <a:pt x="24956" y="32361"/>
                  </a:lnTo>
                  <a:lnTo>
                    <a:pt x="24907" y="33148"/>
                  </a:lnTo>
                  <a:lnTo>
                    <a:pt x="25256" y="33664"/>
                  </a:lnTo>
                  <a:lnTo>
                    <a:pt x="25786" y="33767"/>
                  </a:lnTo>
                  <a:lnTo>
                    <a:pt x="26229" y="33360"/>
                  </a:lnTo>
                  <a:lnTo>
                    <a:pt x="27351" y="34275"/>
                  </a:lnTo>
                  <a:lnTo>
                    <a:pt x="27937" y="35588"/>
                  </a:lnTo>
                  <a:lnTo>
                    <a:pt x="28453" y="37210"/>
                  </a:lnTo>
                  <a:lnTo>
                    <a:pt x="28916" y="38032"/>
                  </a:lnTo>
                  <a:lnTo>
                    <a:pt x="29126" y="39057"/>
                  </a:lnTo>
                  <a:lnTo>
                    <a:pt x="29921" y="38774"/>
                  </a:lnTo>
                  <a:lnTo>
                    <a:pt x="30845" y="37787"/>
                  </a:lnTo>
                  <a:lnTo>
                    <a:pt x="31035" y="37322"/>
                  </a:lnTo>
                  <a:lnTo>
                    <a:pt x="31310" y="37572"/>
                  </a:lnTo>
                  <a:lnTo>
                    <a:pt x="31904" y="37675"/>
                  </a:lnTo>
                  <a:lnTo>
                    <a:pt x="32320" y="35898"/>
                  </a:lnTo>
                  <a:lnTo>
                    <a:pt x="32656" y="33855"/>
                  </a:lnTo>
                  <a:lnTo>
                    <a:pt x="33373" y="31644"/>
                  </a:lnTo>
                  <a:lnTo>
                    <a:pt x="33725" y="30789"/>
                  </a:lnTo>
                  <a:lnTo>
                    <a:pt x="33818" y="29375"/>
                  </a:lnTo>
                  <a:lnTo>
                    <a:pt x="33856" y="27552"/>
                  </a:lnTo>
                  <a:lnTo>
                    <a:pt x="34114" y="25967"/>
                  </a:lnTo>
                  <a:lnTo>
                    <a:pt x="34706" y="25096"/>
                  </a:lnTo>
                  <a:lnTo>
                    <a:pt x="35345" y="25109"/>
                  </a:lnTo>
                  <a:lnTo>
                    <a:pt x="35692" y="25431"/>
                  </a:lnTo>
                  <a:lnTo>
                    <a:pt x="35868" y="26966"/>
                  </a:lnTo>
                  <a:lnTo>
                    <a:pt x="36381" y="28135"/>
                  </a:lnTo>
                  <a:close/>
                </a:path>
              </a:pathLst>
            </a:custGeom>
            <a:solidFill>
              <a:srgbClr val="E8F2E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3" name="pg952"/>
            <p:cNvSpPr/>
            <p:nvPr/>
          </p:nvSpPr>
          <p:spPr>
            <a:xfrm>
              <a:off x="3447192" y="2653575"/>
              <a:ext cx="193048" cy="404387"/>
            </a:xfrm>
            <a:custGeom>
              <a:avLst/>
              <a:pathLst>
                <a:path w="193048" h="404387">
                  <a:moveTo>
                    <a:pt x="193048" y="45120"/>
                  </a:moveTo>
                  <a:lnTo>
                    <a:pt x="192579" y="45949"/>
                  </a:lnTo>
                  <a:lnTo>
                    <a:pt x="191911" y="47714"/>
                  </a:lnTo>
                  <a:lnTo>
                    <a:pt x="191490" y="49285"/>
                  </a:lnTo>
                  <a:lnTo>
                    <a:pt x="190360" y="51842"/>
                  </a:lnTo>
                  <a:lnTo>
                    <a:pt x="189419" y="54580"/>
                  </a:lnTo>
                  <a:lnTo>
                    <a:pt x="189507" y="58588"/>
                  </a:lnTo>
                  <a:lnTo>
                    <a:pt x="189721" y="62664"/>
                  </a:lnTo>
                  <a:lnTo>
                    <a:pt x="190354" y="66646"/>
                  </a:lnTo>
                  <a:lnTo>
                    <a:pt x="190896" y="71076"/>
                  </a:lnTo>
                  <a:lnTo>
                    <a:pt x="190744" y="73973"/>
                  </a:lnTo>
                  <a:lnTo>
                    <a:pt x="190276" y="77534"/>
                  </a:lnTo>
                  <a:lnTo>
                    <a:pt x="189721" y="80503"/>
                  </a:lnTo>
                  <a:lnTo>
                    <a:pt x="187880" y="86618"/>
                  </a:lnTo>
                  <a:lnTo>
                    <a:pt x="187597" y="88081"/>
                  </a:lnTo>
                  <a:lnTo>
                    <a:pt x="187699" y="90136"/>
                  </a:lnTo>
                  <a:lnTo>
                    <a:pt x="188822" y="97390"/>
                  </a:lnTo>
                  <a:lnTo>
                    <a:pt x="188908" y="99674"/>
                  </a:lnTo>
                  <a:lnTo>
                    <a:pt x="189580" y="106721"/>
                  </a:lnTo>
                  <a:lnTo>
                    <a:pt x="190191" y="112453"/>
                  </a:lnTo>
                  <a:lnTo>
                    <a:pt x="190869" y="116958"/>
                  </a:lnTo>
                  <a:lnTo>
                    <a:pt x="190973" y="118197"/>
                  </a:lnTo>
                  <a:lnTo>
                    <a:pt x="190973" y="124833"/>
                  </a:lnTo>
                  <a:lnTo>
                    <a:pt x="190973" y="131468"/>
                  </a:lnTo>
                  <a:lnTo>
                    <a:pt x="190973" y="138104"/>
                  </a:lnTo>
                  <a:lnTo>
                    <a:pt x="190973" y="144739"/>
                  </a:lnTo>
                  <a:lnTo>
                    <a:pt x="190973" y="151375"/>
                  </a:lnTo>
                  <a:lnTo>
                    <a:pt x="190973" y="158010"/>
                  </a:lnTo>
                  <a:lnTo>
                    <a:pt x="190973" y="164646"/>
                  </a:lnTo>
                  <a:lnTo>
                    <a:pt x="190973" y="171282"/>
                  </a:lnTo>
                  <a:lnTo>
                    <a:pt x="190973" y="177917"/>
                  </a:lnTo>
                  <a:lnTo>
                    <a:pt x="190973" y="184554"/>
                  </a:lnTo>
                  <a:lnTo>
                    <a:pt x="190973" y="191190"/>
                  </a:lnTo>
                  <a:lnTo>
                    <a:pt x="190973" y="197825"/>
                  </a:lnTo>
                  <a:lnTo>
                    <a:pt x="190973" y="204461"/>
                  </a:lnTo>
                  <a:lnTo>
                    <a:pt x="190973" y="211096"/>
                  </a:lnTo>
                  <a:lnTo>
                    <a:pt x="190973" y="217732"/>
                  </a:lnTo>
                  <a:lnTo>
                    <a:pt x="190973" y="224367"/>
                  </a:lnTo>
                  <a:lnTo>
                    <a:pt x="190973" y="231003"/>
                  </a:lnTo>
                  <a:lnTo>
                    <a:pt x="190973" y="237638"/>
                  </a:lnTo>
                  <a:lnTo>
                    <a:pt x="190973" y="244274"/>
                  </a:lnTo>
                  <a:lnTo>
                    <a:pt x="190973" y="250910"/>
                  </a:lnTo>
                  <a:lnTo>
                    <a:pt x="190973" y="257545"/>
                  </a:lnTo>
                  <a:lnTo>
                    <a:pt x="190973" y="264181"/>
                  </a:lnTo>
                  <a:lnTo>
                    <a:pt x="190973" y="270816"/>
                  </a:lnTo>
                  <a:lnTo>
                    <a:pt x="190973" y="277452"/>
                  </a:lnTo>
                  <a:lnTo>
                    <a:pt x="190973" y="284087"/>
                  </a:lnTo>
                  <a:lnTo>
                    <a:pt x="190973" y="290724"/>
                  </a:lnTo>
                  <a:lnTo>
                    <a:pt x="190973" y="297360"/>
                  </a:lnTo>
                  <a:lnTo>
                    <a:pt x="190973" y="303995"/>
                  </a:lnTo>
                  <a:lnTo>
                    <a:pt x="190973" y="310631"/>
                  </a:lnTo>
                  <a:lnTo>
                    <a:pt x="190973" y="317267"/>
                  </a:lnTo>
                  <a:lnTo>
                    <a:pt x="190973" y="323902"/>
                  </a:lnTo>
                  <a:lnTo>
                    <a:pt x="190973" y="330538"/>
                  </a:lnTo>
                  <a:lnTo>
                    <a:pt x="190971" y="345262"/>
                  </a:lnTo>
                  <a:lnTo>
                    <a:pt x="190969" y="359987"/>
                  </a:lnTo>
                  <a:lnTo>
                    <a:pt x="190966" y="374711"/>
                  </a:lnTo>
                  <a:lnTo>
                    <a:pt x="190812" y="389647"/>
                  </a:lnTo>
                  <a:lnTo>
                    <a:pt x="187806" y="389644"/>
                  </a:lnTo>
                  <a:lnTo>
                    <a:pt x="184799" y="389640"/>
                  </a:lnTo>
                  <a:lnTo>
                    <a:pt x="181792" y="389636"/>
                  </a:lnTo>
                  <a:lnTo>
                    <a:pt x="178786" y="389633"/>
                  </a:lnTo>
                  <a:lnTo>
                    <a:pt x="178786" y="393322"/>
                  </a:lnTo>
                  <a:lnTo>
                    <a:pt x="178786" y="397010"/>
                  </a:lnTo>
                  <a:lnTo>
                    <a:pt x="178786" y="400698"/>
                  </a:lnTo>
                  <a:lnTo>
                    <a:pt x="178786" y="404387"/>
                  </a:lnTo>
                  <a:lnTo>
                    <a:pt x="172948" y="397397"/>
                  </a:lnTo>
                  <a:lnTo>
                    <a:pt x="167110" y="390406"/>
                  </a:lnTo>
                  <a:lnTo>
                    <a:pt x="161271" y="383416"/>
                  </a:lnTo>
                  <a:lnTo>
                    <a:pt x="155433" y="376425"/>
                  </a:lnTo>
                  <a:lnTo>
                    <a:pt x="149594" y="369435"/>
                  </a:lnTo>
                  <a:lnTo>
                    <a:pt x="143755" y="362443"/>
                  </a:lnTo>
                  <a:lnTo>
                    <a:pt x="137916" y="355454"/>
                  </a:lnTo>
                  <a:lnTo>
                    <a:pt x="132077" y="348462"/>
                  </a:lnTo>
                  <a:lnTo>
                    <a:pt x="126238" y="341471"/>
                  </a:lnTo>
                  <a:lnTo>
                    <a:pt x="120399" y="334481"/>
                  </a:lnTo>
                  <a:lnTo>
                    <a:pt x="114562" y="327490"/>
                  </a:lnTo>
                  <a:lnTo>
                    <a:pt x="108723" y="320500"/>
                  </a:lnTo>
                  <a:lnTo>
                    <a:pt x="102884" y="313509"/>
                  </a:lnTo>
                  <a:lnTo>
                    <a:pt x="97046" y="306519"/>
                  </a:lnTo>
                  <a:lnTo>
                    <a:pt x="91207" y="299528"/>
                  </a:lnTo>
                  <a:lnTo>
                    <a:pt x="85368" y="292538"/>
                  </a:lnTo>
                  <a:lnTo>
                    <a:pt x="81335" y="287710"/>
                  </a:lnTo>
                  <a:lnTo>
                    <a:pt x="76985" y="292423"/>
                  </a:lnTo>
                  <a:lnTo>
                    <a:pt x="73576" y="296118"/>
                  </a:lnTo>
                  <a:lnTo>
                    <a:pt x="69085" y="300976"/>
                  </a:lnTo>
                  <a:lnTo>
                    <a:pt x="63926" y="307292"/>
                  </a:lnTo>
                  <a:lnTo>
                    <a:pt x="59967" y="312140"/>
                  </a:lnTo>
                  <a:lnTo>
                    <a:pt x="59781" y="312104"/>
                  </a:lnTo>
                  <a:lnTo>
                    <a:pt x="59600" y="311984"/>
                  </a:lnTo>
                  <a:lnTo>
                    <a:pt x="55481" y="303759"/>
                  </a:lnTo>
                  <a:lnTo>
                    <a:pt x="52263" y="297334"/>
                  </a:lnTo>
                  <a:lnTo>
                    <a:pt x="50832" y="295542"/>
                  </a:lnTo>
                  <a:lnTo>
                    <a:pt x="44767" y="292259"/>
                  </a:lnTo>
                  <a:lnTo>
                    <a:pt x="38737" y="288997"/>
                  </a:lnTo>
                  <a:lnTo>
                    <a:pt x="32388" y="285563"/>
                  </a:lnTo>
                  <a:lnTo>
                    <a:pt x="31233" y="280335"/>
                  </a:lnTo>
                  <a:lnTo>
                    <a:pt x="29940" y="274491"/>
                  </a:lnTo>
                  <a:lnTo>
                    <a:pt x="28200" y="267189"/>
                  </a:lnTo>
                  <a:lnTo>
                    <a:pt x="27136" y="262723"/>
                  </a:lnTo>
                  <a:lnTo>
                    <a:pt x="26779" y="262028"/>
                  </a:lnTo>
                  <a:lnTo>
                    <a:pt x="21911" y="258492"/>
                  </a:lnTo>
                  <a:lnTo>
                    <a:pt x="16768" y="255025"/>
                  </a:lnTo>
                  <a:lnTo>
                    <a:pt x="13755" y="257127"/>
                  </a:lnTo>
                  <a:lnTo>
                    <a:pt x="13230" y="256968"/>
                  </a:lnTo>
                  <a:lnTo>
                    <a:pt x="12376" y="255649"/>
                  </a:lnTo>
                  <a:lnTo>
                    <a:pt x="11524" y="253853"/>
                  </a:lnTo>
                  <a:lnTo>
                    <a:pt x="11070" y="251335"/>
                  </a:lnTo>
                  <a:lnTo>
                    <a:pt x="9862" y="247966"/>
                  </a:lnTo>
                  <a:lnTo>
                    <a:pt x="8748" y="240260"/>
                  </a:lnTo>
                  <a:lnTo>
                    <a:pt x="8638" y="234128"/>
                  </a:lnTo>
                  <a:lnTo>
                    <a:pt x="8414" y="231955"/>
                  </a:lnTo>
                  <a:lnTo>
                    <a:pt x="5737" y="223321"/>
                  </a:lnTo>
                  <a:lnTo>
                    <a:pt x="3302" y="215465"/>
                  </a:lnTo>
                  <a:lnTo>
                    <a:pt x="1681" y="210235"/>
                  </a:lnTo>
                  <a:lnTo>
                    <a:pt x="1366" y="207873"/>
                  </a:lnTo>
                  <a:lnTo>
                    <a:pt x="1555" y="204964"/>
                  </a:lnTo>
                  <a:lnTo>
                    <a:pt x="2207" y="202357"/>
                  </a:lnTo>
                  <a:lnTo>
                    <a:pt x="4566" y="199270"/>
                  </a:lnTo>
                  <a:lnTo>
                    <a:pt x="6692" y="195909"/>
                  </a:lnTo>
                  <a:lnTo>
                    <a:pt x="6982" y="193579"/>
                  </a:lnTo>
                  <a:lnTo>
                    <a:pt x="7119" y="187163"/>
                  </a:lnTo>
                  <a:lnTo>
                    <a:pt x="6420" y="185157"/>
                  </a:lnTo>
                  <a:lnTo>
                    <a:pt x="5912" y="181347"/>
                  </a:lnTo>
                  <a:lnTo>
                    <a:pt x="5390" y="176189"/>
                  </a:lnTo>
                  <a:lnTo>
                    <a:pt x="5329" y="172893"/>
                  </a:lnTo>
                  <a:lnTo>
                    <a:pt x="6276" y="166330"/>
                  </a:lnTo>
                  <a:lnTo>
                    <a:pt x="7382" y="159453"/>
                  </a:lnTo>
                  <a:lnTo>
                    <a:pt x="6677" y="151841"/>
                  </a:lnTo>
                  <a:lnTo>
                    <a:pt x="6159" y="136567"/>
                  </a:lnTo>
                  <a:lnTo>
                    <a:pt x="6487" y="124547"/>
                  </a:lnTo>
                  <a:lnTo>
                    <a:pt x="6220" y="120180"/>
                  </a:lnTo>
                  <a:lnTo>
                    <a:pt x="6032" y="118343"/>
                  </a:lnTo>
                  <a:lnTo>
                    <a:pt x="5309" y="112670"/>
                  </a:lnTo>
                  <a:lnTo>
                    <a:pt x="4416" y="106818"/>
                  </a:lnTo>
                  <a:lnTo>
                    <a:pt x="4020" y="104766"/>
                  </a:lnTo>
                  <a:lnTo>
                    <a:pt x="2875" y="100052"/>
                  </a:lnTo>
                  <a:lnTo>
                    <a:pt x="984" y="94210"/>
                  </a:lnTo>
                  <a:lnTo>
                    <a:pt x="0" y="90618"/>
                  </a:lnTo>
                  <a:lnTo>
                    <a:pt x="1349" y="88725"/>
                  </a:lnTo>
                  <a:lnTo>
                    <a:pt x="2540" y="87244"/>
                  </a:lnTo>
                  <a:lnTo>
                    <a:pt x="3994" y="85680"/>
                  </a:lnTo>
                  <a:lnTo>
                    <a:pt x="6059" y="83910"/>
                  </a:lnTo>
                  <a:lnTo>
                    <a:pt x="7126" y="82578"/>
                  </a:lnTo>
                  <a:lnTo>
                    <a:pt x="7583" y="81454"/>
                  </a:lnTo>
                  <a:lnTo>
                    <a:pt x="9134" y="76882"/>
                  </a:lnTo>
                  <a:lnTo>
                    <a:pt x="9941" y="74344"/>
                  </a:lnTo>
                  <a:lnTo>
                    <a:pt x="11043" y="70880"/>
                  </a:lnTo>
                  <a:lnTo>
                    <a:pt x="11526" y="68464"/>
                  </a:lnTo>
                  <a:lnTo>
                    <a:pt x="11538" y="66222"/>
                  </a:lnTo>
                  <a:lnTo>
                    <a:pt x="11371" y="63524"/>
                  </a:lnTo>
                  <a:lnTo>
                    <a:pt x="10510" y="57057"/>
                  </a:lnTo>
                  <a:lnTo>
                    <a:pt x="9806" y="50770"/>
                  </a:lnTo>
                  <a:lnTo>
                    <a:pt x="10354" y="48346"/>
                  </a:lnTo>
                  <a:lnTo>
                    <a:pt x="10794" y="47184"/>
                  </a:lnTo>
                  <a:lnTo>
                    <a:pt x="11752" y="44234"/>
                  </a:lnTo>
                  <a:lnTo>
                    <a:pt x="12136" y="43646"/>
                  </a:lnTo>
                  <a:lnTo>
                    <a:pt x="14204" y="42724"/>
                  </a:lnTo>
                  <a:lnTo>
                    <a:pt x="15031" y="40759"/>
                  </a:lnTo>
                  <a:lnTo>
                    <a:pt x="15663" y="38301"/>
                  </a:lnTo>
                  <a:lnTo>
                    <a:pt x="15826" y="37007"/>
                  </a:lnTo>
                  <a:lnTo>
                    <a:pt x="16730" y="35652"/>
                  </a:lnTo>
                  <a:lnTo>
                    <a:pt x="17809" y="34298"/>
                  </a:lnTo>
                  <a:lnTo>
                    <a:pt x="18477" y="32541"/>
                  </a:lnTo>
                  <a:lnTo>
                    <a:pt x="20656" y="29821"/>
                  </a:lnTo>
                  <a:lnTo>
                    <a:pt x="22643" y="27338"/>
                  </a:lnTo>
                  <a:lnTo>
                    <a:pt x="24956" y="24724"/>
                  </a:lnTo>
                  <a:lnTo>
                    <a:pt x="26747" y="22701"/>
                  </a:lnTo>
                  <a:lnTo>
                    <a:pt x="27124" y="20938"/>
                  </a:lnTo>
                  <a:lnTo>
                    <a:pt x="27098" y="19413"/>
                  </a:lnTo>
                  <a:lnTo>
                    <a:pt x="26125" y="15937"/>
                  </a:lnTo>
                  <a:lnTo>
                    <a:pt x="26125" y="11826"/>
                  </a:lnTo>
                  <a:lnTo>
                    <a:pt x="26189" y="8408"/>
                  </a:lnTo>
                  <a:lnTo>
                    <a:pt x="26287" y="6388"/>
                  </a:lnTo>
                  <a:lnTo>
                    <a:pt x="26716" y="779"/>
                  </a:lnTo>
                  <a:lnTo>
                    <a:pt x="26742" y="0"/>
                  </a:lnTo>
                  <a:lnTo>
                    <a:pt x="28601" y="1862"/>
                  </a:lnTo>
                  <a:lnTo>
                    <a:pt x="30507" y="2607"/>
                  </a:lnTo>
                  <a:lnTo>
                    <a:pt x="36191" y="9555"/>
                  </a:lnTo>
                  <a:lnTo>
                    <a:pt x="37985" y="10425"/>
                  </a:lnTo>
                  <a:lnTo>
                    <a:pt x="41963" y="11254"/>
                  </a:lnTo>
                  <a:lnTo>
                    <a:pt x="46650" y="8408"/>
                  </a:lnTo>
                  <a:lnTo>
                    <a:pt x="48422" y="7898"/>
                  </a:lnTo>
                  <a:lnTo>
                    <a:pt x="51504" y="10568"/>
                  </a:lnTo>
                  <a:lnTo>
                    <a:pt x="52862" y="11320"/>
                  </a:lnTo>
                  <a:lnTo>
                    <a:pt x="55148" y="11528"/>
                  </a:lnTo>
                  <a:lnTo>
                    <a:pt x="59052" y="13952"/>
                  </a:lnTo>
                  <a:lnTo>
                    <a:pt x="60044" y="14794"/>
                  </a:lnTo>
                  <a:lnTo>
                    <a:pt x="62320" y="18664"/>
                  </a:lnTo>
                  <a:lnTo>
                    <a:pt x="63411" y="19822"/>
                  </a:lnTo>
                  <a:lnTo>
                    <a:pt x="71493" y="23366"/>
                  </a:lnTo>
                  <a:lnTo>
                    <a:pt x="72594" y="25715"/>
                  </a:lnTo>
                  <a:lnTo>
                    <a:pt x="73718" y="30206"/>
                  </a:lnTo>
                  <a:lnTo>
                    <a:pt x="73767" y="35776"/>
                  </a:lnTo>
                  <a:lnTo>
                    <a:pt x="74388" y="39823"/>
                  </a:lnTo>
                  <a:lnTo>
                    <a:pt x="75391" y="45066"/>
                  </a:lnTo>
                  <a:lnTo>
                    <a:pt x="76603" y="48780"/>
                  </a:lnTo>
                  <a:lnTo>
                    <a:pt x="77945" y="51873"/>
                  </a:lnTo>
                  <a:lnTo>
                    <a:pt x="79484" y="53807"/>
                  </a:lnTo>
                  <a:lnTo>
                    <a:pt x="83028" y="56659"/>
                  </a:lnTo>
                  <a:lnTo>
                    <a:pt x="87025" y="57757"/>
                  </a:lnTo>
                  <a:lnTo>
                    <a:pt x="91054" y="58128"/>
                  </a:lnTo>
                  <a:lnTo>
                    <a:pt x="97972" y="62066"/>
                  </a:lnTo>
                  <a:lnTo>
                    <a:pt x="103837" y="66613"/>
                  </a:lnTo>
                  <a:lnTo>
                    <a:pt x="105286" y="68850"/>
                  </a:lnTo>
                  <a:lnTo>
                    <a:pt x="108224" y="71054"/>
                  </a:lnTo>
                  <a:lnTo>
                    <a:pt x="114067" y="81740"/>
                  </a:lnTo>
                  <a:lnTo>
                    <a:pt x="117316" y="85441"/>
                  </a:lnTo>
                  <a:lnTo>
                    <a:pt x="119598" y="86159"/>
                  </a:lnTo>
                  <a:lnTo>
                    <a:pt x="121645" y="85510"/>
                  </a:lnTo>
                  <a:lnTo>
                    <a:pt x="125279" y="81796"/>
                  </a:lnTo>
                  <a:lnTo>
                    <a:pt x="126783" y="79591"/>
                  </a:lnTo>
                  <a:lnTo>
                    <a:pt x="130438" y="70363"/>
                  </a:lnTo>
                  <a:lnTo>
                    <a:pt x="131637" y="65546"/>
                  </a:lnTo>
                  <a:lnTo>
                    <a:pt x="132118" y="62151"/>
                  </a:lnTo>
                  <a:lnTo>
                    <a:pt x="131997" y="58696"/>
                  </a:lnTo>
                  <a:lnTo>
                    <a:pt x="131543" y="55593"/>
                  </a:lnTo>
                  <a:lnTo>
                    <a:pt x="130522" y="52339"/>
                  </a:lnTo>
                  <a:lnTo>
                    <a:pt x="129805" y="48044"/>
                  </a:lnTo>
                  <a:lnTo>
                    <a:pt x="129380" y="40316"/>
                  </a:lnTo>
                  <a:lnTo>
                    <a:pt x="129954" y="34952"/>
                  </a:lnTo>
                  <a:lnTo>
                    <a:pt x="130655" y="31737"/>
                  </a:lnTo>
                  <a:lnTo>
                    <a:pt x="131758" y="28461"/>
                  </a:lnTo>
                  <a:lnTo>
                    <a:pt x="134794" y="22196"/>
                  </a:lnTo>
                  <a:lnTo>
                    <a:pt x="137847" y="17781"/>
                  </a:lnTo>
                  <a:lnTo>
                    <a:pt x="143224" y="12008"/>
                  </a:lnTo>
                  <a:lnTo>
                    <a:pt x="146350" y="11945"/>
                  </a:lnTo>
                  <a:lnTo>
                    <a:pt x="147641" y="11310"/>
                  </a:lnTo>
                  <a:lnTo>
                    <a:pt x="150215" y="7228"/>
                  </a:lnTo>
                  <a:lnTo>
                    <a:pt x="151257" y="7075"/>
                  </a:lnTo>
                  <a:lnTo>
                    <a:pt x="152696" y="8075"/>
                  </a:lnTo>
                  <a:lnTo>
                    <a:pt x="156936" y="7791"/>
                  </a:lnTo>
                  <a:lnTo>
                    <a:pt x="158803" y="8925"/>
                  </a:lnTo>
                  <a:lnTo>
                    <a:pt x="161031" y="11464"/>
                  </a:lnTo>
                  <a:lnTo>
                    <a:pt x="163843" y="13043"/>
                  </a:lnTo>
                  <a:lnTo>
                    <a:pt x="165827" y="14620"/>
                  </a:lnTo>
                  <a:lnTo>
                    <a:pt x="167944" y="16641"/>
                  </a:lnTo>
                  <a:lnTo>
                    <a:pt x="168420" y="21682"/>
                  </a:lnTo>
                  <a:lnTo>
                    <a:pt x="168185" y="23181"/>
                  </a:lnTo>
                  <a:lnTo>
                    <a:pt x="168134" y="25131"/>
                  </a:lnTo>
                  <a:lnTo>
                    <a:pt x="170329" y="28606"/>
                  </a:lnTo>
                  <a:lnTo>
                    <a:pt x="176561" y="30235"/>
                  </a:lnTo>
                  <a:lnTo>
                    <a:pt x="177789" y="31166"/>
                  </a:lnTo>
                  <a:lnTo>
                    <a:pt x="179501" y="33831"/>
                  </a:lnTo>
                  <a:lnTo>
                    <a:pt x="180607" y="34652"/>
                  </a:lnTo>
                  <a:lnTo>
                    <a:pt x="184874" y="35027"/>
                  </a:lnTo>
                  <a:lnTo>
                    <a:pt x="187361" y="34453"/>
                  </a:lnTo>
                  <a:lnTo>
                    <a:pt x="189733" y="35389"/>
                  </a:lnTo>
                  <a:lnTo>
                    <a:pt x="190613" y="36292"/>
                  </a:lnTo>
                  <a:lnTo>
                    <a:pt x="191518" y="38371"/>
                  </a:lnTo>
                  <a:lnTo>
                    <a:pt x="192616" y="43426"/>
                  </a:lnTo>
                  <a:close/>
                </a:path>
              </a:pathLst>
            </a:custGeom>
            <a:solidFill>
              <a:srgbClr val="FFFDF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4" name="pg953"/>
            <p:cNvSpPr/>
            <p:nvPr/>
          </p:nvSpPr>
          <p:spPr>
            <a:xfrm>
              <a:off x="2589415" y="3217625"/>
              <a:ext cx="2271" cy="11103"/>
            </a:xfrm>
            <a:custGeom>
              <a:avLst/>
              <a:pathLst>
                <a:path w="2271" h="11103">
                  <a:moveTo>
                    <a:pt x="2168" y="8019"/>
                  </a:moveTo>
                  <a:lnTo>
                    <a:pt x="1483" y="11103"/>
                  </a:lnTo>
                  <a:lnTo>
                    <a:pt x="152" y="9167"/>
                  </a:lnTo>
                  <a:lnTo>
                    <a:pt x="0" y="6730"/>
                  </a:lnTo>
                  <a:lnTo>
                    <a:pt x="116" y="5253"/>
                  </a:lnTo>
                  <a:lnTo>
                    <a:pt x="931" y="2435"/>
                  </a:lnTo>
                  <a:lnTo>
                    <a:pt x="1566" y="605"/>
                  </a:lnTo>
                  <a:lnTo>
                    <a:pt x="2011" y="0"/>
                  </a:lnTo>
                  <a:lnTo>
                    <a:pt x="2271" y="2429"/>
                  </a:lnTo>
                  <a:close/>
                </a:path>
              </a:pathLst>
            </a:custGeom>
            <a:solidFill>
              <a:srgbClr val="FFC6B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5" name="pg954"/>
            <p:cNvSpPr/>
            <p:nvPr/>
          </p:nvSpPr>
          <p:spPr>
            <a:xfrm>
              <a:off x="3449255" y="2237264"/>
              <a:ext cx="1597" cy="6305"/>
            </a:xfrm>
            <a:custGeom>
              <a:avLst/>
              <a:pathLst>
                <a:path w="1597" h="6305">
                  <a:moveTo>
                    <a:pt x="1228" y="6305"/>
                  </a:moveTo>
                  <a:lnTo>
                    <a:pt x="278" y="6146"/>
                  </a:lnTo>
                  <a:lnTo>
                    <a:pt x="99" y="6160"/>
                  </a:lnTo>
                  <a:lnTo>
                    <a:pt x="0" y="5119"/>
                  </a:lnTo>
                  <a:lnTo>
                    <a:pt x="58" y="2898"/>
                  </a:lnTo>
                  <a:lnTo>
                    <a:pt x="585" y="0"/>
                  </a:lnTo>
                  <a:lnTo>
                    <a:pt x="698" y="476"/>
                  </a:lnTo>
                  <a:lnTo>
                    <a:pt x="764" y="1082"/>
                  </a:lnTo>
                  <a:lnTo>
                    <a:pt x="872" y="1728"/>
                  </a:lnTo>
                  <a:lnTo>
                    <a:pt x="929" y="2519"/>
                  </a:lnTo>
                  <a:lnTo>
                    <a:pt x="1125" y="3334"/>
                  </a:lnTo>
                  <a:lnTo>
                    <a:pt x="1482" y="4097"/>
                  </a:lnTo>
                  <a:lnTo>
                    <a:pt x="1597" y="4834"/>
                  </a:lnTo>
                  <a:lnTo>
                    <a:pt x="1416" y="5759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6" name="pg955"/>
            <p:cNvSpPr/>
            <p:nvPr/>
          </p:nvSpPr>
          <p:spPr>
            <a:xfrm>
              <a:off x="4305628" y="3365038"/>
              <a:ext cx="1901" cy="3829"/>
            </a:xfrm>
            <a:custGeom>
              <a:avLst/>
              <a:pathLst>
                <a:path w="1901" h="3829">
                  <a:moveTo>
                    <a:pt x="1549" y="1591"/>
                  </a:moveTo>
                  <a:lnTo>
                    <a:pt x="1901" y="3829"/>
                  </a:lnTo>
                  <a:lnTo>
                    <a:pt x="895" y="2296"/>
                  </a:lnTo>
                  <a:lnTo>
                    <a:pt x="233" y="1028"/>
                  </a:lnTo>
                  <a:lnTo>
                    <a:pt x="0" y="0"/>
                  </a:lnTo>
                  <a:lnTo>
                    <a:pt x="1368" y="1148"/>
                  </a:lnTo>
                  <a:close/>
                </a:path>
              </a:pathLst>
            </a:custGeom>
            <a:solidFill>
              <a:srgbClr val="CCE2C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7" name="pg956"/>
            <p:cNvSpPr/>
            <p:nvPr/>
          </p:nvSpPr>
          <p:spPr>
            <a:xfrm>
              <a:off x="4306823" y="3346134"/>
              <a:ext cx="1509" cy="3679"/>
            </a:xfrm>
            <a:custGeom>
              <a:avLst/>
              <a:pathLst>
                <a:path w="1509" h="3679">
                  <a:moveTo>
                    <a:pt x="1509" y="3358"/>
                  </a:moveTo>
                  <a:lnTo>
                    <a:pt x="745" y="3679"/>
                  </a:lnTo>
                  <a:lnTo>
                    <a:pt x="142" y="1712"/>
                  </a:lnTo>
                  <a:lnTo>
                    <a:pt x="0" y="877"/>
                  </a:lnTo>
                  <a:lnTo>
                    <a:pt x="157" y="294"/>
                  </a:lnTo>
                  <a:lnTo>
                    <a:pt x="323" y="0"/>
                  </a:lnTo>
                  <a:lnTo>
                    <a:pt x="521" y="93"/>
                  </a:lnTo>
                  <a:lnTo>
                    <a:pt x="806" y="1926"/>
                  </a:lnTo>
                  <a:close/>
                </a:path>
              </a:pathLst>
            </a:custGeom>
            <a:solidFill>
              <a:srgbClr val="CCE2C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8" name="pg957"/>
            <p:cNvSpPr/>
            <p:nvPr/>
          </p:nvSpPr>
          <p:spPr>
            <a:xfrm>
              <a:off x="4305143" y="3344114"/>
              <a:ext cx="26435" cy="114157"/>
            </a:xfrm>
            <a:custGeom>
              <a:avLst/>
              <a:pathLst>
                <a:path w="26435" h="114157">
                  <a:moveTo>
                    <a:pt x="3345" y="0"/>
                  </a:moveTo>
                  <a:lnTo>
                    <a:pt x="4516" y="154"/>
                  </a:lnTo>
                  <a:lnTo>
                    <a:pt x="5766" y="79"/>
                  </a:lnTo>
                  <a:lnTo>
                    <a:pt x="6642" y="483"/>
                  </a:lnTo>
                  <a:lnTo>
                    <a:pt x="8143" y="5034"/>
                  </a:lnTo>
                  <a:lnTo>
                    <a:pt x="12227" y="13188"/>
                  </a:lnTo>
                  <a:lnTo>
                    <a:pt x="14449" y="21476"/>
                  </a:lnTo>
                  <a:lnTo>
                    <a:pt x="14651" y="23290"/>
                  </a:lnTo>
                  <a:lnTo>
                    <a:pt x="14961" y="24856"/>
                  </a:lnTo>
                  <a:lnTo>
                    <a:pt x="15494" y="25286"/>
                  </a:lnTo>
                  <a:lnTo>
                    <a:pt x="15943" y="26005"/>
                  </a:lnTo>
                  <a:lnTo>
                    <a:pt x="18164" y="34003"/>
                  </a:lnTo>
                  <a:lnTo>
                    <a:pt x="18420" y="35585"/>
                  </a:lnTo>
                  <a:lnTo>
                    <a:pt x="18383" y="37328"/>
                  </a:lnTo>
                  <a:lnTo>
                    <a:pt x="18514" y="38625"/>
                  </a:lnTo>
                  <a:lnTo>
                    <a:pt x="19094" y="39273"/>
                  </a:lnTo>
                  <a:lnTo>
                    <a:pt x="19818" y="39614"/>
                  </a:lnTo>
                  <a:lnTo>
                    <a:pt x="20292" y="40814"/>
                  </a:lnTo>
                  <a:lnTo>
                    <a:pt x="20893" y="47203"/>
                  </a:lnTo>
                  <a:lnTo>
                    <a:pt x="20893" y="49194"/>
                  </a:lnTo>
                  <a:lnTo>
                    <a:pt x="21060" y="50050"/>
                  </a:lnTo>
                  <a:lnTo>
                    <a:pt x="23857" y="59991"/>
                  </a:lnTo>
                  <a:lnTo>
                    <a:pt x="24019" y="61200"/>
                  </a:lnTo>
                  <a:lnTo>
                    <a:pt x="23989" y="62104"/>
                  </a:lnTo>
                  <a:lnTo>
                    <a:pt x="24070" y="62886"/>
                  </a:lnTo>
                  <a:lnTo>
                    <a:pt x="24612" y="64644"/>
                  </a:lnTo>
                  <a:lnTo>
                    <a:pt x="25457" y="69378"/>
                  </a:lnTo>
                  <a:lnTo>
                    <a:pt x="25888" y="70453"/>
                  </a:lnTo>
                  <a:lnTo>
                    <a:pt x="26401" y="74592"/>
                  </a:lnTo>
                  <a:lnTo>
                    <a:pt x="26435" y="82507"/>
                  </a:lnTo>
                  <a:lnTo>
                    <a:pt x="26246" y="86029"/>
                  </a:lnTo>
                  <a:lnTo>
                    <a:pt x="25724" y="90316"/>
                  </a:lnTo>
                  <a:lnTo>
                    <a:pt x="25105" y="94509"/>
                  </a:lnTo>
                  <a:lnTo>
                    <a:pt x="24433" y="97536"/>
                  </a:lnTo>
                  <a:lnTo>
                    <a:pt x="23516" y="100098"/>
                  </a:lnTo>
                  <a:lnTo>
                    <a:pt x="20379" y="105542"/>
                  </a:lnTo>
                  <a:lnTo>
                    <a:pt x="19480" y="106637"/>
                  </a:lnTo>
                  <a:lnTo>
                    <a:pt x="15395" y="110049"/>
                  </a:lnTo>
                  <a:lnTo>
                    <a:pt x="12385" y="113280"/>
                  </a:lnTo>
                  <a:lnTo>
                    <a:pt x="9603" y="114157"/>
                  </a:lnTo>
                  <a:lnTo>
                    <a:pt x="6819" y="112372"/>
                  </a:lnTo>
                  <a:lnTo>
                    <a:pt x="4722" y="108135"/>
                  </a:lnTo>
                  <a:lnTo>
                    <a:pt x="3648" y="101893"/>
                  </a:lnTo>
                  <a:lnTo>
                    <a:pt x="2914" y="95389"/>
                  </a:lnTo>
                  <a:lnTo>
                    <a:pt x="1847" y="88156"/>
                  </a:lnTo>
                  <a:lnTo>
                    <a:pt x="1026" y="65820"/>
                  </a:lnTo>
                  <a:lnTo>
                    <a:pt x="635" y="59577"/>
                  </a:lnTo>
                  <a:lnTo>
                    <a:pt x="0" y="51622"/>
                  </a:lnTo>
                  <a:lnTo>
                    <a:pt x="63" y="48175"/>
                  </a:lnTo>
                  <a:lnTo>
                    <a:pt x="511" y="44868"/>
                  </a:lnTo>
                  <a:lnTo>
                    <a:pt x="510" y="52119"/>
                  </a:lnTo>
                  <a:lnTo>
                    <a:pt x="922" y="53018"/>
                  </a:lnTo>
                  <a:lnTo>
                    <a:pt x="1231" y="52085"/>
                  </a:lnTo>
                  <a:lnTo>
                    <a:pt x="1512" y="44578"/>
                  </a:lnTo>
                  <a:lnTo>
                    <a:pt x="1743" y="41401"/>
                  </a:lnTo>
                  <a:lnTo>
                    <a:pt x="2851" y="33130"/>
                  </a:lnTo>
                  <a:lnTo>
                    <a:pt x="2874" y="31662"/>
                  </a:lnTo>
                  <a:lnTo>
                    <a:pt x="2682" y="28552"/>
                  </a:lnTo>
                  <a:lnTo>
                    <a:pt x="2694" y="26992"/>
                  </a:lnTo>
                  <a:lnTo>
                    <a:pt x="4351" y="21187"/>
                  </a:lnTo>
                  <a:lnTo>
                    <a:pt x="4774" y="17810"/>
                  </a:lnTo>
                  <a:lnTo>
                    <a:pt x="5003" y="14356"/>
                  </a:lnTo>
                  <a:lnTo>
                    <a:pt x="4912" y="10620"/>
                  </a:lnTo>
                  <a:lnTo>
                    <a:pt x="4613" y="6940"/>
                  </a:lnTo>
                  <a:lnTo>
                    <a:pt x="5950" y="8113"/>
                  </a:lnTo>
                  <a:lnTo>
                    <a:pt x="6686" y="9394"/>
                  </a:lnTo>
                  <a:lnTo>
                    <a:pt x="7436" y="10261"/>
                  </a:lnTo>
                  <a:lnTo>
                    <a:pt x="8045" y="9817"/>
                  </a:lnTo>
                  <a:lnTo>
                    <a:pt x="8780" y="9802"/>
                  </a:lnTo>
                  <a:lnTo>
                    <a:pt x="8257" y="7798"/>
                  </a:lnTo>
                  <a:lnTo>
                    <a:pt x="6700" y="5951"/>
                  </a:lnTo>
                  <a:lnTo>
                    <a:pt x="4119" y="4810"/>
                  </a:lnTo>
                  <a:lnTo>
                    <a:pt x="3310" y="3348"/>
                  </a:lnTo>
                  <a:lnTo>
                    <a:pt x="3000" y="2079"/>
                  </a:lnTo>
                  <a:lnTo>
                    <a:pt x="3158" y="593"/>
                  </a:lnTo>
                  <a:close/>
                </a:path>
              </a:pathLst>
            </a:custGeom>
            <a:solidFill>
              <a:srgbClr val="CCE2C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9" name="pg958"/>
            <p:cNvSpPr/>
            <p:nvPr/>
          </p:nvSpPr>
          <p:spPr>
            <a:xfrm>
              <a:off x="3663412" y="4478633"/>
              <a:ext cx="28505" cy="60887"/>
            </a:xfrm>
            <a:custGeom>
              <a:avLst/>
              <a:pathLst>
                <a:path w="28505" h="60887">
                  <a:moveTo>
                    <a:pt x="20537" y="44920"/>
                  </a:moveTo>
                  <a:lnTo>
                    <a:pt x="19440" y="45648"/>
                  </a:lnTo>
                  <a:lnTo>
                    <a:pt x="19287" y="45711"/>
                  </a:lnTo>
                  <a:lnTo>
                    <a:pt x="18584" y="45544"/>
                  </a:lnTo>
                  <a:lnTo>
                    <a:pt x="17645" y="45717"/>
                  </a:lnTo>
                  <a:lnTo>
                    <a:pt x="16907" y="46118"/>
                  </a:lnTo>
                  <a:lnTo>
                    <a:pt x="16334" y="46268"/>
                  </a:lnTo>
                  <a:lnTo>
                    <a:pt x="15400" y="48363"/>
                  </a:lnTo>
                  <a:lnTo>
                    <a:pt x="13703" y="54019"/>
                  </a:lnTo>
                  <a:lnTo>
                    <a:pt x="13251" y="55202"/>
                  </a:lnTo>
                  <a:lnTo>
                    <a:pt x="13125" y="57424"/>
                  </a:lnTo>
                  <a:lnTo>
                    <a:pt x="12731" y="59181"/>
                  </a:lnTo>
                  <a:lnTo>
                    <a:pt x="12249" y="60555"/>
                  </a:lnTo>
                  <a:lnTo>
                    <a:pt x="11777" y="60887"/>
                  </a:lnTo>
                  <a:lnTo>
                    <a:pt x="10360" y="60341"/>
                  </a:lnTo>
                  <a:lnTo>
                    <a:pt x="8547" y="59637"/>
                  </a:lnTo>
                  <a:lnTo>
                    <a:pt x="7493" y="57932"/>
                  </a:lnTo>
                  <a:lnTo>
                    <a:pt x="6555" y="55690"/>
                  </a:lnTo>
                  <a:lnTo>
                    <a:pt x="6060" y="54059"/>
                  </a:lnTo>
                  <a:lnTo>
                    <a:pt x="5542" y="53165"/>
                  </a:lnTo>
                  <a:lnTo>
                    <a:pt x="5365" y="52663"/>
                  </a:lnTo>
                  <a:lnTo>
                    <a:pt x="4627" y="51910"/>
                  </a:lnTo>
                  <a:lnTo>
                    <a:pt x="4348" y="51520"/>
                  </a:lnTo>
                  <a:lnTo>
                    <a:pt x="4103" y="51243"/>
                  </a:lnTo>
                  <a:lnTo>
                    <a:pt x="3806" y="50158"/>
                  </a:lnTo>
                  <a:lnTo>
                    <a:pt x="3631" y="49217"/>
                  </a:lnTo>
                  <a:lnTo>
                    <a:pt x="3700" y="46594"/>
                  </a:lnTo>
                  <a:lnTo>
                    <a:pt x="3180" y="45030"/>
                  </a:lnTo>
                  <a:lnTo>
                    <a:pt x="2291" y="42361"/>
                  </a:lnTo>
                  <a:lnTo>
                    <a:pt x="1728" y="40174"/>
                  </a:lnTo>
                  <a:lnTo>
                    <a:pt x="959" y="37187"/>
                  </a:lnTo>
                  <a:lnTo>
                    <a:pt x="487" y="34630"/>
                  </a:lnTo>
                  <a:lnTo>
                    <a:pt x="0" y="31981"/>
                  </a:lnTo>
                  <a:lnTo>
                    <a:pt x="63" y="30844"/>
                  </a:lnTo>
                  <a:lnTo>
                    <a:pt x="529" y="30068"/>
                  </a:lnTo>
                  <a:lnTo>
                    <a:pt x="1897" y="28735"/>
                  </a:lnTo>
                  <a:lnTo>
                    <a:pt x="2958" y="27705"/>
                  </a:lnTo>
                  <a:lnTo>
                    <a:pt x="3718" y="25812"/>
                  </a:lnTo>
                  <a:lnTo>
                    <a:pt x="4547" y="22998"/>
                  </a:lnTo>
                  <a:lnTo>
                    <a:pt x="4951" y="21304"/>
                  </a:lnTo>
                  <a:lnTo>
                    <a:pt x="5353" y="20531"/>
                  </a:lnTo>
                  <a:lnTo>
                    <a:pt x="5793" y="19336"/>
                  </a:lnTo>
                  <a:lnTo>
                    <a:pt x="6562" y="16687"/>
                  </a:lnTo>
                  <a:lnTo>
                    <a:pt x="7418" y="13747"/>
                  </a:lnTo>
                  <a:lnTo>
                    <a:pt x="8333" y="10587"/>
                  </a:lnTo>
                  <a:lnTo>
                    <a:pt x="9489" y="9672"/>
                  </a:lnTo>
                  <a:lnTo>
                    <a:pt x="11067" y="8616"/>
                  </a:lnTo>
                  <a:lnTo>
                    <a:pt x="12584" y="5857"/>
                  </a:lnTo>
                  <a:lnTo>
                    <a:pt x="14391" y="3531"/>
                  </a:lnTo>
                  <a:lnTo>
                    <a:pt x="17307" y="1007"/>
                  </a:lnTo>
                  <a:lnTo>
                    <a:pt x="18666" y="366"/>
                  </a:lnTo>
                  <a:lnTo>
                    <a:pt x="19182" y="0"/>
                  </a:lnTo>
                  <a:lnTo>
                    <a:pt x="19510" y="476"/>
                  </a:lnTo>
                  <a:lnTo>
                    <a:pt x="19857" y="1921"/>
                  </a:lnTo>
                  <a:lnTo>
                    <a:pt x="20352" y="3130"/>
                  </a:lnTo>
                  <a:lnTo>
                    <a:pt x="21503" y="5234"/>
                  </a:lnTo>
                  <a:lnTo>
                    <a:pt x="21991" y="5742"/>
                  </a:lnTo>
                  <a:lnTo>
                    <a:pt x="23179" y="8856"/>
                  </a:lnTo>
                  <a:lnTo>
                    <a:pt x="24450" y="10991"/>
                  </a:lnTo>
                  <a:lnTo>
                    <a:pt x="25913" y="13449"/>
                  </a:lnTo>
                  <a:lnTo>
                    <a:pt x="26909" y="14673"/>
                  </a:lnTo>
                  <a:lnTo>
                    <a:pt x="27416" y="15014"/>
                  </a:lnTo>
                  <a:lnTo>
                    <a:pt x="27837" y="17195"/>
                  </a:lnTo>
                  <a:lnTo>
                    <a:pt x="28263" y="18814"/>
                  </a:lnTo>
                  <a:lnTo>
                    <a:pt x="28505" y="20329"/>
                  </a:lnTo>
                  <a:lnTo>
                    <a:pt x="28456" y="21806"/>
                  </a:lnTo>
                  <a:lnTo>
                    <a:pt x="27994" y="25419"/>
                  </a:lnTo>
                  <a:lnTo>
                    <a:pt x="27321" y="29110"/>
                  </a:lnTo>
                  <a:lnTo>
                    <a:pt x="26780" y="30645"/>
                  </a:lnTo>
                  <a:lnTo>
                    <a:pt x="26121" y="31615"/>
                  </a:lnTo>
                  <a:lnTo>
                    <a:pt x="25476" y="33072"/>
                  </a:lnTo>
                  <a:lnTo>
                    <a:pt x="25230" y="36033"/>
                  </a:lnTo>
                  <a:lnTo>
                    <a:pt x="24938" y="39516"/>
                  </a:lnTo>
                  <a:lnTo>
                    <a:pt x="24097" y="40950"/>
                  </a:lnTo>
                  <a:lnTo>
                    <a:pt x="23442" y="41890"/>
                  </a:lnTo>
                  <a:lnTo>
                    <a:pt x="22538" y="43045"/>
                  </a:lnTo>
                  <a:close/>
                </a:path>
              </a:pathLst>
            </a:custGeom>
            <a:solidFill>
              <a:srgbClr val="CDE3C7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0" name="pg959"/>
            <p:cNvSpPr/>
            <p:nvPr/>
          </p:nvSpPr>
          <p:spPr>
            <a:xfrm>
              <a:off x="3588437" y="1990655"/>
              <a:ext cx="2631" cy="9975"/>
            </a:xfrm>
            <a:custGeom>
              <a:avLst/>
              <a:pathLst>
                <a:path w="2631" h="9975">
                  <a:moveTo>
                    <a:pt x="706" y="9975"/>
                  </a:moveTo>
                  <a:lnTo>
                    <a:pt x="0" y="9746"/>
                  </a:lnTo>
                  <a:lnTo>
                    <a:pt x="1392" y="6339"/>
                  </a:lnTo>
                  <a:lnTo>
                    <a:pt x="1923" y="4127"/>
                  </a:lnTo>
                  <a:lnTo>
                    <a:pt x="2292" y="986"/>
                  </a:lnTo>
                  <a:lnTo>
                    <a:pt x="2620" y="0"/>
                  </a:lnTo>
                  <a:lnTo>
                    <a:pt x="2631" y="1428"/>
                  </a:lnTo>
                  <a:lnTo>
                    <a:pt x="2487" y="3804"/>
                  </a:lnTo>
                  <a:lnTo>
                    <a:pt x="1607" y="7860"/>
                  </a:lnTo>
                  <a:close/>
                </a:path>
              </a:pathLst>
            </a:custGeom>
            <a:solidFill>
              <a:srgbClr val="FFA88E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1" name="pg960"/>
            <p:cNvSpPr/>
            <p:nvPr/>
          </p:nvSpPr>
          <p:spPr>
            <a:xfrm>
              <a:off x="3590220" y="1967173"/>
              <a:ext cx="69827" cy="74410"/>
            </a:xfrm>
            <a:custGeom>
              <a:avLst/>
              <a:pathLst>
                <a:path w="69827" h="74410">
                  <a:moveTo>
                    <a:pt x="67608" y="21974"/>
                  </a:moveTo>
                  <a:lnTo>
                    <a:pt x="67574" y="23300"/>
                  </a:lnTo>
                  <a:lnTo>
                    <a:pt x="67279" y="25551"/>
                  </a:lnTo>
                  <a:lnTo>
                    <a:pt x="66702" y="28456"/>
                  </a:lnTo>
                  <a:lnTo>
                    <a:pt x="66096" y="30709"/>
                  </a:lnTo>
                  <a:lnTo>
                    <a:pt x="65951" y="31579"/>
                  </a:lnTo>
                  <a:lnTo>
                    <a:pt x="66410" y="32302"/>
                  </a:lnTo>
                  <a:lnTo>
                    <a:pt x="68676" y="32643"/>
                  </a:lnTo>
                  <a:lnTo>
                    <a:pt x="69638" y="33030"/>
                  </a:lnTo>
                  <a:lnTo>
                    <a:pt x="69827" y="33629"/>
                  </a:lnTo>
                  <a:lnTo>
                    <a:pt x="69324" y="34407"/>
                  </a:lnTo>
                  <a:lnTo>
                    <a:pt x="68600" y="35053"/>
                  </a:lnTo>
                  <a:lnTo>
                    <a:pt x="68276" y="35665"/>
                  </a:lnTo>
                  <a:lnTo>
                    <a:pt x="67700" y="37852"/>
                  </a:lnTo>
                  <a:lnTo>
                    <a:pt x="63930" y="37574"/>
                  </a:lnTo>
                  <a:lnTo>
                    <a:pt x="63430" y="38019"/>
                  </a:lnTo>
                  <a:lnTo>
                    <a:pt x="63192" y="39035"/>
                  </a:lnTo>
                  <a:lnTo>
                    <a:pt x="63004" y="40210"/>
                  </a:lnTo>
                  <a:lnTo>
                    <a:pt x="62509" y="41602"/>
                  </a:lnTo>
                  <a:lnTo>
                    <a:pt x="61507" y="42812"/>
                  </a:lnTo>
                  <a:lnTo>
                    <a:pt x="59941" y="43260"/>
                  </a:lnTo>
                  <a:lnTo>
                    <a:pt x="58659" y="44084"/>
                  </a:lnTo>
                  <a:lnTo>
                    <a:pt x="57703" y="46626"/>
                  </a:lnTo>
                  <a:lnTo>
                    <a:pt x="56991" y="50035"/>
                  </a:lnTo>
                  <a:lnTo>
                    <a:pt x="57009" y="52453"/>
                  </a:lnTo>
                  <a:lnTo>
                    <a:pt x="57103" y="53802"/>
                  </a:lnTo>
                  <a:lnTo>
                    <a:pt x="57020" y="54574"/>
                  </a:lnTo>
                  <a:lnTo>
                    <a:pt x="56537" y="55415"/>
                  </a:lnTo>
                  <a:lnTo>
                    <a:pt x="55746" y="57643"/>
                  </a:lnTo>
                  <a:lnTo>
                    <a:pt x="55104" y="60106"/>
                  </a:lnTo>
                  <a:lnTo>
                    <a:pt x="54857" y="61442"/>
                  </a:lnTo>
                  <a:lnTo>
                    <a:pt x="54981" y="62067"/>
                  </a:lnTo>
                  <a:lnTo>
                    <a:pt x="55705" y="62084"/>
                  </a:lnTo>
                  <a:lnTo>
                    <a:pt x="56749" y="62591"/>
                  </a:lnTo>
                  <a:lnTo>
                    <a:pt x="57304" y="63575"/>
                  </a:lnTo>
                  <a:lnTo>
                    <a:pt x="57510" y="64712"/>
                  </a:lnTo>
                  <a:lnTo>
                    <a:pt x="57513" y="65935"/>
                  </a:lnTo>
                  <a:lnTo>
                    <a:pt x="57317" y="66609"/>
                  </a:lnTo>
                  <a:lnTo>
                    <a:pt x="56481" y="67097"/>
                  </a:lnTo>
                  <a:lnTo>
                    <a:pt x="55170" y="67114"/>
                  </a:lnTo>
                  <a:lnTo>
                    <a:pt x="54406" y="66531"/>
                  </a:lnTo>
                  <a:lnTo>
                    <a:pt x="54248" y="66069"/>
                  </a:lnTo>
                  <a:lnTo>
                    <a:pt x="54613" y="64891"/>
                  </a:lnTo>
                  <a:lnTo>
                    <a:pt x="54349" y="63419"/>
                  </a:lnTo>
                  <a:lnTo>
                    <a:pt x="53807" y="62596"/>
                  </a:lnTo>
                  <a:lnTo>
                    <a:pt x="52703" y="63824"/>
                  </a:lnTo>
                  <a:lnTo>
                    <a:pt x="51644" y="63823"/>
                  </a:lnTo>
                  <a:lnTo>
                    <a:pt x="50374" y="64917"/>
                  </a:lnTo>
                  <a:lnTo>
                    <a:pt x="49545" y="66670"/>
                  </a:lnTo>
                  <a:lnTo>
                    <a:pt x="48748" y="67316"/>
                  </a:lnTo>
                  <a:lnTo>
                    <a:pt x="46597" y="66958"/>
                  </a:lnTo>
                  <a:lnTo>
                    <a:pt x="46062" y="67732"/>
                  </a:lnTo>
                  <a:lnTo>
                    <a:pt x="45618" y="71300"/>
                  </a:lnTo>
                  <a:lnTo>
                    <a:pt x="45361" y="71996"/>
                  </a:lnTo>
                  <a:lnTo>
                    <a:pt x="43564" y="71843"/>
                  </a:lnTo>
                  <a:lnTo>
                    <a:pt x="41831" y="73262"/>
                  </a:lnTo>
                  <a:lnTo>
                    <a:pt x="39875" y="74410"/>
                  </a:lnTo>
                  <a:lnTo>
                    <a:pt x="38883" y="73612"/>
                  </a:lnTo>
                  <a:lnTo>
                    <a:pt x="38331" y="72712"/>
                  </a:lnTo>
                  <a:lnTo>
                    <a:pt x="37266" y="72872"/>
                  </a:lnTo>
                  <a:lnTo>
                    <a:pt x="36103" y="73268"/>
                  </a:lnTo>
                  <a:lnTo>
                    <a:pt x="35322" y="73051"/>
                  </a:lnTo>
                  <a:lnTo>
                    <a:pt x="34446" y="73148"/>
                  </a:lnTo>
                  <a:lnTo>
                    <a:pt x="32754" y="73840"/>
                  </a:lnTo>
                  <a:lnTo>
                    <a:pt x="30626" y="73617"/>
                  </a:lnTo>
                  <a:lnTo>
                    <a:pt x="29719" y="73027"/>
                  </a:lnTo>
                  <a:lnTo>
                    <a:pt x="29633" y="72461"/>
                  </a:lnTo>
                  <a:lnTo>
                    <a:pt x="29699" y="71072"/>
                  </a:lnTo>
                  <a:lnTo>
                    <a:pt x="29678" y="68913"/>
                  </a:lnTo>
                  <a:lnTo>
                    <a:pt x="29340" y="67009"/>
                  </a:lnTo>
                  <a:lnTo>
                    <a:pt x="28323" y="65323"/>
                  </a:lnTo>
                  <a:lnTo>
                    <a:pt x="27253" y="64146"/>
                  </a:lnTo>
                  <a:lnTo>
                    <a:pt x="25888" y="62931"/>
                  </a:lnTo>
                  <a:lnTo>
                    <a:pt x="24879" y="62399"/>
                  </a:lnTo>
                  <a:lnTo>
                    <a:pt x="24326" y="62259"/>
                  </a:lnTo>
                  <a:lnTo>
                    <a:pt x="24201" y="61559"/>
                  </a:lnTo>
                  <a:lnTo>
                    <a:pt x="24001" y="60954"/>
                  </a:lnTo>
                  <a:lnTo>
                    <a:pt x="23529" y="60422"/>
                  </a:lnTo>
                  <a:lnTo>
                    <a:pt x="22520" y="59708"/>
                  </a:lnTo>
                  <a:lnTo>
                    <a:pt x="21664" y="59552"/>
                  </a:lnTo>
                  <a:lnTo>
                    <a:pt x="20963" y="60705"/>
                  </a:lnTo>
                  <a:lnTo>
                    <a:pt x="20452" y="59262"/>
                  </a:lnTo>
                  <a:lnTo>
                    <a:pt x="19911" y="56679"/>
                  </a:lnTo>
                  <a:lnTo>
                    <a:pt x="19967" y="54613"/>
                  </a:lnTo>
                  <a:lnTo>
                    <a:pt x="20274" y="52554"/>
                  </a:lnTo>
                  <a:lnTo>
                    <a:pt x="21756" y="46472"/>
                  </a:lnTo>
                  <a:lnTo>
                    <a:pt x="21676" y="45502"/>
                  </a:lnTo>
                  <a:lnTo>
                    <a:pt x="20601" y="43801"/>
                  </a:lnTo>
                  <a:lnTo>
                    <a:pt x="19272" y="42564"/>
                  </a:lnTo>
                  <a:lnTo>
                    <a:pt x="18539" y="39951"/>
                  </a:lnTo>
                  <a:lnTo>
                    <a:pt x="15846" y="39800"/>
                  </a:lnTo>
                  <a:lnTo>
                    <a:pt x="13305" y="39944"/>
                  </a:lnTo>
                  <a:lnTo>
                    <a:pt x="12507" y="39817"/>
                  </a:lnTo>
                  <a:lnTo>
                    <a:pt x="10088" y="38722"/>
                  </a:lnTo>
                  <a:lnTo>
                    <a:pt x="7758" y="36960"/>
                  </a:lnTo>
                  <a:lnTo>
                    <a:pt x="6198" y="35927"/>
                  </a:lnTo>
                  <a:lnTo>
                    <a:pt x="4886" y="34772"/>
                  </a:lnTo>
                  <a:lnTo>
                    <a:pt x="4182" y="33557"/>
                  </a:lnTo>
                  <a:lnTo>
                    <a:pt x="3064" y="33884"/>
                  </a:lnTo>
                  <a:lnTo>
                    <a:pt x="2311" y="33894"/>
                  </a:lnTo>
                  <a:lnTo>
                    <a:pt x="2318" y="33685"/>
                  </a:lnTo>
                  <a:lnTo>
                    <a:pt x="1888" y="31540"/>
                  </a:lnTo>
                  <a:lnTo>
                    <a:pt x="2337" y="28253"/>
                  </a:lnTo>
                  <a:lnTo>
                    <a:pt x="1523" y="23445"/>
                  </a:lnTo>
                  <a:lnTo>
                    <a:pt x="192" y="17663"/>
                  </a:lnTo>
                  <a:lnTo>
                    <a:pt x="94" y="11471"/>
                  </a:lnTo>
                  <a:lnTo>
                    <a:pt x="0" y="10079"/>
                  </a:lnTo>
                  <a:lnTo>
                    <a:pt x="3272" y="6590"/>
                  </a:lnTo>
                  <a:lnTo>
                    <a:pt x="7402" y="2855"/>
                  </a:lnTo>
                  <a:lnTo>
                    <a:pt x="8341" y="2517"/>
                  </a:lnTo>
                  <a:lnTo>
                    <a:pt x="12147" y="307"/>
                  </a:lnTo>
                  <a:lnTo>
                    <a:pt x="12656" y="131"/>
                  </a:lnTo>
                  <a:lnTo>
                    <a:pt x="16084" y="541"/>
                  </a:lnTo>
                  <a:lnTo>
                    <a:pt x="18778" y="1066"/>
                  </a:lnTo>
                  <a:lnTo>
                    <a:pt x="21049" y="1001"/>
                  </a:lnTo>
                  <a:lnTo>
                    <a:pt x="22296" y="435"/>
                  </a:lnTo>
                  <a:lnTo>
                    <a:pt x="23425" y="908"/>
                  </a:lnTo>
                  <a:lnTo>
                    <a:pt x="24336" y="2573"/>
                  </a:lnTo>
                  <a:lnTo>
                    <a:pt x="25272" y="2379"/>
                  </a:lnTo>
                  <a:lnTo>
                    <a:pt x="26200" y="1301"/>
                  </a:lnTo>
                  <a:lnTo>
                    <a:pt x="31279" y="2285"/>
                  </a:lnTo>
                  <a:lnTo>
                    <a:pt x="32425" y="2262"/>
                  </a:lnTo>
                  <a:lnTo>
                    <a:pt x="33717" y="2421"/>
                  </a:lnTo>
                  <a:lnTo>
                    <a:pt x="36099" y="3425"/>
                  </a:lnTo>
                  <a:lnTo>
                    <a:pt x="37470" y="4341"/>
                  </a:lnTo>
                  <a:lnTo>
                    <a:pt x="40483" y="3787"/>
                  </a:lnTo>
                  <a:lnTo>
                    <a:pt x="41772" y="3755"/>
                  </a:lnTo>
                  <a:lnTo>
                    <a:pt x="42446" y="3394"/>
                  </a:lnTo>
                  <a:lnTo>
                    <a:pt x="44524" y="883"/>
                  </a:lnTo>
                  <a:lnTo>
                    <a:pt x="45423" y="451"/>
                  </a:lnTo>
                  <a:lnTo>
                    <a:pt x="46249" y="0"/>
                  </a:lnTo>
                  <a:lnTo>
                    <a:pt x="47005" y="383"/>
                  </a:lnTo>
                  <a:lnTo>
                    <a:pt x="47502" y="2529"/>
                  </a:lnTo>
                  <a:lnTo>
                    <a:pt x="49039" y="6228"/>
                  </a:lnTo>
                  <a:lnTo>
                    <a:pt x="50709" y="6877"/>
                  </a:lnTo>
                  <a:lnTo>
                    <a:pt x="55325" y="8303"/>
                  </a:lnTo>
                  <a:lnTo>
                    <a:pt x="56269" y="9052"/>
                  </a:lnTo>
                  <a:lnTo>
                    <a:pt x="58867" y="12317"/>
                  </a:lnTo>
                  <a:lnTo>
                    <a:pt x="60425" y="13918"/>
                  </a:lnTo>
                  <a:lnTo>
                    <a:pt x="61416" y="15197"/>
                  </a:lnTo>
                  <a:lnTo>
                    <a:pt x="62928" y="17702"/>
                  </a:lnTo>
                  <a:lnTo>
                    <a:pt x="63801" y="19524"/>
                  </a:lnTo>
                  <a:lnTo>
                    <a:pt x="65262" y="20902"/>
                  </a:lnTo>
                  <a:lnTo>
                    <a:pt x="66990" y="21830"/>
                  </a:lnTo>
                  <a:close/>
                </a:path>
              </a:pathLst>
            </a:custGeom>
            <a:solidFill>
              <a:srgbClr val="FFA88E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2" name="pg961"/>
            <p:cNvSpPr/>
            <p:nvPr/>
          </p:nvSpPr>
          <p:spPr>
            <a:xfrm>
              <a:off x="3403498" y="2151677"/>
              <a:ext cx="9368" cy="21326"/>
            </a:xfrm>
            <a:custGeom>
              <a:avLst/>
              <a:pathLst>
                <a:path w="9368" h="21326">
                  <a:moveTo>
                    <a:pt x="4771" y="1364"/>
                  </a:moveTo>
                  <a:lnTo>
                    <a:pt x="4671" y="2155"/>
                  </a:lnTo>
                  <a:lnTo>
                    <a:pt x="4689" y="3924"/>
                  </a:lnTo>
                  <a:lnTo>
                    <a:pt x="5035" y="5699"/>
                  </a:lnTo>
                  <a:lnTo>
                    <a:pt x="5848" y="7447"/>
                  </a:lnTo>
                  <a:lnTo>
                    <a:pt x="6472" y="8717"/>
                  </a:lnTo>
                  <a:lnTo>
                    <a:pt x="7307" y="9730"/>
                  </a:lnTo>
                  <a:lnTo>
                    <a:pt x="8725" y="10692"/>
                  </a:lnTo>
                  <a:lnTo>
                    <a:pt x="9290" y="10894"/>
                  </a:lnTo>
                  <a:lnTo>
                    <a:pt x="9368" y="12197"/>
                  </a:lnTo>
                  <a:lnTo>
                    <a:pt x="9259" y="13574"/>
                  </a:lnTo>
                  <a:lnTo>
                    <a:pt x="8770" y="14335"/>
                  </a:lnTo>
                  <a:lnTo>
                    <a:pt x="8308" y="15431"/>
                  </a:lnTo>
                  <a:lnTo>
                    <a:pt x="7962" y="16771"/>
                  </a:lnTo>
                  <a:lnTo>
                    <a:pt x="7597" y="19339"/>
                  </a:lnTo>
                  <a:lnTo>
                    <a:pt x="7547" y="21111"/>
                  </a:lnTo>
                  <a:lnTo>
                    <a:pt x="6731" y="20378"/>
                  </a:lnTo>
                  <a:lnTo>
                    <a:pt x="6303" y="19882"/>
                  </a:lnTo>
                  <a:lnTo>
                    <a:pt x="5558" y="19746"/>
                  </a:lnTo>
                  <a:lnTo>
                    <a:pt x="4813" y="20151"/>
                  </a:lnTo>
                  <a:lnTo>
                    <a:pt x="4254" y="21055"/>
                  </a:lnTo>
                  <a:lnTo>
                    <a:pt x="3490" y="21326"/>
                  </a:lnTo>
                  <a:lnTo>
                    <a:pt x="2857" y="21055"/>
                  </a:lnTo>
                  <a:lnTo>
                    <a:pt x="2485" y="20378"/>
                  </a:lnTo>
                  <a:lnTo>
                    <a:pt x="2149" y="20017"/>
                  </a:lnTo>
                  <a:lnTo>
                    <a:pt x="1199" y="19564"/>
                  </a:lnTo>
                  <a:lnTo>
                    <a:pt x="789" y="18583"/>
                  </a:lnTo>
                  <a:lnTo>
                    <a:pt x="1102" y="18124"/>
                  </a:lnTo>
                  <a:lnTo>
                    <a:pt x="1372" y="17400"/>
                  </a:lnTo>
                  <a:lnTo>
                    <a:pt x="1603" y="16380"/>
                  </a:lnTo>
                  <a:lnTo>
                    <a:pt x="1893" y="15436"/>
                  </a:lnTo>
                  <a:lnTo>
                    <a:pt x="959" y="12854"/>
                  </a:lnTo>
                  <a:lnTo>
                    <a:pt x="767" y="12064"/>
                  </a:lnTo>
                  <a:lnTo>
                    <a:pt x="0" y="10604"/>
                  </a:lnTo>
                  <a:lnTo>
                    <a:pt x="9" y="9864"/>
                  </a:lnTo>
                  <a:lnTo>
                    <a:pt x="192" y="9160"/>
                  </a:lnTo>
                  <a:lnTo>
                    <a:pt x="124" y="8615"/>
                  </a:lnTo>
                  <a:lnTo>
                    <a:pt x="232" y="7315"/>
                  </a:lnTo>
                  <a:lnTo>
                    <a:pt x="768" y="6085"/>
                  </a:lnTo>
                  <a:lnTo>
                    <a:pt x="1125" y="4565"/>
                  </a:lnTo>
                  <a:lnTo>
                    <a:pt x="1729" y="2493"/>
                  </a:lnTo>
                  <a:lnTo>
                    <a:pt x="3062" y="0"/>
                  </a:lnTo>
                  <a:lnTo>
                    <a:pt x="4019" y="380"/>
                  </a:lnTo>
                  <a:lnTo>
                    <a:pt x="4436" y="372"/>
                  </a:lnTo>
                  <a:close/>
                </a:path>
              </a:pathLst>
            </a:custGeom>
            <a:solidFill>
              <a:srgbClr val="8EBF83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3" name="pg962"/>
            <p:cNvSpPr/>
            <p:nvPr/>
          </p:nvSpPr>
          <p:spPr>
            <a:xfrm>
              <a:off x="3589840" y="1918351"/>
              <a:ext cx="87590" cy="70796"/>
            </a:xfrm>
            <a:custGeom>
              <a:avLst/>
              <a:pathLst>
                <a:path w="87590" h="70796">
                  <a:moveTo>
                    <a:pt x="77230" y="15817"/>
                  </a:moveTo>
                  <a:lnTo>
                    <a:pt x="78665" y="15938"/>
                  </a:lnTo>
                  <a:lnTo>
                    <a:pt x="79170" y="16407"/>
                  </a:lnTo>
                  <a:lnTo>
                    <a:pt x="79506" y="18723"/>
                  </a:lnTo>
                  <a:lnTo>
                    <a:pt x="81140" y="20545"/>
                  </a:lnTo>
                  <a:lnTo>
                    <a:pt x="82652" y="22057"/>
                  </a:lnTo>
                  <a:lnTo>
                    <a:pt x="83039" y="22756"/>
                  </a:lnTo>
                  <a:lnTo>
                    <a:pt x="83157" y="24103"/>
                  </a:lnTo>
                  <a:lnTo>
                    <a:pt x="83059" y="25676"/>
                  </a:lnTo>
                  <a:lnTo>
                    <a:pt x="82868" y="26491"/>
                  </a:lnTo>
                  <a:lnTo>
                    <a:pt x="82237" y="27430"/>
                  </a:lnTo>
                  <a:lnTo>
                    <a:pt x="81684" y="29808"/>
                  </a:lnTo>
                  <a:lnTo>
                    <a:pt x="81607" y="32070"/>
                  </a:lnTo>
                  <a:lnTo>
                    <a:pt x="80734" y="35983"/>
                  </a:lnTo>
                  <a:lnTo>
                    <a:pt x="80931" y="36056"/>
                  </a:lnTo>
                  <a:lnTo>
                    <a:pt x="82764" y="35350"/>
                  </a:lnTo>
                  <a:lnTo>
                    <a:pt x="83283" y="35754"/>
                  </a:lnTo>
                  <a:lnTo>
                    <a:pt x="83684" y="36618"/>
                  </a:lnTo>
                  <a:lnTo>
                    <a:pt x="83813" y="39074"/>
                  </a:lnTo>
                  <a:lnTo>
                    <a:pt x="84414" y="40178"/>
                  </a:lnTo>
                  <a:lnTo>
                    <a:pt x="85026" y="41903"/>
                  </a:lnTo>
                  <a:lnTo>
                    <a:pt x="85220" y="43247"/>
                  </a:lnTo>
                  <a:lnTo>
                    <a:pt x="86385" y="44847"/>
                  </a:lnTo>
                  <a:lnTo>
                    <a:pt x="86479" y="45881"/>
                  </a:lnTo>
                  <a:lnTo>
                    <a:pt x="87190" y="49540"/>
                  </a:lnTo>
                  <a:lnTo>
                    <a:pt x="87464" y="51647"/>
                  </a:lnTo>
                  <a:lnTo>
                    <a:pt x="87590" y="53277"/>
                  </a:lnTo>
                  <a:lnTo>
                    <a:pt x="87240" y="55348"/>
                  </a:lnTo>
                  <a:lnTo>
                    <a:pt x="86931" y="56749"/>
                  </a:lnTo>
                  <a:lnTo>
                    <a:pt x="86564" y="56663"/>
                  </a:lnTo>
                  <a:lnTo>
                    <a:pt x="85518" y="57033"/>
                  </a:lnTo>
                  <a:lnTo>
                    <a:pt x="83864" y="58721"/>
                  </a:lnTo>
                  <a:lnTo>
                    <a:pt x="81402" y="62699"/>
                  </a:lnTo>
                  <a:lnTo>
                    <a:pt x="80768" y="63580"/>
                  </a:lnTo>
                  <a:lnTo>
                    <a:pt x="80124" y="66610"/>
                  </a:lnTo>
                  <a:lnTo>
                    <a:pt x="79970" y="66918"/>
                  </a:lnTo>
                  <a:lnTo>
                    <a:pt x="78537" y="66778"/>
                  </a:lnTo>
                  <a:lnTo>
                    <a:pt x="78146" y="66705"/>
                  </a:lnTo>
                  <a:lnTo>
                    <a:pt x="76709" y="66766"/>
                  </a:lnTo>
                  <a:lnTo>
                    <a:pt x="73581" y="65978"/>
                  </a:lnTo>
                  <a:lnTo>
                    <a:pt x="72368" y="66499"/>
                  </a:lnTo>
                  <a:lnTo>
                    <a:pt x="70777" y="69564"/>
                  </a:lnTo>
                  <a:lnTo>
                    <a:pt x="70160" y="70014"/>
                  </a:lnTo>
                  <a:lnTo>
                    <a:pt x="68312" y="70438"/>
                  </a:lnTo>
                  <a:lnTo>
                    <a:pt x="67987" y="70796"/>
                  </a:lnTo>
                  <a:lnTo>
                    <a:pt x="67370" y="70652"/>
                  </a:lnTo>
                  <a:lnTo>
                    <a:pt x="65641" y="69724"/>
                  </a:lnTo>
                  <a:lnTo>
                    <a:pt x="64181" y="68346"/>
                  </a:lnTo>
                  <a:lnTo>
                    <a:pt x="63308" y="66524"/>
                  </a:lnTo>
                  <a:lnTo>
                    <a:pt x="61796" y="64019"/>
                  </a:lnTo>
                  <a:lnTo>
                    <a:pt x="60805" y="62741"/>
                  </a:lnTo>
                  <a:lnTo>
                    <a:pt x="59247" y="61139"/>
                  </a:lnTo>
                  <a:lnTo>
                    <a:pt x="56649" y="57874"/>
                  </a:lnTo>
                  <a:lnTo>
                    <a:pt x="55705" y="57125"/>
                  </a:lnTo>
                  <a:lnTo>
                    <a:pt x="51088" y="55700"/>
                  </a:lnTo>
                  <a:lnTo>
                    <a:pt x="49418" y="55050"/>
                  </a:lnTo>
                  <a:lnTo>
                    <a:pt x="47882" y="51351"/>
                  </a:lnTo>
                  <a:lnTo>
                    <a:pt x="47384" y="49205"/>
                  </a:lnTo>
                  <a:lnTo>
                    <a:pt x="46629" y="48822"/>
                  </a:lnTo>
                  <a:lnTo>
                    <a:pt x="45803" y="49273"/>
                  </a:lnTo>
                  <a:lnTo>
                    <a:pt x="44904" y="49705"/>
                  </a:lnTo>
                  <a:lnTo>
                    <a:pt x="42826" y="52217"/>
                  </a:lnTo>
                  <a:lnTo>
                    <a:pt x="42151" y="52577"/>
                  </a:lnTo>
                  <a:lnTo>
                    <a:pt x="40862" y="52609"/>
                  </a:lnTo>
                  <a:lnTo>
                    <a:pt x="37850" y="53163"/>
                  </a:lnTo>
                  <a:lnTo>
                    <a:pt x="36479" y="52247"/>
                  </a:lnTo>
                  <a:lnTo>
                    <a:pt x="34096" y="51243"/>
                  </a:lnTo>
                  <a:lnTo>
                    <a:pt x="32805" y="51084"/>
                  </a:lnTo>
                  <a:lnTo>
                    <a:pt x="31659" y="51107"/>
                  </a:lnTo>
                  <a:lnTo>
                    <a:pt x="26579" y="50123"/>
                  </a:lnTo>
                  <a:lnTo>
                    <a:pt x="25652" y="51201"/>
                  </a:lnTo>
                  <a:lnTo>
                    <a:pt x="24715" y="51396"/>
                  </a:lnTo>
                  <a:lnTo>
                    <a:pt x="23805" y="49731"/>
                  </a:lnTo>
                  <a:lnTo>
                    <a:pt x="22676" y="49257"/>
                  </a:lnTo>
                  <a:lnTo>
                    <a:pt x="21428" y="49823"/>
                  </a:lnTo>
                  <a:lnTo>
                    <a:pt x="19157" y="49888"/>
                  </a:lnTo>
                  <a:lnTo>
                    <a:pt x="16464" y="49363"/>
                  </a:lnTo>
                  <a:lnTo>
                    <a:pt x="13035" y="48953"/>
                  </a:lnTo>
                  <a:lnTo>
                    <a:pt x="12527" y="49129"/>
                  </a:lnTo>
                  <a:lnTo>
                    <a:pt x="8721" y="51339"/>
                  </a:lnTo>
                  <a:lnTo>
                    <a:pt x="7782" y="51677"/>
                  </a:lnTo>
                  <a:lnTo>
                    <a:pt x="3652" y="55413"/>
                  </a:lnTo>
                  <a:lnTo>
                    <a:pt x="379" y="58901"/>
                  </a:lnTo>
                  <a:lnTo>
                    <a:pt x="0" y="53320"/>
                  </a:lnTo>
                  <a:lnTo>
                    <a:pt x="201" y="42162"/>
                  </a:lnTo>
                  <a:lnTo>
                    <a:pt x="686" y="36631"/>
                  </a:lnTo>
                  <a:lnTo>
                    <a:pt x="2955" y="33409"/>
                  </a:lnTo>
                  <a:lnTo>
                    <a:pt x="4092" y="30900"/>
                  </a:lnTo>
                  <a:lnTo>
                    <a:pt x="4754" y="27552"/>
                  </a:lnTo>
                  <a:lnTo>
                    <a:pt x="4954" y="24454"/>
                  </a:lnTo>
                  <a:lnTo>
                    <a:pt x="5414" y="21894"/>
                  </a:lnTo>
                  <a:lnTo>
                    <a:pt x="8698" y="14550"/>
                  </a:lnTo>
                  <a:lnTo>
                    <a:pt x="11302" y="13757"/>
                  </a:lnTo>
                  <a:lnTo>
                    <a:pt x="14825" y="11720"/>
                  </a:lnTo>
                  <a:lnTo>
                    <a:pt x="18763" y="10021"/>
                  </a:lnTo>
                  <a:lnTo>
                    <a:pt x="19524" y="12181"/>
                  </a:lnTo>
                  <a:lnTo>
                    <a:pt x="19910" y="13830"/>
                  </a:lnTo>
                  <a:lnTo>
                    <a:pt x="24652" y="19837"/>
                  </a:lnTo>
                  <a:lnTo>
                    <a:pt x="25859" y="21854"/>
                  </a:lnTo>
                  <a:lnTo>
                    <a:pt x="27693" y="28771"/>
                  </a:lnTo>
                  <a:lnTo>
                    <a:pt x="32086" y="32278"/>
                  </a:lnTo>
                  <a:lnTo>
                    <a:pt x="35540" y="31172"/>
                  </a:lnTo>
                  <a:lnTo>
                    <a:pt x="37041" y="29469"/>
                  </a:lnTo>
                  <a:lnTo>
                    <a:pt x="39807" y="26331"/>
                  </a:lnTo>
                  <a:lnTo>
                    <a:pt x="41042" y="24034"/>
                  </a:lnTo>
                  <a:lnTo>
                    <a:pt x="41293" y="21819"/>
                  </a:lnTo>
                  <a:lnTo>
                    <a:pt x="40803" y="12354"/>
                  </a:lnTo>
                  <a:lnTo>
                    <a:pt x="40054" y="8252"/>
                  </a:lnTo>
                  <a:lnTo>
                    <a:pt x="40310" y="5697"/>
                  </a:lnTo>
                  <a:lnTo>
                    <a:pt x="40797" y="5828"/>
                  </a:lnTo>
                  <a:lnTo>
                    <a:pt x="41972" y="4596"/>
                  </a:lnTo>
                  <a:lnTo>
                    <a:pt x="45834" y="2309"/>
                  </a:lnTo>
                  <a:lnTo>
                    <a:pt x="46605" y="2207"/>
                  </a:lnTo>
                  <a:lnTo>
                    <a:pt x="47486" y="1738"/>
                  </a:lnTo>
                  <a:lnTo>
                    <a:pt x="49919" y="0"/>
                  </a:lnTo>
                  <a:lnTo>
                    <a:pt x="50701" y="924"/>
                  </a:lnTo>
                  <a:lnTo>
                    <a:pt x="51354" y="1974"/>
                  </a:lnTo>
                  <a:lnTo>
                    <a:pt x="51714" y="1988"/>
                  </a:lnTo>
                  <a:lnTo>
                    <a:pt x="51889" y="1597"/>
                  </a:lnTo>
                  <a:lnTo>
                    <a:pt x="51840" y="921"/>
                  </a:lnTo>
                  <a:lnTo>
                    <a:pt x="52011" y="441"/>
                  </a:lnTo>
                  <a:lnTo>
                    <a:pt x="52710" y="708"/>
                  </a:lnTo>
                  <a:lnTo>
                    <a:pt x="55529" y="3565"/>
                  </a:lnTo>
                  <a:lnTo>
                    <a:pt x="56612" y="4232"/>
                  </a:lnTo>
                  <a:lnTo>
                    <a:pt x="57352" y="4420"/>
                  </a:lnTo>
                  <a:lnTo>
                    <a:pt x="58240" y="5758"/>
                  </a:lnTo>
                  <a:lnTo>
                    <a:pt x="60645" y="6655"/>
                  </a:lnTo>
                  <a:lnTo>
                    <a:pt x="60939" y="7348"/>
                  </a:lnTo>
                  <a:lnTo>
                    <a:pt x="61124" y="8211"/>
                  </a:lnTo>
                  <a:lnTo>
                    <a:pt x="63374" y="11839"/>
                  </a:lnTo>
                  <a:lnTo>
                    <a:pt x="64386" y="13661"/>
                  </a:lnTo>
                  <a:lnTo>
                    <a:pt x="66385" y="15334"/>
                  </a:lnTo>
                  <a:lnTo>
                    <a:pt x="67245" y="15732"/>
                  </a:lnTo>
                  <a:lnTo>
                    <a:pt x="70744" y="14027"/>
                  </a:lnTo>
                  <a:lnTo>
                    <a:pt x="71720" y="13434"/>
                  </a:lnTo>
                  <a:lnTo>
                    <a:pt x="72526" y="13424"/>
                  </a:lnTo>
                  <a:lnTo>
                    <a:pt x="73348" y="14321"/>
                  </a:lnTo>
                  <a:lnTo>
                    <a:pt x="75221" y="15515"/>
                  </a:lnTo>
                  <a:lnTo>
                    <a:pt x="76921" y="1589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4" name="pg963"/>
            <p:cNvSpPr/>
            <p:nvPr/>
          </p:nvSpPr>
          <p:spPr>
            <a:xfrm>
              <a:off x="4716718" y="2976723"/>
              <a:ext cx="811" cy="1489"/>
            </a:xfrm>
            <a:custGeom>
              <a:avLst/>
              <a:pathLst>
                <a:path w="811" h="1489">
                  <a:moveTo>
                    <a:pt x="0" y="1489"/>
                  </a:moveTo>
                  <a:lnTo>
                    <a:pt x="26" y="841"/>
                  </a:lnTo>
                  <a:lnTo>
                    <a:pt x="185" y="129"/>
                  </a:lnTo>
                  <a:lnTo>
                    <a:pt x="586" y="0"/>
                  </a:lnTo>
                  <a:lnTo>
                    <a:pt x="811" y="722"/>
                  </a:lnTo>
                  <a:lnTo>
                    <a:pt x="242" y="1308"/>
                  </a:lnTo>
                  <a:close/>
                </a:path>
              </a:pathLst>
            </a:custGeom>
            <a:solidFill>
              <a:srgbClr val="D8E9D3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5" name="pg964"/>
            <p:cNvSpPr/>
            <p:nvPr/>
          </p:nvSpPr>
          <p:spPr>
            <a:xfrm>
              <a:off x="2564432" y="3098779"/>
              <a:ext cx="1384" cy="1370"/>
            </a:xfrm>
            <a:custGeom>
              <a:avLst/>
              <a:pathLst>
                <a:path w="1384" h="1370">
                  <a:moveTo>
                    <a:pt x="1363" y="1370"/>
                  </a:moveTo>
                  <a:lnTo>
                    <a:pt x="0" y="1370"/>
                  </a:lnTo>
                  <a:lnTo>
                    <a:pt x="98" y="727"/>
                  </a:lnTo>
                  <a:lnTo>
                    <a:pt x="730" y="0"/>
                  </a:lnTo>
                  <a:lnTo>
                    <a:pt x="1197" y="66"/>
                  </a:lnTo>
                  <a:lnTo>
                    <a:pt x="1384" y="326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6" name="pg965"/>
            <p:cNvSpPr/>
            <p:nvPr/>
          </p:nvSpPr>
          <p:spPr>
            <a:xfrm>
              <a:off x="3126506" y="2572376"/>
              <a:ext cx="194234" cy="428732"/>
            </a:xfrm>
            <a:custGeom>
              <a:avLst/>
              <a:pathLst>
                <a:path w="194234" h="428732">
                  <a:moveTo>
                    <a:pt x="180169" y="24398"/>
                  </a:moveTo>
                  <a:lnTo>
                    <a:pt x="180520" y="26597"/>
                  </a:lnTo>
                  <a:lnTo>
                    <a:pt x="181239" y="28338"/>
                  </a:lnTo>
                  <a:lnTo>
                    <a:pt x="183809" y="32336"/>
                  </a:lnTo>
                  <a:lnTo>
                    <a:pt x="185336" y="34808"/>
                  </a:lnTo>
                  <a:lnTo>
                    <a:pt x="185378" y="35656"/>
                  </a:lnTo>
                  <a:lnTo>
                    <a:pt x="184888" y="37682"/>
                  </a:lnTo>
                  <a:lnTo>
                    <a:pt x="184677" y="39080"/>
                  </a:lnTo>
                  <a:lnTo>
                    <a:pt x="185080" y="40565"/>
                  </a:lnTo>
                  <a:lnTo>
                    <a:pt x="186021" y="42367"/>
                  </a:lnTo>
                  <a:lnTo>
                    <a:pt x="186096" y="43225"/>
                  </a:lnTo>
                  <a:lnTo>
                    <a:pt x="185869" y="44224"/>
                  </a:lnTo>
                  <a:lnTo>
                    <a:pt x="185383" y="46154"/>
                  </a:lnTo>
                  <a:lnTo>
                    <a:pt x="186417" y="51823"/>
                  </a:lnTo>
                  <a:lnTo>
                    <a:pt x="186591" y="57313"/>
                  </a:lnTo>
                  <a:lnTo>
                    <a:pt x="186322" y="61216"/>
                  </a:lnTo>
                  <a:lnTo>
                    <a:pt x="186329" y="63472"/>
                  </a:lnTo>
                  <a:lnTo>
                    <a:pt x="186465" y="65393"/>
                  </a:lnTo>
                  <a:lnTo>
                    <a:pt x="187339" y="69828"/>
                  </a:lnTo>
                  <a:lnTo>
                    <a:pt x="186755" y="77159"/>
                  </a:lnTo>
                  <a:lnTo>
                    <a:pt x="187414" y="81157"/>
                  </a:lnTo>
                  <a:lnTo>
                    <a:pt x="188321" y="84400"/>
                  </a:lnTo>
                  <a:lnTo>
                    <a:pt x="188817" y="90190"/>
                  </a:lnTo>
                  <a:lnTo>
                    <a:pt x="189548" y="92933"/>
                  </a:lnTo>
                  <a:lnTo>
                    <a:pt x="190741" y="95340"/>
                  </a:lnTo>
                  <a:lnTo>
                    <a:pt x="191420" y="96158"/>
                  </a:lnTo>
                  <a:lnTo>
                    <a:pt x="192738" y="98143"/>
                  </a:lnTo>
                  <a:lnTo>
                    <a:pt x="193679" y="99804"/>
                  </a:lnTo>
                  <a:lnTo>
                    <a:pt x="194234" y="102286"/>
                  </a:lnTo>
                  <a:lnTo>
                    <a:pt x="193051" y="104329"/>
                  </a:lnTo>
                  <a:lnTo>
                    <a:pt x="192103" y="106148"/>
                  </a:lnTo>
                  <a:lnTo>
                    <a:pt x="191838" y="108112"/>
                  </a:lnTo>
                  <a:lnTo>
                    <a:pt x="192279" y="111261"/>
                  </a:lnTo>
                  <a:lnTo>
                    <a:pt x="192279" y="112955"/>
                  </a:lnTo>
                  <a:lnTo>
                    <a:pt x="191677" y="113493"/>
                  </a:lnTo>
                  <a:lnTo>
                    <a:pt x="189218" y="113320"/>
                  </a:lnTo>
                  <a:lnTo>
                    <a:pt x="187292" y="113182"/>
                  </a:lnTo>
                  <a:lnTo>
                    <a:pt x="185076" y="113027"/>
                  </a:lnTo>
                  <a:lnTo>
                    <a:pt x="181958" y="112724"/>
                  </a:lnTo>
                  <a:lnTo>
                    <a:pt x="180027" y="112538"/>
                  </a:lnTo>
                  <a:lnTo>
                    <a:pt x="177381" y="112283"/>
                  </a:lnTo>
                  <a:lnTo>
                    <a:pt x="176468" y="112410"/>
                  </a:lnTo>
                  <a:lnTo>
                    <a:pt x="174039" y="113294"/>
                  </a:lnTo>
                  <a:lnTo>
                    <a:pt x="172322" y="113916"/>
                  </a:lnTo>
                  <a:lnTo>
                    <a:pt x="172033" y="114089"/>
                  </a:lnTo>
                  <a:lnTo>
                    <a:pt x="171501" y="114867"/>
                  </a:lnTo>
                  <a:lnTo>
                    <a:pt x="171132" y="117189"/>
                  </a:lnTo>
                  <a:lnTo>
                    <a:pt x="170801" y="119841"/>
                  </a:lnTo>
                  <a:lnTo>
                    <a:pt x="170446" y="121021"/>
                  </a:lnTo>
                  <a:lnTo>
                    <a:pt x="165298" y="124854"/>
                  </a:lnTo>
                  <a:lnTo>
                    <a:pt x="163290" y="125379"/>
                  </a:lnTo>
                  <a:lnTo>
                    <a:pt x="162124" y="124986"/>
                  </a:lnTo>
                  <a:lnTo>
                    <a:pt x="161296" y="125297"/>
                  </a:lnTo>
                  <a:lnTo>
                    <a:pt x="160582" y="126114"/>
                  </a:lnTo>
                  <a:lnTo>
                    <a:pt x="160339" y="127356"/>
                  </a:lnTo>
                  <a:lnTo>
                    <a:pt x="160304" y="128936"/>
                  </a:lnTo>
                  <a:lnTo>
                    <a:pt x="160456" y="130533"/>
                  </a:lnTo>
                  <a:lnTo>
                    <a:pt x="160952" y="132757"/>
                  </a:lnTo>
                  <a:lnTo>
                    <a:pt x="161040" y="134981"/>
                  </a:lnTo>
                  <a:lnTo>
                    <a:pt x="160724" y="136547"/>
                  </a:lnTo>
                  <a:lnTo>
                    <a:pt x="160648" y="138124"/>
                  </a:lnTo>
                  <a:lnTo>
                    <a:pt x="160501" y="139828"/>
                  </a:lnTo>
                  <a:lnTo>
                    <a:pt x="160764" y="140750"/>
                  </a:lnTo>
                  <a:lnTo>
                    <a:pt x="161262" y="140891"/>
                  </a:lnTo>
                  <a:lnTo>
                    <a:pt x="161759" y="141672"/>
                  </a:lnTo>
                  <a:lnTo>
                    <a:pt x="162462" y="142382"/>
                  </a:lnTo>
                  <a:lnTo>
                    <a:pt x="163047" y="143729"/>
                  </a:lnTo>
                  <a:lnTo>
                    <a:pt x="163018" y="145645"/>
                  </a:lnTo>
                  <a:lnTo>
                    <a:pt x="162532" y="146736"/>
                  </a:lnTo>
                  <a:lnTo>
                    <a:pt x="162103" y="147313"/>
                  </a:lnTo>
                  <a:lnTo>
                    <a:pt x="160176" y="147823"/>
                  </a:lnTo>
                  <a:lnTo>
                    <a:pt x="158649" y="148228"/>
                  </a:lnTo>
                  <a:lnTo>
                    <a:pt x="156658" y="151300"/>
                  </a:lnTo>
                  <a:lnTo>
                    <a:pt x="154536" y="154571"/>
                  </a:lnTo>
                  <a:lnTo>
                    <a:pt x="152022" y="156738"/>
                  </a:lnTo>
                  <a:lnTo>
                    <a:pt x="150919" y="157351"/>
                  </a:lnTo>
                  <a:lnTo>
                    <a:pt x="148983" y="158899"/>
                  </a:lnTo>
                  <a:lnTo>
                    <a:pt x="146670" y="161470"/>
                  </a:lnTo>
                  <a:lnTo>
                    <a:pt x="145529" y="165577"/>
                  </a:lnTo>
                  <a:lnTo>
                    <a:pt x="144088" y="170312"/>
                  </a:lnTo>
                  <a:lnTo>
                    <a:pt x="142705" y="173489"/>
                  </a:lnTo>
                  <a:lnTo>
                    <a:pt x="140814" y="176494"/>
                  </a:lnTo>
                  <a:lnTo>
                    <a:pt x="139053" y="177646"/>
                  </a:lnTo>
                  <a:lnTo>
                    <a:pt x="136838" y="179092"/>
                  </a:lnTo>
                  <a:lnTo>
                    <a:pt x="134044" y="180208"/>
                  </a:lnTo>
                  <a:lnTo>
                    <a:pt x="132067" y="180572"/>
                  </a:lnTo>
                  <a:lnTo>
                    <a:pt x="131479" y="180816"/>
                  </a:lnTo>
                  <a:lnTo>
                    <a:pt x="129738" y="180886"/>
                  </a:lnTo>
                  <a:lnTo>
                    <a:pt x="128885" y="180655"/>
                  </a:lnTo>
                  <a:lnTo>
                    <a:pt x="128250" y="180530"/>
                  </a:lnTo>
                  <a:lnTo>
                    <a:pt x="127992" y="180862"/>
                  </a:lnTo>
                  <a:lnTo>
                    <a:pt x="127906" y="181611"/>
                  </a:lnTo>
                  <a:lnTo>
                    <a:pt x="127872" y="183318"/>
                  </a:lnTo>
                  <a:lnTo>
                    <a:pt x="127752" y="185273"/>
                  </a:lnTo>
                  <a:lnTo>
                    <a:pt x="127202" y="186927"/>
                  </a:lnTo>
                  <a:lnTo>
                    <a:pt x="126811" y="187663"/>
                  </a:lnTo>
                  <a:lnTo>
                    <a:pt x="126353" y="187963"/>
                  </a:lnTo>
                  <a:lnTo>
                    <a:pt x="124893" y="187519"/>
                  </a:lnTo>
                  <a:lnTo>
                    <a:pt x="123669" y="186994"/>
                  </a:lnTo>
                  <a:lnTo>
                    <a:pt x="120752" y="186297"/>
                  </a:lnTo>
                  <a:lnTo>
                    <a:pt x="120173" y="186463"/>
                  </a:lnTo>
                  <a:lnTo>
                    <a:pt x="119957" y="186668"/>
                  </a:lnTo>
                  <a:lnTo>
                    <a:pt x="119046" y="187783"/>
                  </a:lnTo>
                  <a:lnTo>
                    <a:pt x="117647" y="190152"/>
                  </a:lnTo>
                  <a:lnTo>
                    <a:pt x="116697" y="192213"/>
                  </a:lnTo>
                  <a:lnTo>
                    <a:pt x="115989" y="193181"/>
                  </a:lnTo>
                  <a:lnTo>
                    <a:pt x="114297" y="193684"/>
                  </a:lnTo>
                  <a:lnTo>
                    <a:pt x="113559" y="194443"/>
                  </a:lnTo>
                  <a:lnTo>
                    <a:pt x="110406" y="199607"/>
                  </a:lnTo>
                  <a:lnTo>
                    <a:pt x="109735" y="200858"/>
                  </a:lnTo>
                  <a:lnTo>
                    <a:pt x="106490" y="205347"/>
                  </a:lnTo>
                  <a:lnTo>
                    <a:pt x="105572" y="206834"/>
                  </a:lnTo>
                  <a:lnTo>
                    <a:pt x="104855" y="208312"/>
                  </a:lnTo>
                  <a:lnTo>
                    <a:pt x="102917" y="211630"/>
                  </a:lnTo>
                  <a:lnTo>
                    <a:pt x="101679" y="213086"/>
                  </a:lnTo>
                  <a:lnTo>
                    <a:pt x="101454" y="213949"/>
                  </a:lnTo>
                  <a:lnTo>
                    <a:pt x="101394" y="215977"/>
                  </a:lnTo>
                  <a:lnTo>
                    <a:pt x="101394" y="220454"/>
                  </a:lnTo>
                  <a:lnTo>
                    <a:pt x="101394" y="224755"/>
                  </a:lnTo>
                  <a:lnTo>
                    <a:pt x="101394" y="231010"/>
                  </a:lnTo>
                  <a:lnTo>
                    <a:pt x="101394" y="237263"/>
                  </a:lnTo>
                  <a:lnTo>
                    <a:pt x="101394" y="244472"/>
                  </a:lnTo>
                  <a:lnTo>
                    <a:pt x="99756" y="244488"/>
                  </a:lnTo>
                  <a:lnTo>
                    <a:pt x="99803" y="245730"/>
                  </a:lnTo>
                  <a:lnTo>
                    <a:pt x="100160" y="248183"/>
                  </a:lnTo>
                  <a:lnTo>
                    <a:pt x="100285" y="250260"/>
                  </a:lnTo>
                  <a:lnTo>
                    <a:pt x="100107" y="251560"/>
                  </a:lnTo>
                  <a:lnTo>
                    <a:pt x="99939" y="253204"/>
                  </a:lnTo>
                  <a:lnTo>
                    <a:pt x="100011" y="254762"/>
                  </a:lnTo>
                  <a:lnTo>
                    <a:pt x="100285" y="256464"/>
                  </a:lnTo>
                  <a:lnTo>
                    <a:pt x="100534" y="258225"/>
                  </a:lnTo>
                  <a:lnTo>
                    <a:pt x="100534" y="259408"/>
                  </a:lnTo>
                  <a:lnTo>
                    <a:pt x="100035" y="260302"/>
                  </a:lnTo>
                  <a:lnTo>
                    <a:pt x="98887" y="260793"/>
                  </a:lnTo>
                  <a:lnTo>
                    <a:pt x="97511" y="261197"/>
                  </a:lnTo>
                  <a:lnTo>
                    <a:pt x="96506" y="261197"/>
                  </a:lnTo>
                  <a:lnTo>
                    <a:pt x="94994" y="260908"/>
                  </a:lnTo>
                  <a:lnTo>
                    <a:pt x="94054" y="260966"/>
                  </a:lnTo>
                  <a:lnTo>
                    <a:pt x="93233" y="260966"/>
                  </a:lnTo>
                  <a:lnTo>
                    <a:pt x="92501" y="261255"/>
                  </a:lnTo>
                  <a:lnTo>
                    <a:pt x="91596" y="262380"/>
                  </a:lnTo>
                  <a:lnTo>
                    <a:pt x="90590" y="264140"/>
                  </a:lnTo>
                  <a:lnTo>
                    <a:pt x="89329" y="266506"/>
                  </a:lnTo>
                  <a:lnTo>
                    <a:pt x="88573" y="267978"/>
                  </a:lnTo>
                  <a:lnTo>
                    <a:pt x="87567" y="268296"/>
                  </a:lnTo>
                  <a:lnTo>
                    <a:pt x="86562" y="268296"/>
                  </a:lnTo>
                  <a:lnTo>
                    <a:pt x="85580" y="267112"/>
                  </a:lnTo>
                  <a:lnTo>
                    <a:pt x="84949" y="266506"/>
                  </a:lnTo>
                  <a:lnTo>
                    <a:pt x="84533" y="266564"/>
                  </a:lnTo>
                  <a:lnTo>
                    <a:pt x="83848" y="267401"/>
                  </a:lnTo>
                  <a:lnTo>
                    <a:pt x="83039" y="267978"/>
                  </a:lnTo>
                  <a:lnTo>
                    <a:pt x="82283" y="267978"/>
                  </a:lnTo>
                  <a:lnTo>
                    <a:pt x="81022" y="266795"/>
                  </a:lnTo>
                  <a:lnTo>
                    <a:pt x="79510" y="265035"/>
                  </a:lnTo>
                  <a:lnTo>
                    <a:pt x="78629" y="264140"/>
                  </a:lnTo>
                  <a:lnTo>
                    <a:pt x="77374" y="263852"/>
                  </a:lnTo>
                  <a:lnTo>
                    <a:pt x="76112" y="263275"/>
                  </a:lnTo>
                  <a:lnTo>
                    <a:pt x="75231" y="263563"/>
                  </a:lnTo>
                  <a:lnTo>
                    <a:pt x="74101" y="263563"/>
                  </a:lnTo>
                  <a:lnTo>
                    <a:pt x="72590" y="264746"/>
                  </a:lnTo>
                  <a:lnTo>
                    <a:pt x="71328" y="265612"/>
                  </a:lnTo>
                  <a:lnTo>
                    <a:pt x="69947" y="266506"/>
                  </a:lnTo>
                  <a:lnTo>
                    <a:pt x="68376" y="267314"/>
                  </a:lnTo>
                  <a:lnTo>
                    <a:pt x="68757" y="269969"/>
                  </a:lnTo>
                  <a:lnTo>
                    <a:pt x="69299" y="271412"/>
                  </a:lnTo>
                  <a:lnTo>
                    <a:pt x="69299" y="273201"/>
                  </a:lnTo>
                  <a:lnTo>
                    <a:pt x="69042" y="274702"/>
                  </a:lnTo>
                  <a:lnTo>
                    <a:pt x="68287" y="276173"/>
                  </a:lnTo>
                  <a:lnTo>
                    <a:pt x="67424" y="278049"/>
                  </a:lnTo>
                  <a:lnTo>
                    <a:pt x="66924" y="279521"/>
                  </a:lnTo>
                  <a:lnTo>
                    <a:pt x="66419" y="281570"/>
                  </a:lnTo>
                  <a:lnTo>
                    <a:pt x="66043" y="282753"/>
                  </a:lnTo>
                  <a:lnTo>
                    <a:pt x="65394" y="284686"/>
                  </a:lnTo>
                  <a:lnTo>
                    <a:pt x="64818" y="287110"/>
                  </a:lnTo>
                  <a:lnTo>
                    <a:pt x="64639" y="288611"/>
                  </a:lnTo>
                  <a:lnTo>
                    <a:pt x="64407" y="290342"/>
                  </a:lnTo>
                  <a:lnTo>
                    <a:pt x="63960" y="290861"/>
                  </a:lnTo>
                  <a:lnTo>
                    <a:pt x="62425" y="291323"/>
                  </a:lnTo>
                  <a:lnTo>
                    <a:pt x="61450" y="291929"/>
                  </a:lnTo>
                  <a:lnTo>
                    <a:pt x="60598" y="292506"/>
                  </a:lnTo>
                  <a:lnTo>
                    <a:pt x="60281" y="293526"/>
                  </a:lnTo>
                  <a:lnTo>
                    <a:pt x="60230" y="293689"/>
                  </a:lnTo>
                  <a:lnTo>
                    <a:pt x="59985" y="295767"/>
                  </a:lnTo>
                  <a:lnTo>
                    <a:pt x="59985" y="297239"/>
                  </a:lnTo>
                  <a:lnTo>
                    <a:pt x="59742" y="298422"/>
                  </a:lnTo>
                  <a:lnTo>
                    <a:pt x="59378" y="301365"/>
                  </a:lnTo>
                  <a:lnTo>
                    <a:pt x="58891" y="304049"/>
                  </a:lnTo>
                  <a:lnTo>
                    <a:pt x="58522" y="307598"/>
                  </a:lnTo>
                  <a:lnTo>
                    <a:pt x="58158" y="310541"/>
                  </a:lnTo>
                  <a:lnTo>
                    <a:pt x="57671" y="315275"/>
                  </a:lnTo>
                  <a:lnTo>
                    <a:pt x="57183" y="319689"/>
                  </a:lnTo>
                  <a:lnTo>
                    <a:pt x="56575" y="323844"/>
                  </a:lnTo>
                  <a:lnTo>
                    <a:pt x="56087" y="326499"/>
                  </a:lnTo>
                  <a:lnTo>
                    <a:pt x="55719" y="327971"/>
                  </a:lnTo>
                  <a:lnTo>
                    <a:pt x="54868" y="329760"/>
                  </a:lnTo>
                  <a:lnTo>
                    <a:pt x="54136" y="330914"/>
                  </a:lnTo>
                  <a:lnTo>
                    <a:pt x="53285" y="332415"/>
                  </a:lnTo>
                  <a:lnTo>
                    <a:pt x="52309" y="333886"/>
                  </a:lnTo>
                  <a:lnTo>
                    <a:pt x="50970" y="335647"/>
                  </a:lnTo>
                  <a:lnTo>
                    <a:pt x="49869" y="337147"/>
                  </a:lnTo>
                  <a:lnTo>
                    <a:pt x="49421" y="337822"/>
                  </a:lnTo>
                  <a:lnTo>
                    <a:pt x="48894" y="338619"/>
                  </a:lnTo>
                  <a:lnTo>
                    <a:pt x="48042" y="340668"/>
                  </a:lnTo>
                  <a:lnTo>
                    <a:pt x="47310" y="343640"/>
                  </a:lnTo>
                  <a:lnTo>
                    <a:pt x="46822" y="346006"/>
                  </a:lnTo>
                  <a:lnTo>
                    <a:pt x="45971" y="349844"/>
                  </a:lnTo>
                  <a:lnTo>
                    <a:pt x="45364" y="351922"/>
                  </a:lnTo>
                  <a:lnTo>
                    <a:pt x="44996" y="353076"/>
                  </a:lnTo>
                  <a:lnTo>
                    <a:pt x="44019" y="354259"/>
                  </a:lnTo>
                  <a:lnTo>
                    <a:pt x="42924" y="355154"/>
                  </a:lnTo>
                  <a:lnTo>
                    <a:pt x="41704" y="356337"/>
                  </a:lnTo>
                  <a:lnTo>
                    <a:pt x="40729" y="357520"/>
                  </a:lnTo>
                  <a:lnTo>
                    <a:pt x="39390" y="358703"/>
                  </a:lnTo>
                  <a:lnTo>
                    <a:pt x="38539" y="359886"/>
                  </a:lnTo>
                  <a:lnTo>
                    <a:pt x="37926" y="361646"/>
                  </a:lnTo>
                  <a:lnTo>
                    <a:pt x="37438" y="363724"/>
                  </a:lnTo>
                  <a:lnTo>
                    <a:pt x="36831" y="366696"/>
                  </a:lnTo>
                  <a:lnTo>
                    <a:pt x="36343" y="369928"/>
                  </a:lnTo>
                  <a:lnTo>
                    <a:pt x="36099" y="372006"/>
                  </a:lnTo>
                  <a:lnTo>
                    <a:pt x="35367" y="379105"/>
                  </a:lnTo>
                  <a:lnTo>
                    <a:pt x="35123" y="383231"/>
                  </a:lnTo>
                  <a:lnTo>
                    <a:pt x="34879" y="385886"/>
                  </a:lnTo>
                  <a:lnTo>
                    <a:pt x="34516" y="389147"/>
                  </a:lnTo>
                  <a:lnTo>
                    <a:pt x="34272" y="394168"/>
                  </a:lnTo>
                  <a:lnTo>
                    <a:pt x="34272" y="398294"/>
                  </a:lnTo>
                  <a:lnTo>
                    <a:pt x="34028" y="400660"/>
                  </a:lnTo>
                  <a:lnTo>
                    <a:pt x="33903" y="402449"/>
                  </a:lnTo>
                  <a:lnTo>
                    <a:pt x="33296" y="404498"/>
                  </a:lnTo>
                  <a:lnTo>
                    <a:pt x="32808" y="405970"/>
                  </a:lnTo>
                  <a:lnTo>
                    <a:pt x="31958" y="408048"/>
                  </a:lnTo>
                  <a:lnTo>
                    <a:pt x="31225" y="409231"/>
                  </a:lnTo>
                  <a:lnTo>
                    <a:pt x="30982" y="410414"/>
                  </a:lnTo>
                  <a:lnTo>
                    <a:pt x="30249" y="411884"/>
                  </a:lnTo>
                  <a:lnTo>
                    <a:pt x="29518" y="414252"/>
                  </a:lnTo>
                  <a:lnTo>
                    <a:pt x="28910" y="415723"/>
                  </a:lnTo>
                  <a:lnTo>
                    <a:pt x="29029" y="416907"/>
                  </a:lnTo>
                  <a:lnTo>
                    <a:pt x="29155" y="418984"/>
                  </a:lnTo>
                  <a:lnTo>
                    <a:pt x="28785" y="421062"/>
                  </a:lnTo>
                  <a:lnTo>
                    <a:pt x="28423" y="423428"/>
                  </a:lnTo>
                  <a:lnTo>
                    <a:pt x="27446" y="426371"/>
                  </a:lnTo>
                  <a:lnTo>
                    <a:pt x="26351" y="427843"/>
                  </a:lnTo>
                  <a:lnTo>
                    <a:pt x="24763" y="428132"/>
                  </a:lnTo>
                  <a:lnTo>
                    <a:pt x="22573" y="428132"/>
                  </a:lnTo>
                  <a:lnTo>
                    <a:pt x="20865" y="427843"/>
                  </a:lnTo>
                  <a:lnTo>
                    <a:pt x="18794" y="427843"/>
                  </a:lnTo>
                  <a:lnTo>
                    <a:pt x="16968" y="427266"/>
                  </a:lnTo>
                  <a:lnTo>
                    <a:pt x="15260" y="426660"/>
                  </a:lnTo>
                  <a:lnTo>
                    <a:pt x="13189" y="426371"/>
                  </a:lnTo>
                  <a:lnTo>
                    <a:pt x="11724" y="426371"/>
                  </a:lnTo>
                  <a:lnTo>
                    <a:pt x="9898" y="426949"/>
                  </a:lnTo>
                  <a:lnTo>
                    <a:pt x="5143" y="426949"/>
                  </a:lnTo>
                  <a:lnTo>
                    <a:pt x="3316" y="427266"/>
                  </a:lnTo>
                  <a:lnTo>
                    <a:pt x="633" y="428449"/>
                  </a:lnTo>
                  <a:lnTo>
                    <a:pt x="0" y="428732"/>
                  </a:lnTo>
                  <a:lnTo>
                    <a:pt x="880" y="414569"/>
                  </a:lnTo>
                  <a:lnTo>
                    <a:pt x="2557" y="406895"/>
                  </a:lnTo>
                  <a:lnTo>
                    <a:pt x="3888" y="403507"/>
                  </a:lnTo>
                  <a:lnTo>
                    <a:pt x="5955" y="401760"/>
                  </a:lnTo>
                  <a:lnTo>
                    <a:pt x="7852" y="394046"/>
                  </a:lnTo>
                  <a:lnTo>
                    <a:pt x="8516" y="386946"/>
                  </a:lnTo>
                  <a:lnTo>
                    <a:pt x="9764" y="383680"/>
                  </a:lnTo>
                  <a:lnTo>
                    <a:pt x="10156" y="381122"/>
                  </a:lnTo>
                  <a:lnTo>
                    <a:pt x="9662" y="379172"/>
                  </a:lnTo>
                  <a:lnTo>
                    <a:pt x="10839" y="375342"/>
                  </a:lnTo>
                  <a:lnTo>
                    <a:pt x="12264" y="369492"/>
                  </a:lnTo>
                  <a:lnTo>
                    <a:pt x="12923" y="365735"/>
                  </a:lnTo>
                  <a:lnTo>
                    <a:pt x="14589" y="359918"/>
                  </a:lnTo>
                  <a:lnTo>
                    <a:pt x="14793" y="358637"/>
                  </a:lnTo>
                  <a:lnTo>
                    <a:pt x="14641" y="357178"/>
                  </a:lnTo>
                  <a:lnTo>
                    <a:pt x="13989" y="358416"/>
                  </a:lnTo>
                  <a:lnTo>
                    <a:pt x="13290" y="360566"/>
                  </a:lnTo>
                  <a:lnTo>
                    <a:pt x="12459" y="362258"/>
                  </a:lnTo>
                  <a:lnTo>
                    <a:pt x="12799" y="360175"/>
                  </a:lnTo>
                  <a:lnTo>
                    <a:pt x="13451" y="357113"/>
                  </a:lnTo>
                  <a:lnTo>
                    <a:pt x="14932" y="353907"/>
                  </a:lnTo>
                  <a:lnTo>
                    <a:pt x="17266" y="350366"/>
                  </a:lnTo>
                  <a:lnTo>
                    <a:pt x="22113" y="338368"/>
                  </a:lnTo>
                  <a:lnTo>
                    <a:pt x="23938" y="336299"/>
                  </a:lnTo>
                  <a:lnTo>
                    <a:pt x="25578" y="331247"/>
                  </a:lnTo>
                  <a:lnTo>
                    <a:pt x="26166" y="326762"/>
                  </a:lnTo>
                  <a:lnTo>
                    <a:pt x="26326" y="316463"/>
                  </a:lnTo>
                  <a:lnTo>
                    <a:pt x="26911" y="311025"/>
                  </a:lnTo>
                  <a:lnTo>
                    <a:pt x="27982" y="306783"/>
                  </a:lnTo>
                  <a:lnTo>
                    <a:pt x="29258" y="299075"/>
                  </a:lnTo>
                  <a:lnTo>
                    <a:pt x="30228" y="295627"/>
                  </a:lnTo>
                  <a:lnTo>
                    <a:pt x="30864" y="288600"/>
                  </a:lnTo>
                  <a:lnTo>
                    <a:pt x="31555" y="285921"/>
                  </a:lnTo>
                  <a:lnTo>
                    <a:pt x="32791" y="284650"/>
                  </a:lnTo>
                  <a:lnTo>
                    <a:pt x="34547" y="281143"/>
                  </a:lnTo>
                  <a:lnTo>
                    <a:pt x="37182" y="278975"/>
                  </a:lnTo>
                  <a:lnTo>
                    <a:pt x="40305" y="274420"/>
                  </a:lnTo>
                  <a:lnTo>
                    <a:pt x="41769" y="271696"/>
                  </a:lnTo>
                  <a:lnTo>
                    <a:pt x="42744" y="267632"/>
                  </a:lnTo>
                  <a:lnTo>
                    <a:pt x="43791" y="259536"/>
                  </a:lnTo>
                  <a:lnTo>
                    <a:pt x="45664" y="251026"/>
                  </a:lnTo>
                  <a:lnTo>
                    <a:pt x="46641" y="244493"/>
                  </a:lnTo>
                  <a:lnTo>
                    <a:pt x="48290" y="241121"/>
                  </a:lnTo>
                  <a:lnTo>
                    <a:pt x="49408" y="236856"/>
                  </a:lnTo>
                  <a:lnTo>
                    <a:pt x="51301" y="234958"/>
                  </a:lnTo>
                  <a:lnTo>
                    <a:pt x="55259" y="234041"/>
                  </a:lnTo>
                  <a:lnTo>
                    <a:pt x="61143" y="230499"/>
                  </a:lnTo>
                  <a:lnTo>
                    <a:pt x="66425" y="225157"/>
                  </a:lnTo>
                  <a:lnTo>
                    <a:pt x="67918" y="223031"/>
                  </a:lnTo>
                  <a:lnTo>
                    <a:pt x="69515" y="218775"/>
                  </a:lnTo>
                  <a:lnTo>
                    <a:pt x="72174" y="213229"/>
                  </a:lnTo>
                  <a:lnTo>
                    <a:pt x="77135" y="206567"/>
                  </a:lnTo>
                  <a:lnTo>
                    <a:pt x="79419" y="202852"/>
                  </a:lnTo>
                  <a:lnTo>
                    <a:pt x="82903" y="193531"/>
                  </a:lnTo>
                  <a:lnTo>
                    <a:pt x="85220" y="185818"/>
                  </a:lnTo>
                  <a:lnTo>
                    <a:pt x="87143" y="180859"/>
                  </a:lnTo>
                  <a:lnTo>
                    <a:pt x="88474" y="176457"/>
                  </a:lnTo>
                  <a:lnTo>
                    <a:pt x="89405" y="171993"/>
                  </a:lnTo>
                  <a:lnTo>
                    <a:pt x="89932" y="164802"/>
                  </a:lnTo>
                  <a:lnTo>
                    <a:pt x="89577" y="161997"/>
                  </a:lnTo>
                  <a:lnTo>
                    <a:pt x="88112" y="157400"/>
                  </a:lnTo>
                  <a:lnTo>
                    <a:pt x="87128" y="156175"/>
                  </a:lnTo>
                  <a:lnTo>
                    <a:pt x="86865" y="154008"/>
                  </a:lnTo>
                  <a:lnTo>
                    <a:pt x="87390" y="150186"/>
                  </a:lnTo>
                  <a:lnTo>
                    <a:pt x="87378" y="143615"/>
                  </a:lnTo>
                  <a:lnTo>
                    <a:pt x="87679" y="133126"/>
                  </a:lnTo>
                  <a:lnTo>
                    <a:pt x="89309" y="124664"/>
                  </a:lnTo>
                  <a:lnTo>
                    <a:pt x="93300" y="113571"/>
                  </a:lnTo>
                  <a:lnTo>
                    <a:pt x="94042" y="109015"/>
                  </a:lnTo>
                  <a:lnTo>
                    <a:pt x="94499" y="101768"/>
                  </a:lnTo>
                  <a:lnTo>
                    <a:pt x="94538" y="99208"/>
                  </a:lnTo>
                  <a:lnTo>
                    <a:pt x="99531" y="88925"/>
                  </a:lnTo>
                  <a:lnTo>
                    <a:pt x="102455" y="81044"/>
                  </a:lnTo>
                  <a:lnTo>
                    <a:pt x="103472" y="79115"/>
                  </a:lnTo>
                  <a:lnTo>
                    <a:pt x="106051" y="75513"/>
                  </a:lnTo>
                  <a:lnTo>
                    <a:pt x="115056" y="67655"/>
                  </a:lnTo>
                  <a:lnTo>
                    <a:pt x="120146" y="62039"/>
                  </a:lnTo>
                  <a:lnTo>
                    <a:pt x="123116" y="57940"/>
                  </a:lnTo>
                  <a:lnTo>
                    <a:pt x="124886" y="53098"/>
                  </a:lnTo>
                  <a:lnTo>
                    <a:pt x="129793" y="34093"/>
                  </a:lnTo>
                  <a:lnTo>
                    <a:pt x="134613" y="7349"/>
                  </a:lnTo>
                  <a:lnTo>
                    <a:pt x="135013" y="4257"/>
                  </a:lnTo>
                  <a:lnTo>
                    <a:pt x="137168" y="3366"/>
                  </a:lnTo>
                  <a:lnTo>
                    <a:pt x="138693" y="2983"/>
                  </a:lnTo>
                  <a:lnTo>
                    <a:pt x="139919" y="2005"/>
                  </a:lnTo>
                  <a:lnTo>
                    <a:pt x="141441" y="0"/>
                  </a:lnTo>
                  <a:lnTo>
                    <a:pt x="142898" y="802"/>
                  </a:lnTo>
                  <a:lnTo>
                    <a:pt x="142169" y="2167"/>
                  </a:lnTo>
                  <a:lnTo>
                    <a:pt x="142169" y="5456"/>
                  </a:lnTo>
                  <a:lnTo>
                    <a:pt x="143204" y="9311"/>
                  </a:lnTo>
                  <a:lnTo>
                    <a:pt x="144999" y="13654"/>
                  </a:lnTo>
                  <a:lnTo>
                    <a:pt x="148268" y="19164"/>
                  </a:lnTo>
                  <a:lnTo>
                    <a:pt x="150813" y="21378"/>
                  </a:lnTo>
                  <a:lnTo>
                    <a:pt x="154449" y="22705"/>
                  </a:lnTo>
                  <a:lnTo>
                    <a:pt x="158685" y="20284"/>
                  </a:lnTo>
                  <a:lnTo>
                    <a:pt x="161055" y="20240"/>
                  </a:lnTo>
                  <a:lnTo>
                    <a:pt x="162209" y="19203"/>
                  </a:lnTo>
                  <a:lnTo>
                    <a:pt x="163460" y="20730"/>
                  </a:lnTo>
                  <a:lnTo>
                    <a:pt x="165847" y="21218"/>
                  </a:lnTo>
                  <a:lnTo>
                    <a:pt x="168147" y="20411"/>
                  </a:lnTo>
                  <a:lnTo>
                    <a:pt x="169889" y="18103"/>
                  </a:lnTo>
                  <a:lnTo>
                    <a:pt x="170997" y="15442"/>
                  </a:lnTo>
                  <a:lnTo>
                    <a:pt x="171170" y="16748"/>
                  </a:lnTo>
                  <a:lnTo>
                    <a:pt x="171223" y="18165"/>
                  </a:lnTo>
                  <a:lnTo>
                    <a:pt x="171560" y="18993"/>
                  </a:lnTo>
                  <a:lnTo>
                    <a:pt x="172248" y="22375"/>
                  </a:lnTo>
                  <a:lnTo>
                    <a:pt x="172609" y="23699"/>
                  </a:lnTo>
                  <a:lnTo>
                    <a:pt x="173932" y="23481"/>
                  </a:lnTo>
                  <a:lnTo>
                    <a:pt x="175084" y="24147"/>
                  </a:lnTo>
                  <a:lnTo>
                    <a:pt x="177681" y="23828"/>
                  </a:lnTo>
                  <a:close/>
                </a:path>
              </a:pathLst>
            </a:custGeom>
            <a:solidFill>
              <a:srgbClr val="DEEDD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7" name="pg966"/>
            <p:cNvSpPr/>
            <p:nvPr/>
          </p:nvSpPr>
          <p:spPr>
            <a:xfrm>
              <a:off x="3423640" y="2340682"/>
              <a:ext cx="742" cy="1157"/>
            </a:xfrm>
            <a:custGeom>
              <a:avLst/>
              <a:pathLst>
                <a:path w="742" h="1157">
                  <a:moveTo>
                    <a:pt x="742" y="604"/>
                  </a:moveTo>
                  <a:lnTo>
                    <a:pt x="0" y="1157"/>
                  </a:lnTo>
                  <a:lnTo>
                    <a:pt x="28" y="522"/>
                  </a:lnTo>
                  <a:lnTo>
                    <a:pt x="210" y="164"/>
                  </a:lnTo>
                  <a:lnTo>
                    <a:pt x="447" y="0"/>
                  </a:lnTo>
                  <a:lnTo>
                    <a:pt x="721" y="278"/>
                  </a:lnTo>
                  <a:close/>
                </a:path>
              </a:pathLst>
            </a:custGeom>
            <a:solidFill>
              <a:srgbClr val="EDF5E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8" name="pg967"/>
            <p:cNvSpPr/>
            <p:nvPr/>
          </p:nvSpPr>
          <p:spPr>
            <a:xfrm>
              <a:off x="3658137" y="2201599"/>
              <a:ext cx="42802" cy="89453"/>
            </a:xfrm>
            <a:custGeom>
              <a:avLst/>
              <a:pathLst>
                <a:path w="42802" h="89453">
                  <a:moveTo>
                    <a:pt x="19421" y="89453"/>
                  </a:moveTo>
                  <a:lnTo>
                    <a:pt x="18811" y="87582"/>
                  </a:lnTo>
                  <a:lnTo>
                    <a:pt x="18195" y="85946"/>
                  </a:lnTo>
                  <a:lnTo>
                    <a:pt x="17741" y="85064"/>
                  </a:lnTo>
                  <a:lnTo>
                    <a:pt x="17932" y="84657"/>
                  </a:lnTo>
                  <a:lnTo>
                    <a:pt x="18426" y="84198"/>
                  </a:lnTo>
                  <a:lnTo>
                    <a:pt x="18778" y="83642"/>
                  </a:lnTo>
                  <a:lnTo>
                    <a:pt x="18735" y="81692"/>
                  </a:lnTo>
                  <a:lnTo>
                    <a:pt x="18476" y="79453"/>
                  </a:lnTo>
                  <a:lnTo>
                    <a:pt x="18239" y="78369"/>
                  </a:lnTo>
                  <a:lnTo>
                    <a:pt x="18215" y="76670"/>
                  </a:lnTo>
                  <a:lnTo>
                    <a:pt x="18046" y="74024"/>
                  </a:lnTo>
                  <a:lnTo>
                    <a:pt x="18283" y="69117"/>
                  </a:lnTo>
                  <a:lnTo>
                    <a:pt x="19263" y="62944"/>
                  </a:lnTo>
                  <a:lnTo>
                    <a:pt x="19808" y="59880"/>
                  </a:lnTo>
                  <a:lnTo>
                    <a:pt x="19544" y="58202"/>
                  </a:lnTo>
                  <a:lnTo>
                    <a:pt x="19749" y="54279"/>
                  </a:lnTo>
                  <a:lnTo>
                    <a:pt x="19325" y="52341"/>
                  </a:lnTo>
                  <a:lnTo>
                    <a:pt x="18659" y="49809"/>
                  </a:lnTo>
                  <a:lnTo>
                    <a:pt x="17705" y="44303"/>
                  </a:lnTo>
                  <a:lnTo>
                    <a:pt x="16516" y="42388"/>
                  </a:lnTo>
                  <a:lnTo>
                    <a:pt x="15049" y="40282"/>
                  </a:lnTo>
                  <a:lnTo>
                    <a:pt x="14422" y="38692"/>
                  </a:lnTo>
                  <a:lnTo>
                    <a:pt x="14003" y="36940"/>
                  </a:lnTo>
                  <a:lnTo>
                    <a:pt x="13128" y="35202"/>
                  </a:lnTo>
                  <a:lnTo>
                    <a:pt x="12127" y="33603"/>
                  </a:lnTo>
                  <a:lnTo>
                    <a:pt x="10930" y="29611"/>
                  </a:lnTo>
                  <a:lnTo>
                    <a:pt x="10309" y="27807"/>
                  </a:lnTo>
                  <a:lnTo>
                    <a:pt x="10118" y="27321"/>
                  </a:lnTo>
                  <a:lnTo>
                    <a:pt x="8750" y="24761"/>
                  </a:lnTo>
                  <a:lnTo>
                    <a:pt x="8031" y="22450"/>
                  </a:lnTo>
                  <a:lnTo>
                    <a:pt x="7668" y="20551"/>
                  </a:lnTo>
                  <a:lnTo>
                    <a:pt x="7457" y="18792"/>
                  </a:lnTo>
                  <a:lnTo>
                    <a:pt x="6497" y="15319"/>
                  </a:lnTo>
                  <a:lnTo>
                    <a:pt x="5623" y="12708"/>
                  </a:lnTo>
                  <a:lnTo>
                    <a:pt x="4792" y="10851"/>
                  </a:lnTo>
                  <a:lnTo>
                    <a:pt x="4409" y="9535"/>
                  </a:lnTo>
                  <a:lnTo>
                    <a:pt x="3437" y="7877"/>
                  </a:lnTo>
                  <a:lnTo>
                    <a:pt x="2051" y="6557"/>
                  </a:lnTo>
                  <a:lnTo>
                    <a:pt x="1155" y="6331"/>
                  </a:lnTo>
                  <a:lnTo>
                    <a:pt x="0" y="6437"/>
                  </a:lnTo>
                  <a:lnTo>
                    <a:pt x="261" y="5425"/>
                  </a:lnTo>
                  <a:lnTo>
                    <a:pt x="2780" y="2676"/>
                  </a:lnTo>
                  <a:lnTo>
                    <a:pt x="3432" y="3126"/>
                  </a:lnTo>
                  <a:lnTo>
                    <a:pt x="4747" y="3234"/>
                  </a:lnTo>
                  <a:lnTo>
                    <a:pt x="7428" y="3141"/>
                  </a:lnTo>
                  <a:lnTo>
                    <a:pt x="8750" y="1330"/>
                  </a:lnTo>
                  <a:lnTo>
                    <a:pt x="9565" y="1835"/>
                  </a:lnTo>
                  <a:lnTo>
                    <a:pt x="10230" y="1024"/>
                  </a:lnTo>
                  <a:lnTo>
                    <a:pt x="11337" y="0"/>
                  </a:lnTo>
                  <a:lnTo>
                    <a:pt x="11495" y="216"/>
                  </a:lnTo>
                  <a:lnTo>
                    <a:pt x="11636" y="379"/>
                  </a:lnTo>
                  <a:lnTo>
                    <a:pt x="13351" y="833"/>
                  </a:lnTo>
                  <a:lnTo>
                    <a:pt x="14637" y="1816"/>
                  </a:lnTo>
                  <a:lnTo>
                    <a:pt x="15498" y="3324"/>
                  </a:lnTo>
                  <a:lnTo>
                    <a:pt x="16384" y="4260"/>
                  </a:lnTo>
                  <a:lnTo>
                    <a:pt x="17300" y="4622"/>
                  </a:lnTo>
                  <a:lnTo>
                    <a:pt x="17807" y="5375"/>
                  </a:lnTo>
                  <a:lnTo>
                    <a:pt x="17909" y="6521"/>
                  </a:lnTo>
                  <a:lnTo>
                    <a:pt x="18766" y="7084"/>
                  </a:lnTo>
                  <a:lnTo>
                    <a:pt x="20377" y="7067"/>
                  </a:lnTo>
                  <a:lnTo>
                    <a:pt x="21062" y="7821"/>
                  </a:lnTo>
                  <a:lnTo>
                    <a:pt x="20815" y="9346"/>
                  </a:lnTo>
                  <a:lnTo>
                    <a:pt x="20981" y="9848"/>
                  </a:lnTo>
                  <a:lnTo>
                    <a:pt x="21553" y="9326"/>
                  </a:lnTo>
                  <a:lnTo>
                    <a:pt x="21986" y="9776"/>
                  </a:lnTo>
                  <a:lnTo>
                    <a:pt x="22217" y="10904"/>
                  </a:lnTo>
                  <a:lnTo>
                    <a:pt x="22474" y="11441"/>
                  </a:lnTo>
                  <a:lnTo>
                    <a:pt x="23296" y="9675"/>
                  </a:lnTo>
                  <a:lnTo>
                    <a:pt x="24163" y="9850"/>
                  </a:lnTo>
                  <a:lnTo>
                    <a:pt x="26262" y="10583"/>
                  </a:lnTo>
                  <a:lnTo>
                    <a:pt x="27383" y="14244"/>
                  </a:lnTo>
                  <a:lnTo>
                    <a:pt x="28081" y="15560"/>
                  </a:lnTo>
                  <a:lnTo>
                    <a:pt x="28693" y="16096"/>
                  </a:lnTo>
                  <a:lnTo>
                    <a:pt x="29468" y="15524"/>
                  </a:lnTo>
                  <a:lnTo>
                    <a:pt x="30151" y="14842"/>
                  </a:lnTo>
                  <a:lnTo>
                    <a:pt x="30546" y="15163"/>
                  </a:lnTo>
                  <a:lnTo>
                    <a:pt x="31392" y="17590"/>
                  </a:lnTo>
                  <a:lnTo>
                    <a:pt x="31591" y="20765"/>
                  </a:lnTo>
                  <a:lnTo>
                    <a:pt x="31586" y="22049"/>
                  </a:lnTo>
                  <a:lnTo>
                    <a:pt x="31285" y="24204"/>
                  </a:lnTo>
                  <a:lnTo>
                    <a:pt x="30857" y="26501"/>
                  </a:lnTo>
                  <a:lnTo>
                    <a:pt x="30516" y="27993"/>
                  </a:lnTo>
                  <a:lnTo>
                    <a:pt x="30661" y="29195"/>
                  </a:lnTo>
                  <a:lnTo>
                    <a:pt x="30965" y="30201"/>
                  </a:lnTo>
                  <a:lnTo>
                    <a:pt x="31462" y="30531"/>
                  </a:lnTo>
                  <a:lnTo>
                    <a:pt x="33086" y="32563"/>
                  </a:lnTo>
                  <a:lnTo>
                    <a:pt x="33690" y="33972"/>
                  </a:lnTo>
                  <a:lnTo>
                    <a:pt x="34571" y="35018"/>
                  </a:lnTo>
                  <a:lnTo>
                    <a:pt x="35241" y="35075"/>
                  </a:lnTo>
                  <a:lnTo>
                    <a:pt x="35589" y="35657"/>
                  </a:lnTo>
                  <a:lnTo>
                    <a:pt x="35713" y="36372"/>
                  </a:lnTo>
                  <a:lnTo>
                    <a:pt x="35621" y="38182"/>
                  </a:lnTo>
                  <a:lnTo>
                    <a:pt x="35245" y="39882"/>
                  </a:lnTo>
                  <a:lnTo>
                    <a:pt x="35295" y="40973"/>
                  </a:lnTo>
                  <a:lnTo>
                    <a:pt x="35885" y="42261"/>
                  </a:lnTo>
                  <a:lnTo>
                    <a:pt x="35948" y="43762"/>
                  </a:lnTo>
                  <a:lnTo>
                    <a:pt x="35989" y="44728"/>
                  </a:lnTo>
                  <a:lnTo>
                    <a:pt x="36303" y="45473"/>
                  </a:lnTo>
                  <a:lnTo>
                    <a:pt x="37789" y="47125"/>
                  </a:lnTo>
                  <a:lnTo>
                    <a:pt x="39716" y="48721"/>
                  </a:lnTo>
                  <a:lnTo>
                    <a:pt x="40207" y="50094"/>
                  </a:lnTo>
                  <a:lnTo>
                    <a:pt x="40504" y="51827"/>
                  </a:lnTo>
                  <a:lnTo>
                    <a:pt x="40410" y="54746"/>
                  </a:lnTo>
                  <a:lnTo>
                    <a:pt x="40283" y="57291"/>
                  </a:lnTo>
                  <a:lnTo>
                    <a:pt x="42802" y="60712"/>
                  </a:lnTo>
                  <a:lnTo>
                    <a:pt x="42515" y="61348"/>
                  </a:lnTo>
                  <a:lnTo>
                    <a:pt x="42127" y="62050"/>
                  </a:lnTo>
                  <a:lnTo>
                    <a:pt x="39719" y="62570"/>
                  </a:lnTo>
                  <a:lnTo>
                    <a:pt x="39229" y="62856"/>
                  </a:lnTo>
                  <a:lnTo>
                    <a:pt x="38182" y="60278"/>
                  </a:lnTo>
                  <a:lnTo>
                    <a:pt x="37632" y="59955"/>
                  </a:lnTo>
                  <a:lnTo>
                    <a:pt x="37117" y="60900"/>
                  </a:lnTo>
                  <a:lnTo>
                    <a:pt x="36512" y="61429"/>
                  </a:lnTo>
                  <a:lnTo>
                    <a:pt x="35783" y="61165"/>
                  </a:lnTo>
                  <a:lnTo>
                    <a:pt x="35002" y="60370"/>
                  </a:lnTo>
                  <a:lnTo>
                    <a:pt x="34609" y="59806"/>
                  </a:lnTo>
                  <a:lnTo>
                    <a:pt x="34293" y="59741"/>
                  </a:lnTo>
                  <a:lnTo>
                    <a:pt x="33806" y="60304"/>
                  </a:lnTo>
                  <a:lnTo>
                    <a:pt x="33156" y="60063"/>
                  </a:lnTo>
                  <a:lnTo>
                    <a:pt x="32734" y="59427"/>
                  </a:lnTo>
                  <a:lnTo>
                    <a:pt x="32121" y="61613"/>
                  </a:lnTo>
                  <a:lnTo>
                    <a:pt x="31746" y="62076"/>
                  </a:lnTo>
                  <a:lnTo>
                    <a:pt x="31511" y="62005"/>
                  </a:lnTo>
                  <a:lnTo>
                    <a:pt x="31465" y="58292"/>
                  </a:lnTo>
                  <a:lnTo>
                    <a:pt x="31288" y="57731"/>
                  </a:lnTo>
                  <a:lnTo>
                    <a:pt x="30801" y="57645"/>
                  </a:lnTo>
                  <a:lnTo>
                    <a:pt x="29626" y="58528"/>
                  </a:lnTo>
                  <a:lnTo>
                    <a:pt x="28511" y="59666"/>
                  </a:lnTo>
                  <a:lnTo>
                    <a:pt x="28134" y="60682"/>
                  </a:lnTo>
                  <a:lnTo>
                    <a:pt x="28172" y="62510"/>
                  </a:lnTo>
                  <a:lnTo>
                    <a:pt x="28332" y="64691"/>
                  </a:lnTo>
                  <a:lnTo>
                    <a:pt x="29094" y="68000"/>
                  </a:lnTo>
                  <a:lnTo>
                    <a:pt x="28675" y="69443"/>
                  </a:lnTo>
                  <a:lnTo>
                    <a:pt x="28381" y="71738"/>
                  </a:lnTo>
                  <a:lnTo>
                    <a:pt x="27184" y="73845"/>
                  </a:lnTo>
                  <a:lnTo>
                    <a:pt x="25834" y="75071"/>
                  </a:lnTo>
                  <a:lnTo>
                    <a:pt x="25719" y="77587"/>
                  </a:lnTo>
                  <a:lnTo>
                    <a:pt x="24967" y="79306"/>
                  </a:lnTo>
                  <a:lnTo>
                    <a:pt x="23684" y="81021"/>
                  </a:lnTo>
                  <a:lnTo>
                    <a:pt x="22822" y="83090"/>
                  </a:lnTo>
                  <a:lnTo>
                    <a:pt x="23040" y="84507"/>
                  </a:lnTo>
                  <a:lnTo>
                    <a:pt x="23092" y="85849"/>
                  </a:lnTo>
                  <a:lnTo>
                    <a:pt x="22946" y="86761"/>
                  </a:lnTo>
                  <a:lnTo>
                    <a:pt x="22912" y="87465"/>
                  </a:lnTo>
                  <a:lnTo>
                    <a:pt x="22576" y="87777"/>
                  </a:lnTo>
                  <a:lnTo>
                    <a:pt x="20613" y="88031"/>
                  </a:lnTo>
                  <a:lnTo>
                    <a:pt x="20058" y="88465"/>
                  </a:lnTo>
                  <a:close/>
                </a:path>
              </a:pathLst>
            </a:custGeom>
            <a:solidFill>
              <a:srgbClr val="E8F2E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9" name="pg968"/>
            <p:cNvSpPr/>
            <p:nvPr/>
          </p:nvSpPr>
          <p:spPr>
            <a:xfrm>
              <a:off x="3940942" y="4127401"/>
              <a:ext cx="2425" cy="11559"/>
            </a:xfrm>
            <a:custGeom>
              <a:avLst/>
              <a:pathLst>
                <a:path w="2425" h="11559">
                  <a:moveTo>
                    <a:pt x="1369" y="6134"/>
                  </a:moveTo>
                  <a:lnTo>
                    <a:pt x="0" y="11559"/>
                  </a:lnTo>
                  <a:lnTo>
                    <a:pt x="385" y="7029"/>
                  </a:lnTo>
                  <a:lnTo>
                    <a:pt x="1973" y="504"/>
                  </a:lnTo>
                  <a:lnTo>
                    <a:pt x="2425" y="0"/>
                  </a:lnTo>
                  <a:close/>
                </a:path>
              </a:pathLst>
            </a:custGeom>
            <a:solidFill>
              <a:srgbClr val="E4EFE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0" name="pg969"/>
            <p:cNvSpPr/>
            <p:nvPr/>
          </p:nvSpPr>
          <p:spPr>
            <a:xfrm>
              <a:off x="3921043" y="4024065"/>
              <a:ext cx="1948" cy="5973"/>
            </a:xfrm>
            <a:custGeom>
              <a:avLst/>
              <a:pathLst>
                <a:path w="1948" h="5973">
                  <a:moveTo>
                    <a:pt x="1839" y="4894"/>
                  </a:moveTo>
                  <a:lnTo>
                    <a:pt x="1856" y="5973"/>
                  </a:lnTo>
                  <a:lnTo>
                    <a:pt x="252" y="5526"/>
                  </a:lnTo>
                  <a:lnTo>
                    <a:pt x="0" y="1823"/>
                  </a:lnTo>
                  <a:lnTo>
                    <a:pt x="785" y="1708"/>
                  </a:lnTo>
                  <a:lnTo>
                    <a:pt x="956" y="187"/>
                  </a:lnTo>
                  <a:lnTo>
                    <a:pt x="1434" y="0"/>
                  </a:lnTo>
                  <a:lnTo>
                    <a:pt x="1948" y="3289"/>
                  </a:lnTo>
                  <a:close/>
                </a:path>
              </a:pathLst>
            </a:custGeom>
            <a:solidFill>
              <a:srgbClr val="E4EFE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1" name="pg970"/>
            <p:cNvSpPr/>
            <p:nvPr/>
          </p:nvSpPr>
          <p:spPr>
            <a:xfrm>
              <a:off x="3860910" y="3991010"/>
              <a:ext cx="88059" cy="398643"/>
            </a:xfrm>
            <a:custGeom>
              <a:avLst/>
              <a:pathLst>
                <a:path w="88059" h="398643">
                  <a:moveTo>
                    <a:pt x="76549" y="10417"/>
                  </a:moveTo>
                  <a:lnTo>
                    <a:pt x="77109" y="13507"/>
                  </a:lnTo>
                  <a:lnTo>
                    <a:pt x="77762" y="16474"/>
                  </a:lnTo>
                  <a:lnTo>
                    <a:pt x="79800" y="23642"/>
                  </a:lnTo>
                  <a:lnTo>
                    <a:pt x="80671" y="26400"/>
                  </a:lnTo>
                  <a:lnTo>
                    <a:pt x="81415" y="29332"/>
                  </a:lnTo>
                  <a:lnTo>
                    <a:pt x="81776" y="35181"/>
                  </a:lnTo>
                  <a:lnTo>
                    <a:pt x="83071" y="44274"/>
                  </a:lnTo>
                  <a:lnTo>
                    <a:pt x="84295" y="57935"/>
                  </a:lnTo>
                  <a:lnTo>
                    <a:pt x="84670" y="71947"/>
                  </a:lnTo>
                  <a:lnTo>
                    <a:pt x="85045" y="78377"/>
                  </a:lnTo>
                  <a:lnTo>
                    <a:pt x="85997" y="84428"/>
                  </a:lnTo>
                  <a:lnTo>
                    <a:pt x="87555" y="90707"/>
                  </a:lnTo>
                  <a:lnTo>
                    <a:pt x="88059" y="97690"/>
                  </a:lnTo>
                  <a:lnTo>
                    <a:pt x="87107" y="104884"/>
                  </a:lnTo>
                  <a:lnTo>
                    <a:pt x="85729" y="111663"/>
                  </a:lnTo>
                  <a:lnTo>
                    <a:pt x="85373" y="112935"/>
                  </a:lnTo>
                  <a:lnTo>
                    <a:pt x="84723" y="114675"/>
                  </a:lnTo>
                  <a:lnTo>
                    <a:pt x="84430" y="114597"/>
                  </a:lnTo>
                  <a:lnTo>
                    <a:pt x="83327" y="112849"/>
                  </a:lnTo>
                  <a:lnTo>
                    <a:pt x="82425" y="109986"/>
                  </a:lnTo>
                  <a:lnTo>
                    <a:pt x="81281" y="103242"/>
                  </a:lnTo>
                  <a:lnTo>
                    <a:pt x="80867" y="99820"/>
                  </a:lnTo>
                  <a:lnTo>
                    <a:pt x="80389" y="99280"/>
                  </a:lnTo>
                  <a:lnTo>
                    <a:pt x="79053" y="99577"/>
                  </a:lnTo>
                  <a:lnTo>
                    <a:pt x="78086" y="101707"/>
                  </a:lnTo>
                  <a:lnTo>
                    <a:pt x="77910" y="103049"/>
                  </a:lnTo>
                  <a:lnTo>
                    <a:pt x="78118" y="106852"/>
                  </a:lnTo>
                  <a:lnTo>
                    <a:pt x="78484" y="110272"/>
                  </a:lnTo>
                  <a:lnTo>
                    <a:pt x="78647" y="113743"/>
                  </a:lnTo>
                  <a:lnTo>
                    <a:pt x="78676" y="118112"/>
                  </a:lnTo>
                  <a:lnTo>
                    <a:pt x="79035" y="119434"/>
                  </a:lnTo>
                  <a:lnTo>
                    <a:pt x="79567" y="120545"/>
                  </a:lnTo>
                  <a:lnTo>
                    <a:pt x="80117" y="123404"/>
                  </a:lnTo>
                  <a:lnTo>
                    <a:pt x="80215" y="130220"/>
                  </a:lnTo>
                  <a:lnTo>
                    <a:pt x="79877" y="133663"/>
                  </a:lnTo>
                  <a:lnTo>
                    <a:pt x="78934" y="136618"/>
                  </a:lnTo>
                  <a:lnTo>
                    <a:pt x="78990" y="138254"/>
                  </a:lnTo>
                  <a:lnTo>
                    <a:pt x="79339" y="139930"/>
                  </a:lnTo>
                  <a:lnTo>
                    <a:pt x="79005" y="140943"/>
                  </a:lnTo>
                  <a:lnTo>
                    <a:pt x="77751" y="142227"/>
                  </a:lnTo>
                  <a:lnTo>
                    <a:pt x="77243" y="143359"/>
                  </a:lnTo>
                  <a:lnTo>
                    <a:pt x="76565" y="146365"/>
                  </a:lnTo>
                  <a:lnTo>
                    <a:pt x="75465" y="152503"/>
                  </a:lnTo>
                  <a:lnTo>
                    <a:pt x="75316" y="155637"/>
                  </a:lnTo>
                  <a:lnTo>
                    <a:pt x="76005" y="165177"/>
                  </a:lnTo>
                  <a:lnTo>
                    <a:pt x="75813" y="171944"/>
                  </a:lnTo>
                  <a:lnTo>
                    <a:pt x="74412" y="184880"/>
                  </a:lnTo>
                  <a:lnTo>
                    <a:pt x="73607" y="191018"/>
                  </a:lnTo>
                  <a:lnTo>
                    <a:pt x="72467" y="198353"/>
                  </a:lnTo>
                  <a:lnTo>
                    <a:pt x="70721" y="208026"/>
                  </a:lnTo>
                  <a:lnTo>
                    <a:pt x="68991" y="220166"/>
                  </a:lnTo>
                  <a:lnTo>
                    <a:pt x="67521" y="232658"/>
                  </a:lnTo>
                  <a:lnTo>
                    <a:pt x="66434" y="240166"/>
                  </a:lnTo>
                  <a:lnTo>
                    <a:pt x="65200" y="247559"/>
                  </a:lnTo>
                  <a:lnTo>
                    <a:pt x="63512" y="260634"/>
                  </a:lnTo>
                  <a:lnTo>
                    <a:pt x="62077" y="273902"/>
                  </a:lnTo>
                  <a:lnTo>
                    <a:pt x="59945" y="288501"/>
                  </a:lnTo>
                  <a:lnTo>
                    <a:pt x="57003" y="304779"/>
                  </a:lnTo>
                  <a:lnTo>
                    <a:pt x="56685" y="306903"/>
                  </a:lnTo>
                  <a:lnTo>
                    <a:pt x="56075" y="315219"/>
                  </a:lnTo>
                  <a:lnTo>
                    <a:pt x="55414" y="322436"/>
                  </a:lnTo>
                  <a:lnTo>
                    <a:pt x="54627" y="329584"/>
                  </a:lnTo>
                  <a:lnTo>
                    <a:pt x="52977" y="341395"/>
                  </a:lnTo>
                  <a:lnTo>
                    <a:pt x="52789" y="345037"/>
                  </a:lnTo>
                  <a:lnTo>
                    <a:pt x="52415" y="348531"/>
                  </a:lnTo>
                  <a:lnTo>
                    <a:pt x="50826" y="355936"/>
                  </a:lnTo>
                  <a:lnTo>
                    <a:pt x="50155" y="358691"/>
                  </a:lnTo>
                  <a:lnTo>
                    <a:pt x="49680" y="361620"/>
                  </a:lnTo>
                  <a:lnTo>
                    <a:pt x="49414" y="365331"/>
                  </a:lnTo>
                  <a:lnTo>
                    <a:pt x="48940" y="368912"/>
                  </a:lnTo>
                  <a:lnTo>
                    <a:pt x="47776" y="375497"/>
                  </a:lnTo>
                  <a:lnTo>
                    <a:pt x="46041" y="381165"/>
                  </a:lnTo>
                  <a:lnTo>
                    <a:pt x="44861" y="383225"/>
                  </a:lnTo>
                  <a:lnTo>
                    <a:pt x="42306" y="386215"/>
                  </a:lnTo>
                  <a:lnTo>
                    <a:pt x="41011" y="386821"/>
                  </a:lnTo>
                  <a:lnTo>
                    <a:pt x="38140" y="386890"/>
                  </a:lnTo>
                  <a:lnTo>
                    <a:pt x="35361" y="388592"/>
                  </a:lnTo>
                  <a:lnTo>
                    <a:pt x="32463" y="391871"/>
                  </a:lnTo>
                  <a:lnTo>
                    <a:pt x="29676" y="395628"/>
                  </a:lnTo>
                  <a:lnTo>
                    <a:pt x="28608" y="397408"/>
                  </a:lnTo>
                  <a:lnTo>
                    <a:pt x="27431" y="398427"/>
                  </a:lnTo>
                  <a:lnTo>
                    <a:pt x="23748" y="398643"/>
                  </a:lnTo>
                  <a:lnTo>
                    <a:pt x="22645" y="397832"/>
                  </a:lnTo>
                  <a:lnTo>
                    <a:pt x="18960" y="391660"/>
                  </a:lnTo>
                  <a:lnTo>
                    <a:pt x="17533" y="390641"/>
                  </a:lnTo>
                  <a:lnTo>
                    <a:pt x="14828" y="389796"/>
                  </a:lnTo>
                  <a:lnTo>
                    <a:pt x="14010" y="389271"/>
                  </a:lnTo>
                  <a:lnTo>
                    <a:pt x="13269" y="388466"/>
                  </a:lnTo>
                  <a:lnTo>
                    <a:pt x="12175" y="385239"/>
                  </a:lnTo>
                  <a:lnTo>
                    <a:pt x="10005" y="382512"/>
                  </a:lnTo>
                  <a:lnTo>
                    <a:pt x="9484" y="381658"/>
                  </a:lnTo>
                  <a:lnTo>
                    <a:pt x="9154" y="379777"/>
                  </a:lnTo>
                  <a:lnTo>
                    <a:pt x="8929" y="377751"/>
                  </a:lnTo>
                  <a:lnTo>
                    <a:pt x="8367" y="375483"/>
                  </a:lnTo>
                  <a:lnTo>
                    <a:pt x="7951" y="371166"/>
                  </a:lnTo>
                  <a:lnTo>
                    <a:pt x="7244" y="368145"/>
                  </a:lnTo>
                  <a:lnTo>
                    <a:pt x="5245" y="362812"/>
                  </a:lnTo>
                  <a:lnTo>
                    <a:pt x="5031" y="361110"/>
                  </a:lnTo>
                  <a:lnTo>
                    <a:pt x="4871" y="355451"/>
                  </a:lnTo>
                  <a:lnTo>
                    <a:pt x="4935" y="351622"/>
                  </a:lnTo>
                  <a:lnTo>
                    <a:pt x="4740" y="344609"/>
                  </a:lnTo>
                  <a:lnTo>
                    <a:pt x="4967" y="341311"/>
                  </a:lnTo>
                  <a:lnTo>
                    <a:pt x="5668" y="338339"/>
                  </a:lnTo>
                  <a:lnTo>
                    <a:pt x="5381" y="335124"/>
                  </a:lnTo>
                  <a:lnTo>
                    <a:pt x="4636" y="331745"/>
                  </a:lnTo>
                  <a:lnTo>
                    <a:pt x="4357" y="328248"/>
                  </a:lnTo>
                  <a:lnTo>
                    <a:pt x="3807" y="325065"/>
                  </a:lnTo>
                  <a:lnTo>
                    <a:pt x="1714" y="319328"/>
                  </a:lnTo>
                  <a:lnTo>
                    <a:pt x="1223" y="316506"/>
                  </a:lnTo>
                  <a:lnTo>
                    <a:pt x="883" y="313583"/>
                  </a:lnTo>
                  <a:lnTo>
                    <a:pt x="94" y="304473"/>
                  </a:lnTo>
                  <a:lnTo>
                    <a:pt x="0" y="301305"/>
                  </a:lnTo>
                  <a:lnTo>
                    <a:pt x="115" y="294595"/>
                  </a:lnTo>
                  <a:lnTo>
                    <a:pt x="407" y="291144"/>
                  </a:lnTo>
                  <a:lnTo>
                    <a:pt x="915" y="288740"/>
                  </a:lnTo>
                  <a:lnTo>
                    <a:pt x="1042" y="286946"/>
                  </a:lnTo>
                  <a:lnTo>
                    <a:pt x="1372" y="285405"/>
                  </a:lnTo>
                  <a:lnTo>
                    <a:pt x="1869" y="284170"/>
                  </a:lnTo>
                  <a:lnTo>
                    <a:pt x="2201" y="282698"/>
                  </a:lnTo>
                  <a:lnTo>
                    <a:pt x="2982" y="274122"/>
                  </a:lnTo>
                  <a:lnTo>
                    <a:pt x="3972" y="272217"/>
                  </a:lnTo>
                  <a:lnTo>
                    <a:pt x="5441" y="271124"/>
                  </a:lnTo>
                  <a:lnTo>
                    <a:pt x="6618" y="268884"/>
                  </a:lnTo>
                  <a:lnTo>
                    <a:pt x="7294" y="265860"/>
                  </a:lnTo>
                  <a:lnTo>
                    <a:pt x="7970" y="259624"/>
                  </a:lnTo>
                  <a:lnTo>
                    <a:pt x="9822" y="253432"/>
                  </a:lnTo>
                  <a:lnTo>
                    <a:pt x="10481" y="250177"/>
                  </a:lnTo>
                  <a:lnTo>
                    <a:pt x="11974" y="245259"/>
                  </a:lnTo>
                  <a:lnTo>
                    <a:pt x="13296" y="238340"/>
                  </a:lnTo>
                  <a:lnTo>
                    <a:pt x="13697" y="235079"/>
                  </a:lnTo>
                  <a:lnTo>
                    <a:pt x="13985" y="231737"/>
                  </a:lnTo>
                  <a:lnTo>
                    <a:pt x="14321" y="224414"/>
                  </a:lnTo>
                  <a:lnTo>
                    <a:pt x="14573" y="220769"/>
                  </a:lnTo>
                  <a:lnTo>
                    <a:pt x="14523" y="217159"/>
                  </a:lnTo>
                  <a:lnTo>
                    <a:pt x="13764" y="213448"/>
                  </a:lnTo>
                  <a:lnTo>
                    <a:pt x="11963" y="206713"/>
                  </a:lnTo>
                  <a:lnTo>
                    <a:pt x="11905" y="205455"/>
                  </a:lnTo>
                  <a:lnTo>
                    <a:pt x="12047" y="200448"/>
                  </a:lnTo>
                  <a:lnTo>
                    <a:pt x="11894" y="196827"/>
                  </a:lnTo>
                  <a:lnTo>
                    <a:pt x="11231" y="193220"/>
                  </a:lnTo>
                  <a:lnTo>
                    <a:pt x="10379" y="189820"/>
                  </a:lnTo>
                  <a:lnTo>
                    <a:pt x="9541" y="183466"/>
                  </a:lnTo>
                  <a:lnTo>
                    <a:pt x="9134" y="172962"/>
                  </a:lnTo>
                  <a:lnTo>
                    <a:pt x="9220" y="169165"/>
                  </a:lnTo>
                  <a:lnTo>
                    <a:pt x="8974" y="165792"/>
                  </a:lnTo>
                  <a:lnTo>
                    <a:pt x="8365" y="162574"/>
                  </a:lnTo>
                  <a:lnTo>
                    <a:pt x="8802" y="156964"/>
                  </a:lnTo>
                  <a:lnTo>
                    <a:pt x="14189" y="136606"/>
                  </a:lnTo>
                  <a:lnTo>
                    <a:pt x="14363" y="134208"/>
                  </a:lnTo>
                  <a:lnTo>
                    <a:pt x="14147" y="127998"/>
                  </a:lnTo>
                  <a:lnTo>
                    <a:pt x="14258" y="124385"/>
                  </a:lnTo>
                  <a:lnTo>
                    <a:pt x="14446" y="123046"/>
                  </a:lnTo>
                  <a:lnTo>
                    <a:pt x="14856" y="122264"/>
                  </a:lnTo>
                  <a:lnTo>
                    <a:pt x="15779" y="121886"/>
                  </a:lnTo>
                  <a:lnTo>
                    <a:pt x="20133" y="121001"/>
                  </a:lnTo>
                  <a:lnTo>
                    <a:pt x="20693" y="120374"/>
                  </a:lnTo>
                  <a:lnTo>
                    <a:pt x="21779" y="118655"/>
                  </a:lnTo>
                  <a:lnTo>
                    <a:pt x="23273" y="115336"/>
                  </a:lnTo>
                  <a:lnTo>
                    <a:pt x="23956" y="114381"/>
                  </a:lnTo>
                  <a:lnTo>
                    <a:pt x="24546" y="114730"/>
                  </a:lnTo>
                  <a:lnTo>
                    <a:pt x="24925" y="116153"/>
                  </a:lnTo>
                  <a:lnTo>
                    <a:pt x="25411" y="116929"/>
                  </a:lnTo>
                  <a:lnTo>
                    <a:pt x="27167" y="115425"/>
                  </a:lnTo>
                  <a:lnTo>
                    <a:pt x="27843" y="115379"/>
                  </a:lnTo>
                  <a:lnTo>
                    <a:pt x="28531" y="115625"/>
                  </a:lnTo>
                  <a:lnTo>
                    <a:pt x="28854" y="114242"/>
                  </a:lnTo>
                  <a:lnTo>
                    <a:pt x="29046" y="112390"/>
                  </a:lnTo>
                  <a:lnTo>
                    <a:pt x="29302" y="111083"/>
                  </a:lnTo>
                  <a:lnTo>
                    <a:pt x="29774" y="110341"/>
                  </a:lnTo>
                  <a:lnTo>
                    <a:pt x="32037" y="109937"/>
                  </a:lnTo>
                  <a:lnTo>
                    <a:pt x="33480" y="109406"/>
                  </a:lnTo>
                  <a:lnTo>
                    <a:pt x="35347" y="108110"/>
                  </a:lnTo>
                  <a:lnTo>
                    <a:pt x="35749" y="108364"/>
                  </a:lnTo>
                  <a:lnTo>
                    <a:pt x="37255" y="113025"/>
                  </a:lnTo>
                  <a:lnTo>
                    <a:pt x="37712" y="113426"/>
                  </a:lnTo>
                  <a:lnTo>
                    <a:pt x="38298" y="113616"/>
                  </a:lnTo>
                  <a:lnTo>
                    <a:pt x="38809" y="112768"/>
                  </a:lnTo>
                  <a:lnTo>
                    <a:pt x="37587" y="110329"/>
                  </a:lnTo>
                  <a:lnTo>
                    <a:pt x="37403" y="108950"/>
                  </a:lnTo>
                  <a:lnTo>
                    <a:pt x="37467" y="107383"/>
                  </a:lnTo>
                  <a:lnTo>
                    <a:pt x="38121" y="104027"/>
                  </a:lnTo>
                  <a:lnTo>
                    <a:pt x="39218" y="101468"/>
                  </a:lnTo>
                  <a:lnTo>
                    <a:pt x="41650" y="97578"/>
                  </a:lnTo>
                  <a:lnTo>
                    <a:pt x="44177" y="93079"/>
                  </a:lnTo>
                  <a:lnTo>
                    <a:pt x="44911" y="92767"/>
                  </a:lnTo>
                  <a:lnTo>
                    <a:pt x="45533" y="93480"/>
                  </a:lnTo>
                  <a:lnTo>
                    <a:pt x="46009" y="98784"/>
                  </a:lnTo>
                  <a:lnTo>
                    <a:pt x="45949" y="99658"/>
                  </a:lnTo>
                  <a:lnTo>
                    <a:pt x="46353" y="99779"/>
                  </a:lnTo>
                  <a:lnTo>
                    <a:pt x="46824" y="99124"/>
                  </a:lnTo>
                  <a:lnTo>
                    <a:pt x="47240" y="96983"/>
                  </a:lnTo>
                  <a:lnTo>
                    <a:pt x="47262" y="95206"/>
                  </a:lnTo>
                  <a:lnTo>
                    <a:pt x="46923" y="93500"/>
                  </a:lnTo>
                  <a:lnTo>
                    <a:pt x="46757" y="92057"/>
                  </a:lnTo>
                  <a:lnTo>
                    <a:pt x="46743" y="90730"/>
                  </a:lnTo>
                  <a:lnTo>
                    <a:pt x="48024" y="87596"/>
                  </a:lnTo>
                  <a:lnTo>
                    <a:pt x="49033" y="84601"/>
                  </a:lnTo>
                  <a:lnTo>
                    <a:pt x="49499" y="81029"/>
                  </a:lnTo>
                  <a:lnTo>
                    <a:pt x="49904" y="79384"/>
                  </a:lnTo>
                  <a:lnTo>
                    <a:pt x="50966" y="77528"/>
                  </a:lnTo>
                  <a:lnTo>
                    <a:pt x="51279" y="77823"/>
                  </a:lnTo>
                  <a:lnTo>
                    <a:pt x="51526" y="79332"/>
                  </a:lnTo>
                  <a:lnTo>
                    <a:pt x="51664" y="80928"/>
                  </a:lnTo>
                  <a:lnTo>
                    <a:pt x="51392" y="82512"/>
                  </a:lnTo>
                  <a:lnTo>
                    <a:pt x="51003" y="84079"/>
                  </a:lnTo>
                  <a:lnTo>
                    <a:pt x="50845" y="86168"/>
                  </a:lnTo>
                  <a:lnTo>
                    <a:pt x="51444" y="86572"/>
                  </a:lnTo>
                  <a:lnTo>
                    <a:pt x="52009" y="86064"/>
                  </a:lnTo>
                  <a:lnTo>
                    <a:pt x="52837" y="82284"/>
                  </a:lnTo>
                  <a:lnTo>
                    <a:pt x="53780" y="78708"/>
                  </a:lnTo>
                  <a:lnTo>
                    <a:pt x="54341" y="76850"/>
                  </a:lnTo>
                  <a:lnTo>
                    <a:pt x="55048" y="75560"/>
                  </a:lnTo>
                  <a:lnTo>
                    <a:pt x="56222" y="75820"/>
                  </a:lnTo>
                  <a:lnTo>
                    <a:pt x="57365" y="76619"/>
                  </a:lnTo>
                  <a:lnTo>
                    <a:pt x="55505" y="72845"/>
                  </a:lnTo>
                  <a:lnTo>
                    <a:pt x="55039" y="67677"/>
                  </a:lnTo>
                  <a:lnTo>
                    <a:pt x="57256" y="58734"/>
                  </a:lnTo>
                  <a:lnTo>
                    <a:pt x="57277" y="56873"/>
                  </a:lnTo>
                  <a:lnTo>
                    <a:pt x="57597" y="56299"/>
                  </a:lnTo>
                  <a:lnTo>
                    <a:pt x="57747" y="55577"/>
                  </a:lnTo>
                  <a:lnTo>
                    <a:pt x="56600" y="52556"/>
                  </a:lnTo>
                  <a:lnTo>
                    <a:pt x="56383" y="51058"/>
                  </a:lnTo>
                  <a:lnTo>
                    <a:pt x="56534" y="48787"/>
                  </a:lnTo>
                  <a:lnTo>
                    <a:pt x="57083" y="46770"/>
                  </a:lnTo>
                  <a:lnTo>
                    <a:pt x="57581" y="45359"/>
                  </a:lnTo>
                  <a:lnTo>
                    <a:pt x="58287" y="44817"/>
                  </a:lnTo>
                  <a:lnTo>
                    <a:pt x="58849" y="45593"/>
                  </a:lnTo>
                  <a:lnTo>
                    <a:pt x="60082" y="48074"/>
                  </a:lnTo>
                  <a:lnTo>
                    <a:pt x="60913" y="48452"/>
                  </a:lnTo>
                  <a:lnTo>
                    <a:pt x="61917" y="46069"/>
                  </a:lnTo>
                  <a:lnTo>
                    <a:pt x="62739" y="43094"/>
                  </a:lnTo>
                  <a:lnTo>
                    <a:pt x="63974" y="41048"/>
                  </a:lnTo>
                  <a:lnTo>
                    <a:pt x="65375" y="39784"/>
                  </a:lnTo>
                  <a:lnTo>
                    <a:pt x="67509" y="35101"/>
                  </a:lnTo>
                  <a:lnTo>
                    <a:pt x="68897" y="25301"/>
                  </a:lnTo>
                  <a:lnTo>
                    <a:pt x="69007" y="22441"/>
                  </a:lnTo>
                  <a:lnTo>
                    <a:pt x="68700" y="18973"/>
                  </a:lnTo>
                  <a:lnTo>
                    <a:pt x="68207" y="15677"/>
                  </a:lnTo>
                  <a:lnTo>
                    <a:pt x="67385" y="11562"/>
                  </a:lnTo>
                  <a:lnTo>
                    <a:pt x="67599" y="10650"/>
                  </a:lnTo>
                  <a:lnTo>
                    <a:pt x="68766" y="11196"/>
                  </a:lnTo>
                  <a:lnTo>
                    <a:pt x="69157" y="10622"/>
                  </a:lnTo>
                  <a:lnTo>
                    <a:pt x="70425" y="6980"/>
                  </a:lnTo>
                  <a:lnTo>
                    <a:pt x="72512" y="0"/>
                  </a:lnTo>
                  <a:lnTo>
                    <a:pt x="73200" y="17"/>
                  </a:lnTo>
                  <a:lnTo>
                    <a:pt x="73793" y="1310"/>
                  </a:lnTo>
                  <a:lnTo>
                    <a:pt x="74013" y="3223"/>
                  </a:lnTo>
                  <a:lnTo>
                    <a:pt x="74425" y="4631"/>
                  </a:lnTo>
                  <a:lnTo>
                    <a:pt x="75836" y="7944"/>
                  </a:lnTo>
                  <a:close/>
                </a:path>
              </a:pathLst>
            </a:custGeom>
            <a:solidFill>
              <a:srgbClr val="E4EFE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2" name="pg971"/>
            <p:cNvSpPr/>
            <p:nvPr/>
          </p:nvSpPr>
          <p:spPr>
            <a:xfrm>
              <a:off x="4228049" y="3536858"/>
              <a:ext cx="740" cy="1786"/>
            </a:xfrm>
            <a:custGeom>
              <a:avLst/>
              <a:pathLst>
                <a:path w="740" h="1786">
                  <a:moveTo>
                    <a:pt x="421" y="1731"/>
                  </a:moveTo>
                  <a:lnTo>
                    <a:pt x="161" y="1786"/>
                  </a:lnTo>
                  <a:lnTo>
                    <a:pt x="0" y="1281"/>
                  </a:lnTo>
                  <a:lnTo>
                    <a:pt x="35" y="545"/>
                  </a:lnTo>
                  <a:lnTo>
                    <a:pt x="238" y="31"/>
                  </a:lnTo>
                  <a:lnTo>
                    <a:pt x="557" y="0"/>
                  </a:lnTo>
                  <a:lnTo>
                    <a:pt x="740" y="458"/>
                  </a:lnTo>
                  <a:lnTo>
                    <a:pt x="645" y="1173"/>
                  </a:lnTo>
                  <a:close/>
                </a:path>
              </a:pathLst>
            </a:custGeom>
            <a:solidFill>
              <a:srgbClr val="D4E7C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3" name="pg972"/>
            <p:cNvSpPr/>
            <p:nvPr/>
          </p:nvSpPr>
          <p:spPr>
            <a:xfrm>
              <a:off x="4229158" y="3508556"/>
              <a:ext cx="673" cy="2732"/>
            </a:xfrm>
            <a:custGeom>
              <a:avLst/>
              <a:pathLst>
                <a:path w="673" h="2732">
                  <a:moveTo>
                    <a:pt x="477" y="2455"/>
                  </a:moveTo>
                  <a:lnTo>
                    <a:pt x="265" y="2732"/>
                  </a:lnTo>
                  <a:lnTo>
                    <a:pt x="67" y="2621"/>
                  </a:lnTo>
                  <a:lnTo>
                    <a:pt x="0" y="2273"/>
                  </a:lnTo>
                  <a:lnTo>
                    <a:pt x="98" y="1758"/>
                  </a:lnTo>
                  <a:lnTo>
                    <a:pt x="264" y="1099"/>
                  </a:lnTo>
                  <a:lnTo>
                    <a:pt x="378" y="385"/>
                  </a:lnTo>
                  <a:lnTo>
                    <a:pt x="545" y="0"/>
                  </a:lnTo>
                  <a:lnTo>
                    <a:pt x="673" y="128"/>
                  </a:lnTo>
                  <a:lnTo>
                    <a:pt x="659" y="530"/>
                  </a:lnTo>
                  <a:lnTo>
                    <a:pt x="598" y="1082"/>
                  </a:lnTo>
                  <a:lnTo>
                    <a:pt x="560" y="1796"/>
                  </a:lnTo>
                  <a:close/>
                </a:path>
              </a:pathLst>
            </a:custGeom>
            <a:solidFill>
              <a:srgbClr val="D4E7C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4" name="pg973"/>
            <p:cNvSpPr/>
            <p:nvPr/>
          </p:nvSpPr>
          <p:spPr>
            <a:xfrm>
              <a:off x="2214744" y="3079197"/>
              <a:ext cx="3405" cy="3658"/>
            </a:xfrm>
            <a:custGeom>
              <a:avLst/>
              <a:pathLst>
                <a:path w="3405" h="3658">
                  <a:moveTo>
                    <a:pt x="1613" y="2975"/>
                  </a:moveTo>
                  <a:lnTo>
                    <a:pt x="243" y="3658"/>
                  </a:lnTo>
                  <a:lnTo>
                    <a:pt x="0" y="3018"/>
                  </a:lnTo>
                  <a:lnTo>
                    <a:pt x="2766" y="0"/>
                  </a:lnTo>
                  <a:lnTo>
                    <a:pt x="3239" y="128"/>
                  </a:lnTo>
                  <a:lnTo>
                    <a:pt x="3405" y="532"/>
                  </a:lnTo>
                  <a:lnTo>
                    <a:pt x="1972" y="1966"/>
                  </a:lnTo>
                  <a:close/>
                </a:path>
              </a:pathLst>
            </a:custGeom>
            <a:solidFill>
              <a:srgbClr val="3B943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5" name="pg974"/>
            <p:cNvSpPr/>
            <p:nvPr/>
          </p:nvSpPr>
          <p:spPr>
            <a:xfrm>
              <a:off x="1980170" y="3076682"/>
              <a:ext cx="1818" cy="4218"/>
            </a:xfrm>
            <a:custGeom>
              <a:avLst/>
              <a:pathLst>
                <a:path w="1818" h="4218">
                  <a:moveTo>
                    <a:pt x="1818" y="3595"/>
                  </a:moveTo>
                  <a:lnTo>
                    <a:pt x="1083" y="4218"/>
                  </a:lnTo>
                  <a:lnTo>
                    <a:pt x="0" y="2408"/>
                  </a:lnTo>
                  <a:lnTo>
                    <a:pt x="289" y="975"/>
                  </a:lnTo>
                  <a:lnTo>
                    <a:pt x="905" y="0"/>
                  </a:lnTo>
                  <a:lnTo>
                    <a:pt x="1481" y="1815"/>
                  </a:lnTo>
                  <a:close/>
                </a:path>
              </a:pathLst>
            </a:custGeom>
            <a:solidFill>
              <a:srgbClr val="3B943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6" name="pg975"/>
            <p:cNvSpPr/>
            <p:nvPr/>
          </p:nvSpPr>
          <p:spPr>
            <a:xfrm>
              <a:off x="2273202" y="3025979"/>
              <a:ext cx="3222" cy="9068"/>
            </a:xfrm>
            <a:custGeom>
              <a:avLst/>
              <a:pathLst>
                <a:path w="3222" h="9068">
                  <a:moveTo>
                    <a:pt x="972" y="8147"/>
                  </a:moveTo>
                  <a:lnTo>
                    <a:pt x="341" y="9068"/>
                  </a:lnTo>
                  <a:lnTo>
                    <a:pt x="0" y="5813"/>
                  </a:lnTo>
                  <a:lnTo>
                    <a:pt x="505" y="2637"/>
                  </a:lnTo>
                  <a:lnTo>
                    <a:pt x="1116" y="813"/>
                  </a:lnTo>
                  <a:lnTo>
                    <a:pt x="2326" y="598"/>
                  </a:lnTo>
                  <a:lnTo>
                    <a:pt x="3121" y="0"/>
                  </a:lnTo>
                  <a:lnTo>
                    <a:pt x="3222" y="806"/>
                  </a:lnTo>
                  <a:lnTo>
                    <a:pt x="2567" y="3267"/>
                  </a:lnTo>
                  <a:close/>
                </a:path>
              </a:pathLst>
            </a:custGeom>
            <a:solidFill>
              <a:srgbClr val="3B943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7" name="pg976"/>
            <p:cNvSpPr/>
            <p:nvPr/>
          </p:nvSpPr>
          <p:spPr>
            <a:xfrm>
              <a:off x="2276451" y="3005267"/>
              <a:ext cx="689" cy="2628"/>
            </a:xfrm>
            <a:custGeom>
              <a:avLst/>
              <a:pathLst>
                <a:path w="689" h="2628">
                  <a:moveTo>
                    <a:pt x="473" y="1201"/>
                  </a:moveTo>
                  <a:lnTo>
                    <a:pt x="689" y="2628"/>
                  </a:lnTo>
                  <a:lnTo>
                    <a:pt x="478" y="2458"/>
                  </a:lnTo>
                  <a:lnTo>
                    <a:pt x="201" y="1379"/>
                  </a:lnTo>
                  <a:lnTo>
                    <a:pt x="0" y="34"/>
                  </a:lnTo>
                  <a:lnTo>
                    <a:pt x="168" y="0"/>
                  </a:lnTo>
                  <a:lnTo>
                    <a:pt x="316" y="463"/>
                  </a:lnTo>
                  <a:close/>
                </a:path>
              </a:pathLst>
            </a:custGeom>
            <a:solidFill>
              <a:srgbClr val="3B943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8" name="pg977"/>
            <p:cNvSpPr/>
            <p:nvPr/>
          </p:nvSpPr>
          <p:spPr>
            <a:xfrm>
              <a:off x="2034090" y="2992496"/>
              <a:ext cx="1670" cy="5426"/>
            </a:xfrm>
            <a:custGeom>
              <a:avLst/>
              <a:pathLst>
                <a:path w="1670" h="5426">
                  <a:moveTo>
                    <a:pt x="1670" y="2993"/>
                  </a:moveTo>
                  <a:lnTo>
                    <a:pt x="1316" y="5426"/>
                  </a:lnTo>
                  <a:lnTo>
                    <a:pt x="393" y="4452"/>
                  </a:lnTo>
                  <a:lnTo>
                    <a:pt x="63" y="2926"/>
                  </a:lnTo>
                  <a:lnTo>
                    <a:pt x="0" y="422"/>
                  </a:lnTo>
                  <a:lnTo>
                    <a:pt x="511" y="0"/>
                  </a:lnTo>
                  <a:lnTo>
                    <a:pt x="1254" y="1057"/>
                  </a:lnTo>
                  <a:lnTo>
                    <a:pt x="1407" y="1767"/>
                  </a:lnTo>
                  <a:close/>
                </a:path>
              </a:pathLst>
            </a:custGeom>
            <a:solidFill>
              <a:srgbClr val="3B943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9" name="pg978"/>
            <p:cNvSpPr/>
            <p:nvPr/>
          </p:nvSpPr>
          <p:spPr>
            <a:xfrm>
              <a:off x="1994346" y="2914704"/>
              <a:ext cx="1300" cy="5829"/>
            </a:xfrm>
            <a:custGeom>
              <a:avLst/>
              <a:pathLst>
                <a:path w="1300" h="5829">
                  <a:moveTo>
                    <a:pt x="1162" y="5725"/>
                  </a:moveTo>
                  <a:lnTo>
                    <a:pt x="898" y="5829"/>
                  </a:lnTo>
                  <a:lnTo>
                    <a:pt x="274" y="4260"/>
                  </a:lnTo>
                  <a:lnTo>
                    <a:pt x="0" y="411"/>
                  </a:lnTo>
                  <a:lnTo>
                    <a:pt x="123" y="0"/>
                  </a:lnTo>
                  <a:lnTo>
                    <a:pt x="1300" y="4770"/>
                  </a:lnTo>
                  <a:lnTo>
                    <a:pt x="1278" y="5355"/>
                  </a:lnTo>
                  <a:close/>
                </a:path>
              </a:pathLst>
            </a:custGeom>
            <a:solidFill>
              <a:srgbClr val="3B943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0" name="pg979"/>
            <p:cNvSpPr/>
            <p:nvPr/>
          </p:nvSpPr>
          <p:spPr>
            <a:xfrm>
              <a:off x="1968597" y="2908608"/>
              <a:ext cx="3831" cy="6049"/>
            </a:xfrm>
            <a:custGeom>
              <a:avLst/>
              <a:pathLst>
                <a:path w="3831" h="6049">
                  <a:moveTo>
                    <a:pt x="3831" y="4654"/>
                  </a:moveTo>
                  <a:lnTo>
                    <a:pt x="3668" y="6049"/>
                  </a:lnTo>
                  <a:lnTo>
                    <a:pt x="0" y="523"/>
                  </a:lnTo>
                  <a:lnTo>
                    <a:pt x="882" y="0"/>
                  </a:lnTo>
                  <a:lnTo>
                    <a:pt x="1906" y="388"/>
                  </a:lnTo>
                  <a:close/>
                </a:path>
              </a:pathLst>
            </a:custGeom>
            <a:solidFill>
              <a:srgbClr val="3B943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1" name="pg980"/>
            <p:cNvSpPr/>
            <p:nvPr/>
          </p:nvSpPr>
          <p:spPr>
            <a:xfrm>
              <a:off x="1984560" y="2892748"/>
              <a:ext cx="2005" cy="5800"/>
            </a:xfrm>
            <a:custGeom>
              <a:avLst/>
              <a:pathLst>
                <a:path w="2005" h="5800">
                  <a:moveTo>
                    <a:pt x="1657" y="2493"/>
                  </a:moveTo>
                  <a:lnTo>
                    <a:pt x="2005" y="5800"/>
                  </a:lnTo>
                  <a:lnTo>
                    <a:pt x="1380" y="5312"/>
                  </a:lnTo>
                  <a:lnTo>
                    <a:pt x="560" y="3516"/>
                  </a:lnTo>
                  <a:lnTo>
                    <a:pt x="0" y="1217"/>
                  </a:lnTo>
                  <a:lnTo>
                    <a:pt x="50" y="188"/>
                  </a:lnTo>
                  <a:lnTo>
                    <a:pt x="160" y="0"/>
                  </a:lnTo>
                  <a:lnTo>
                    <a:pt x="1318" y="1350"/>
                  </a:lnTo>
                  <a:close/>
                </a:path>
              </a:pathLst>
            </a:custGeom>
            <a:solidFill>
              <a:srgbClr val="3B943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2" name="pg981"/>
            <p:cNvSpPr/>
            <p:nvPr/>
          </p:nvSpPr>
          <p:spPr>
            <a:xfrm>
              <a:off x="1965142" y="2886903"/>
              <a:ext cx="2918" cy="22193"/>
            </a:xfrm>
            <a:custGeom>
              <a:avLst/>
              <a:pathLst>
                <a:path w="2918" h="22193">
                  <a:moveTo>
                    <a:pt x="2918" y="21864"/>
                  </a:moveTo>
                  <a:lnTo>
                    <a:pt x="2674" y="22193"/>
                  </a:lnTo>
                  <a:lnTo>
                    <a:pt x="1631" y="18774"/>
                  </a:lnTo>
                  <a:lnTo>
                    <a:pt x="1478" y="16430"/>
                  </a:lnTo>
                  <a:lnTo>
                    <a:pt x="1051" y="15439"/>
                  </a:lnTo>
                  <a:lnTo>
                    <a:pt x="0" y="14656"/>
                  </a:lnTo>
                  <a:lnTo>
                    <a:pt x="907" y="9884"/>
                  </a:lnTo>
                  <a:lnTo>
                    <a:pt x="1673" y="0"/>
                  </a:lnTo>
                  <a:lnTo>
                    <a:pt x="2012" y="1810"/>
                  </a:lnTo>
                  <a:lnTo>
                    <a:pt x="1199" y="11825"/>
                  </a:lnTo>
                  <a:lnTo>
                    <a:pt x="1240" y="13136"/>
                  </a:lnTo>
                  <a:lnTo>
                    <a:pt x="1621" y="14360"/>
                  </a:lnTo>
                  <a:lnTo>
                    <a:pt x="2029" y="16430"/>
                  </a:lnTo>
                  <a:lnTo>
                    <a:pt x="2077" y="18664"/>
                  </a:lnTo>
                  <a:lnTo>
                    <a:pt x="2794" y="20743"/>
                  </a:lnTo>
                  <a:close/>
                </a:path>
              </a:pathLst>
            </a:custGeom>
            <a:solidFill>
              <a:srgbClr val="3B943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3" name="pg982"/>
            <p:cNvSpPr/>
            <p:nvPr/>
          </p:nvSpPr>
          <p:spPr>
            <a:xfrm>
              <a:off x="1978208" y="2863558"/>
              <a:ext cx="1668" cy="7085"/>
            </a:xfrm>
            <a:custGeom>
              <a:avLst/>
              <a:pathLst>
                <a:path w="1668" h="7085">
                  <a:moveTo>
                    <a:pt x="1515" y="1627"/>
                  </a:moveTo>
                  <a:lnTo>
                    <a:pt x="1668" y="2693"/>
                  </a:lnTo>
                  <a:lnTo>
                    <a:pt x="1587" y="3002"/>
                  </a:lnTo>
                  <a:lnTo>
                    <a:pt x="1089" y="2260"/>
                  </a:lnTo>
                  <a:lnTo>
                    <a:pt x="245" y="6677"/>
                  </a:lnTo>
                  <a:lnTo>
                    <a:pt x="0" y="7085"/>
                  </a:lnTo>
                  <a:lnTo>
                    <a:pt x="508" y="1035"/>
                  </a:lnTo>
                  <a:lnTo>
                    <a:pt x="1040" y="173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rgbClr val="3B943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4" name="pg983"/>
            <p:cNvSpPr/>
            <p:nvPr/>
          </p:nvSpPr>
          <p:spPr>
            <a:xfrm>
              <a:off x="1927896" y="2795812"/>
              <a:ext cx="2491" cy="9783"/>
            </a:xfrm>
            <a:custGeom>
              <a:avLst/>
              <a:pathLst>
                <a:path w="2491" h="9783">
                  <a:moveTo>
                    <a:pt x="2222" y="8834"/>
                  </a:moveTo>
                  <a:lnTo>
                    <a:pt x="2055" y="9783"/>
                  </a:lnTo>
                  <a:lnTo>
                    <a:pt x="0" y="7812"/>
                  </a:lnTo>
                  <a:lnTo>
                    <a:pt x="1127" y="4367"/>
                  </a:lnTo>
                  <a:lnTo>
                    <a:pt x="962" y="756"/>
                  </a:lnTo>
                  <a:lnTo>
                    <a:pt x="1455" y="0"/>
                  </a:lnTo>
                  <a:lnTo>
                    <a:pt x="1900" y="1196"/>
                  </a:lnTo>
                  <a:lnTo>
                    <a:pt x="2491" y="5798"/>
                  </a:lnTo>
                  <a:close/>
                </a:path>
              </a:pathLst>
            </a:custGeom>
            <a:solidFill>
              <a:srgbClr val="3B943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5" name="pg984"/>
            <p:cNvSpPr/>
            <p:nvPr/>
          </p:nvSpPr>
          <p:spPr>
            <a:xfrm>
              <a:off x="1890744" y="2771604"/>
              <a:ext cx="1932" cy="8387"/>
            </a:xfrm>
            <a:custGeom>
              <a:avLst/>
              <a:pathLst>
                <a:path w="1932" h="8387">
                  <a:moveTo>
                    <a:pt x="1932" y="7258"/>
                  </a:moveTo>
                  <a:lnTo>
                    <a:pt x="1412" y="8387"/>
                  </a:lnTo>
                  <a:lnTo>
                    <a:pt x="15" y="2224"/>
                  </a:lnTo>
                  <a:lnTo>
                    <a:pt x="0" y="734"/>
                  </a:lnTo>
                  <a:lnTo>
                    <a:pt x="408" y="0"/>
                  </a:lnTo>
                  <a:lnTo>
                    <a:pt x="1085" y="139"/>
                  </a:lnTo>
                  <a:lnTo>
                    <a:pt x="1088" y="1686"/>
                  </a:lnTo>
                  <a:lnTo>
                    <a:pt x="1655" y="2989"/>
                  </a:lnTo>
                  <a:lnTo>
                    <a:pt x="1876" y="4262"/>
                  </a:lnTo>
                  <a:close/>
                </a:path>
              </a:pathLst>
            </a:custGeom>
            <a:solidFill>
              <a:srgbClr val="3B943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6" name="pg985"/>
            <p:cNvSpPr/>
            <p:nvPr/>
          </p:nvSpPr>
          <p:spPr>
            <a:xfrm>
              <a:off x="1962287" y="2770043"/>
              <a:ext cx="3996" cy="13920"/>
            </a:xfrm>
            <a:custGeom>
              <a:avLst/>
              <a:pathLst>
                <a:path w="3996" h="13920">
                  <a:moveTo>
                    <a:pt x="3996" y="6947"/>
                  </a:moveTo>
                  <a:lnTo>
                    <a:pt x="3078" y="13920"/>
                  </a:lnTo>
                  <a:lnTo>
                    <a:pt x="2141" y="13807"/>
                  </a:lnTo>
                  <a:lnTo>
                    <a:pt x="206" y="11607"/>
                  </a:lnTo>
                  <a:lnTo>
                    <a:pt x="0" y="10236"/>
                  </a:lnTo>
                  <a:lnTo>
                    <a:pt x="745" y="2148"/>
                  </a:lnTo>
                  <a:lnTo>
                    <a:pt x="1309" y="1086"/>
                  </a:lnTo>
                  <a:lnTo>
                    <a:pt x="2997" y="0"/>
                  </a:lnTo>
                  <a:lnTo>
                    <a:pt x="3261" y="994"/>
                  </a:lnTo>
                  <a:lnTo>
                    <a:pt x="3440" y="3381"/>
                  </a:lnTo>
                  <a:close/>
                </a:path>
              </a:pathLst>
            </a:custGeom>
            <a:solidFill>
              <a:srgbClr val="3B943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7" name="pg986"/>
            <p:cNvSpPr/>
            <p:nvPr/>
          </p:nvSpPr>
          <p:spPr>
            <a:xfrm>
              <a:off x="1949327" y="2760215"/>
              <a:ext cx="5347" cy="15905"/>
            </a:xfrm>
            <a:custGeom>
              <a:avLst/>
              <a:pathLst>
                <a:path w="5347" h="15905">
                  <a:moveTo>
                    <a:pt x="5347" y="15389"/>
                  </a:moveTo>
                  <a:lnTo>
                    <a:pt x="5259" y="15905"/>
                  </a:lnTo>
                  <a:lnTo>
                    <a:pt x="4017" y="14074"/>
                  </a:lnTo>
                  <a:lnTo>
                    <a:pt x="1194" y="7843"/>
                  </a:lnTo>
                  <a:lnTo>
                    <a:pt x="167" y="4722"/>
                  </a:lnTo>
                  <a:lnTo>
                    <a:pt x="0" y="3260"/>
                  </a:lnTo>
                  <a:lnTo>
                    <a:pt x="87" y="0"/>
                  </a:lnTo>
                  <a:lnTo>
                    <a:pt x="1053" y="388"/>
                  </a:lnTo>
                  <a:lnTo>
                    <a:pt x="2175" y="2573"/>
                  </a:lnTo>
                  <a:lnTo>
                    <a:pt x="2663" y="4596"/>
                  </a:lnTo>
                  <a:lnTo>
                    <a:pt x="2687" y="6918"/>
                  </a:lnTo>
                  <a:lnTo>
                    <a:pt x="4780" y="8013"/>
                  </a:lnTo>
                  <a:lnTo>
                    <a:pt x="5075" y="13034"/>
                  </a:lnTo>
                  <a:close/>
                </a:path>
              </a:pathLst>
            </a:custGeom>
            <a:solidFill>
              <a:srgbClr val="3B943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8" name="pg987"/>
            <p:cNvSpPr/>
            <p:nvPr/>
          </p:nvSpPr>
          <p:spPr>
            <a:xfrm>
              <a:off x="1934766" y="2694585"/>
              <a:ext cx="1234" cy="2739"/>
            </a:xfrm>
            <a:custGeom>
              <a:avLst/>
              <a:pathLst>
                <a:path w="1234" h="2739">
                  <a:moveTo>
                    <a:pt x="1158" y="2614"/>
                  </a:moveTo>
                  <a:lnTo>
                    <a:pt x="755" y="2739"/>
                  </a:lnTo>
                  <a:lnTo>
                    <a:pt x="0" y="1379"/>
                  </a:lnTo>
                  <a:lnTo>
                    <a:pt x="56" y="126"/>
                  </a:lnTo>
                  <a:lnTo>
                    <a:pt x="220" y="0"/>
                  </a:lnTo>
                  <a:lnTo>
                    <a:pt x="976" y="1099"/>
                  </a:lnTo>
                  <a:lnTo>
                    <a:pt x="1234" y="2064"/>
                  </a:lnTo>
                  <a:close/>
                </a:path>
              </a:pathLst>
            </a:custGeom>
            <a:solidFill>
              <a:srgbClr val="3B943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9" name="pg988"/>
            <p:cNvSpPr/>
            <p:nvPr/>
          </p:nvSpPr>
          <p:spPr>
            <a:xfrm>
              <a:off x="1906259" y="2667363"/>
              <a:ext cx="369961" cy="536903"/>
            </a:xfrm>
            <a:custGeom>
              <a:avLst/>
              <a:pathLst>
                <a:path w="369961" h="536903">
                  <a:moveTo>
                    <a:pt x="243525" y="199570"/>
                  </a:moveTo>
                  <a:lnTo>
                    <a:pt x="243303" y="205673"/>
                  </a:lnTo>
                  <a:lnTo>
                    <a:pt x="242566" y="210681"/>
                  </a:lnTo>
                  <a:lnTo>
                    <a:pt x="240139" y="221092"/>
                  </a:lnTo>
                  <a:lnTo>
                    <a:pt x="239127" y="227550"/>
                  </a:lnTo>
                  <a:lnTo>
                    <a:pt x="237170" y="246005"/>
                  </a:lnTo>
                  <a:lnTo>
                    <a:pt x="236568" y="258102"/>
                  </a:lnTo>
                  <a:lnTo>
                    <a:pt x="236427" y="263795"/>
                  </a:lnTo>
                  <a:lnTo>
                    <a:pt x="236256" y="264602"/>
                  </a:lnTo>
                  <a:lnTo>
                    <a:pt x="236442" y="265442"/>
                  </a:lnTo>
                  <a:lnTo>
                    <a:pt x="235973" y="278032"/>
                  </a:lnTo>
                  <a:lnTo>
                    <a:pt x="236225" y="288781"/>
                  </a:lnTo>
                  <a:lnTo>
                    <a:pt x="236065" y="290446"/>
                  </a:lnTo>
                  <a:lnTo>
                    <a:pt x="235354" y="293688"/>
                  </a:lnTo>
                  <a:lnTo>
                    <a:pt x="234853" y="298174"/>
                  </a:lnTo>
                  <a:lnTo>
                    <a:pt x="235050" y="300166"/>
                  </a:lnTo>
                  <a:lnTo>
                    <a:pt x="235040" y="301548"/>
                  </a:lnTo>
                  <a:lnTo>
                    <a:pt x="235772" y="308374"/>
                  </a:lnTo>
                  <a:lnTo>
                    <a:pt x="236005" y="313499"/>
                  </a:lnTo>
                  <a:lnTo>
                    <a:pt x="238181" y="322285"/>
                  </a:lnTo>
                  <a:lnTo>
                    <a:pt x="239402" y="325349"/>
                  </a:lnTo>
                  <a:lnTo>
                    <a:pt x="240918" y="328005"/>
                  </a:lnTo>
                  <a:lnTo>
                    <a:pt x="241474" y="329505"/>
                  </a:lnTo>
                  <a:lnTo>
                    <a:pt x="241202" y="333237"/>
                  </a:lnTo>
                  <a:lnTo>
                    <a:pt x="240584" y="335127"/>
                  </a:lnTo>
                  <a:lnTo>
                    <a:pt x="240320" y="338122"/>
                  </a:lnTo>
                  <a:lnTo>
                    <a:pt x="240016" y="335642"/>
                  </a:lnTo>
                  <a:lnTo>
                    <a:pt x="240135" y="332426"/>
                  </a:lnTo>
                  <a:lnTo>
                    <a:pt x="240617" y="330698"/>
                  </a:lnTo>
                  <a:lnTo>
                    <a:pt x="240634" y="329431"/>
                  </a:lnTo>
                  <a:lnTo>
                    <a:pt x="239743" y="328080"/>
                  </a:lnTo>
                  <a:lnTo>
                    <a:pt x="238112" y="323660"/>
                  </a:lnTo>
                  <a:lnTo>
                    <a:pt x="236120" y="315840"/>
                  </a:lnTo>
                  <a:lnTo>
                    <a:pt x="237537" y="328339"/>
                  </a:lnTo>
                  <a:lnTo>
                    <a:pt x="238024" y="330341"/>
                  </a:lnTo>
                  <a:lnTo>
                    <a:pt x="238402" y="331174"/>
                  </a:lnTo>
                  <a:lnTo>
                    <a:pt x="239036" y="332053"/>
                  </a:lnTo>
                  <a:lnTo>
                    <a:pt x="239200" y="333410"/>
                  </a:lnTo>
                  <a:lnTo>
                    <a:pt x="239206" y="334414"/>
                  </a:lnTo>
                  <a:lnTo>
                    <a:pt x="240955" y="343103"/>
                  </a:lnTo>
                  <a:lnTo>
                    <a:pt x="242931" y="352083"/>
                  </a:lnTo>
                  <a:lnTo>
                    <a:pt x="243036" y="354538"/>
                  </a:lnTo>
                  <a:lnTo>
                    <a:pt x="243827" y="357553"/>
                  </a:lnTo>
                  <a:lnTo>
                    <a:pt x="248857" y="370162"/>
                  </a:lnTo>
                  <a:lnTo>
                    <a:pt x="251936" y="379573"/>
                  </a:lnTo>
                  <a:lnTo>
                    <a:pt x="253005" y="388513"/>
                  </a:lnTo>
                  <a:lnTo>
                    <a:pt x="253651" y="391302"/>
                  </a:lnTo>
                  <a:lnTo>
                    <a:pt x="253966" y="395117"/>
                  </a:lnTo>
                  <a:lnTo>
                    <a:pt x="255983" y="399392"/>
                  </a:lnTo>
                  <a:lnTo>
                    <a:pt x="256600" y="402152"/>
                  </a:lnTo>
                  <a:lnTo>
                    <a:pt x="257681" y="403686"/>
                  </a:lnTo>
                  <a:lnTo>
                    <a:pt x="258554" y="408313"/>
                  </a:lnTo>
                  <a:lnTo>
                    <a:pt x="260198" y="411021"/>
                  </a:lnTo>
                  <a:lnTo>
                    <a:pt x="259806" y="411070"/>
                  </a:lnTo>
                  <a:lnTo>
                    <a:pt x="258369" y="409704"/>
                  </a:lnTo>
                  <a:lnTo>
                    <a:pt x="258465" y="410606"/>
                  </a:lnTo>
                  <a:lnTo>
                    <a:pt x="259675" y="412525"/>
                  </a:lnTo>
                  <a:lnTo>
                    <a:pt x="262043" y="414418"/>
                  </a:lnTo>
                  <a:lnTo>
                    <a:pt x="262633" y="414422"/>
                  </a:lnTo>
                  <a:lnTo>
                    <a:pt x="261700" y="413439"/>
                  </a:lnTo>
                  <a:lnTo>
                    <a:pt x="260909" y="412119"/>
                  </a:lnTo>
                  <a:lnTo>
                    <a:pt x="261186" y="411926"/>
                  </a:lnTo>
                  <a:lnTo>
                    <a:pt x="262839" y="413574"/>
                  </a:lnTo>
                  <a:lnTo>
                    <a:pt x="267466" y="414118"/>
                  </a:lnTo>
                  <a:lnTo>
                    <a:pt x="269502" y="417963"/>
                  </a:lnTo>
                  <a:lnTo>
                    <a:pt x="272142" y="419618"/>
                  </a:lnTo>
                  <a:lnTo>
                    <a:pt x="273561" y="424526"/>
                  </a:lnTo>
                  <a:lnTo>
                    <a:pt x="275212" y="429657"/>
                  </a:lnTo>
                  <a:lnTo>
                    <a:pt x="276265" y="429899"/>
                  </a:lnTo>
                  <a:lnTo>
                    <a:pt x="277088" y="429919"/>
                  </a:lnTo>
                  <a:lnTo>
                    <a:pt x="279565" y="429054"/>
                  </a:lnTo>
                  <a:lnTo>
                    <a:pt x="283415" y="425828"/>
                  </a:lnTo>
                  <a:lnTo>
                    <a:pt x="284740" y="424248"/>
                  </a:lnTo>
                  <a:lnTo>
                    <a:pt x="287324" y="422104"/>
                  </a:lnTo>
                  <a:lnTo>
                    <a:pt x="291278" y="421710"/>
                  </a:lnTo>
                  <a:lnTo>
                    <a:pt x="292504" y="422311"/>
                  </a:lnTo>
                  <a:lnTo>
                    <a:pt x="295460" y="420975"/>
                  </a:lnTo>
                  <a:lnTo>
                    <a:pt x="296870" y="419336"/>
                  </a:lnTo>
                  <a:lnTo>
                    <a:pt x="297359" y="417847"/>
                  </a:lnTo>
                  <a:lnTo>
                    <a:pt x="297589" y="416749"/>
                  </a:lnTo>
                  <a:lnTo>
                    <a:pt x="300329" y="415179"/>
                  </a:lnTo>
                  <a:lnTo>
                    <a:pt x="300868" y="414869"/>
                  </a:lnTo>
                  <a:lnTo>
                    <a:pt x="303645" y="414586"/>
                  </a:lnTo>
                  <a:lnTo>
                    <a:pt x="304985" y="414009"/>
                  </a:lnTo>
                  <a:lnTo>
                    <a:pt x="306563" y="413670"/>
                  </a:lnTo>
                  <a:lnTo>
                    <a:pt x="307701" y="415977"/>
                  </a:lnTo>
                  <a:lnTo>
                    <a:pt x="307700" y="417104"/>
                  </a:lnTo>
                  <a:lnTo>
                    <a:pt x="306942" y="418175"/>
                  </a:lnTo>
                  <a:lnTo>
                    <a:pt x="307297" y="419206"/>
                  </a:lnTo>
                  <a:lnTo>
                    <a:pt x="308644" y="420918"/>
                  </a:lnTo>
                  <a:lnTo>
                    <a:pt x="311122" y="421610"/>
                  </a:lnTo>
                  <a:lnTo>
                    <a:pt x="311923" y="421333"/>
                  </a:lnTo>
                  <a:lnTo>
                    <a:pt x="313062" y="418813"/>
                  </a:lnTo>
                  <a:lnTo>
                    <a:pt x="315076" y="416371"/>
                  </a:lnTo>
                  <a:lnTo>
                    <a:pt x="315033" y="413529"/>
                  </a:lnTo>
                  <a:lnTo>
                    <a:pt x="314673" y="411974"/>
                  </a:lnTo>
                  <a:lnTo>
                    <a:pt x="314088" y="411877"/>
                  </a:lnTo>
                  <a:lnTo>
                    <a:pt x="313948" y="411004"/>
                  </a:lnTo>
                  <a:lnTo>
                    <a:pt x="314357" y="408915"/>
                  </a:lnTo>
                  <a:lnTo>
                    <a:pt x="314249" y="408212"/>
                  </a:lnTo>
                  <a:lnTo>
                    <a:pt x="313000" y="410215"/>
                  </a:lnTo>
                  <a:lnTo>
                    <a:pt x="312712" y="410209"/>
                  </a:lnTo>
                  <a:lnTo>
                    <a:pt x="312850" y="409274"/>
                  </a:lnTo>
                  <a:lnTo>
                    <a:pt x="313109" y="408531"/>
                  </a:lnTo>
                  <a:lnTo>
                    <a:pt x="316774" y="404166"/>
                  </a:lnTo>
                  <a:lnTo>
                    <a:pt x="317712" y="402373"/>
                  </a:lnTo>
                  <a:lnTo>
                    <a:pt x="318979" y="400793"/>
                  </a:lnTo>
                  <a:lnTo>
                    <a:pt x="321608" y="394866"/>
                  </a:lnTo>
                  <a:lnTo>
                    <a:pt x="322170" y="383707"/>
                  </a:lnTo>
                  <a:lnTo>
                    <a:pt x="322695" y="381755"/>
                  </a:lnTo>
                  <a:lnTo>
                    <a:pt x="324438" y="378330"/>
                  </a:lnTo>
                  <a:lnTo>
                    <a:pt x="324625" y="377298"/>
                  </a:lnTo>
                  <a:lnTo>
                    <a:pt x="324738" y="374965"/>
                  </a:lnTo>
                  <a:lnTo>
                    <a:pt x="324690" y="369106"/>
                  </a:lnTo>
                  <a:lnTo>
                    <a:pt x="324788" y="364497"/>
                  </a:lnTo>
                  <a:lnTo>
                    <a:pt x="324717" y="359286"/>
                  </a:lnTo>
                  <a:lnTo>
                    <a:pt x="325031" y="354636"/>
                  </a:lnTo>
                  <a:lnTo>
                    <a:pt x="325314" y="353341"/>
                  </a:lnTo>
                  <a:lnTo>
                    <a:pt x="326314" y="345898"/>
                  </a:lnTo>
                  <a:lnTo>
                    <a:pt x="328389" y="342604"/>
                  </a:lnTo>
                  <a:lnTo>
                    <a:pt x="331987" y="338711"/>
                  </a:lnTo>
                  <a:lnTo>
                    <a:pt x="332814" y="338062"/>
                  </a:lnTo>
                  <a:lnTo>
                    <a:pt x="344283" y="333940"/>
                  </a:lnTo>
                  <a:lnTo>
                    <a:pt x="345892" y="332934"/>
                  </a:lnTo>
                  <a:lnTo>
                    <a:pt x="347864" y="330259"/>
                  </a:lnTo>
                  <a:lnTo>
                    <a:pt x="349304" y="329352"/>
                  </a:lnTo>
                  <a:lnTo>
                    <a:pt x="351933" y="329425"/>
                  </a:lnTo>
                  <a:lnTo>
                    <a:pt x="352740" y="329069"/>
                  </a:lnTo>
                  <a:lnTo>
                    <a:pt x="352899" y="328699"/>
                  </a:lnTo>
                  <a:lnTo>
                    <a:pt x="352903" y="328343"/>
                  </a:lnTo>
                  <a:lnTo>
                    <a:pt x="353388" y="327978"/>
                  </a:lnTo>
                  <a:lnTo>
                    <a:pt x="354909" y="328327"/>
                  </a:lnTo>
                  <a:lnTo>
                    <a:pt x="357750" y="329939"/>
                  </a:lnTo>
                  <a:lnTo>
                    <a:pt x="358784" y="330343"/>
                  </a:lnTo>
                  <a:lnTo>
                    <a:pt x="361324" y="332216"/>
                  </a:lnTo>
                  <a:lnTo>
                    <a:pt x="364122" y="332969"/>
                  </a:lnTo>
                  <a:lnTo>
                    <a:pt x="364523" y="332643"/>
                  </a:lnTo>
                  <a:lnTo>
                    <a:pt x="364893" y="332073"/>
                  </a:lnTo>
                  <a:lnTo>
                    <a:pt x="365177" y="330982"/>
                  </a:lnTo>
                  <a:lnTo>
                    <a:pt x="364885" y="330030"/>
                  </a:lnTo>
                  <a:lnTo>
                    <a:pt x="364613" y="330103"/>
                  </a:lnTo>
                  <a:lnTo>
                    <a:pt x="364139" y="330616"/>
                  </a:lnTo>
                  <a:lnTo>
                    <a:pt x="363575" y="330665"/>
                  </a:lnTo>
                  <a:lnTo>
                    <a:pt x="362467" y="329881"/>
                  </a:lnTo>
                  <a:lnTo>
                    <a:pt x="362688" y="329223"/>
                  </a:lnTo>
                  <a:lnTo>
                    <a:pt x="363819" y="329285"/>
                  </a:lnTo>
                  <a:lnTo>
                    <a:pt x="364541" y="328966"/>
                  </a:lnTo>
                  <a:lnTo>
                    <a:pt x="365614" y="327812"/>
                  </a:lnTo>
                  <a:lnTo>
                    <a:pt x="366756" y="328676"/>
                  </a:lnTo>
                  <a:lnTo>
                    <a:pt x="368255" y="332500"/>
                  </a:lnTo>
                  <a:lnTo>
                    <a:pt x="369323" y="333716"/>
                  </a:lnTo>
                  <a:lnTo>
                    <a:pt x="369409" y="339255"/>
                  </a:lnTo>
                  <a:lnTo>
                    <a:pt x="369570" y="340265"/>
                  </a:lnTo>
                  <a:lnTo>
                    <a:pt x="369961" y="341728"/>
                  </a:lnTo>
                  <a:lnTo>
                    <a:pt x="369427" y="346022"/>
                  </a:lnTo>
                  <a:lnTo>
                    <a:pt x="368828" y="349573"/>
                  </a:lnTo>
                  <a:lnTo>
                    <a:pt x="368079" y="352486"/>
                  </a:lnTo>
                  <a:lnTo>
                    <a:pt x="366453" y="357073"/>
                  </a:lnTo>
                  <a:lnTo>
                    <a:pt x="364483" y="360736"/>
                  </a:lnTo>
                  <a:lnTo>
                    <a:pt x="362044" y="368888"/>
                  </a:lnTo>
                  <a:lnTo>
                    <a:pt x="361486" y="372707"/>
                  </a:lnTo>
                  <a:lnTo>
                    <a:pt x="361502" y="375769"/>
                  </a:lnTo>
                  <a:lnTo>
                    <a:pt x="361915" y="378725"/>
                  </a:lnTo>
                  <a:lnTo>
                    <a:pt x="361796" y="379817"/>
                  </a:lnTo>
                  <a:lnTo>
                    <a:pt x="361497" y="380921"/>
                  </a:lnTo>
                  <a:lnTo>
                    <a:pt x="361002" y="380823"/>
                  </a:lnTo>
                  <a:lnTo>
                    <a:pt x="360040" y="382241"/>
                  </a:lnTo>
                  <a:lnTo>
                    <a:pt x="358798" y="386448"/>
                  </a:lnTo>
                  <a:lnTo>
                    <a:pt x="358769" y="387731"/>
                  </a:lnTo>
                  <a:lnTo>
                    <a:pt x="359315" y="388907"/>
                  </a:lnTo>
                  <a:lnTo>
                    <a:pt x="360022" y="388343"/>
                  </a:lnTo>
                  <a:lnTo>
                    <a:pt x="360944" y="388292"/>
                  </a:lnTo>
                  <a:lnTo>
                    <a:pt x="361459" y="387945"/>
                  </a:lnTo>
                  <a:lnTo>
                    <a:pt x="362003" y="388037"/>
                  </a:lnTo>
                  <a:lnTo>
                    <a:pt x="361881" y="390449"/>
                  </a:lnTo>
                  <a:lnTo>
                    <a:pt x="361297" y="392162"/>
                  </a:lnTo>
                  <a:lnTo>
                    <a:pt x="360929" y="392699"/>
                  </a:lnTo>
                  <a:lnTo>
                    <a:pt x="360269" y="392990"/>
                  </a:lnTo>
                  <a:lnTo>
                    <a:pt x="359531" y="393966"/>
                  </a:lnTo>
                  <a:lnTo>
                    <a:pt x="359152" y="394863"/>
                  </a:lnTo>
                  <a:lnTo>
                    <a:pt x="359187" y="397655"/>
                  </a:lnTo>
                  <a:lnTo>
                    <a:pt x="359598" y="397873"/>
                  </a:lnTo>
                  <a:lnTo>
                    <a:pt x="360467" y="395791"/>
                  </a:lnTo>
                  <a:lnTo>
                    <a:pt x="360970" y="395893"/>
                  </a:lnTo>
                  <a:lnTo>
                    <a:pt x="361073" y="396770"/>
                  </a:lnTo>
                  <a:lnTo>
                    <a:pt x="359945" y="403904"/>
                  </a:lnTo>
                  <a:lnTo>
                    <a:pt x="359221" y="411228"/>
                  </a:lnTo>
                  <a:lnTo>
                    <a:pt x="358239" y="415468"/>
                  </a:lnTo>
                  <a:lnTo>
                    <a:pt x="357895" y="421640"/>
                  </a:lnTo>
                  <a:lnTo>
                    <a:pt x="357380" y="424272"/>
                  </a:lnTo>
                  <a:lnTo>
                    <a:pt x="356781" y="426875"/>
                  </a:lnTo>
                  <a:lnTo>
                    <a:pt x="356430" y="426731"/>
                  </a:lnTo>
                  <a:lnTo>
                    <a:pt x="355484" y="421796"/>
                  </a:lnTo>
                  <a:lnTo>
                    <a:pt x="354516" y="420525"/>
                  </a:lnTo>
                  <a:lnTo>
                    <a:pt x="354304" y="419326"/>
                  </a:lnTo>
                  <a:lnTo>
                    <a:pt x="354856" y="413346"/>
                  </a:lnTo>
                  <a:lnTo>
                    <a:pt x="354605" y="410034"/>
                  </a:lnTo>
                  <a:lnTo>
                    <a:pt x="354093" y="410166"/>
                  </a:lnTo>
                  <a:lnTo>
                    <a:pt x="353447" y="411981"/>
                  </a:lnTo>
                  <a:lnTo>
                    <a:pt x="352594" y="413558"/>
                  </a:lnTo>
                  <a:lnTo>
                    <a:pt x="352612" y="415834"/>
                  </a:lnTo>
                  <a:lnTo>
                    <a:pt x="351632" y="419619"/>
                  </a:lnTo>
                  <a:lnTo>
                    <a:pt x="351389" y="420864"/>
                  </a:lnTo>
                  <a:lnTo>
                    <a:pt x="350453" y="420571"/>
                  </a:lnTo>
                  <a:lnTo>
                    <a:pt x="349370" y="420736"/>
                  </a:lnTo>
                  <a:lnTo>
                    <a:pt x="348618" y="421648"/>
                  </a:lnTo>
                  <a:lnTo>
                    <a:pt x="347848" y="426239"/>
                  </a:lnTo>
                  <a:lnTo>
                    <a:pt x="345930" y="432707"/>
                  </a:lnTo>
                  <a:lnTo>
                    <a:pt x="345165" y="435842"/>
                  </a:lnTo>
                  <a:lnTo>
                    <a:pt x="344543" y="436927"/>
                  </a:lnTo>
                  <a:lnTo>
                    <a:pt x="344050" y="437348"/>
                  </a:lnTo>
                  <a:lnTo>
                    <a:pt x="343504" y="436607"/>
                  </a:lnTo>
                  <a:lnTo>
                    <a:pt x="342190" y="434832"/>
                  </a:lnTo>
                  <a:lnTo>
                    <a:pt x="341177" y="435686"/>
                  </a:lnTo>
                  <a:lnTo>
                    <a:pt x="340826" y="437721"/>
                  </a:lnTo>
                  <a:lnTo>
                    <a:pt x="340837" y="440295"/>
                  </a:lnTo>
                  <a:lnTo>
                    <a:pt x="338277" y="440290"/>
                  </a:lnTo>
                  <a:lnTo>
                    <a:pt x="333923" y="440280"/>
                  </a:lnTo>
                  <a:lnTo>
                    <a:pt x="328380" y="440269"/>
                  </a:lnTo>
                  <a:lnTo>
                    <a:pt x="323037" y="440257"/>
                  </a:lnTo>
                  <a:lnTo>
                    <a:pt x="318563" y="440249"/>
                  </a:lnTo>
                  <a:lnTo>
                    <a:pt x="318547" y="446030"/>
                  </a:lnTo>
                  <a:lnTo>
                    <a:pt x="318533" y="451151"/>
                  </a:lnTo>
                  <a:lnTo>
                    <a:pt x="318516" y="456913"/>
                  </a:lnTo>
                  <a:lnTo>
                    <a:pt x="316048" y="456864"/>
                  </a:lnTo>
                  <a:lnTo>
                    <a:pt x="313438" y="456812"/>
                  </a:lnTo>
                  <a:lnTo>
                    <a:pt x="313649" y="457386"/>
                  </a:lnTo>
                  <a:lnTo>
                    <a:pt x="314540" y="458469"/>
                  </a:lnTo>
                  <a:lnTo>
                    <a:pt x="315698" y="461056"/>
                  </a:lnTo>
                  <a:lnTo>
                    <a:pt x="317067" y="465077"/>
                  </a:lnTo>
                  <a:lnTo>
                    <a:pt x="318725" y="468278"/>
                  </a:lnTo>
                  <a:lnTo>
                    <a:pt x="320673" y="470663"/>
                  </a:lnTo>
                  <a:lnTo>
                    <a:pt x="321956" y="472998"/>
                  </a:lnTo>
                  <a:lnTo>
                    <a:pt x="322575" y="475279"/>
                  </a:lnTo>
                  <a:lnTo>
                    <a:pt x="322886" y="477222"/>
                  </a:lnTo>
                  <a:lnTo>
                    <a:pt x="322890" y="478830"/>
                  </a:lnTo>
                  <a:lnTo>
                    <a:pt x="323600" y="480098"/>
                  </a:lnTo>
                  <a:lnTo>
                    <a:pt x="324876" y="480933"/>
                  </a:lnTo>
                  <a:lnTo>
                    <a:pt x="325536" y="482367"/>
                  </a:lnTo>
                  <a:lnTo>
                    <a:pt x="325536" y="483540"/>
                  </a:lnTo>
                  <a:lnTo>
                    <a:pt x="325132" y="486198"/>
                  </a:lnTo>
                  <a:lnTo>
                    <a:pt x="325013" y="489124"/>
                  </a:lnTo>
                  <a:lnTo>
                    <a:pt x="325168" y="491773"/>
                  </a:lnTo>
                  <a:lnTo>
                    <a:pt x="324256" y="491818"/>
                  </a:lnTo>
                  <a:lnTo>
                    <a:pt x="322047" y="491822"/>
                  </a:lnTo>
                  <a:lnTo>
                    <a:pt x="318679" y="491830"/>
                  </a:lnTo>
                  <a:lnTo>
                    <a:pt x="315581" y="491834"/>
                  </a:lnTo>
                  <a:lnTo>
                    <a:pt x="313141" y="491840"/>
                  </a:lnTo>
                  <a:lnTo>
                    <a:pt x="309454" y="491848"/>
                  </a:lnTo>
                  <a:lnTo>
                    <a:pt x="308444" y="495920"/>
                  </a:lnTo>
                  <a:lnTo>
                    <a:pt x="306764" y="502691"/>
                  </a:lnTo>
                  <a:lnTo>
                    <a:pt x="305242" y="508827"/>
                  </a:lnTo>
                  <a:lnTo>
                    <a:pt x="303962" y="513988"/>
                  </a:lnTo>
                  <a:lnTo>
                    <a:pt x="303754" y="515345"/>
                  </a:lnTo>
                  <a:lnTo>
                    <a:pt x="303753" y="516447"/>
                  </a:lnTo>
                  <a:lnTo>
                    <a:pt x="305332" y="521278"/>
                  </a:lnTo>
                  <a:lnTo>
                    <a:pt x="305040" y="522680"/>
                  </a:lnTo>
                  <a:lnTo>
                    <a:pt x="304485" y="523413"/>
                  </a:lnTo>
                  <a:lnTo>
                    <a:pt x="304311" y="524547"/>
                  </a:lnTo>
                  <a:lnTo>
                    <a:pt x="304346" y="526387"/>
                  </a:lnTo>
                  <a:lnTo>
                    <a:pt x="303972" y="528838"/>
                  </a:lnTo>
                  <a:lnTo>
                    <a:pt x="304093" y="530523"/>
                  </a:lnTo>
                  <a:lnTo>
                    <a:pt x="304294" y="532601"/>
                  </a:lnTo>
                  <a:lnTo>
                    <a:pt x="303963" y="534402"/>
                  </a:lnTo>
                  <a:lnTo>
                    <a:pt x="303696" y="536147"/>
                  </a:lnTo>
                  <a:lnTo>
                    <a:pt x="303377" y="536903"/>
                  </a:lnTo>
                  <a:lnTo>
                    <a:pt x="303019" y="536243"/>
                  </a:lnTo>
                  <a:lnTo>
                    <a:pt x="299772" y="528209"/>
                  </a:lnTo>
                  <a:lnTo>
                    <a:pt x="296385" y="519376"/>
                  </a:lnTo>
                  <a:lnTo>
                    <a:pt x="295050" y="516493"/>
                  </a:lnTo>
                  <a:lnTo>
                    <a:pt x="293758" y="514303"/>
                  </a:lnTo>
                  <a:lnTo>
                    <a:pt x="292022" y="510231"/>
                  </a:lnTo>
                  <a:lnTo>
                    <a:pt x="287461" y="501297"/>
                  </a:lnTo>
                  <a:lnTo>
                    <a:pt x="285106" y="497217"/>
                  </a:lnTo>
                  <a:lnTo>
                    <a:pt x="282892" y="492339"/>
                  </a:lnTo>
                  <a:lnTo>
                    <a:pt x="280907" y="489629"/>
                  </a:lnTo>
                  <a:lnTo>
                    <a:pt x="278945" y="487862"/>
                  </a:lnTo>
                  <a:lnTo>
                    <a:pt x="278075" y="486849"/>
                  </a:lnTo>
                  <a:lnTo>
                    <a:pt x="277309" y="485507"/>
                  </a:lnTo>
                  <a:lnTo>
                    <a:pt x="276884" y="485431"/>
                  </a:lnTo>
                  <a:lnTo>
                    <a:pt x="276672" y="487236"/>
                  </a:lnTo>
                  <a:lnTo>
                    <a:pt x="277357" y="488147"/>
                  </a:lnTo>
                  <a:lnTo>
                    <a:pt x="278178" y="488918"/>
                  </a:lnTo>
                  <a:lnTo>
                    <a:pt x="278828" y="488971"/>
                  </a:lnTo>
                  <a:lnTo>
                    <a:pt x="279512" y="489619"/>
                  </a:lnTo>
                  <a:lnTo>
                    <a:pt x="281524" y="492088"/>
                  </a:lnTo>
                  <a:lnTo>
                    <a:pt x="281853" y="493362"/>
                  </a:lnTo>
                  <a:lnTo>
                    <a:pt x="276132" y="488409"/>
                  </a:lnTo>
                  <a:lnTo>
                    <a:pt x="273807" y="487955"/>
                  </a:lnTo>
                  <a:lnTo>
                    <a:pt x="273554" y="487178"/>
                  </a:lnTo>
                  <a:lnTo>
                    <a:pt x="274714" y="484589"/>
                  </a:lnTo>
                  <a:lnTo>
                    <a:pt x="274351" y="483652"/>
                  </a:lnTo>
                  <a:lnTo>
                    <a:pt x="273938" y="483526"/>
                  </a:lnTo>
                  <a:lnTo>
                    <a:pt x="272694" y="485317"/>
                  </a:lnTo>
                  <a:lnTo>
                    <a:pt x="272231" y="485436"/>
                  </a:lnTo>
                  <a:lnTo>
                    <a:pt x="272150" y="484258"/>
                  </a:lnTo>
                  <a:lnTo>
                    <a:pt x="272205" y="483148"/>
                  </a:lnTo>
                  <a:lnTo>
                    <a:pt x="271404" y="481519"/>
                  </a:lnTo>
                  <a:lnTo>
                    <a:pt x="270895" y="481585"/>
                  </a:lnTo>
                  <a:lnTo>
                    <a:pt x="270477" y="482720"/>
                  </a:lnTo>
                  <a:lnTo>
                    <a:pt x="269395" y="484872"/>
                  </a:lnTo>
                  <a:lnTo>
                    <a:pt x="269428" y="485718"/>
                  </a:lnTo>
                  <a:lnTo>
                    <a:pt x="271558" y="486635"/>
                  </a:lnTo>
                  <a:lnTo>
                    <a:pt x="272292" y="487152"/>
                  </a:lnTo>
                  <a:lnTo>
                    <a:pt x="272126" y="487726"/>
                  </a:lnTo>
                  <a:lnTo>
                    <a:pt x="270299" y="487716"/>
                  </a:lnTo>
                  <a:lnTo>
                    <a:pt x="268044" y="488693"/>
                  </a:lnTo>
                  <a:lnTo>
                    <a:pt x="264022" y="494669"/>
                  </a:lnTo>
                  <a:lnTo>
                    <a:pt x="260276" y="497237"/>
                  </a:lnTo>
                  <a:lnTo>
                    <a:pt x="254891" y="502991"/>
                  </a:lnTo>
                  <a:lnTo>
                    <a:pt x="252514" y="503286"/>
                  </a:lnTo>
                  <a:lnTo>
                    <a:pt x="251269" y="504208"/>
                  </a:lnTo>
                  <a:lnTo>
                    <a:pt x="247648" y="502006"/>
                  </a:lnTo>
                  <a:lnTo>
                    <a:pt x="243057" y="496602"/>
                  </a:lnTo>
                  <a:lnTo>
                    <a:pt x="236108" y="494901"/>
                  </a:lnTo>
                  <a:lnTo>
                    <a:pt x="231426" y="487826"/>
                  </a:lnTo>
                  <a:lnTo>
                    <a:pt x="226779" y="484914"/>
                  </a:lnTo>
                  <a:lnTo>
                    <a:pt x="223831" y="478120"/>
                  </a:lnTo>
                  <a:lnTo>
                    <a:pt x="222054" y="477830"/>
                  </a:lnTo>
                  <a:lnTo>
                    <a:pt x="220913" y="476740"/>
                  </a:lnTo>
                  <a:lnTo>
                    <a:pt x="216691" y="474279"/>
                  </a:lnTo>
                  <a:lnTo>
                    <a:pt x="212515" y="472657"/>
                  </a:lnTo>
                  <a:lnTo>
                    <a:pt x="208447" y="466721"/>
                  </a:lnTo>
                  <a:lnTo>
                    <a:pt x="205784" y="464840"/>
                  </a:lnTo>
                  <a:lnTo>
                    <a:pt x="203482" y="462480"/>
                  </a:lnTo>
                  <a:lnTo>
                    <a:pt x="198413" y="458448"/>
                  </a:lnTo>
                  <a:lnTo>
                    <a:pt x="196534" y="456213"/>
                  </a:lnTo>
                  <a:lnTo>
                    <a:pt x="194756" y="452756"/>
                  </a:lnTo>
                  <a:lnTo>
                    <a:pt x="191860" y="449178"/>
                  </a:lnTo>
                  <a:lnTo>
                    <a:pt x="190622" y="446190"/>
                  </a:lnTo>
                  <a:lnTo>
                    <a:pt x="189242" y="445120"/>
                  </a:lnTo>
                  <a:lnTo>
                    <a:pt x="187267" y="439492"/>
                  </a:lnTo>
                  <a:lnTo>
                    <a:pt x="186235" y="437120"/>
                  </a:lnTo>
                  <a:lnTo>
                    <a:pt x="185362" y="436012"/>
                  </a:lnTo>
                  <a:lnTo>
                    <a:pt x="184426" y="435630"/>
                  </a:lnTo>
                  <a:lnTo>
                    <a:pt x="181731" y="436082"/>
                  </a:lnTo>
                  <a:lnTo>
                    <a:pt x="177705" y="433600"/>
                  </a:lnTo>
                  <a:lnTo>
                    <a:pt x="175845" y="432967"/>
                  </a:lnTo>
                  <a:lnTo>
                    <a:pt x="171958" y="429302"/>
                  </a:lnTo>
                  <a:lnTo>
                    <a:pt x="166802" y="425209"/>
                  </a:lnTo>
                  <a:lnTo>
                    <a:pt x="165112" y="420511"/>
                  </a:lnTo>
                  <a:lnTo>
                    <a:pt x="163666" y="416120"/>
                  </a:lnTo>
                  <a:lnTo>
                    <a:pt x="161064" y="410343"/>
                  </a:lnTo>
                  <a:lnTo>
                    <a:pt x="159440" y="407880"/>
                  </a:lnTo>
                  <a:lnTo>
                    <a:pt x="156621" y="404950"/>
                  </a:lnTo>
                  <a:lnTo>
                    <a:pt x="155059" y="402579"/>
                  </a:lnTo>
                  <a:lnTo>
                    <a:pt x="152648" y="400757"/>
                  </a:lnTo>
                  <a:lnTo>
                    <a:pt x="148559" y="396133"/>
                  </a:lnTo>
                  <a:lnTo>
                    <a:pt x="147258" y="392176"/>
                  </a:lnTo>
                  <a:lnTo>
                    <a:pt x="146497" y="388662"/>
                  </a:lnTo>
                  <a:lnTo>
                    <a:pt x="144319" y="384398"/>
                  </a:lnTo>
                  <a:lnTo>
                    <a:pt x="141934" y="376432"/>
                  </a:lnTo>
                  <a:lnTo>
                    <a:pt x="141321" y="373498"/>
                  </a:lnTo>
                  <a:lnTo>
                    <a:pt x="140858" y="368993"/>
                  </a:lnTo>
                  <a:lnTo>
                    <a:pt x="140303" y="366379"/>
                  </a:lnTo>
                  <a:lnTo>
                    <a:pt x="139651" y="364331"/>
                  </a:lnTo>
                  <a:lnTo>
                    <a:pt x="139984" y="362842"/>
                  </a:lnTo>
                  <a:lnTo>
                    <a:pt x="141197" y="361011"/>
                  </a:lnTo>
                  <a:lnTo>
                    <a:pt x="143214" y="360600"/>
                  </a:lnTo>
                  <a:lnTo>
                    <a:pt x="144639" y="358615"/>
                  </a:lnTo>
                  <a:lnTo>
                    <a:pt x="144828" y="356986"/>
                  </a:lnTo>
                  <a:lnTo>
                    <a:pt x="144735" y="355972"/>
                  </a:lnTo>
                  <a:lnTo>
                    <a:pt x="143824" y="353476"/>
                  </a:lnTo>
                  <a:lnTo>
                    <a:pt x="142689" y="352813"/>
                  </a:lnTo>
                  <a:lnTo>
                    <a:pt x="141809" y="352777"/>
                  </a:lnTo>
                  <a:lnTo>
                    <a:pt x="141584" y="351828"/>
                  </a:lnTo>
                  <a:lnTo>
                    <a:pt x="142248" y="350792"/>
                  </a:lnTo>
                  <a:lnTo>
                    <a:pt x="143008" y="348359"/>
                  </a:lnTo>
                  <a:lnTo>
                    <a:pt x="144129" y="345391"/>
                  </a:lnTo>
                  <a:lnTo>
                    <a:pt x="144920" y="342654"/>
                  </a:lnTo>
                  <a:lnTo>
                    <a:pt x="145067" y="338798"/>
                  </a:lnTo>
                  <a:lnTo>
                    <a:pt x="144967" y="334935"/>
                  </a:lnTo>
                  <a:lnTo>
                    <a:pt x="145266" y="331673"/>
                  </a:lnTo>
                  <a:lnTo>
                    <a:pt x="142551" y="327907"/>
                  </a:lnTo>
                  <a:lnTo>
                    <a:pt x="142235" y="326306"/>
                  </a:lnTo>
                  <a:lnTo>
                    <a:pt x="141381" y="321992"/>
                  </a:lnTo>
                  <a:lnTo>
                    <a:pt x="139899" y="316979"/>
                  </a:lnTo>
                  <a:lnTo>
                    <a:pt x="139943" y="306968"/>
                  </a:lnTo>
                  <a:lnTo>
                    <a:pt x="138160" y="298086"/>
                  </a:lnTo>
                  <a:lnTo>
                    <a:pt x="136313" y="293668"/>
                  </a:lnTo>
                  <a:lnTo>
                    <a:pt x="135357" y="292130"/>
                  </a:lnTo>
                  <a:lnTo>
                    <a:pt x="132763" y="285278"/>
                  </a:lnTo>
                  <a:lnTo>
                    <a:pt x="130720" y="281298"/>
                  </a:lnTo>
                  <a:lnTo>
                    <a:pt x="128718" y="273797"/>
                  </a:lnTo>
                  <a:lnTo>
                    <a:pt x="126741" y="269033"/>
                  </a:lnTo>
                  <a:lnTo>
                    <a:pt x="124221" y="261038"/>
                  </a:lnTo>
                  <a:lnTo>
                    <a:pt x="122401" y="257053"/>
                  </a:lnTo>
                  <a:lnTo>
                    <a:pt x="114113" y="243584"/>
                  </a:lnTo>
                  <a:lnTo>
                    <a:pt x="114580" y="243584"/>
                  </a:lnTo>
                  <a:lnTo>
                    <a:pt x="117009" y="246890"/>
                  </a:lnTo>
                  <a:lnTo>
                    <a:pt x="117418" y="246614"/>
                  </a:lnTo>
                  <a:lnTo>
                    <a:pt x="117477" y="245001"/>
                  </a:lnTo>
                  <a:lnTo>
                    <a:pt x="117196" y="243075"/>
                  </a:lnTo>
                  <a:lnTo>
                    <a:pt x="116746" y="242613"/>
                  </a:lnTo>
                  <a:lnTo>
                    <a:pt x="116098" y="243046"/>
                  </a:lnTo>
                  <a:lnTo>
                    <a:pt x="115225" y="242649"/>
                  </a:lnTo>
                  <a:lnTo>
                    <a:pt x="114788" y="242015"/>
                  </a:lnTo>
                  <a:lnTo>
                    <a:pt x="113482" y="241602"/>
                  </a:lnTo>
                  <a:lnTo>
                    <a:pt x="111843" y="239360"/>
                  </a:lnTo>
                  <a:lnTo>
                    <a:pt x="111141" y="237035"/>
                  </a:lnTo>
                  <a:lnTo>
                    <a:pt x="111064" y="234381"/>
                  </a:lnTo>
                  <a:lnTo>
                    <a:pt x="108717" y="228725"/>
                  </a:lnTo>
                  <a:lnTo>
                    <a:pt x="107826" y="225571"/>
                  </a:lnTo>
                  <a:lnTo>
                    <a:pt x="108283" y="225803"/>
                  </a:lnTo>
                  <a:lnTo>
                    <a:pt x="108907" y="227074"/>
                  </a:lnTo>
                  <a:lnTo>
                    <a:pt x="109540" y="227436"/>
                  </a:lnTo>
                  <a:lnTo>
                    <a:pt x="110277" y="227446"/>
                  </a:lnTo>
                  <a:lnTo>
                    <a:pt x="110813" y="226936"/>
                  </a:lnTo>
                  <a:lnTo>
                    <a:pt x="110621" y="225999"/>
                  </a:lnTo>
                  <a:lnTo>
                    <a:pt x="110117" y="225217"/>
                  </a:lnTo>
                  <a:lnTo>
                    <a:pt x="106694" y="222238"/>
                  </a:lnTo>
                  <a:lnTo>
                    <a:pt x="105565" y="220146"/>
                  </a:lnTo>
                  <a:lnTo>
                    <a:pt x="102761" y="216666"/>
                  </a:lnTo>
                  <a:lnTo>
                    <a:pt x="102095" y="215445"/>
                  </a:lnTo>
                  <a:lnTo>
                    <a:pt x="101653" y="212082"/>
                  </a:lnTo>
                  <a:lnTo>
                    <a:pt x="100967" y="211926"/>
                  </a:lnTo>
                  <a:lnTo>
                    <a:pt x="100363" y="212864"/>
                  </a:lnTo>
                  <a:lnTo>
                    <a:pt x="98709" y="213783"/>
                  </a:lnTo>
                  <a:lnTo>
                    <a:pt x="98287" y="212712"/>
                  </a:lnTo>
                  <a:lnTo>
                    <a:pt x="98226" y="211682"/>
                  </a:lnTo>
                  <a:lnTo>
                    <a:pt x="99393" y="210591"/>
                  </a:lnTo>
                  <a:lnTo>
                    <a:pt x="100464" y="207413"/>
                  </a:lnTo>
                  <a:lnTo>
                    <a:pt x="100443" y="206308"/>
                  </a:lnTo>
                  <a:lnTo>
                    <a:pt x="99851" y="207583"/>
                  </a:lnTo>
                  <a:lnTo>
                    <a:pt x="98959" y="209010"/>
                  </a:lnTo>
                  <a:lnTo>
                    <a:pt x="98036" y="209806"/>
                  </a:lnTo>
                  <a:lnTo>
                    <a:pt x="96666" y="210472"/>
                  </a:lnTo>
                  <a:lnTo>
                    <a:pt x="95966" y="209991"/>
                  </a:lnTo>
                  <a:lnTo>
                    <a:pt x="95352" y="209271"/>
                  </a:lnTo>
                  <a:lnTo>
                    <a:pt x="94369" y="206494"/>
                  </a:lnTo>
                  <a:lnTo>
                    <a:pt x="93873" y="197469"/>
                  </a:lnTo>
                  <a:lnTo>
                    <a:pt x="94745" y="194339"/>
                  </a:lnTo>
                  <a:lnTo>
                    <a:pt x="95762" y="191247"/>
                  </a:lnTo>
                  <a:lnTo>
                    <a:pt x="96627" y="189412"/>
                  </a:lnTo>
                  <a:lnTo>
                    <a:pt x="97125" y="190797"/>
                  </a:lnTo>
                  <a:lnTo>
                    <a:pt x="97638" y="190963"/>
                  </a:lnTo>
                  <a:lnTo>
                    <a:pt x="97277" y="189398"/>
                  </a:lnTo>
                  <a:lnTo>
                    <a:pt x="96428" y="187933"/>
                  </a:lnTo>
                  <a:lnTo>
                    <a:pt x="96128" y="186473"/>
                  </a:lnTo>
                  <a:lnTo>
                    <a:pt x="96096" y="185136"/>
                  </a:lnTo>
                  <a:lnTo>
                    <a:pt x="95694" y="182655"/>
                  </a:lnTo>
                  <a:lnTo>
                    <a:pt x="93176" y="177441"/>
                  </a:lnTo>
                  <a:lnTo>
                    <a:pt x="90821" y="177841"/>
                  </a:lnTo>
                  <a:lnTo>
                    <a:pt x="89862" y="177660"/>
                  </a:lnTo>
                  <a:lnTo>
                    <a:pt x="88965" y="175675"/>
                  </a:lnTo>
                  <a:lnTo>
                    <a:pt x="88203" y="172328"/>
                  </a:lnTo>
                  <a:lnTo>
                    <a:pt x="87827" y="169527"/>
                  </a:lnTo>
                  <a:lnTo>
                    <a:pt x="87780" y="168035"/>
                  </a:lnTo>
                  <a:lnTo>
                    <a:pt x="87556" y="166538"/>
                  </a:lnTo>
                  <a:lnTo>
                    <a:pt x="83496" y="164089"/>
                  </a:lnTo>
                  <a:lnTo>
                    <a:pt x="82275" y="161988"/>
                  </a:lnTo>
                  <a:lnTo>
                    <a:pt x="81051" y="159348"/>
                  </a:lnTo>
                  <a:lnTo>
                    <a:pt x="80544" y="157192"/>
                  </a:lnTo>
                  <a:lnTo>
                    <a:pt x="80041" y="155581"/>
                  </a:lnTo>
                  <a:lnTo>
                    <a:pt x="79650" y="152797"/>
                  </a:lnTo>
                  <a:lnTo>
                    <a:pt x="79372" y="149560"/>
                  </a:lnTo>
                  <a:lnTo>
                    <a:pt x="79826" y="145371"/>
                  </a:lnTo>
                  <a:lnTo>
                    <a:pt x="80416" y="143346"/>
                  </a:lnTo>
                  <a:lnTo>
                    <a:pt x="77623" y="141839"/>
                  </a:lnTo>
                  <a:lnTo>
                    <a:pt x="76531" y="141769"/>
                  </a:lnTo>
                  <a:lnTo>
                    <a:pt x="75651" y="142617"/>
                  </a:lnTo>
                  <a:lnTo>
                    <a:pt x="74856" y="141520"/>
                  </a:lnTo>
                  <a:lnTo>
                    <a:pt x="73207" y="140308"/>
                  </a:lnTo>
                  <a:lnTo>
                    <a:pt x="71244" y="135928"/>
                  </a:lnTo>
                  <a:lnTo>
                    <a:pt x="68938" y="127987"/>
                  </a:lnTo>
                  <a:lnTo>
                    <a:pt x="66398" y="125429"/>
                  </a:lnTo>
                  <a:lnTo>
                    <a:pt x="65580" y="122668"/>
                  </a:lnTo>
                  <a:lnTo>
                    <a:pt x="64541" y="120181"/>
                  </a:lnTo>
                  <a:lnTo>
                    <a:pt x="63632" y="117098"/>
                  </a:lnTo>
                  <a:lnTo>
                    <a:pt x="63491" y="115756"/>
                  </a:lnTo>
                  <a:lnTo>
                    <a:pt x="63220" y="115009"/>
                  </a:lnTo>
                  <a:lnTo>
                    <a:pt x="61952" y="112860"/>
                  </a:lnTo>
                  <a:lnTo>
                    <a:pt x="60527" y="109226"/>
                  </a:lnTo>
                  <a:lnTo>
                    <a:pt x="60159" y="106298"/>
                  </a:lnTo>
                  <a:lnTo>
                    <a:pt x="59775" y="101821"/>
                  </a:lnTo>
                  <a:lnTo>
                    <a:pt x="58826" y="100243"/>
                  </a:lnTo>
                  <a:lnTo>
                    <a:pt x="57890" y="99510"/>
                  </a:lnTo>
                  <a:lnTo>
                    <a:pt x="57707" y="97382"/>
                  </a:lnTo>
                  <a:lnTo>
                    <a:pt x="57762" y="96188"/>
                  </a:lnTo>
                  <a:lnTo>
                    <a:pt x="57447" y="93933"/>
                  </a:lnTo>
                  <a:lnTo>
                    <a:pt x="55517" y="88523"/>
                  </a:lnTo>
                  <a:lnTo>
                    <a:pt x="54539" y="84074"/>
                  </a:lnTo>
                  <a:lnTo>
                    <a:pt x="54002" y="82692"/>
                  </a:lnTo>
                  <a:lnTo>
                    <a:pt x="53500" y="80665"/>
                  </a:lnTo>
                  <a:lnTo>
                    <a:pt x="53246" y="76521"/>
                  </a:lnTo>
                  <a:lnTo>
                    <a:pt x="52447" y="71366"/>
                  </a:lnTo>
                  <a:lnTo>
                    <a:pt x="50900" y="65165"/>
                  </a:lnTo>
                  <a:lnTo>
                    <a:pt x="49609" y="60998"/>
                  </a:lnTo>
                  <a:lnTo>
                    <a:pt x="48966" y="56793"/>
                  </a:lnTo>
                  <a:lnTo>
                    <a:pt x="49251" y="52515"/>
                  </a:lnTo>
                  <a:lnTo>
                    <a:pt x="49032" y="49882"/>
                  </a:lnTo>
                  <a:lnTo>
                    <a:pt x="48866" y="49265"/>
                  </a:lnTo>
                  <a:lnTo>
                    <a:pt x="48996" y="48402"/>
                  </a:lnTo>
                  <a:lnTo>
                    <a:pt x="49424" y="48887"/>
                  </a:lnTo>
                  <a:lnTo>
                    <a:pt x="49789" y="48115"/>
                  </a:lnTo>
                  <a:lnTo>
                    <a:pt x="49742" y="45389"/>
                  </a:lnTo>
                  <a:lnTo>
                    <a:pt x="49292" y="44564"/>
                  </a:lnTo>
                  <a:lnTo>
                    <a:pt x="48043" y="43711"/>
                  </a:lnTo>
                  <a:lnTo>
                    <a:pt x="47491" y="43123"/>
                  </a:lnTo>
                  <a:lnTo>
                    <a:pt x="44452" y="42010"/>
                  </a:lnTo>
                  <a:lnTo>
                    <a:pt x="42713" y="40465"/>
                  </a:lnTo>
                  <a:lnTo>
                    <a:pt x="42597" y="36868"/>
                  </a:lnTo>
                  <a:lnTo>
                    <a:pt x="41781" y="35222"/>
                  </a:lnTo>
                  <a:lnTo>
                    <a:pt x="41056" y="34205"/>
                  </a:lnTo>
                  <a:lnTo>
                    <a:pt x="38761" y="32089"/>
                  </a:lnTo>
                  <a:lnTo>
                    <a:pt x="38399" y="33171"/>
                  </a:lnTo>
                  <a:lnTo>
                    <a:pt x="38092" y="35168"/>
                  </a:lnTo>
                  <a:lnTo>
                    <a:pt x="37138" y="35606"/>
                  </a:lnTo>
                  <a:lnTo>
                    <a:pt x="36305" y="35694"/>
                  </a:lnTo>
                  <a:lnTo>
                    <a:pt x="34906" y="34303"/>
                  </a:lnTo>
                  <a:lnTo>
                    <a:pt x="31438" y="29010"/>
                  </a:lnTo>
                  <a:lnTo>
                    <a:pt x="30705" y="28162"/>
                  </a:lnTo>
                  <a:lnTo>
                    <a:pt x="29623" y="27713"/>
                  </a:lnTo>
                  <a:lnTo>
                    <a:pt x="29090" y="26855"/>
                  </a:lnTo>
                  <a:lnTo>
                    <a:pt x="26747" y="24070"/>
                  </a:lnTo>
                  <a:lnTo>
                    <a:pt x="27216" y="25551"/>
                  </a:lnTo>
                  <a:lnTo>
                    <a:pt x="27893" y="27090"/>
                  </a:lnTo>
                  <a:lnTo>
                    <a:pt x="28498" y="31564"/>
                  </a:lnTo>
                  <a:lnTo>
                    <a:pt x="27788" y="34790"/>
                  </a:lnTo>
                  <a:lnTo>
                    <a:pt x="27377" y="46065"/>
                  </a:lnTo>
                  <a:lnTo>
                    <a:pt x="27830" y="48308"/>
                  </a:lnTo>
                  <a:lnTo>
                    <a:pt x="28850" y="51905"/>
                  </a:lnTo>
                  <a:lnTo>
                    <a:pt x="29552" y="57624"/>
                  </a:lnTo>
                  <a:lnTo>
                    <a:pt x="29771" y="61879"/>
                  </a:lnTo>
                  <a:lnTo>
                    <a:pt x="30406" y="65257"/>
                  </a:lnTo>
                  <a:lnTo>
                    <a:pt x="30206" y="73198"/>
                  </a:lnTo>
                  <a:lnTo>
                    <a:pt x="30447" y="75616"/>
                  </a:lnTo>
                  <a:lnTo>
                    <a:pt x="31416" y="79577"/>
                  </a:lnTo>
                  <a:lnTo>
                    <a:pt x="33208" y="83294"/>
                  </a:lnTo>
                  <a:lnTo>
                    <a:pt x="33583" y="85252"/>
                  </a:lnTo>
                  <a:lnTo>
                    <a:pt x="35941" y="88085"/>
                  </a:lnTo>
                  <a:lnTo>
                    <a:pt x="37370" y="91773"/>
                  </a:lnTo>
                  <a:lnTo>
                    <a:pt x="40209" y="96799"/>
                  </a:lnTo>
                  <a:lnTo>
                    <a:pt x="41105" y="98925"/>
                  </a:lnTo>
                  <a:lnTo>
                    <a:pt x="43666" y="106763"/>
                  </a:lnTo>
                  <a:lnTo>
                    <a:pt x="43749" y="109093"/>
                  </a:lnTo>
                  <a:lnTo>
                    <a:pt x="44222" y="111950"/>
                  </a:lnTo>
                  <a:lnTo>
                    <a:pt x="45658" y="111360"/>
                  </a:lnTo>
                  <a:lnTo>
                    <a:pt x="46303" y="113535"/>
                  </a:lnTo>
                  <a:lnTo>
                    <a:pt x="46229" y="114540"/>
                  </a:lnTo>
                  <a:lnTo>
                    <a:pt x="46403" y="115306"/>
                  </a:lnTo>
                  <a:lnTo>
                    <a:pt x="47157" y="115137"/>
                  </a:lnTo>
                  <a:lnTo>
                    <a:pt x="47806" y="115730"/>
                  </a:lnTo>
                  <a:lnTo>
                    <a:pt x="49170" y="124211"/>
                  </a:lnTo>
                  <a:lnTo>
                    <a:pt x="49902" y="125368"/>
                  </a:lnTo>
                  <a:lnTo>
                    <a:pt x="50840" y="125863"/>
                  </a:lnTo>
                  <a:lnTo>
                    <a:pt x="51886" y="126798"/>
                  </a:lnTo>
                  <a:lnTo>
                    <a:pt x="51954" y="128972"/>
                  </a:lnTo>
                  <a:lnTo>
                    <a:pt x="51915" y="130705"/>
                  </a:lnTo>
                  <a:lnTo>
                    <a:pt x="52801" y="133213"/>
                  </a:lnTo>
                  <a:lnTo>
                    <a:pt x="52651" y="136609"/>
                  </a:lnTo>
                  <a:lnTo>
                    <a:pt x="53367" y="139485"/>
                  </a:lnTo>
                  <a:lnTo>
                    <a:pt x="53259" y="142269"/>
                  </a:lnTo>
                  <a:lnTo>
                    <a:pt x="53553" y="144475"/>
                  </a:lnTo>
                  <a:lnTo>
                    <a:pt x="55764" y="149454"/>
                  </a:lnTo>
                  <a:lnTo>
                    <a:pt x="58487" y="153415"/>
                  </a:lnTo>
                  <a:lnTo>
                    <a:pt x="59055" y="158615"/>
                  </a:lnTo>
                  <a:lnTo>
                    <a:pt x="60166" y="163366"/>
                  </a:lnTo>
                  <a:lnTo>
                    <a:pt x="61303" y="164570"/>
                  </a:lnTo>
                  <a:lnTo>
                    <a:pt x="62451" y="166545"/>
                  </a:lnTo>
                  <a:lnTo>
                    <a:pt x="62309" y="168595"/>
                  </a:lnTo>
                  <a:lnTo>
                    <a:pt x="62388" y="169855"/>
                  </a:lnTo>
                  <a:lnTo>
                    <a:pt x="63923" y="173604"/>
                  </a:lnTo>
                  <a:lnTo>
                    <a:pt x="64173" y="178382"/>
                  </a:lnTo>
                  <a:lnTo>
                    <a:pt x="65497" y="181508"/>
                  </a:lnTo>
                  <a:lnTo>
                    <a:pt x="65870" y="181754"/>
                  </a:lnTo>
                  <a:lnTo>
                    <a:pt x="66162" y="181264"/>
                  </a:lnTo>
                  <a:lnTo>
                    <a:pt x="65198" y="178123"/>
                  </a:lnTo>
                  <a:lnTo>
                    <a:pt x="64731" y="176085"/>
                  </a:lnTo>
                  <a:lnTo>
                    <a:pt x="64671" y="172869"/>
                  </a:lnTo>
                  <a:lnTo>
                    <a:pt x="64994" y="172437"/>
                  </a:lnTo>
                  <a:lnTo>
                    <a:pt x="67743" y="177522"/>
                  </a:lnTo>
                  <a:lnTo>
                    <a:pt x="68033" y="181316"/>
                  </a:lnTo>
                  <a:lnTo>
                    <a:pt x="68956" y="183460"/>
                  </a:lnTo>
                  <a:lnTo>
                    <a:pt x="69025" y="186362"/>
                  </a:lnTo>
                  <a:lnTo>
                    <a:pt x="69586" y="188090"/>
                  </a:lnTo>
                  <a:lnTo>
                    <a:pt x="69755" y="190600"/>
                  </a:lnTo>
                  <a:lnTo>
                    <a:pt x="70638" y="194725"/>
                  </a:lnTo>
                  <a:lnTo>
                    <a:pt x="70660" y="200460"/>
                  </a:lnTo>
                  <a:lnTo>
                    <a:pt x="71132" y="204643"/>
                  </a:lnTo>
                  <a:lnTo>
                    <a:pt x="72863" y="211060"/>
                  </a:lnTo>
                  <a:lnTo>
                    <a:pt x="74267" y="212409"/>
                  </a:lnTo>
                  <a:lnTo>
                    <a:pt x="74520" y="215560"/>
                  </a:lnTo>
                  <a:lnTo>
                    <a:pt x="75979" y="223718"/>
                  </a:lnTo>
                  <a:lnTo>
                    <a:pt x="77664" y="228140"/>
                  </a:lnTo>
                  <a:lnTo>
                    <a:pt x="78504" y="231890"/>
                  </a:lnTo>
                  <a:lnTo>
                    <a:pt x="78620" y="234229"/>
                  </a:lnTo>
                  <a:lnTo>
                    <a:pt x="77989" y="237686"/>
                  </a:lnTo>
                  <a:lnTo>
                    <a:pt x="77922" y="240100"/>
                  </a:lnTo>
                  <a:lnTo>
                    <a:pt x="78838" y="247440"/>
                  </a:lnTo>
                  <a:lnTo>
                    <a:pt x="80207" y="251201"/>
                  </a:lnTo>
                  <a:lnTo>
                    <a:pt x="81737" y="252110"/>
                  </a:lnTo>
                  <a:lnTo>
                    <a:pt x="82003" y="252650"/>
                  </a:lnTo>
                  <a:lnTo>
                    <a:pt x="81881" y="253660"/>
                  </a:lnTo>
                  <a:lnTo>
                    <a:pt x="82395" y="254560"/>
                  </a:lnTo>
                  <a:lnTo>
                    <a:pt x="82974" y="253409"/>
                  </a:lnTo>
                  <a:lnTo>
                    <a:pt x="83256" y="251771"/>
                  </a:lnTo>
                  <a:lnTo>
                    <a:pt x="82963" y="249871"/>
                  </a:lnTo>
                  <a:lnTo>
                    <a:pt x="82911" y="248488"/>
                  </a:lnTo>
                  <a:lnTo>
                    <a:pt x="83171" y="247499"/>
                  </a:lnTo>
                  <a:lnTo>
                    <a:pt x="83669" y="247349"/>
                  </a:lnTo>
                  <a:lnTo>
                    <a:pt x="86595" y="252370"/>
                  </a:lnTo>
                  <a:lnTo>
                    <a:pt x="87086" y="254297"/>
                  </a:lnTo>
                  <a:lnTo>
                    <a:pt x="88175" y="256554"/>
                  </a:lnTo>
                  <a:lnTo>
                    <a:pt x="89173" y="259331"/>
                  </a:lnTo>
                  <a:lnTo>
                    <a:pt x="89604" y="261522"/>
                  </a:lnTo>
                  <a:lnTo>
                    <a:pt x="90401" y="263327"/>
                  </a:lnTo>
                  <a:lnTo>
                    <a:pt x="90815" y="267529"/>
                  </a:lnTo>
                  <a:lnTo>
                    <a:pt x="92850" y="269411"/>
                  </a:lnTo>
                  <a:lnTo>
                    <a:pt x="93932" y="272891"/>
                  </a:lnTo>
                  <a:lnTo>
                    <a:pt x="94003" y="275094"/>
                  </a:lnTo>
                  <a:lnTo>
                    <a:pt x="93478" y="280733"/>
                  </a:lnTo>
                  <a:lnTo>
                    <a:pt x="93019" y="282356"/>
                  </a:lnTo>
                  <a:lnTo>
                    <a:pt x="91377" y="284754"/>
                  </a:lnTo>
                  <a:lnTo>
                    <a:pt x="90183" y="287615"/>
                  </a:lnTo>
                  <a:lnTo>
                    <a:pt x="89030" y="289378"/>
                  </a:lnTo>
                  <a:lnTo>
                    <a:pt x="87806" y="290450"/>
                  </a:lnTo>
                  <a:lnTo>
                    <a:pt x="86797" y="290209"/>
                  </a:lnTo>
                  <a:lnTo>
                    <a:pt x="85825" y="286917"/>
                  </a:lnTo>
                  <a:lnTo>
                    <a:pt x="84672" y="276987"/>
                  </a:lnTo>
                  <a:lnTo>
                    <a:pt x="83899" y="274897"/>
                  </a:lnTo>
                  <a:lnTo>
                    <a:pt x="83354" y="271781"/>
                  </a:lnTo>
                  <a:lnTo>
                    <a:pt x="82453" y="269203"/>
                  </a:lnTo>
                  <a:lnTo>
                    <a:pt x="79196" y="265292"/>
                  </a:lnTo>
                  <a:lnTo>
                    <a:pt x="77551" y="261164"/>
                  </a:lnTo>
                  <a:lnTo>
                    <a:pt x="75959" y="258408"/>
                  </a:lnTo>
                  <a:lnTo>
                    <a:pt x="74245" y="254419"/>
                  </a:lnTo>
                  <a:lnTo>
                    <a:pt x="69576" y="247807"/>
                  </a:lnTo>
                  <a:lnTo>
                    <a:pt x="67639" y="244439"/>
                  </a:lnTo>
                  <a:lnTo>
                    <a:pt x="66363" y="241106"/>
                  </a:lnTo>
                  <a:lnTo>
                    <a:pt x="65541" y="241155"/>
                  </a:lnTo>
                  <a:lnTo>
                    <a:pt x="64906" y="241498"/>
                  </a:lnTo>
                  <a:lnTo>
                    <a:pt x="64665" y="240586"/>
                  </a:lnTo>
                  <a:lnTo>
                    <a:pt x="64629" y="238861"/>
                  </a:lnTo>
                  <a:lnTo>
                    <a:pt x="64348" y="237729"/>
                  </a:lnTo>
                  <a:lnTo>
                    <a:pt x="61615" y="232707"/>
                  </a:lnTo>
                  <a:lnTo>
                    <a:pt x="61048" y="229929"/>
                  </a:lnTo>
                  <a:lnTo>
                    <a:pt x="60933" y="226706"/>
                  </a:lnTo>
                  <a:lnTo>
                    <a:pt x="61549" y="218407"/>
                  </a:lnTo>
                  <a:lnTo>
                    <a:pt x="61819" y="213553"/>
                  </a:lnTo>
                  <a:lnTo>
                    <a:pt x="61647" y="211053"/>
                  </a:lnTo>
                  <a:lnTo>
                    <a:pt x="61361" y="210712"/>
                  </a:lnTo>
                  <a:lnTo>
                    <a:pt x="61102" y="209353"/>
                  </a:lnTo>
                  <a:lnTo>
                    <a:pt x="61039" y="205360"/>
                  </a:lnTo>
                  <a:lnTo>
                    <a:pt x="60380" y="201014"/>
                  </a:lnTo>
                  <a:lnTo>
                    <a:pt x="57901" y="192110"/>
                  </a:lnTo>
                  <a:lnTo>
                    <a:pt x="56088" y="190350"/>
                  </a:lnTo>
                  <a:lnTo>
                    <a:pt x="54475" y="189072"/>
                  </a:lnTo>
                  <a:lnTo>
                    <a:pt x="50059" y="181197"/>
                  </a:lnTo>
                  <a:lnTo>
                    <a:pt x="48859" y="177259"/>
                  </a:lnTo>
                  <a:lnTo>
                    <a:pt x="48566" y="175023"/>
                  </a:lnTo>
                  <a:lnTo>
                    <a:pt x="48413" y="170471"/>
                  </a:lnTo>
                  <a:lnTo>
                    <a:pt x="47804" y="173108"/>
                  </a:lnTo>
                  <a:lnTo>
                    <a:pt x="46994" y="175059"/>
                  </a:lnTo>
                  <a:lnTo>
                    <a:pt x="45121" y="174916"/>
                  </a:lnTo>
                  <a:lnTo>
                    <a:pt x="43017" y="177118"/>
                  </a:lnTo>
                  <a:lnTo>
                    <a:pt x="41765" y="175047"/>
                  </a:lnTo>
                  <a:lnTo>
                    <a:pt x="41090" y="172698"/>
                  </a:lnTo>
                  <a:lnTo>
                    <a:pt x="40063" y="169872"/>
                  </a:lnTo>
                  <a:lnTo>
                    <a:pt x="38905" y="169318"/>
                  </a:lnTo>
                  <a:lnTo>
                    <a:pt x="38167" y="169246"/>
                  </a:lnTo>
                  <a:lnTo>
                    <a:pt x="36783" y="165751"/>
                  </a:lnTo>
                  <a:lnTo>
                    <a:pt x="35664" y="164642"/>
                  </a:lnTo>
                  <a:lnTo>
                    <a:pt x="34061" y="164213"/>
                  </a:lnTo>
                  <a:lnTo>
                    <a:pt x="32698" y="162436"/>
                  </a:lnTo>
                  <a:lnTo>
                    <a:pt x="32278" y="160502"/>
                  </a:lnTo>
                  <a:lnTo>
                    <a:pt x="32052" y="157765"/>
                  </a:lnTo>
                  <a:lnTo>
                    <a:pt x="31545" y="156143"/>
                  </a:lnTo>
                  <a:lnTo>
                    <a:pt x="29403" y="152939"/>
                  </a:lnTo>
                  <a:lnTo>
                    <a:pt x="27659" y="149404"/>
                  </a:lnTo>
                  <a:lnTo>
                    <a:pt x="26017" y="147133"/>
                  </a:lnTo>
                  <a:lnTo>
                    <a:pt x="25533" y="145276"/>
                  </a:lnTo>
                  <a:lnTo>
                    <a:pt x="25493" y="144006"/>
                  </a:lnTo>
                  <a:lnTo>
                    <a:pt x="28088" y="144358"/>
                  </a:lnTo>
                  <a:lnTo>
                    <a:pt x="31178" y="145718"/>
                  </a:lnTo>
                  <a:lnTo>
                    <a:pt x="32659" y="145335"/>
                  </a:lnTo>
                  <a:lnTo>
                    <a:pt x="33582" y="144025"/>
                  </a:lnTo>
                  <a:lnTo>
                    <a:pt x="34461" y="143086"/>
                  </a:lnTo>
                  <a:lnTo>
                    <a:pt x="34602" y="144103"/>
                  </a:lnTo>
                  <a:lnTo>
                    <a:pt x="34441" y="145960"/>
                  </a:lnTo>
                  <a:lnTo>
                    <a:pt x="35289" y="147662"/>
                  </a:lnTo>
                  <a:lnTo>
                    <a:pt x="36452" y="149042"/>
                  </a:lnTo>
                  <a:lnTo>
                    <a:pt x="37280" y="148916"/>
                  </a:lnTo>
                  <a:lnTo>
                    <a:pt x="36479" y="147411"/>
                  </a:lnTo>
                  <a:lnTo>
                    <a:pt x="35987" y="144340"/>
                  </a:lnTo>
                  <a:lnTo>
                    <a:pt x="36207" y="143234"/>
                  </a:lnTo>
                  <a:lnTo>
                    <a:pt x="36194" y="141707"/>
                  </a:lnTo>
                  <a:lnTo>
                    <a:pt x="35046" y="142051"/>
                  </a:lnTo>
                  <a:lnTo>
                    <a:pt x="34884" y="141269"/>
                  </a:lnTo>
                  <a:lnTo>
                    <a:pt x="35867" y="138941"/>
                  </a:lnTo>
                  <a:lnTo>
                    <a:pt x="36995" y="132793"/>
                  </a:lnTo>
                  <a:lnTo>
                    <a:pt x="37534" y="126740"/>
                  </a:lnTo>
                  <a:lnTo>
                    <a:pt x="36351" y="121444"/>
                  </a:lnTo>
                  <a:lnTo>
                    <a:pt x="34356" y="117764"/>
                  </a:lnTo>
                  <a:lnTo>
                    <a:pt x="30032" y="106989"/>
                  </a:lnTo>
                  <a:lnTo>
                    <a:pt x="27449" y="101455"/>
                  </a:lnTo>
                  <a:lnTo>
                    <a:pt x="26701" y="99394"/>
                  </a:lnTo>
                  <a:lnTo>
                    <a:pt x="26017" y="98425"/>
                  </a:lnTo>
                  <a:lnTo>
                    <a:pt x="23910" y="97159"/>
                  </a:lnTo>
                  <a:lnTo>
                    <a:pt x="22145" y="94066"/>
                  </a:lnTo>
                  <a:lnTo>
                    <a:pt x="19048" y="89690"/>
                  </a:lnTo>
                  <a:lnTo>
                    <a:pt x="17725" y="87433"/>
                  </a:lnTo>
                  <a:lnTo>
                    <a:pt x="16813" y="82134"/>
                  </a:lnTo>
                  <a:lnTo>
                    <a:pt x="16086" y="81411"/>
                  </a:lnTo>
                  <a:lnTo>
                    <a:pt x="16315" y="77748"/>
                  </a:lnTo>
                  <a:lnTo>
                    <a:pt x="15997" y="71263"/>
                  </a:lnTo>
                  <a:lnTo>
                    <a:pt x="15478" y="69603"/>
                  </a:lnTo>
                  <a:lnTo>
                    <a:pt x="13801" y="67988"/>
                  </a:lnTo>
                  <a:lnTo>
                    <a:pt x="13402" y="63582"/>
                  </a:lnTo>
                  <a:lnTo>
                    <a:pt x="13319" y="59389"/>
                  </a:lnTo>
                  <a:lnTo>
                    <a:pt x="12993" y="56473"/>
                  </a:lnTo>
                  <a:lnTo>
                    <a:pt x="10139" y="51557"/>
                  </a:lnTo>
                  <a:lnTo>
                    <a:pt x="9977" y="49180"/>
                  </a:lnTo>
                  <a:lnTo>
                    <a:pt x="9976" y="46923"/>
                  </a:lnTo>
                  <a:lnTo>
                    <a:pt x="9686" y="44694"/>
                  </a:lnTo>
                  <a:lnTo>
                    <a:pt x="8162" y="40019"/>
                  </a:lnTo>
                  <a:lnTo>
                    <a:pt x="6321" y="35939"/>
                  </a:lnTo>
                  <a:lnTo>
                    <a:pt x="5680" y="33994"/>
                  </a:lnTo>
                  <a:lnTo>
                    <a:pt x="5603" y="30042"/>
                  </a:lnTo>
                  <a:lnTo>
                    <a:pt x="4950" y="28980"/>
                  </a:lnTo>
                  <a:lnTo>
                    <a:pt x="5198" y="28712"/>
                  </a:lnTo>
                  <a:lnTo>
                    <a:pt x="5803" y="28810"/>
                  </a:lnTo>
                  <a:lnTo>
                    <a:pt x="6147" y="28288"/>
                  </a:lnTo>
                  <a:lnTo>
                    <a:pt x="6184" y="25537"/>
                  </a:lnTo>
                  <a:lnTo>
                    <a:pt x="3415" y="21215"/>
                  </a:lnTo>
                  <a:lnTo>
                    <a:pt x="2615" y="15270"/>
                  </a:lnTo>
                  <a:lnTo>
                    <a:pt x="1139" y="12124"/>
                  </a:lnTo>
                  <a:lnTo>
                    <a:pt x="793" y="10984"/>
                  </a:lnTo>
                  <a:lnTo>
                    <a:pt x="0" y="5377"/>
                  </a:lnTo>
                  <a:lnTo>
                    <a:pt x="3487" y="4743"/>
                  </a:lnTo>
                  <a:lnTo>
                    <a:pt x="6974" y="4110"/>
                  </a:lnTo>
                  <a:lnTo>
                    <a:pt x="10462" y="3478"/>
                  </a:lnTo>
                  <a:lnTo>
                    <a:pt x="13949" y="2845"/>
                  </a:lnTo>
                  <a:lnTo>
                    <a:pt x="17437" y="2211"/>
                  </a:lnTo>
                  <a:lnTo>
                    <a:pt x="20924" y="1579"/>
                  </a:lnTo>
                  <a:lnTo>
                    <a:pt x="24411" y="946"/>
                  </a:lnTo>
                  <a:lnTo>
                    <a:pt x="27899" y="313"/>
                  </a:lnTo>
                  <a:lnTo>
                    <a:pt x="29292" y="0"/>
                  </a:lnTo>
                  <a:lnTo>
                    <a:pt x="28521" y="4448"/>
                  </a:lnTo>
                  <a:lnTo>
                    <a:pt x="27937" y="6117"/>
                  </a:lnTo>
                  <a:lnTo>
                    <a:pt x="33716" y="10490"/>
                  </a:lnTo>
                  <a:lnTo>
                    <a:pt x="39496" y="14863"/>
                  </a:lnTo>
                  <a:lnTo>
                    <a:pt x="45276" y="19237"/>
                  </a:lnTo>
                  <a:lnTo>
                    <a:pt x="51056" y="23611"/>
                  </a:lnTo>
                  <a:lnTo>
                    <a:pt x="56835" y="27985"/>
                  </a:lnTo>
                  <a:lnTo>
                    <a:pt x="62615" y="32359"/>
                  </a:lnTo>
                  <a:lnTo>
                    <a:pt x="68395" y="36731"/>
                  </a:lnTo>
                  <a:lnTo>
                    <a:pt x="74174" y="41106"/>
                  </a:lnTo>
                  <a:lnTo>
                    <a:pt x="78482" y="41087"/>
                  </a:lnTo>
                  <a:lnTo>
                    <a:pt x="82789" y="41067"/>
                  </a:lnTo>
                  <a:lnTo>
                    <a:pt x="87097" y="41048"/>
                  </a:lnTo>
                  <a:lnTo>
                    <a:pt x="91404" y="41029"/>
                  </a:lnTo>
                  <a:lnTo>
                    <a:pt x="95712" y="41010"/>
                  </a:lnTo>
                  <a:lnTo>
                    <a:pt x="100019" y="40990"/>
                  </a:lnTo>
                  <a:lnTo>
                    <a:pt x="104327" y="40970"/>
                  </a:lnTo>
                  <a:lnTo>
                    <a:pt x="108634" y="40951"/>
                  </a:lnTo>
                  <a:lnTo>
                    <a:pt x="108642" y="37628"/>
                  </a:lnTo>
                  <a:lnTo>
                    <a:pt x="108650" y="34304"/>
                  </a:lnTo>
                  <a:lnTo>
                    <a:pt x="108658" y="30981"/>
                  </a:lnTo>
                  <a:lnTo>
                    <a:pt x="108666" y="27657"/>
                  </a:lnTo>
                  <a:lnTo>
                    <a:pt x="111345" y="27692"/>
                  </a:lnTo>
                  <a:lnTo>
                    <a:pt x="114024" y="27725"/>
                  </a:lnTo>
                  <a:lnTo>
                    <a:pt x="116703" y="27759"/>
                  </a:lnTo>
                  <a:lnTo>
                    <a:pt x="119383" y="27793"/>
                  </a:lnTo>
                  <a:lnTo>
                    <a:pt x="122062" y="27826"/>
                  </a:lnTo>
                  <a:lnTo>
                    <a:pt x="124741" y="27860"/>
                  </a:lnTo>
                  <a:lnTo>
                    <a:pt x="127420" y="27894"/>
                  </a:lnTo>
                  <a:lnTo>
                    <a:pt x="130308" y="28097"/>
                  </a:lnTo>
                  <a:lnTo>
                    <a:pt x="131394" y="30622"/>
                  </a:lnTo>
                  <a:lnTo>
                    <a:pt x="132506" y="34591"/>
                  </a:lnTo>
                  <a:lnTo>
                    <a:pt x="133818" y="37361"/>
                  </a:lnTo>
                  <a:lnTo>
                    <a:pt x="135329" y="38933"/>
                  </a:lnTo>
                  <a:lnTo>
                    <a:pt x="137905" y="43564"/>
                  </a:lnTo>
                  <a:lnTo>
                    <a:pt x="141545" y="51254"/>
                  </a:lnTo>
                  <a:lnTo>
                    <a:pt x="144448" y="56381"/>
                  </a:lnTo>
                  <a:lnTo>
                    <a:pt x="146613" y="58943"/>
                  </a:lnTo>
                  <a:lnTo>
                    <a:pt x="148068" y="61148"/>
                  </a:lnTo>
                  <a:lnTo>
                    <a:pt x="148810" y="62998"/>
                  </a:lnTo>
                  <a:lnTo>
                    <a:pt x="149809" y="67007"/>
                  </a:lnTo>
                  <a:lnTo>
                    <a:pt x="151693" y="76264"/>
                  </a:lnTo>
                  <a:lnTo>
                    <a:pt x="151693" y="80515"/>
                  </a:lnTo>
                  <a:lnTo>
                    <a:pt x="152414" y="84540"/>
                  </a:lnTo>
                  <a:lnTo>
                    <a:pt x="153854" y="89759"/>
                  </a:lnTo>
                  <a:lnTo>
                    <a:pt x="155114" y="92831"/>
                  </a:lnTo>
                  <a:lnTo>
                    <a:pt x="156192" y="93756"/>
                  </a:lnTo>
                  <a:lnTo>
                    <a:pt x="157370" y="95604"/>
                  </a:lnTo>
                  <a:lnTo>
                    <a:pt x="158649" y="98374"/>
                  </a:lnTo>
                  <a:lnTo>
                    <a:pt x="160122" y="100235"/>
                  </a:lnTo>
                  <a:lnTo>
                    <a:pt x="161789" y="101183"/>
                  </a:lnTo>
                  <a:lnTo>
                    <a:pt x="164092" y="103671"/>
                  </a:lnTo>
                  <a:lnTo>
                    <a:pt x="167029" y="107695"/>
                  </a:lnTo>
                  <a:lnTo>
                    <a:pt x="169043" y="109751"/>
                  </a:lnTo>
                  <a:lnTo>
                    <a:pt x="170133" y="109837"/>
                  </a:lnTo>
                  <a:lnTo>
                    <a:pt x="171087" y="108546"/>
                  </a:lnTo>
                  <a:lnTo>
                    <a:pt x="171905" y="105877"/>
                  </a:lnTo>
                  <a:lnTo>
                    <a:pt x="172710" y="104158"/>
                  </a:lnTo>
                  <a:lnTo>
                    <a:pt x="173500" y="103389"/>
                  </a:lnTo>
                  <a:lnTo>
                    <a:pt x="173821" y="102160"/>
                  </a:lnTo>
                  <a:lnTo>
                    <a:pt x="173673" y="100466"/>
                  </a:lnTo>
                  <a:lnTo>
                    <a:pt x="174207" y="96666"/>
                  </a:lnTo>
                  <a:lnTo>
                    <a:pt x="175424" y="90756"/>
                  </a:lnTo>
                  <a:lnTo>
                    <a:pt x="176877" y="87553"/>
                  </a:lnTo>
                  <a:lnTo>
                    <a:pt x="178567" y="87058"/>
                  </a:lnTo>
                  <a:lnTo>
                    <a:pt x="179671" y="85948"/>
                  </a:lnTo>
                  <a:lnTo>
                    <a:pt x="180190" y="84224"/>
                  </a:lnTo>
                  <a:lnTo>
                    <a:pt x="181093" y="84041"/>
                  </a:lnTo>
                  <a:lnTo>
                    <a:pt x="182384" y="85399"/>
                  </a:lnTo>
                  <a:lnTo>
                    <a:pt x="184482" y="86272"/>
                  </a:lnTo>
                  <a:lnTo>
                    <a:pt x="187389" y="86663"/>
                  </a:lnTo>
                  <a:lnTo>
                    <a:pt x="189104" y="86530"/>
                  </a:lnTo>
                  <a:lnTo>
                    <a:pt x="189627" y="85872"/>
                  </a:lnTo>
                  <a:lnTo>
                    <a:pt x="189899" y="85907"/>
                  </a:lnTo>
                  <a:lnTo>
                    <a:pt x="189921" y="86631"/>
                  </a:lnTo>
                  <a:lnTo>
                    <a:pt x="190352" y="86938"/>
                  </a:lnTo>
                  <a:lnTo>
                    <a:pt x="191191" y="86829"/>
                  </a:lnTo>
                  <a:lnTo>
                    <a:pt x="191923" y="87842"/>
                  </a:lnTo>
                  <a:lnTo>
                    <a:pt x="192859" y="91048"/>
                  </a:lnTo>
                  <a:lnTo>
                    <a:pt x="196088" y="96183"/>
                  </a:lnTo>
                  <a:lnTo>
                    <a:pt x="196360" y="97944"/>
                  </a:lnTo>
                  <a:lnTo>
                    <a:pt x="197483" y="100485"/>
                  </a:lnTo>
                  <a:lnTo>
                    <a:pt x="199549" y="104391"/>
                  </a:lnTo>
                  <a:lnTo>
                    <a:pt x="200718" y="107758"/>
                  </a:lnTo>
                  <a:lnTo>
                    <a:pt x="200990" y="110588"/>
                  </a:lnTo>
                  <a:lnTo>
                    <a:pt x="202046" y="115063"/>
                  </a:lnTo>
                  <a:lnTo>
                    <a:pt x="203884" y="121184"/>
                  </a:lnTo>
                  <a:lnTo>
                    <a:pt x="204703" y="124484"/>
                  </a:lnTo>
                  <a:lnTo>
                    <a:pt x="204503" y="124960"/>
                  </a:lnTo>
                  <a:lnTo>
                    <a:pt x="204647" y="126682"/>
                  </a:lnTo>
                  <a:lnTo>
                    <a:pt x="205137" y="129650"/>
                  </a:lnTo>
                  <a:lnTo>
                    <a:pt x="206049" y="132164"/>
                  </a:lnTo>
                  <a:lnTo>
                    <a:pt x="207381" y="134223"/>
                  </a:lnTo>
                  <a:lnTo>
                    <a:pt x="208728" y="137919"/>
                  </a:lnTo>
                  <a:lnTo>
                    <a:pt x="210090" y="143255"/>
                  </a:lnTo>
                  <a:lnTo>
                    <a:pt x="211741" y="147313"/>
                  </a:lnTo>
                  <a:lnTo>
                    <a:pt x="213678" y="150092"/>
                  </a:lnTo>
                  <a:lnTo>
                    <a:pt x="214774" y="152679"/>
                  </a:lnTo>
                  <a:lnTo>
                    <a:pt x="215031" y="155071"/>
                  </a:lnTo>
                  <a:lnTo>
                    <a:pt x="215012" y="157120"/>
                  </a:lnTo>
                  <a:lnTo>
                    <a:pt x="214717" y="158826"/>
                  </a:lnTo>
                  <a:lnTo>
                    <a:pt x="214842" y="160446"/>
                  </a:lnTo>
                  <a:lnTo>
                    <a:pt x="215386" y="161977"/>
                  </a:lnTo>
                  <a:lnTo>
                    <a:pt x="215568" y="163855"/>
                  </a:lnTo>
                  <a:lnTo>
                    <a:pt x="215354" y="166468"/>
                  </a:lnTo>
                  <a:lnTo>
                    <a:pt x="215369" y="167208"/>
                  </a:lnTo>
                  <a:lnTo>
                    <a:pt x="215527" y="167799"/>
                  </a:lnTo>
                  <a:lnTo>
                    <a:pt x="217247" y="172289"/>
                  </a:lnTo>
                  <a:lnTo>
                    <a:pt x="218131" y="175917"/>
                  </a:lnTo>
                  <a:lnTo>
                    <a:pt x="218836" y="181761"/>
                  </a:lnTo>
                  <a:lnTo>
                    <a:pt x="219619" y="185225"/>
                  </a:lnTo>
                  <a:lnTo>
                    <a:pt x="220746" y="186642"/>
                  </a:lnTo>
                  <a:lnTo>
                    <a:pt x="222478" y="187166"/>
                  </a:lnTo>
                  <a:lnTo>
                    <a:pt x="223794" y="188372"/>
                  </a:lnTo>
                  <a:lnTo>
                    <a:pt x="224694" y="190262"/>
                  </a:lnTo>
                  <a:lnTo>
                    <a:pt x="225828" y="191403"/>
                  </a:lnTo>
                  <a:lnTo>
                    <a:pt x="227198" y="191796"/>
                  </a:lnTo>
                  <a:lnTo>
                    <a:pt x="228512" y="193042"/>
                  </a:lnTo>
                  <a:lnTo>
                    <a:pt x="229768" y="195146"/>
                  </a:lnTo>
                  <a:lnTo>
                    <a:pt x="232111" y="196527"/>
                  </a:lnTo>
                  <a:lnTo>
                    <a:pt x="235540" y="197189"/>
                  </a:lnTo>
                  <a:lnTo>
                    <a:pt x="238150" y="198899"/>
                  </a:lnTo>
                  <a:lnTo>
                    <a:pt x="239941" y="201657"/>
                  </a:lnTo>
                  <a:lnTo>
                    <a:pt x="240729" y="202219"/>
                  </a:lnTo>
                  <a:lnTo>
                    <a:pt x="240942" y="202258"/>
                  </a:lnTo>
                  <a:lnTo>
                    <a:pt x="241045" y="201836"/>
                  </a:lnTo>
                  <a:lnTo>
                    <a:pt x="241180" y="201056"/>
                  </a:lnTo>
                  <a:lnTo>
                    <a:pt x="241873" y="200157"/>
                  </a:lnTo>
                  <a:close/>
                </a:path>
              </a:pathLst>
            </a:custGeom>
            <a:solidFill>
              <a:srgbClr val="3B943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0" name="pg989"/>
            <p:cNvSpPr/>
            <p:nvPr/>
          </p:nvSpPr>
          <p:spPr>
            <a:xfrm>
              <a:off x="5400562" y="3456357"/>
              <a:ext cx="1755" cy="6334"/>
            </a:xfrm>
            <a:custGeom>
              <a:avLst/>
              <a:pathLst>
                <a:path w="1755" h="6334">
                  <a:moveTo>
                    <a:pt x="542" y="5439"/>
                  </a:moveTo>
                  <a:lnTo>
                    <a:pt x="303" y="6334"/>
                  </a:lnTo>
                  <a:lnTo>
                    <a:pt x="0" y="6271"/>
                  </a:lnTo>
                  <a:lnTo>
                    <a:pt x="264" y="5606"/>
                  </a:lnTo>
                  <a:lnTo>
                    <a:pt x="446" y="4679"/>
                  </a:lnTo>
                  <a:lnTo>
                    <a:pt x="737" y="2040"/>
                  </a:lnTo>
                  <a:lnTo>
                    <a:pt x="1338" y="1096"/>
                  </a:lnTo>
                  <a:lnTo>
                    <a:pt x="1755" y="0"/>
                  </a:lnTo>
                  <a:lnTo>
                    <a:pt x="1655" y="1136"/>
                  </a:lnTo>
                  <a:lnTo>
                    <a:pt x="999" y="2333"/>
                  </a:lnTo>
                  <a:close/>
                </a:path>
              </a:pathLst>
            </a:custGeom>
            <a:solidFill>
              <a:srgbClr val="E5F0E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1" name="pg990"/>
            <p:cNvSpPr/>
            <p:nvPr/>
          </p:nvSpPr>
          <p:spPr>
            <a:xfrm>
              <a:off x="5424776" y="3425801"/>
              <a:ext cx="2187" cy="2219"/>
            </a:xfrm>
            <a:custGeom>
              <a:avLst/>
              <a:pathLst>
                <a:path w="2187" h="2219">
                  <a:moveTo>
                    <a:pt x="0" y="0"/>
                  </a:moveTo>
                  <a:lnTo>
                    <a:pt x="455" y="639"/>
                  </a:lnTo>
                  <a:lnTo>
                    <a:pt x="1353" y="590"/>
                  </a:lnTo>
                  <a:lnTo>
                    <a:pt x="2187" y="2219"/>
                  </a:lnTo>
                  <a:lnTo>
                    <a:pt x="1866" y="2116"/>
                  </a:lnTo>
                  <a:lnTo>
                    <a:pt x="1413" y="1421"/>
                  </a:lnTo>
                  <a:lnTo>
                    <a:pt x="999" y="1128"/>
                  </a:lnTo>
                  <a:lnTo>
                    <a:pt x="448" y="1213"/>
                  </a:lnTo>
                  <a:lnTo>
                    <a:pt x="188" y="945"/>
                  </a:lnTo>
                  <a:close/>
                </a:path>
              </a:pathLst>
            </a:custGeom>
            <a:solidFill>
              <a:srgbClr val="E5F0E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2" name="pg991"/>
            <p:cNvSpPr/>
            <p:nvPr/>
          </p:nvSpPr>
          <p:spPr>
            <a:xfrm>
              <a:off x="5418175" y="3422151"/>
              <a:ext cx="4363" cy="3044"/>
            </a:xfrm>
            <a:custGeom>
              <a:avLst/>
              <a:pathLst>
                <a:path w="4363" h="3044">
                  <a:moveTo>
                    <a:pt x="806" y="991"/>
                  </a:moveTo>
                  <a:lnTo>
                    <a:pt x="2330" y="2506"/>
                  </a:lnTo>
                  <a:lnTo>
                    <a:pt x="4363" y="1797"/>
                  </a:lnTo>
                  <a:lnTo>
                    <a:pt x="4037" y="2252"/>
                  </a:lnTo>
                  <a:lnTo>
                    <a:pt x="3277" y="2677"/>
                  </a:lnTo>
                  <a:lnTo>
                    <a:pt x="2773" y="3044"/>
                  </a:lnTo>
                  <a:lnTo>
                    <a:pt x="2432" y="3044"/>
                  </a:lnTo>
                  <a:lnTo>
                    <a:pt x="2030" y="2902"/>
                  </a:lnTo>
                  <a:lnTo>
                    <a:pt x="728" y="1846"/>
                  </a:lnTo>
                  <a:lnTo>
                    <a:pt x="0" y="463"/>
                  </a:lnTo>
                  <a:lnTo>
                    <a:pt x="178" y="0"/>
                  </a:lnTo>
                  <a:close/>
                </a:path>
              </a:pathLst>
            </a:custGeom>
            <a:solidFill>
              <a:srgbClr val="E5F0E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3" name="pg992"/>
            <p:cNvSpPr/>
            <p:nvPr/>
          </p:nvSpPr>
          <p:spPr>
            <a:xfrm>
              <a:off x="5389406" y="3417291"/>
              <a:ext cx="1891" cy="1261"/>
            </a:xfrm>
            <a:custGeom>
              <a:avLst/>
              <a:pathLst>
                <a:path w="1891" h="1261">
                  <a:moveTo>
                    <a:pt x="1891" y="805"/>
                  </a:moveTo>
                  <a:lnTo>
                    <a:pt x="1710" y="1261"/>
                  </a:lnTo>
                  <a:lnTo>
                    <a:pt x="537" y="989"/>
                  </a:lnTo>
                  <a:lnTo>
                    <a:pt x="0" y="422"/>
                  </a:lnTo>
                  <a:lnTo>
                    <a:pt x="51" y="0"/>
                  </a:lnTo>
                  <a:lnTo>
                    <a:pt x="979" y="406"/>
                  </a:lnTo>
                  <a:close/>
                </a:path>
              </a:pathLst>
            </a:custGeom>
            <a:solidFill>
              <a:srgbClr val="E5F0E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4" name="pg993"/>
            <p:cNvSpPr/>
            <p:nvPr/>
          </p:nvSpPr>
          <p:spPr>
            <a:xfrm>
              <a:off x="5367099" y="3304047"/>
              <a:ext cx="666" cy="662"/>
            </a:xfrm>
            <a:custGeom>
              <a:avLst/>
              <a:pathLst>
                <a:path w="666" h="662">
                  <a:moveTo>
                    <a:pt x="555" y="460"/>
                  </a:moveTo>
                  <a:lnTo>
                    <a:pt x="240" y="662"/>
                  </a:lnTo>
                  <a:lnTo>
                    <a:pt x="0" y="451"/>
                  </a:lnTo>
                  <a:lnTo>
                    <a:pt x="172" y="69"/>
                  </a:lnTo>
                  <a:lnTo>
                    <a:pt x="528" y="0"/>
                  </a:lnTo>
                  <a:lnTo>
                    <a:pt x="666" y="106"/>
                  </a:lnTo>
                  <a:close/>
                </a:path>
              </a:pathLst>
            </a:custGeom>
            <a:solidFill>
              <a:srgbClr val="E5F0E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5" name="pg994"/>
            <p:cNvSpPr/>
            <p:nvPr/>
          </p:nvSpPr>
          <p:spPr>
            <a:xfrm>
              <a:off x="3582938" y="2382427"/>
              <a:ext cx="31163" cy="44567"/>
            </a:xfrm>
            <a:custGeom>
              <a:avLst/>
              <a:pathLst>
                <a:path w="31163" h="44567">
                  <a:moveTo>
                    <a:pt x="23099" y="1305"/>
                  </a:moveTo>
                  <a:lnTo>
                    <a:pt x="24979" y="5704"/>
                  </a:lnTo>
                  <a:lnTo>
                    <a:pt x="26008" y="7485"/>
                  </a:lnTo>
                  <a:lnTo>
                    <a:pt x="27222" y="8835"/>
                  </a:lnTo>
                  <a:lnTo>
                    <a:pt x="28609" y="9824"/>
                  </a:lnTo>
                  <a:lnTo>
                    <a:pt x="29105" y="10772"/>
                  </a:lnTo>
                  <a:lnTo>
                    <a:pt x="29987" y="15452"/>
                  </a:lnTo>
                  <a:lnTo>
                    <a:pt x="30410" y="17228"/>
                  </a:lnTo>
                  <a:lnTo>
                    <a:pt x="30996" y="17758"/>
                  </a:lnTo>
                  <a:lnTo>
                    <a:pt x="31138" y="18270"/>
                  </a:lnTo>
                  <a:lnTo>
                    <a:pt x="31163" y="18947"/>
                  </a:lnTo>
                  <a:lnTo>
                    <a:pt x="30502" y="22236"/>
                  </a:lnTo>
                  <a:lnTo>
                    <a:pt x="30237" y="29609"/>
                  </a:lnTo>
                  <a:lnTo>
                    <a:pt x="30070" y="30195"/>
                  </a:lnTo>
                  <a:lnTo>
                    <a:pt x="29379" y="30163"/>
                  </a:lnTo>
                  <a:lnTo>
                    <a:pt x="28460" y="30322"/>
                  </a:lnTo>
                  <a:lnTo>
                    <a:pt x="28109" y="30890"/>
                  </a:lnTo>
                  <a:lnTo>
                    <a:pt x="27740" y="34857"/>
                  </a:lnTo>
                  <a:lnTo>
                    <a:pt x="26263" y="35989"/>
                  </a:lnTo>
                  <a:lnTo>
                    <a:pt x="24921" y="36630"/>
                  </a:lnTo>
                  <a:lnTo>
                    <a:pt x="23791" y="36486"/>
                  </a:lnTo>
                  <a:lnTo>
                    <a:pt x="21803" y="35546"/>
                  </a:lnTo>
                  <a:lnTo>
                    <a:pt x="21155" y="35444"/>
                  </a:lnTo>
                  <a:lnTo>
                    <a:pt x="20599" y="35979"/>
                  </a:lnTo>
                  <a:lnTo>
                    <a:pt x="18825" y="36262"/>
                  </a:lnTo>
                  <a:lnTo>
                    <a:pt x="18047" y="36957"/>
                  </a:lnTo>
                  <a:lnTo>
                    <a:pt x="16219" y="41596"/>
                  </a:lnTo>
                  <a:lnTo>
                    <a:pt x="14367" y="43195"/>
                  </a:lnTo>
                  <a:lnTo>
                    <a:pt x="13736" y="44004"/>
                  </a:lnTo>
                  <a:lnTo>
                    <a:pt x="12321" y="42980"/>
                  </a:lnTo>
                  <a:lnTo>
                    <a:pt x="11644" y="42874"/>
                  </a:lnTo>
                  <a:lnTo>
                    <a:pt x="10664" y="44058"/>
                  </a:lnTo>
                  <a:lnTo>
                    <a:pt x="8517" y="44176"/>
                  </a:lnTo>
                  <a:lnTo>
                    <a:pt x="7938" y="44382"/>
                  </a:lnTo>
                  <a:lnTo>
                    <a:pt x="6284" y="44567"/>
                  </a:lnTo>
                  <a:lnTo>
                    <a:pt x="6214" y="43928"/>
                  </a:lnTo>
                  <a:lnTo>
                    <a:pt x="5909" y="42994"/>
                  </a:lnTo>
                  <a:lnTo>
                    <a:pt x="5137" y="42557"/>
                  </a:lnTo>
                  <a:lnTo>
                    <a:pt x="3560" y="42931"/>
                  </a:lnTo>
                  <a:lnTo>
                    <a:pt x="3176" y="42248"/>
                  </a:lnTo>
                  <a:lnTo>
                    <a:pt x="2527" y="38309"/>
                  </a:lnTo>
                  <a:lnTo>
                    <a:pt x="2020" y="37677"/>
                  </a:lnTo>
                  <a:lnTo>
                    <a:pt x="1453" y="36354"/>
                  </a:lnTo>
                  <a:lnTo>
                    <a:pt x="491" y="32076"/>
                  </a:lnTo>
                  <a:lnTo>
                    <a:pt x="467" y="30201"/>
                  </a:lnTo>
                  <a:lnTo>
                    <a:pt x="533" y="28566"/>
                  </a:lnTo>
                  <a:lnTo>
                    <a:pt x="0" y="24728"/>
                  </a:lnTo>
                  <a:lnTo>
                    <a:pt x="328" y="23758"/>
                  </a:lnTo>
                  <a:lnTo>
                    <a:pt x="823" y="23148"/>
                  </a:lnTo>
                  <a:lnTo>
                    <a:pt x="828" y="21603"/>
                  </a:lnTo>
                  <a:lnTo>
                    <a:pt x="689" y="19255"/>
                  </a:lnTo>
                  <a:lnTo>
                    <a:pt x="1273" y="14650"/>
                  </a:lnTo>
                  <a:lnTo>
                    <a:pt x="1432" y="14315"/>
                  </a:lnTo>
                  <a:lnTo>
                    <a:pt x="1582" y="14536"/>
                  </a:lnTo>
                  <a:lnTo>
                    <a:pt x="3001" y="14902"/>
                  </a:lnTo>
                  <a:lnTo>
                    <a:pt x="3368" y="14320"/>
                  </a:lnTo>
                  <a:lnTo>
                    <a:pt x="3601" y="13411"/>
                  </a:lnTo>
                  <a:lnTo>
                    <a:pt x="3677" y="10040"/>
                  </a:lnTo>
                  <a:lnTo>
                    <a:pt x="4015" y="8483"/>
                  </a:lnTo>
                  <a:lnTo>
                    <a:pt x="7448" y="5521"/>
                  </a:lnTo>
                  <a:lnTo>
                    <a:pt x="8456" y="5412"/>
                  </a:lnTo>
                  <a:lnTo>
                    <a:pt x="9230" y="6772"/>
                  </a:lnTo>
                  <a:lnTo>
                    <a:pt x="9843" y="7642"/>
                  </a:lnTo>
                  <a:lnTo>
                    <a:pt x="10212" y="7616"/>
                  </a:lnTo>
                  <a:lnTo>
                    <a:pt x="10346" y="6739"/>
                  </a:lnTo>
                  <a:lnTo>
                    <a:pt x="10762" y="5052"/>
                  </a:lnTo>
                  <a:lnTo>
                    <a:pt x="11467" y="4087"/>
                  </a:lnTo>
                  <a:lnTo>
                    <a:pt x="13574" y="3269"/>
                  </a:lnTo>
                  <a:lnTo>
                    <a:pt x="14254" y="3428"/>
                  </a:lnTo>
                  <a:lnTo>
                    <a:pt x="15729" y="2672"/>
                  </a:lnTo>
                  <a:lnTo>
                    <a:pt x="16647" y="1626"/>
                  </a:lnTo>
                  <a:lnTo>
                    <a:pt x="17115" y="1470"/>
                  </a:lnTo>
                  <a:lnTo>
                    <a:pt x="17738" y="1066"/>
                  </a:lnTo>
                  <a:lnTo>
                    <a:pt x="18633" y="1125"/>
                  </a:lnTo>
                  <a:lnTo>
                    <a:pt x="19541" y="1581"/>
                  </a:lnTo>
                  <a:lnTo>
                    <a:pt x="20694" y="979"/>
                  </a:lnTo>
                  <a:lnTo>
                    <a:pt x="21828" y="0"/>
                  </a:lnTo>
                  <a:lnTo>
                    <a:pt x="22283" y="245"/>
                  </a:lnTo>
                  <a:lnTo>
                    <a:pt x="22774" y="1076"/>
                  </a:lnTo>
                  <a:close/>
                </a:path>
              </a:pathLst>
            </a:custGeom>
            <a:solidFill>
              <a:srgbClr val="E8F2E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6" name="pg995"/>
            <p:cNvSpPr/>
            <p:nvPr/>
          </p:nvSpPr>
          <p:spPr>
            <a:xfrm>
              <a:off x="3184060" y="2895474"/>
              <a:ext cx="201275" cy="438872"/>
            </a:xfrm>
            <a:custGeom>
              <a:avLst/>
              <a:pathLst>
                <a:path w="201275" h="438872">
                  <a:moveTo>
                    <a:pt x="201189" y="172945"/>
                  </a:moveTo>
                  <a:lnTo>
                    <a:pt x="201196" y="178108"/>
                  </a:lnTo>
                  <a:lnTo>
                    <a:pt x="201206" y="185900"/>
                  </a:lnTo>
                  <a:lnTo>
                    <a:pt x="201218" y="194580"/>
                  </a:lnTo>
                  <a:lnTo>
                    <a:pt x="201228" y="202592"/>
                  </a:lnTo>
                  <a:lnTo>
                    <a:pt x="201241" y="211721"/>
                  </a:lnTo>
                  <a:lnTo>
                    <a:pt x="201251" y="219059"/>
                  </a:lnTo>
                  <a:lnTo>
                    <a:pt x="201263" y="227739"/>
                  </a:lnTo>
                  <a:lnTo>
                    <a:pt x="201275" y="236369"/>
                  </a:lnTo>
                  <a:lnTo>
                    <a:pt x="200888" y="237364"/>
                  </a:lnTo>
                  <a:lnTo>
                    <a:pt x="200745" y="242225"/>
                  </a:lnTo>
                  <a:lnTo>
                    <a:pt x="200634" y="248620"/>
                  </a:lnTo>
                  <a:lnTo>
                    <a:pt x="199893" y="255241"/>
                  </a:lnTo>
                  <a:lnTo>
                    <a:pt x="198596" y="260116"/>
                  </a:lnTo>
                  <a:lnTo>
                    <a:pt x="198124" y="264761"/>
                  </a:lnTo>
                  <a:lnTo>
                    <a:pt x="197770" y="267417"/>
                  </a:lnTo>
                  <a:lnTo>
                    <a:pt x="197284" y="268860"/>
                  </a:lnTo>
                  <a:lnTo>
                    <a:pt x="197171" y="270598"/>
                  </a:lnTo>
                  <a:lnTo>
                    <a:pt x="196915" y="273042"/>
                  </a:lnTo>
                  <a:lnTo>
                    <a:pt x="196501" y="274625"/>
                  </a:lnTo>
                  <a:lnTo>
                    <a:pt x="196179" y="275443"/>
                  </a:lnTo>
                  <a:lnTo>
                    <a:pt x="194875" y="276399"/>
                  </a:lnTo>
                  <a:lnTo>
                    <a:pt x="192571" y="281085"/>
                  </a:lnTo>
                  <a:lnTo>
                    <a:pt x="192374" y="284830"/>
                  </a:lnTo>
                  <a:lnTo>
                    <a:pt x="189750" y="283803"/>
                  </a:lnTo>
                  <a:lnTo>
                    <a:pt x="186961" y="282737"/>
                  </a:lnTo>
                  <a:lnTo>
                    <a:pt x="186586" y="282806"/>
                  </a:lnTo>
                  <a:lnTo>
                    <a:pt x="186356" y="283295"/>
                  </a:lnTo>
                  <a:lnTo>
                    <a:pt x="186241" y="285285"/>
                  </a:lnTo>
                  <a:lnTo>
                    <a:pt x="182445" y="285612"/>
                  </a:lnTo>
                  <a:lnTo>
                    <a:pt x="179169" y="285892"/>
                  </a:lnTo>
                  <a:lnTo>
                    <a:pt x="175115" y="286218"/>
                  </a:lnTo>
                  <a:lnTo>
                    <a:pt x="172327" y="286445"/>
                  </a:lnTo>
                  <a:lnTo>
                    <a:pt x="168789" y="286895"/>
                  </a:lnTo>
                  <a:lnTo>
                    <a:pt x="165512" y="287315"/>
                  </a:lnTo>
                  <a:lnTo>
                    <a:pt x="163331" y="291633"/>
                  </a:lnTo>
                  <a:lnTo>
                    <a:pt x="161366" y="295747"/>
                  </a:lnTo>
                  <a:lnTo>
                    <a:pt x="161213" y="295888"/>
                  </a:lnTo>
                  <a:lnTo>
                    <a:pt x="158424" y="296693"/>
                  </a:lnTo>
                  <a:lnTo>
                    <a:pt x="154943" y="295980"/>
                  </a:lnTo>
                  <a:lnTo>
                    <a:pt x="153154" y="295946"/>
                  </a:lnTo>
                  <a:lnTo>
                    <a:pt x="152453" y="296434"/>
                  </a:lnTo>
                  <a:lnTo>
                    <a:pt x="152316" y="297976"/>
                  </a:lnTo>
                  <a:lnTo>
                    <a:pt x="149666" y="295742"/>
                  </a:lnTo>
                  <a:lnTo>
                    <a:pt x="146791" y="293604"/>
                  </a:lnTo>
                  <a:lnTo>
                    <a:pt x="144725" y="294991"/>
                  </a:lnTo>
                  <a:lnTo>
                    <a:pt x="144398" y="294517"/>
                  </a:lnTo>
                  <a:lnTo>
                    <a:pt x="144127" y="293597"/>
                  </a:lnTo>
                  <a:lnTo>
                    <a:pt x="143127" y="293059"/>
                  </a:lnTo>
                  <a:lnTo>
                    <a:pt x="141544" y="293298"/>
                  </a:lnTo>
                  <a:lnTo>
                    <a:pt x="140398" y="293949"/>
                  </a:lnTo>
                  <a:lnTo>
                    <a:pt x="138600" y="297210"/>
                  </a:lnTo>
                  <a:lnTo>
                    <a:pt x="137245" y="300048"/>
                  </a:lnTo>
                  <a:lnTo>
                    <a:pt x="136875" y="300693"/>
                  </a:lnTo>
                  <a:lnTo>
                    <a:pt x="134981" y="302407"/>
                  </a:lnTo>
                  <a:lnTo>
                    <a:pt x="131463" y="306409"/>
                  </a:lnTo>
                  <a:lnTo>
                    <a:pt x="129468" y="309343"/>
                  </a:lnTo>
                  <a:lnTo>
                    <a:pt x="129008" y="309884"/>
                  </a:lnTo>
                  <a:lnTo>
                    <a:pt x="128122" y="310547"/>
                  </a:lnTo>
                  <a:lnTo>
                    <a:pt x="126757" y="310681"/>
                  </a:lnTo>
                  <a:lnTo>
                    <a:pt x="125620" y="311419"/>
                  </a:lnTo>
                  <a:lnTo>
                    <a:pt x="124595" y="319158"/>
                  </a:lnTo>
                  <a:lnTo>
                    <a:pt x="123912" y="319931"/>
                  </a:lnTo>
                  <a:lnTo>
                    <a:pt x="119719" y="316809"/>
                  </a:lnTo>
                  <a:lnTo>
                    <a:pt x="118870" y="317277"/>
                  </a:lnTo>
                  <a:lnTo>
                    <a:pt x="118141" y="318184"/>
                  </a:lnTo>
                  <a:lnTo>
                    <a:pt x="115799" y="322730"/>
                  </a:lnTo>
                  <a:lnTo>
                    <a:pt x="114641" y="326365"/>
                  </a:lnTo>
                  <a:lnTo>
                    <a:pt x="114008" y="331210"/>
                  </a:lnTo>
                  <a:lnTo>
                    <a:pt x="114098" y="332699"/>
                  </a:lnTo>
                  <a:lnTo>
                    <a:pt x="114115" y="334380"/>
                  </a:lnTo>
                  <a:lnTo>
                    <a:pt x="113704" y="335297"/>
                  </a:lnTo>
                  <a:lnTo>
                    <a:pt x="113138" y="335632"/>
                  </a:lnTo>
                  <a:lnTo>
                    <a:pt x="112633" y="335573"/>
                  </a:lnTo>
                  <a:lnTo>
                    <a:pt x="110686" y="334576"/>
                  </a:lnTo>
                  <a:lnTo>
                    <a:pt x="110074" y="335005"/>
                  </a:lnTo>
                  <a:lnTo>
                    <a:pt x="109812" y="337395"/>
                  </a:lnTo>
                  <a:lnTo>
                    <a:pt x="109853" y="342615"/>
                  </a:lnTo>
                  <a:lnTo>
                    <a:pt x="109427" y="346162"/>
                  </a:lnTo>
                  <a:lnTo>
                    <a:pt x="108269" y="347257"/>
                  </a:lnTo>
                  <a:lnTo>
                    <a:pt x="107377" y="348655"/>
                  </a:lnTo>
                  <a:lnTo>
                    <a:pt x="106674" y="349059"/>
                  </a:lnTo>
                  <a:lnTo>
                    <a:pt x="106087" y="348720"/>
                  </a:lnTo>
                  <a:lnTo>
                    <a:pt x="102703" y="343421"/>
                  </a:lnTo>
                  <a:lnTo>
                    <a:pt x="101559" y="342574"/>
                  </a:lnTo>
                  <a:lnTo>
                    <a:pt x="100293" y="343158"/>
                  </a:lnTo>
                  <a:lnTo>
                    <a:pt x="99077" y="345410"/>
                  </a:lnTo>
                  <a:lnTo>
                    <a:pt x="98526" y="346889"/>
                  </a:lnTo>
                  <a:lnTo>
                    <a:pt x="97764" y="348628"/>
                  </a:lnTo>
                  <a:lnTo>
                    <a:pt x="96911" y="350941"/>
                  </a:lnTo>
                  <a:lnTo>
                    <a:pt x="97136" y="352907"/>
                  </a:lnTo>
                  <a:lnTo>
                    <a:pt x="97741" y="355187"/>
                  </a:lnTo>
                  <a:lnTo>
                    <a:pt x="98172" y="358019"/>
                  </a:lnTo>
                  <a:lnTo>
                    <a:pt x="98149" y="360554"/>
                  </a:lnTo>
                  <a:lnTo>
                    <a:pt x="95060" y="364144"/>
                  </a:lnTo>
                  <a:lnTo>
                    <a:pt x="95313" y="365380"/>
                  </a:lnTo>
                  <a:lnTo>
                    <a:pt x="95775" y="366822"/>
                  </a:lnTo>
                  <a:lnTo>
                    <a:pt x="95779" y="369438"/>
                  </a:lnTo>
                  <a:lnTo>
                    <a:pt x="95692" y="374032"/>
                  </a:lnTo>
                  <a:lnTo>
                    <a:pt x="95069" y="375681"/>
                  </a:lnTo>
                  <a:lnTo>
                    <a:pt x="94262" y="377315"/>
                  </a:lnTo>
                  <a:lnTo>
                    <a:pt x="93764" y="379426"/>
                  </a:lnTo>
                  <a:lnTo>
                    <a:pt x="93273" y="380455"/>
                  </a:lnTo>
                  <a:lnTo>
                    <a:pt x="92394" y="381756"/>
                  </a:lnTo>
                  <a:lnTo>
                    <a:pt x="91192" y="383058"/>
                  </a:lnTo>
                  <a:lnTo>
                    <a:pt x="89108" y="384205"/>
                  </a:lnTo>
                  <a:lnTo>
                    <a:pt x="87439" y="384967"/>
                  </a:lnTo>
                  <a:lnTo>
                    <a:pt x="86810" y="385710"/>
                  </a:lnTo>
                  <a:lnTo>
                    <a:pt x="85925" y="387249"/>
                  </a:lnTo>
                  <a:lnTo>
                    <a:pt x="85218" y="389092"/>
                  </a:lnTo>
                  <a:lnTo>
                    <a:pt x="85049" y="391086"/>
                  </a:lnTo>
                  <a:lnTo>
                    <a:pt x="85189" y="393365"/>
                  </a:lnTo>
                  <a:lnTo>
                    <a:pt x="85436" y="395240"/>
                  </a:lnTo>
                  <a:lnTo>
                    <a:pt x="85747" y="396514"/>
                  </a:lnTo>
                  <a:lnTo>
                    <a:pt x="85934" y="398118"/>
                  </a:lnTo>
                  <a:lnTo>
                    <a:pt x="85680" y="402452"/>
                  </a:lnTo>
                  <a:lnTo>
                    <a:pt x="85076" y="407470"/>
                  </a:lnTo>
                  <a:lnTo>
                    <a:pt x="84496" y="409707"/>
                  </a:lnTo>
                  <a:lnTo>
                    <a:pt x="83560" y="410935"/>
                  </a:lnTo>
                  <a:lnTo>
                    <a:pt x="82752" y="412304"/>
                  </a:lnTo>
                  <a:lnTo>
                    <a:pt x="83020" y="415594"/>
                  </a:lnTo>
                  <a:lnTo>
                    <a:pt x="83159" y="420312"/>
                  </a:lnTo>
                  <a:lnTo>
                    <a:pt x="82933" y="424077"/>
                  </a:lnTo>
                  <a:lnTo>
                    <a:pt x="82892" y="426408"/>
                  </a:lnTo>
                  <a:lnTo>
                    <a:pt x="82551" y="428820"/>
                  </a:lnTo>
                  <a:lnTo>
                    <a:pt x="82349" y="430517"/>
                  </a:lnTo>
                  <a:lnTo>
                    <a:pt x="81947" y="430105"/>
                  </a:lnTo>
                  <a:lnTo>
                    <a:pt x="80268" y="430305"/>
                  </a:lnTo>
                  <a:lnTo>
                    <a:pt x="78446" y="431594"/>
                  </a:lnTo>
                  <a:lnTo>
                    <a:pt x="77808" y="432623"/>
                  </a:lnTo>
                  <a:lnTo>
                    <a:pt x="77669" y="434027"/>
                  </a:lnTo>
                  <a:lnTo>
                    <a:pt x="77266" y="434976"/>
                  </a:lnTo>
                  <a:lnTo>
                    <a:pt x="76681" y="436040"/>
                  </a:lnTo>
                  <a:lnTo>
                    <a:pt x="76121" y="437348"/>
                  </a:lnTo>
                  <a:lnTo>
                    <a:pt x="75115" y="437139"/>
                  </a:lnTo>
                  <a:lnTo>
                    <a:pt x="74143" y="436246"/>
                  </a:lnTo>
                  <a:lnTo>
                    <a:pt x="73638" y="435375"/>
                  </a:lnTo>
                  <a:lnTo>
                    <a:pt x="73602" y="434855"/>
                  </a:lnTo>
                  <a:lnTo>
                    <a:pt x="73923" y="433580"/>
                  </a:lnTo>
                  <a:lnTo>
                    <a:pt x="74195" y="432189"/>
                  </a:lnTo>
                  <a:lnTo>
                    <a:pt x="74219" y="431277"/>
                  </a:lnTo>
                  <a:lnTo>
                    <a:pt x="73889" y="429032"/>
                  </a:lnTo>
                  <a:lnTo>
                    <a:pt x="73621" y="426614"/>
                  </a:lnTo>
                  <a:lnTo>
                    <a:pt x="73732" y="425449"/>
                  </a:lnTo>
                  <a:lnTo>
                    <a:pt x="73493" y="421891"/>
                  </a:lnTo>
                  <a:lnTo>
                    <a:pt x="73360" y="421710"/>
                  </a:lnTo>
                  <a:lnTo>
                    <a:pt x="72087" y="422633"/>
                  </a:lnTo>
                  <a:lnTo>
                    <a:pt x="71617" y="422861"/>
                  </a:lnTo>
                  <a:lnTo>
                    <a:pt x="71352" y="423255"/>
                  </a:lnTo>
                  <a:lnTo>
                    <a:pt x="71270" y="423936"/>
                  </a:lnTo>
                  <a:lnTo>
                    <a:pt x="71576" y="426193"/>
                  </a:lnTo>
                  <a:lnTo>
                    <a:pt x="71376" y="426584"/>
                  </a:lnTo>
                  <a:lnTo>
                    <a:pt x="70661" y="426521"/>
                  </a:lnTo>
                  <a:lnTo>
                    <a:pt x="69662" y="425777"/>
                  </a:lnTo>
                  <a:lnTo>
                    <a:pt x="68570" y="423708"/>
                  </a:lnTo>
                  <a:lnTo>
                    <a:pt x="68300" y="424377"/>
                  </a:lnTo>
                  <a:lnTo>
                    <a:pt x="68181" y="426025"/>
                  </a:lnTo>
                  <a:lnTo>
                    <a:pt x="68109" y="427976"/>
                  </a:lnTo>
                  <a:lnTo>
                    <a:pt x="68385" y="431517"/>
                  </a:lnTo>
                  <a:lnTo>
                    <a:pt x="68094" y="432779"/>
                  </a:lnTo>
                  <a:lnTo>
                    <a:pt x="67363" y="432553"/>
                  </a:lnTo>
                  <a:lnTo>
                    <a:pt x="66383" y="432557"/>
                  </a:lnTo>
                  <a:lnTo>
                    <a:pt x="65528" y="432909"/>
                  </a:lnTo>
                  <a:lnTo>
                    <a:pt x="64961" y="432990"/>
                  </a:lnTo>
                  <a:lnTo>
                    <a:pt x="64605" y="434254"/>
                  </a:lnTo>
                  <a:lnTo>
                    <a:pt x="64456" y="435663"/>
                  </a:lnTo>
                  <a:lnTo>
                    <a:pt x="64796" y="437233"/>
                  </a:lnTo>
                  <a:lnTo>
                    <a:pt x="64743" y="437898"/>
                  </a:lnTo>
                  <a:lnTo>
                    <a:pt x="64484" y="438506"/>
                  </a:lnTo>
                  <a:lnTo>
                    <a:pt x="64147" y="438872"/>
                  </a:lnTo>
                  <a:lnTo>
                    <a:pt x="63871" y="438827"/>
                  </a:lnTo>
                  <a:lnTo>
                    <a:pt x="63077" y="437092"/>
                  </a:lnTo>
                  <a:lnTo>
                    <a:pt x="62133" y="436437"/>
                  </a:lnTo>
                  <a:lnTo>
                    <a:pt x="59929" y="435441"/>
                  </a:lnTo>
                  <a:lnTo>
                    <a:pt x="59663" y="433055"/>
                  </a:lnTo>
                  <a:lnTo>
                    <a:pt x="59300" y="433020"/>
                  </a:lnTo>
                  <a:lnTo>
                    <a:pt x="58791" y="431760"/>
                  </a:lnTo>
                  <a:lnTo>
                    <a:pt x="58287" y="430110"/>
                  </a:lnTo>
                  <a:lnTo>
                    <a:pt x="57862" y="430198"/>
                  </a:lnTo>
                  <a:lnTo>
                    <a:pt x="57505" y="430658"/>
                  </a:lnTo>
                  <a:lnTo>
                    <a:pt x="56298" y="430475"/>
                  </a:lnTo>
                  <a:lnTo>
                    <a:pt x="55226" y="432991"/>
                  </a:lnTo>
                  <a:lnTo>
                    <a:pt x="54433" y="436115"/>
                  </a:lnTo>
                  <a:lnTo>
                    <a:pt x="53581" y="437617"/>
                  </a:lnTo>
                  <a:lnTo>
                    <a:pt x="52644" y="438275"/>
                  </a:lnTo>
                  <a:lnTo>
                    <a:pt x="52283" y="438304"/>
                  </a:lnTo>
                  <a:lnTo>
                    <a:pt x="52479" y="436323"/>
                  </a:lnTo>
                  <a:lnTo>
                    <a:pt x="52343" y="434878"/>
                  </a:lnTo>
                  <a:lnTo>
                    <a:pt x="52080" y="433594"/>
                  </a:lnTo>
                  <a:lnTo>
                    <a:pt x="49347" y="430163"/>
                  </a:lnTo>
                  <a:lnTo>
                    <a:pt x="48919" y="428745"/>
                  </a:lnTo>
                  <a:lnTo>
                    <a:pt x="48493" y="424856"/>
                  </a:lnTo>
                  <a:lnTo>
                    <a:pt x="48218" y="420958"/>
                  </a:lnTo>
                  <a:lnTo>
                    <a:pt x="48248" y="418670"/>
                  </a:lnTo>
                  <a:lnTo>
                    <a:pt x="48435" y="416627"/>
                  </a:lnTo>
                  <a:lnTo>
                    <a:pt x="48357" y="415041"/>
                  </a:lnTo>
                  <a:lnTo>
                    <a:pt x="48056" y="413833"/>
                  </a:lnTo>
                  <a:lnTo>
                    <a:pt x="47239" y="412672"/>
                  </a:lnTo>
                  <a:lnTo>
                    <a:pt x="46383" y="412126"/>
                  </a:lnTo>
                  <a:lnTo>
                    <a:pt x="45300" y="413654"/>
                  </a:lnTo>
                  <a:lnTo>
                    <a:pt x="44780" y="413942"/>
                  </a:lnTo>
                  <a:lnTo>
                    <a:pt x="44293" y="413838"/>
                  </a:lnTo>
                  <a:lnTo>
                    <a:pt x="44043" y="413276"/>
                  </a:lnTo>
                  <a:lnTo>
                    <a:pt x="44077" y="412497"/>
                  </a:lnTo>
                  <a:lnTo>
                    <a:pt x="45255" y="408326"/>
                  </a:lnTo>
                  <a:lnTo>
                    <a:pt x="45827" y="406585"/>
                  </a:lnTo>
                  <a:lnTo>
                    <a:pt x="46519" y="405261"/>
                  </a:lnTo>
                  <a:lnTo>
                    <a:pt x="46985" y="404552"/>
                  </a:lnTo>
                  <a:lnTo>
                    <a:pt x="47285" y="403527"/>
                  </a:lnTo>
                  <a:lnTo>
                    <a:pt x="47311" y="402725"/>
                  </a:lnTo>
                  <a:lnTo>
                    <a:pt x="47202" y="402142"/>
                  </a:lnTo>
                  <a:lnTo>
                    <a:pt x="46432" y="401376"/>
                  </a:lnTo>
                  <a:lnTo>
                    <a:pt x="45237" y="399430"/>
                  </a:lnTo>
                  <a:lnTo>
                    <a:pt x="44598" y="399222"/>
                  </a:lnTo>
                  <a:lnTo>
                    <a:pt x="44064" y="398339"/>
                  </a:lnTo>
                  <a:lnTo>
                    <a:pt x="43498" y="395302"/>
                  </a:lnTo>
                  <a:lnTo>
                    <a:pt x="43234" y="394719"/>
                  </a:lnTo>
                  <a:lnTo>
                    <a:pt x="42665" y="394401"/>
                  </a:lnTo>
                  <a:lnTo>
                    <a:pt x="42150" y="393663"/>
                  </a:lnTo>
                  <a:lnTo>
                    <a:pt x="42174" y="389706"/>
                  </a:lnTo>
                  <a:lnTo>
                    <a:pt x="42195" y="386297"/>
                  </a:lnTo>
                  <a:lnTo>
                    <a:pt x="41031" y="380800"/>
                  </a:lnTo>
                  <a:lnTo>
                    <a:pt x="40580" y="377341"/>
                  </a:lnTo>
                  <a:lnTo>
                    <a:pt x="39994" y="373786"/>
                  </a:lnTo>
                  <a:lnTo>
                    <a:pt x="39456" y="372118"/>
                  </a:lnTo>
                  <a:lnTo>
                    <a:pt x="38513" y="370712"/>
                  </a:lnTo>
                  <a:lnTo>
                    <a:pt x="37354" y="369739"/>
                  </a:lnTo>
                  <a:lnTo>
                    <a:pt x="36325" y="369520"/>
                  </a:lnTo>
                  <a:lnTo>
                    <a:pt x="35530" y="369844"/>
                  </a:lnTo>
                  <a:lnTo>
                    <a:pt x="35163" y="370277"/>
                  </a:lnTo>
                  <a:lnTo>
                    <a:pt x="35184" y="370940"/>
                  </a:lnTo>
                  <a:lnTo>
                    <a:pt x="35827" y="373192"/>
                  </a:lnTo>
                  <a:lnTo>
                    <a:pt x="35940" y="374441"/>
                  </a:lnTo>
                  <a:lnTo>
                    <a:pt x="35835" y="375652"/>
                  </a:lnTo>
                  <a:lnTo>
                    <a:pt x="35617" y="376460"/>
                  </a:lnTo>
                  <a:lnTo>
                    <a:pt x="35045" y="376548"/>
                  </a:lnTo>
                  <a:lnTo>
                    <a:pt x="34048" y="377250"/>
                  </a:lnTo>
                  <a:lnTo>
                    <a:pt x="32818" y="378615"/>
                  </a:lnTo>
                  <a:lnTo>
                    <a:pt x="31958" y="379778"/>
                  </a:lnTo>
                  <a:lnTo>
                    <a:pt x="31270" y="382752"/>
                  </a:lnTo>
                  <a:lnTo>
                    <a:pt x="30792" y="383123"/>
                  </a:lnTo>
                  <a:lnTo>
                    <a:pt x="29979" y="382752"/>
                  </a:lnTo>
                  <a:lnTo>
                    <a:pt x="27664" y="380566"/>
                  </a:lnTo>
                  <a:lnTo>
                    <a:pt x="25757" y="378764"/>
                  </a:lnTo>
                  <a:lnTo>
                    <a:pt x="24444" y="377724"/>
                  </a:lnTo>
                  <a:lnTo>
                    <a:pt x="23651" y="378385"/>
                  </a:lnTo>
                  <a:lnTo>
                    <a:pt x="23251" y="378702"/>
                  </a:lnTo>
                  <a:lnTo>
                    <a:pt x="22117" y="379910"/>
                  </a:lnTo>
                  <a:lnTo>
                    <a:pt x="20609" y="384294"/>
                  </a:lnTo>
                  <a:lnTo>
                    <a:pt x="20250" y="385744"/>
                  </a:lnTo>
                  <a:lnTo>
                    <a:pt x="19949" y="386208"/>
                  </a:lnTo>
                  <a:lnTo>
                    <a:pt x="19539" y="386979"/>
                  </a:lnTo>
                  <a:lnTo>
                    <a:pt x="19150" y="387000"/>
                  </a:lnTo>
                  <a:lnTo>
                    <a:pt x="18837" y="386476"/>
                  </a:lnTo>
                  <a:lnTo>
                    <a:pt x="18739" y="386157"/>
                  </a:lnTo>
                  <a:lnTo>
                    <a:pt x="17965" y="382994"/>
                  </a:lnTo>
                  <a:lnTo>
                    <a:pt x="17116" y="379520"/>
                  </a:lnTo>
                  <a:lnTo>
                    <a:pt x="16421" y="377944"/>
                  </a:lnTo>
                  <a:lnTo>
                    <a:pt x="15551" y="377875"/>
                  </a:lnTo>
                  <a:lnTo>
                    <a:pt x="14804" y="378960"/>
                  </a:lnTo>
                  <a:lnTo>
                    <a:pt x="14031" y="381200"/>
                  </a:lnTo>
                  <a:lnTo>
                    <a:pt x="13051" y="383273"/>
                  </a:lnTo>
                  <a:lnTo>
                    <a:pt x="12429" y="383887"/>
                  </a:lnTo>
                  <a:lnTo>
                    <a:pt x="11887" y="383551"/>
                  </a:lnTo>
                  <a:lnTo>
                    <a:pt x="10553" y="380934"/>
                  </a:lnTo>
                  <a:lnTo>
                    <a:pt x="9605" y="379074"/>
                  </a:lnTo>
                  <a:lnTo>
                    <a:pt x="9486" y="378138"/>
                  </a:lnTo>
                  <a:lnTo>
                    <a:pt x="9823" y="376704"/>
                  </a:lnTo>
                  <a:lnTo>
                    <a:pt x="10152" y="374574"/>
                  </a:lnTo>
                  <a:lnTo>
                    <a:pt x="10512" y="372847"/>
                  </a:lnTo>
                  <a:lnTo>
                    <a:pt x="10861" y="372058"/>
                  </a:lnTo>
                  <a:lnTo>
                    <a:pt x="10946" y="369846"/>
                  </a:lnTo>
                  <a:lnTo>
                    <a:pt x="10137" y="368289"/>
                  </a:lnTo>
                  <a:lnTo>
                    <a:pt x="10115" y="367527"/>
                  </a:lnTo>
                  <a:lnTo>
                    <a:pt x="10194" y="365463"/>
                  </a:lnTo>
                  <a:lnTo>
                    <a:pt x="10557" y="361092"/>
                  </a:lnTo>
                  <a:lnTo>
                    <a:pt x="10519" y="359426"/>
                  </a:lnTo>
                  <a:lnTo>
                    <a:pt x="10849" y="356172"/>
                  </a:lnTo>
                  <a:lnTo>
                    <a:pt x="10318" y="354706"/>
                  </a:lnTo>
                  <a:lnTo>
                    <a:pt x="10194" y="353624"/>
                  </a:lnTo>
                  <a:lnTo>
                    <a:pt x="9601" y="351889"/>
                  </a:lnTo>
                  <a:lnTo>
                    <a:pt x="8919" y="349427"/>
                  </a:lnTo>
                  <a:lnTo>
                    <a:pt x="8761" y="347456"/>
                  </a:lnTo>
                  <a:lnTo>
                    <a:pt x="8522" y="345888"/>
                  </a:lnTo>
                  <a:lnTo>
                    <a:pt x="7868" y="343529"/>
                  </a:lnTo>
                  <a:lnTo>
                    <a:pt x="7387" y="343159"/>
                  </a:lnTo>
                  <a:lnTo>
                    <a:pt x="6366" y="342800"/>
                  </a:lnTo>
                  <a:lnTo>
                    <a:pt x="6195" y="343611"/>
                  </a:lnTo>
                  <a:lnTo>
                    <a:pt x="5816" y="344787"/>
                  </a:lnTo>
                  <a:lnTo>
                    <a:pt x="5471" y="345126"/>
                  </a:lnTo>
                  <a:lnTo>
                    <a:pt x="4909" y="343686"/>
                  </a:lnTo>
                  <a:lnTo>
                    <a:pt x="4696" y="342452"/>
                  </a:lnTo>
                  <a:lnTo>
                    <a:pt x="4704" y="341326"/>
                  </a:lnTo>
                  <a:lnTo>
                    <a:pt x="3942" y="339362"/>
                  </a:lnTo>
                  <a:lnTo>
                    <a:pt x="2759" y="335752"/>
                  </a:lnTo>
                  <a:lnTo>
                    <a:pt x="2881" y="332773"/>
                  </a:lnTo>
                  <a:lnTo>
                    <a:pt x="3612" y="331171"/>
                  </a:lnTo>
                  <a:lnTo>
                    <a:pt x="3829" y="329963"/>
                  </a:lnTo>
                  <a:lnTo>
                    <a:pt x="3896" y="328594"/>
                  </a:lnTo>
                  <a:lnTo>
                    <a:pt x="3565" y="326955"/>
                  </a:lnTo>
                  <a:lnTo>
                    <a:pt x="3174" y="325658"/>
                  </a:lnTo>
                  <a:lnTo>
                    <a:pt x="3283" y="322787"/>
                  </a:lnTo>
                  <a:lnTo>
                    <a:pt x="3186" y="318807"/>
                  </a:lnTo>
                  <a:lnTo>
                    <a:pt x="2586" y="316806"/>
                  </a:lnTo>
                  <a:lnTo>
                    <a:pt x="2044" y="315356"/>
                  </a:lnTo>
                  <a:lnTo>
                    <a:pt x="1284" y="313779"/>
                  </a:lnTo>
                  <a:lnTo>
                    <a:pt x="636" y="311358"/>
                  </a:lnTo>
                  <a:lnTo>
                    <a:pt x="899" y="308032"/>
                  </a:lnTo>
                  <a:lnTo>
                    <a:pt x="1146" y="305757"/>
                  </a:lnTo>
                  <a:lnTo>
                    <a:pt x="0" y="301003"/>
                  </a:lnTo>
                  <a:lnTo>
                    <a:pt x="2144" y="302884"/>
                  </a:lnTo>
                  <a:lnTo>
                    <a:pt x="2426" y="302264"/>
                  </a:lnTo>
                  <a:lnTo>
                    <a:pt x="3156" y="301124"/>
                  </a:lnTo>
                  <a:lnTo>
                    <a:pt x="4139" y="298702"/>
                  </a:lnTo>
                  <a:lnTo>
                    <a:pt x="4969" y="295503"/>
                  </a:lnTo>
                  <a:lnTo>
                    <a:pt x="5342" y="291537"/>
                  </a:lnTo>
                  <a:lnTo>
                    <a:pt x="5506" y="288124"/>
                  </a:lnTo>
                  <a:lnTo>
                    <a:pt x="5876" y="285233"/>
                  </a:lnTo>
                  <a:lnTo>
                    <a:pt x="6342" y="282786"/>
                  </a:lnTo>
                  <a:lnTo>
                    <a:pt x="7370" y="280229"/>
                  </a:lnTo>
                  <a:lnTo>
                    <a:pt x="8334" y="278421"/>
                  </a:lnTo>
                  <a:lnTo>
                    <a:pt x="9480" y="276543"/>
                  </a:lnTo>
                  <a:lnTo>
                    <a:pt x="10059" y="276880"/>
                  </a:lnTo>
                  <a:lnTo>
                    <a:pt x="11151" y="279499"/>
                  </a:lnTo>
                  <a:lnTo>
                    <a:pt x="13543" y="284763"/>
                  </a:lnTo>
                  <a:lnTo>
                    <a:pt x="15516" y="288774"/>
                  </a:lnTo>
                  <a:lnTo>
                    <a:pt x="16237" y="290895"/>
                  </a:lnTo>
                  <a:lnTo>
                    <a:pt x="16879" y="290913"/>
                  </a:lnTo>
                  <a:lnTo>
                    <a:pt x="17860" y="287035"/>
                  </a:lnTo>
                  <a:lnTo>
                    <a:pt x="18873" y="283691"/>
                  </a:lnTo>
                  <a:lnTo>
                    <a:pt x="19304" y="282871"/>
                  </a:lnTo>
                  <a:lnTo>
                    <a:pt x="20645" y="282510"/>
                  </a:lnTo>
                  <a:lnTo>
                    <a:pt x="21784" y="282365"/>
                  </a:lnTo>
                  <a:lnTo>
                    <a:pt x="22775" y="282419"/>
                  </a:lnTo>
                  <a:lnTo>
                    <a:pt x="24599" y="283067"/>
                  </a:lnTo>
                  <a:lnTo>
                    <a:pt x="25433" y="283657"/>
                  </a:lnTo>
                  <a:lnTo>
                    <a:pt x="26215" y="284022"/>
                  </a:lnTo>
                  <a:lnTo>
                    <a:pt x="28508" y="284315"/>
                  </a:lnTo>
                  <a:lnTo>
                    <a:pt x="30779" y="283497"/>
                  </a:lnTo>
                  <a:lnTo>
                    <a:pt x="32939" y="282440"/>
                  </a:lnTo>
                  <a:lnTo>
                    <a:pt x="34534" y="281821"/>
                  </a:lnTo>
                  <a:lnTo>
                    <a:pt x="34615" y="280241"/>
                  </a:lnTo>
                  <a:lnTo>
                    <a:pt x="34525" y="278374"/>
                  </a:lnTo>
                  <a:lnTo>
                    <a:pt x="34782" y="276950"/>
                  </a:lnTo>
                  <a:lnTo>
                    <a:pt x="35285" y="275632"/>
                  </a:lnTo>
                  <a:lnTo>
                    <a:pt x="35708" y="275344"/>
                  </a:lnTo>
                  <a:lnTo>
                    <a:pt x="35893" y="279827"/>
                  </a:lnTo>
                  <a:lnTo>
                    <a:pt x="36402" y="280502"/>
                  </a:lnTo>
                  <a:lnTo>
                    <a:pt x="37826" y="280701"/>
                  </a:lnTo>
                  <a:lnTo>
                    <a:pt x="40139" y="280701"/>
                  </a:lnTo>
                  <a:lnTo>
                    <a:pt x="42624" y="280701"/>
                  </a:lnTo>
                  <a:lnTo>
                    <a:pt x="45110" y="280700"/>
                  </a:lnTo>
                  <a:lnTo>
                    <a:pt x="47596" y="280700"/>
                  </a:lnTo>
                  <a:lnTo>
                    <a:pt x="50081" y="280700"/>
                  </a:lnTo>
                  <a:lnTo>
                    <a:pt x="52567" y="280700"/>
                  </a:lnTo>
                  <a:lnTo>
                    <a:pt x="55052" y="280700"/>
                  </a:lnTo>
                  <a:lnTo>
                    <a:pt x="57538" y="280700"/>
                  </a:lnTo>
                  <a:lnTo>
                    <a:pt x="60023" y="280698"/>
                  </a:lnTo>
                  <a:lnTo>
                    <a:pt x="62509" y="280698"/>
                  </a:lnTo>
                  <a:lnTo>
                    <a:pt x="64995" y="280698"/>
                  </a:lnTo>
                  <a:lnTo>
                    <a:pt x="67480" y="280698"/>
                  </a:lnTo>
                  <a:lnTo>
                    <a:pt x="69966" y="280698"/>
                  </a:lnTo>
                  <a:lnTo>
                    <a:pt x="72451" y="280698"/>
                  </a:lnTo>
                  <a:lnTo>
                    <a:pt x="74937" y="280697"/>
                  </a:lnTo>
                  <a:lnTo>
                    <a:pt x="77422" y="280695"/>
                  </a:lnTo>
                  <a:lnTo>
                    <a:pt x="79908" y="280695"/>
                  </a:lnTo>
                  <a:lnTo>
                    <a:pt x="82484" y="280695"/>
                  </a:lnTo>
                  <a:lnTo>
                    <a:pt x="83177" y="272034"/>
                  </a:lnTo>
                  <a:lnTo>
                    <a:pt x="83812" y="264100"/>
                  </a:lnTo>
                  <a:lnTo>
                    <a:pt x="84344" y="257453"/>
                  </a:lnTo>
                  <a:lnTo>
                    <a:pt x="82519" y="252749"/>
                  </a:lnTo>
                  <a:lnTo>
                    <a:pt x="81068" y="249008"/>
                  </a:lnTo>
                  <a:lnTo>
                    <a:pt x="80732" y="241889"/>
                  </a:lnTo>
                  <a:lnTo>
                    <a:pt x="80385" y="234541"/>
                  </a:lnTo>
                  <a:lnTo>
                    <a:pt x="80038" y="227194"/>
                  </a:lnTo>
                  <a:lnTo>
                    <a:pt x="79691" y="219846"/>
                  </a:lnTo>
                  <a:lnTo>
                    <a:pt x="79344" y="212497"/>
                  </a:lnTo>
                  <a:lnTo>
                    <a:pt x="78997" y="205149"/>
                  </a:lnTo>
                  <a:lnTo>
                    <a:pt x="78650" y="197802"/>
                  </a:lnTo>
                  <a:lnTo>
                    <a:pt x="78303" y="190454"/>
                  </a:lnTo>
                  <a:lnTo>
                    <a:pt x="77955" y="183107"/>
                  </a:lnTo>
                  <a:lnTo>
                    <a:pt x="77609" y="175760"/>
                  </a:lnTo>
                  <a:lnTo>
                    <a:pt x="77262" y="168412"/>
                  </a:lnTo>
                  <a:lnTo>
                    <a:pt x="76915" y="161063"/>
                  </a:lnTo>
                  <a:lnTo>
                    <a:pt x="76568" y="153717"/>
                  </a:lnTo>
                  <a:lnTo>
                    <a:pt x="76221" y="146368"/>
                  </a:lnTo>
                  <a:lnTo>
                    <a:pt x="75874" y="139020"/>
                  </a:lnTo>
                  <a:lnTo>
                    <a:pt x="75526" y="131673"/>
                  </a:lnTo>
                  <a:lnTo>
                    <a:pt x="75180" y="124325"/>
                  </a:lnTo>
                  <a:lnTo>
                    <a:pt x="74832" y="116976"/>
                  </a:lnTo>
                  <a:lnTo>
                    <a:pt x="74486" y="109628"/>
                  </a:lnTo>
                  <a:lnTo>
                    <a:pt x="74139" y="102281"/>
                  </a:lnTo>
                  <a:lnTo>
                    <a:pt x="73792" y="94933"/>
                  </a:lnTo>
                  <a:lnTo>
                    <a:pt x="73445" y="87585"/>
                  </a:lnTo>
                  <a:lnTo>
                    <a:pt x="73097" y="80238"/>
                  </a:lnTo>
                  <a:lnTo>
                    <a:pt x="72751" y="72890"/>
                  </a:lnTo>
                  <a:lnTo>
                    <a:pt x="72403" y="65543"/>
                  </a:lnTo>
                  <a:lnTo>
                    <a:pt x="72056" y="58196"/>
                  </a:lnTo>
                  <a:lnTo>
                    <a:pt x="71709" y="50848"/>
                  </a:lnTo>
                  <a:lnTo>
                    <a:pt x="71363" y="43499"/>
                  </a:lnTo>
                  <a:lnTo>
                    <a:pt x="71016" y="36151"/>
                  </a:lnTo>
                  <a:lnTo>
                    <a:pt x="70668" y="28804"/>
                  </a:lnTo>
                  <a:lnTo>
                    <a:pt x="70322" y="21456"/>
                  </a:lnTo>
                  <a:lnTo>
                    <a:pt x="69974" y="14107"/>
                  </a:lnTo>
                  <a:lnTo>
                    <a:pt x="69628" y="6761"/>
                  </a:lnTo>
                  <a:lnTo>
                    <a:pt x="69302" y="28"/>
                  </a:lnTo>
                  <a:lnTo>
                    <a:pt x="73042" y="23"/>
                  </a:lnTo>
                  <a:lnTo>
                    <a:pt x="77032" y="18"/>
                  </a:lnTo>
                  <a:lnTo>
                    <a:pt x="80921" y="12"/>
                  </a:lnTo>
                  <a:lnTo>
                    <a:pt x="86623" y="5"/>
                  </a:lnTo>
                  <a:lnTo>
                    <a:pt x="90892" y="0"/>
                  </a:lnTo>
                  <a:lnTo>
                    <a:pt x="94616" y="5647"/>
                  </a:lnTo>
                  <a:lnTo>
                    <a:pt x="97988" y="10994"/>
                  </a:lnTo>
                  <a:lnTo>
                    <a:pt x="101980" y="17319"/>
                  </a:lnTo>
                  <a:lnTo>
                    <a:pt x="105971" y="23646"/>
                  </a:lnTo>
                  <a:lnTo>
                    <a:pt x="109962" y="29973"/>
                  </a:lnTo>
                  <a:lnTo>
                    <a:pt x="113953" y="36299"/>
                  </a:lnTo>
                  <a:lnTo>
                    <a:pt x="117944" y="42626"/>
                  </a:lnTo>
                  <a:lnTo>
                    <a:pt x="121935" y="48955"/>
                  </a:lnTo>
                  <a:lnTo>
                    <a:pt x="125926" y="55280"/>
                  </a:lnTo>
                  <a:lnTo>
                    <a:pt x="129918" y="61608"/>
                  </a:lnTo>
                  <a:lnTo>
                    <a:pt x="133908" y="67935"/>
                  </a:lnTo>
                  <a:lnTo>
                    <a:pt x="137899" y="74260"/>
                  </a:lnTo>
                  <a:lnTo>
                    <a:pt x="141891" y="80588"/>
                  </a:lnTo>
                  <a:lnTo>
                    <a:pt x="145881" y="86915"/>
                  </a:lnTo>
                  <a:lnTo>
                    <a:pt x="149666" y="92912"/>
                  </a:lnTo>
                  <a:lnTo>
                    <a:pt x="149873" y="93241"/>
                  </a:lnTo>
                  <a:lnTo>
                    <a:pt x="153864" y="99569"/>
                  </a:lnTo>
                  <a:lnTo>
                    <a:pt x="157854" y="105896"/>
                  </a:lnTo>
                  <a:lnTo>
                    <a:pt x="161846" y="112222"/>
                  </a:lnTo>
                  <a:lnTo>
                    <a:pt x="163627" y="115045"/>
                  </a:lnTo>
                  <a:lnTo>
                    <a:pt x="163793" y="116219"/>
                  </a:lnTo>
                  <a:lnTo>
                    <a:pt x="163959" y="118598"/>
                  </a:lnTo>
                  <a:lnTo>
                    <a:pt x="163853" y="121278"/>
                  </a:lnTo>
                  <a:lnTo>
                    <a:pt x="163873" y="123461"/>
                  </a:lnTo>
                  <a:lnTo>
                    <a:pt x="164399" y="124942"/>
                  </a:lnTo>
                  <a:lnTo>
                    <a:pt x="165390" y="126529"/>
                  </a:lnTo>
                  <a:lnTo>
                    <a:pt x="169295" y="131198"/>
                  </a:lnTo>
                  <a:lnTo>
                    <a:pt x="169605" y="132120"/>
                  </a:lnTo>
                  <a:lnTo>
                    <a:pt x="169743" y="134057"/>
                  </a:lnTo>
                  <a:lnTo>
                    <a:pt x="170207" y="136434"/>
                  </a:lnTo>
                  <a:lnTo>
                    <a:pt x="171033" y="137817"/>
                  </a:lnTo>
                  <a:lnTo>
                    <a:pt x="171998" y="138842"/>
                  </a:lnTo>
                  <a:lnTo>
                    <a:pt x="173173" y="139557"/>
                  </a:lnTo>
                  <a:lnTo>
                    <a:pt x="176713" y="140293"/>
                  </a:lnTo>
                  <a:lnTo>
                    <a:pt x="177463" y="141401"/>
                  </a:lnTo>
                  <a:lnTo>
                    <a:pt x="178990" y="145728"/>
                  </a:lnTo>
                  <a:lnTo>
                    <a:pt x="179820" y="146580"/>
                  </a:lnTo>
                  <a:lnTo>
                    <a:pt x="182179" y="147824"/>
                  </a:lnTo>
                  <a:lnTo>
                    <a:pt x="183887" y="148518"/>
                  </a:lnTo>
                  <a:lnTo>
                    <a:pt x="184591" y="148916"/>
                  </a:lnTo>
                  <a:lnTo>
                    <a:pt x="186136" y="150079"/>
                  </a:lnTo>
                  <a:lnTo>
                    <a:pt x="187815" y="152041"/>
                  </a:lnTo>
                  <a:lnTo>
                    <a:pt x="188710" y="153829"/>
                  </a:lnTo>
                  <a:lnTo>
                    <a:pt x="188707" y="154389"/>
                  </a:lnTo>
                  <a:lnTo>
                    <a:pt x="188698" y="155939"/>
                  </a:lnTo>
                  <a:lnTo>
                    <a:pt x="188685" y="160605"/>
                  </a:lnTo>
                  <a:lnTo>
                    <a:pt x="188995" y="163170"/>
                  </a:lnTo>
                  <a:lnTo>
                    <a:pt x="189346" y="165021"/>
                  </a:lnTo>
                  <a:lnTo>
                    <a:pt x="189328" y="166154"/>
                  </a:lnTo>
                  <a:lnTo>
                    <a:pt x="188904" y="166957"/>
                  </a:lnTo>
                  <a:lnTo>
                    <a:pt x="188572" y="167943"/>
                  </a:lnTo>
                  <a:lnTo>
                    <a:pt x="188388" y="169240"/>
                  </a:lnTo>
                  <a:lnTo>
                    <a:pt x="187908" y="170895"/>
                  </a:lnTo>
                  <a:lnTo>
                    <a:pt x="187520" y="172729"/>
                  </a:lnTo>
                  <a:lnTo>
                    <a:pt x="187687" y="174115"/>
                  </a:lnTo>
                  <a:lnTo>
                    <a:pt x="188351" y="175010"/>
                  </a:lnTo>
                  <a:lnTo>
                    <a:pt x="189347" y="176771"/>
                  </a:lnTo>
                  <a:lnTo>
                    <a:pt x="190169" y="177507"/>
                  </a:lnTo>
                  <a:lnTo>
                    <a:pt x="190572" y="177559"/>
                  </a:lnTo>
                  <a:lnTo>
                    <a:pt x="191113" y="177506"/>
                  </a:lnTo>
                  <a:lnTo>
                    <a:pt x="191575" y="177278"/>
                  </a:lnTo>
                  <a:lnTo>
                    <a:pt x="194558" y="175935"/>
                  </a:lnTo>
                  <a:lnTo>
                    <a:pt x="197320" y="174689"/>
                  </a:lnTo>
                  <a:close/>
                </a:path>
              </a:pathLst>
            </a:custGeom>
            <a:solidFill>
              <a:srgbClr val="FFF7F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7" name="pg996"/>
            <p:cNvSpPr/>
            <p:nvPr/>
          </p:nvSpPr>
          <p:spPr>
            <a:xfrm>
              <a:off x="3508628" y="2570942"/>
              <a:ext cx="2619" cy="4674"/>
            </a:xfrm>
            <a:custGeom>
              <a:avLst/>
              <a:pathLst>
                <a:path w="2619" h="4674">
                  <a:moveTo>
                    <a:pt x="2619" y="3713"/>
                  </a:moveTo>
                  <a:lnTo>
                    <a:pt x="2211" y="4674"/>
                  </a:lnTo>
                  <a:lnTo>
                    <a:pt x="1037" y="4631"/>
                  </a:lnTo>
                  <a:lnTo>
                    <a:pt x="13" y="3136"/>
                  </a:lnTo>
                  <a:lnTo>
                    <a:pt x="0" y="0"/>
                  </a:lnTo>
                  <a:lnTo>
                    <a:pt x="1183" y="620"/>
                  </a:lnTo>
                  <a:lnTo>
                    <a:pt x="2263" y="2722"/>
                  </a:lnTo>
                  <a:close/>
                </a:path>
              </a:pathLst>
            </a:custGeom>
            <a:solidFill>
              <a:srgbClr val="92C187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8" name="pg997"/>
            <p:cNvSpPr/>
            <p:nvPr/>
          </p:nvSpPr>
          <p:spPr>
            <a:xfrm>
              <a:off x="3506546" y="2568065"/>
              <a:ext cx="1712" cy="1880"/>
            </a:xfrm>
            <a:custGeom>
              <a:avLst/>
              <a:pathLst>
                <a:path w="1712" h="1880">
                  <a:moveTo>
                    <a:pt x="1622" y="1424"/>
                  </a:moveTo>
                  <a:lnTo>
                    <a:pt x="892" y="1880"/>
                  </a:lnTo>
                  <a:lnTo>
                    <a:pt x="168" y="991"/>
                  </a:lnTo>
                  <a:lnTo>
                    <a:pt x="0" y="454"/>
                  </a:lnTo>
                  <a:lnTo>
                    <a:pt x="1010" y="0"/>
                  </a:lnTo>
                  <a:lnTo>
                    <a:pt x="1503" y="398"/>
                  </a:lnTo>
                  <a:lnTo>
                    <a:pt x="1712" y="1168"/>
                  </a:lnTo>
                  <a:close/>
                </a:path>
              </a:pathLst>
            </a:custGeom>
            <a:solidFill>
              <a:srgbClr val="92C187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9" name="pg998"/>
            <p:cNvSpPr/>
            <p:nvPr/>
          </p:nvSpPr>
          <p:spPr>
            <a:xfrm>
              <a:off x="4529512" y="3337063"/>
              <a:ext cx="2116" cy="5198"/>
            </a:xfrm>
            <a:custGeom>
              <a:avLst/>
              <a:pathLst>
                <a:path w="2116" h="5198">
                  <a:moveTo>
                    <a:pt x="786" y="3482"/>
                  </a:moveTo>
                  <a:lnTo>
                    <a:pt x="198" y="5198"/>
                  </a:lnTo>
                  <a:lnTo>
                    <a:pt x="0" y="5124"/>
                  </a:lnTo>
                  <a:lnTo>
                    <a:pt x="270" y="2265"/>
                  </a:lnTo>
                  <a:lnTo>
                    <a:pt x="1250" y="180"/>
                  </a:lnTo>
                  <a:lnTo>
                    <a:pt x="2116" y="0"/>
                  </a:lnTo>
                  <a:lnTo>
                    <a:pt x="2014" y="1291"/>
                  </a:lnTo>
                  <a:lnTo>
                    <a:pt x="1379" y="2876"/>
                  </a:lnTo>
                  <a:close/>
                </a:path>
              </a:pathLst>
            </a:custGeom>
            <a:solidFill>
              <a:srgbClr val="D5E7D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0" name="pg999"/>
            <p:cNvSpPr/>
            <p:nvPr/>
          </p:nvSpPr>
          <p:spPr>
            <a:xfrm>
              <a:off x="4529054" y="3309612"/>
              <a:ext cx="2595" cy="7104"/>
            </a:xfrm>
            <a:custGeom>
              <a:avLst/>
              <a:pathLst>
                <a:path w="2595" h="7104">
                  <a:moveTo>
                    <a:pt x="1575" y="815"/>
                  </a:moveTo>
                  <a:lnTo>
                    <a:pt x="2595" y="5928"/>
                  </a:lnTo>
                  <a:lnTo>
                    <a:pt x="2484" y="6713"/>
                  </a:lnTo>
                  <a:lnTo>
                    <a:pt x="2327" y="7104"/>
                  </a:lnTo>
                  <a:lnTo>
                    <a:pt x="2087" y="6970"/>
                  </a:lnTo>
                  <a:lnTo>
                    <a:pt x="1678" y="4213"/>
                  </a:lnTo>
                  <a:lnTo>
                    <a:pt x="912" y="2434"/>
                  </a:lnTo>
                  <a:lnTo>
                    <a:pt x="0" y="2768"/>
                  </a:lnTo>
                  <a:lnTo>
                    <a:pt x="756" y="507"/>
                  </a:lnTo>
                  <a:lnTo>
                    <a:pt x="1057" y="0"/>
                  </a:lnTo>
                  <a:close/>
                </a:path>
              </a:pathLst>
            </a:custGeom>
            <a:solidFill>
              <a:srgbClr val="D5E7D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1" name="pg1000"/>
            <p:cNvSpPr/>
            <p:nvPr/>
          </p:nvSpPr>
          <p:spPr>
            <a:xfrm>
              <a:off x="4533892" y="3306461"/>
              <a:ext cx="783" cy="3770"/>
            </a:xfrm>
            <a:custGeom>
              <a:avLst/>
              <a:pathLst>
                <a:path w="783" h="3770">
                  <a:moveTo>
                    <a:pt x="783" y="3706"/>
                  </a:moveTo>
                  <a:lnTo>
                    <a:pt x="505" y="3770"/>
                  </a:lnTo>
                  <a:lnTo>
                    <a:pt x="251" y="3625"/>
                  </a:lnTo>
                  <a:lnTo>
                    <a:pt x="0" y="3168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rgbClr val="D5E7D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2" name="pg1001"/>
            <p:cNvSpPr/>
            <p:nvPr/>
          </p:nvSpPr>
          <p:spPr>
            <a:xfrm>
              <a:off x="4530356" y="3285893"/>
              <a:ext cx="1465" cy="9646"/>
            </a:xfrm>
            <a:custGeom>
              <a:avLst/>
              <a:pathLst>
                <a:path w="1465" h="9646">
                  <a:moveTo>
                    <a:pt x="418" y="9006"/>
                  </a:moveTo>
                  <a:lnTo>
                    <a:pt x="269" y="9646"/>
                  </a:lnTo>
                  <a:lnTo>
                    <a:pt x="0" y="9177"/>
                  </a:lnTo>
                  <a:lnTo>
                    <a:pt x="167" y="6377"/>
                  </a:lnTo>
                  <a:lnTo>
                    <a:pt x="630" y="4086"/>
                  </a:lnTo>
                  <a:lnTo>
                    <a:pt x="1106" y="727"/>
                  </a:lnTo>
                  <a:lnTo>
                    <a:pt x="1368" y="0"/>
                  </a:lnTo>
                  <a:lnTo>
                    <a:pt x="1465" y="1776"/>
                  </a:lnTo>
                  <a:lnTo>
                    <a:pt x="1175" y="5582"/>
                  </a:lnTo>
                  <a:lnTo>
                    <a:pt x="925" y="7664"/>
                  </a:lnTo>
                  <a:close/>
                </a:path>
              </a:pathLst>
            </a:custGeom>
            <a:solidFill>
              <a:srgbClr val="D5E7D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3" name="pg1002"/>
            <p:cNvSpPr/>
            <p:nvPr/>
          </p:nvSpPr>
          <p:spPr>
            <a:xfrm>
              <a:off x="4532661" y="3285246"/>
              <a:ext cx="2161" cy="7867"/>
            </a:xfrm>
            <a:custGeom>
              <a:avLst/>
              <a:pathLst>
                <a:path w="2161" h="7867">
                  <a:moveTo>
                    <a:pt x="2161" y="1774"/>
                  </a:moveTo>
                  <a:lnTo>
                    <a:pt x="1851" y="7867"/>
                  </a:lnTo>
                  <a:lnTo>
                    <a:pt x="1077" y="7025"/>
                  </a:lnTo>
                  <a:lnTo>
                    <a:pt x="710" y="7028"/>
                  </a:lnTo>
                  <a:lnTo>
                    <a:pt x="248" y="3586"/>
                  </a:lnTo>
                  <a:lnTo>
                    <a:pt x="280" y="2662"/>
                  </a:lnTo>
                  <a:lnTo>
                    <a:pt x="0" y="396"/>
                  </a:lnTo>
                  <a:lnTo>
                    <a:pt x="1792" y="0"/>
                  </a:lnTo>
                  <a:close/>
                </a:path>
              </a:pathLst>
            </a:custGeom>
            <a:solidFill>
              <a:srgbClr val="D5E7D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4" name="pg1003"/>
            <p:cNvSpPr/>
            <p:nvPr/>
          </p:nvSpPr>
          <p:spPr>
            <a:xfrm>
              <a:off x="4528200" y="3283611"/>
              <a:ext cx="892" cy="6602"/>
            </a:xfrm>
            <a:custGeom>
              <a:avLst/>
              <a:pathLst>
                <a:path w="892" h="6602">
                  <a:moveTo>
                    <a:pt x="793" y="4960"/>
                  </a:moveTo>
                  <a:lnTo>
                    <a:pt x="892" y="6602"/>
                  </a:lnTo>
                  <a:lnTo>
                    <a:pt x="130" y="4856"/>
                  </a:lnTo>
                  <a:lnTo>
                    <a:pt x="0" y="0"/>
                  </a:lnTo>
                  <a:lnTo>
                    <a:pt x="599" y="3060"/>
                  </a:lnTo>
                  <a:lnTo>
                    <a:pt x="858" y="3754"/>
                  </a:lnTo>
                  <a:close/>
                </a:path>
              </a:pathLst>
            </a:custGeom>
            <a:solidFill>
              <a:srgbClr val="D5E7D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5" name="pg1004"/>
            <p:cNvSpPr/>
            <p:nvPr/>
          </p:nvSpPr>
          <p:spPr>
            <a:xfrm>
              <a:off x="4533612" y="3276991"/>
              <a:ext cx="1890" cy="5462"/>
            </a:xfrm>
            <a:custGeom>
              <a:avLst/>
              <a:pathLst>
                <a:path w="1890" h="5462">
                  <a:moveTo>
                    <a:pt x="749" y="5296"/>
                  </a:moveTo>
                  <a:lnTo>
                    <a:pt x="241" y="5462"/>
                  </a:lnTo>
                  <a:lnTo>
                    <a:pt x="0" y="679"/>
                  </a:lnTo>
                  <a:lnTo>
                    <a:pt x="142" y="0"/>
                  </a:lnTo>
                  <a:lnTo>
                    <a:pt x="862" y="2337"/>
                  </a:lnTo>
                  <a:lnTo>
                    <a:pt x="1890" y="3771"/>
                  </a:lnTo>
                  <a:lnTo>
                    <a:pt x="1486" y="4703"/>
                  </a:lnTo>
                  <a:close/>
                </a:path>
              </a:pathLst>
            </a:custGeom>
            <a:solidFill>
              <a:srgbClr val="D5E7D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6" name="pg1005"/>
            <p:cNvSpPr/>
            <p:nvPr/>
          </p:nvSpPr>
          <p:spPr>
            <a:xfrm>
              <a:off x="4528528" y="3270859"/>
              <a:ext cx="1211" cy="4341"/>
            </a:xfrm>
            <a:custGeom>
              <a:avLst/>
              <a:pathLst>
                <a:path w="1211" h="4341">
                  <a:moveTo>
                    <a:pt x="1211" y="4176"/>
                  </a:moveTo>
                  <a:lnTo>
                    <a:pt x="1069" y="4341"/>
                  </a:lnTo>
                  <a:lnTo>
                    <a:pt x="867" y="4246"/>
                  </a:lnTo>
                  <a:lnTo>
                    <a:pt x="464" y="3762"/>
                  </a:lnTo>
                  <a:lnTo>
                    <a:pt x="0" y="1753"/>
                  </a:lnTo>
                  <a:lnTo>
                    <a:pt x="243" y="346"/>
                  </a:lnTo>
                  <a:lnTo>
                    <a:pt x="415" y="0"/>
                  </a:lnTo>
                  <a:lnTo>
                    <a:pt x="823" y="118"/>
                  </a:lnTo>
                  <a:lnTo>
                    <a:pt x="1037" y="386"/>
                  </a:lnTo>
                  <a:lnTo>
                    <a:pt x="1110" y="903"/>
                  </a:lnTo>
                  <a:lnTo>
                    <a:pt x="988" y="2021"/>
                  </a:lnTo>
                  <a:lnTo>
                    <a:pt x="1009" y="2969"/>
                  </a:lnTo>
                  <a:close/>
                </a:path>
              </a:pathLst>
            </a:custGeom>
            <a:solidFill>
              <a:srgbClr val="D5E7D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7" name="pg1006"/>
            <p:cNvSpPr/>
            <p:nvPr/>
          </p:nvSpPr>
          <p:spPr>
            <a:xfrm>
              <a:off x="4527326" y="3267725"/>
              <a:ext cx="1553" cy="3511"/>
            </a:xfrm>
            <a:custGeom>
              <a:avLst/>
              <a:pathLst>
                <a:path w="1553" h="3511">
                  <a:moveTo>
                    <a:pt x="1553" y="238"/>
                  </a:moveTo>
                  <a:lnTo>
                    <a:pt x="1482" y="1310"/>
                  </a:lnTo>
                  <a:lnTo>
                    <a:pt x="776" y="3511"/>
                  </a:lnTo>
                  <a:lnTo>
                    <a:pt x="159" y="2232"/>
                  </a:lnTo>
                  <a:lnTo>
                    <a:pt x="0" y="1529"/>
                  </a:lnTo>
                  <a:lnTo>
                    <a:pt x="628" y="119"/>
                  </a:lnTo>
                  <a:lnTo>
                    <a:pt x="1297" y="320"/>
                  </a:lnTo>
                  <a:lnTo>
                    <a:pt x="1477" y="0"/>
                  </a:lnTo>
                  <a:close/>
                </a:path>
              </a:pathLst>
            </a:custGeom>
            <a:solidFill>
              <a:srgbClr val="D5E7D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8" name="pg1007"/>
            <p:cNvSpPr/>
            <p:nvPr/>
          </p:nvSpPr>
          <p:spPr>
            <a:xfrm>
              <a:off x="4531761" y="3259442"/>
              <a:ext cx="2019" cy="10111"/>
            </a:xfrm>
            <a:custGeom>
              <a:avLst/>
              <a:pathLst>
                <a:path w="2019" h="10111">
                  <a:moveTo>
                    <a:pt x="1357" y="2370"/>
                  </a:moveTo>
                  <a:lnTo>
                    <a:pt x="1631" y="3181"/>
                  </a:lnTo>
                  <a:lnTo>
                    <a:pt x="2019" y="3156"/>
                  </a:lnTo>
                  <a:lnTo>
                    <a:pt x="1912" y="6041"/>
                  </a:lnTo>
                  <a:lnTo>
                    <a:pt x="954" y="9589"/>
                  </a:lnTo>
                  <a:lnTo>
                    <a:pt x="389" y="10105"/>
                  </a:lnTo>
                  <a:lnTo>
                    <a:pt x="137" y="10111"/>
                  </a:lnTo>
                  <a:lnTo>
                    <a:pt x="352" y="4927"/>
                  </a:lnTo>
                  <a:lnTo>
                    <a:pt x="0" y="1968"/>
                  </a:lnTo>
                  <a:lnTo>
                    <a:pt x="116" y="0"/>
                  </a:lnTo>
                  <a:lnTo>
                    <a:pt x="1144" y="917"/>
                  </a:lnTo>
                  <a:close/>
                </a:path>
              </a:pathLst>
            </a:custGeom>
            <a:solidFill>
              <a:srgbClr val="D5E7D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9" name="pg1008"/>
            <p:cNvSpPr/>
            <p:nvPr/>
          </p:nvSpPr>
          <p:spPr>
            <a:xfrm>
              <a:off x="4531130" y="3243956"/>
              <a:ext cx="787" cy="7905"/>
            </a:xfrm>
            <a:custGeom>
              <a:avLst/>
              <a:pathLst>
                <a:path w="787" h="7905">
                  <a:moveTo>
                    <a:pt x="787" y="3048"/>
                  </a:moveTo>
                  <a:lnTo>
                    <a:pt x="711" y="7905"/>
                  </a:lnTo>
                  <a:lnTo>
                    <a:pt x="103" y="5562"/>
                  </a:lnTo>
                  <a:lnTo>
                    <a:pt x="0" y="2891"/>
                  </a:lnTo>
                  <a:lnTo>
                    <a:pt x="46" y="403"/>
                  </a:lnTo>
                  <a:lnTo>
                    <a:pt x="177" y="0"/>
                  </a:lnTo>
                  <a:lnTo>
                    <a:pt x="216" y="380"/>
                  </a:lnTo>
                  <a:lnTo>
                    <a:pt x="583" y="1494"/>
                  </a:lnTo>
                  <a:close/>
                </a:path>
              </a:pathLst>
            </a:custGeom>
            <a:solidFill>
              <a:srgbClr val="D5E7D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0" name="pg1009"/>
            <p:cNvSpPr/>
            <p:nvPr/>
          </p:nvSpPr>
          <p:spPr>
            <a:xfrm>
              <a:off x="4488264" y="3163265"/>
              <a:ext cx="1275" cy="4112"/>
            </a:xfrm>
            <a:custGeom>
              <a:avLst/>
              <a:pathLst>
                <a:path w="1275" h="4112">
                  <a:moveTo>
                    <a:pt x="870" y="3358"/>
                  </a:moveTo>
                  <a:lnTo>
                    <a:pt x="619" y="4112"/>
                  </a:lnTo>
                  <a:lnTo>
                    <a:pt x="120" y="3572"/>
                  </a:lnTo>
                  <a:lnTo>
                    <a:pt x="0" y="3249"/>
                  </a:lnTo>
                  <a:lnTo>
                    <a:pt x="1152" y="0"/>
                  </a:lnTo>
                  <a:lnTo>
                    <a:pt x="1275" y="1209"/>
                  </a:lnTo>
                  <a:close/>
                </a:path>
              </a:pathLst>
            </a:custGeom>
            <a:solidFill>
              <a:srgbClr val="D5E7D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1" name="pg1010"/>
            <p:cNvSpPr/>
            <p:nvPr/>
          </p:nvSpPr>
          <p:spPr>
            <a:xfrm>
              <a:off x="4484052" y="3155212"/>
              <a:ext cx="2812" cy="10552"/>
            </a:xfrm>
            <a:custGeom>
              <a:avLst/>
              <a:pathLst>
                <a:path w="2812" h="10552">
                  <a:moveTo>
                    <a:pt x="1082" y="7670"/>
                  </a:moveTo>
                  <a:lnTo>
                    <a:pt x="292" y="10552"/>
                  </a:lnTo>
                  <a:lnTo>
                    <a:pt x="0" y="6245"/>
                  </a:lnTo>
                  <a:lnTo>
                    <a:pt x="1290" y="3846"/>
                  </a:lnTo>
                  <a:lnTo>
                    <a:pt x="1926" y="1556"/>
                  </a:lnTo>
                  <a:lnTo>
                    <a:pt x="2600" y="0"/>
                  </a:lnTo>
                  <a:lnTo>
                    <a:pt x="2812" y="1897"/>
                  </a:lnTo>
                  <a:lnTo>
                    <a:pt x="2172" y="5502"/>
                  </a:lnTo>
                  <a:close/>
                </a:path>
              </a:pathLst>
            </a:custGeom>
            <a:solidFill>
              <a:srgbClr val="D5E7D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2" name="pg1011"/>
            <p:cNvSpPr/>
            <p:nvPr/>
          </p:nvSpPr>
          <p:spPr>
            <a:xfrm>
              <a:off x="4521604" y="3146361"/>
              <a:ext cx="1590" cy="7828"/>
            </a:xfrm>
            <a:custGeom>
              <a:avLst/>
              <a:pathLst>
                <a:path w="1590" h="7828">
                  <a:moveTo>
                    <a:pt x="1290" y="7442"/>
                  </a:moveTo>
                  <a:lnTo>
                    <a:pt x="829" y="7828"/>
                  </a:lnTo>
                  <a:lnTo>
                    <a:pt x="136" y="5891"/>
                  </a:lnTo>
                  <a:lnTo>
                    <a:pt x="0" y="1301"/>
                  </a:lnTo>
                  <a:lnTo>
                    <a:pt x="576" y="242"/>
                  </a:lnTo>
                  <a:lnTo>
                    <a:pt x="887" y="0"/>
                  </a:lnTo>
                  <a:lnTo>
                    <a:pt x="1338" y="562"/>
                  </a:lnTo>
                  <a:lnTo>
                    <a:pt x="1512" y="1308"/>
                  </a:lnTo>
                  <a:lnTo>
                    <a:pt x="1590" y="2232"/>
                  </a:lnTo>
                  <a:lnTo>
                    <a:pt x="1465" y="3182"/>
                  </a:lnTo>
                  <a:close/>
                </a:path>
              </a:pathLst>
            </a:custGeom>
            <a:solidFill>
              <a:srgbClr val="D5E7D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3" name="pg1012"/>
            <p:cNvSpPr/>
            <p:nvPr/>
          </p:nvSpPr>
          <p:spPr>
            <a:xfrm>
              <a:off x="4473079" y="3075923"/>
              <a:ext cx="3144" cy="6297"/>
            </a:xfrm>
            <a:custGeom>
              <a:avLst/>
              <a:pathLst>
                <a:path w="3144" h="6297">
                  <a:moveTo>
                    <a:pt x="2477" y="6043"/>
                  </a:moveTo>
                  <a:lnTo>
                    <a:pt x="2273" y="6297"/>
                  </a:lnTo>
                  <a:lnTo>
                    <a:pt x="1004" y="3819"/>
                  </a:lnTo>
                  <a:lnTo>
                    <a:pt x="0" y="629"/>
                  </a:lnTo>
                  <a:lnTo>
                    <a:pt x="1593" y="0"/>
                  </a:lnTo>
                  <a:lnTo>
                    <a:pt x="3134" y="688"/>
                  </a:lnTo>
                  <a:lnTo>
                    <a:pt x="3144" y="2386"/>
                  </a:lnTo>
                  <a:lnTo>
                    <a:pt x="2813" y="5114"/>
                  </a:lnTo>
                  <a:close/>
                </a:path>
              </a:pathLst>
            </a:custGeom>
            <a:solidFill>
              <a:srgbClr val="D5E7D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4" name="pg1013"/>
            <p:cNvSpPr/>
            <p:nvPr/>
          </p:nvSpPr>
          <p:spPr>
            <a:xfrm>
              <a:off x="4474986" y="3056142"/>
              <a:ext cx="3697" cy="7670"/>
            </a:xfrm>
            <a:custGeom>
              <a:avLst/>
              <a:pathLst>
                <a:path w="3697" h="7670">
                  <a:moveTo>
                    <a:pt x="862" y="0"/>
                  </a:moveTo>
                  <a:lnTo>
                    <a:pt x="2260" y="2451"/>
                  </a:lnTo>
                  <a:lnTo>
                    <a:pt x="2811" y="2281"/>
                  </a:lnTo>
                  <a:lnTo>
                    <a:pt x="3676" y="3830"/>
                  </a:lnTo>
                  <a:lnTo>
                    <a:pt x="3697" y="4435"/>
                  </a:lnTo>
                  <a:lnTo>
                    <a:pt x="3533" y="5697"/>
                  </a:lnTo>
                  <a:lnTo>
                    <a:pt x="3143" y="6684"/>
                  </a:lnTo>
                  <a:lnTo>
                    <a:pt x="2086" y="7670"/>
                  </a:lnTo>
                  <a:lnTo>
                    <a:pt x="1362" y="6872"/>
                  </a:lnTo>
                  <a:lnTo>
                    <a:pt x="1075" y="4194"/>
                  </a:lnTo>
                  <a:lnTo>
                    <a:pt x="221" y="2934"/>
                  </a:lnTo>
                  <a:lnTo>
                    <a:pt x="0" y="1866"/>
                  </a:lnTo>
                  <a:lnTo>
                    <a:pt x="540" y="408"/>
                  </a:lnTo>
                  <a:close/>
                </a:path>
              </a:pathLst>
            </a:custGeom>
            <a:solidFill>
              <a:srgbClr val="D5E7D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5" name="pg1014"/>
            <p:cNvSpPr/>
            <p:nvPr/>
          </p:nvSpPr>
          <p:spPr>
            <a:xfrm>
              <a:off x="4472169" y="3044556"/>
              <a:ext cx="1223" cy="5778"/>
            </a:xfrm>
            <a:custGeom>
              <a:avLst/>
              <a:pathLst>
                <a:path w="1223" h="5778">
                  <a:moveTo>
                    <a:pt x="961" y="1706"/>
                  </a:moveTo>
                  <a:lnTo>
                    <a:pt x="1223" y="5778"/>
                  </a:lnTo>
                  <a:lnTo>
                    <a:pt x="386" y="4251"/>
                  </a:lnTo>
                  <a:lnTo>
                    <a:pt x="80" y="214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5E7D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6" name="pg1015"/>
            <p:cNvSpPr/>
            <p:nvPr/>
          </p:nvSpPr>
          <p:spPr>
            <a:xfrm>
              <a:off x="4466073" y="3040534"/>
              <a:ext cx="1347" cy="7612"/>
            </a:xfrm>
            <a:custGeom>
              <a:avLst/>
              <a:pathLst>
                <a:path w="1347" h="7612">
                  <a:moveTo>
                    <a:pt x="1187" y="4803"/>
                  </a:moveTo>
                  <a:lnTo>
                    <a:pt x="1347" y="7612"/>
                  </a:lnTo>
                  <a:lnTo>
                    <a:pt x="761" y="6455"/>
                  </a:lnTo>
                  <a:lnTo>
                    <a:pt x="0" y="2561"/>
                  </a:lnTo>
                  <a:lnTo>
                    <a:pt x="23" y="0"/>
                  </a:lnTo>
                  <a:lnTo>
                    <a:pt x="571" y="1190"/>
                  </a:lnTo>
                  <a:close/>
                </a:path>
              </a:pathLst>
            </a:custGeom>
            <a:solidFill>
              <a:srgbClr val="D5E7D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7" name="pg1016"/>
            <p:cNvSpPr/>
            <p:nvPr/>
          </p:nvSpPr>
          <p:spPr>
            <a:xfrm>
              <a:off x="4457139" y="2791419"/>
              <a:ext cx="109291" cy="546127"/>
            </a:xfrm>
            <a:custGeom>
              <a:avLst/>
              <a:pathLst>
                <a:path w="109291" h="546127">
                  <a:moveTo>
                    <a:pt x="109188" y="205352"/>
                  </a:moveTo>
                  <a:lnTo>
                    <a:pt x="108475" y="208273"/>
                  </a:lnTo>
                  <a:lnTo>
                    <a:pt x="106613" y="211300"/>
                  </a:lnTo>
                  <a:lnTo>
                    <a:pt x="105296" y="212836"/>
                  </a:lnTo>
                  <a:lnTo>
                    <a:pt x="104530" y="212883"/>
                  </a:lnTo>
                  <a:lnTo>
                    <a:pt x="103878" y="214693"/>
                  </a:lnTo>
                  <a:lnTo>
                    <a:pt x="103342" y="218269"/>
                  </a:lnTo>
                  <a:lnTo>
                    <a:pt x="102787" y="220368"/>
                  </a:lnTo>
                  <a:lnTo>
                    <a:pt x="102214" y="220993"/>
                  </a:lnTo>
                  <a:lnTo>
                    <a:pt x="101842" y="222346"/>
                  </a:lnTo>
                  <a:lnTo>
                    <a:pt x="101673" y="224428"/>
                  </a:lnTo>
                  <a:lnTo>
                    <a:pt x="102003" y="225542"/>
                  </a:lnTo>
                  <a:lnTo>
                    <a:pt x="102836" y="225689"/>
                  </a:lnTo>
                  <a:lnTo>
                    <a:pt x="102901" y="226270"/>
                  </a:lnTo>
                  <a:lnTo>
                    <a:pt x="102196" y="227289"/>
                  </a:lnTo>
                  <a:lnTo>
                    <a:pt x="101321" y="227647"/>
                  </a:lnTo>
                  <a:lnTo>
                    <a:pt x="100274" y="227344"/>
                  </a:lnTo>
                  <a:lnTo>
                    <a:pt x="99282" y="228158"/>
                  </a:lnTo>
                  <a:lnTo>
                    <a:pt x="98347" y="230091"/>
                  </a:lnTo>
                  <a:lnTo>
                    <a:pt x="97550" y="234262"/>
                  </a:lnTo>
                  <a:lnTo>
                    <a:pt x="96889" y="240671"/>
                  </a:lnTo>
                  <a:lnTo>
                    <a:pt x="96801" y="242313"/>
                  </a:lnTo>
                  <a:lnTo>
                    <a:pt x="95353" y="240453"/>
                  </a:lnTo>
                  <a:lnTo>
                    <a:pt x="94752" y="239394"/>
                  </a:lnTo>
                  <a:lnTo>
                    <a:pt x="93972" y="239129"/>
                  </a:lnTo>
                  <a:lnTo>
                    <a:pt x="93178" y="240309"/>
                  </a:lnTo>
                  <a:lnTo>
                    <a:pt x="92546" y="241585"/>
                  </a:lnTo>
                  <a:lnTo>
                    <a:pt x="91898" y="242053"/>
                  </a:lnTo>
                  <a:lnTo>
                    <a:pt x="90905" y="242201"/>
                  </a:lnTo>
                  <a:lnTo>
                    <a:pt x="89601" y="241540"/>
                  </a:lnTo>
                  <a:lnTo>
                    <a:pt x="88714" y="240943"/>
                  </a:lnTo>
                  <a:lnTo>
                    <a:pt x="88581" y="241267"/>
                  </a:lnTo>
                  <a:lnTo>
                    <a:pt x="89063" y="243968"/>
                  </a:lnTo>
                  <a:lnTo>
                    <a:pt x="89235" y="246122"/>
                  </a:lnTo>
                  <a:lnTo>
                    <a:pt x="89044" y="247242"/>
                  </a:lnTo>
                  <a:lnTo>
                    <a:pt x="88625" y="248174"/>
                  </a:lnTo>
                  <a:lnTo>
                    <a:pt x="87987" y="248908"/>
                  </a:lnTo>
                  <a:lnTo>
                    <a:pt x="87239" y="249338"/>
                  </a:lnTo>
                  <a:lnTo>
                    <a:pt x="86579" y="249294"/>
                  </a:lnTo>
                  <a:lnTo>
                    <a:pt x="85521" y="248268"/>
                  </a:lnTo>
                  <a:lnTo>
                    <a:pt x="84715" y="248224"/>
                  </a:lnTo>
                  <a:lnTo>
                    <a:pt x="84026" y="248734"/>
                  </a:lnTo>
                  <a:lnTo>
                    <a:pt x="83606" y="249494"/>
                  </a:lnTo>
                  <a:lnTo>
                    <a:pt x="83374" y="250435"/>
                  </a:lnTo>
                  <a:lnTo>
                    <a:pt x="82968" y="255766"/>
                  </a:lnTo>
                  <a:lnTo>
                    <a:pt x="82610" y="257434"/>
                  </a:lnTo>
                  <a:lnTo>
                    <a:pt x="82106" y="258380"/>
                  </a:lnTo>
                  <a:lnTo>
                    <a:pt x="81607" y="258479"/>
                  </a:lnTo>
                  <a:lnTo>
                    <a:pt x="80922" y="258216"/>
                  </a:lnTo>
                  <a:lnTo>
                    <a:pt x="80204" y="258434"/>
                  </a:lnTo>
                  <a:lnTo>
                    <a:pt x="76953" y="260496"/>
                  </a:lnTo>
                  <a:lnTo>
                    <a:pt x="76479" y="260699"/>
                  </a:lnTo>
                  <a:lnTo>
                    <a:pt x="75459" y="260855"/>
                  </a:lnTo>
                  <a:lnTo>
                    <a:pt x="74513" y="260911"/>
                  </a:lnTo>
                  <a:lnTo>
                    <a:pt x="73848" y="260810"/>
                  </a:lnTo>
                  <a:lnTo>
                    <a:pt x="72287" y="258698"/>
                  </a:lnTo>
                  <a:lnTo>
                    <a:pt x="71532" y="258474"/>
                  </a:lnTo>
                  <a:lnTo>
                    <a:pt x="71117" y="259072"/>
                  </a:lnTo>
                  <a:lnTo>
                    <a:pt x="70827" y="261902"/>
                  </a:lnTo>
                  <a:lnTo>
                    <a:pt x="69915" y="263700"/>
                  </a:lnTo>
                  <a:lnTo>
                    <a:pt x="68701" y="267628"/>
                  </a:lnTo>
                  <a:lnTo>
                    <a:pt x="68418" y="273363"/>
                  </a:lnTo>
                  <a:lnTo>
                    <a:pt x="68544" y="277364"/>
                  </a:lnTo>
                  <a:lnTo>
                    <a:pt x="67451" y="281323"/>
                  </a:lnTo>
                  <a:lnTo>
                    <a:pt x="67352" y="283235"/>
                  </a:lnTo>
                  <a:lnTo>
                    <a:pt x="67936" y="292424"/>
                  </a:lnTo>
                  <a:lnTo>
                    <a:pt x="67837" y="293388"/>
                  </a:lnTo>
                  <a:lnTo>
                    <a:pt x="67616" y="293865"/>
                  </a:lnTo>
                  <a:lnTo>
                    <a:pt x="66932" y="294184"/>
                  </a:lnTo>
                  <a:lnTo>
                    <a:pt x="65783" y="295145"/>
                  </a:lnTo>
                  <a:lnTo>
                    <a:pt x="65025" y="296060"/>
                  </a:lnTo>
                  <a:lnTo>
                    <a:pt x="64657" y="296164"/>
                  </a:lnTo>
                  <a:lnTo>
                    <a:pt x="63586" y="295476"/>
                  </a:lnTo>
                  <a:lnTo>
                    <a:pt x="63304" y="295463"/>
                  </a:lnTo>
                  <a:lnTo>
                    <a:pt x="63386" y="296162"/>
                  </a:lnTo>
                  <a:lnTo>
                    <a:pt x="64241" y="300140"/>
                  </a:lnTo>
                  <a:lnTo>
                    <a:pt x="65131" y="302024"/>
                  </a:lnTo>
                  <a:lnTo>
                    <a:pt x="66051" y="301815"/>
                  </a:lnTo>
                  <a:lnTo>
                    <a:pt x="66452" y="302189"/>
                  </a:lnTo>
                  <a:lnTo>
                    <a:pt x="66333" y="303144"/>
                  </a:lnTo>
                  <a:lnTo>
                    <a:pt x="66688" y="305634"/>
                  </a:lnTo>
                  <a:lnTo>
                    <a:pt x="67518" y="309663"/>
                  </a:lnTo>
                  <a:lnTo>
                    <a:pt x="67765" y="312680"/>
                  </a:lnTo>
                  <a:lnTo>
                    <a:pt x="67260" y="315687"/>
                  </a:lnTo>
                  <a:lnTo>
                    <a:pt x="67356" y="316763"/>
                  </a:lnTo>
                  <a:lnTo>
                    <a:pt x="67633" y="317392"/>
                  </a:lnTo>
                  <a:lnTo>
                    <a:pt x="68411" y="320187"/>
                  </a:lnTo>
                  <a:lnTo>
                    <a:pt x="70072" y="324559"/>
                  </a:lnTo>
                  <a:lnTo>
                    <a:pt x="71703" y="329287"/>
                  </a:lnTo>
                  <a:lnTo>
                    <a:pt x="73062" y="333228"/>
                  </a:lnTo>
                  <a:lnTo>
                    <a:pt x="74061" y="335954"/>
                  </a:lnTo>
                  <a:lnTo>
                    <a:pt x="76283" y="341036"/>
                  </a:lnTo>
                  <a:lnTo>
                    <a:pt x="76677" y="343419"/>
                  </a:lnTo>
                  <a:lnTo>
                    <a:pt x="76761" y="348229"/>
                  </a:lnTo>
                  <a:lnTo>
                    <a:pt x="77310" y="351008"/>
                  </a:lnTo>
                  <a:lnTo>
                    <a:pt x="77817" y="352995"/>
                  </a:lnTo>
                  <a:lnTo>
                    <a:pt x="78169" y="354654"/>
                  </a:lnTo>
                  <a:lnTo>
                    <a:pt x="78987" y="360102"/>
                  </a:lnTo>
                  <a:lnTo>
                    <a:pt x="79334" y="360841"/>
                  </a:lnTo>
                  <a:lnTo>
                    <a:pt x="81116" y="357527"/>
                  </a:lnTo>
                  <a:lnTo>
                    <a:pt x="81529" y="358218"/>
                  </a:lnTo>
                  <a:lnTo>
                    <a:pt x="81760" y="359468"/>
                  </a:lnTo>
                  <a:lnTo>
                    <a:pt x="81762" y="361058"/>
                  </a:lnTo>
                  <a:lnTo>
                    <a:pt x="81482" y="362861"/>
                  </a:lnTo>
                  <a:lnTo>
                    <a:pt x="80903" y="364523"/>
                  </a:lnTo>
                  <a:lnTo>
                    <a:pt x="78154" y="368368"/>
                  </a:lnTo>
                  <a:lnTo>
                    <a:pt x="77930" y="371680"/>
                  </a:lnTo>
                  <a:lnTo>
                    <a:pt x="77737" y="376704"/>
                  </a:lnTo>
                  <a:lnTo>
                    <a:pt x="77692" y="382875"/>
                  </a:lnTo>
                  <a:lnTo>
                    <a:pt x="77823" y="387490"/>
                  </a:lnTo>
                  <a:lnTo>
                    <a:pt x="77722" y="388551"/>
                  </a:lnTo>
                  <a:lnTo>
                    <a:pt x="77482" y="389053"/>
                  </a:lnTo>
                  <a:lnTo>
                    <a:pt x="76445" y="388855"/>
                  </a:lnTo>
                  <a:lnTo>
                    <a:pt x="74949" y="391184"/>
                  </a:lnTo>
                  <a:lnTo>
                    <a:pt x="74421" y="391390"/>
                  </a:lnTo>
                  <a:lnTo>
                    <a:pt x="73764" y="392283"/>
                  </a:lnTo>
                  <a:lnTo>
                    <a:pt x="73262" y="393384"/>
                  </a:lnTo>
                  <a:lnTo>
                    <a:pt x="73103" y="395059"/>
                  </a:lnTo>
                  <a:lnTo>
                    <a:pt x="73398" y="400126"/>
                  </a:lnTo>
                  <a:lnTo>
                    <a:pt x="73932" y="404889"/>
                  </a:lnTo>
                  <a:lnTo>
                    <a:pt x="74982" y="408384"/>
                  </a:lnTo>
                  <a:lnTo>
                    <a:pt x="75811" y="411147"/>
                  </a:lnTo>
                  <a:lnTo>
                    <a:pt x="76967" y="414990"/>
                  </a:lnTo>
                  <a:lnTo>
                    <a:pt x="77881" y="418329"/>
                  </a:lnTo>
                  <a:lnTo>
                    <a:pt x="79723" y="421998"/>
                  </a:lnTo>
                  <a:lnTo>
                    <a:pt x="82312" y="427491"/>
                  </a:lnTo>
                  <a:lnTo>
                    <a:pt x="83300" y="430525"/>
                  </a:lnTo>
                  <a:lnTo>
                    <a:pt x="84172" y="434202"/>
                  </a:lnTo>
                  <a:lnTo>
                    <a:pt x="84789" y="437335"/>
                  </a:lnTo>
                  <a:lnTo>
                    <a:pt x="85023" y="441499"/>
                  </a:lnTo>
                  <a:lnTo>
                    <a:pt x="85214" y="443830"/>
                  </a:lnTo>
                  <a:lnTo>
                    <a:pt x="85268" y="451627"/>
                  </a:lnTo>
                  <a:lnTo>
                    <a:pt x="84792" y="453401"/>
                  </a:lnTo>
                  <a:lnTo>
                    <a:pt x="84430" y="455454"/>
                  </a:lnTo>
                  <a:lnTo>
                    <a:pt x="84632" y="457604"/>
                  </a:lnTo>
                  <a:lnTo>
                    <a:pt x="85236" y="459656"/>
                  </a:lnTo>
                  <a:lnTo>
                    <a:pt x="85236" y="462002"/>
                  </a:lnTo>
                  <a:lnTo>
                    <a:pt x="85800" y="466203"/>
                  </a:lnTo>
                  <a:lnTo>
                    <a:pt x="86745" y="468770"/>
                  </a:lnTo>
                  <a:lnTo>
                    <a:pt x="87655" y="470503"/>
                  </a:lnTo>
                  <a:lnTo>
                    <a:pt x="88058" y="471872"/>
                  </a:lnTo>
                  <a:lnTo>
                    <a:pt x="87926" y="474067"/>
                  </a:lnTo>
                  <a:lnTo>
                    <a:pt x="88195" y="476396"/>
                  </a:lnTo>
                  <a:lnTo>
                    <a:pt x="88391" y="478931"/>
                  </a:lnTo>
                  <a:lnTo>
                    <a:pt x="88763" y="482441"/>
                  </a:lnTo>
                  <a:lnTo>
                    <a:pt x="89495" y="485413"/>
                  </a:lnTo>
                  <a:lnTo>
                    <a:pt x="90613" y="494528"/>
                  </a:lnTo>
                  <a:lnTo>
                    <a:pt x="90586" y="495460"/>
                  </a:lnTo>
                  <a:lnTo>
                    <a:pt x="90103" y="497306"/>
                  </a:lnTo>
                  <a:lnTo>
                    <a:pt x="89401" y="498976"/>
                  </a:lnTo>
                  <a:lnTo>
                    <a:pt x="88946" y="499513"/>
                  </a:lnTo>
                  <a:lnTo>
                    <a:pt x="88516" y="501229"/>
                  </a:lnTo>
                  <a:lnTo>
                    <a:pt x="87494" y="506103"/>
                  </a:lnTo>
                  <a:lnTo>
                    <a:pt x="85439" y="514501"/>
                  </a:lnTo>
                  <a:lnTo>
                    <a:pt x="83431" y="519976"/>
                  </a:lnTo>
                  <a:lnTo>
                    <a:pt x="81745" y="523866"/>
                  </a:lnTo>
                  <a:lnTo>
                    <a:pt x="80524" y="526226"/>
                  </a:lnTo>
                  <a:lnTo>
                    <a:pt x="80163" y="527630"/>
                  </a:lnTo>
                  <a:lnTo>
                    <a:pt x="80163" y="528734"/>
                  </a:lnTo>
                  <a:lnTo>
                    <a:pt x="80384" y="530701"/>
                  </a:lnTo>
                  <a:lnTo>
                    <a:pt x="80298" y="534429"/>
                  </a:lnTo>
                  <a:lnTo>
                    <a:pt x="80036" y="536794"/>
                  </a:lnTo>
                  <a:lnTo>
                    <a:pt x="79690" y="539300"/>
                  </a:lnTo>
                  <a:lnTo>
                    <a:pt x="79496" y="541535"/>
                  </a:lnTo>
                  <a:lnTo>
                    <a:pt x="78953" y="541870"/>
                  </a:lnTo>
                  <a:lnTo>
                    <a:pt x="77791" y="546127"/>
                  </a:lnTo>
                  <a:lnTo>
                    <a:pt x="77287" y="543992"/>
                  </a:lnTo>
                  <a:lnTo>
                    <a:pt x="76990" y="541767"/>
                  </a:lnTo>
                  <a:lnTo>
                    <a:pt x="77309" y="536726"/>
                  </a:lnTo>
                  <a:lnTo>
                    <a:pt x="76600" y="527190"/>
                  </a:lnTo>
                  <a:lnTo>
                    <a:pt x="77040" y="525916"/>
                  </a:lnTo>
                  <a:lnTo>
                    <a:pt x="77462" y="525274"/>
                  </a:lnTo>
                  <a:lnTo>
                    <a:pt x="78232" y="521618"/>
                  </a:lnTo>
                  <a:lnTo>
                    <a:pt x="79168" y="517998"/>
                  </a:lnTo>
                  <a:lnTo>
                    <a:pt x="79253" y="513678"/>
                  </a:lnTo>
                  <a:lnTo>
                    <a:pt x="80010" y="510508"/>
                  </a:lnTo>
                  <a:lnTo>
                    <a:pt x="79832" y="507861"/>
                  </a:lnTo>
                  <a:lnTo>
                    <a:pt x="79871" y="504750"/>
                  </a:lnTo>
                  <a:lnTo>
                    <a:pt x="80031" y="502208"/>
                  </a:lnTo>
                  <a:lnTo>
                    <a:pt x="79970" y="500127"/>
                  </a:lnTo>
                  <a:lnTo>
                    <a:pt x="80571" y="497959"/>
                  </a:lnTo>
                  <a:lnTo>
                    <a:pt x="81610" y="496344"/>
                  </a:lnTo>
                  <a:lnTo>
                    <a:pt x="81174" y="495767"/>
                  </a:lnTo>
                  <a:lnTo>
                    <a:pt x="80742" y="494585"/>
                  </a:lnTo>
                  <a:lnTo>
                    <a:pt x="79388" y="496384"/>
                  </a:lnTo>
                  <a:lnTo>
                    <a:pt x="78689" y="495793"/>
                  </a:lnTo>
                  <a:lnTo>
                    <a:pt x="78550" y="493929"/>
                  </a:lnTo>
                  <a:lnTo>
                    <a:pt x="78723" y="491929"/>
                  </a:lnTo>
                  <a:lnTo>
                    <a:pt x="78794" y="490713"/>
                  </a:lnTo>
                  <a:lnTo>
                    <a:pt x="79337" y="489341"/>
                  </a:lnTo>
                  <a:lnTo>
                    <a:pt x="79299" y="486670"/>
                  </a:lnTo>
                  <a:lnTo>
                    <a:pt x="79025" y="484318"/>
                  </a:lnTo>
                  <a:lnTo>
                    <a:pt x="79420" y="481407"/>
                  </a:lnTo>
                  <a:lnTo>
                    <a:pt x="78619" y="481399"/>
                  </a:lnTo>
                  <a:lnTo>
                    <a:pt x="78250" y="480814"/>
                  </a:lnTo>
                  <a:lnTo>
                    <a:pt x="78480" y="479198"/>
                  </a:lnTo>
                  <a:lnTo>
                    <a:pt x="79206" y="477765"/>
                  </a:lnTo>
                  <a:lnTo>
                    <a:pt x="78544" y="475039"/>
                  </a:lnTo>
                  <a:lnTo>
                    <a:pt x="79034" y="472108"/>
                  </a:lnTo>
                  <a:lnTo>
                    <a:pt x="79016" y="468489"/>
                  </a:lnTo>
                  <a:lnTo>
                    <a:pt x="78681" y="465295"/>
                  </a:lnTo>
                  <a:lnTo>
                    <a:pt x="78699" y="462998"/>
                  </a:lnTo>
                  <a:lnTo>
                    <a:pt x="78187" y="458926"/>
                  </a:lnTo>
                  <a:lnTo>
                    <a:pt x="77954" y="453729"/>
                  </a:lnTo>
                  <a:lnTo>
                    <a:pt x="76871" y="449853"/>
                  </a:lnTo>
                  <a:lnTo>
                    <a:pt x="76068" y="444218"/>
                  </a:lnTo>
                  <a:lnTo>
                    <a:pt x="73925" y="436839"/>
                  </a:lnTo>
                  <a:lnTo>
                    <a:pt x="73962" y="433681"/>
                  </a:lnTo>
                  <a:lnTo>
                    <a:pt x="73846" y="430900"/>
                  </a:lnTo>
                  <a:lnTo>
                    <a:pt x="73376" y="429550"/>
                  </a:lnTo>
                  <a:lnTo>
                    <a:pt x="72756" y="439377"/>
                  </a:lnTo>
                  <a:lnTo>
                    <a:pt x="72283" y="437448"/>
                  </a:lnTo>
                  <a:lnTo>
                    <a:pt x="72131" y="431968"/>
                  </a:lnTo>
                  <a:lnTo>
                    <a:pt x="71820" y="429364"/>
                  </a:lnTo>
                  <a:lnTo>
                    <a:pt x="72155" y="424191"/>
                  </a:lnTo>
                  <a:lnTo>
                    <a:pt x="70915" y="419056"/>
                  </a:lnTo>
                  <a:lnTo>
                    <a:pt x="70648" y="415328"/>
                  </a:lnTo>
                  <a:lnTo>
                    <a:pt x="69834" y="409678"/>
                  </a:lnTo>
                  <a:lnTo>
                    <a:pt x="70072" y="408411"/>
                  </a:lnTo>
                  <a:lnTo>
                    <a:pt x="71163" y="409681"/>
                  </a:lnTo>
                  <a:lnTo>
                    <a:pt x="70160" y="406391"/>
                  </a:lnTo>
                  <a:lnTo>
                    <a:pt x="69339" y="407136"/>
                  </a:lnTo>
                  <a:lnTo>
                    <a:pt x="68647" y="403583"/>
                  </a:lnTo>
                  <a:lnTo>
                    <a:pt x="68494" y="393951"/>
                  </a:lnTo>
                  <a:lnTo>
                    <a:pt x="67811" y="390350"/>
                  </a:lnTo>
                  <a:lnTo>
                    <a:pt x="68182" y="386681"/>
                  </a:lnTo>
                  <a:lnTo>
                    <a:pt x="67404" y="373544"/>
                  </a:lnTo>
                  <a:lnTo>
                    <a:pt x="65868" y="369287"/>
                  </a:lnTo>
                  <a:lnTo>
                    <a:pt x="66172" y="365616"/>
                  </a:lnTo>
                  <a:lnTo>
                    <a:pt x="66554" y="362365"/>
                  </a:lnTo>
                  <a:lnTo>
                    <a:pt x="66470" y="356343"/>
                  </a:lnTo>
                  <a:lnTo>
                    <a:pt x="66847" y="354487"/>
                  </a:lnTo>
                  <a:lnTo>
                    <a:pt x="67594" y="353066"/>
                  </a:lnTo>
                  <a:lnTo>
                    <a:pt x="66894" y="353567"/>
                  </a:lnTo>
                  <a:lnTo>
                    <a:pt x="66298" y="353992"/>
                  </a:lnTo>
                  <a:lnTo>
                    <a:pt x="64902" y="354344"/>
                  </a:lnTo>
                  <a:lnTo>
                    <a:pt x="63328" y="354413"/>
                  </a:lnTo>
                  <a:lnTo>
                    <a:pt x="62782" y="350016"/>
                  </a:lnTo>
                  <a:lnTo>
                    <a:pt x="62007" y="347908"/>
                  </a:lnTo>
                  <a:lnTo>
                    <a:pt x="61327" y="343491"/>
                  </a:lnTo>
                  <a:lnTo>
                    <a:pt x="60920" y="338485"/>
                  </a:lnTo>
                  <a:lnTo>
                    <a:pt x="61187" y="337498"/>
                  </a:lnTo>
                  <a:lnTo>
                    <a:pt x="59968" y="335455"/>
                  </a:lnTo>
                  <a:lnTo>
                    <a:pt x="59655" y="334202"/>
                  </a:lnTo>
                  <a:lnTo>
                    <a:pt x="58383" y="330940"/>
                  </a:lnTo>
                  <a:lnTo>
                    <a:pt x="56937" y="328467"/>
                  </a:lnTo>
                  <a:lnTo>
                    <a:pt x="57257" y="330206"/>
                  </a:lnTo>
                  <a:lnTo>
                    <a:pt x="57647" y="331309"/>
                  </a:lnTo>
                  <a:lnTo>
                    <a:pt x="56930" y="334321"/>
                  </a:lnTo>
                  <a:lnTo>
                    <a:pt x="57633" y="339402"/>
                  </a:lnTo>
                  <a:lnTo>
                    <a:pt x="57016" y="342646"/>
                  </a:lnTo>
                  <a:lnTo>
                    <a:pt x="56439" y="346866"/>
                  </a:lnTo>
                  <a:lnTo>
                    <a:pt x="55888" y="348876"/>
                  </a:lnTo>
                  <a:lnTo>
                    <a:pt x="54146" y="353203"/>
                  </a:lnTo>
                  <a:lnTo>
                    <a:pt x="52734" y="354667"/>
                  </a:lnTo>
                  <a:lnTo>
                    <a:pt x="51814" y="354946"/>
                  </a:lnTo>
                  <a:lnTo>
                    <a:pt x="51000" y="354486"/>
                  </a:lnTo>
                  <a:lnTo>
                    <a:pt x="49999" y="352255"/>
                  </a:lnTo>
                  <a:lnTo>
                    <a:pt x="49754" y="350389"/>
                  </a:lnTo>
                  <a:lnTo>
                    <a:pt x="49593" y="347251"/>
                  </a:lnTo>
                  <a:lnTo>
                    <a:pt x="49245" y="346801"/>
                  </a:lnTo>
                  <a:lnTo>
                    <a:pt x="48864" y="347163"/>
                  </a:lnTo>
                  <a:lnTo>
                    <a:pt x="49456" y="351213"/>
                  </a:lnTo>
                  <a:lnTo>
                    <a:pt x="49445" y="353099"/>
                  </a:lnTo>
                  <a:lnTo>
                    <a:pt x="50512" y="356734"/>
                  </a:lnTo>
                  <a:lnTo>
                    <a:pt x="50131" y="357749"/>
                  </a:lnTo>
                  <a:lnTo>
                    <a:pt x="48206" y="359745"/>
                  </a:lnTo>
                  <a:lnTo>
                    <a:pt x="47546" y="359424"/>
                  </a:lnTo>
                  <a:lnTo>
                    <a:pt x="47082" y="359821"/>
                  </a:lnTo>
                  <a:lnTo>
                    <a:pt x="46951" y="361456"/>
                  </a:lnTo>
                  <a:lnTo>
                    <a:pt x="46710" y="362369"/>
                  </a:lnTo>
                  <a:lnTo>
                    <a:pt x="43675" y="364871"/>
                  </a:lnTo>
                  <a:lnTo>
                    <a:pt x="43043" y="367698"/>
                  </a:lnTo>
                  <a:lnTo>
                    <a:pt x="42654" y="370553"/>
                  </a:lnTo>
                  <a:lnTo>
                    <a:pt x="41144" y="374658"/>
                  </a:lnTo>
                  <a:lnTo>
                    <a:pt x="39120" y="378058"/>
                  </a:lnTo>
                  <a:lnTo>
                    <a:pt x="38619" y="377865"/>
                  </a:lnTo>
                  <a:lnTo>
                    <a:pt x="38047" y="377072"/>
                  </a:lnTo>
                  <a:lnTo>
                    <a:pt x="38124" y="373400"/>
                  </a:lnTo>
                  <a:lnTo>
                    <a:pt x="38818" y="370296"/>
                  </a:lnTo>
                  <a:lnTo>
                    <a:pt x="38599" y="366982"/>
                  </a:lnTo>
                  <a:lnTo>
                    <a:pt x="38431" y="368884"/>
                  </a:lnTo>
                  <a:lnTo>
                    <a:pt x="37125" y="373506"/>
                  </a:lnTo>
                  <a:lnTo>
                    <a:pt x="36529" y="375017"/>
                  </a:lnTo>
                  <a:lnTo>
                    <a:pt x="35327" y="374619"/>
                  </a:lnTo>
                  <a:lnTo>
                    <a:pt x="33673" y="375236"/>
                  </a:lnTo>
                  <a:lnTo>
                    <a:pt x="33047" y="370484"/>
                  </a:lnTo>
                  <a:lnTo>
                    <a:pt x="33059" y="368738"/>
                  </a:lnTo>
                  <a:lnTo>
                    <a:pt x="32937" y="367268"/>
                  </a:lnTo>
                  <a:lnTo>
                    <a:pt x="33128" y="365705"/>
                  </a:lnTo>
                  <a:lnTo>
                    <a:pt x="33070" y="364464"/>
                  </a:lnTo>
                  <a:lnTo>
                    <a:pt x="32668" y="366839"/>
                  </a:lnTo>
                  <a:lnTo>
                    <a:pt x="32517" y="368895"/>
                  </a:lnTo>
                  <a:lnTo>
                    <a:pt x="31912" y="370720"/>
                  </a:lnTo>
                  <a:lnTo>
                    <a:pt x="30247" y="372691"/>
                  </a:lnTo>
                  <a:lnTo>
                    <a:pt x="30183" y="370198"/>
                  </a:lnTo>
                  <a:lnTo>
                    <a:pt x="30124" y="367950"/>
                  </a:lnTo>
                  <a:lnTo>
                    <a:pt x="30482" y="365927"/>
                  </a:lnTo>
                  <a:lnTo>
                    <a:pt x="30431" y="362714"/>
                  </a:lnTo>
                  <a:lnTo>
                    <a:pt x="30959" y="358084"/>
                  </a:lnTo>
                  <a:lnTo>
                    <a:pt x="30919" y="356495"/>
                  </a:lnTo>
                  <a:lnTo>
                    <a:pt x="30757" y="354740"/>
                  </a:lnTo>
                  <a:lnTo>
                    <a:pt x="30460" y="357290"/>
                  </a:lnTo>
                  <a:lnTo>
                    <a:pt x="30293" y="359934"/>
                  </a:lnTo>
                  <a:lnTo>
                    <a:pt x="29957" y="360733"/>
                  </a:lnTo>
                  <a:lnTo>
                    <a:pt x="29345" y="361332"/>
                  </a:lnTo>
                  <a:lnTo>
                    <a:pt x="28227" y="364366"/>
                  </a:lnTo>
                  <a:lnTo>
                    <a:pt x="27567" y="367077"/>
                  </a:lnTo>
                  <a:lnTo>
                    <a:pt x="25830" y="369641"/>
                  </a:lnTo>
                  <a:lnTo>
                    <a:pt x="24913" y="369380"/>
                  </a:lnTo>
                  <a:lnTo>
                    <a:pt x="24796" y="366125"/>
                  </a:lnTo>
                  <a:lnTo>
                    <a:pt x="25491" y="354581"/>
                  </a:lnTo>
                  <a:lnTo>
                    <a:pt x="26175" y="352959"/>
                  </a:lnTo>
                  <a:lnTo>
                    <a:pt x="26492" y="350956"/>
                  </a:lnTo>
                  <a:lnTo>
                    <a:pt x="27060" y="344213"/>
                  </a:lnTo>
                  <a:lnTo>
                    <a:pt x="27699" y="341662"/>
                  </a:lnTo>
                  <a:lnTo>
                    <a:pt x="27952" y="336315"/>
                  </a:lnTo>
                  <a:lnTo>
                    <a:pt x="28210" y="335396"/>
                  </a:lnTo>
                  <a:lnTo>
                    <a:pt x="29064" y="331200"/>
                  </a:lnTo>
                  <a:lnTo>
                    <a:pt x="29363" y="323494"/>
                  </a:lnTo>
                  <a:lnTo>
                    <a:pt x="29011" y="319663"/>
                  </a:lnTo>
                  <a:lnTo>
                    <a:pt x="28210" y="315951"/>
                  </a:lnTo>
                  <a:lnTo>
                    <a:pt x="27435" y="304809"/>
                  </a:lnTo>
                  <a:lnTo>
                    <a:pt x="25425" y="295780"/>
                  </a:lnTo>
                  <a:lnTo>
                    <a:pt x="25258" y="292767"/>
                  </a:lnTo>
                  <a:lnTo>
                    <a:pt x="24266" y="289126"/>
                  </a:lnTo>
                  <a:lnTo>
                    <a:pt x="25180" y="288867"/>
                  </a:lnTo>
                  <a:lnTo>
                    <a:pt x="23298" y="285674"/>
                  </a:lnTo>
                  <a:lnTo>
                    <a:pt x="23039" y="284369"/>
                  </a:lnTo>
                  <a:lnTo>
                    <a:pt x="22660" y="276899"/>
                  </a:lnTo>
                  <a:lnTo>
                    <a:pt x="22733" y="272726"/>
                  </a:lnTo>
                  <a:lnTo>
                    <a:pt x="22459" y="273276"/>
                  </a:lnTo>
                  <a:lnTo>
                    <a:pt x="22204" y="275847"/>
                  </a:lnTo>
                  <a:lnTo>
                    <a:pt x="21466" y="276902"/>
                  </a:lnTo>
                  <a:lnTo>
                    <a:pt x="21796" y="281365"/>
                  </a:lnTo>
                  <a:lnTo>
                    <a:pt x="21714" y="282448"/>
                  </a:lnTo>
                  <a:lnTo>
                    <a:pt x="21322" y="284184"/>
                  </a:lnTo>
                  <a:lnTo>
                    <a:pt x="19749" y="282383"/>
                  </a:lnTo>
                  <a:lnTo>
                    <a:pt x="18596" y="280424"/>
                  </a:lnTo>
                  <a:lnTo>
                    <a:pt x="17288" y="275650"/>
                  </a:lnTo>
                  <a:lnTo>
                    <a:pt x="16007" y="270301"/>
                  </a:lnTo>
                  <a:lnTo>
                    <a:pt x="16464" y="269471"/>
                  </a:lnTo>
                  <a:lnTo>
                    <a:pt x="17050" y="269365"/>
                  </a:lnTo>
                  <a:lnTo>
                    <a:pt x="18871" y="273344"/>
                  </a:lnTo>
                  <a:lnTo>
                    <a:pt x="20051" y="274172"/>
                  </a:lnTo>
                  <a:lnTo>
                    <a:pt x="20798" y="273184"/>
                  </a:lnTo>
                  <a:lnTo>
                    <a:pt x="21722" y="271487"/>
                  </a:lnTo>
                  <a:lnTo>
                    <a:pt x="22163" y="268192"/>
                  </a:lnTo>
                  <a:lnTo>
                    <a:pt x="21707" y="266985"/>
                  </a:lnTo>
                  <a:lnTo>
                    <a:pt x="20819" y="266329"/>
                  </a:lnTo>
                  <a:lnTo>
                    <a:pt x="20230" y="265436"/>
                  </a:lnTo>
                  <a:lnTo>
                    <a:pt x="19381" y="263207"/>
                  </a:lnTo>
                  <a:lnTo>
                    <a:pt x="19273" y="262070"/>
                  </a:lnTo>
                  <a:lnTo>
                    <a:pt x="19011" y="260615"/>
                  </a:lnTo>
                  <a:lnTo>
                    <a:pt x="18148" y="259590"/>
                  </a:lnTo>
                  <a:lnTo>
                    <a:pt x="17453" y="258287"/>
                  </a:lnTo>
                  <a:lnTo>
                    <a:pt x="18040" y="255980"/>
                  </a:lnTo>
                  <a:lnTo>
                    <a:pt x="18615" y="254266"/>
                  </a:lnTo>
                  <a:lnTo>
                    <a:pt x="17089" y="254342"/>
                  </a:lnTo>
                  <a:lnTo>
                    <a:pt x="15349" y="251391"/>
                  </a:lnTo>
                  <a:lnTo>
                    <a:pt x="14990" y="250537"/>
                  </a:lnTo>
                  <a:lnTo>
                    <a:pt x="14414" y="249947"/>
                  </a:lnTo>
                  <a:lnTo>
                    <a:pt x="13045" y="249598"/>
                  </a:lnTo>
                  <a:lnTo>
                    <a:pt x="11907" y="250465"/>
                  </a:lnTo>
                  <a:lnTo>
                    <a:pt x="12424" y="254674"/>
                  </a:lnTo>
                  <a:lnTo>
                    <a:pt x="12321" y="256066"/>
                  </a:lnTo>
                  <a:lnTo>
                    <a:pt x="11576" y="255866"/>
                  </a:lnTo>
                  <a:lnTo>
                    <a:pt x="10022" y="249458"/>
                  </a:lnTo>
                  <a:lnTo>
                    <a:pt x="10490" y="247835"/>
                  </a:lnTo>
                  <a:lnTo>
                    <a:pt x="11162" y="246311"/>
                  </a:lnTo>
                  <a:lnTo>
                    <a:pt x="10831" y="246095"/>
                  </a:lnTo>
                  <a:lnTo>
                    <a:pt x="10183" y="246196"/>
                  </a:lnTo>
                  <a:lnTo>
                    <a:pt x="10812" y="240511"/>
                  </a:lnTo>
                  <a:lnTo>
                    <a:pt x="10429" y="239668"/>
                  </a:lnTo>
                  <a:lnTo>
                    <a:pt x="10226" y="241445"/>
                  </a:lnTo>
                  <a:lnTo>
                    <a:pt x="9885" y="243160"/>
                  </a:lnTo>
                  <a:lnTo>
                    <a:pt x="8562" y="247174"/>
                  </a:lnTo>
                  <a:lnTo>
                    <a:pt x="7906" y="246422"/>
                  </a:lnTo>
                  <a:lnTo>
                    <a:pt x="7454" y="245422"/>
                  </a:lnTo>
                  <a:lnTo>
                    <a:pt x="8091" y="243319"/>
                  </a:lnTo>
                  <a:lnTo>
                    <a:pt x="8434" y="242753"/>
                  </a:lnTo>
                  <a:lnTo>
                    <a:pt x="8671" y="241613"/>
                  </a:lnTo>
                  <a:lnTo>
                    <a:pt x="8178" y="239412"/>
                  </a:lnTo>
                  <a:lnTo>
                    <a:pt x="7401" y="237810"/>
                  </a:lnTo>
                  <a:lnTo>
                    <a:pt x="6776" y="235043"/>
                  </a:lnTo>
                  <a:lnTo>
                    <a:pt x="6451" y="235005"/>
                  </a:lnTo>
                  <a:lnTo>
                    <a:pt x="6739" y="238273"/>
                  </a:lnTo>
                  <a:lnTo>
                    <a:pt x="6620" y="242935"/>
                  </a:lnTo>
                  <a:lnTo>
                    <a:pt x="5221" y="237786"/>
                  </a:lnTo>
                  <a:lnTo>
                    <a:pt x="2421" y="230466"/>
                  </a:lnTo>
                  <a:lnTo>
                    <a:pt x="1761" y="228272"/>
                  </a:lnTo>
                  <a:lnTo>
                    <a:pt x="1612" y="226126"/>
                  </a:lnTo>
                  <a:lnTo>
                    <a:pt x="1299" y="224142"/>
                  </a:lnTo>
                  <a:lnTo>
                    <a:pt x="1083" y="221982"/>
                  </a:lnTo>
                  <a:lnTo>
                    <a:pt x="1034" y="220304"/>
                  </a:lnTo>
                  <a:lnTo>
                    <a:pt x="428" y="218791"/>
                  </a:lnTo>
                  <a:lnTo>
                    <a:pt x="151" y="216145"/>
                  </a:lnTo>
                  <a:lnTo>
                    <a:pt x="0" y="213460"/>
                  </a:lnTo>
                  <a:lnTo>
                    <a:pt x="348" y="211546"/>
                  </a:lnTo>
                  <a:lnTo>
                    <a:pt x="1219" y="209486"/>
                  </a:lnTo>
                  <a:lnTo>
                    <a:pt x="1840" y="209125"/>
                  </a:lnTo>
                  <a:lnTo>
                    <a:pt x="2352" y="210034"/>
                  </a:lnTo>
                  <a:lnTo>
                    <a:pt x="3562" y="211395"/>
                  </a:lnTo>
                  <a:lnTo>
                    <a:pt x="4382" y="212670"/>
                  </a:lnTo>
                  <a:lnTo>
                    <a:pt x="4740" y="214340"/>
                  </a:lnTo>
                  <a:lnTo>
                    <a:pt x="5121" y="214138"/>
                  </a:lnTo>
                  <a:lnTo>
                    <a:pt x="5509" y="213073"/>
                  </a:lnTo>
                  <a:lnTo>
                    <a:pt x="5431" y="211757"/>
                  </a:lnTo>
                  <a:lnTo>
                    <a:pt x="5043" y="208312"/>
                  </a:lnTo>
                  <a:lnTo>
                    <a:pt x="4932" y="204125"/>
                  </a:lnTo>
                  <a:lnTo>
                    <a:pt x="4914" y="194335"/>
                  </a:lnTo>
                  <a:lnTo>
                    <a:pt x="4817" y="193220"/>
                  </a:lnTo>
                  <a:lnTo>
                    <a:pt x="5493" y="192237"/>
                  </a:lnTo>
                  <a:lnTo>
                    <a:pt x="5765" y="191115"/>
                  </a:lnTo>
                  <a:lnTo>
                    <a:pt x="6034" y="189439"/>
                  </a:lnTo>
                  <a:lnTo>
                    <a:pt x="6207" y="188702"/>
                  </a:lnTo>
                  <a:lnTo>
                    <a:pt x="6598" y="188659"/>
                  </a:lnTo>
                  <a:lnTo>
                    <a:pt x="7212" y="189475"/>
                  </a:lnTo>
                  <a:lnTo>
                    <a:pt x="8222" y="192272"/>
                  </a:lnTo>
                  <a:lnTo>
                    <a:pt x="8895" y="192899"/>
                  </a:lnTo>
                  <a:lnTo>
                    <a:pt x="9566" y="192461"/>
                  </a:lnTo>
                  <a:lnTo>
                    <a:pt x="10266" y="188266"/>
                  </a:lnTo>
                  <a:lnTo>
                    <a:pt x="10522" y="187135"/>
                  </a:lnTo>
                  <a:lnTo>
                    <a:pt x="10858" y="186384"/>
                  </a:lnTo>
                  <a:lnTo>
                    <a:pt x="11479" y="186509"/>
                  </a:lnTo>
                  <a:lnTo>
                    <a:pt x="11840" y="185757"/>
                  </a:lnTo>
                  <a:lnTo>
                    <a:pt x="11977" y="183947"/>
                  </a:lnTo>
                  <a:lnTo>
                    <a:pt x="11972" y="181928"/>
                  </a:lnTo>
                  <a:lnTo>
                    <a:pt x="11279" y="176405"/>
                  </a:lnTo>
                  <a:lnTo>
                    <a:pt x="11073" y="173860"/>
                  </a:lnTo>
                  <a:lnTo>
                    <a:pt x="10957" y="171349"/>
                  </a:lnTo>
                  <a:lnTo>
                    <a:pt x="11391" y="168764"/>
                  </a:lnTo>
                  <a:lnTo>
                    <a:pt x="11979" y="165742"/>
                  </a:lnTo>
                  <a:lnTo>
                    <a:pt x="11838" y="163102"/>
                  </a:lnTo>
                  <a:lnTo>
                    <a:pt x="11999" y="162076"/>
                  </a:lnTo>
                  <a:lnTo>
                    <a:pt x="12483" y="161929"/>
                  </a:lnTo>
                  <a:lnTo>
                    <a:pt x="13088" y="162565"/>
                  </a:lnTo>
                  <a:lnTo>
                    <a:pt x="13752" y="162125"/>
                  </a:lnTo>
                  <a:lnTo>
                    <a:pt x="14256" y="160512"/>
                  </a:lnTo>
                  <a:lnTo>
                    <a:pt x="14459" y="159107"/>
                  </a:lnTo>
                  <a:lnTo>
                    <a:pt x="14767" y="153001"/>
                  </a:lnTo>
                  <a:lnTo>
                    <a:pt x="14972" y="147420"/>
                  </a:lnTo>
                  <a:lnTo>
                    <a:pt x="15055" y="142868"/>
                  </a:lnTo>
                  <a:lnTo>
                    <a:pt x="14538" y="140147"/>
                  </a:lnTo>
                  <a:lnTo>
                    <a:pt x="13743" y="132827"/>
                  </a:lnTo>
                  <a:lnTo>
                    <a:pt x="13974" y="131576"/>
                  </a:lnTo>
                  <a:lnTo>
                    <a:pt x="14331" y="131284"/>
                  </a:lnTo>
                  <a:lnTo>
                    <a:pt x="15508" y="133846"/>
                  </a:lnTo>
                  <a:lnTo>
                    <a:pt x="16015" y="134276"/>
                  </a:lnTo>
                  <a:lnTo>
                    <a:pt x="16872" y="133885"/>
                  </a:lnTo>
                  <a:lnTo>
                    <a:pt x="17716" y="133315"/>
                  </a:lnTo>
                  <a:lnTo>
                    <a:pt x="18327" y="133280"/>
                  </a:lnTo>
                  <a:lnTo>
                    <a:pt x="19210" y="134156"/>
                  </a:lnTo>
                  <a:lnTo>
                    <a:pt x="20424" y="135132"/>
                  </a:lnTo>
                  <a:lnTo>
                    <a:pt x="22317" y="136342"/>
                  </a:lnTo>
                  <a:lnTo>
                    <a:pt x="23097" y="137254"/>
                  </a:lnTo>
                  <a:lnTo>
                    <a:pt x="23741" y="137124"/>
                  </a:lnTo>
                  <a:lnTo>
                    <a:pt x="24261" y="134282"/>
                  </a:lnTo>
                  <a:lnTo>
                    <a:pt x="24863" y="130129"/>
                  </a:lnTo>
                  <a:lnTo>
                    <a:pt x="25757" y="123963"/>
                  </a:lnTo>
                  <a:lnTo>
                    <a:pt x="26783" y="119475"/>
                  </a:lnTo>
                  <a:lnTo>
                    <a:pt x="27053" y="118284"/>
                  </a:lnTo>
                  <a:lnTo>
                    <a:pt x="28196" y="114632"/>
                  </a:lnTo>
                  <a:lnTo>
                    <a:pt x="29304" y="110803"/>
                  </a:lnTo>
                  <a:lnTo>
                    <a:pt x="30269" y="105963"/>
                  </a:lnTo>
                  <a:lnTo>
                    <a:pt x="30809" y="102485"/>
                  </a:lnTo>
                  <a:lnTo>
                    <a:pt x="30761" y="101033"/>
                  </a:lnTo>
                  <a:lnTo>
                    <a:pt x="30415" y="99830"/>
                  </a:lnTo>
                  <a:lnTo>
                    <a:pt x="29688" y="99061"/>
                  </a:lnTo>
                  <a:lnTo>
                    <a:pt x="29089" y="98266"/>
                  </a:lnTo>
                  <a:lnTo>
                    <a:pt x="28925" y="97550"/>
                  </a:lnTo>
                  <a:lnTo>
                    <a:pt x="28942" y="96731"/>
                  </a:lnTo>
                  <a:lnTo>
                    <a:pt x="29252" y="94474"/>
                  </a:lnTo>
                  <a:lnTo>
                    <a:pt x="29776" y="91809"/>
                  </a:lnTo>
                  <a:lnTo>
                    <a:pt x="30324" y="90365"/>
                  </a:lnTo>
                  <a:lnTo>
                    <a:pt x="31762" y="88579"/>
                  </a:lnTo>
                  <a:lnTo>
                    <a:pt x="32680" y="86278"/>
                  </a:lnTo>
                  <a:lnTo>
                    <a:pt x="33711" y="83233"/>
                  </a:lnTo>
                  <a:lnTo>
                    <a:pt x="34275" y="81158"/>
                  </a:lnTo>
                  <a:lnTo>
                    <a:pt x="34558" y="76948"/>
                  </a:lnTo>
                  <a:lnTo>
                    <a:pt x="34869" y="76110"/>
                  </a:lnTo>
                  <a:lnTo>
                    <a:pt x="35505" y="74751"/>
                  </a:lnTo>
                  <a:lnTo>
                    <a:pt x="35986" y="73156"/>
                  </a:lnTo>
                  <a:lnTo>
                    <a:pt x="35948" y="72295"/>
                  </a:lnTo>
                  <a:lnTo>
                    <a:pt x="35694" y="71675"/>
                  </a:lnTo>
                  <a:lnTo>
                    <a:pt x="35213" y="68728"/>
                  </a:lnTo>
                  <a:lnTo>
                    <a:pt x="34993" y="64114"/>
                  </a:lnTo>
                  <a:lnTo>
                    <a:pt x="35101" y="60370"/>
                  </a:lnTo>
                  <a:lnTo>
                    <a:pt x="35463" y="58848"/>
                  </a:lnTo>
                  <a:lnTo>
                    <a:pt x="35941" y="56727"/>
                  </a:lnTo>
                  <a:lnTo>
                    <a:pt x="36828" y="55423"/>
                  </a:lnTo>
                  <a:lnTo>
                    <a:pt x="38090" y="54511"/>
                  </a:lnTo>
                  <a:lnTo>
                    <a:pt x="40026" y="52035"/>
                  </a:lnTo>
                  <a:lnTo>
                    <a:pt x="43371" y="46291"/>
                  </a:lnTo>
                  <a:lnTo>
                    <a:pt x="44577" y="44418"/>
                  </a:lnTo>
                  <a:lnTo>
                    <a:pt x="45405" y="43449"/>
                  </a:lnTo>
                  <a:lnTo>
                    <a:pt x="46205" y="41042"/>
                  </a:lnTo>
                  <a:lnTo>
                    <a:pt x="47308" y="38412"/>
                  </a:lnTo>
                  <a:lnTo>
                    <a:pt x="48885" y="37106"/>
                  </a:lnTo>
                  <a:lnTo>
                    <a:pt x="49902" y="36601"/>
                  </a:lnTo>
                  <a:lnTo>
                    <a:pt x="54673" y="34802"/>
                  </a:lnTo>
                  <a:lnTo>
                    <a:pt x="55476" y="35031"/>
                  </a:lnTo>
                  <a:lnTo>
                    <a:pt x="56283" y="36074"/>
                  </a:lnTo>
                  <a:lnTo>
                    <a:pt x="57288" y="39572"/>
                  </a:lnTo>
                  <a:lnTo>
                    <a:pt x="58179" y="40888"/>
                  </a:lnTo>
                  <a:lnTo>
                    <a:pt x="59211" y="41811"/>
                  </a:lnTo>
                  <a:lnTo>
                    <a:pt x="59991" y="41416"/>
                  </a:lnTo>
                  <a:lnTo>
                    <a:pt x="60011" y="40000"/>
                  </a:lnTo>
                  <a:lnTo>
                    <a:pt x="57552" y="31837"/>
                  </a:lnTo>
                  <a:lnTo>
                    <a:pt x="57328" y="29613"/>
                  </a:lnTo>
                  <a:lnTo>
                    <a:pt x="57246" y="27490"/>
                  </a:lnTo>
                  <a:lnTo>
                    <a:pt x="57525" y="25801"/>
                  </a:lnTo>
                  <a:lnTo>
                    <a:pt x="58293" y="24193"/>
                  </a:lnTo>
                  <a:lnTo>
                    <a:pt x="59353" y="22369"/>
                  </a:lnTo>
                  <a:lnTo>
                    <a:pt x="60670" y="20098"/>
                  </a:lnTo>
                  <a:lnTo>
                    <a:pt x="61502" y="18527"/>
                  </a:lnTo>
                  <a:lnTo>
                    <a:pt x="62478" y="18023"/>
                  </a:lnTo>
                  <a:lnTo>
                    <a:pt x="62831" y="17117"/>
                  </a:lnTo>
                  <a:lnTo>
                    <a:pt x="62934" y="15800"/>
                  </a:lnTo>
                  <a:lnTo>
                    <a:pt x="62880" y="14366"/>
                  </a:lnTo>
                  <a:lnTo>
                    <a:pt x="62436" y="12737"/>
                  </a:lnTo>
                  <a:lnTo>
                    <a:pt x="62528" y="10691"/>
                  </a:lnTo>
                  <a:lnTo>
                    <a:pt x="62677" y="8837"/>
                  </a:lnTo>
                  <a:lnTo>
                    <a:pt x="63091" y="7757"/>
                  </a:lnTo>
                  <a:lnTo>
                    <a:pt x="64005" y="4820"/>
                  </a:lnTo>
                  <a:lnTo>
                    <a:pt x="64569" y="2700"/>
                  </a:lnTo>
                  <a:lnTo>
                    <a:pt x="64867" y="1793"/>
                  </a:lnTo>
                  <a:lnTo>
                    <a:pt x="65302" y="201"/>
                  </a:lnTo>
                  <a:lnTo>
                    <a:pt x="66050" y="0"/>
                  </a:lnTo>
                  <a:lnTo>
                    <a:pt x="66777" y="503"/>
                  </a:lnTo>
                  <a:lnTo>
                    <a:pt x="67212" y="1409"/>
                  </a:lnTo>
                  <a:lnTo>
                    <a:pt x="67645" y="3247"/>
                  </a:lnTo>
                  <a:lnTo>
                    <a:pt x="68119" y="4754"/>
                  </a:lnTo>
                  <a:lnTo>
                    <a:pt x="68698" y="4748"/>
                  </a:lnTo>
                  <a:lnTo>
                    <a:pt x="69288" y="4534"/>
                  </a:lnTo>
                  <a:lnTo>
                    <a:pt x="69564" y="4743"/>
                  </a:lnTo>
                  <a:lnTo>
                    <a:pt x="70131" y="6005"/>
                  </a:lnTo>
                  <a:lnTo>
                    <a:pt x="71205" y="9027"/>
                  </a:lnTo>
                  <a:lnTo>
                    <a:pt x="71685" y="9785"/>
                  </a:lnTo>
                  <a:lnTo>
                    <a:pt x="72140" y="11073"/>
                  </a:lnTo>
                  <a:lnTo>
                    <a:pt x="72377" y="13646"/>
                  </a:lnTo>
                  <a:lnTo>
                    <a:pt x="72524" y="16236"/>
                  </a:lnTo>
                  <a:lnTo>
                    <a:pt x="73871" y="25230"/>
                  </a:lnTo>
                  <a:lnTo>
                    <a:pt x="74276" y="27125"/>
                  </a:lnTo>
                  <a:lnTo>
                    <a:pt x="74576" y="28572"/>
                  </a:lnTo>
                  <a:lnTo>
                    <a:pt x="75206" y="28927"/>
                  </a:lnTo>
                  <a:lnTo>
                    <a:pt x="75716" y="27480"/>
                  </a:lnTo>
                  <a:lnTo>
                    <a:pt x="75917" y="25931"/>
                  </a:lnTo>
                  <a:lnTo>
                    <a:pt x="76449" y="25406"/>
                  </a:lnTo>
                  <a:lnTo>
                    <a:pt x="77082" y="25689"/>
                  </a:lnTo>
                  <a:lnTo>
                    <a:pt x="78244" y="27132"/>
                  </a:lnTo>
                  <a:lnTo>
                    <a:pt x="78870" y="27911"/>
                  </a:lnTo>
                  <a:lnTo>
                    <a:pt x="79182" y="32359"/>
                  </a:lnTo>
                  <a:lnTo>
                    <a:pt x="79251" y="37578"/>
                  </a:lnTo>
                  <a:lnTo>
                    <a:pt x="79158" y="39194"/>
                  </a:lnTo>
                  <a:lnTo>
                    <a:pt x="79666" y="43499"/>
                  </a:lnTo>
                  <a:lnTo>
                    <a:pt x="79825" y="48450"/>
                  </a:lnTo>
                  <a:lnTo>
                    <a:pt x="79934" y="51158"/>
                  </a:lnTo>
                  <a:lnTo>
                    <a:pt x="79945" y="53746"/>
                  </a:lnTo>
                  <a:lnTo>
                    <a:pt x="79853" y="57137"/>
                  </a:lnTo>
                  <a:lnTo>
                    <a:pt x="79581" y="61679"/>
                  </a:lnTo>
                  <a:lnTo>
                    <a:pt x="79122" y="65554"/>
                  </a:lnTo>
                  <a:lnTo>
                    <a:pt x="79289" y="68780"/>
                  </a:lnTo>
                  <a:lnTo>
                    <a:pt x="79016" y="70255"/>
                  </a:lnTo>
                  <a:lnTo>
                    <a:pt x="77905" y="71005"/>
                  </a:lnTo>
                  <a:lnTo>
                    <a:pt x="77808" y="72236"/>
                  </a:lnTo>
                  <a:lnTo>
                    <a:pt x="78137" y="74266"/>
                  </a:lnTo>
                  <a:lnTo>
                    <a:pt x="78913" y="76805"/>
                  </a:lnTo>
                  <a:lnTo>
                    <a:pt x="78932" y="78407"/>
                  </a:lnTo>
                  <a:lnTo>
                    <a:pt x="78556" y="79496"/>
                  </a:lnTo>
                  <a:lnTo>
                    <a:pt x="77739" y="79599"/>
                  </a:lnTo>
                  <a:lnTo>
                    <a:pt x="76608" y="80614"/>
                  </a:lnTo>
                  <a:lnTo>
                    <a:pt x="75829" y="83891"/>
                  </a:lnTo>
                  <a:lnTo>
                    <a:pt x="75002" y="86586"/>
                  </a:lnTo>
                  <a:lnTo>
                    <a:pt x="74549" y="87116"/>
                  </a:lnTo>
                  <a:lnTo>
                    <a:pt x="73037" y="86357"/>
                  </a:lnTo>
                  <a:lnTo>
                    <a:pt x="72675" y="87049"/>
                  </a:lnTo>
                  <a:lnTo>
                    <a:pt x="72148" y="91640"/>
                  </a:lnTo>
                  <a:lnTo>
                    <a:pt x="71715" y="93613"/>
                  </a:lnTo>
                  <a:lnTo>
                    <a:pt x="71065" y="95281"/>
                  </a:lnTo>
                  <a:lnTo>
                    <a:pt x="70471" y="96262"/>
                  </a:lnTo>
                  <a:lnTo>
                    <a:pt x="69934" y="96947"/>
                  </a:lnTo>
                  <a:lnTo>
                    <a:pt x="68735" y="96483"/>
                  </a:lnTo>
                  <a:lnTo>
                    <a:pt x="68099" y="99254"/>
                  </a:lnTo>
                  <a:lnTo>
                    <a:pt x="67460" y="102910"/>
                  </a:lnTo>
                  <a:lnTo>
                    <a:pt x="67409" y="104801"/>
                  </a:lnTo>
                  <a:lnTo>
                    <a:pt x="67740" y="107770"/>
                  </a:lnTo>
                  <a:lnTo>
                    <a:pt x="67568" y="108594"/>
                  </a:lnTo>
                  <a:lnTo>
                    <a:pt x="66921" y="109240"/>
                  </a:lnTo>
                  <a:lnTo>
                    <a:pt x="65856" y="110579"/>
                  </a:lnTo>
                  <a:lnTo>
                    <a:pt x="65199" y="114822"/>
                  </a:lnTo>
                  <a:lnTo>
                    <a:pt x="65224" y="118944"/>
                  </a:lnTo>
                  <a:lnTo>
                    <a:pt x="65612" y="120358"/>
                  </a:lnTo>
                  <a:lnTo>
                    <a:pt x="66347" y="120976"/>
                  </a:lnTo>
                  <a:lnTo>
                    <a:pt x="66871" y="122246"/>
                  </a:lnTo>
                  <a:lnTo>
                    <a:pt x="66921" y="124232"/>
                  </a:lnTo>
                  <a:lnTo>
                    <a:pt x="67378" y="126714"/>
                  </a:lnTo>
                  <a:lnTo>
                    <a:pt x="67164" y="129608"/>
                  </a:lnTo>
                  <a:lnTo>
                    <a:pt x="65672" y="133814"/>
                  </a:lnTo>
                  <a:lnTo>
                    <a:pt x="65627" y="136103"/>
                  </a:lnTo>
                  <a:lnTo>
                    <a:pt x="66421" y="136808"/>
                  </a:lnTo>
                  <a:lnTo>
                    <a:pt x="67108" y="136485"/>
                  </a:lnTo>
                  <a:lnTo>
                    <a:pt x="67956" y="135486"/>
                  </a:lnTo>
                  <a:lnTo>
                    <a:pt x="68956" y="133879"/>
                  </a:lnTo>
                  <a:lnTo>
                    <a:pt x="71140" y="131540"/>
                  </a:lnTo>
                  <a:lnTo>
                    <a:pt x="73524" y="130204"/>
                  </a:lnTo>
                  <a:lnTo>
                    <a:pt x="75410" y="129956"/>
                  </a:lnTo>
                  <a:lnTo>
                    <a:pt x="77021" y="130056"/>
                  </a:lnTo>
                  <a:lnTo>
                    <a:pt x="77810" y="130553"/>
                  </a:lnTo>
                  <a:lnTo>
                    <a:pt x="78044" y="131410"/>
                  </a:lnTo>
                  <a:lnTo>
                    <a:pt x="80250" y="130044"/>
                  </a:lnTo>
                  <a:lnTo>
                    <a:pt x="80712" y="129966"/>
                  </a:lnTo>
                  <a:lnTo>
                    <a:pt x="81111" y="129893"/>
                  </a:lnTo>
                  <a:lnTo>
                    <a:pt x="81098" y="130797"/>
                  </a:lnTo>
                  <a:lnTo>
                    <a:pt x="79484" y="134536"/>
                  </a:lnTo>
                  <a:lnTo>
                    <a:pt x="79182" y="136279"/>
                  </a:lnTo>
                  <a:lnTo>
                    <a:pt x="79232" y="138148"/>
                  </a:lnTo>
                  <a:lnTo>
                    <a:pt x="79892" y="139883"/>
                  </a:lnTo>
                  <a:lnTo>
                    <a:pt x="80534" y="141220"/>
                  </a:lnTo>
                  <a:lnTo>
                    <a:pt x="81077" y="144573"/>
                  </a:lnTo>
                  <a:lnTo>
                    <a:pt x="80658" y="147645"/>
                  </a:lnTo>
                  <a:lnTo>
                    <a:pt x="80924" y="148765"/>
                  </a:lnTo>
                  <a:lnTo>
                    <a:pt x="81402" y="150019"/>
                  </a:lnTo>
                  <a:lnTo>
                    <a:pt x="81691" y="151785"/>
                  </a:lnTo>
                  <a:lnTo>
                    <a:pt x="81726" y="153937"/>
                  </a:lnTo>
                  <a:lnTo>
                    <a:pt x="81461" y="157371"/>
                  </a:lnTo>
                  <a:lnTo>
                    <a:pt x="83793" y="159165"/>
                  </a:lnTo>
                  <a:lnTo>
                    <a:pt x="85806" y="159970"/>
                  </a:lnTo>
                  <a:lnTo>
                    <a:pt x="87275" y="160189"/>
                  </a:lnTo>
                  <a:lnTo>
                    <a:pt x="88216" y="160977"/>
                  </a:lnTo>
                  <a:lnTo>
                    <a:pt x="88783" y="161656"/>
                  </a:lnTo>
                  <a:lnTo>
                    <a:pt x="89182" y="162887"/>
                  </a:lnTo>
                  <a:lnTo>
                    <a:pt x="89302" y="164230"/>
                  </a:lnTo>
                  <a:lnTo>
                    <a:pt x="88810" y="165171"/>
                  </a:lnTo>
                  <a:lnTo>
                    <a:pt x="87815" y="168191"/>
                  </a:lnTo>
                  <a:lnTo>
                    <a:pt x="87244" y="172222"/>
                  </a:lnTo>
                  <a:lnTo>
                    <a:pt x="87304" y="175241"/>
                  </a:lnTo>
                  <a:lnTo>
                    <a:pt x="87237" y="177855"/>
                  </a:lnTo>
                  <a:lnTo>
                    <a:pt x="86084" y="181628"/>
                  </a:lnTo>
                  <a:lnTo>
                    <a:pt x="85624" y="184222"/>
                  </a:lnTo>
                  <a:lnTo>
                    <a:pt x="85222" y="186884"/>
                  </a:lnTo>
                  <a:lnTo>
                    <a:pt x="85235" y="188041"/>
                  </a:lnTo>
                  <a:lnTo>
                    <a:pt x="85473" y="188849"/>
                  </a:lnTo>
                  <a:lnTo>
                    <a:pt x="85966" y="189317"/>
                  </a:lnTo>
                  <a:lnTo>
                    <a:pt x="86816" y="189598"/>
                  </a:lnTo>
                  <a:lnTo>
                    <a:pt x="87858" y="189298"/>
                  </a:lnTo>
                  <a:lnTo>
                    <a:pt x="90344" y="189937"/>
                  </a:lnTo>
                  <a:lnTo>
                    <a:pt x="93181" y="191103"/>
                  </a:lnTo>
                  <a:lnTo>
                    <a:pt x="94305" y="191744"/>
                  </a:lnTo>
                  <a:lnTo>
                    <a:pt x="94673" y="192917"/>
                  </a:lnTo>
                  <a:lnTo>
                    <a:pt x="94583" y="195479"/>
                  </a:lnTo>
                  <a:lnTo>
                    <a:pt x="94402" y="197867"/>
                  </a:lnTo>
                  <a:lnTo>
                    <a:pt x="94586" y="199701"/>
                  </a:lnTo>
                  <a:lnTo>
                    <a:pt x="95043" y="201389"/>
                  </a:lnTo>
                  <a:lnTo>
                    <a:pt x="95811" y="201946"/>
                  </a:lnTo>
                  <a:lnTo>
                    <a:pt x="96472" y="202599"/>
                  </a:lnTo>
                  <a:lnTo>
                    <a:pt x="96597" y="203888"/>
                  </a:lnTo>
                  <a:lnTo>
                    <a:pt x="96396" y="205635"/>
                  </a:lnTo>
                  <a:lnTo>
                    <a:pt x="96732" y="207016"/>
                  </a:lnTo>
                  <a:lnTo>
                    <a:pt x="97108" y="207922"/>
                  </a:lnTo>
                  <a:lnTo>
                    <a:pt x="97926" y="208440"/>
                  </a:lnTo>
                  <a:lnTo>
                    <a:pt x="99581" y="207316"/>
                  </a:lnTo>
                  <a:lnTo>
                    <a:pt x="100740" y="207817"/>
                  </a:lnTo>
                  <a:lnTo>
                    <a:pt x="101784" y="208584"/>
                  </a:lnTo>
                  <a:lnTo>
                    <a:pt x="102677" y="208180"/>
                  </a:lnTo>
                  <a:lnTo>
                    <a:pt x="103561" y="207201"/>
                  </a:lnTo>
                  <a:lnTo>
                    <a:pt x="105487" y="202761"/>
                  </a:lnTo>
                  <a:lnTo>
                    <a:pt x="107731" y="200362"/>
                  </a:lnTo>
                  <a:lnTo>
                    <a:pt x="108468" y="199786"/>
                  </a:lnTo>
                  <a:lnTo>
                    <a:pt x="108967" y="200075"/>
                  </a:lnTo>
                  <a:lnTo>
                    <a:pt x="109091" y="200386"/>
                  </a:lnTo>
                  <a:lnTo>
                    <a:pt x="109057" y="201285"/>
                  </a:lnTo>
                  <a:lnTo>
                    <a:pt x="109291" y="204934"/>
                  </a:lnTo>
                  <a:close/>
                </a:path>
              </a:pathLst>
            </a:custGeom>
            <a:solidFill>
              <a:srgbClr val="D5E7D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8" name="pg1017"/>
            <p:cNvSpPr/>
            <p:nvPr/>
          </p:nvSpPr>
          <p:spPr>
            <a:xfrm>
              <a:off x="3558414" y="2347436"/>
              <a:ext cx="23293" cy="49442"/>
            </a:xfrm>
            <a:custGeom>
              <a:avLst/>
              <a:pathLst>
                <a:path w="23293" h="49442">
                  <a:moveTo>
                    <a:pt x="9237" y="266"/>
                  </a:moveTo>
                  <a:lnTo>
                    <a:pt x="9204" y="628"/>
                  </a:lnTo>
                  <a:lnTo>
                    <a:pt x="9264" y="1693"/>
                  </a:lnTo>
                  <a:lnTo>
                    <a:pt x="9535" y="2729"/>
                  </a:lnTo>
                  <a:lnTo>
                    <a:pt x="10504" y="3793"/>
                  </a:lnTo>
                  <a:lnTo>
                    <a:pt x="11922" y="5895"/>
                  </a:lnTo>
                  <a:lnTo>
                    <a:pt x="13591" y="9753"/>
                  </a:lnTo>
                  <a:lnTo>
                    <a:pt x="14358" y="10900"/>
                  </a:lnTo>
                  <a:lnTo>
                    <a:pt x="15047" y="11180"/>
                  </a:lnTo>
                  <a:lnTo>
                    <a:pt x="16389" y="12781"/>
                  </a:lnTo>
                  <a:lnTo>
                    <a:pt x="17326" y="13172"/>
                  </a:lnTo>
                  <a:lnTo>
                    <a:pt x="18374" y="13613"/>
                  </a:lnTo>
                  <a:lnTo>
                    <a:pt x="21102" y="16956"/>
                  </a:lnTo>
                  <a:lnTo>
                    <a:pt x="22328" y="17932"/>
                  </a:lnTo>
                  <a:lnTo>
                    <a:pt x="23199" y="19190"/>
                  </a:lnTo>
                  <a:lnTo>
                    <a:pt x="23293" y="20375"/>
                  </a:lnTo>
                  <a:lnTo>
                    <a:pt x="23253" y="21109"/>
                  </a:lnTo>
                  <a:lnTo>
                    <a:pt x="21678" y="21969"/>
                  </a:lnTo>
                  <a:lnTo>
                    <a:pt x="21403" y="23275"/>
                  </a:lnTo>
                  <a:lnTo>
                    <a:pt x="20640" y="23124"/>
                  </a:lnTo>
                  <a:lnTo>
                    <a:pt x="19718" y="23115"/>
                  </a:lnTo>
                  <a:lnTo>
                    <a:pt x="19416" y="23943"/>
                  </a:lnTo>
                  <a:lnTo>
                    <a:pt x="19857" y="25308"/>
                  </a:lnTo>
                  <a:lnTo>
                    <a:pt x="20144" y="26912"/>
                  </a:lnTo>
                  <a:lnTo>
                    <a:pt x="19913" y="29113"/>
                  </a:lnTo>
                  <a:lnTo>
                    <a:pt x="19836" y="29403"/>
                  </a:lnTo>
                  <a:lnTo>
                    <a:pt x="19613" y="29325"/>
                  </a:lnTo>
                  <a:lnTo>
                    <a:pt x="18314" y="30602"/>
                  </a:lnTo>
                  <a:lnTo>
                    <a:pt x="17347" y="31203"/>
                  </a:lnTo>
                  <a:lnTo>
                    <a:pt x="16476" y="31504"/>
                  </a:lnTo>
                  <a:lnTo>
                    <a:pt x="16064" y="30890"/>
                  </a:lnTo>
                  <a:lnTo>
                    <a:pt x="15861" y="30056"/>
                  </a:lnTo>
                  <a:lnTo>
                    <a:pt x="15896" y="27640"/>
                  </a:lnTo>
                  <a:lnTo>
                    <a:pt x="15739" y="26824"/>
                  </a:lnTo>
                  <a:lnTo>
                    <a:pt x="15442" y="26428"/>
                  </a:lnTo>
                  <a:lnTo>
                    <a:pt x="14846" y="27000"/>
                  </a:lnTo>
                  <a:lnTo>
                    <a:pt x="14150" y="28866"/>
                  </a:lnTo>
                  <a:lnTo>
                    <a:pt x="13505" y="31037"/>
                  </a:lnTo>
                  <a:lnTo>
                    <a:pt x="12538" y="33300"/>
                  </a:lnTo>
                  <a:lnTo>
                    <a:pt x="11739" y="35471"/>
                  </a:lnTo>
                  <a:lnTo>
                    <a:pt x="10879" y="38208"/>
                  </a:lnTo>
                  <a:lnTo>
                    <a:pt x="10290" y="40475"/>
                  </a:lnTo>
                  <a:lnTo>
                    <a:pt x="10901" y="41753"/>
                  </a:lnTo>
                  <a:lnTo>
                    <a:pt x="11274" y="43532"/>
                  </a:lnTo>
                  <a:lnTo>
                    <a:pt x="11161" y="44864"/>
                  </a:lnTo>
                  <a:lnTo>
                    <a:pt x="11270" y="45640"/>
                  </a:lnTo>
                  <a:lnTo>
                    <a:pt x="11080" y="47972"/>
                  </a:lnTo>
                  <a:lnTo>
                    <a:pt x="11042" y="49442"/>
                  </a:lnTo>
                  <a:lnTo>
                    <a:pt x="9141" y="47092"/>
                  </a:lnTo>
                  <a:lnTo>
                    <a:pt x="8359" y="43786"/>
                  </a:lnTo>
                  <a:lnTo>
                    <a:pt x="5580" y="38203"/>
                  </a:lnTo>
                  <a:lnTo>
                    <a:pt x="2395" y="34402"/>
                  </a:lnTo>
                  <a:lnTo>
                    <a:pt x="2226" y="33802"/>
                  </a:lnTo>
                  <a:lnTo>
                    <a:pt x="2401" y="33070"/>
                  </a:lnTo>
                  <a:lnTo>
                    <a:pt x="2554" y="32492"/>
                  </a:lnTo>
                  <a:lnTo>
                    <a:pt x="1892" y="32449"/>
                  </a:lnTo>
                  <a:lnTo>
                    <a:pt x="1428" y="32912"/>
                  </a:lnTo>
                  <a:lnTo>
                    <a:pt x="988" y="32782"/>
                  </a:lnTo>
                  <a:lnTo>
                    <a:pt x="491" y="31358"/>
                  </a:lnTo>
                  <a:lnTo>
                    <a:pt x="21" y="30121"/>
                  </a:lnTo>
                  <a:lnTo>
                    <a:pt x="0" y="29035"/>
                  </a:lnTo>
                  <a:lnTo>
                    <a:pt x="214" y="28893"/>
                  </a:lnTo>
                  <a:lnTo>
                    <a:pt x="533" y="28459"/>
                  </a:lnTo>
                  <a:lnTo>
                    <a:pt x="1202" y="27250"/>
                  </a:lnTo>
                  <a:lnTo>
                    <a:pt x="1335" y="26615"/>
                  </a:lnTo>
                  <a:lnTo>
                    <a:pt x="1303" y="25653"/>
                  </a:lnTo>
                  <a:lnTo>
                    <a:pt x="361" y="22607"/>
                  </a:lnTo>
                  <a:lnTo>
                    <a:pt x="228" y="20632"/>
                  </a:lnTo>
                  <a:lnTo>
                    <a:pt x="91" y="16957"/>
                  </a:lnTo>
                  <a:lnTo>
                    <a:pt x="290" y="16087"/>
                  </a:lnTo>
                  <a:lnTo>
                    <a:pt x="635" y="15666"/>
                  </a:lnTo>
                  <a:lnTo>
                    <a:pt x="2282" y="15207"/>
                  </a:lnTo>
                  <a:lnTo>
                    <a:pt x="2261" y="12343"/>
                  </a:lnTo>
                  <a:lnTo>
                    <a:pt x="2360" y="11484"/>
                  </a:lnTo>
                  <a:lnTo>
                    <a:pt x="2687" y="10294"/>
                  </a:lnTo>
                  <a:lnTo>
                    <a:pt x="2899" y="9205"/>
                  </a:lnTo>
                  <a:lnTo>
                    <a:pt x="3813" y="7646"/>
                  </a:lnTo>
                  <a:lnTo>
                    <a:pt x="5054" y="5791"/>
                  </a:lnTo>
                  <a:lnTo>
                    <a:pt x="5597" y="5736"/>
                  </a:lnTo>
                  <a:lnTo>
                    <a:pt x="6073" y="5994"/>
                  </a:lnTo>
                  <a:lnTo>
                    <a:pt x="6610" y="7592"/>
                  </a:lnTo>
                  <a:lnTo>
                    <a:pt x="7194" y="7384"/>
                  </a:lnTo>
                  <a:lnTo>
                    <a:pt x="7317" y="5466"/>
                  </a:lnTo>
                  <a:lnTo>
                    <a:pt x="6550" y="2953"/>
                  </a:lnTo>
                  <a:lnTo>
                    <a:pt x="6141" y="1347"/>
                  </a:lnTo>
                  <a:lnTo>
                    <a:pt x="6268" y="463"/>
                  </a:lnTo>
                  <a:lnTo>
                    <a:pt x="6555" y="0"/>
                  </a:lnTo>
                  <a:lnTo>
                    <a:pt x="7214" y="290"/>
                  </a:lnTo>
                  <a:lnTo>
                    <a:pt x="7845" y="727"/>
                  </a:lnTo>
                  <a:lnTo>
                    <a:pt x="8244" y="431"/>
                  </a:lnTo>
                  <a:lnTo>
                    <a:pt x="8872" y="203"/>
                  </a:lnTo>
                  <a:close/>
                </a:path>
              </a:pathLst>
            </a:custGeom>
            <a:solidFill>
              <a:srgbClr val="EAF3E8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9" name="pg1018"/>
            <p:cNvSpPr/>
            <p:nvPr/>
          </p:nvSpPr>
          <p:spPr>
            <a:xfrm>
              <a:off x="4403071" y="2094054"/>
              <a:ext cx="391876" cy="310908"/>
            </a:xfrm>
            <a:custGeom>
              <a:avLst/>
              <a:pathLst>
                <a:path w="391876" h="310908">
                  <a:moveTo>
                    <a:pt x="352699" y="67770"/>
                  </a:moveTo>
                  <a:lnTo>
                    <a:pt x="351559" y="71877"/>
                  </a:lnTo>
                  <a:lnTo>
                    <a:pt x="349273" y="80109"/>
                  </a:lnTo>
                  <a:lnTo>
                    <a:pt x="347337" y="87078"/>
                  </a:lnTo>
                  <a:lnTo>
                    <a:pt x="346317" y="91006"/>
                  </a:lnTo>
                  <a:lnTo>
                    <a:pt x="345569" y="93999"/>
                  </a:lnTo>
                  <a:lnTo>
                    <a:pt x="344791" y="96839"/>
                  </a:lnTo>
                  <a:lnTo>
                    <a:pt x="344682" y="98546"/>
                  </a:lnTo>
                  <a:lnTo>
                    <a:pt x="343809" y="101292"/>
                  </a:lnTo>
                  <a:lnTo>
                    <a:pt x="342184" y="104604"/>
                  </a:lnTo>
                  <a:lnTo>
                    <a:pt x="341833" y="108195"/>
                  </a:lnTo>
                  <a:lnTo>
                    <a:pt x="341893" y="111427"/>
                  </a:lnTo>
                  <a:lnTo>
                    <a:pt x="341758" y="114326"/>
                  </a:lnTo>
                  <a:lnTo>
                    <a:pt x="339977" y="116158"/>
                  </a:lnTo>
                  <a:lnTo>
                    <a:pt x="338584" y="117795"/>
                  </a:lnTo>
                  <a:lnTo>
                    <a:pt x="338980" y="123286"/>
                  </a:lnTo>
                  <a:lnTo>
                    <a:pt x="339697" y="125361"/>
                  </a:lnTo>
                  <a:lnTo>
                    <a:pt x="340858" y="127603"/>
                  </a:lnTo>
                  <a:lnTo>
                    <a:pt x="342077" y="129396"/>
                  </a:lnTo>
                  <a:lnTo>
                    <a:pt x="343131" y="130913"/>
                  </a:lnTo>
                  <a:lnTo>
                    <a:pt x="344297" y="130191"/>
                  </a:lnTo>
                  <a:lnTo>
                    <a:pt x="345283" y="127880"/>
                  </a:lnTo>
                  <a:lnTo>
                    <a:pt x="347189" y="125851"/>
                  </a:lnTo>
                  <a:lnTo>
                    <a:pt x="348237" y="125802"/>
                  </a:lnTo>
                  <a:lnTo>
                    <a:pt x="348981" y="126270"/>
                  </a:lnTo>
                  <a:lnTo>
                    <a:pt x="350629" y="126402"/>
                  </a:lnTo>
                  <a:lnTo>
                    <a:pt x="352317" y="125665"/>
                  </a:lnTo>
                  <a:lnTo>
                    <a:pt x="353641" y="125509"/>
                  </a:lnTo>
                  <a:lnTo>
                    <a:pt x="355354" y="126003"/>
                  </a:lnTo>
                  <a:lnTo>
                    <a:pt x="355970" y="126490"/>
                  </a:lnTo>
                  <a:lnTo>
                    <a:pt x="357409" y="127382"/>
                  </a:lnTo>
                  <a:lnTo>
                    <a:pt x="358961" y="129336"/>
                  </a:lnTo>
                  <a:lnTo>
                    <a:pt x="360044" y="131520"/>
                  </a:lnTo>
                  <a:lnTo>
                    <a:pt x="360834" y="131938"/>
                  </a:lnTo>
                  <a:lnTo>
                    <a:pt x="361239" y="131243"/>
                  </a:lnTo>
                  <a:lnTo>
                    <a:pt x="362105" y="129304"/>
                  </a:lnTo>
                  <a:lnTo>
                    <a:pt x="363327" y="127433"/>
                  </a:lnTo>
                  <a:lnTo>
                    <a:pt x="364805" y="124371"/>
                  </a:lnTo>
                  <a:lnTo>
                    <a:pt x="365923" y="122019"/>
                  </a:lnTo>
                  <a:lnTo>
                    <a:pt x="366801" y="121666"/>
                  </a:lnTo>
                  <a:lnTo>
                    <a:pt x="368492" y="121673"/>
                  </a:lnTo>
                  <a:lnTo>
                    <a:pt x="369257" y="121102"/>
                  </a:lnTo>
                  <a:lnTo>
                    <a:pt x="370538" y="120807"/>
                  </a:lnTo>
                  <a:lnTo>
                    <a:pt x="371667" y="121676"/>
                  </a:lnTo>
                  <a:lnTo>
                    <a:pt x="374821" y="122134"/>
                  </a:lnTo>
                  <a:lnTo>
                    <a:pt x="375665" y="123338"/>
                  </a:lnTo>
                  <a:lnTo>
                    <a:pt x="377162" y="126913"/>
                  </a:lnTo>
                  <a:lnTo>
                    <a:pt x="378008" y="128823"/>
                  </a:lnTo>
                  <a:lnTo>
                    <a:pt x="379474" y="129784"/>
                  </a:lnTo>
                  <a:lnTo>
                    <a:pt x="380362" y="130439"/>
                  </a:lnTo>
                  <a:lnTo>
                    <a:pt x="381147" y="130959"/>
                  </a:lnTo>
                  <a:lnTo>
                    <a:pt x="381932" y="131881"/>
                  </a:lnTo>
                  <a:lnTo>
                    <a:pt x="382119" y="133000"/>
                  </a:lnTo>
                  <a:lnTo>
                    <a:pt x="382432" y="134707"/>
                  </a:lnTo>
                  <a:lnTo>
                    <a:pt x="382913" y="135691"/>
                  </a:lnTo>
                  <a:lnTo>
                    <a:pt x="383800" y="136655"/>
                  </a:lnTo>
                  <a:lnTo>
                    <a:pt x="384478" y="137244"/>
                  </a:lnTo>
                  <a:lnTo>
                    <a:pt x="384694" y="138483"/>
                  </a:lnTo>
                  <a:lnTo>
                    <a:pt x="384906" y="139091"/>
                  </a:lnTo>
                  <a:lnTo>
                    <a:pt x="385524" y="139956"/>
                  </a:lnTo>
                  <a:lnTo>
                    <a:pt x="387355" y="143649"/>
                  </a:lnTo>
                  <a:lnTo>
                    <a:pt x="388248" y="144637"/>
                  </a:lnTo>
                  <a:lnTo>
                    <a:pt x="389600" y="146778"/>
                  </a:lnTo>
                  <a:lnTo>
                    <a:pt x="390162" y="148550"/>
                  </a:lnTo>
                  <a:lnTo>
                    <a:pt x="390194" y="150412"/>
                  </a:lnTo>
                  <a:lnTo>
                    <a:pt x="390543" y="151836"/>
                  </a:lnTo>
                  <a:lnTo>
                    <a:pt x="391447" y="153971"/>
                  </a:lnTo>
                  <a:lnTo>
                    <a:pt x="391876" y="155412"/>
                  </a:lnTo>
                  <a:lnTo>
                    <a:pt x="391709" y="157373"/>
                  </a:lnTo>
                  <a:lnTo>
                    <a:pt x="391852" y="159104"/>
                  </a:lnTo>
                  <a:lnTo>
                    <a:pt x="391502" y="160897"/>
                  </a:lnTo>
                  <a:lnTo>
                    <a:pt x="390043" y="162226"/>
                  </a:lnTo>
                  <a:lnTo>
                    <a:pt x="389545" y="162853"/>
                  </a:lnTo>
                  <a:lnTo>
                    <a:pt x="388492" y="162913"/>
                  </a:lnTo>
                  <a:lnTo>
                    <a:pt x="386710" y="162242"/>
                  </a:lnTo>
                  <a:lnTo>
                    <a:pt x="384977" y="162622"/>
                  </a:lnTo>
                  <a:lnTo>
                    <a:pt x="382909" y="161887"/>
                  </a:lnTo>
                  <a:lnTo>
                    <a:pt x="381281" y="160306"/>
                  </a:lnTo>
                  <a:lnTo>
                    <a:pt x="380411" y="159045"/>
                  </a:lnTo>
                  <a:lnTo>
                    <a:pt x="379031" y="158296"/>
                  </a:lnTo>
                  <a:lnTo>
                    <a:pt x="378378" y="158684"/>
                  </a:lnTo>
                  <a:lnTo>
                    <a:pt x="377557" y="160315"/>
                  </a:lnTo>
                  <a:lnTo>
                    <a:pt x="376652" y="160026"/>
                  </a:lnTo>
                  <a:lnTo>
                    <a:pt x="375820" y="160315"/>
                  </a:lnTo>
                  <a:lnTo>
                    <a:pt x="373674" y="159981"/>
                  </a:lnTo>
                  <a:lnTo>
                    <a:pt x="372508" y="159571"/>
                  </a:lnTo>
                  <a:lnTo>
                    <a:pt x="370657" y="160708"/>
                  </a:lnTo>
                  <a:lnTo>
                    <a:pt x="369615" y="161062"/>
                  </a:lnTo>
                  <a:lnTo>
                    <a:pt x="367655" y="162459"/>
                  </a:lnTo>
                  <a:lnTo>
                    <a:pt x="366473" y="164871"/>
                  </a:lnTo>
                  <a:lnTo>
                    <a:pt x="365592" y="165448"/>
                  </a:lnTo>
                  <a:lnTo>
                    <a:pt x="364738" y="165333"/>
                  </a:lnTo>
                  <a:lnTo>
                    <a:pt x="364121" y="164448"/>
                  </a:lnTo>
                  <a:lnTo>
                    <a:pt x="363224" y="163376"/>
                  </a:lnTo>
                  <a:lnTo>
                    <a:pt x="361898" y="163437"/>
                  </a:lnTo>
                  <a:lnTo>
                    <a:pt x="361502" y="163890"/>
                  </a:lnTo>
                  <a:lnTo>
                    <a:pt x="361338" y="164874"/>
                  </a:lnTo>
                  <a:lnTo>
                    <a:pt x="360902" y="167856"/>
                  </a:lnTo>
                  <a:lnTo>
                    <a:pt x="360909" y="169197"/>
                  </a:lnTo>
                  <a:lnTo>
                    <a:pt x="360622" y="170062"/>
                  </a:lnTo>
                  <a:lnTo>
                    <a:pt x="359838" y="170351"/>
                  </a:lnTo>
                  <a:lnTo>
                    <a:pt x="358459" y="170267"/>
                  </a:lnTo>
                  <a:lnTo>
                    <a:pt x="356301" y="170070"/>
                  </a:lnTo>
                  <a:lnTo>
                    <a:pt x="354841" y="169296"/>
                  </a:lnTo>
                  <a:lnTo>
                    <a:pt x="353963" y="169629"/>
                  </a:lnTo>
                  <a:lnTo>
                    <a:pt x="352767" y="171245"/>
                  </a:lnTo>
                  <a:lnTo>
                    <a:pt x="351920" y="171508"/>
                  </a:lnTo>
                  <a:lnTo>
                    <a:pt x="351228" y="172196"/>
                  </a:lnTo>
                  <a:lnTo>
                    <a:pt x="350669" y="174581"/>
                  </a:lnTo>
                  <a:lnTo>
                    <a:pt x="349793" y="176067"/>
                  </a:lnTo>
                  <a:lnTo>
                    <a:pt x="348730" y="177906"/>
                  </a:lnTo>
                  <a:lnTo>
                    <a:pt x="347596" y="181852"/>
                  </a:lnTo>
                  <a:lnTo>
                    <a:pt x="346967" y="184101"/>
                  </a:lnTo>
                  <a:lnTo>
                    <a:pt x="347164" y="185317"/>
                  </a:lnTo>
                  <a:lnTo>
                    <a:pt x="347304" y="186788"/>
                  </a:lnTo>
                  <a:lnTo>
                    <a:pt x="346780" y="188461"/>
                  </a:lnTo>
                  <a:lnTo>
                    <a:pt x="345711" y="190017"/>
                  </a:lnTo>
                  <a:lnTo>
                    <a:pt x="344854" y="190305"/>
                  </a:lnTo>
                  <a:lnTo>
                    <a:pt x="343569" y="191806"/>
                  </a:lnTo>
                  <a:lnTo>
                    <a:pt x="341802" y="194505"/>
                  </a:lnTo>
                  <a:lnTo>
                    <a:pt x="340485" y="196768"/>
                  </a:lnTo>
                  <a:lnTo>
                    <a:pt x="338759" y="197322"/>
                  </a:lnTo>
                  <a:lnTo>
                    <a:pt x="337540" y="197899"/>
                  </a:lnTo>
                  <a:lnTo>
                    <a:pt x="334835" y="198601"/>
                  </a:lnTo>
                  <a:lnTo>
                    <a:pt x="334166" y="198777"/>
                  </a:lnTo>
                  <a:lnTo>
                    <a:pt x="331200" y="199131"/>
                  </a:lnTo>
                  <a:lnTo>
                    <a:pt x="329001" y="197909"/>
                  </a:lnTo>
                  <a:lnTo>
                    <a:pt x="327850" y="198096"/>
                  </a:lnTo>
                  <a:lnTo>
                    <a:pt x="326824" y="198785"/>
                  </a:lnTo>
                  <a:lnTo>
                    <a:pt x="326300" y="199535"/>
                  </a:lnTo>
                  <a:lnTo>
                    <a:pt x="326118" y="200962"/>
                  </a:lnTo>
                  <a:lnTo>
                    <a:pt x="325936" y="202279"/>
                  </a:lnTo>
                  <a:lnTo>
                    <a:pt x="325105" y="204322"/>
                  </a:lnTo>
                  <a:lnTo>
                    <a:pt x="323422" y="207032"/>
                  </a:lnTo>
                  <a:lnTo>
                    <a:pt x="322037" y="208835"/>
                  </a:lnTo>
                  <a:lnTo>
                    <a:pt x="320975" y="211161"/>
                  </a:lnTo>
                  <a:lnTo>
                    <a:pt x="320366" y="212005"/>
                  </a:lnTo>
                  <a:lnTo>
                    <a:pt x="319155" y="212900"/>
                  </a:lnTo>
                  <a:lnTo>
                    <a:pt x="318499" y="213376"/>
                  </a:lnTo>
                  <a:lnTo>
                    <a:pt x="316977" y="215452"/>
                  </a:lnTo>
                  <a:lnTo>
                    <a:pt x="315764" y="217298"/>
                  </a:lnTo>
                  <a:lnTo>
                    <a:pt x="314964" y="217823"/>
                  </a:lnTo>
                  <a:lnTo>
                    <a:pt x="314000" y="217331"/>
                  </a:lnTo>
                  <a:lnTo>
                    <a:pt x="313363" y="217181"/>
                  </a:lnTo>
                  <a:lnTo>
                    <a:pt x="311478" y="216465"/>
                  </a:lnTo>
                  <a:lnTo>
                    <a:pt x="310200" y="216371"/>
                  </a:lnTo>
                  <a:lnTo>
                    <a:pt x="308412" y="215912"/>
                  </a:lnTo>
                  <a:lnTo>
                    <a:pt x="304236" y="213752"/>
                  </a:lnTo>
                  <a:lnTo>
                    <a:pt x="302896" y="212741"/>
                  </a:lnTo>
                  <a:lnTo>
                    <a:pt x="301708" y="209985"/>
                  </a:lnTo>
                  <a:lnTo>
                    <a:pt x="300636" y="208589"/>
                  </a:lnTo>
                  <a:lnTo>
                    <a:pt x="299182" y="208446"/>
                  </a:lnTo>
                  <a:lnTo>
                    <a:pt x="296999" y="208449"/>
                  </a:lnTo>
                  <a:lnTo>
                    <a:pt x="296020" y="207896"/>
                  </a:lnTo>
                  <a:lnTo>
                    <a:pt x="294380" y="208415"/>
                  </a:lnTo>
                  <a:lnTo>
                    <a:pt x="292589" y="211209"/>
                  </a:lnTo>
                  <a:lnTo>
                    <a:pt x="291741" y="213288"/>
                  </a:lnTo>
                  <a:lnTo>
                    <a:pt x="291007" y="215416"/>
                  </a:lnTo>
                  <a:lnTo>
                    <a:pt x="290108" y="219974"/>
                  </a:lnTo>
                  <a:lnTo>
                    <a:pt x="289709" y="223020"/>
                  </a:lnTo>
                  <a:lnTo>
                    <a:pt x="289401" y="224741"/>
                  </a:lnTo>
                  <a:lnTo>
                    <a:pt x="288444" y="227471"/>
                  </a:lnTo>
                  <a:lnTo>
                    <a:pt x="288338" y="229004"/>
                  </a:lnTo>
                  <a:lnTo>
                    <a:pt x="288671" y="230332"/>
                  </a:lnTo>
                  <a:lnTo>
                    <a:pt x="289361" y="231831"/>
                  </a:lnTo>
                  <a:lnTo>
                    <a:pt x="289770" y="234187"/>
                  </a:lnTo>
                  <a:lnTo>
                    <a:pt x="290780" y="236692"/>
                  </a:lnTo>
                  <a:lnTo>
                    <a:pt x="291769" y="238643"/>
                  </a:lnTo>
                  <a:lnTo>
                    <a:pt x="293635" y="241788"/>
                  </a:lnTo>
                  <a:lnTo>
                    <a:pt x="294164" y="243436"/>
                  </a:lnTo>
                  <a:lnTo>
                    <a:pt x="294791" y="245326"/>
                  </a:lnTo>
                  <a:lnTo>
                    <a:pt x="294926" y="247173"/>
                  </a:lnTo>
                  <a:lnTo>
                    <a:pt x="294809" y="248385"/>
                  </a:lnTo>
                  <a:lnTo>
                    <a:pt x="294137" y="249308"/>
                  </a:lnTo>
                  <a:lnTo>
                    <a:pt x="292833" y="249768"/>
                  </a:lnTo>
                  <a:lnTo>
                    <a:pt x="292207" y="251052"/>
                  </a:lnTo>
                  <a:lnTo>
                    <a:pt x="291245" y="252765"/>
                  </a:lnTo>
                  <a:lnTo>
                    <a:pt x="290106" y="254742"/>
                  </a:lnTo>
                  <a:lnTo>
                    <a:pt x="289572" y="254845"/>
                  </a:lnTo>
                  <a:lnTo>
                    <a:pt x="288933" y="255374"/>
                  </a:lnTo>
                  <a:lnTo>
                    <a:pt x="285712" y="257823"/>
                  </a:lnTo>
                  <a:lnTo>
                    <a:pt x="284490" y="258510"/>
                  </a:lnTo>
                  <a:lnTo>
                    <a:pt x="283524" y="259318"/>
                  </a:lnTo>
                  <a:lnTo>
                    <a:pt x="282379" y="261816"/>
                  </a:lnTo>
                  <a:lnTo>
                    <a:pt x="281480" y="263671"/>
                  </a:lnTo>
                  <a:lnTo>
                    <a:pt x="280371" y="266133"/>
                  </a:lnTo>
                  <a:lnTo>
                    <a:pt x="279884" y="267223"/>
                  </a:lnTo>
                  <a:lnTo>
                    <a:pt x="278896" y="269686"/>
                  </a:lnTo>
                  <a:lnTo>
                    <a:pt x="277597" y="272501"/>
                  </a:lnTo>
                  <a:lnTo>
                    <a:pt x="276875" y="274012"/>
                  </a:lnTo>
                  <a:lnTo>
                    <a:pt x="276484" y="274915"/>
                  </a:lnTo>
                  <a:lnTo>
                    <a:pt x="276128" y="276094"/>
                  </a:lnTo>
                  <a:lnTo>
                    <a:pt x="274769" y="277009"/>
                  </a:lnTo>
                  <a:lnTo>
                    <a:pt x="273648" y="277975"/>
                  </a:lnTo>
                  <a:lnTo>
                    <a:pt x="271955" y="279436"/>
                  </a:lnTo>
                  <a:lnTo>
                    <a:pt x="269527" y="281042"/>
                  </a:lnTo>
                  <a:lnTo>
                    <a:pt x="267568" y="282591"/>
                  </a:lnTo>
                  <a:lnTo>
                    <a:pt x="266319" y="283869"/>
                  </a:lnTo>
                  <a:lnTo>
                    <a:pt x="264462" y="285482"/>
                  </a:lnTo>
                  <a:lnTo>
                    <a:pt x="263203" y="286002"/>
                  </a:lnTo>
                  <a:lnTo>
                    <a:pt x="260665" y="285937"/>
                  </a:lnTo>
                  <a:lnTo>
                    <a:pt x="257532" y="286354"/>
                  </a:lnTo>
                  <a:lnTo>
                    <a:pt x="255250" y="286660"/>
                  </a:lnTo>
                  <a:lnTo>
                    <a:pt x="253534" y="286270"/>
                  </a:lnTo>
                  <a:lnTo>
                    <a:pt x="250944" y="286049"/>
                  </a:lnTo>
                  <a:lnTo>
                    <a:pt x="248960" y="285738"/>
                  </a:lnTo>
                  <a:lnTo>
                    <a:pt x="247633" y="286332"/>
                  </a:lnTo>
                  <a:lnTo>
                    <a:pt x="244509" y="286963"/>
                  </a:lnTo>
                  <a:lnTo>
                    <a:pt x="243812" y="287107"/>
                  </a:lnTo>
                  <a:lnTo>
                    <a:pt x="238250" y="288635"/>
                  </a:lnTo>
                  <a:lnTo>
                    <a:pt x="235792" y="289455"/>
                  </a:lnTo>
                  <a:lnTo>
                    <a:pt x="233542" y="289828"/>
                  </a:lnTo>
                  <a:lnTo>
                    <a:pt x="231884" y="290424"/>
                  </a:lnTo>
                  <a:lnTo>
                    <a:pt x="230947" y="291167"/>
                  </a:lnTo>
                  <a:lnTo>
                    <a:pt x="229557" y="292238"/>
                  </a:lnTo>
                  <a:lnTo>
                    <a:pt x="228822" y="292704"/>
                  </a:lnTo>
                  <a:lnTo>
                    <a:pt x="226365" y="294802"/>
                  </a:lnTo>
                  <a:lnTo>
                    <a:pt x="220886" y="299133"/>
                  </a:lnTo>
                  <a:lnTo>
                    <a:pt x="217215" y="302646"/>
                  </a:lnTo>
                  <a:lnTo>
                    <a:pt x="216614" y="303248"/>
                  </a:lnTo>
                  <a:lnTo>
                    <a:pt x="214143" y="305725"/>
                  </a:lnTo>
                  <a:lnTo>
                    <a:pt x="212714" y="306696"/>
                  </a:lnTo>
                  <a:lnTo>
                    <a:pt x="211719" y="308905"/>
                  </a:lnTo>
                  <a:lnTo>
                    <a:pt x="210929" y="310305"/>
                  </a:lnTo>
                  <a:lnTo>
                    <a:pt x="210093" y="310908"/>
                  </a:lnTo>
                  <a:lnTo>
                    <a:pt x="208610" y="309482"/>
                  </a:lnTo>
                  <a:lnTo>
                    <a:pt x="207553" y="309559"/>
                  </a:lnTo>
                  <a:lnTo>
                    <a:pt x="204197" y="309041"/>
                  </a:lnTo>
                  <a:lnTo>
                    <a:pt x="204197" y="302590"/>
                  </a:lnTo>
                  <a:lnTo>
                    <a:pt x="201844" y="303502"/>
                  </a:lnTo>
                  <a:lnTo>
                    <a:pt x="198092" y="304955"/>
                  </a:lnTo>
                  <a:lnTo>
                    <a:pt x="194605" y="306304"/>
                  </a:lnTo>
                  <a:lnTo>
                    <a:pt x="191418" y="303215"/>
                  </a:lnTo>
                  <a:lnTo>
                    <a:pt x="188958" y="300830"/>
                  </a:lnTo>
                  <a:lnTo>
                    <a:pt x="186826" y="298779"/>
                  </a:lnTo>
                  <a:lnTo>
                    <a:pt x="183584" y="297419"/>
                  </a:lnTo>
                  <a:lnTo>
                    <a:pt x="180761" y="296234"/>
                  </a:lnTo>
                  <a:lnTo>
                    <a:pt x="175660" y="294284"/>
                  </a:lnTo>
                  <a:lnTo>
                    <a:pt x="173421" y="292577"/>
                  </a:lnTo>
                  <a:lnTo>
                    <a:pt x="172287" y="290317"/>
                  </a:lnTo>
                  <a:lnTo>
                    <a:pt x="170263" y="285191"/>
                  </a:lnTo>
                  <a:lnTo>
                    <a:pt x="169607" y="284180"/>
                  </a:lnTo>
                  <a:lnTo>
                    <a:pt x="168621" y="283486"/>
                  </a:lnTo>
                  <a:lnTo>
                    <a:pt x="167600" y="283035"/>
                  </a:lnTo>
                  <a:lnTo>
                    <a:pt x="165387" y="283061"/>
                  </a:lnTo>
                  <a:lnTo>
                    <a:pt x="162684" y="282665"/>
                  </a:lnTo>
                  <a:lnTo>
                    <a:pt x="158792" y="281587"/>
                  </a:lnTo>
                  <a:lnTo>
                    <a:pt x="155702" y="280730"/>
                  </a:lnTo>
                  <a:lnTo>
                    <a:pt x="150428" y="279135"/>
                  </a:lnTo>
                  <a:lnTo>
                    <a:pt x="149179" y="278941"/>
                  </a:lnTo>
                  <a:lnTo>
                    <a:pt x="146420" y="280356"/>
                  </a:lnTo>
                  <a:lnTo>
                    <a:pt x="142891" y="282165"/>
                  </a:lnTo>
                  <a:lnTo>
                    <a:pt x="136542" y="280747"/>
                  </a:lnTo>
                  <a:lnTo>
                    <a:pt x="133732" y="280082"/>
                  </a:lnTo>
                  <a:lnTo>
                    <a:pt x="128027" y="278729"/>
                  </a:lnTo>
                  <a:lnTo>
                    <a:pt x="121576" y="277199"/>
                  </a:lnTo>
                  <a:lnTo>
                    <a:pt x="115321" y="275618"/>
                  </a:lnTo>
                  <a:lnTo>
                    <a:pt x="110779" y="276491"/>
                  </a:lnTo>
                  <a:lnTo>
                    <a:pt x="108248" y="276976"/>
                  </a:lnTo>
                  <a:lnTo>
                    <a:pt x="105325" y="277670"/>
                  </a:lnTo>
                  <a:lnTo>
                    <a:pt x="104921" y="276889"/>
                  </a:lnTo>
                  <a:lnTo>
                    <a:pt x="104801" y="273859"/>
                  </a:lnTo>
                  <a:lnTo>
                    <a:pt x="104278" y="271513"/>
                  </a:lnTo>
                  <a:lnTo>
                    <a:pt x="102680" y="268978"/>
                  </a:lnTo>
                  <a:lnTo>
                    <a:pt x="101606" y="266565"/>
                  </a:lnTo>
                  <a:lnTo>
                    <a:pt x="99561" y="263305"/>
                  </a:lnTo>
                  <a:lnTo>
                    <a:pt x="98916" y="261252"/>
                  </a:lnTo>
                  <a:lnTo>
                    <a:pt x="98702" y="258069"/>
                  </a:lnTo>
                  <a:lnTo>
                    <a:pt x="96816" y="249784"/>
                  </a:lnTo>
                  <a:lnTo>
                    <a:pt x="95645" y="244183"/>
                  </a:lnTo>
                  <a:lnTo>
                    <a:pt x="95353" y="243042"/>
                  </a:lnTo>
                  <a:lnTo>
                    <a:pt x="94845" y="241218"/>
                  </a:lnTo>
                  <a:lnTo>
                    <a:pt x="94184" y="240266"/>
                  </a:lnTo>
                  <a:lnTo>
                    <a:pt x="92784" y="239682"/>
                  </a:lnTo>
                  <a:lnTo>
                    <a:pt x="92408" y="238695"/>
                  </a:lnTo>
                  <a:lnTo>
                    <a:pt x="92408" y="236758"/>
                  </a:lnTo>
                  <a:lnTo>
                    <a:pt x="92628" y="234083"/>
                  </a:lnTo>
                  <a:lnTo>
                    <a:pt x="92910" y="232130"/>
                  </a:lnTo>
                  <a:lnTo>
                    <a:pt x="92709" y="231641"/>
                  </a:lnTo>
                  <a:lnTo>
                    <a:pt x="89047" y="232192"/>
                  </a:lnTo>
                  <a:lnTo>
                    <a:pt x="86807" y="230895"/>
                  </a:lnTo>
                  <a:lnTo>
                    <a:pt x="84930" y="229491"/>
                  </a:lnTo>
                  <a:lnTo>
                    <a:pt x="82278" y="225895"/>
                  </a:lnTo>
                  <a:lnTo>
                    <a:pt x="80698" y="224507"/>
                  </a:lnTo>
                  <a:lnTo>
                    <a:pt x="78682" y="220793"/>
                  </a:lnTo>
                  <a:lnTo>
                    <a:pt x="75740" y="219913"/>
                  </a:lnTo>
                  <a:lnTo>
                    <a:pt x="74646" y="218457"/>
                  </a:lnTo>
                  <a:lnTo>
                    <a:pt x="73270" y="215275"/>
                  </a:lnTo>
                  <a:lnTo>
                    <a:pt x="72066" y="213234"/>
                  </a:lnTo>
                  <a:lnTo>
                    <a:pt x="70357" y="211949"/>
                  </a:lnTo>
                  <a:lnTo>
                    <a:pt x="67653" y="210806"/>
                  </a:lnTo>
                  <a:lnTo>
                    <a:pt x="63042" y="209712"/>
                  </a:lnTo>
                  <a:lnTo>
                    <a:pt x="61481" y="209252"/>
                  </a:lnTo>
                  <a:lnTo>
                    <a:pt x="58934" y="209984"/>
                  </a:lnTo>
                  <a:lnTo>
                    <a:pt x="57044" y="210044"/>
                  </a:lnTo>
                  <a:lnTo>
                    <a:pt x="53983" y="209267"/>
                  </a:lnTo>
                  <a:lnTo>
                    <a:pt x="52241" y="208284"/>
                  </a:lnTo>
                  <a:lnTo>
                    <a:pt x="50085" y="208260"/>
                  </a:lnTo>
                  <a:lnTo>
                    <a:pt x="48683" y="208271"/>
                  </a:lnTo>
                  <a:lnTo>
                    <a:pt x="46813" y="208048"/>
                  </a:lnTo>
                  <a:lnTo>
                    <a:pt x="45908" y="207405"/>
                  </a:lnTo>
                  <a:lnTo>
                    <a:pt x="45066" y="206622"/>
                  </a:lnTo>
                  <a:lnTo>
                    <a:pt x="43495" y="206818"/>
                  </a:lnTo>
                  <a:lnTo>
                    <a:pt x="42394" y="206038"/>
                  </a:lnTo>
                  <a:lnTo>
                    <a:pt x="41369" y="204578"/>
                  </a:lnTo>
                  <a:lnTo>
                    <a:pt x="40301" y="203884"/>
                  </a:lnTo>
                  <a:lnTo>
                    <a:pt x="39126" y="203928"/>
                  </a:lnTo>
                  <a:lnTo>
                    <a:pt x="38643" y="204578"/>
                  </a:lnTo>
                  <a:lnTo>
                    <a:pt x="38195" y="204514"/>
                  </a:lnTo>
                  <a:lnTo>
                    <a:pt x="37902" y="202540"/>
                  </a:lnTo>
                  <a:lnTo>
                    <a:pt x="36805" y="199356"/>
                  </a:lnTo>
                  <a:lnTo>
                    <a:pt x="36640" y="197929"/>
                  </a:lnTo>
                  <a:lnTo>
                    <a:pt x="35967" y="196283"/>
                  </a:lnTo>
                  <a:lnTo>
                    <a:pt x="35570" y="194788"/>
                  </a:lnTo>
                  <a:lnTo>
                    <a:pt x="35678" y="192722"/>
                  </a:lnTo>
                  <a:lnTo>
                    <a:pt x="36153" y="188714"/>
                  </a:lnTo>
                  <a:lnTo>
                    <a:pt x="37204" y="185088"/>
                  </a:lnTo>
                  <a:lnTo>
                    <a:pt x="37893" y="184146"/>
                  </a:lnTo>
                  <a:lnTo>
                    <a:pt x="38315" y="183075"/>
                  </a:lnTo>
                  <a:lnTo>
                    <a:pt x="39201" y="181201"/>
                  </a:lnTo>
                  <a:lnTo>
                    <a:pt x="39713" y="179702"/>
                  </a:lnTo>
                  <a:lnTo>
                    <a:pt x="39652" y="177657"/>
                  </a:lnTo>
                  <a:lnTo>
                    <a:pt x="39052" y="175521"/>
                  </a:lnTo>
                  <a:lnTo>
                    <a:pt x="38613" y="172762"/>
                  </a:lnTo>
                  <a:lnTo>
                    <a:pt x="38695" y="171178"/>
                  </a:lnTo>
                  <a:lnTo>
                    <a:pt x="39344" y="169295"/>
                  </a:lnTo>
                  <a:lnTo>
                    <a:pt x="40104" y="165128"/>
                  </a:lnTo>
                  <a:lnTo>
                    <a:pt x="40044" y="164033"/>
                  </a:lnTo>
                  <a:lnTo>
                    <a:pt x="39744" y="163155"/>
                  </a:lnTo>
                  <a:lnTo>
                    <a:pt x="39665" y="161225"/>
                  </a:lnTo>
                  <a:lnTo>
                    <a:pt x="39517" y="158626"/>
                  </a:lnTo>
                  <a:lnTo>
                    <a:pt x="38601" y="154660"/>
                  </a:lnTo>
                  <a:lnTo>
                    <a:pt x="38106" y="152555"/>
                  </a:lnTo>
                  <a:lnTo>
                    <a:pt x="37242" y="151649"/>
                  </a:lnTo>
                  <a:lnTo>
                    <a:pt x="36224" y="151096"/>
                  </a:lnTo>
                  <a:lnTo>
                    <a:pt x="35345" y="148247"/>
                  </a:lnTo>
                  <a:lnTo>
                    <a:pt x="34243" y="144886"/>
                  </a:lnTo>
                  <a:lnTo>
                    <a:pt x="33551" y="142784"/>
                  </a:lnTo>
                  <a:lnTo>
                    <a:pt x="33311" y="141494"/>
                  </a:lnTo>
                  <a:lnTo>
                    <a:pt x="33201" y="139150"/>
                  </a:lnTo>
                  <a:lnTo>
                    <a:pt x="32686" y="136315"/>
                  </a:lnTo>
                  <a:lnTo>
                    <a:pt x="32143" y="134762"/>
                  </a:lnTo>
                  <a:lnTo>
                    <a:pt x="31739" y="133570"/>
                  </a:lnTo>
                  <a:lnTo>
                    <a:pt x="31534" y="131851"/>
                  </a:lnTo>
                  <a:lnTo>
                    <a:pt x="31322" y="131230"/>
                  </a:lnTo>
                  <a:lnTo>
                    <a:pt x="29832" y="130464"/>
                  </a:lnTo>
                  <a:lnTo>
                    <a:pt x="28762" y="129184"/>
                  </a:lnTo>
                  <a:lnTo>
                    <a:pt x="28316" y="127466"/>
                  </a:lnTo>
                  <a:lnTo>
                    <a:pt x="28161" y="126079"/>
                  </a:lnTo>
                  <a:lnTo>
                    <a:pt x="27844" y="125276"/>
                  </a:lnTo>
                  <a:lnTo>
                    <a:pt x="27001" y="125020"/>
                  </a:lnTo>
                  <a:lnTo>
                    <a:pt x="26413" y="126261"/>
                  </a:lnTo>
                  <a:lnTo>
                    <a:pt x="25449" y="126883"/>
                  </a:lnTo>
                  <a:lnTo>
                    <a:pt x="24800" y="126773"/>
                  </a:lnTo>
                  <a:lnTo>
                    <a:pt x="24160" y="126020"/>
                  </a:lnTo>
                  <a:lnTo>
                    <a:pt x="23765" y="125232"/>
                  </a:lnTo>
                  <a:lnTo>
                    <a:pt x="23098" y="124348"/>
                  </a:lnTo>
                  <a:lnTo>
                    <a:pt x="22153" y="121544"/>
                  </a:lnTo>
                  <a:lnTo>
                    <a:pt x="21157" y="120803"/>
                  </a:lnTo>
                  <a:lnTo>
                    <a:pt x="19337" y="120927"/>
                  </a:lnTo>
                  <a:lnTo>
                    <a:pt x="17709" y="122225"/>
                  </a:lnTo>
                  <a:lnTo>
                    <a:pt x="16726" y="122025"/>
                  </a:lnTo>
                  <a:lnTo>
                    <a:pt x="15898" y="121586"/>
                  </a:lnTo>
                  <a:lnTo>
                    <a:pt x="14965" y="120185"/>
                  </a:lnTo>
                  <a:lnTo>
                    <a:pt x="14315" y="119031"/>
                  </a:lnTo>
                  <a:lnTo>
                    <a:pt x="13346" y="118656"/>
                  </a:lnTo>
                  <a:lnTo>
                    <a:pt x="11439" y="116621"/>
                  </a:lnTo>
                  <a:lnTo>
                    <a:pt x="10149" y="115156"/>
                  </a:lnTo>
                  <a:lnTo>
                    <a:pt x="10037" y="112281"/>
                  </a:lnTo>
                  <a:lnTo>
                    <a:pt x="9431" y="110301"/>
                  </a:lnTo>
                  <a:lnTo>
                    <a:pt x="8175" y="109741"/>
                  </a:lnTo>
                  <a:lnTo>
                    <a:pt x="6907" y="107712"/>
                  </a:lnTo>
                  <a:lnTo>
                    <a:pt x="5058" y="106618"/>
                  </a:lnTo>
                  <a:lnTo>
                    <a:pt x="3893" y="105769"/>
                  </a:lnTo>
                  <a:lnTo>
                    <a:pt x="2882" y="105258"/>
                  </a:lnTo>
                  <a:lnTo>
                    <a:pt x="2732" y="104492"/>
                  </a:lnTo>
                  <a:lnTo>
                    <a:pt x="2792" y="103834"/>
                  </a:lnTo>
                  <a:lnTo>
                    <a:pt x="3259" y="102737"/>
                  </a:lnTo>
                  <a:lnTo>
                    <a:pt x="3741" y="101714"/>
                  </a:lnTo>
                  <a:lnTo>
                    <a:pt x="3862" y="100765"/>
                  </a:lnTo>
                  <a:lnTo>
                    <a:pt x="3470" y="99925"/>
                  </a:lnTo>
                  <a:lnTo>
                    <a:pt x="2425" y="99048"/>
                  </a:lnTo>
                  <a:lnTo>
                    <a:pt x="1080" y="98269"/>
                  </a:lnTo>
                  <a:lnTo>
                    <a:pt x="804" y="96966"/>
                  </a:lnTo>
                  <a:lnTo>
                    <a:pt x="0" y="95610"/>
                  </a:lnTo>
                  <a:lnTo>
                    <a:pt x="140" y="94519"/>
                  </a:lnTo>
                  <a:lnTo>
                    <a:pt x="776" y="93722"/>
                  </a:lnTo>
                  <a:lnTo>
                    <a:pt x="1422" y="93131"/>
                  </a:lnTo>
                  <a:lnTo>
                    <a:pt x="1572" y="92108"/>
                  </a:lnTo>
                  <a:lnTo>
                    <a:pt x="1115" y="91169"/>
                  </a:lnTo>
                  <a:lnTo>
                    <a:pt x="891" y="89740"/>
                  </a:lnTo>
                  <a:lnTo>
                    <a:pt x="999" y="88675"/>
                  </a:lnTo>
                  <a:lnTo>
                    <a:pt x="915" y="87322"/>
                  </a:lnTo>
                  <a:lnTo>
                    <a:pt x="2335" y="87250"/>
                  </a:lnTo>
                  <a:lnTo>
                    <a:pt x="2984" y="86589"/>
                  </a:lnTo>
                  <a:lnTo>
                    <a:pt x="3477" y="85618"/>
                  </a:lnTo>
                  <a:lnTo>
                    <a:pt x="4540" y="84539"/>
                  </a:lnTo>
                  <a:lnTo>
                    <a:pt x="4766" y="83294"/>
                  </a:lnTo>
                  <a:lnTo>
                    <a:pt x="4782" y="80839"/>
                  </a:lnTo>
                  <a:lnTo>
                    <a:pt x="5477" y="78765"/>
                  </a:lnTo>
                  <a:lnTo>
                    <a:pt x="7246" y="78149"/>
                  </a:lnTo>
                  <a:lnTo>
                    <a:pt x="7924" y="77844"/>
                  </a:lnTo>
                  <a:lnTo>
                    <a:pt x="8644" y="78144"/>
                  </a:lnTo>
                  <a:lnTo>
                    <a:pt x="9764" y="77853"/>
                  </a:lnTo>
                  <a:lnTo>
                    <a:pt x="10847" y="77747"/>
                  </a:lnTo>
                  <a:lnTo>
                    <a:pt x="11450" y="78385"/>
                  </a:lnTo>
                  <a:lnTo>
                    <a:pt x="12244" y="78926"/>
                  </a:lnTo>
                  <a:lnTo>
                    <a:pt x="13265" y="78861"/>
                  </a:lnTo>
                  <a:lnTo>
                    <a:pt x="13615" y="77883"/>
                  </a:lnTo>
                  <a:lnTo>
                    <a:pt x="13658" y="76521"/>
                  </a:lnTo>
                  <a:lnTo>
                    <a:pt x="14100" y="76165"/>
                  </a:lnTo>
                  <a:lnTo>
                    <a:pt x="14651" y="77111"/>
                  </a:lnTo>
                  <a:lnTo>
                    <a:pt x="14959" y="77818"/>
                  </a:lnTo>
                  <a:lnTo>
                    <a:pt x="15419" y="78141"/>
                  </a:lnTo>
                  <a:lnTo>
                    <a:pt x="16651" y="77297"/>
                  </a:lnTo>
                  <a:lnTo>
                    <a:pt x="17510" y="76385"/>
                  </a:lnTo>
                  <a:lnTo>
                    <a:pt x="17790" y="74510"/>
                  </a:lnTo>
                  <a:lnTo>
                    <a:pt x="18290" y="73583"/>
                  </a:lnTo>
                  <a:lnTo>
                    <a:pt x="18963" y="74054"/>
                  </a:lnTo>
                  <a:lnTo>
                    <a:pt x="20138" y="74042"/>
                  </a:lnTo>
                  <a:lnTo>
                    <a:pt x="21106" y="72594"/>
                  </a:lnTo>
                  <a:lnTo>
                    <a:pt x="22376" y="71437"/>
                  </a:lnTo>
                  <a:lnTo>
                    <a:pt x="23288" y="70911"/>
                  </a:lnTo>
                  <a:lnTo>
                    <a:pt x="23477" y="69936"/>
                  </a:lnTo>
                  <a:lnTo>
                    <a:pt x="23047" y="67785"/>
                  </a:lnTo>
                  <a:lnTo>
                    <a:pt x="23164" y="65429"/>
                  </a:lnTo>
                  <a:lnTo>
                    <a:pt x="24387" y="64097"/>
                  </a:lnTo>
                  <a:lnTo>
                    <a:pt x="26018" y="63937"/>
                  </a:lnTo>
                  <a:lnTo>
                    <a:pt x="27228" y="63026"/>
                  </a:lnTo>
                  <a:lnTo>
                    <a:pt x="27565" y="60516"/>
                  </a:lnTo>
                  <a:lnTo>
                    <a:pt x="28159" y="59793"/>
                  </a:lnTo>
                  <a:lnTo>
                    <a:pt x="28768" y="59510"/>
                  </a:lnTo>
                  <a:lnTo>
                    <a:pt x="30240" y="59115"/>
                  </a:lnTo>
                  <a:lnTo>
                    <a:pt x="31298" y="58096"/>
                  </a:lnTo>
                  <a:lnTo>
                    <a:pt x="31950" y="57632"/>
                  </a:lnTo>
                  <a:lnTo>
                    <a:pt x="33804" y="56260"/>
                  </a:lnTo>
                  <a:lnTo>
                    <a:pt x="35488" y="55993"/>
                  </a:lnTo>
                  <a:lnTo>
                    <a:pt x="36210" y="54897"/>
                  </a:lnTo>
                  <a:lnTo>
                    <a:pt x="36775" y="53523"/>
                  </a:lnTo>
                  <a:lnTo>
                    <a:pt x="37718" y="52997"/>
                  </a:lnTo>
                  <a:lnTo>
                    <a:pt x="38682" y="51803"/>
                  </a:lnTo>
                  <a:lnTo>
                    <a:pt x="39954" y="50286"/>
                  </a:lnTo>
                  <a:lnTo>
                    <a:pt x="40456" y="50076"/>
                  </a:lnTo>
                  <a:lnTo>
                    <a:pt x="42540" y="49195"/>
                  </a:lnTo>
                  <a:lnTo>
                    <a:pt x="43355" y="48871"/>
                  </a:lnTo>
                  <a:lnTo>
                    <a:pt x="43845" y="48673"/>
                  </a:lnTo>
                  <a:lnTo>
                    <a:pt x="44749" y="48734"/>
                  </a:lnTo>
                  <a:lnTo>
                    <a:pt x="45133" y="47134"/>
                  </a:lnTo>
                  <a:lnTo>
                    <a:pt x="46049" y="45956"/>
                  </a:lnTo>
                  <a:lnTo>
                    <a:pt x="46965" y="45557"/>
                  </a:lnTo>
                  <a:lnTo>
                    <a:pt x="47420" y="44386"/>
                  </a:lnTo>
                  <a:lnTo>
                    <a:pt x="48300" y="42897"/>
                  </a:lnTo>
                  <a:lnTo>
                    <a:pt x="49493" y="42068"/>
                  </a:lnTo>
                  <a:lnTo>
                    <a:pt x="51349" y="41950"/>
                  </a:lnTo>
                  <a:lnTo>
                    <a:pt x="53146" y="42116"/>
                  </a:lnTo>
                  <a:lnTo>
                    <a:pt x="54223" y="41861"/>
                  </a:lnTo>
                  <a:lnTo>
                    <a:pt x="55112" y="39657"/>
                  </a:lnTo>
                  <a:lnTo>
                    <a:pt x="55279" y="38563"/>
                  </a:lnTo>
                  <a:lnTo>
                    <a:pt x="55483" y="37452"/>
                  </a:lnTo>
                  <a:lnTo>
                    <a:pt x="56202" y="37028"/>
                  </a:lnTo>
                  <a:lnTo>
                    <a:pt x="57075" y="38833"/>
                  </a:lnTo>
                  <a:lnTo>
                    <a:pt x="57807" y="39956"/>
                  </a:lnTo>
                  <a:lnTo>
                    <a:pt x="58934" y="41127"/>
                  </a:lnTo>
                  <a:lnTo>
                    <a:pt x="59516" y="42225"/>
                  </a:lnTo>
                  <a:lnTo>
                    <a:pt x="60182" y="42375"/>
                  </a:lnTo>
                  <a:lnTo>
                    <a:pt x="60881" y="41556"/>
                  </a:lnTo>
                  <a:lnTo>
                    <a:pt x="61376" y="39554"/>
                  </a:lnTo>
                  <a:lnTo>
                    <a:pt x="62316" y="39246"/>
                  </a:lnTo>
                  <a:lnTo>
                    <a:pt x="63350" y="39567"/>
                  </a:lnTo>
                  <a:lnTo>
                    <a:pt x="63622" y="40551"/>
                  </a:lnTo>
                  <a:lnTo>
                    <a:pt x="63709" y="41509"/>
                  </a:lnTo>
                  <a:lnTo>
                    <a:pt x="64186" y="43222"/>
                  </a:lnTo>
                  <a:lnTo>
                    <a:pt x="65323" y="44718"/>
                  </a:lnTo>
                  <a:lnTo>
                    <a:pt x="66778" y="44640"/>
                  </a:lnTo>
                  <a:lnTo>
                    <a:pt x="67362" y="44373"/>
                  </a:lnTo>
                  <a:lnTo>
                    <a:pt x="68780" y="44583"/>
                  </a:lnTo>
                  <a:lnTo>
                    <a:pt x="70172" y="44909"/>
                  </a:lnTo>
                  <a:lnTo>
                    <a:pt x="71690" y="45261"/>
                  </a:lnTo>
                  <a:lnTo>
                    <a:pt x="72134" y="45316"/>
                  </a:lnTo>
                  <a:lnTo>
                    <a:pt x="73760" y="45495"/>
                  </a:lnTo>
                  <a:lnTo>
                    <a:pt x="76129" y="45754"/>
                  </a:lnTo>
                  <a:lnTo>
                    <a:pt x="77176" y="45636"/>
                  </a:lnTo>
                  <a:lnTo>
                    <a:pt x="79313" y="46122"/>
                  </a:lnTo>
                  <a:lnTo>
                    <a:pt x="79751" y="47453"/>
                  </a:lnTo>
                  <a:lnTo>
                    <a:pt x="80145" y="50599"/>
                  </a:lnTo>
                  <a:lnTo>
                    <a:pt x="80480" y="53597"/>
                  </a:lnTo>
                  <a:lnTo>
                    <a:pt x="80575" y="56008"/>
                  </a:lnTo>
                  <a:lnTo>
                    <a:pt x="81130" y="57255"/>
                  </a:lnTo>
                  <a:lnTo>
                    <a:pt x="81841" y="57666"/>
                  </a:lnTo>
                  <a:lnTo>
                    <a:pt x="82308" y="58639"/>
                  </a:lnTo>
                  <a:lnTo>
                    <a:pt x="83134" y="59965"/>
                  </a:lnTo>
                  <a:lnTo>
                    <a:pt x="83745" y="61862"/>
                  </a:lnTo>
                  <a:lnTo>
                    <a:pt x="84485" y="61734"/>
                  </a:lnTo>
                  <a:lnTo>
                    <a:pt x="85004" y="61285"/>
                  </a:lnTo>
                  <a:lnTo>
                    <a:pt x="86139" y="61139"/>
                  </a:lnTo>
                  <a:lnTo>
                    <a:pt x="87590" y="61270"/>
                  </a:lnTo>
                  <a:lnTo>
                    <a:pt x="88597" y="62319"/>
                  </a:lnTo>
                  <a:lnTo>
                    <a:pt x="88980" y="63699"/>
                  </a:lnTo>
                  <a:lnTo>
                    <a:pt x="89798" y="64471"/>
                  </a:lnTo>
                  <a:lnTo>
                    <a:pt x="90466" y="64222"/>
                  </a:lnTo>
                  <a:lnTo>
                    <a:pt x="92456" y="64214"/>
                  </a:lnTo>
                  <a:lnTo>
                    <a:pt x="93140" y="64300"/>
                  </a:lnTo>
                  <a:lnTo>
                    <a:pt x="93824" y="65059"/>
                  </a:lnTo>
                  <a:lnTo>
                    <a:pt x="94810" y="65186"/>
                  </a:lnTo>
                  <a:lnTo>
                    <a:pt x="95353" y="64222"/>
                  </a:lnTo>
                  <a:lnTo>
                    <a:pt x="97066" y="63567"/>
                  </a:lnTo>
                  <a:lnTo>
                    <a:pt x="98060" y="62194"/>
                  </a:lnTo>
                  <a:lnTo>
                    <a:pt x="98823" y="62181"/>
                  </a:lnTo>
                  <a:lnTo>
                    <a:pt x="99401" y="62842"/>
                  </a:lnTo>
                  <a:lnTo>
                    <a:pt x="99844" y="63745"/>
                  </a:lnTo>
                  <a:lnTo>
                    <a:pt x="100500" y="63344"/>
                  </a:lnTo>
                  <a:lnTo>
                    <a:pt x="100853" y="62599"/>
                  </a:lnTo>
                  <a:lnTo>
                    <a:pt x="101426" y="62601"/>
                  </a:lnTo>
                  <a:lnTo>
                    <a:pt x="101989" y="63081"/>
                  </a:lnTo>
                  <a:lnTo>
                    <a:pt x="103427" y="63919"/>
                  </a:lnTo>
                  <a:lnTo>
                    <a:pt x="104467" y="65485"/>
                  </a:lnTo>
                  <a:lnTo>
                    <a:pt x="105273" y="65635"/>
                  </a:lnTo>
                  <a:lnTo>
                    <a:pt x="106312" y="65178"/>
                  </a:lnTo>
                  <a:lnTo>
                    <a:pt x="106791" y="64965"/>
                  </a:lnTo>
                  <a:lnTo>
                    <a:pt x="107248" y="65739"/>
                  </a:lnTo>
                  <a:lnTo>
                    <a:pt x="107921" y="66156"/>
                  </a:lnTo>
                  <a:lnTo>
                    <a:pt x="108430" y="65582"/>
                  </a:lnTo>
                  <a:lnTo>
                    <a:pt x="109301" y="65176"/>
                  </a:lnTo>
                  <a:lnTo>
                    <a:pt x="112641" y="66026"/>
                  </a:lnTo>
                  <a:lnTo>
                    <a:pt x="113413" y="67590"/>
                  </a:lnTo>
                  <a:lnTo>
                    <a:pt x="114005" y="68324"/>
                  </a:lnTo>
                  <a:lnTo>
                    <a:pt x="114483" y="69604"/>
                  </a:lnTo>
                  <a:lnTo>
                    <a:pt x="115357" y="70518"/>
                  </a:lnTo>
                  <a:lnTo>
                    <a:pt x="117199" y="70203"/>
                  </a:lnTo>
                  <a:lnTo>
                    <a:pt x="117913" y="69269"/>
                  </a:lnTo>
                  <a:lnTo>
                    <a:pt x="119406" y="67199"/>
                  </a:lnTo>
                  <a:lnTo>
                    <a:pt x="119997" y="65179"/>
                  </a:lnTo>
                  <a:lnTo>
                    <a:pt x="120748" y="64525"/>
                  </a:lnTo>
                  <a:lnTo>
                    <a:pt x="121598" y="64199"/>
                  </a:lnTo>
                  <a:lnTo>
                    <a:pt x="122388" y="64202"/>
                  </a:lnTo>
                  <a:lnTo>
                    <a:pt x="123221" y="64136"/>
                  </a:lnTo>
                  <a:lnTo>
                    <a:pt x="124229" y="62658"/>
                  </a:lnTo>
                  <a:lnTo>
                    <a:pt x="125049" y="62142"/>
                  </a:lnTo>
                  <a:lnTo>
                    <a:pt x="126262" y="60263"/>
                  </a:lnTo>
                  <a:lnTo>
                    <a:pt x="126488" y="59413"/>
                  </a:lnTo>
                  <a:lnTo>
                    <a:pt x="127075" y="57228"/>
                  </a:lnTo>
                  <a:lnTo>
                    <a:pt x="127439" y="55835"/>
                  </a:lnTo>
                  <a:lnTo>
                    <a:pt x="128052" y="53626"/>
                  </a:lnTo>
                  <a:lnTo>
                    <a:pt x="128382" y="50064"/>
                  </a:lnTo>
                  <a:lnTo>
                    <a:pt x="128569" y="48174"/>
                  </a:lnTo>
                  <a:lnTo>
                    <a:pt x="128408" y="46806"/>
                  </a:lnTo>
                  <a:lnTo>
                    <a:pt x="127689" y="46099"/>
                  </a:lnTo>
                  <a:lnTo>
                    <a:pt x="126769" y="45763"/>
                  </a:lnTo>
                  <a:lnTo>
                    <a:pt x="125963" y="44721"/>
                  </a:lnTo>
                  <a:lnTo>
                    <a:pt x="125365" y="43515"/>
                  </a:lnTo>
                  <a:lnTo>
                    <a:pt x="125016" y="41818"/>
                  </a:lnTo>
                  <a:lnTo>
                    <a:pt x="124538" y="39836"/>
                  </a:lnTo>
                  <a:lnTo>
                    <a:pt x="124565" y="38402"/>
                  </a:lnTo>
                  <a:lnTo>
                    <a:pt x="124430" y="37293"/>
                  </a:lnTo>
                  <a:lnTo>
                    <a:pt x="124025" y="36348"/>
                  </a:lnTo>
                  <a:lnTo>
                    <a:pt x="123249" y="34688"/>
                  </a:lnTo>
                  <a:lnTo>
                    <a:pt x="122873" y="33450"/>
                  </a:lnTo>
                  <a:lnTo>
                    <a:pt x="123000" y="31488"/>
                  </a:lnTo>
                  <a:lnTo>
                    <a:pt x="123915" y="28133"/>
                  </a:lnTo>
                  <a:lnTo>
                    <a:pt x="124001" y="26576"/>
                  </a:lnTo>
                  <a:lnTo>
                    <a:pt x="124116" y="25605"/>
                  </a:lnTo>
                  <a:lnTo>
                    <a:pt x="124066" y="24727"/>
                  </a:lnTo>
                  <a:lnTo>
                    <a:pt x="124354" y="22718"/>
                  </a:lnTo>
                  <a:lnTo>
                    <a:pt x="124870" y="21873"/>
                  </a:lnTo>
                  <a:lnTo>
                    <a:pt x="125460" y="19719"/>
                  </a:lnTo>
                  <a:lnTo>
                    <a:pt x="126259" y="18726"/>
                  </a:lnTo>
                  <a:lnTo>
                    <a:pt x="127252" y="18661"/>
                  </a:lnTo>
                  <a:lnTo>
                    <a:pt x="127682" y="18074"/>
                  </a:lnTo>
                  <a:lnTo>
                    <a:pt x="127896" y="15922"/>
                  </a:lnTo>
                  <a:lnTo>
                    <a:pt x="128376" y="14263"/>
                  </a:lnTo>
                  <a:lnTo>
                    <a:pt x="128696" y="13090"/>
                  </a:lnTo>
                  <a:lnTo>
                    <a:pt x="129301" y="11809"/>
                  </a:lnTo>
                  <a:lnTo>
                    <a:pt x="132808" y="9340"/>
                  </a:lnTo>
                  <a:lnTo>
                    <a:pt x="134266" y="6270"/>
                  </a:lnTo>
                  <a:lnTo>
                    <a:pt x="134782" y="4722"/>
                  </a:lnTo>
                  <a:lnTo>
                    <a:pt x="135344" y="1395"/>
                  </a:lnTo>
                  <a:lnTo>
                    <a:pt x="135887" y="0"/>
                  </a:lnTo>
                  <a:lnTo>
                    <a:pt x="136678" y="460"/>
                  </a:lnTo>
                  <a:lnTo>
                    <a:pt x="137607" y="2419"/>
                  </a:lnTo>
                  <a:lnTo>
                    <a:pt x="138303" y="2435"/>
                  </a:lnTo>
                  <a:lnTo>
                    <a:pt x="139336" y="3498"/>
                  </a:lnTo>
                  <a:lnTo>
                    <a:pt x="142150" y="5725"/>
                  </a:lnTo>
                  <a:lnTo>
                    <a:pt x="143677" y="6423"/>
                  </a:lnTo>
                  <a:lnTo>
                    <a:pt x="144658" y="6641"/>
                  </a:lnTo>
                  <a:lnTo>
                    <a:pt x="145954" y="7258"/>
                  </a:lnTo>
                  <a:lnTo>
                    <a:pt x="146791" y="8561"/>
                  </a:lnTo>
                  <a:lnTo>
                    <a:pt x="148422" y="10689"/>
                  </a:lnTo>
                  <a:lnTo>
                    <a:pt x="149797" y="11233"/>
                  </a:lnTo>
                  <a:lnTo>
                    <a:pt x="152184" y="11448"/>
                  </a:lnTo>
                  <a:lnTo>
                    <a:pt x="155091" y="11559"/>
                  </a:lnTo>
                  <a:lnTo>
                    <a:pt x="155911" y="11932"/>
                  </a:lnTo>
                  <a:lnTo>
                    <a:pt x="158038" y="13465"/>
                  </a:lnTo>
                  <a:lnTo>
                    <a:pt x="160389" y="15159"/>
                  </a:lnTo>
                  <a:lnTo>
                    <a:pt x="162604" y="16673"/>
                  </a:lnTo>
                  <a:lnTo>
                    <a:pt x="164284" y="17847"/>
                  </a:lnTo>
                  <a:lnTo>
                    <a:pt x="165274" y="18986"/>
                  </a:lnTo>
                  <a:lnTo>
                    <a:pt x="166210" y="19639"/>
                  </a:lnTo>
                  <a:lnTo>
                    <a:pt x="167223" y="19082"/>
                  </a:lnTo>
                  <a:lnTo>
                    <a:pt x="168521" y="19209"/>
                  </a:lnTo>
                  <a:lnTo>
                    <a:pt x="171571" y="20573"/>
                  </a:lnTo>
                  <a:lnTo>
                    <a:pt x="173497" y="21720"/>
                  </a:lnTo>
                  <a:lnTo>
                    <a:pt x="175110" y="22570"/>
                  </a:lnTo>
                  <a:lnTo>
                    <a:pt x="175648" y="23743"/>
                  </a:lnTo>
                  <a:lnTo>
                    <a:pt x="175701" y="25307"/>
                  </a:lnTo>
                  <a:lnTo>
                    <a:pt x="175486" y="26630"/>
                  </a:lnTo>
                  <a:lnTo>
                    <a:pt x="175603" y="29837"/>
                  </a:lnTo>
                  <a:lnTo>
                    <a:pt x="176121" y="31516"/>
                  </a:lnTo>
                  <a:lnTo>
                    <a:pt x="176313" y="33773"/>
                  </a:lnTo>
                  <a:lnTo>
                    <a:pt x="176507" y="35926"/>
                  </a:lnTo>
                  <a:lnTo>
                    <a:pt x="176371" y="38054"/>
                  </a:lnTo>
                  <a:lnTo>
                    <a:pt x="176615" y="39184"/>
                  </a:lnTo>
                  <a:lnTo>
                    <a:pt x="177121" y="39849"/>
                  </a:lnTo>
                  <a:lnTo>
                    <a:pt x="177609" y="41333"/>
                  </a:lnTo>
                  <a:lnTo>
                    <a:pt x="177447" y="42897"/>
                  </a:lnTo>
                  <a:lnTo>
                    <a:pt x="177233" y="43809"/>
                  </a:lnTo>
                  <a:lnTo>
                    <a:pt x="177265" y="45274"/>
                  </a:lnTo>
                  <a:lnTo>
                    <a:pt x="177851" y="46481"/>
                  </a:lnTo>
                  <a:lnTo>
                    <a:pt x="178709" y="46720"/>
                  </a:lnTo>
                  <a:lnTo>
                    <a:pt x="179472" y="47030"/>
                  </a:lnTo>
                  <a:lnTo>
                    <a:pt x="180408" y="48931"/>
                  </a:lnTo>
                  <a:lnTo>
                    <a:pt x="182078" y="51123"/>
                  </a:lnTo>
                  <a:lnTo>
                    <a:pt x="183079" y="51732"/>
                  </a:lnTo>
                  <a:lnTo>
                    <a:pt x="184228" y="52716"/>
                  </a:lnTo>
                  <a:lnTo>
                    <a:pt x="186419" y="53680"/>
                  </a:lnTo>
                  <a:lnTo>
                    <a:pt x="187909" y="53973"/>
                  </a:lnTo>
                  <a:lnTo>
                    <a:pt x="188787" y="54755"/>
                  </a:lnTo>
                  <a:lnTo>
                    <a:pt x="189647" y="56645"/>
                  </a:lnTo>
                  <a:lnTo>
                    <a:pt x="191071" y="57036"/>
                  </a:lnTo>
                  <a:lnTo>
                    <a:pt x="191986" y="57689"/>
                  </a:lnTo>
                  <a:lnTo>
                    <a:pt x="193651" y="58468"/>
                  </a:lnTo>
                  <a:lnTo>
                    <a:pt x="194752" y="58017"/>
                  </a:lnTo>
                  <a:lnTo>
                    <a:pt x="195720" y="57360"/>
                  </a:lnTo>
                  <a:lnTo>
                    <a:pt x="196372" y="57486"/>
                  </a:lnTo>
                  <a:lnTo>
                    <a:pt x="197619" y="57916"/>
                  </a:lnTo>
                  <a:lnTo>
                    <a:pt x="199084" y="58005"/>
                  </a:lnTo>
                  <a:lnTo>
                    <a:pt x="200315" y="57557"/>
                  </a:lnTo>
                  <a:lnTo>
                    <a:pt x="201293" y="56226"/>
                  </a:lnTo>
                  <a:lnTo>
                    <a:pt x="202438" y="54429"/>
                  </a:lnTo>
                  <a:lnTo>
                    <a:pt x="203808" y="53517"/>
                  </a:lnTo>
                  <a:lnTo>
                    <a:pt x="205393" y="53191"/>
                  </a:lnTo>
                  <a:lnTo>
                    <a:pt x="206478" y="52462"/>
                  </a:lnTo>
                  <a:lnTo>
                    <a:pt x="210031" y="51249"/>
                  </a:lnTo>
                  <a:lnTo>
                    <a:pt x="211467" y="51041"/>
                  </a:lnTo>
                  <a:lnTo>
                    <a:pt x="212578" y="49869"/>
                  </a:lnTo>
                  <a:lnTo>
                    <a:pt x="213563" y="48956"/>
                  </a:lnTo>
                  <a:lnTo>
                    <a:pt x="214987" y="48565"/>
                  </a:lnTo>
                  <a:lnTo>
                    <a:pt x="216913" y="49524"/>
                  </a:lnTo>
                  <a:lnTo>
                    <a:pt x="218753" y="50325"/>
                  </a:lnTo>
                  <a:lnTo>
                    <a:pt x="220978" y="50585"/>
                  </a:lnTo>
                  <a:lnTo>
                    <a:pt x="222457" y="51692"/>
                  </a:lnTo>
                  <a:lnTo>
                    <a:pt x="223505" y="52736"/>
                  </a:lnTo>
                  <a:lnTo>
                    <a:pt x="225155" y="53563"/>
                  </a:lnTo>
                  <a:lnTo>
                    <a:pt x="226990" y="53179"/>
                  </a:lnTo>
                  <a:lnTo>
                    <a:pt x="229500" y="52847"/>
                  </a:lnTo>
                  <a:lnTo>
                    <a:pt x="231166" y="53326"/>
                  </a:lnTo>
                  <a:lnTo>
                    <a:pt x="232904" y="55226"/>
                  </a:lnTo>
                  <a:lnTo>
                    <a:pt x="233971" y="56752"/>
                  </a:lnTo>
                  <a:lnTo>
                    <a:pt x="235177" y="60008"/>
                  </a:lnTo>
                  <a:lnTo>
                    <a:pt x="236430" y="61588"/>
                  </a:lnTo>
                  <a:lnTo>
                    <a:pt x="237530" y="62876"/>
                  </a:lnTo>
                  <a:lnTo>
                    <a:pt x="238916" y="62957"/>
                  </a:lnTo>
                  <a:lnTo>
                    <a:pt x="242376" y="63062"/>
                  </a:lnTo>
                  <a:lnTo>
                    <a:pt x="244276" y="63745"/>
                  </a:lnTo>
                  <a:lnTo>
                    <a:pt x="245858" y="64106"/>
                  </a:lnTo>
                  <a:lnTo>
                    <a:pt x="246238" y="64788"/>
                  </a:lnTo>
                  <a:lnTo>
                    <a:pt x="246080" y="67024"/>
                  </a:lnTo>
                  <a:lnTo>
                    <a:pt x="246128" y="70225"/>
                  </a:lnTo>
                  <a:lnTo>
                    <a:pt x="246103" y="71693"/>
                  </a:lnTo>
                  <a:lnTo>
                    <a:pt x="246453" y="72801"/>
                  </a:lnTo>
                  <a:lnTo>
                    <a:pt x="246991" y="72998"/>
                  </a:lnTo>
                  <a:lnTo>
                    <a:pt x="247286" y="74560"/>
                  </a:lnTo>
                  <a:lnTo>
                    <a:pt x="248069" y="75487"/>
                  </a:lnTo>
                  <a:lnTo>
                    <a:pt x="249471" y="76605"/>
                  </a:lnTo>
                  <a:lnTo>
                    <a:pt x="251833" y="80399"/>
                  </a:lnTo>
                  <a:lnTo>
                    <a:pt x="253241" y="82021"/>
                  </a:lnTo>
                  <a:lnTo>
                    <a:pt x="254353" y="82574"/>
                  </a:lnTo>
                  <a:lnTo>
                    <a:pt x="255807" y="82194"/>
                  </a:lnTo>
                  <a:lnTo>
                    <a:pt x="258085" y="82203"/>
                  </a:lnTo>
                  <a:lnTo>
                    <a:pt x="261946" y="82216"/>
                  </a:lnTo>
                  <a:lnTo>
                    <a:pt x="264591" y="83356"/>
                  </a:lnTo>
                  <a:lnTo>
                    <a:pt x="265505" y="84138"/>
                  </a:lnTo>
                  <a:lnTo>
                    <a:pt x="268206" y="85041"/>
                  </a:lnTo>
                  <a:lnTo>
                    <a:pt x="271182" y="86036"/>
                  </a:lnTo>
                  <a:lnTo>
                    <a:pt x="273685" y="87077"/>
                  </a:lnTo>
                  <a:lnTo>
                    <a:pt x="275165" y="85733"/>
                  </a:lnTo>
                  <a:lnTo>
                    <a:pt x="276462" y="85612"/>
                  </a:lnTo>
                  <a:lnTo>
                    <a:pt x="277703" y="86585"/>
                  </a:lnTo>
                  <a:lnTo>
                    <a:pt x="278939" y="88046"/>
                  </a:lnTo>
                  <a:lnTo>
                    <a:pt x="279898" y="87888"/>
                  </a:lnTo>
                  <a:lnTo>
                    <a:pt x="281338" y="87202"/>
                  </a:lnTo>
                  <a:lnTo>
                    <a:pt x="285924" y="83121"/>
                  </a:lnTo>
                  <a:lnTo>
                    <a:pt x="287538" y="81597"/>
                  </a:lnTo>
                  <a:lnTo>
                    <a:pt x="288667" y="81988"/>
                  </a:lnTo>
                  <a:lnTo>
                    <a:pt x="289674" y="81447"/>
                  </a:lnTo>
                  <a:lnTo>
                    <a:pt x="290441" y="80990"/>
                  </a:lnTo>
                  <a:lnTo>
                    <a:pt x="292400" y="80359"/>
                  </a:lnTo>
                  <a:lnTo>
                    <a:pt x="293592" y="80186"/>
                  </a:lnTo>
                  <a:lnTo>
                    <a:pt x="294824" y="79819"/>
                  </a:lnTo>
                  <a:lnTo>
                    <a:pt x="296594" y="79577"/>
                  </a:lnTo>
                  <a:lnTo>
                    <a:pt x="300195" y="76906"/>
                  </a:lnTo>
                  <a:lnTo>
                    <a:pt x="301655" y="76383"/>
                  </a:lnTo>
                  <a:lnTo>
                    <a:pt x="304122" y="77123"/>
                  </a:lnTo>
                  <a:lnTo>
                    <a:pt x="305451" y="76641"/>
                  </a:lnTo>
                  <a:lnTo>
                    <a:pt x="306772" y="75292"/>
                  </a:lnTo>
                  <a:lnTo>
                    <a:pt x="308487" y="73902"/>
                  </a:lnTo>
                  <a:lnTo>
                    <a:pt x="308932" y="71649"/>
                  </a:lnTo>
                  <a:lnTo>
                    <a:pt x="309811" y="68557"/>
                  </a:lnTo>
                  <a:lnTo>
                    <a:pt x="311698" y="66277"/>
                  </a:lnTo>
                  <a:lnTo>
                    <a:pt x="313239" y="64289"/>
                  </a:lnTo>
                  <a:lnTo>
                    <a:pt x="314808" y="62355"/>
                  </a:lnTo>
                  <a:lnTo>
                    <a:pt x="316736" y="60745"/>
                  </a:lnTo>
                  <a:lnTo>
                    <a:pt x="318549" y="59575"/>
                  </a:lnTo>
                  <a:lnTo>
                    <a:pt x="320859" y="56513"/>
                  </a:lnTo>
                  <a:lnTo>
                    <a:pt x="322700" y="54961"/>
                  </a:lnTo>
                  <a:lnTo>
                    <a:pt x="323618" y="54455"/>
                  </a:lnTo>
                  <a:lnTo>
                    <a:pt x="324705" y="55014"/>
                  </a:lnTo>
                  <a:lnTo>
                    <a:pt x="326749" y="55428"/>
                  </a:lnTo>
                  <a:lnTo>
                    <a:pt x="328222" y="55303"/>
                  </a:lnTo>
                  <a:lnTo>
                    <a:pt x="329054" y="55658"/>
                  </a:lnTo>
                  <a:lnTo>
                    <a:pt x="330717" y="57154"/>
                  </a:lnTo>
                  <a:lnTo>
                    <a:pt x="332225" y="58468"/>
                  </a:lnTo>
                  <a:lnTo>
                    <a:pt x="333379" y="60807"/>
                  </a:lnTo>
                  <a:lnTo>
                    <a:pt x="335530" y="64074"/>
                  </a:lnTo>
                  <a:lnTo>
                    <a:pt x="336633" y="65170"/>
                  </a:lnTo>
                  <a:lnTo>
                    <a:pt x="337415" y="65622"/>
                  </a:lnTo>
                  <a:lnTo>
                    <a:pt x="339350" y="65931"/>
                  </a:lnTo>
                  <a:lnTo>
                    <a:pt x="340932" y="66091"/>
                  </a:lnTo>
                  <a:lnTo>
                    <a:pt x="341876" y="65344"/>
                  </a:lnTo>
                  <a:lnTo>
                    <a:pt x="343469" y="63977"/>
                  </a:lnTo>
                  <a:lnTo>
                    <a:pt x="346012" y="62244"/>
                  </a:lnTo>
                  <a:lnTo>
                    <a:pt x="347014" y="62289"/>
                  </a:lnTo>
                  <a:lnTo>
                    <a:pt x="348651" y="63211"/>
                  </a:lnTo>
                  <a:lnTo>
                    <a:pt x="351089" y="64918"/>
                  </a:lnTo>
                  <a:lnTo>
                    <a:pt x="352068" y="66196"/>
                  </a:lnTo>
                  <a:close/>
                </a:path>
              </a:pathLst>
            </a:custGeom>
            <a:solidFill>
              <a:srgbClr val="F1F7E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0" name="pg1019"/>
            <p:cNvSpPr/>
            <p:nvPr/>
          </p:nvSpPr>
          <p:spPr>
            <a:xfrm>
              <a:off x="5102727" y="3214785"/>
              <a:ext cx="1380" cy="2308"/>
            </a:xfrm>
            <a:custGeom>
              <a:avLst/>
              <a:pathLst>
                <a:path w="1380" h="2308">
                  <a:moveTo>
                    <a:pt x="1373" y="926"/>
                  </a:moveTo>
                  <a:lnTo>
                    <a:pt x="770" y="2308"/>
                  </a:lnTo>
                  <a:lnTo>
                    <a:pt x="334" y="2022"/>
                  </a:lnTo>
                  <a:lnTo>
                    <a:pt x="64" y="1552"/>
                  </a:lnTo>
                  <a:lnTo>
                    <a:pt x="0" y="763"/>
                  </a:lnTo>
                  <a:lnTo>
                    <a:pt x="978" y="0"/>
                  </a:lnTo>
                  <a:lnTo>
                    <a:pt x="1380" y="272"/>
                  </a:lnTo>
                  <a:close/>
                </a:path>
              </a:pathLst>
            </a:custGeom>
            <a:solidFill>
              <a:srgbClr val="FBFDF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1" name="pg1020"/>
            <p:cNvSpPr/>
            <p:nvPr/>
          </p:nvSpPr>
          <p:spPr>
            <a:xfrm>
              <a:off x="5108023" y="3189057"/>
              <a:ext cx="921" cy="4155"/>
            </a:xfrm>
            <a:custGeom>
              <a:avLst/>
              <a:pathLst>
                <a:path w="921" h="4155">
                  <a:moveTo>
                    <a:pt x="921" y="2649"/>
                  </a:moveTo>
                  <a:lnTo>
                    <a:pt x="417" y="4155"/>
                  </a:lnTo>
                  <a:lnTo>
                    <a:pt x="59" y="1812"/>
                  </a:lnTo>
                  <a:lnTo>
                    <a:pt x="0" y="867"/>
                  </a:lnTo>
                  <a:lnTo>
                    <a:pt x="464" y="0"/>
                  </a:lnTo>
                  <a:lnTo>
                    <a:pt x="739" y="20"/>
                  </a:lnTo>
                  <a:close/>
                </a:path>
              </a:pathLst>
            </a:custGeom>
            <a:solidFill>
              <a:srgbClr val="FBFDF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2" name="pg1021"/>
            <p:cNvSpPr/>
            <p:nvPr/>
          </p:nvSpPr>
          <p:spPr>
            <a:xfrm>
              <a:off x="5109212" y="3182993"/>
              <a:ext cx="1676" cy="4673"/>
            </a:xfrm>
            <a:custGeom>
              <a:avLst/>
              <a:pathLst>
                <a:path w="1676" h="4673">
                  <a:moveTo>
                    <a:pt x="824" y="3907"/>
                  </a:moveTo>
                  <a:lnTo>
                    <a:pt x="791" y="4673"/>
                  </a:lnTo>
                  <a:lnTo>
                    <a:pt x="170" y="4487"/>
                  </a:lnTo>
                  <a:lnTo>
                    <a:pt x="0" y="4145"/>
                  </a:lnTo>
                  <a:lnTo>
                    <a:pt x="352" y="1480"/>
                  </a:lnTo>
                  <a:lnTo>
                    <a:pt x="1243" y="251"/>
                  </a:lnTo>
                  <a:lnTo>
                    <a:pt x="1676" y="0"/>
                  </a:lnTo>
                  <a:lnTo>
                    <a:pt x="1271" y="1262"/>
                  </a:lnTo>
                  <a:lnTo>
                    <a:pt x="1194" y="2682"/>
                  </a:lnTo>
                  <a:close/>
                </a:path>
              </a:pathLst>
            </a:custGeom>
            <a:solidFill>
              <a:srgbClr val="FBFDF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3" name="pg1022"/>
            <p:cNvSpPr/>
            <p:nvPr/>
          </p:nvSpPr>
          <p:spPr>
            <a:xfrm>
              <a:off x="5108563" y="3150067"/>
              <a:ext cx="1078" cy="1403"/>
            </a:xfrm>
            <a:custGeom>
              <a:avLst/>
              <a:pathLst>
                <a:path w="1078" h="1403">
                  <a:moveTo>
                    <a:pt x="987" y="1197"/>
                  </a:moveTo>
                  <a:lnTo>
                    <a:pt x="721" y="1403"/>
                  </a:lnTo>
                  <a:lnTo>
                    <a:pt x="332" y="1295"/>
                  </a:lnTo>
                  <a:lnTo>
                    <a:pt x="60" y="831"/>
                  </a:lnTo>
                  <a:lnTo>
                    <a:pt x="0" y="49"/>
                  </a:lnTo>
                  <a:lnTo>
                    <a:pt x="785" y="0"/>
                  </a:lnTo>
                  <a:lnTo>
                    <a:pt x="1078" y="587"/>
                  </a:lnTo>
                  <a:close/>
                </a:path>
              </a:pathLst>
            </a:custGeom>
            <a:solidFill>
              <a:srgbClr val="FBFDF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4" name="pg1023"/>
            <p:cNvSpPr/>
            <p:nvPr/>
          </p:nvSpPr>
          <p:spPr>
            <a:xfrm>
              <a:off x="5109758" y="3097085"/>
              <a:ext cx="1295" cy="3419"/>
            </a:xfrm>
            <a:custGeom>
              <a:avLst/>
              <a:pathLst>
                <a:path w="1295" h="3419">
                  <a:moveTo>
                    <a:pt x="590" y="2768"/>
                  </a:moveTo>
                  <a:lnTo>
                    <a:pt x="0" y="3419"/>
                  </a:lnTo>
                  <a:lnTo>
                    <a:pt x="733" y="509"/>
                  </a:lnTo>
                  <a:lnTo>
                    <a:pt x="954" y="0"/>
                  </a:lnTo>
                  <a:lnTo>
                    <a:pt x="1295" y="1060"/>
                  </a:lnTo>
                  <a:close/>
                </a:path>
              </a:pathLst>
            </a:custGeom>
            <a:solidFill>
              <a:srgbClr val="FBFDF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5" name="pg1024"/>
            <p:cNvSpPr/>
            <p:nvPr/>
          </p:nvSpPr>
          <p:spPr>
            <a:xfrm>
              <a:off x="5108739" y="3078347"/>
              <a:ext cx="766" cy="2409"/>
            </a:xfrm>
            <a:custGeom>
              <a:avLst/>
              <a:pathLst>
                <a:path w="766" h="2409">
                  <a:moveTo>
                    <a:pt x="766" y="1308"/>
                  </a:moveTo>
                  <a:lnTo>
                    <a:pt x="397" y="2409"/>
                  </a:lnTo>
                  <a:lnTo>
                    <a:pt x="85" y="1600"/>
                  </a:lnTo>
                  <a:lnTo>
                    <a:pt x="0" y="0"/>
                  </a:lnTo>
                  <a:lnTo>
                    <a:pt x="543" y="152"/>
                  </a:lnTo>
                  <a:lnTo>
                    <a:pt x="744" y="481"/>
                  </a:lnTo>
                  <a:close/>
                </a:path>
              </a:pathLst>
            </a:custGeom>
            <a:solidFill>
              <a:srgbClr val="FBFDF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6" name="pg1025"/>
            <p:cNvSpPr/>
            <p:nvPr/>
          </p:nvSpPr>
          <p:spPr>
            <a:xfrm>
              <a:off x="3702046" y="3943282"/>
              <a:ext cx="129461" cy="484523"/>
            </a:xfrm>
            <a:custGeom>
              <a:avLst/>
              <a:pathLst>
                <a:path w="129461" h="484523">
                  <a:moveTo>
                    <a:pt x="32471" y="484159"/>
                  </a:moveTo>
                  <a:lnTo>
                    <a:pt x="31135" y="484209"/>
                  </a:lnTo>
                  <a:lnTo>
                    <a:pt x="28847" y="484350"/>
                  </a:lnTo>
                  <a:lnTo>
                    <a:pt x="27493" y="484431"/>
                  </a:lnTo>
                  <a:lnTo>
                    <a:pt x="25979" y="484523"/>
                  </a:lnTo>
                  <a:lnTo>
                    <a:pt x="24104" y="483692"/>
                  </a:lnTo>
                  <a:lnTo>
                    <a:pt x="23047" y="483868"/>
                  </a:lnTo>
                  <a:lnTo>
                    <a:pt x="22962" y="474429"/>
                  </a:lnTo>
                  <a:lnTo>
                    <a:pt x="22621" y="472354"/>
                  </a:lnTo>
                  <a:lnTo>
                    <a:pt x="22260" y="469321"/>
                  </a:lnTo>
                  <a:lnTo>
                    <a:pt x="22176" y="467374"/>
                  </a:lnTo>
                  <a:lnTo>
                    <a:pt x="22402" y="465417"/>
                  </a:lnTo>
                  <a:lnTo>
                    <a:pt x="22510" y="462318"/>
                  </a:lnTo>
                  <a:lnTo>
                    <a:pt x="22409" y="459605"/>
                  </a:lnTo>
                  <a:lnTo>
                    <a:pt x="21287" y="458243"/>
                  </a:lnTo>
                  <a:lnTo>
                    <a:pt x="21040" y="457811"/>
                  </a:lnTo>
                  <a:lnTo>
                    <a:pt x="20798" y="455675"/>
                  </a:lnTo>
                  <a:lnTo>
                    <a:pt x="20700" y="452383"/>
                  </a:lnTo>
                  <a:lnTo>
                    <a:pt x="21483" y="448187"/>
                  </a:lnTo>
                  <a:lnTo>
                    <a:pt x="21420" y="440136"/>
                  </a:lnTo>
                  <a:lnTo>
                    <a:pt x="21513" y="437299"/>
                  </a:lnTo>
                  <a:lnTo>
                    <a:pt x="21497" y="431695"/>
                  </a:lnTo>
                  <a:lnTo>
                    <a:pt x="21481" y="424906"/>
                  </a:lnTo>
                  <a:lnTo>
                    <a:pt x="21466" y="418826"/>
                  </a:lnTo>
                  <a:lnTo>
                    <a:pt x="21499" y="413576"/>
                  </a:lnTo>
                  <a:lnTo>
                    <a:pt x="21264" y="411089"/>
                  </a:lnTo>
                  <a:lnTo>
                    <a:pt x="21069" y="409724"/>
                  </a:lnTo>
                  <a:lnTo>
                    <a:pt x="20550" y="406945"/>
                  </a:lnTo>
                  <a:lnTo>
                    <a:pt x="19944" y="401154"/>
                  </a:lnTo>
                  <a:lnTo>
                    <a:pt x="19229" y="396779"/>
                  </a:lnTo>
                  <a:lnTo>
                    <a:pt x="18308" y="393893"/>
                  </a:lnTo>
                  <a:lnTo>
                    <a:pt x="18015" y="392373"/>
                  </a:lnTo>
                  <a:lnTo>
                    <a:pt x="17717" y="390338"/>
                  </a:lnTo>
                  <a:lnTo>
                    <a:pt x="16846" y="386754"/>
                  </a:lnTo>
                  <a:lnTo>
                    <a:pt x="16133" y="384668"/>
                  </a:lnTo>
                  <a:lnTo>
                    <a:pt x="15939" y="382997"/>
                  </a:lnTo>
                  <a:lnTo>
                    <a:pt x="15964" y="378675"/>
                  </a:lnTo>
                  <a:lnTo>
                    <a:pt x="15172" y="370909"/>
                  </a:lnTo>
                  <a:lnTo>
                    <a:pt x="14594" y="365248"/>
                  </a:lnTo>
                  <a:lnTo>
                    <a:pt x="13726" y="359116"/>
                  </a:lnTo>
                  <a:lnTo>
                    <a:pt x="13142" y="355009"/>
                  </a:lnTo>
                  <a:lnTo>
                    <a:pt x="13057" y="354302"/>
                  </a:lnTo>
                  <a:lnTo>
                    <a:pt x="12992" y="352747"/>
                  </a:lnTo>
                  <a:lnTo>
                    <a:pt x="14718" y="349697"/>
                  </a:lnTo>
                  <a:lnTo>
                    <a:pt x="16449" y="345403"/>
                  </a:lnTo>
                  <a:lnTo>
                    <a:pt x="18474" y="340376"/>
                  </a:lnTo>
                  <a:lnTo>
                    <a:pt x="20281" y="335889"/>
                  </a:lnTo>
                  <a:lnTo>
                    <a:pt x="21870" y="331944"/>
                  </a:lnTo>
                  <a:lnTo>
                    <a:pt x="24044" y="326548"/>
                  </a:lnTo>
                  <a:lnTo>
                    <a:pt x="26194" y="321213"/>
                  </a:lnTo>
                  <a:lnTo>
                    <a:pt x="26697" y="320532"/>
                  </a:lnTo>
                  <a:lnTo>
                    <a:pt x="26909" y="320096"/>
                  </a:lnTo>
                  <a:lnTo>
                    <a:pt x="25981" y="315352"/>
                  </a:lnTo>
                  <a:lnTo>
                    <a:pt x="27474" y="309843"/>
                  </a:lnTo>
                  <a:lnTo>
                    <a:pt x="27555" y="306262"/>
                  </a:lnTo>
                  <a:lnTo>
                    <a:pt x="27492" y="302837"/>
                  </a:lnTo>
                  <a:lnTo>
                    <a:pt x="27672" y="301264"/>
                  </a:lnTo>
                  <a:lnTo>
                    <a:pt x="28122" y="299885"/>
                  </a:lnTo>
                  <a:lnTo>
                    <a:pt x="29868" y="297019"/>
                  </a:lnTo>
                  <a:lnTo>
                    <a:pt x="31188" y="292451"/>
                  </a:lnTo>
                  <a:lnTo>
                    <a:pt x="32269" y="288186"/>
                  </a:lnTo>
                  <a:lnTo>
                    <a:pt x="33770" y="281321"/>
                  </a:lnTo>
                  <a:lnTo>
                    <a:pt x="33918" y="279705"/>
                  </a:lnTo>
                  <a:lnTo>
                    <a:pt x="33940" y="278040"/>
                  </a:lnTo>
                  <a:lnTo>
                    <a:pt x="33525" y="275723"/>
                  </a:lnTo>
                  <a:lnTo>
                    <a:pt x="32523" y="271960"/>
                  </a:lnTo>
                  <a:lnTo>
                    <a:pt x="31796" y="268714"/>
                  </a:lnTo>
                  <a:lnTo>
                    <a:pt x="31148" y="263707"/>
                  </a:lnTo>
                  <a:lnTo>
                    <a:pt x="31798" y="259353"/>
                  </a:lnTo>
                  <a:lnTo>
                    <a:pt x="32030" y="256724"/>
                  </a:lnTo>
                  <a:lnTo>
                    <a:pt x="32028" y="255304"/>
                  </a:lnTo>
                  <a:lnTo>
                    <a:pt x="31740" y="253957"/>
                  </a:lnTo>
                  <a:lnTo>
                    <a:pt x="31009" y="252938"/>
                  </a:lnTo>
                  <a:lnTo>
                    <a:pt x="30403" y="252274"/>
                  </a:lnTo>
                  <a:lnTo>
                    <a:pt x="30199" y="250474"/>
                  </a:lnTo>
                  <a:lnTo>
                    <a:pt x="30193" y="248333"/>
                  </a:lnTo>
                  <a:lnTo>
                    <a:pt x="30470" y="247150"/>
                  </a:lnTo>
                  <a:lnTo>
                    <a:pt x="32085" y="245236"/>
                  </a:lnTo>
                  <a:lnTo>
                    <a:pt x="32452" y="244198"/>
                  </a:lnTo>
                  <a:lnTo>
                    <a:pt x="32643" y="243032"/>
                  </a:lnTo>
                  <a:lnTo>
                    <a:pt x="32660" y="241372"/>
                  </a:lnTo>
                  <a:lnTo>
                    <a:pt x="33157" y="237229"/>
                  </a:lnTo>
                  <a:lnTo>
                    <a:pt x="33774" y="233296"/>
                  </a:lnTo>
                  <a:lnTo>
                    <a:pt x="33814" y="231908"/>
                  </a:lnTo>
                  <a:lnTo>
                    <a:pt x="33596" y="230693"/>
                  </a:lnTo>
                  <a:lnTo>
                    <a:pt x="33427" y="228471"/>
                  </a:lnTo>
                  <a:lnTo>
                    <a:pt x="33317" y="225121"/>
                  </a:lnTo>
                  <a:lnTo>
                    <a:pt x="33306" y="215739"/>
                  </a:lnTo>
                  <a:lnTo>
                    <a:pt x="33624" y="206049"/>
                  </a:lnTo>
                  <a:lnTo>
                    <a:pt x="33485" y="200555"/>
                  </a:lnTo>
                  <a:lnTo>
                    <a:pt x="32449" y="194238"/>
                  </a:lnTo>
                  <a:lnTo>
                    <a:pt x="32350" y="189682"/>
                  </a:lnTo>
                  <a:lnTo>
                    <a:pt x="33101" y="186502"/>
                  </a:lnTo>
                  <a:lnTo>
                    <a:pt x="33225" y="184620"/>
                  </a:lnTo>
                  <a:lnTo>
                    <a:pt x="32675" y="184381"/>
                  </a:lnTo>
                  <a:lnTo>
                    <a:pt x="31546" y="184188"/>
                  </a:lnTo>
                  <a:lnTo>
                    <a:pt x="30711" y="183596"/>
                  </a:lnTo>
                  <a:lnTo>
                    <a:pt x="29420" y="180990"/>
                  </a:lnTo>
                  <a:lnTo>
                    <a:pt x="27179" y="178812"/>
                  </a:lnTo>
                  <a:lnTo>
                    <a:pt x="24636" y="176832"/>
                  </a:lnTo>
                  <a:lnTo>
                    <a:pt x="20938" y="176243"/>
                  </a:lnTo>
                  <a:lnTo>
                    <a:pt x="17864" y="169901"/>
                  </a:lnTo>
                  <a:lnTo>
                    <a:pt x="15454" y="168882"/>
                  </a:lnTo>
                  <a:lnTo>
                    <a:pt x="14678" y="168074"/>
                  </a:lnTo>
                  <a:lnTo>
                    <a:pt x="12363" y="164271"/>
                  </a:lnTo>
                  <a:lnTo>
                    <a:pt x="8738" y="163919"/>
                  </a:lnTo>
                  <a:lnTo>
                    <a:pt x="4977" y="163549"/>
                  </a:lnTo>
                  <a:lnTo>
                    <a:pt x="2632" y="163434"/>
                  </a:lnTo>
                  <a:lnTo>
                    <a:pt x="2286" y="162929"/>
                  </a:lnTo>
                  <a:lnTo>
                    <a:pt x="2149" y="157686"/>
                  </a:lnTo>
                  <a:lnTo>
                    <a:pt x="2124" y="153025"/>
                  </a:lnTo>
                  <a:lnTo>
                    <a:pt x="1926" y="148971"/>
                  </a:lnTo>
                  <a:lnTo>
                    <a:pt x="1569" y="144357"/>
                  </a:lnTo>
                  <a:lnTo>
                    <a:pt x="1022" y="142559"/>
                  </a:lnTo>
                  <a:lnTo>
                    <a:pt x="370" y="139437"/>
                  </a:lnTo>
                  <a:lnTo>
                    <a:pt x="39" y="136000"/>
                  </a:lnTo>
                  <a:lnTo>
                    <a:pt x="0" y="134335"/>
                  </a:lnTo>
                  <a:lnTo>
                    <a:pt x="122" y="133738"/>
                  </a:lnTo>
                  <a:lnTo>
                    <a:pt x="2733" y="131291"/>
                  </a:lnTo>
                  <a:lnTo>
                    <a:pt x="3850" y="130079"/>
                  </a:lnTo>
                  <a:lnTo>
                    <a:pt x="5503" y="128679"/>
                  </a:lnTo>
                  <a:lnTo>
                    <a:pt x="8450" y="126734"/>
                  </a:lnTo>
                  <a:lnTo>
                    <a:pt x="11079" y="125000"/>
                  </a:lnTo>
                  <a:lnTo>
                    <a:pt x="13488" y="123318"/>
                  </a:lnTo>
                  <a:lnTo>
                    <a:pt x="16039" y="121529"/>
                  </a:lnTo>
                  <a:lnTo>
                    <a:pt x="17077" y="120334"/>
                  </a:lnTo>
                  <a:lnTo>
                    <a:pt x="18367" y="119133"/>
                  </a:lnTo>
                  <a:lnTo>
                    <a:pt x="21453" y="116721"/>
                  </a:lnTo>
                  <a:lnTo>
                    <a:pt x="22335" y="115896"/>
                  </a:lnTo>
                  <a:lnTo>
                    <a:pt x="24107" y="114545"/>
                  </a:lnTo>
                  <a:lnTo>
                    <a:pt x="24996" y="114020"/>
                  </a:lnTo>
                  <a:lnTo>
                    <a:pt x="28413" y="111259"/>
                  </a:lnTo>
                  <a:lnTo>
                    <a:pt x="32329" y="108093"/>
                  </a:lnTo>
                  <a:lnTo>
                    <a:pt x="33701" y="106985"/>
                  </a:lnTo>
                  <a:lnTo>
                    <a:pt x="36317" y="104870"/>
                  </a:lnTo>
                  <a:lnTo>
                    <a:pt x="36827" y="105747"/>
                  </a:lnTo>
                  <a:lnTo>
                    <a:pt x="38611" y="113027"/>
                  </a:lnTo>
                  <a:lnTo>
                    <a:pt x="40016" y="117301"/>
                  </a:lnTo>
                  <a:lnTo>
                    <a:pt x="41615" y="121263"/>
                  </a:lnTo>
                  <a:lnTo>
                    <a:pt x="41881" y="121070"/>
                  </a:lnTo>
                  <a:lnTo>
                    <a:pt x="42342" y="120143"/>
                  </a:lnTo>
                  <a:lnTo>
                    <a:pt x="43138" y="119760"/>
                  </a:lnTo>
                  <a:lnTo>
                    <a:pt x="45678" y="118868"/>
                  </a:lnTo>
                  <a:lnTo>
                    <a:pt x="46648" y="118813"/>
                  </a:lnTo>
                  <a:lnTo>
                    <a:pt x="47287" y="117751"/>
                  </a:lnTo>
                  <a:lnTo>
                    <a:pt x="48590" y="116995"/>
                  </a:lnTo>
                  <a:lnTo>
                    <a:pt x="50098" y="116548"/>
                  </a:lnTo>
                  <a:lnTo>
                    <a:pt x="50616" y="117027"/>
                  </a:lnTo>
                  <a:lnTo>
                    <a:pt x="52203" y="122149"/>
                  </a:lnTo>
                  <a:lnTo>
                    <a:pt x="52433" y="126068"/>
                  </a:lnTo>
                  <a:lnTo>
                    <a:pt x="52763" y="131729"/>
                  </a:lnTo>
                  <a:lnTo>
                    <a:pt x="52841" y="134494"/>
                  </a:lnTo>
                  <a:lnTo>
                    <a:pt x="52815" y="138187"/>
                  </a:lnTo>
                  <a:lnTo>
                    <a:pt x="52637" y="142807"/>
                  </a:lnTo>
                  <a:lnTo>
                    <a:pt x="51347" y="148123"/>
                  </a:lnTo>
                  <a:lnTo>
                    <a:pt x="51100" y="150772"/>
                  </a:lnTo>
                  <a:lnTo>
                    <a:pt x="50409" y="154864"/>
                  </a:lnTo>
                  <a:lnTo>
                    <a:pt x="49495" y="156878"/>
                  </a:lnTo>
                  <a:lnTo>
                    <a:pt x="49045" y="158531"/>
                  </a:lnTo>
                  <a:lnTo>
                    <a:pt x="49071" y="160248"/>
                  </a:lnTo>
                  <a:lnTo>
                    <a:pt x="49559" y="161685"/>
                  </a:lnTo>
                  <a:lnTo>
                    <a:pt x="50628" y="164274"/>
                  </a:lnTo>
                  <a:lnTo>
                    <a:pt x="50957" y="165944"/>
                  </a:lnTo>
                  <a:lnTo>
                    <a:pt x="50861" y="167439"/>
                  </a:lnTo>
                  <a:lnTo>
                    <a:pt x="50866" y="169459"/>
                  </a:lnTo>
                  <a:lnTo>
                    <a:pt x="51120" y="170865"/>
                  </a:lnTo>
                  <a:lnTo>
                    <a:pt x="51424" y="171681"/>
                  </a:lnTo>
                  <a:lnTo>
                    <a:pt x="52482" y="173003"/>
                  </a:lnTo>
                  <a:lnTo>
                    <a:pt x="53513" y="176324"/>
                  </a:lnTo>
                  <a:lnTo>
                    <a:pt x="55293" y="180329"/>
                  </a:lnTo>
                  <a:lnTo>
                    <a:pt x="57421" y="186040"/>
                  </a:lnTo>
                  <a:lnTo>
                    <a:pt x="58420" y="187789"/>
                  </a:lnTo>
                  <a:lnTo>
                    <a:pt x="59206" y="188213"/>
                  </a:lnTo>
                  <a:lnTo>
                    <a:pt x="59599" y="190123"/>
                  </a:lnTo>
                  <a:lnTo>
                    <a:pt x="59381" y="192348"/>
                  </a:lnTo>
                  <a:lnTo>
                    <a:pt x="58768" y="193621"/>
                  </a:lnTo>
                  <a:lnTo>
                    <a:pt x="59021" y="195445"/>
                  </a:lnTo>
                  <a:lnTo>
                    <a:pt x="59367" y="196400"/>
                  </a:lnTo>
                  <a:lnTo>
                    <a:pt x="59751" y="196882"/>
                  </a:lnTo>
                  <a:lnTo>
                    <a:pt x="60687" y="196994"/>
                  </a:lnTo>
                  <a:lnTo>
                    <a:pt x="61554" y="196622"/>
                  </a:lnTo>
                  <a:lnTo>
                    <a:pt x="61772" y="195987"/>
                  </a:lnTo>
                  <a:lnTo>
                    <a:pt x="61659" y="187443"/>
                  </a:lnTo>
                  <a:lnTo>
                    <a:pt x="61033" y="182462"/>
                  </a:lnTo>
                  <a:lnTo>
                    <a:pt x="60406" y="180514"/>
                  </a:lnTo>
                  <a:lnTo>
                    <a:pt x="60270" y="180128"/>
                  </a:lnTo>
                  <a:lnTo>
                    <a:pt x="60490" y="178491"/>
                  </a:lnTo>
                  <a:lnTo>
                    <a:pt x="61191" y="174665"/>
                  </a:lnTo>
                  <a:lnTo>
                    <a:pt x="61785" y="170876"/>
                  </a:lnTo>
                  <a:lnTo>
                    <a:pt x="62163" y="169280"/>
                  </a:lnTo>
                  <a:lnTo>
                    <a:pt x="62602" y="168317"/>
                  </a:lnTo>
                  <a:lnTo>
                    <a:pt x="65537" y="167292"/>
                  </a:lnTo>
                  <a:lnTo>
                    <a:pt x="66872" y="166403"/>
                  </a:lnTo>
                  <a:lnTo>
                    <a:pt x="67437" y="165295"/>
                  </a:lnTo>
                  <a:lnTo>
                    <a:pt x="67875" y="162352"/>
                  </a:lnTo>
                  <a:lnTo>
                    <a:pt x="68225" y="154128"/>
                  </a:lnTo>
                  <a:lnTo>
                    <a:pt x="68351" y="146403"/>
                  </a:lnTo>
                  <a:lnTo>
                    <a:pt x="68048" y="141872"/>
                  </a:lnTo>
                  <a:lnTo>
                    <a:pt x="68469" y="135048"/>
                  </a:lnTo>
                  <a:lnTo>
                    <a:pt x="69113" y="130826"/>
                  </a:lnTo>
                  <a:lnTo>
                    <a:pt x="68795" y="129998"/>
                  </a:lnTo>
                  <a:lnTo>
                    <a:pt x="68557" y="124299"/>
                  </a:lnTo>
                  <a:lnTo>
                    <a:pt x="66647" y="118230"/>
                  </a:lnTo>
                  <a:lnTo>
                    <a:pt x="64186" y="110416"/>
                  </a:lnTo>
                  <a:lnTo>
                    <a:pt x="62812" y="106209"/>
                  </a:lnTo>
                  <a:lnTo>
                    <a:pt x="61249" y="101427"/>
                  </a:lnTo>
                  <a:lnTo>
                    <a:pt x="58402" y="93939"/>
                  </a:lnTo>
                  <a:lnTo>
                    <a:pt x="57097" y="91226"/>
                  </a:lnTo>
                  <a:lnTo>
                    <a:pt x="56411" y="90173"/>
                  </a:lnTo>
                  <a:lnTo>
                    <a:pt x="54109" y="89307"/>
                  </a:lnTo>
                  <a:lnTo>
                    <a:pt x="53498" y="87865"/>
                  </a:lnTo>
                  <a:lnTo>
                    <a:pt x="52915" y="85568"/>
                  </a:lnTo>
                  <a:lnTo>
                    <a:pt x="52696" y="81317"/>
                  </a:lnTo>
                  <a:lnTo>
                    <a:pt x="52658" y="78137"/>
                  </a:lnTo>
                  <a:lnTo>
                    <a:pt x="52399" y="72732"/>
                  </a:lnTo>
                  <a:lnTo>
                    <a:pt x="51931" y="65080"/>
                  </a:lnTo>
                  <a:lnTo>
                    <a:pt x="51723" y="62832"/>
                  </a:lnTo>
                  <a:lnTo>
                    <a:pt x="51068" y="57075"/>
                  </a:lnTo>
                  <a:lnTo>
                    <a:pt x="50443" y="51598"/>
                  </a:lnTo>
                  <a:lnTo>
                    <a:pt x="50406" y="50244"/>
                  </a:lnTo>
                  <a:lnTo>
                    <a:pt x="50628" y="48929"/>
                  </a:lnTo>
                  <a:lnTo>
                    <a:pt x="51687" y="44897"/>
                  </a:lnTo>
                  <a:lnTo>
                    <a:pt x="52441" y="42038"/>
                  </a:lnTo>
                  <a:lnTo>
                    <a:pt x="52796" y="40474"/>
                  </a:lnTo>
                  <a:lnTo>
                    <a:pt x="53434" y="36217"/>
                  </a:lnTo>
                  <a:lnTo>
                    <a:pt x="53584" y="34154"/>
                  </a:lnTo>
                  <a:lnTo>
                    <a:pt x="54084" y="33222"/>
                  </a:lnTo>
                  <a:lnTo>
                    <a:pt x="56119" y="32838"/>
                  </a:lnTo>
                  <a:lnTo>
                    <a:pt x="57739" y="32910"/>
                  </a:lnTo>
                  <a:lnTo>
                    <a:pt x="60458" y="32812"/>
                  </a:lnTo>
                  <a:lnTo>
                    <a:pt x="63330" y="33060"/>
                  </a:lnTo>
                  <a:lnTo>
                    <a:pt x="63734" y="33248"/>
                  </a:lnTo>
                  <a:lnTo>
                    <a:pt x="64380" y="33698"/>
                  </a:lnTo>
                  <a:lnTo>
                    <a:pt x="65111" y="33626"/>
                  </a:lnTo>
                  <a:lnTo>
                    <a:pt x="65922" y="33026"/>
                  </a:lnTo>
                  <a:lnTo>
                    <a:pt x="66821" y="31551"/>
                  </a:lnTo>
                  <a:lnTo>
                    <a:pt x="67805" y="29211"/>
                  </a:lnTo>
                  <a:lnTo>
                    <a:pt x="69339" y="29263"/>
                  </a:lnTo>
                  <a:lnTo>
                    <a:pt x="71422" y="31704"/>
                  </a:lnTo>
                  <a:lnTo>
                    <a:pt x="72559" y="33831"/>
                  </a:lnTo>
                  <a:lnTo>
                    <a:pt x="72751" y="35646"/>
                  </a:lnTo>
                  <a:lnTo>
                    <a:pt x="74145" y="36699"/>
                  </a:lnTo>
                  <a:lnTo>
                    <a:pt x="76741" y="36991"/>
                  </a:lnTo>
                  <a:lnTo>
                    <a:pt x="78632" y="36047"/>
                  </a:lnTo>
                  <a:lnTo>
                    <a:pt x="79817" y="33863"/>
                  </a:lnTo>
                  <a:lnTo>
                    <a:pt x="81055" y="32708"/>
                  </a:lnTo>
                  <a:lnTo>
                    <a:pt x="82350" y="32581"/>
                  </a:lnTo>
                  <a:lnTo>
                    <a:pt x="83328" y="33326"/>
                  </a:lnTo>
                  <a:lnTo>
                    <a:pt x="83995" y="34950"/>
                  </a:lnTo>
                  <a:lnTo>
                    <a:pt x="85268" y="36113"/>
                  </a:lnTo>
                  <a:lnTo>
                    <a:pt x="87151" y="36820"/>
                  </a:lnTo>
                  <a:lnTo>
                    <a:pt x="89209" y="35776"/>
                  </a:lnTo>
                  <a:lnTo>
                    <a:pt x="91440" y="32985"/>
                  </a:lnTo>
                  <a:lnTo>
                    <a:pt x="92714" y="30068"/>
                  </a:lnTo>
                  <a:lnTo>
                    <a:pt x="93028" y="27029"/>
                  </a:lnTo>
                  <a:lnTo>
                    <a:pt x="93397" y="25185"/>
                  </a:lnTo>
                  <a:lnTo>
                    <a:pt x="93822" y="24536"/>
                  </a:lnTo>
                  <a:lnTo>
                    <a:pt x="95005" y="24164"/>
                  </a:lnTo>
                  <a:lnTo>
                    <a:pt x="96946" y="24063"/>
                  </a:lnTo>
                  <a:lnTo>
                    <a:pt x="98635" y="25021"/>
                  </a:lnTo>
                  <a:lnTo>
                    <a:pt x="100788" y="28039"/>
                  </a:lnTo>
                  <a:lnTo>
                    <a:pt x="102147" y="26031"/>
                  </a:lnTo>
                  <a:lnTo>
                    <a:pt x="104480" y="22591"/>
                  </a:lnTo>
                  <a:lnTo>
                    <a:pt x="106829" y="20770"/>
                  </a:lnTo>
                  <a:lnTo>
                    <a:pt x="109066" y="20759"/>
                  </a:lnTo>
                  <a:lnTo>
                    <a:pt x="110901" y="19449"/>
                  </a:lnTo>
                  <a:lnTo>
                    <a:pt x="112334" y="16849"/>
                  </a:lnTo>
                  <a:lnTo>
                    <a:pt x="113849" y="15192"/>
                  </a:lnTo>
                  <a:lnTo>
                    <a:pt x="115445" y="14491"/>
                  </a:lnTo>
                  <a:lnTo>
                    <a:pt x="116940" y="13239"/>
                  </a:lnTo>
                  <a:lnTo>
                    <a:pt x="119031" y="10532"/>
                  </a:lnTo>
                  <a:lnTo>
                    <a:pt x="121194" y="6593"/>
                  </a:lnTo>
                  <a:lnTo>
                    <a:pt x="123403" y="2576"/>
                  </a:lnTo>
                  <a:lnTo>
                    <a:pt x="124818" y="0"/>
                  </a:lnTo>
                  <a:lnTo>
                    <a:pt x="125466" y="3044"/>
                  </a:lnTo>
                  <a:lnTo>
                    <a:pt x="126624" y="5826"/>
                  </a:lnTo>
                  <a:lnTo>
                    <a:pt x="125934" y="7442"/>
                  </a:lnTo>
                  <a:lnTo>
                    <a:pt x="125099" y="8887"/>
                  </a:lnTo>
                  <a:lnTo>
                    <a:pt x="126447" y="10824"/>
                  </a:lnTo>
                  <a:lnTo>
                    <a:pt x="125459" y="13747"/>
                  </a:lnTo>
                  <a:lnTo>
                    <a:pt x="125339" y="15781"/>
                  </a:lnTo>
                  <a:lnTo>
                    <a:pt x="125590" y="16578"/>
                  </a:lnTo>
                  <a:lnTo>
                    <a:pt x="125805" y="17766"/>
                  </a:lnTo>
                  <a:lnTo>
                    <a:pt x="125158" y="21114"/>
                  </a:lnTo>
                  <a:lnTo>
                    <a:pt x="124300" y="23676"/>
                  </a:lnTo>
                  <a:lnTo>
                    <a:pt x="124078" y="25639"/>
                  </a:lnTo>
                  <a:lnTo>
                    <a:pt x="124838" y="29107"/>
                  </a:lnTo>
                  <a:lnTo>
                    <a:pt x="124447" y="35251"/>
                  </a:lnTo>
                  <a:lnTo>
                    <a:pt x="125184" y="40779"/>
                  </a:lnTo>
                  <a:lnTo>
                    <a:pt x="125390" y="43616"/>
                  </a:lnTo>
                  <a:lnTo>
                    <a:pt x="125647" y="45512"/>
                  </a:lnTo>
                  <a:lnTo>
                    <a:pt x="125280" y="48905"/>
                  </a:lnTo>
                  <a:lnTo>
                    <a:pt x="125374" y="54622"/>
                  </a:lnTo>
                  <a:lnTo>
                    <a:pt x="125544" y="56982"/>
                  </a:lnTo>
                  <a:lnTo>
                    <a:pt x="125105" y="59920"/>
                  </a:lnTo>
                  <a:lnTo>
                    <a:pt x="125852" y="60936"/>
                  </a:lnTo>
                  <a:lnTo>
                    <a:pt x="126248" y="64156"/>
                  </a:lnTo>
                  <a:lnTo>
                    <a:pt x="126141" y="67786"/>
                  </a:lnTo>
                  <a:lnTo>
                    <a:pt x="125912" y="69743"/>
                  </a:lnTo>
                  <a:lnTo>
                    <a:pt x="124624" y="72112"/>
                  </a:lnTo>
                  <a:lnTo>
                    <a:pt x="124472" y="73032"/>
                  </a:lnTo>
                  <a:lnTo>
                    <a:pt x="124492" y="74426"/>
                  </a:lnTo>
                  <a:lnTo>
                    <a:pt x="126100" y="74472"/>
                  </a:lnTo>
                  <a:lnTo>
                    <a:pt x="126155" y="76631"/>
                  </a:lnTo>
                  <a:lnTo>
                    <a:pt x="126048" y="78330"/>
                  </a:lnTo>
                  <a:lnTo>
                    <a:pt x="126110" y="81528"/>
                  </a:lnTo>
                  <a:lnTo>
                    <a:pt x="125896" y="83605"/>
                  </a:lnTo>
                  <a:lnTo>
                    <a:pt x="126273" y="85977"/>
                  </a:lnTo>
                  <a:lnTo>
                    <a:pt x="125812" y="88603"/>
                  </a:lnTo>
                  <a:lnTo>
                    <a:pt x="125972" y="90629"/>
                  </a:lnTo>
                  <a:lnTo>
                    <a:pt x="125992" y="93255"/>
                  </a:lnTo>
                  <a:lnTo>
                    <a:pt x="126366" y="99895"/>
                  </a:lnTo>
                  <a:lnTo>
                    <a:pt x="126429" y="108105"/>
                  </a:lnTo>
                  <a:lnTo>
                    <a:pt x="126512" y="109420"/>
                  </a:lnTo>
                  <a:lnTo>
                    <a:pt x="127085" y="110350"/>
                  </a:lnTo>
                  <a:lnTo>
                    <a:pt x="127890" y="110811"/>
                  </a:lnTo>
                  <a:lnTo>
                    <a:pt x="127859" y="113062"/>
                  </a:lnTo>
                  <a:lnTo>
                    <a:pt x="126968" y="116000"/>
                  </a:lnTo>
                  <a:lnTo>
                    <a:pt x="126914" y="117826"/>
                  </a:lnTo>
                  <a:lnTo>
                    <a:pt x="127043" y="120392"/>
                  </a:lnTo>
                  <a:lnTo>
                    <a:pt x="128025" y="116906"/>
                  </a:lnTo>
                  <a:lnTo>
                    <a:pt x="128614" y="116923"/>
                  </a:lnTo>
                  <a:lnTo>
                    <a:pt x="129140" y="118291"/>
                  </a:lnTo>
                  <a:lnTo>
                    <a:pt x="129066" y="120299"/>
                  </a:lnTo>
                  <a:lnTo>
                    <a:pt x="129247" y="121289"/>
                  </a:lnTo>
                  <a:lnTo>
                    <a:pt x="129170" y="123237"/>
                  </a:lnTo>
                  <a:lnTo>
                    <a:pt x="129461" y="125710"/>
                  </a:lnTo>
                  <a:lnTo>
                    <a:pt x="129347" y="127863"/>
                  </a:lnTo>
                  <a:lnTo>
                    <a:pt x="128626" y="129369"/>
                  </a:lnTo>
                  <a:lnTo>
                    <a:pt x="127708" y="131949"/>
                  </a:lnTo>
                  <a:lnTo>
                    <a:pt x="127546" y="134367"/>
                  </a:lnTo>
                  <a:lnTo>
                    <a:pt x="127631" y="135951"/>
                  </a:lnTo>
                  <a:lnTo>
                    <a:pt x="126995" y="136459"/>
                  </a:lnTo>
                  <a:lnTo>
                    <a:pt x="126698" y="137437"/>
                  </a:lnTo>
                  <a:lnTo>
                    <a:pt x="127129" y="139717"/>
                  </a:lnTo>
                  <a:lnTo>
                    <a:pt x="127102" y="141734"/>
                  </a:lnTo>
                  <a:lnTo>
                    <a:pt x="125981" y="148013"/>
                  </a:lnTo>
                  <a:lnTo>
                    <a:pt x="122994" y="156598"/>
                  </a:lnTo>
                  <a:lnTo>
                    <a:pt x="121704" y="159645"/>
                  </a:lnTo>
                  <a:lnTo>
                    <a:pt x="120495" y="162961"/>
                  </a:lnTo>
                  <a:lnTo>
                    <a:pt x="120496" y="164320"/>
                  </a:lnTo>
                  <a:lnTo>
                    <a:pt x="120378" y="165503"/>
                  </a:lnTo>
                  <a:lnTo>
                    <a:pt x="118969" y="170235"/>
                  </a:lnTo>
                  <a:lnTo>
                    <a:pt x="117460" y="171012"/>
                  </a:lnTo>
                  <a:lnTo>
                    <a:pt x="116621" y="172276"/>
                  </a:lnTo>
                  <a:lnTo>
                    <a:pt x="117275" y="176445"/>
                  </a:lnTo>
                  <a:lnTo>
                    <a:pt x="116299" y="177406"/>
                  </a:lnTo>
                  <a:lnTo>
                    <a:pt x="114603" y="180693"/>
                  </a:lnTo>
                  <a:lnTo>
                    <a:pt x="109934" y="186992"/>
                  </a:lnTo>
                  <a:lnTo>
                    <a:pt x="109196" y="188453"/>
                  </a:lnTo>
                  <a:lnTo>
                    <a:pt x="108010" y="192319"/>
                  </a:lnTo>
                  <a:lnTo>
                    <a:pt x="106446" y="193257"/>
                  </a:lnTo>
                  <a:lnTo>
                    <a:pt x="105577" y="194351"/>
                  </a:lnTo>
                  <a:lnTo>
                    <a:pt x="104028" y="194752"/>
                  </a:lnTo>
                  <a:lnTo>
                    <a:pt x="103487" y="194472"/>
                  </a:lnTo>
                  <a:lnTo>
                    <a:pt x="102959" y="194608"/>
                  </a:lnTo>
                  <a:lnTo>
                    <a:pt x="102513" y="195436"/>
                  </a:lnTo>
                  <a:lnTo>
                    <a:pt x="99435" y="198148"/>
                  </a:lnTo>
                  <a:lnTo>
                    <a:pt x="96561" y="200295"/>
                  </a:lnTo>
                  <a:lnTo>
                    <a:pt x="95854" y="201276"/>
                  </a:lnTo>
                  <a:lnTo>
                    <a:pt x="95382" y="202618"/>
                  </a:lnTo>
                  <a:lnTo>
                    <a:pt x="92838" y="204739"/>
                  </a:lnTo>
                  <a:lnTo>
                    <a:pt x="88851" y="209985"/>
                  </a:lnTo>
                  <a:lnTo>
                    <a:pt x="85587" y="214986"/>
                  </a:lnTo>
                  <a:lnTo>
                    <a:pt x="83224" y="219990"/>
                  </a:lnTo>
                  <a:lnTo>
                    <a:pt x="82601" y="220749"/>
                  </a:lnTo>
                  <a:lnTo>
                    <a:pt x="81868" y="222477"/>
                  </a:lnTo>
                  <a:lnTo>
                    <a:pt x="81623" y="225037"/>
                  </a:lnTo>
                  <a:lnTo>
                    <a:pt x="81384" y="226483"/>
                  </a:lnTo>
                  <a:lnTo>
                    <a:pt x="79635" y="231752"/>
                  </a:lnTo>
                  <a:lnTo>
                    <a:pt x="77003" y="237982"/>
                  </a:lnTo>
                  <a:lnTo>
                    <a:pt x="76490" y="239684"/>
                  </a:lnTo>
                  <a:lnTo>
                    <a:pt x="75444" y="243147"/>
                  </a:lnTo>
                  <a:lnTo>
                    <a:pt x="75340" y="245415"/>
                  </a:lnTo>
                  <a:lnTo>
                    <a:pt x="74408" y="246108"/>
                  </a:lnTo>
                  <a:lnTo>
                    <a:pt x="73624" y="243935"/>
                  </a:lnTo>
                  <a:lnTo>
                    <a:pt x="73292" y="248122"/>
                  </a:lnTo>
                  <a:lnTo>
                    <a:pt x="72653" y="248419"/>
                  </a:lnTo>
                  <a:lnTo>
                    <a:pt x="71943" y="247562"/>
                  </a:lnTo>
                  <a:lnTo>
                    <a:pt x="70177" y="249634"/>
                  </a:lnTo>
                  <a:lnTo>
                    <a:pt x="68637" y="252023"/>
                  </a:lnTo>
                  <a:lnTo>
                    <a:pt x="66170" y="257062"/>
                  </a:lnTo>
                  <a:lnTo>
                    <a:pt x="62685" y="266815"/>
                  </a:lnTo>
                  <a:lnTo>
                    <a:pt x="57597" y="276234"/>
                  </a:lnTo>
                  <a:lnTo>
                    <a:pt x="56902" y="276502"/>
                  </a:lnTo>
                  <a:lnTo>
                    <a:pt x="56433" y="276465"/>
                  </a:lnTo>
                  <a:lnTo>
                    <a:pt x="54832" y="273187"/>
                  </a:lnTo>
                  <a:lnTo>
                    <a:pt x="53960" y="272944"/>
                  </a:lnTo>
                  <a:lnTo>
                    <a:pt x="54741" y="274889"/>
                  </a:lnTo>
                  <a:lnTo>
                    <a:pt x="55256" y="276508"/>
                  </a:lnTo>
                  <a:lnTo>
                    <a:pt x="55125" y="279685"/>
                  </a:lnTo>
                  <a:lnTo>
                    <a:pt x="55186" y="284452"/>
                  </a:lnTo>
                  <a:lnTo>
                    <a:pt x="54554" y="293718"/>
                  </a:lnTo>
                  <a:lnTo>
                    <a:pt x="54638" y="295747"/>
                  </a:lnTo>
                  <a:lnTo>
                    <a:pt x="55366" y="298373"/>
                  </a:lnTo>
                  <a:lnTo>
                    <a:pt x="56734" y="301590"/>
                  </a:lnTo>
                  <a:lnTo>
                    <a:pt x="58017" y="305593"/>
                  </a:lnTo>
                  <a:lnTo>
                    <a:pt x="59666" y="317086"/>
                  </a:lnTo>
                  <a:lnTo>
                    <a:pt x="59793" y="322999"/>
                  </a:lnTo>
                  <a:lnTo>
                    <a:pt x="61495" y="330554"/>
                  </a:lnTo>
                  <a:lnTo>
                    <a:pt x="61559" y="333826"/>
                  </a:lnTo>
                  <a:lnTo>
                    <a:pt x="62246" y="341972"/>
                  </a:lnTo>
                  <a:lnTo>
                    <a:pt x="62201" y="348560"/>
                  </a:lnTo>
                  <a:lnTo>
                    <a:pt x="62081" y="352594"/>
                  </a:lnTo>
                  <a:lnTo>
                    <a:pt x="62901" y="354299"/>
                  </a:lnTo>
                  <a:lnTo>
                    <a:pt x="63203" y="352761"/>
                  </a:lnTo>
                  <a:lnTo>
                    <a:pt x="63118" y="350210"/>
                  </a:lnTo>
                  <a:lnTo>
                    <a:pt x="63337" y="346116"/>
                  </a:lnTo>
                  <a:lnTo>
                    <a:pt x="63794" y="344292"/>
                  </a:lnTo>
                  <a:lnTo>
                    <a:pt x="64250" y="344552"/>
                  </a:lnTo>
                  <a:lnTo>
                    <a:pt x="64386" y="346485"/>
                  </a:lnTo>
                  <a:lnTo>
                    <a:pt x="64693" y="348199"/>
                  </a:lnTo>
                  <a:lnTo>
                    <a:pt x="64817" y="349809"/>
                  </a:lnTo>
                  <a:lnTo>
                    <a:pt x="64838" y="351994"/>
                  </a:lnTo>
                  <a:lnTo>
                    <a:pt x="64207" y="360302"/>
                  </a:lnTo>
                  <a:lnTo>
                    <a:pt x="64397" y="363681"/>
                  </a:lnTo>
                  <a:lnTo>
                    <a:pt x="65245" y="369325"/>
                  </a:lnTo>
                  <a:lnTo>
                    <a:pt x="64259" y="375887"/>
                  </a:lnTo>
                  <a:lnTo>
                    <a:pt x="62827" y="391331"/>
                  </a:lnTo>
                  <a:lnTo>
                    <a:pt x="62747" y="394003"/>
                  </a:lnTo>
                  <a:lnTo>
                    <a:pt x="63093" y="395169"/>
                  </a:lnTo>
                  <a:lnTo>
                    <a:pt x="63865" y="395564"/>
                  </a:lnTo>
                  <a:lnTo>
                    <a:pt x="64148" y="393596"/>
                  </a:lnTo>
                  <a:lnTo>
                    <a:pt x="64600" y="393611"/>
                  </a:lnTo>
                  <a:lnTo>
                    <a:pt x="64838" y="394776"/>
                  </a:lnTo>
                  <a:lnTo>
                    <a:pt x="64200" y="401901"/>
                  </a:lnTo>
                  <a:lnTo>
                    <a:pt x="63572" y="405023"/>
                  </a:lnTo>
                  <a:lnTo>
                    <a:pt x="61339" y="412679"/>
                  </a:lnTo>
                  <a:lnTo>
                    <a:pt x="60133" y="415963"/>
                  </a:lnTo>
                  <a:lnTo>
                    <a:pt x="58136" y="419189"/>
                  </a:lnTo>
                  <a:lnTo>
                    <a:pt x="53447" y="424233"/>
                  </a:lnTo>
                  <a:lnTo>
                    <a:pt x="44047" y="431522"/>
                  </a:lnTo>
                  <a:lnTo>
                    <a:pt x="40318" y="435095"/>
                  </a:lnTo>
                  <a:lnTo>
                    <a:pt x="38093" y="437224"/>
                  </a:lnTo>
                  <a:lnTo>
                    <a:pt x="33385" y="444006"/>
                  </a:lnTo>
                  <a:lnTo>
                    <a:pt x="31326" y="448553"/>
                  </a:lnTo>
                  <a:lnTo>
                    <a:pt x="30477" y="453771"/>
                  </a:lnTo>
                  <a:lnTo>
                    <a:pt x="29664" y="456160"/>
                  </a:lnTo>
                  <a:lnTo>
                    <a:pt x="28867" y="459184"/>
                  </a:lnTo>
                  <a:lnTo>
                    <a:pt x="29562" y="461781"/>
                  </a:lnTo>
                  <a:lnTo>
                    <a:pt x="30245" y="463746"/>
                  </a:lnTo>
                  <a:lnTo>
                    <a:pt x="31051" y="465062"/>
                  </a:lnTo>
                  <a:lnTo>
                    <a:pt x="31468" y="466196"/>
                  </a:lnTo>
                  <a:lnTo>
                    <a:pt x="32016" y="466984"/>
                  </a:lnTo>
                  <a:lnTo>
                    <a:pt x="32567" y="462901"/>
                  </a:lnTo>
                  <a:lnTo>
                    <a:pt x="32840" y="461631"/>
                  </a:lnTo>
                  <a:lnTo>
                    <a:pt x="33308" y="461533"/>
                  </a:lnTo>
                  <a:lnTo>
                    <a:pt x="33049" y="466519"/>
                  </a:lnTo>
                  <a:lnTo>
                    <a:pt x="32507" y="483603"/>
                  </a:lnTo>
                  <a:close/>
                </a:path>
              </a:pathLst>
            </a:custGeom>
            <a:solidFill>
              <a:srgbClr val="94C28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7" name="pg1026"/>
            <p:cNvSpPr/>
            <p:nvPr/>
          </p:nvSpPr>
          <p:spPr>
            <a:xfrm>
              <a:off x="3754692" y="3987804"/>
              <a:ext cx="1218" cy="2822"/>
            </a:xfrm>
            <a:custGeom>
              <a:avLst/>
              <a:pathLst>
                <a:path w="1218" h="2822">
                  <a:moveTo>
                    <a:pt x="1218" y="1258"/>
                  </a:moveTo>
                  <a:lnTo>
                    <a:pt x="1006" y="404"/>
                  </a:lnTo>
                  <a:lnTo>
                    <a:pt x="606" y="0"/>
                  </a:lnTo>
                  <a:lnTo>
                    <a:pt x="151" y="328"/>
                  </a:lnTo>
                  <a:lnTo>
                    <a:pt x="0" y="1405"/>
                  </a:lnTo>
                  <a:lnTo>
                    <a:pt x="473" y="2799"/>
                  </a:lnTo>
                  <a:lnTo>
                    <a:pt x="977" y="2822"/>
                  </a:lnTo>
                  <a:close/>
                </a:path>
              </a:pathLst>
            </a:custGeom>
            <a:solidFill>
              <a:srgbClr val="94C28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8" name="pg1027"/>
            <p:cNvSpPr/>
            <p:nvPr/>
          </p:nvSpPr>
          <p:spPr>
            <a:xfrm>
              <a:off x="3756161" y="3988739"/>
              <a:ext cx="1147" cy="3425"/>
            </a:xfrm>
            <a:custGeom>
              <a:avLst/>
              <a:pathLst>
                <a:path w="1147" h="3425">
                  <a:moveTo>
                    <a:pt x="697" y="3188"/>
                  </a:moveTo>
                  <a:lnTo>
                    <a:pt x="1022" y="2530"/>
                  </a:lnTo>
                  <a:lnTo>
                    <a:pt x="1147" y="1665"/>
                  </a:lnTo>
                  <a:lnTo>
                    <a:pt x="1143" y="828"/>
                  </a:lnTo>
                  <a:lnTo>
                    <a:pt x="936" y="305"/>
                  </a:lnTo>
                  <a:lnTo>
                    <a:pt x="643" y="0"/>
                  </a:lnTo>
                  <a:lnTo>
                    <a:pt x="216" y="181"/>
                  </a:lnTo>
                  <a:lnTo>
                    <a:pt x="65" y="1324"/>
                  </a:lnTo>
                  <a:lnTo>
                    <a:pt x="0" y="2897"/>
                  </a:lnTo>
                  <a:lnTo>
                    <a:pt x="268" y="3425"/>
                  </a:lnTo>
                  <a:close/>
                </a:path>
              </a:pathLst>
            </a:custGeom>
            <a:solidFill>
              <a:srgbClr val="94C28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9" name="pg1028"/>
            <p:cNvSpPr/>
            <p:nvPr/>
          </p:nvSpPr>
          <p:spPr>
            <a:xfrm>
              <a:off x="3132918" y="3047042"/>
              <a:ext cx="1625" cy="7592"/>
            </a:xfrm>
            <a:custGeom>
              <a:avLst/>
              <a:pathLst>
                <a:path w="1625" h="7592">
                  <a:moveTo>
                    <a:pt x="1263" y="4720"/>
                  </a:moveTo>
                  <a:lnTo>
                    <a:pt x="480" y="7592"/>
                  </a:lnTo>
                  <a:lnTo>
                    <a:pt x="134" y="6495"/>
                  </a:lnTo>
                  <a:lnTo>
                    <a:pt x="0" y="4605"/>
                  </a:lnTo>
                  <a:lnTo>
                    <a:pt x="692" y="1898"/>
                  </a:lnTo>
                  <a:lnTo>
                    <a:pt x="1020" y="500"/>
                  </a:lnTo>
                  <a:lnTo>
                    <a:pt x="1625" y="0"/>
                  </a:lnTo>
                  <a:close/>
                </a:path>
              </a:pathLst>
            </a:custGeom>
            <a:solidFill>
              <a:srgbClr val="DBEAD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0" name="pg1029"/>
            <p:cNvSpPr/>
            <p:nvPr/>
          </p:nvSpPr>
          <p:spPr>
            <a:xfrm>
              <a:off x="3125764" y="2827797"/>
              <a:ext cx="149188" cy="370562"/>
            </a:xfrm>
            <a:custGeom>
              <a:avLst/>
              <a:pathLst>
                <a:path w="149188" h="370562">
                  <a:moveTo>
                    <a:pt x="58295" y="368680"/>
                  </a:moveTo>
                  <a:lnTo>
                    <a:pt x="58028" y="368445"/>
                  </a:lnTo>
                  <a:lnTo>
                    <a:pt x="56734" y="366317"/>
                  </a:lnTo>
                  <a:lnTo>
                    <a:pt x="56111" y="363786"/>
                  </a:lnTo>
                  <a:lnTo>
                    <a:pt x="55091" y="361884"/>
                  </a:lnTo>
                  <a:lnTo>
                    <a:pt x="53676" y="360612"/>
                  </a:lnTo>
                  <a:lnTo>
                    <a:pt x="52754" y="359159"/>
                  </a:lnTo>
                  <a:lnTo>
                    <a:pt x="52327" y="357521"/>
                  </a:lnTo>
                  <a:lnTo>
                    <a:pt x="51805" y="356432"/>
                  </a:lnTo>
                  <a:lnTo>
                    <a:pt x="51252" y="355871"/>
                  </a:lnTo>
                  <a:lnTo>
                    <a:pt x="51202" y="355284"/>
                  </a:lnTo>
                  <a:lnTo>
                    <a:pt x="51333" y="354478"/>
                  </a:lnTo>
                  <a:lnTo>
                    <a:pt x="51201" y="352978"/>
                  </a:lnTo>
                  <a:lnTo>
                    <a:pt x="50371" y="349651"/>
                  </a:lnTo>
                  <a:lnTo>
                    <a:pt x="49597" y="348118"/>
                  </a:lnTo>
                  <a:lnTo>
                    <a:pt x="48936" y="348362"/>
                  </a:lnTo>
                  <a:lnTo>
                    <a:pt x="48562" y="347954"/>
                  </a:lnTo>
                  <a:lnTo>
                    <a:pt x="48335" y="347221"/>
                  </a:lnTo>
                  <a:lnTo>
                    <a:pt x="48245" y="346142"/>
                  </a:lnTo>
                  <a:lnTo>
                    <a:pt x="47793" y="345210"/>
                  </a:lnTo>
                  <a:lnTo>
                    <a:pt x="47012" y="344809"/>
                  </a:lnTo>
                  <a:lnTo>
                    <a:pt x="46384" y="342341"/>
                  </a:lnTo>
                  <a:lnTo>
                    <a:pt x="45908" y="337807"/>
                  </a:lnTo>
                  <a:lnTo>
                    <a:pt x="45292" y="334272"/>
                  </a:lnTo>
                  <a:lnTo>
                    <a:pt x="44535" y="331740"/>
                  </a:lnTo>
                  <a:lnTo>
                    <a:pt x="43994" y="330796"/>
                  </a:lnTo>
                  <a:lnTo>
                    <a:pt x="43593" y="330621"/>
                  </a:lnTo>
                  <a:lnTo>
                    <a:pt x="43457" y="330229"/>
                  </a:lnTo>
                  <a:lnTo>
                    <a:pt x="43349" y="329493"/>
                  </a:lnTo>
                  <a:lnTo>
                    <a:pt x="42758" y="329232"/>
                  </a:lnTo>
                  <a:lnTo>
                    <a:pt x="41929" y="329992"/>
                  </a:lnTo>
                  <a:lnTo>
                    <a:pt x="41184" y="329738"/>
                  </a:lnTo>
                  <a:lnTo>
                    <a:pt x="40815" y="328500"/>
                  </a:lnTo>
                  <a:lnTo>
                    <a:pt x="40307" y="328391"/>
                  </a:lnTo>
                  <a:lnTo>
                    <a:pt x="39659" y="329409"/>
                  </a:lnTo>
                  <a:lnTo>
                    <a:pt x="38944" y="329111"/>
                  </a:lnTo>
                  <a:lnTo>
                    <a:pt x="38162" y="327493"/>
                  </a:lnTo>
                  <a:lnTo>
                    <a:pt x="37729" y="325887"/>
                  </a:lnTo>
                  <a:lnTo>
                    <a:pt x="37645" y="324295"/>
                  </a:lnTo>
                  <a:lnTo>
                    <a:pt x="36297" y="321112"/>
                  </a:lnTo>
                  <a:lnTo>
                    <a:pt x="33683" y="316342"/>
                  </a:lnTo>
                  <a:lnTo>
                    <a:pt x="30836" y="314105"/>
                  </a:lnTo>
                  <a:lnTo>
                    <a:pt x="27753" y="314403"/>
                  </a:lnTo>
                  <a:lnTo>
                    <a:pt x="26023" y="314177"/>
                  </a:lnTo>
                  <a:lnTo>
                    <a:pt x="25647" y="313427"/>
                  </a:lnTo>
                  <a:lnTo>
                    <a:pt x="25268" y="313486"/>
                  </a:lnTo>
                  <a:lnTo>
                    <a:pt x="24886" y="314356"/>
                  </a:lnTo>
                  <a:lnTo>
                    <a:pt x="24480" y="314548"/>
                  </a:lnTo>
                  <a:lnTo>
                    <a:pt x="24050" y="314063"/>
                  </a:lnTo>
                  <a:lnTo>
                    <a:pt x="23781" y="314431"/>
                  </a:lnTo>
                  <a:lnTo>
                    <a:pt x="23674" y="315652"/>
                  </a:lnTo>
                  <a:lnTo>
                    <a:pt x="22588" y="316272"/>
                  </a:lnTo>
                  <a:lnTo>
                    <a:pt x="20523" y="316291"/>
                  </a:lnTo>
                  <a:lnTo>
                    <a:pt x="18856" y="317041"/>
                  </a:lnTo>
                  <a:lnTo>
                    <a:pt x="17588" y="318519"/>
                  </a:lnTo>
                  <a:lnTo>
                    <a:pt x="15791" y="319154"/>
                  </a:lnTo>
                  <a:lnTo>
                    <a:pt x="13466" y="318946"/>
                  </a:lnTo>
                  <a:lnTo>
                    <a:pt x="12064" y="318405"/>
                  </a:lnTo>
                  <a:lnTo>
                    <a:pt x="11586" y="317528"/>
                  </a:lnTo>
                  <a:lnTo>
                    <a:pt x="10914" y="317323"/>
                  </a:lnTo>
                  <a:lnTo>
                    <a:pt x="10053" y="317789"/>
                  </a:lnTo>
                  <a:lnTo>
                    <a:pt x="9282" y="320152"/>
                  </a:lnTo>
                  <a:lnTo>
                    <a:pt x="8602" y="324411"/>
                  </a:lnTo>
                  <a:lnTo>
                    <a:pt x="8038" y="326843"/>
                  </a:lnTo>
                  <a:lnTo>
                    <a:pt x="7591" y="327444"/>
                  </a:lnTo>
                  <a:lnTo>
                    <a:pt x="7115" y="330616"/>
                  </a:lnTo>
                  <a:lnTo>
                    <a:pt x="6848" y="335931"/>
                  </a:lnTo>
                  <a:lnTo>
                    <a:pt x="6443" y="338264"/>
                  </a:lnTo>
                  <a:lnTo>
                    <a:pt x="6437" y="325013"/>
                  </a:lnTo>
                  <a:lnTo>
                    <a:pt x="7101" y="320066"/>
                  </a:lnTo>
                  <a:lnTo>
                    <a:pt x="7316" y="315714"/>
                  </a:lnTo>
                  <a:lnTo>
                    <a:pt x="8741" y="306113"/>
                  </a:lnTo>
                  <a:lnTo>
                    <a:pt x="10438" y="298249"/>
                  </a:lnTo>
                  <a:lnTo>
                    <a:pt x="12005" y="287810"/>
                  </a:lnTo>
                  <a:lnTo>
                    <a:pt x="12597" y="277701"/>
                  </a:lnTo>
                  <a:lnTo>
                    <a:pt x="12397" y="267796"/>
                  </a:lnTo>
                  <a:lnTo>
                    <a:pt x="11931" y="258989"/>
                  </a:lnTo>
                  <a:lnTo>
                    <a:pt x="11137" y="253169"/>
                  </a:lnTo>
                  <a:lnTo>
                    <a:pt x="10369" y="244743"/>
                  </a:lnTo>
                  <a:lnTo>
                    <a:pt x="9238" y="240296"/>
                  </a:lnTo>
                  <a:lnTo>
                    <a:pt x="7163" y="236418"/>
                  </a:lnTo>
                  <a:lnTo>
                    <a:pt x="6697" y="234145"/>
                  </a:lnTo>
                  <a:lnTo>
                    <a:pt x="7180" y="233298"/>
                  </a:lnTo>
                  <a:lnTo>
                    <a:pt x="8441" y="232718"/>
                  </a:lnTo>
                  <a:lnTo>
                    <a:pt x="9246" y="229693"/>
                  </a:lnTo>
                  <a:lnTo>
                    <a:pt x="7545" y="230860"/>
                  </a:lnTo>
                  <a:lnTo>
                    <a:pt x="9512" y="221581"/>
                  </a:lnTo>
                  <a:lnTo>
                    <a:pt x="10124" y="215263"/>
                  </a:lnTo>
                  <a:lnTo>
                    <a:pt x="10027" y="211118"/>
                  </a:lnTo>
                  <a:lnTo>
                    <a:pt x="10402" y="208557"/>
                  </a:lnTo>
                  <a:lnTo>
                    <a:pt x="8899" y="203003"/>
                  </a:lnTo>
                  <a:lnTo>
                    <a:pt x="7728" y="196016"/>
                  </a:lnTo>
                  <a:lnTo>
                    <a:pt x="7126" y="194909"/>
                  </a:lnTo>
                  <a:lnTo>
                    <a:pt x="6502" y="194326"/>
                  </a:lnTo>
                  <a:lnTo>
                    <a:pt x="6447" y="195967"/>
                  </a:lnTo>
                  <a:lnTo>
                    <a:pt x="6109" y="197440"/>
                  </a:lnTo>
                  <a:lnTo>
                    <a:pt x="5380" y="196553"/>
                  </a:lnTo>
                  <a:lnTo>
                    <a:pt x="4089" y="191471"/>
                  </a:lnTo>
                  <a:lnTo>
                    <a:pt x="2289" y="183198"/>
                  </a:lnTo>
                  <a:lnTo>
                    <a:pt x="1657" y="182351"/>
                  </a:lnTo>
                  <a:lnTo>
                    <a:pt x="1131" y="183484"/>
                  </a:lnTo>
                  <a:lnTo>
                    <a:pt x="800" y="184570"/>
                  </a:lnTo>
                  <a:lnTo>
                    <a:pt x="194" y="191471"/>
                  </a:lnTo>
                  <a:lnTo>
                    <a:pt x="0" y="188732"/>
                  </a:lnTo>
                  <a:lnTo>
                    <a:pt x="263" y="185506"/>
                  </a:lnTo>
                  <a:lnTo>
                    <a:pt x="707" y="181534"/>
                  </a:lnTo>
                  <a:lnTo>
                    <a:pt x="1211" y="176014"/>
                  </a:lnTo>
                  <a:lnTo>
                    <a:pt x="2774" y="176010"/>
                  </a:lnTo>
                  <a:lnTo>
                    <a:pt x="5568" y="176002"/>
                  </a:lnTo>
                  <a:lnTo>
                    <a:pt x="8363" y="175994"/>
                  </a:lnTo>
                  <a:lnTo>
                    <a:pt x="11157" y="175985"/>
                  </a:lnTo>
                  <a:lnTo>
                    <a:pt x="13952" y="175978"/>
                  </a:lnTo>
                  <a:lnTo>
                    <a:pt x="16747" y="175969"/>
                  </a:lnTo>
                  <a:lnTo>
                    <a:pt x="19541" y="175961"/>
                  </a:lnTo>
                  <a:lnTo>
                    <a:pt x="22336" y="175953"/>
                  </a:lnTo>
                  <a:lnTo>
                    <a:pt x="25130" y="175945"/>
                  </a:lnTo>
                  <a:lnTo>
                    <a:pt x="27925" y="175936"/>
                  </a:lnTo>
                  <a:lnTo>
                    <a:pt x="30720" y="175929"/>
                  </a:lnTo>
                  <a:lnTo>
                    <a:pt x="33514" y="175920"/>
                  </a:lnTo>
                  <a:lnTo>
                    <a:pt x="36309" y="175912"/>
                  </a:lnTo>
                  <a:lnTo>
                    <a:pt x="39103" y="175904"/>
                  </a:lnTo>
                  <a:lnTo>
                    <a:pt x="41898" y="175896"/>
                  </a:lnTo>
                  <a:lnTo>
                    <a:pt x="44693" y="175887"/>
                  </a:lnTo>
                  <a:lnTo>
                    <a:pt x="47487" y="175880"/>
                  </a:lnTo>
                  <a:lnTo>
                    <a:pt x="49330" y="175876"/>
                  </a:lnTo>
                  <a:lnTo>
                    <a:pt x="49222" y="171950"/>
                  </a:lnTo>
                  <a:lnTo>
                    <a:pt x="49135" y="168839"/>
                  </a:lnTo>
                  <a:lnTo>
                    <a:pt x="49019" y="164650"/>
                  </a:lnTo>
                  <a:lnTo>
                    <a:pt x="48904" y="160485"/>
                  </a:lnTo>
                  <a:lnTo>
                    <a:pt x="48789" y="156319"/>
                  </a:lnTo>
                  <a:lnTo>
                    <a:pt x="48680" y="152407"/>
                  </a:lnTo>
                  <a:lnTo>
                    <a:pt x="48572" y="148498"/>
                  </a:lnTo>
                  <a:lnTo>
                    <a:pt x="48470" y="144869"/>
                  </a:lnTo>
                  <a:lnTo>
                    <a:pt x="48378" y="141538"/>
                  </a:lnTo>
                  <a:lnTo>
                    <a:pt x="48220" y="139625"/>
                  </a:lnTo>
                  <a:lnTo>
                    <a:pt x="47627" y="135826"/>
                  </a:lnTo>
                  <a:lnTo>
                    <a:pt x="47499" y="133937"/>
                  </a:lnTo>
                  <a:lnTo>
                    <a:pt x="47660" y="131949"/>
                  </a:lnTo>
                  <a:lnTo>
                    <a:pt x="48054" y="130070"/>
                  </a:lnTo>
                  <a:lnTo>
                    <a:pt x="49144" y="126638"/>
                  </a:lnTo>
                  <a:lnTo>
                    <a:pt x="50795" y="123999"/>
                  </a:lnTo>
                  <a:lnTo>
                    <a:pt x="52701" y="120950"/>
                  </a:lnTo>
                  <a:lnTo>
                    <a:pt x="54154" y="118627"/>
                  </a:lnTo>
                  <a:lnTo>
                    <a:pt x="54898" y="118051"/>
                  </a:lnTo>
                  <a:lnTo>
                    <a:pt x="57170" y="117248"/>
                  </a:lnTo>
                  <a:lnTo>
                    <a:pt x="58959" y="115490"/>
                  </a:lnTo>
                  <a:lnTo>
                    <a:pt x="60699" y="113778"/>
                  </a:lnTo>
                  <a:lnTo>
                    <a:pt x="61429" y="112828"/>
                  </a:lnTo>
                  <a:lnTo>
                    <a:pt x="61516" y="109611"/>
                  </a:lnTo>
                  <a:lnTo>
                    <a:pt x="61516" y="106023"/>
                  </a:lnTo>
                  <a:lnTo>
                    <a:pt x="61516" y="102000"/>
                  </a:lnTo>
                  <a:lnTo>
                    <a:pt x="61516" y="97976"/>
                  </a:lnTo>
                  <a:lnTo>
                    <a:pt x="61516" y="93953"/>
                  </a:lnTo>
                  <a:lnTo>
                    <a:pt x="61516" y="89931"/>
                  </a:lnTo>
                  <a:lnTo>
                    <a:pt x="61516" y="85907"/>
                  </a:lnTo>
                  <a:lnTo>
                    <a:pt x="61516" y="81884"/>
                  </a:lnTo>
                  <a:lnTo>
                    <a:pt x="61516" y="77860"/>
                  </a:lnTo>
                  <a:lnTo>
                    <a:pt x="61516" y="73838"/>
                  </a:lnTo>
                  <a:lnTo>
                    <a:pt x="61516" y="69815"/>
                  </a:lnTo>
                  <a:lnTo>
                    <a:pt x="61516" y="65792"/>
                  </a:lnTo>
                  <a:lnTo>
                    <a:pt x="61516" y="61768"/>
                  </a:lnTo>
                  <a:lnTo>
                    <a:pt x="61516" y="57746"/>
                  </a:lnTo>
                  <a:lnTo>
                    <a:pt x="61516" y="53722"/>
                  </a:lnTo>
                  <a:lnTo>
                    <a:pt x="61516" y="49699"/>
                  </a:lnTo>
                  <a:lnTo>
                    <a:pt x="61516" y="45676"/>
                  </a:lnTo>
                  <a:lnTo>
                    <a:pt x="61516" y="41652"/>
                  </a:lnTo>
                  <a:lnTo>
                    <a:pt x="61516" y="38133"/>
                  </a:lnTo>
                  <a:lnTo>
                    <a:pt x="63340" y="38133"/>
                  </a:lnTo>
                  <a:lnTo>
                    <a:pt x="65611" y="38133"/>
                  </a:lnTo>
                  <a:lnTo>
                    <a:pt x="67881" y="38133"/>
                  </a:lnTo>
                  <a:lnTo>
                    <a:pt x="70152" y="38133"/>
                  </a:lnTo>
                  <a:lnTo>
                    <a:pt x="72423" y="38132"/>
                  </a:lnTo>
                  <a:lnTo>
                    <a:pt x="74693" y="38132"/>
                  </a:lnTo>
                  <a:lnTo>
                    <a:pt x="76964" y="38132"/>
                  </a:lnTo>
                  <a:lnTo>
                    <a:pt x="79235" y="38132"/>
                  </a:lnTo>
                  <a:lnTo>
                    <a:pt x="81506" y="38132"/>
                  </a:lnTo>
                  <a:lnTo>
                    <a:pt x="83776" y="38132"/>
                  </a:lnTo>
                  <a:lnTo>
                    <a:pt x="86047" y="38132"/>
                  </a:lnTo>
                  <a:lnTo>
                    <a:pt x="88318" y="38132"/>
                  </a:lnTo>
                  <a:lnTo>
                    <a:pt x="90588" y="38131"/>
                  </a:lnTo>
                  <a:lnTo>
                    <a:pt x="92859" y="38131"/>
                  </a:lnTo>
                  <a:lnTo>
                    <a:pt x="95130" y="38131"/>
                  </a:lnTo>
                  <a:lnTo>
                    <a:pt x="97400" y="38131"/>
                  </a:lnTo>
                  <a:lnTo>
                    <a:pt x="99670" y="38131"/>
                  </a:lnTo>
                  <a:lnTo>
                    <a:pt x="102150" y="38131"/>
                  </a:lnTo>
                  <a:lnTo>
                    <a:pt x="102151" y="34763"/>
                  </a:lnTo>
                  <a:lnTo>
                    <a:pt x="102151" y="29925"/>
                  </a:lnTo>
                  <a:lnTo>
                    <a:pt x="102148" y="23291"/>
                  </a:lnTo>
                  <a:lnTo>
                    <a:pt x="102145" y="16630"/>
                  </a:lnTo>
                  <a:lnTo>
                    <a:pt x="102142" y="10773"/>
                  </a:lnTo>
                  <a:lnTo>
                    <a:pt x="102139" y="4924"/>
                  </a:lnTo>
                  <a:lnTo>
                    <a:pt x="102136" y="0"/>
                  </a:lnTo>
                  <a:lnTo>
                    <a:pt x="104427" y="3267"/>
                  </a:lnTo>
                  <a:lnTo>
                    <a:pt x="106719" y="6536"/>
                  </a:lnTo>
                  <a:lnTo>
                    <a:pt x="109011" y="9804"/>
                  </a:lnTo>
                  <a:lnTo>
                    <a:pt x="111303" y="13071"/>
                  </a:lnTo>
                  <a:lnTo>
                    <a:pt x="113595" y="16339"/>
                  </a:lnTo>
                  <a:lnTo>
                    <a:pt x="115886" y="19608"/>
                  </a:lnTo>
                  <a:lnTo>
                    <a:pt x="118179" y="22876"/>
                  </a:lnTo>
                  <a:lnTo>
                    <a:pt x="120471" y="26143"/>
                  </a:lnTo>
                  <a:lnTo>
                    <a:pt x="122762" y="29411"/>
                  </a:lnTo>
                  <a:lnTo>
                    <a:pt x="125054" y="32680"/>
                  </a:lnTo>
                  <a:lnTo>
                    <a:pt x="127346" y="35946"/>
                  </a:lnTo>
                  <a:lnTo>
                    <a:pt x="129638" y="39215"/>
                  </a:lnTo>
                  <a:lnTo>
                    <a:pt x="131930" y="42483"/>
                  </a:lnTo>
                  <a:lnTo>
                    <a:pt x="134222" y="45752"/>
                  </a:lnTo>
                  <a:lnTo>
                    <a:pt x="136514" y="49020"/>
                  </a:lnTo>
                  <a:lnTo>
                    <a:pt x="138805" y="52287"/>
                  </a:lnTo>
                  <a:lnTo>
                    <a:pt x="140726" y="55025"/>
                  </a:lnTo>
                  <a:lnTo>
                    <a:pt x="143674" y="59435"/>
                  </a:lnTo>
                  <a:lnTo>
                    <a:pt x="146422" y="63544"/>
                  </a:lnTo>
                  <a:lnTo>
                    <a:pt x="149188" y="67677"/>
                  </a:lnTo>
                  <a:lnTo>
                    <a:pt x="144918" y="67682"/>
                  </a:lnTo>
                  <a:lnTo>
                    <a:pt x="139216" y="67690"/>
                  </a:lnTo>
                  <a:lnTo>
                    <a:pt x="135328" y="67695"/>
                  </a:lnTo>
                  <a:lnTo>
                    <a:pt x="131338" y="67700"/>
                  </a:lnTo>
                  <a:lnTo>
                    <a:pt x="127598" y="67706"/>
                  </a:lnTo>
                  <a:lnTo>
                    <a:pt x="127924" y="74438"/>
                  </a:lnTo>
                  <a:lnTo>
                    <a:pt x="128270" y="81785"/>
                  </a:lnTo>
                  <a:lnTo>
                    <a:pt x="128617" y="89133"/>
                  </a:lnTo>
                  <a:lnTo>
                    <a:pt x="128964" y="96481"/>
                  </a:lnTo>
                  <a:lnTo>
                    <a:pt x="129311" y="103828"/>
                  </a:lnTo>
                  <a:lnTo>
                    <a:pt x="129658" y="111176"/>
                  </a:lnTo>
                  <a:lnTo>
                    <a:pt x="130005" y="118525"/>
                  </a:lnTo>
                  <a:lnTo>
                    <a:pt x="130352" y="125873"/>
                  </a:lnTo>
                  <a:lnTo>
                    <a:pt x="130699" y="133220"/>
                  </a:lnTo>
                  <a:lnTo>
                    <a:pt x="131047" y="140567"/>
                  </a:lnTo>
                  <a:lnTo>
                    <a:pt x="131393" y="147915"/>
                  </a:lnTo>
                  <a:lnTo>
                    <a:pt x="131740" y="155262"/>
                  </a:lnTo>
                  <a:lnTo>
                    <a:pt x="132087" y="162610"/>
                  </a:lnTo>
                  <a:lnTo>
                    <a:pt x="132434" y="169958"/>
                  </a:lnTo>
                  <a:lnTo>
                    <a:pt x="132781" y="177305"/>
                  </a:lnTo>
                  <a:lnTo>
                    <a:pt x="133128" y="184654"/>
                  </a:lnTo>
                  <a:lnTo>
                    <a:pt x="133476" y="192002"/>
                  </a:lnTo>
                  <a:lnTo>
                    <a:pt x="133822" y="199350"/>
                  </a:lnTo>
                  <a:lnTo>
                    <a:pt x="134170" y="206697"/>
                  </a:lnTo>
                  <a:lnTo>
                    <a:pt x="134516" y="214045"/>
                  </a:lnTo>
                  <a:lnTo>
                    <a:pt x="134863" y="221394"/>
                  </a:lnTo>
                  <a:lnTo>
                    <a:pt x="135210" y="228741"/>
                  </a:lnTo>
                  <a:lnTo>
                    <a:pt x="135557" y="236089"/>
                  </a:lnTo>
                  <a:lnTo>
                    <a:pt x="135905" y="243437"/>
                  </a:lnTo>
                  <a:lnTo>
                    <a:pt x="136251" y="250784"/>
                  </a:lnTo>
                  <a:lnTo>
                    <a:pt x="136599" y="258131"/>
                  </a:lnTo>
                  <a:lnTo>
                    <a:pt x="136946" y="265479"/>
                  </a:lnTo>
                  <a:lnTo>
                    <a:pt x="137293" y="272826"/>
                  </a:lnTo>
                  <a:lnTo>
                    <a:pt x="137639" y="280174"/>
                  </a:lnTo>
                  <a:lnTo>
                    <a:pt x="137986" y="287523"/>
                  </a:lnTo>
                  <a:lnTo>
                    <a:pt x="138334" y="294871"/>
                  </a:lnTo>
                  <a:lnTo>
                    <a:pt x="138680" y="302218"/>
                  </a:lnTo>
                  <a:lnTo>
                    <a:pt x="139028" y="309566"/>
                  </a:lnTo>
                  <a:lnTo>
                    <a:pt x="139364" y="316685"/>
                  </a:lnTo>
                  <a:lnTo>
                    <a:pt x="140815" y="320426"/>
                  </a:lnTo>
                  <a:lnTo>
                    <a:pt x="142639" y="325130"/>
                  </a:lnTo>
                  <a:lnTo>
                    <a:pt x="142107" y="331777"/>
                  </a:lnTo>
                  <a:lnTo>
                    <a:pt x="141473" y="339711"/>
                  </a:lnTo>
                  <a:lnTo>
                    <a:pt x="140780" y="348372"/>
                  </a:lnTo>
                  <a:lnTo>
                    <a:pt x="138204" y="348372"/>
                  </a:lnTo>
                  <a:lnTo>
                    <a:pt x="135718" y="348372"/>
                  </a:lnTo>
                  <a:lnTo>
                    <a:pt x="133232" y="348374"/>
                  </a:lnTo>
                  <a:lnTo>
                    <a:pt x="130747" y="348375"/>
                  </a:lnTo>
                  <a:lnTo>
                    <a:pt x="128262" y="348375"/>
                  </a:lnTo>
                  <a:lnTo>
                    <a:pt x="125776" y="348375"/>
                  </a:lnTo>
                  <a:lnTo>
                    <a:pt x="123290" y="348375"/>
                  </a:lnTo>
                  <a:lnTo>
                    <a:pt x="120805" y="348375"/>
                  </a:lnTo>
                  <a:lnTo>
                    <a:pt x="118319" y="348375"/>
                  </a:lnTo>
                  <a:lnTo>
                    <a:pt x="115834" y="348377"/>
                  </a:lnTo>
                  <a:lnTo>
                    <a:pt x="113348" y="348377"/>
                  </a:lnTo>
                  <a:lnTo>
                    <a:pt x="110863" y="348377"/>
                  </a:lnTo>
                  <a:lnTo>
                    <a:pt x="108377" y="348377"/>
                  </a:lnTo>
                  <a:lnTo>
                    <a:pt x="105891" y="348377"/>
                  </a:lnTo>
                  <a:lnTo>
                    <a:pt x="103406" y="348377"/>
                  </a:lnTo>
                  <a:lnTo>
                    <a:pt x="100920" y="348378"/>
                  </a:lnTo>
                  <a:lnTo>
                    <a:pt x="98434" y="348378"/>
                  </a:lnTo>
                  <a:lnTo>
                    <a:pt x="96122" y="348378"/>
                  </a:lnTo>
                  <a:lnTo>
                    <a:pt x="94697" y="348179"/>
                  </a:lnTo>
                  <a:lnTo>
                    <a:pt x="94189" y="347504"/>
                  </a:lnTo>
                  <a:lnTo>
                    <a:pt x="94004" y="343021"/>
                  </a:lnTo>
                  <a:lnTo>
                    <a:pt x="93580" y="343309"/>
                  </a:lnTo>
                  <a:lnTo>
                    <a:pt x="93078" y="344627"/>
                  </a:lnTo>
                  <a:lnTo>
                    <a:pt x="92820" y="346051"/>
                  </a:lnTo>
                  <a:lnTo>
                    <a:pt x="92910" y="347918"/>
                  </a:lnTo>
                  <a:lnTo>
                    <a:pt x="92830" y="349498"/>
                  </a:lnTo>
                  <a:lnTo>
                    <a:pt x="91235" y="350117"/>
                  </a:lnTo>
                  <a:lnTo>
                    <a:pt x="89074" y="351174"/>
                  </a:lnTo>
                  <a:lnTo>
                    <a:pt x="86804" y="351992"/>
                  </a:lnTo>
                  <a:lnTo>
                    <a:pt x="84511" y="351700"/>
                  </a:lnTo>
                  <a:lnTo>
                    <a:pt x="83728" y="351334"/>
                  </a:lnTo>
                  <a:lnTo>
                    <a:pt x="82895" y="350744"/>
                  </a:lnTo>
                  <a:lnTo>
                    <a:pt x="81071" y="350097"/>
                  </a:lnTo>
                  <a:lnTo>
                    <a:pt x="80079" y="350042"/>
                  </a:lnTo>
                  <a:lnTo>
                    <a:pt x="78941" y="350187"/>
                  </a:lnTo>
                  <a:lnTo>
                    <a:pt x="77600" y="350548"/>
                  </a:lnTo>
                  <a:lnTo>
                    <a:pt x="77169" y="351368"/>
                  </a:lnTo>
                  <a:lnTo>
                    <a:pt x="76156" y="354712"/>
                  </a:lnTo>
                  <a:lnTo>
                    <a:pt x="75175" y="358590"/>
                  </a:lnTo>
                  <a:lnTo>
                    <a:pt x="74533" y="358572"/>
                  </a:lnTo>
                  <a:lnTo>
                    <a:pt x="73812" y="356451"/>
                  </a:lnTo>
                  <a:lnTo>
                    <a:pt x="71839" y="352440"/>
                  </a:lnTo>
                  <a:lnTo>
                    <a:pt x="69446" y="347176"/>
                  </a:lnTo>
                  <a:lnTo>
                    <a:pt x="68354" y="344558"/>
                  </a:lnTo>
                  <a:lnTo>
                    <a:pt x="67776" y="344220"/>
                  </a:lnTo>
                  <a:lnTo>
                    <a:pt x="66630" y="346098"/>
                  </a:lnTo>
                  <a:lnTo>
                    <a:pt x="65665" y="347906"/>
                  </a:lnTo>
                  <a:lnTo>
                    <a:pt x="64638" y="350463"/>
                  </a:lnTo>
                  <a:lnTo>
                    <a:pt x="64172" y="352910"/>
                  </a:lnTo>
                  <a:lnTo>
                    <a:pt x="63802" y="355801"/>
                  </a:lnTo>
                  <a:lnTo>
                    <a:pt x="63638" y="359214"/>
                  </a:lnTo>
                  <a:lnTo>
                    <a:pt x="63265" y="363180"/>
                  </a:lnTo>
                  <a:lnTo>
                    <a:pt x="62435" y="366379"/>
                  </a:lnTo>
                  <a:lnTo>
                    <a:pt x="61452" y="368801"/>
                  </a:lnTo>
                  <a:lnTo>
                    <a:pt x="60721" y="369941"/>
                  </a:lnTo>
                  <a:lnTo>
                    <a:pt x="60439" y="370562"/>
                  </a:lnTo>
                  <a:close/>
                </a:path>
              </a:pathLst>
            </a:custGeom>
            <a:solidFill>
              <a:srgbClr val="DBEAD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1" name="pg1030"/>
            <p:cNvSpPr/>
            <p:nvPr/>
          </p:nvSpPr>
          <p:spPr>
            <a:xfrm>
              <a:off x="2575401" y="3137363"/>
              <a:ext cx="909" cy="3793"/>
            </a:xfrm>
            <a:custGeom>
              <a:avLst/>
              <a:pathLst>
                <a:path w="909" h="3793">
                  <a:moveTo>
                    <a:pt x="909" y="2045"/>
                  </a:moveTo>
                  <a:lnTo>
                    <a:pt x="838" y="3793"/>
                  </a:lnTo>
                  <a:lnTo>
                    <a:pt x="17" y="3252"/>
                  </a:lnTo>
                  <a:lnTo>
                    <a:pt x="0" y="1714"/>
                  </a:lnTo>
                  <a:lnTo>
                    <a:pt x="386" y="152"/>
                  </a:lnTo>
                  <a:lnTo>
                    <a:pt x="576" y="0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2" name="pg1031"/>
            <p:cNvSpPr/>
            <p:nvPr/>
          </p:nvSpPr>
          <p:spPr>
            <a:xfrm>
              <a:off x="4032269" y="4224754"/>
              <a:ext cx="5780" cy="15461"/>
            </a:xfrm>
            <a:custGeom>
              <a:avLst/>
              <a:pathLst>
                <a:path w="5780" h="15461">
                  <a:moveTo>
                    <a:pt x="4065" y="14624"/>
                  </a:moveTo>
                  <a:lnTo>
                    <a:pt x="2524" y="15461"/>
                  </a:lnTo>
                  <a:lnTo>
                    <a:pt x="799" y="15181"/>
                  </a:lnTo>
                  <a:lnTo>
                    <a:pt x="129" y="13594"/>
                  </a:lnTo>
                  <a:lnTo>
                    <a:pt x="0" y="12933"/>
                  </a:lnTo>
                  <a:lnTo>
                    <a:pt x="578" y="12307"/>
                  </a:lnTo>
                  <a:lnTo>
                    <a:pt x="541" y="10272"/>
                  </a:lnTo>
                  <a:lnTo>
                    <a:pt x="829" y="7052"/>
                  </a:lnTo>
                  <a:lnTo>
                    <a:pt x="1198" y="5728"/>
                  </a:lnTo>
                  <a:lnTo>
                    <a:pt x="2056" y="4550"/>
                  </a:lnTo>
                  <a:lnTo>
                    <a:pt x="2405" y="1950"/>
                  </a:lnTo>
                  <a:lnTo>
                    <a:pt x="3145" y="213"/>
                  </a:lnTo>
                  <a:lnTo>
                    <a:pt x="4129" y="0"/>
                  </a:lnTo>
                  <a:lnTo>
                    <a:pt x="5112" y="3205"/>
                  </a:lnTo>
                  <a:lnTo>
                    <a:pt x="5780" y="6579"/>
                  </a:lnTo>
                  <a:lnTo>
                    <a:pt x="5642" y="9958"/>
                  </a:lnTo>
                  <a:lnTo>
                    <a:pt x="4964" y="11196"/>
                  </a:lnTo>
                  <a:lnTo>
                    <a:pt x="4740" y="13147"/>
                  </a:lnTo>
                  <a:close/>
                </a:path>
              </a:pathLst>
            </a:custGeom>
            <a:solidFill>
              <a:srgbClr val="DBEBD7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3" name="pg1032"/>
            <p:cNvSpPr/>
            <p:nvPr/>
          </p:nvSpPr>
          <p:spPr>
            <a:xfrm>
              <a:off x="3756161" y="3988739"/>
              <a:ext cx="1147" cy="3425"/>
            </a:xfrm>
            <a:custGeom>
              <a:avLst/>
              <a:pathLst>
                <a:path w="1147" h="3425">
                  <a:moveTo>
                    <a:pt x="697" y="3188"/>
                  </a:moveTo>
                  <a:lnTo>
                    <a:pt x="268" y="3425"/>
                  </a:lnTo>
                  <a:lnTo>
                    <a:pt x="0" y="2897"/>
                  </a:lnTo>
                  <a:lnTo>
                    <a:pt x="65" y="1324"/>
                  </a:lnTo>
                  <a:lnTo>
                    <a:pt x="216" y="181"/>
                  </a:lnTo>
                  <a:lnTo>
                    <a:pt x="643" y="0"/>
                  </a:lnTo>
                  <a:lnTo>
                    <a:pt x="936" y="305"/>
                  </a:lnTo>
                  <a:lnTo>
                    <a:pt x="1143" y="828"/>
                  </a:lnTo>
                  <a:lnTo>
                    <a:pt x="1147" y="1665"/>
                  </a:lnTo>
                  <a:lnTo>
                    <a:pt x="1022" y="2530"/>
                  </a:lnTo>
                  <a:close/>
                </a:path>
              </a:pathLst>
            </a:custGeom>
            <a:solidFill>
              <a:srgbClr val="94C28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4" name="pg1033"/>
            <p:cNvSpPr/>
            <p:nvPr/>
          </p:nvSpPr>
          <p:spPr>
            <a:xfrm>
              <a:off x="3754692" y="3987804"/>
              <a:ext cx="1218" cy="2822"/>
            </a:xfrm>
            <a:custGeom>
              <a:avLst/>
              <a:pathLst>
                <a:path w="1218" h="2822">
                  <a:moveTo>
                    <a:pt x="1218" y="1258"/>
                  </a:moveTo>
                  <a:lnTo>
                    <a:pt x="977" y="2822"/>
                  </a:lnTo>
                  <a:lnTo>
                    <a:pt x="473" y="2799"/>
                  </a:lnTo>
                  <a:lnTo>
                    <a:pt x="0" y="1405"/>
                  </a:lnTo>
                  <a:lnTo>
                    <a:pt x="151" y="328"/>
                  </a:lnTo>
                  <a:lnTo>
                    <a:pt x="606" y="0"/>
                  </a:lnTo>
                  <a:lnTo>
                    <a:pt x="1006" y="404"/>
                  </a:lnTo>
                  <a:close/>
                </a:path>
              </a:pathLst>
            </a:custGeom>
            <a:solidFill>
              <a:srgbClr val="94C28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5" name="pg1034"/>
            <p:cNvSpPr/>
            <p:nvPr/>
          </p:nvSpPr>
          <p:spPr>
            <a:xfrm>
              <a:off x="3731888" y="3911684"/>
              <a:ext cx="39271" cy="228592"/>
            </a:xfrm>
            <a:custGeom>
              <a:avLst/>
              <a:pathLst>
                <a:path w="39271" h="228592">
                  <a:moveTo>
                    <a:pt x="27897" y="64508"/>
                  </a:moveTo>
                  <a:lnTo>
                    <a:pt x="26277" y="64436"/>
                  </a:lnTo>
                  <a:lnTo>
                    <a:pt x="24242" y="64820"/>
                  </a:lnTo>
                  <a:lnTo>
                    <a:pt x="23742" y="65752"/>
                  </a:lnTo>
                  <a:lnTo>
                    <a:pt x="23592" y="67815"/>
                  </a:lnTo>
                  <a:lnTo>
                    <a:pt x="22954" y="72071"/>
                  </a:lnTo>
                  <a:lnTo>
                    <a:pt x="22599" y="73635"/>
                  </a:lnTo>
                  <a:lnTo>
                    <a:pt x="21845" y="76495"/>
                  </a:lnTo>
                  <a:lnTo>
                    <a:pt x="20786" y="80526"/>
                  </a:lnTo>
                  <a:lnTo>
                    <a:pt x="20564" y="81842"/>
                  </a:lnTo>
                  <a:lnTo>
                    <a:pt x="20601" y="83196"/>
                  </a:lnTo>
                  <a:lnTo>
                    <a:pt x="21226" y="88673"/>
                  </a:lnTo>
                  <a:lnTo>
                    <a:pt x="21881" y="94429"/>
                  </a:lnTo>
                  <a:lnTo>
                    <a:pt x="22089" y="96677"/>
                  </a:lnTo>
                  <a:lnTo>
                    <a:pt x="22557" y="104330"/>
                  </a:lnTo>
                  <a:lnTo>
                    <a:pt x="22816" y="109735"/>
                  </a:lnTo>
                  <a:lnTo>
                    <a:pt x="22854" y="112915"/>
                  </a:lnTo>
                  <a:lnTo>
                    <a:pt x="23073" y="117165"/>
                  </a:lnTo>
                  <a:lnTo>
                    <a:pt x="23656" y="119462"/>
                  </a:lnTo>
                  <a:lnTo>
                    <a:pt x="24267" y="120905"/>
                  </a:lnTo>
                  <a:lnTo>
                    <a:pt x="26569" y="121771"/>
                  </a:lnTo>
                  <a:lnTo>
                    <a:pt x="27255" y="122824"/>
                  </a:lnTo>
                  <a:lnTo>
                    <a:pt x="28560" y="125537"/>
                  </a:lnTo>
                  <a:lnTo>
                    <a:pt x="31407" y="133025"/>
                  </a:lnTo>
                  <a:lnTo>
                    <a:pt x="32970" y="137807"/>
                  </a:lnTo>
                  <a:lnTo>
                    <a:pt x="34344" y="142014"/>
                  </a:lnTo>
                  <a:lnTo>
                    <a:pt x="36805" y="149828"/>
                  </a:lnTo>
                  <a:lnTo>
                    <a:pt x="38715" y="155897"/>
                  </a:lnTo>
                  <a:lnTo>
                    <a:pt x="38953" y="161596"/>
                  </a:lnTo>
                  <a:lnTo>
                    <a:pt x="39271" y="162424"/>
                  </a:lnTo>
                  <a:lnTo>
                    <a:pt x="38627" y="166646"/>
                  </a:lnTo>
                  <a:lnTo>
                    <a:pt x="38206" y="173470"/>
                  </a:lnTo>
                  <a:lnTo>
                    <a:pt x="38509" y="178001"/>
                  </a:lnTo>
                  <a:lnTo>
                    <a:pt x="38383" y="185726"/>
                  </a:lnTo>
                  <a:lnTo>
                    <a:pt x="38033" y="193950"/>
                  </a:lnTo>
                  <a:lnTo>
                    <a:pt x="37595" y="196893"/>
                  </a:lnTo>
                  <a:lnTo>
                    <a:pt x="37030" y="198001"/>
                  </a:lnTo>
                  <a:lnTo>
                    <a:pt x="35695" y="198890"/>
                  </a:lnTo>
                  <a:lnTo>
                    <a:pt x="32760" y="199914"/>
                  </a:lnTo>
                  <a:lnTo>
                    <a:pt x="32321" y="200878"/>
                  </a:lnTo>
                  <a:lnTo>
                    <a:pt x="31943" y="202474"/>
                  </a:lnTo>
                  <a:lnTo>
                    <a:pt x="31349" y="206263"/>
                  </a:lnTo>
                  <a:lnTo>
                    <a:pt x="30648" y="210089"/>
                  </a:lnTo>
                  <a:lnTo>
                    <a:pt x="30428" y="211725"/>
                  </a:lnTo>
                  <a:lnTo>
                    <a:pt x="30564" y="212112"/>
                  </a:lnTo>
                  <a:lnTo>
                    <a:pt x="31191" y="214060"/>
                  </a:lnTo>
                  <a:lnTo>
                    <a:pt x="31817" y="219040"/>
                  </a:lnTo>
                  <a:lnTo>
                    <a:pt x="31930" y="227585"/>
                  </a:lnTo>
                  <a:lnTo>
                    <a:pt x="31712" y="228220"/>
                  </a:lnTo>
                  <a:lnTo>
                    <a:pt x="30845" y="228592"/>
                  </a:lnTo>
                  <a:lnTo>
                    <a:pt x="29909" y="228479"/>
                  </a:lnTo>
                  <a:lnTo>
                    <a:pt x="29525" y="227997"/>
                  </a:lnTo>
                  <a:lnTo>
                    <a:pt x="29179" y="227042"/>
                  </a:lnTo>
                  <a:lnTo>
                    <a:pt x="28926" y="225219"/>
                  </a:lnTo>
                  <a:lnTo>
                    <a:pt x="29539" y="223946"/>
                  </a:lnTo>
                  <a:lnTo>
                    <a:pt x="29757" y="221721"/>
                  </a:lnTo>
                  <a:lnTo>
                    <a:pt x="29364" y="219811"/>
                  </a:lnTo>
                  <a:lnTo>
                    <a:pt x="28578" y="219387"/>
                  </a:lnTo>
                  <a:lnTo>
                    <a:pt x="27579" y="217638"/>
                  </a:lnTo>
                  <a:lnTo>
                    <a:pt x="25451" y="211927"/>
                  </a:lnTo>
                  <a:lnTo>
                    <a:pt x="23671" y="207922"/>
                  </a:lnTo>
                  <a:lnTo>
                    <a:pt x="22640" y="204601"/>
                  </a:lnTo>
                  <a:lnTo>
                    <a:pt x="21582" y="203279"/>
                  </a:lnTo>
                  <a:lnTo>
                    <a:pt x="21278" y="202462"/>
                  </a:lnTo>
                  <a:lnTo>
                    <a:pt x="21024" y="201057"/>
                  </a:lnTo>
                  <a:lnTo>
                    <a:pt x="21019" y="199037"/>
                  </a:lnTo>
                  <a:lnTo>
                    <a:pt x="21115" y="197542"/>
                  </a:lnTo>
                  <a:lnTo>
                    <a:pt x="20786" y="195872"/>
                  </a:lnTo>
                  <a:lnTo>
                    <a:pt x="19717" y="193283"/>
                  </a:lnTo>
                  <a:lnTo>
                    <a:pt x="19229" y="191846"/>
                  </a:lnTo>
                  <a:lnTo>
                    <a:pt x="19203" y="190129"/>
                  </a:lnTo>
                  <a:lnTo>
                    <a:pt x="19653" y="188476"/>
                  </a:lnTo>
                  <a:lnTo>
                    <a:pt x="20567" y="186461"/>
                  </a:lnTo>
                  <a:lnTo>
                    <a:pt x="21258" y="182370"/>
                  </a:lnTo>
                  <a:lnTo>
                    <a:pt x="21504" y="179721"/>
                  </a:lnTo>
                  <a:lnTo>
                    <a:pt x="22795" y="174405"/>
                  </a:lnTo>
                  <a:lnTo>
                    <a:pt x="22973" y="169785"/>
                  </a:lnTo>
                  <a:lnTo>
                    <a:pt x="22999" y="166092"/>
                  </a:lnTo>
                  <a:lnTo>
                    <a:pt x="22921" y="163327"/>
                  </a:lnTo>
                  <a:lnTo>
                    <a:pt x="22591" y="157666"/>
                  </a:lnTo>
                  <a:lnTo>
                    <a:pt x="22361" y="153747"/>
                  </a:lnTo>
                  <a:lnTo>
                    <a:pt x="20774" y="148625"/>
                  </a:lnTo>
                  <a:lnTo>
                    <a:pt x="20256" y="148146"/>
                  </a:lnTo>
                  <a:lnTo>
                    <a:pt x="18748" y="148593"/>
                  </a:lnTo>
                  <a:lnTo>
                    <a:pt x="17445" y="149349"/>
                  </a:lnTo>
                  <a:lnTo>
                    <a:pt x="16806" y="150411"/>
                  </a:lnTo>
                  <a:lnTo>
                    <a:pt x="15836" y="150466"/>
                  </a:lnTo>
                  <a:lnTo>
                    <a:pt x="13296" y="151358"/>
                  </a:lnTo>
                  <a:lnTo>
                    <a:pt x="12500" y="151741"/>
                  </a:lnTo>
                  <a:lnTo>
                    <a:pt x="12039" y="152668"/>
                  </a:lnTo>
                  <a:lnTo>
                    <a:pt x="11773" y="152861"/>
                  </a:lnTo>
                  <a:lnTo>
                    <a:pt x="10174" y="148899"/>
                  </a:lnTo>
                  <a:lnTo>
                    <a:pt x="8769" y="144625"/>
                  </a:lnTo>
                  <a:lnTo>
                    <a:pt x="6985" y="137345"/>
                  </a:lnTo>
                  <a:lnTo>
                    <a:pt x="6475" y="136468"/>
                  </a:lnTo>
                  <a:lnTo>
                    <a:pt x="5821" y="134326"/>
                  </a:lnTo>
                  <a:lnTo>
                    <a:pt x="5279" y="134866"/>
                  </a:lnTo>
                  <a:lnTo>
                    <a:pt x="4533" y="136369"/>
                  </a:lnTo>
                  <a:lnTo>
                    <a:pt x="4129" y="136773"/>
                  </a:lnTo>
                  <a:lnTo>
                    <a:pt x="3920" y="136727"/>
                  </a:lnTo>
                  <a:lnTo>
                    <a:pt x="3788" y="136349"/>
                  </a:lnTo>
                  <a:lnTo>
                    <a:pt x="3621" y="135388"/>
                  </a:lnTo>
                  <a:lnTo>
                    <a:pt x="3045" y="132641"/>
                  </a:lnTo>
                  <a:lnTo>
                    <a:pt x="2398" y="130676"/>
                  </a:lnTo>
                  <a:lnTo>
                    <a:pt x="1713" y="129914"/>
                  </a:lnTo>
                  <a:lnTo>
                    <a:pt x="1154" y="129011"/>
                  </a:lnTo>
                  <a:lnTo>
                    <a:pt x="1400" y="128137"/>
                  </a:lnTo>
                  <a:lnTo>
                    <a:pt x="1661" y="127511"/>
                  </a:lnTo>
                  <a:lnTo>
                    <a:pt x="1548" y="126867"/>
                  </a:lnTo>
                  <a:lnTo>
                    <a:pt x="1235" y="125923"/>
                  </a:lnTo>
                  <a:lnTo>
                    <a:pt x="20" y="124559"/>
                  </a:lnTo>
                  <a:lnTo>
                    <a:pt x="0" y="123970"/>
                  </a:lnTo>
                  <a:lnTo>
                    <a:pt x="1072" y="122784"/>
                  </a:lnTo>
                  <a:lnTo>
                    <a:pt x="1750" y="121379"/>
                  </a:lnTo>
                  <a:lnTo>
                    <a:pt x="2211" y="120028"/>
                  </a:lnTo>
                  <a:lnTo>
                    <a:pt x="2794" y="117073"/>
                  </a:lnTo>
                  <a:lnTo>
                    <a:pt x="3268" y="114130"/>
                  </a:lnTo>
                  <a:lnTo>
                    <a:pt x="3621" y="113172"/>
                  </a:lnTo>
                  <a:lnTo>
                    <a:pt x="3744" y="111218"/>
                  </a:lnTo>
                  <a:lnTo>
                    <a:pt x="3664" y="109014"/>
                  </a:lnTo>
                  <a:lnTo>
                    <a:pt x="3900" y="106212"/>
                  </a:lnTo>
                  <a:lnTo>
                    <a:pt x="4016" y="103557"/>
                  </a:lnTo>
                  <a:lnTo>
                    <a:pt x="3657" y="102527"/>
                  </a:lnTo>
                  <a:lnTo>
                    <a:pt x="3353" y="100743"/>
                  </a:lnTo>
                  <a:lnTo>
                    <a:pt x="3714" y="97699"/>
                  </a:lnTo>
                  <a:lnTo>
                    <a:pt x="4279" y="95604"/>
                  </a:lnTo>
                  <a:lnTo>
                    <a:pt x="6983" y="93420"/>
                  </a:lnTo>
                  <a:lnTo>
                    <a:pt x="8866" y="91449"/>
                  </a:lnTo>
                  <a:lnTo>
                    <a:pt x="9265" y="90580"/>
                  </a:lnTo>
                  <a:lnTo>
                    <a:pt x="9905" y="88895"/>
                  </a:lnTo>
                  <a:lnTo>
                    <a:pt x="10260" y="87250"/>
                  </a:lnTo>
                  <a:lnTo>
                    <a:pt x="10005" y="86757"/>
                  </a:lnTo>
                  <a:lnTo>
                    <a:pt x="8526" y="86716"/>
                  </a:lnTo>
                  <a:lnTo>
                    <a:pt x="8162" y="86084"/>
                  </a:lnTo>
                  <a:lnTo>
                    <a:pt x="7092" y="80301"/>
                  </a:lnTo>
                  <a:lnTo>
                    <a:pt x="7684" y="73670"/>
                  </a:lnTo>
                  <a:lnTo>
                    <a:pt x="7734" y="71064"/>
                  </a:lnTo>
                  <a:lnTo>
                    <a:pt x="7720" y="67838"/>
                  </a:lnTo>
                  <a:lnTo>
                    <a:pt x="7530" y="65484"/>
                  </a:lnTo>
                  <a:lnTo>
                    <a:pt x="7063" y="64494"/>
                  </a:lnTo>
                  <a:lnTo>
                    <a:pt x="6775" y="63230"/>
                  </a:lnTo>
                  <a:lnTo>
                    <a:pt x="6852" y="59767"/>
                  </a:lnTo>
                  <a:lnTo>
                    <a:pt x="7287" y="59360"/>
                  </a:lnTo>
                  <a:lnTo>
                    <a:pt x="8227" y="54786"/>
                  </a:lnTo>
                  <a:lnTo>
                    <a:pt x="8645" y="52091"/>
                  </a:lnTo>
                  <a:lnTo>
                    <a:pt x="8144" y="49941"/>
                  </a:lnTo>
                  <a:lnTo>
                    <a:pt x="7590" y="46868"/>
                  </a:lnTo>
                  <a:lnTo>
                    <a:pt x="7340" y="44915"/>
                  </a:lnTo>
                  <a:lnTo>
                    <a:pt x="7201" y="44274"/>
                  </a:lnTo>
                  <a:lnTo>
                    <a:pt x="7584" y="43062"/>
                  </a:lnTo>
                  <a:lnTo>
                    <a:pt x="8220" y="41890"/>
                  </a:lnTo>
                  <a:lnTo>
                    <a:pt x="8929" y="41567"/>
                  </a:lnTo>
                  <a:lnTo>
                    <a:pt x="9680" y="41016"/>
                  </a:lnTo>
                  <a:lnTo>
                    <a:pt x="12049" y="35326"/>
                  </a:lnTo>
                  <a:lnTo>
                    <a:pt x="12078" y="34220"/>
                  </a:lnTo>
                  <a:lnTo>
                    <a:pt x="11648" y="32313"/>
                  </a:lnTo>
                  <a:lnTo>
                    <a:pt x="10764" y="29439"/>
                  </a:lnTo>
                  <a:lnTo>
                    <a:pt x="10568" y="28264"/>
                  </a:lnTo>
                  <a:lnTo>
                    <a:pt x="10462" y="24810"/>
                  </a:lnTo>
                  <a:lnTo>
                    <a:pt x="10111" y="23777"/>
                  </a:lnTo>
                  <a:lnTo>
                    <a:pt x="8813" y="21449"/>
                  </a:lnTo>
                  <a:lnTo>
                    <a:pt x="7813" y="18999"/>
                  </a:lnTo>
                  <a:lnTo>
                    <a:pt x="8125" y="16517"/>
                  </a:lnTo>
                  <a:lnTo>
                    <a:pt x="8294" y="13804"/>
                  </a:lnTo>
                  <a:lnTo>
                    <a:pt x="7800" y="12315"/>
                  </a:lnTo>
                  <a:lnTo>
                    <a:pt x="7063" y="10772"/>
                  </a:lnTo>
                  <a:lnTo>
                    <a:pt x="6608" y="8509"/>
                  </a:lnTo>
                  <a:lnTo>
                    <a:pt x="6401" y="6830"/>
                  </a:lnTo>
                  <a:lnTo>
                    <a:pt x="5821" y="6160"/>
                  </a:lnTo>
                  <a:lnTo>
                    <a:pt x="5290" y="6134"/>
                  </a:lnTo>
                  <a:lnTo>
                    <a:pt x="4899" y="7185"/>
                  </a:lnTo>
                  <a:lnTo>
                    <a:pt x="4477" y="7092"/>
                  </a:lnTo>
                  <a:lnTo>
                    <a:pt x="3967" y="6732"/>
                  </a:lnTo>
                  <a:lnTo>
                    <a:pt x="3798" y="5277"/>
                  </a:lnTo>
                  <a:lnTo>
                    <a:pt x="3771" y="3702"/>
                  </a:lnTo>
                  <a:lnTo>
                    <a:pt x="3420" y="2634"/>
                  </a:lnTo>
                  <a:lnTo>
                    <a:pt x="3082" y="1151"/>
                  </a:lnTo>
                  <a:lnTo>
                    <a:pt x="3040" y="366"/>
                  </a:lnTo>
                  <a:lnTo>
                    <a:pt x="3252" y="138"/>
                  </a:lnTo>
                  <a:lnTo>
                    <a:pt x="3700" y="0"/>
                  </a:lnTo>
                  <a:lnTo>
                    <a:pt x="5606" y="2980"/>
                  </a:lnTo>
                  <a:lnTo>
                    <a:pt x="6762" y="3116"/>
                  </a:lnTo>
                  <a:lnTo>
                    <a:pt x="8049" y="3667"/>
                  </a:lnTo>
                  <a:lnTo>
                    <a:pt x="9146" y="6293"/>
                  </a:lnTo>
                  <a:lnTo>
                    <a:pt x="9717" y="6639"/>
                  </a:lnTo>
                  <a:lnTo>
                    <a:pt x="10446" y="6279"/>
                  </a:lnTo>
                  <a:lnTo>
                    <a:pt x="12519" y="6002"/>
                  </a:lnTo>
                  <a:lnTo>
                    <a:pt x="13354" y="6380"/>
                  </a:lnTo>
                  <a:lnTo>
                    <a:pt x="14427" y="7918"/>
                  </a:lnTo>
                  <a:lnTo>
                    <a:pt x="14849" y="8128"/>
                  </a:lnTo>
                  <a:lnTo>
                    <a:pt x="15520" y="8189"/>
                  </a:lnTo>
                  <a:lnTo>
                    <a:pt x="15639" y="7776"/>
                  </a:lnTo>
                  <a:lnTo>
                    <a:pt x="15708" y="6864"/>
                  </a:lnTo>
                  <a:lnTo>
                    <a:pt x="15589" y="5032"/>
                  </a:lnTo>
                  <a:lnTo>
                    <a:pt x="15742" y="4039"/>
                  </a:lnTo>
                  <a:lnTo>
                    <a:pt x="16150" y="2966"/>
                  </a:lnTo>
                  <a:lnTo>
                    <a:pt x="17283" y="4218"/>
                  </a:lnTo>
                  <a:lnTo>
                    <a:pt x="20114" y="9943"/>
                  </a:lnTo>
                  <a:lnTo>
                    <a:pt x="20199" y="10682"/>
                  </a:lnTo>
                  <a:lnTo>
                    <a:pt x="22004" y="16364"/>
                  </a:lnTo>
                  <a:lnTo>
                    <a:pt x="22592" y="18768"/>
                  </a:lnTo>
                  <a:lnTo>
                    <a:pt x="22592" y="20037"/>
                  </a:lnTo>
                  <a:lnTo>
                    <a:pt x="23149" y="25001"/>
                  </a:lnTo>
                  <a:lnTo>
                    <a:pt x="23272" y="27327"/>
                  </a:lnTo>
                  <a:lnTo>
                    <a:pt x="23147" y="29095"/>
                  </a:lnTo>
                  <a:lnTo>
                    <a:pt x="23169" y="30512"/>
                  </a:lnTo>
                  <a:lnTo>
                    <a:pt x="23388" y="32538"/>
                  </a:lnTo>
                  <a:lnTo>
                    <a:pt x="23316" y="33392"/>
                  </a:lnTo>
                  <a:lnTo>
                    <a:pt x="23961" y="36362"/>
                  </a:lnTo>
                  <a:lnTo>
                    <a:pt x="24269" y="38858"/>
                  </a:lnTo>
                  <a:lnTo>
                    <a:pt x="24333" y="41293"/>
                  </a:lnTo>
                  <a:lnTo>
                    <a:pt x="24154" y="43668"/>
                  </a:lnTo>
                  <a:lnTo>
                    <a:pt x="23585" y="47137"/>
                  </a:lnTo>
                  <a:lnTo>
                    <a:pt x="23487" y="48533"/>
                  </a:lnTo>
                  <a:lnTo>
                    <a:pt x="23612" y="49803"/>
                  </a:lnTo>
                  <a:lnTo>
                    <a:pt x="23980" y="51182"/>
                  </a:lnTo>
                  <a:lnTo>
                    <a:pt x="24594" y="52668"/>
                  </a:lnTo>
                  <a:lnTo>
                    <a:pt x="25057" y="54463"/>
                  </a:lnTo>
                  <a:lnTo>
                    <a:pt x="25370" y="56570"/>
                  </a:lnTo>
                  <a:lnTo>
                    <a:pt x="25634" y="57522"/>
                  </a:lnTo>
                  <a:lnTo>
                    <a:pt x="25964" y="57499"/>
                  </a:lnTo>
                  <a:lnTo>
                    <a:pt x="26570" y="57825"/>
                  </a:lnTo>
                  <a:lnTo>
                    <a:pt x="27058" y="59054"/>
                  </a:lnTo>
                  <a:lnTo>
                    <a:pt x="27623" y="61120"/>
                  </a:lnTo>
                  <a:lnTo>
                    <a:pt x="27813" y="63492"/>
                  </a:lnTo>
                  <a:close/>
                </a:path>
              </a:pathLst>
            </a:custGeom>
            <a:solidFill>
              <a:srgbClr val="94C28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6" name="pg1035"/>
            <p:cNvSpPr/>
            <p:nvPr/>
          </p:nvSpPr>
          <p:spPr>
            <a:xfrm>
              <a:off x="4690168" y="3552269"/>
              <a:ext cx="1083" cy="10818"/>
            </a:xfrm>
            <a:custGeom>
              <a:avLst/>
              <a:pathLst>
                <a:path w="1083" h="10818">
                  <a:moveTo>
                    <a:pt x="1083" y="10430"/>
                  </a:moveTo>
                  <a:lnTo>
                    <a:pt x="710" y="10818"/>
                  </a:lnTo>
                  <a:lnTo>
                    <a:pt x="135" y="9772"/>
                  </a:lnTo>
                  <a:lnTo>
                    <a:pt x="0" y="802"/>
                  </a:lnTo>
                  <a:lnTo>
                    <a:pt x="403" y="0"/>
                  </a:lnTo>
                  <a:lnTo>
                    <a:pt x="666" y="113"/>
                  </a:lnTo>
                  <a:lnTo>
                    <a:pt x="949" y="1742"/>
                  </a:lnTo>
                  <a:lnTo>
                    <a:pt x="924" y="5673"/>
                  </a:lnTo>
                  <a:lnTo>
                    <a:pt x="975" y="9141"/>
                  </a:lnTo>
                  <a:close/>
                </a:path>
              </a:pathLst>
            </a:custGeom>
            <a:solidFill>
              <a:srgbClr val="E0EDD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7" name="pg1036"/>
            <p:cNvSpPr/>
            <p:nvPr/>
          </p:nvSpPr>
          <p:spPr>
            <a:xfrm>
              <a:off x="4602770" y="3549213"/>
              <a:ext cx="1147" cy="4443"/>
            </a:xfrm>
            <a:custGeom>
              <a:avLst/>
              <a:pathLst>
                <a:path w="1147" h="4443">
                  <a:moveTo>
                    <a:pt x="1127" y="4136"/>
                  </a:moveTo>
                  <a:lnTo>
                    <a:pt x="539" y="4443"/>
                  </a:lnTo>
                  <a:lnTo>
                    <a:pt x="216" y="4240"/>
                  </a:lnTo>
                  <a:lnTo>
                    <a:pt x="0" y="3087"/>
                  </a:lnTo>
                  <a:lnTo>
                    <a:pt x="496" y="440"/>
                  </a:lnTo>
                  <a:lnTo>
                    <a:pt x="678" y="0"/>
                  </a:lnTo>
                  <a:lnTo>
                    <a:pt x="1147" y="2881"/>
                  </a:lnTo>
                  <a:close/>
                </a:path>
              </a:pathLst>
            </a:custGeom>
            <a:solidFill>
              <a:srgbClr val="E0EDD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8" name="pg1037"/>
            <p:cNvSpPr/>
            <p:nvPr/>
          </p:nvSpPr>
          <p:spPr>
            <a:xfrm>
              <a:off x="4567870" y="3543432"/>
              <a:ext cx="767" cy="2865"/>
            </a:xfrm>
            <a:custGeom>
              <a:avLst/>
              <a:pathLst>
                <a:path w="767" h="2865">
                  <a:moveTo>
                    <a:pt x="647" y="2331"/>
                  </a:moveTo>
                  <a:lnTo>
                    <a:pt x="32" y="2865"/>
                  </a:lnTo>
                  <a:lnTo>
                    <a:pt x="0" y="2094"/>
                  </a:lnTo>
                  <a:lnTo>
                    <a:pt x="107" y="1021"/>
                  </a:lnTo>
                  <a:lnTo>
                    <a:pt x="558" y="0"/>
                  </a:lnTo>
                  <a:lnTo>
                    <a:pt x="767" y="584"/>
                  </a:lnTo>
                  <a:close/>
                </a:path>
              </a:pathLst>
            </a:custGeom>
            <a:solidFill>
              <a:srgbClr val="E0EDD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9" name="pg1038"/>
            <p:cNvSpPr/>
            <p:nvPr/>
          </p:nvSpPr>
          <p:spPr>
            <a:xfrm>
              <a:off x="4767540" y="3508120"/>
              <a:ext cx="2873" cy="2820"/>
            </a:xfrm>
            <a:custGeom>
              <a:avLst/>
              <a:pathLst>
                <a:path w="2873" h="2820">
                  <a:moveTo>
                    <a:pt x="2873" y="2253"/>
                  </a:moveTo>
                  <a:lnTo>
                    <a:pt x="1174" y="2820"/>
                  </a:lnTo>
                  <a:lnTo>
                    <a:pt x="0" y="2760"/>
                  </a:lnTo>
                  <a:lnTo>
                    <a:pt x="216" y="1725"/>
                  </a:lnTo>
                  <a:lnTo>
                    <a:pt x="159" y="360"/>
                  </a:lnTo>
                  <a:lnTo>
                    <a:pt x="718" y="0"/>
                  </a:lnTo>
                  <a:lnTo>
                    <a:pt x="1369" y="297"/>
                  </a:lnTo>
                  <a:close/>
                </a:path>
              </a:pathLst>
            </a:custGeom>
            <a:solidFill>
              <a:srgbClr val="E0EDD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0" name="pg1039"/>
            <p:cNvSpPr/>
            <p:nvPr/>
          </p:nvSpPr>
          <p:spPr>
            <a:xfrm>
              <a:off x="4554776" y="3472502"/>
              <a:ext cx="1801" cy="5932"/>
            </a:xfrm>
            <a:custGeom>
              <a:avLst/>
              <a:pathLst>
                <a:path w="1801" h="5932">
                  <a:moveTo>
                    <a:pt x="1193" y="5113"/>
                  </a:moveTo>
                  <a:lnTo>
                    <a:pt x="886" y="5932"/>
                  </a:lnTo>
                  <a:lnTo>
                    <a:pt x="0" y="5463"/>
                  </a:lnTo>
                  <a:lnTo>
                    <a:pt x="157" y="617"/>
                  </a:lnTo>
                  <a:lnTo>
                    <a:pt x="664" y="0"/>
                  </a:lnTo>
                  <a:lnTo>
                    <a:pt x="1451" y="881"/>
                  </a:lnTo>
                  <a:lnTo>
                    <a:pt x="1801" y="1705"/>
                  </a:lnTo>
                  <a:close/>
                </a:path>
              </a:pathLst>
            </a:custGeom>
            <a:solidFill>
              <a:srgbClr val="E0EDD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1" name="pg1040"/>
            <p:cNvSpPr/>
            <p:nvPr/>
          </p:nvSpPr>
          <p:spPr>
            <a:xfrm>
              <a:off x="4548137" y="3443014"/>
              <a:ext cx="3319" cy="5981"/>
            </a:xfrm>
            <a:custGeom>
              <a:avLst/>
              <a:pathLst>
                <a:path w="3319" h="5981">
                  <a:moveTo>
                    <a:pt x="2458" y="0"/>
                  </a:moveTo>
                  <a:lnTo>
                    <a:pt x="3319" y="3165"/>
                  </a:lnTo>
                  <a:lnTo>
                    <a:pt x="2889" y="4576"/>
                  </a:lnTo>
                  <a:lnTo>
                    <a:pt x="2675" y="4983"/>
                  </a:lnTo>
                  <a:lnTo>
                    <a:pt x="2156" y="4520"/>
                  </a:lnTo>
                  <a:lnTo>
                    <a:pt x="1661" y="5736"/>
                  </a:lnTo>
                  <a:lnTo>
                    <a:pt x="1187" y="5981"/>
                  </a:lnTo>
                  <a:lnTo>
                    <a:pt x="711" y="3787"/>
                  </a:lnTo>
                  <a:lnTo>
                    <a:pt x="126" y="2913"/>
                  </a:lnTo>
                  <a:lnTo>
                    <a:pt x="0" y="1399"/>
                  </a:lnTo>
                  <a:lnTo>
                    <a:pt x="782" y="1134"/>
                  </a:lnTo>
                  <a:lnTo>
                    <a:pt x="1254" y="1657"/>
                  </a:lnTo>
                  <a:lnTo>
                    <a:pt x="2137" y="611"/>
                  </a:lnTo>
                  <a:close/>
                </a:path>
              </a:pathLst>
            </a:custGeom>
            <a:solidFill>
              <a:srgbClr val="E0EDD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2" name="pg1041"/>
            <p:cNvSpPr/>
            <p:nvPr/>
          </p:nvSpPr>
          <p:spPr>
            <a:xfrm>
              <a:off x="4553900" y="3436487"/>
              <a:ext cx="50812" cy="158298"/>
            </a:xfrm>
            <a:custGeom>
              <a:avLst/>
              <a:pathLst>
                <a:path w="50812" h="158298">
                  <a:moveTo>
                    <a:pt x="24154" y="13131"/>
                  </a:moveTo>
                  <a:lnTo>
                    <a:pt x="26262" y="14278"/>
                  </a:lnTo>
                  <a:lnTo>
                    <a:pt x="27067" y="15205"/>
                  </a:lnTo>
                  <a:lnTo>
                    <a:pt x="29435" y="24350"/>
                  </a:lnTo>
                  <a:lnTo>
                    <a:pt x="32553" y="30781"/>
                  </a:lnTo>
                  <a:lnTo>
                    <a:pt x="33873" y="33179"/>
                  </a:lnTo>
                  <a:lnTo>
                    <a:pt x="34895" y="34326"/>
                  </a:lnTo>
                  <a:lnTo>
                    <a:pt x="36292" y="37768"/>
                  </a:lnTo>
                  <a:lnTo>
                    <a:pt x="37510" y="42091"/>
                  </a:lnTo>
                  <a:lnTo>
                    <a:pt x="40177" y="54261"/>
                  </a:lnTo>
                  <a:lnTo>
                    <a:pt x="40641" y="59604"/>
                  </a:lnTo>
                  <a:lnTo>
                    <a:pt x="40822" y="67766"/>
                  </a:lnTo>
                  <a:lnTo>
                    <a:pt x="40234" y="80070"/>
                  </a:lnTo>
                  <a:lnTo>
                    <a:pt x="39521" y="86208"/>
                  </a:lnTo>
                  <a:lnTo>
                    <a:pt x="39659" y="89105"/>
                  </a:lnTo>
                  <a:lnTo>
                    <a:pt x="40636" y="93552"/>
                  </a:lnTo>
                  <a:lnTo>
                    <a:pt x="40344" y="97749"/>
                  </a:lnTo>
                  <a:lnTo>
                    <a:pt x="40533" y="101235"/>
                  </a:lnTo>
                  <a:lnTo>
                    <a:pt x="40465" y="110912"/>
                  </a:lnTo>
                  <a:lnTo>
                    <a:pt x="41022" y="113765"/>
                  </a:lnTo>
                  <a:lnTo>
                    <a:pt x="41657" y="115591"/>
                  </a:lnTo>
                  <a:lnTo>
                    <a:pt x="45008" y="121332"/>
                  </a:lnTo>
                  <a:lnTo>
                    <a:pt x="45253" y="123459"/>
                  </a:lnTo>
                  <a:lnTo>
                    <a:pt x="46904" y="130766"/>
                  </a:lnTo>
                  <a:lnTo>
                    <a:pt x="49960" y="146674"/>
                  </a:lnTo>
                  <a:lnTo>
                    <a:pt x="50812" y="153831"/>
                  </a:lnTo>
                  <a:lnTo>
                    <a:pt x="50713" y="155754"/>
                  </a:lnTo>
                  <a:lnTo>
                    <a:pt x="50344" y="156552"/>
                  </a:lnTo>
                  <a:lnTo>
                    <a:pt x="49446" y="157251"/>
                  </a:lnTo>
                  <a:lnTo>
                    <a:pt x="48697" y="155852"/>
                  </a:lnTo>
                  <a:lnTo>
                    <a:pt x="48445" y="154849"/>
                  </a:lnTo>
                  <a:lnTo>
                    <a:pt x="48522" y="153604"/>
                  </a:lnTo>
                  <a:lnTo>
                    <a:pt x="48225" y="152379"/>
                  </a:lnTo>
                  <a:lnTo>
                    <a:pt x="47492" y="150916"/>
                  </a:lnTo>
                  <a:lnTo>
                    <a:pt x="47070" y="149606"/>
                  </a:lnTo>
                  <a:lnTo>
                    <a:pt x="47189" y="151780"/>
                  </a:lnTo>
                  <a:lnTo>
                    <a:pt x="47193" y="154595"/>
                  </a:lnTo>
                  <a:lnTo>
                    <a:pt x="46262" y="154835"/>
                  </a:lnTo>
                  <a:lnTo>
                    <a:pt x="45064" y="153952"/>
                  </a:lnTo>
                  <a:lnTo>
                    <a:pt x="43574" y="154747"/>
                  </a:lnTo>
                  <a:lnTo>
                    <a:pt x="41810" y="158199"/>
                  </a:lnTo>
                  <a:lnTo>
                    <a:pt x="40962" y="158298"/>
                  </a:lnTo>
                  <a:lnTo>
                    <a:pt x="40317" y="155333"/>
                  </a:lnTo>
                  <a:lnTo>
                    <a:pt x="39984" y="153323"/>
                  </a:lnTo>
                  <a:lnTo>
                    <a:pt x="39458" y="151896"/>
                  </a:lnTo>
                  <a:lnTo>
                    <a:pt x="33852" y="144621"/>
                  </a:lnTo>
                  <a:lnTo>
                    <a:pt x="31784" y="142753"/>
                  </a:lnTo>
                  <a:lnTo>
                    <a:pt x="29603" y="137232"/>
                  </a:lnTo>
                  <a:lnTo>
                    <a:pt x="24696" y="131142"/>
                  </a:lnTo>
                  <a:lnTo>
                    <a:pt x="21581" y="125205"/>
                  </a:lnTo>
                  <a:lnTo>
                    <a:pt x="20256" y="121536"/>
                  </a:lnTo>
                  <a:lnTo>
                    <a:pt x="17069" y="118284"/>
                  </a:lnTo>
                  <a:lnTo>
                    <a:pt x="15693" y="114447"/>
                  </a:lnTo>
                  <a:lnTo>
                    <a:pt x="15017" y="113694"/>
                  </a:lnTo>
                  <a:lnTo>
                    <a:pt x="14336" y="112328"/>
                  </a:lnTo>
                  <a:lnTo>
                    <a:pt x="15053" y="108607"/>
                  </a:lnTo>
                  <a:lnTo>
                    <a:pt x="14759" y="104725"/>
                  </a:lnTo>
                  <a:lnTo>
                    <a:pt x="14390" y="101452"/>
                  </a:lnTo>
                  <a:lnTo>
                    <a:pt x="12142" y="94988"/>
                  </a:lnTo>
                  <a:lnTo>
                    <a:pt x="11037" y="90476"/>
                  </a:lnTo>
                  <a:lnTo>
                    <a:pt x="8922" y="85985"/>
                  </a:lnTo>
                  <a:lnTo>
                    <a:pt x="8076" y="83392"/>
                  </a:lnTo>
                  <a:lnTo>
                    <a:pt x="7267" y="80385"/>
                  </a:lnTo>
                  <a:lnTo>
                    <a:pt x="7774" y="79333"/>
                  </a:lnTo>
                  <a:lnTo>
                    <a:pt x="8243" y="78695"/>
                  </a:lnTo>
                  <a:lnTo>
                    <a:pt x="7813" y="76514"/>
                  </a:lnTo>
                  <a:lnTo>
                    <a:pt x="6604" y="72716"/>
                  </a:lnTo>
                  <a:lnTo>
                    <a:pt x="6037" y="68352"/>
                  </a:lnTo>
                  <a:lnTo>
                    <a:pt x="6037" y="60113"/>
                  </a:lnTo>
                  <a:lnTo>
                    <a:pt x="4317" y="48529"/>
                  </a:lnTo>
                  <a:lnTo>
                    <a:pt x="2845" y="32472"/>
                  </a:lnTo>
                  <a:lnTo>
                    <a:pt x="3106" y="26849"/>
                  </a:lnTo>
                  <a:lnTo>
                    <a:pt x="2731" y="20756"/>
                  </a:lnTo>
                  <a:lnTo>
                    <a:pt x="1756" y="14895"/>
                  </a:lnTo>
                  <a:lnTo>
                    <a:pt x="478" y="10708"/>
                  </a:lnTo>
                  <a:lnTo>
                    <a:pt x="0" y="7228"/>
                  </a:lnTo>
                  <a:lnTo>
                    <a:pt x="229" y="5849"/>
                  </a:lnTo>
                  <a:lnTo>
                    <a:pt x="512" y="1330"/>
                  </a:lnTo>
                  <a:lnTo>
                    <a:pt x="702" y="437"/>
                  </a:lnTo>
                  <a:lnTo>
                    <a:pt x="1187" y="0"/>
                  </a:lnTo>
                  <a:lnTo>
                    <a:pt x="1734" y="115"/>
                  </a:lnTo>
                  <a:lnTo>
                    <a:pt x="2757" y="4039"/>
                  </a:lnTo>
                  <a:lnTo>
                    <a:pt x="5419" y="6473"/>
                  </a:lnTo>
                  <a:lnTo>
                    <a:pt x="6219" y="7051"/>
                  </a:lnTo>
                  <a:lnTo>
                    <a:pt x="7269" y="6085"/>
                  </a:lnTo>
                  <a:lnTo>
                    <a:pt x="7743" y="6694"/>
                  </a:lnTo>
                  <a:lnTo>
                    <a:pt x="8221" y="7696"/>
                  </a:lnTo>
                  <a:lnTo>
                    <a:pt x="8498" y="10489"/>
                  </a:lnTo>
                  <a:lnTo>
                    <a:pt x="9198" y="13037"/>
                  </a:lnTo>
                  <a:lnTo>
                    <a:pt x="10598" y="12675"/>
                  </a:lnTo>
                  <a:lnTo>
                    <a:pt x="11093" y="13040"/>
                  </a:lnTo>
                  <a:lnTo>
                    <a:pt x="11387" y="13121"/>
                  </a:lnTo>
                  <a:lnTo>
                    <a:pt x="11661" y="15381"/>
                  </a:lnTo>
                  <a:lnTo>
                    <a:pt x="11789" y="19293"/>
                  </a:lnTo>
                  <a:lnTo>
                    <a:pt x="11656" y="21574"/>
                  </a:lnTo>
                  <a:lnTo>
                    <a:pt x="10647" y="24833"/>
                  </a:lnTo>
                  <a:lnTo>
                    <a:pt x="10511" y="27054"/>
                  </a:lnTo>
                  <a:lnTo>
                    <a:pt x="11042" y="28429"/>
                  </a:lnTo>
                  <a:lnTo>
                    <a:pt x="11731" y="29895"/>
                  </a:lnTo>
                  <a:lnTo>
                    <a:pt x="12124" y="31022"/>
                  </a:lnTo>
                  <a:lnTo>
                    <a:pt x="12534" y="30836"/>
                  </a:lnTo>
                  <a:lnTo>
                    <a:pt x="13058" y="30077"/>
                  </a:lnTo>
                  <a:lnTo>
                    <a:pt x="13535" y="28158"/>
                  </a:lnTo>
                  <a:lnTo>
                    <a:pt x="13867" y="26513"/>
                  </a:lnTo>
                  <a:lnTo>
                    <a:pt x="15661" y="24672"/>
                  </a:lnTo>
                  <a:lnTo>
                    <a:pt x="17511" y="23014"/>
                  </a:lnTo>
                  <a:lnTo>
                    <a:pt x="17764" y="23184"/>
                  </a:lnTo>
                  <a:lnTo>
                    <a:pt x="18064" y="23919"/>
                  </a:lnTo>
                  <a:lnTo>
                    <a:pt x="18656" y="26317"/>
                  </a:lnTo>
                  <a:lnTo>
                    <a:pt x="19003" y="26824"/>
                  </a:lnTo>
                  <a:lnTo>
                    <a:pt x="19504" y="27067"/>
                  </a:lnTo>
                  <a:lnTo>
                    <a:pt x="20371" y="26809"/>
                  </a:lnTo>
                  <a:lnTo>
                    <a:pt x="21382" y="25451"/>
                  </a:lnTo>
                  <a:lnTo>
                    <a:pt x="21913" y="22907"/>
                  </a:lnTo>
                  <a:lnTo>
                    <a:pt x="22144" y="20899"/>
                  </a:lnTo>
                  <a:lnTo>
                    <a:pt x="23594" y="17432"/>
                  </a:lnTo>
                  <a:lnTo>
                    <a:pt x="23755" y="14832"/>
                  </a:lnTo>
                  <a:close/>
                </a:path>
              </a:pathLst>
            </a:custGeom>
            <a:solidFill>
              <a:srgbClr val="E0EDD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3" name="pg1042"/>
            <p:cNvSpPr/>
            <p:nvPr/>
          </p:nvSpPr>
          <p:spPr>
            <a:xfrm>
              <a:off x="4668701" y="3427515"/>
              <a:ext cx="118549" cy="181084"/>
            </a:xfrm>
            <a:custGeom>
              <a:avLst/>
              <a:pathLst>
                <a:path w="118549" h="181084">
                  <a:moveTo>
                    <a:pt x="97929" y="83317"/>
                  </a:moveTo>
                  <a:lnTo>
                    <a:pt x="97477" y="83294"/>
                  </a:lnTo>
                  <a:lnTo>
                    <a:pt x="96424" y="82659"/>
                  </a:lnTo>
                  <a:lnTo>
                    <a:pt x="94311" y="79514"/>
                  </a:lnTo>
                  <a:lnTo>
                    <a:pt x="92155" y="78398"/>
                  </a:lnTo>
                  <a:lnTo>
                    <a:pt x="89022" y="78307"/>
                  </a:lnTo>
                  <a:lnTo>
                    <a:pt x="87246" y="77869"/>
                  </a:lnTo>
                  <a:lnTo>
                    <a:pt x="86525" y="78338"/>
                  </a:lnTo>
                  <a:lnTo>
                    <a:pt x="85920" y="78358"/>
                  </a:lnTo>
                  <a:lnTo>
                    <a:pt x="85482" y="77724"/>
                  </a:lnTo>
                  <a:lnTo>
                    <a:pt x="85015" y="77401"/>
                  </a:lnTo>
                  <a:lnTo>
                    <a:pt x="83794" y="79251"/>
                  </a:lnTo>
                  <a:lnTo>
                    <a:pt x="83222" y="78685"/>
                  </a:lnTo>
                  <a:lnTo>
                    <a:pt x="82645" y="77906"/>
                  </a:lnTo>
                  <a:lnTo>
                    <a:pt x="81620" y="77645"/>
                  </a:lnTo>
                  <a:lnTo>
                    <a:pt x="80380" y="77863"/>
                  </a:lnTo>
                  <a:lnTo>
                    <a:pt x="79004" y="79769"/>
                  </a:lnTo>
                  <a:lnTo>
                    <a:pt x="77476" y="78055"/>
                  </a:lnTo>
                  <a:lnTo>
                    <a:pt x="77044" y="78074"/>
                  </a:lnTo>
                  <a:lnTo>
                    <a:pt x="76753" y="78509"/>
                  </a:lnTo>
                  <a:lnTo>
                    <a:pt x="76090" y="80860"/>
                  </a:lnTo>
                  <a:lnTo>
                    <a:pt x="74827" y="82655"/>
                  </a:lnTo>
                  <a:lnTo>
                    <a:pt x="74202" y="85936"/>
                  </a:lnTo>
                  <a:lnTo>
                    <a:pt x="73819" y="89081"/>
                  </a:lnTo>
                  <a:lnTo>
                    <a:pt x="73482" y="90167"/>
                  </a:lnTo>
                  <a:lnTo>
                    <a:pt x="73391" y="96246"/>
                  </a:lnTo>
                  <a:lnTo>
                    <a:pt x="73191" y="99182"/>
                  </a:lnTo>
                  <a:lnTo>
                    <a:pt x="73510" y="103065"/>
                  </a:lnTo>
                  <a:lnTo>
                    <a:pt x="73454" y="104736"/>
                  </a:lnTo>
                  <a:lnTo>
                    <a:pt x="72891" y="107220"/>
                  </a:lnTo>
                  <a:lnTo>
                    <a:pt x="72822" y="107790"/>
                  </a:lnTo>
                  <a:lnTo>
                    <a:pt x="72523" y="111742"/>
                  </a:lnTo>
                  <a:lnTo>
                    <a:pt x="72637" y="112791"/>
                  </a:lnTo>
                  <a:lnTo>
                    <a:pt x="72564" y="114121"/>
                  </a:lnTo>
                  <a:lnTo>
                    <a:pt x="72092" y="116893"/>
                  </a:lnTo>
                  <a:lnTo>
                    <a:pt x="71236" y="117649"/>
                  </a:lnTo>
                  <a:lnTo>
                    <a:pt x="70334" y="118086"/>
                  </a:lnTo>
                  <a:lnTo>
                    <a:pt x="69564" y="117141"/>
                  </a:lnTo>
                  <a:lnTo>
                    <a:pt x="68869" y="118662"/>
                  </a:lnTo>
                  <a:lnTo>
                    <a:pt x="67987" y="121014"/>
                  </a:lnTo>
                  <a:lnTo>
                    <a:pt x="67606" y="122602"/>
                  </a:lnTo>
                  <a:lnTo>
                    <a:pt x="67609" y="124077"/>
                  </a:lnTo>
                  <a:lnTo>
                    <a:pt x="67695" y="125064"/>
                  </a:lnTo>
                  <a:lnTo>
                    <a:pt x="67516" y="126079"/>
                  </a:lnTo>
                  <a:lnTo>
                    <a:pt x="67493" y="127156"/>
                  </a:lnTo>
                  <a:lnTo>
                    <a:pt x="67539" y="128715"/>
                  </a:lnTo>
                  <a:lnTo>
                    <a:pt x="68137" y="129360"/>
                  </a:lnTo>
                  <a:lnTo>
                    <a:pt x="68758" y="130705"/>
                  </a:lnTo>
                  <a:lnTo>
                    <a:pt x="68737" y="131996"/>
                  </a:lnTo>
                  <a:lnTo>
                    <a:pt x="68392" y="132891"/>
                  </a:lnTo>
                  <a:lnTo>
                    <a:pt x="67609" y="134273"/>
                  </a:lnTo>
                  <a:lnTo>
                    <a:pt x="66178" y="137089"/>
                  </a:lnTo>
                  <a:lnTo>
                    <a:pt x="64560" y="139496"/>
                  </a:lnTo>
                  <a:lnTo>
                    <a:pt x="63951" y="140054"/>
                  </a:lnTo>
                  <a:lnTo>
                    <a:pt x="63731" y="141164"/>
                  </a:lnTo>
                  <a:lnTo>
                    <a:pt x="63613" y="142657"/>
                  </a:lnTo>
                  <a:lnTo>
                    <a:pt x="63970" y="145931"/>
                  </a:lnTo>
                  <a:lnTo>
                    <a:pt x="64310" y="146896"/>
                  </a:lnTo>
                  <a:lnTo>
                    <a:pt x="64489" y="148046"/>
                  </a:lnTo>
                  <a:lnTo>
                    <a:pt x="64271" y="149413"/>
                  </a:lnTo>
                  <a:lnTo>
                    <a:pt x="64117" y="150590"/>
                  </a:lnTo>
                  <a:lnTo>
                    <a:pt x="63520" y="151327"/>
                  </a:lnTo>
                  <a:lnTo>
                    <a:pt x="62941" y="151865"/>
                  </a:lnTo>
                  <a:lnTo>
                    <a:pt x="62729" y="152803"/>
                  </a:lnTo>
                  <a:lnTo>
                    <a:pt x="62422" y="156726"/>
                  </a:lnTo>
                  <a:lnTo>
                    <a:pt x="62072" y="158772"/>
                  </a:lnTo>
                  <a:lnTo>
                    <a:pt x="61283" y="161812"/>
                  </a:lnTo>
                  <a:lnTo>
                    <a:pt x="61020" y="163202"/>
                  </a:lnTo>
                  <a:lnTo>
                    <a:pt x="60613" y="163649"/>
                  </a:lnTo>
                  <a:lnTo>
                    <a:pt x="59085" y="162229"/>
                  </a:lnTo>
                  <a:lnTo>
                    <a:pt x="57715" y="163091"/>
                  </a:lnTo>
                  <a:lnTo>
                    <a:pt x="55902" y="163639"/>
                  </a:lnTo>
                  <a:lnTo>
                    <a:pt x="54367" y="163552"/>
                  </a:lnTo>
                  <a:lnTo>
                    <a:pt x="53177" y="164173"/>
                  </a:lnTo>
                  <a:lnTo>
                    <a:pt x="52359" y="165780"/>
                  </a:lnTo>
                  <a:lnTo>
                    <a:pt x="51446" y="167804"/>
                  </a:lnTo>
                  <a:lnTo>
                    <a:pt x="50487" y="169305"/>
                  </a:lnTo>
                  <a:lnTo>
                    <a:pt x="49764" y="170033"/>
                  </a:lnTo>
                  <a:lnTo>
                    <a:pt x="48434" y="167892"/>
                  </a:lnTo>
                  <a:lnTo>
                    <a:pt x="47764" y="168077"/>
                  </a:lnTo>
                  <a:lnTo>
                    <a:pt x="46555" y="167338"/>
                  </a:lnTo>
                  <a:lnTo>
                    <a:pt x="43719" y="164946"/>
                  </a:lnTo>
                  <a:lnTo>
                    <a:pt x="43016" y="164246"/>
                  </a:lnTo>
                  <a:lnTo>
                    <a:pt x="42260" y="164184"/>
                  </a:lnTo>
                  <a:lnTo>
                    <a:pt x="42037" y="163497"/>
                  </a:lnTo>
                  <a:lnTo>
                    <a:pt x="42156" y="162342"/>
                  </a:lnTo>
                  <a:lnTo>
                    <a:pt x="42037" y="160825"/>
                  </a:lnTo>
                  <a:lnTo>
                    <a:pt x="41485" y="160251"/>
                  </a:lnTo>
                  <a:lnTo>
                    <a:pt x="35796" y="160485"/>
                  </a:lnTo>
                  <a:lnTo>
                    <a:pt x="34156" y="161795"/>
                  </a:lnTo>
                  <a:lnTo>
                    <a:pt x="33048" y="162832"/>
                  </a:lnTo>
                  <a:lnTo>
                    <a:pt x="32256" y="164031"/>
                  </a:lnTo>
                  <a:lnTo>
                    <a:pt x="32032" y="167012"/>
                  </a:lnTo>
                  <a:lnTo>
                    <a:pt x="31560" y="169807"/>
                  </a:lnTo>
                  <a:lnTo>
                    <a:pt x="30949" y="172769"/>
                  </a:lnTo>
                  <a:lnTo>
                    <a:pt x="29056" y="173658"/>
                  </a:lnTo>
                  <a:lnTo>
                    <a:pt x="27665" y="176660"/>
                  </a:lnTo>
                  <a:lnTo>
                    <a:pt x="27186" y="177021"/>
                  </a:lnTo>
                  <a:lnTo>
                    <a:pt x="26230" y="176585"/>
                  </a:lnTo>
                  <a:lnTo>
                    <a:pt x="25208" y="176337"/>
                  </a:lnTo>
                  <a:lnTo>
                    <a:pt x="24468" y="177173"/>
                  </a:lnTo>
                  <a:lnTo>
                    <a:pt x="23694" y="177131"/>
                  </a:lnTo>
                  <a:lnTo>
                    <a:pt x="21300" y="175728"/>
                  </a:lnTo>
                  <a:lnTo>
                    <a:pt x="19041" y="175512"/>
                  </a:lnTo>
                  <a:lnTo>
                    <a:pt x="17758" y="176226"/>
                  </a:lnTo>
                  <a:lnTo>
                    <a:pt x="17051" y="176493"/>
                  </a:lnTo>
                  <a:lnTo>
                    <a:pt x="13110" y="180607"/>
                  </a:lnTo>
                  <a:lnTo>
                    <a:pt x="11782" y="181084"/>
                  </a:lnTo>
                  <a:lnTo>
                    <a:pt x="11242" y="180490"/>
                  </a:lnTo>
                  <a:lnTo>
                    <a:pt x="10481" y="178806"/>
                  </a:lnTo>
                  <a:lnTo>
                    <a:pt x="9460" y="177124"/>
                  </a:lnTo>
                  <a:lnTo>
                    <a:pt x="7017" y="171387"/>
                  </a:lnTo>
                  <a:lnTo>
                    <a:pt x="6116" y="170039"/>
                  </a:lnTo>
                  <a:lnTo>
                    <a:pt x="5517" y="168656"/>
                  </a:lnTo>
                  <a:lnTo>
                    <a:pt x="4947" y="167017"/>
                  </a:lnTo>
                  <a:lnTo>
                    <a:pt x="4138" y="165249"/>
                  </a:lnTo>
                  <a:lnTo>
                    <a:pt x="3401" y="164034"/>
                  </a:lnTo>
                  <a:lnTo>
                    <a:pt x="2398" y="161553"/>
                  </a:lnTo>
                  <a:lnTo>
                    <a:pt x="1401" y="158836"/>
                  </a:lnTo>
                  <a:lnTo>
                    <a:pt x="1180" y="154056"/>
                  </a:lnTo>
                  <a:lnTo>
                    <a:pt x="387" y="153180"/>
                  </a:lnTo>
                  <a:lnTo>
                    <a:pt x="121" y="151938"/>
                  </a:lnTo>
                  <a:lnTo>
                    <a:pt x="0" y="150524"/>
                  </a:lnTo>
                  <a:lnTo>
                    <a:pt x="1096" y="146642"/>
                  </a:lnTo>
                  <a:lnTo>
                    <a:pt x="1893" y="150743"/>
                  </a:lnTo>
                  <a:lnTo>
                    <a:pt x="2201" y="151658"/>
                  </a:lnTo>
                  <a:lnTo>
                    <a:pt x="3971" y="154416"/>
                  </a:lnTo>
                  <a:lnTo>
                    <a:pt x="5430" y="155800"/>
                  </a:lnTo>
                  <a:lnTo>
                    <a:pt x="7008" y="156363"/>
                  </a:lnTo>
                  <a:lnTo>
                    <a:pt x="8615" y="156477"/>
                  </a:lnTo>
                  <a:lnTo>
                    <a:pt x="9254" y="156286"/>
                  </a:lnTo>
                  <a:lnTo>
                    <a:pt x="9874" y="155738"/>
                  </a:lnTo>
                  <a:lnTo>
                    <a:pt x="10487" y="156325"/>
                  </a:lnTo>
                  <a:lnTo>
                    <a:pt x="13847" y="160811"/>
                  </a:lnTo>
                  <a:lnTo>
                    <a:pt x="15149" y="161615"/>
                  </a:lnTo>
                  <a:lnTo>
                    <a:pt x="16525" y="161271"/>
                  </a:lnTo>
                  <a:lnTo>
                    <a:pt x="17073" y="161718"/>
                  </a:lnTo>
                  <a:lnTo>
                    <a:pt x="19005" y="165160"/>
                  </a:lnTo>
                  <a:lnTo>
                    <a:pt x="19575" y="165571"/>
                  </a:lnTo>
                  <a:lnTo>
                    <a:pt x="20526" y="165308"/>
                  </a:lnTo>
                  <a:lnTo>
                    <a:pt x="19310" y="163737"/>
                  </a:lnTo>
                  <a:lnTo>
                    <a:pt x="18512" y="162625"/>
                  </a:lnTo>
                  <a:lnTo>
                    <a:pt x="18155" y="160522"/>
                  </a:lnTo>
                  <a:lnTo>
                    <a:pt x="18373" y="158282"/>
                  </a:lnTo>
                  <a:lnTo>
                    <a:pt x="19148" y="156791"/>
                  </a:lnTo>
                  <a:lnTo>
                    <a:pt x="19685" y="155175"/>
                  </a:lnTo>
                  <a:lnTo>
                    <a:pt x="19877" y="150343"/>
                  </a:lnTo>
                  <a:lnTo>
                    <a:pt x="20219" y="147896"/>
                  </a:lnTo>
                  <a:lnTo>
                    <a:pt x="20863" y="145569"/>
                  </a:lnTo>
                  <a:lnTo>
                    <a:pt x="21074" y="143327"/>
                  </a:lnTo>
                  <a:lnTo>
                    <a:pt x="20351" y="141616"/>
                  </a:lnTo>
                  <a:lnTo>
                    <a:pt x="20188" y="138675"/>
                  </a:lnTo>
                  <a:lnTo>
                    <a:pt x="20348" y="136238"/>
                  </a:lnTo>
                  <a:lnTo>
                    <a:pt x="20757" y="134580"/>
                  </a:lnTo>
                  <a:lnTo>
                    <a:pt x="21412" y="135673"/>
                  </a:lnTo>
                  <a:lnTo>
                    <a:pt x="22088" y="136687"/>
                  </a:lnTo>
                  <a:lnTo>
                    <a:pt x="22755" y="136586"/>
                  </a:lnTo>
                  <a:lnTo>
                    <a:pt x="23215" y="136182"/>
                  </a:lnTo>
                  <a:lnTo>
                    <a:pt x="23299" y="134925"/>
                  </a:lnTo>
                  <a:lnTo>
                    <a:pt x="23173" y="132738"/>
                  </a:lnTo>
                  <a:lnTo>
                    <a:pt x="23208" y="128712"/>
                  </a:lnTo>
                  <a:lnTo>
                    <a:pt x="24051" y="125501"/>
                  </a:lnTo>
                  <a:lnTo>
                    <a:pt x="25401" y="123286"/>
                  </a:lnTo>
                  <a:lnTo>
                    <a:pt x="26674" y="122227"/>
                  </a:lnTo>
                  <a:lnTo>
                    <a:pt x="31441" y="120428"/>
                  </a:lnTo>
                  <a:lnTo>
                    <a:pt x="38978" y="115825"/>
                  </a:lnTo>
                  <a:lnTo>
                    <a:pt x="41211" y="114045"/>
                  </a:lnTo>
                  <a:lnTo>
                    <a:pt x="42032" y="113123"/>
                  </a:lnTo>
                  <a:lnTo>
                    <a:pt x="42725" y="111843"/>
                  </a:lnTo>
                  <a:lnTo>
                    <a:pt x="43889" y="107757"/>
                  </a:lnTo>
                  <a:lnTo>
                    <a:pt x="46081" y="101316"/>
                  </a:lnTo>
                  <a:lnTo>
                    <a:pt x="47616" y="96024"/>
                  </a:lnTo>
                  <a:lnTo>
                    <a:pt x="50858" y="88316"/>
                  </a:lnTo>
                  <a:lnTo>
                    <a:pt x="53440" y="81171"/>
                  </a:lnTo>
                  <a:lnTo>
                    <a:pt x="53789" y="79827"/>
                  </a:lnTo>
                  <a:lnTo>
                    <a:pt x="54218" y="75927"/>
                  </a:lnTo>
                  <a:lnTo>
                    <a:pt x="54250" y="74091"/>
                  </a:lnTo>
                  <a:lnTo>
                    <a:pt x="54175" y="72230"/>
                  </a:lnTo>
                  <a:lnTo>
                    <a:pt x="54519" y="71360"/>
                  </a:lnTo>
                  <a:lnTo>
                    <a:pt x="55145" y="70845"/>
                  </a:lnTo>
                  <a:lnTo>
                    <a:pt x="55526" y="71656"/>
                  </a:lnTo>
                  <a:lnTo>
                    <a:pt x="56425" y="72787"/>
                  </a:lnTo>
                  <a:lnTo>
                    <a:pt x="57098" y="74237"/>
                  </a:lnTo>
                  <a:lnTo>
                    <a:pt x="57548" y="76117"/>
                  </a:lnTo>
                  <a:lnTo>
                    <a:pt x="57872" y="77876"/>
                  </a:lnTo>
                  <a:lnTo>
                    <a:pt x="57897" y="79369"/>
                  </a:lnTo>
                  <a:lnTo>
                    <a:pt x="58303" y="80593"/>
                  </a:lnTo>
                  <a:lnTo>
                    <a:pt x="59444" y="80798"/>
                  </a:lnTo>
                  <a:lnTo>
                    <a:pt x="59816" y="82343"/>
                  </a:lnTo>
                  <a:lnTo>
                    <a:pt x="60609" y="85002"/>
                  </a:lnTo>
                  <a:lnTo>
                    <a:pt x="61335" y="86908"/>
                  </a:lnTo>
                  <a:lnTo>
                    <a:pt x="61781" y="87650"/>
                  </a:lnTo>
                  <a:lnTo>
                    <a:pt x="62339" y="87246"/>
                  </a:lnTo>
                  <a:lnTo>
                    <a:pt x="63203" y="85506"/>
                  </a:lnTo>
                  <a:lnTo>
                    <a:pt x="63826" y="83370"/>
                  </a:lnTo>
                  <a:lnTo>
                    <a:pt x="64244" y="80483"/>
                  </a:lnTo>
                  <a:lnTo>
                    <a:pt x="63916" y="80062"/>
                  </a:lnTo>
                  <a:lnTo>
                    <a:pt x="64495" y="77883"/>
                  </a:lnTo>
                  <a:lnTo>
                    <a:pt x="64607" y="76739"/>
                  </a:lnTo>
                  <a:lnTo>
                    <a:pt x="64339" y="75689"/>
                  </a:lnTo>
                  <a:lnTo>
                    <a:pt x="63997" y="74650"/>
                  </a:lnTo>
                  <a:lnTo>
                    <a:pt x="63864" y="72017"/>
                  </a:lnTo>
                  <a:lnTo>
                    <a:pt x="63629" y="68664"/>
                  </a:lnTo>
                  <a:lnTo>
                    <a:pt x="63467" y="67140"/>
                  </a:lnTo>
                  <a:lnTo>
                    <a:pt x="63924" y="66053"/>
                  </a:lnTo>
                  <a:lnTo>
                    <a:pt x="64903" y="64667"/>
                  </a:lnTo>
                  <a:lnTo>
                    <a:pt x="65880" y="63057"/>
                  </a:lnTo>
                  <a:lnTo>
                    <a:pt x="66880" y="61773"/>
                  </a:lnTo>
                  <a:lnTo>
                    <a:pt x="66905" y="64094"/>
                  </a:lnTo>
                  <a:lnTo>
                    <a:pt x="66880" y="67929"/>
                  </a:lnTo>
                  <a:lnTo>
                    <a:pt x="67183" y="71141"/>
                  </a:lnTo>
                  <a:lnTo>
                    <a:pt x="67859" y="76821"/>
                  </a:lnTo>
                  <a:lnTo>
                    <a:pt x="68633" y="77596"/>
                  </a:lnTo>
                  <a:lnTo>
                    <a:pt x="69561" y="78098"/>
                  </a:lnTo>
                  <a:lnTo>
                    <a:pt x="70096" y="77939"/>
                  </a:lnTo>
                  <a:lnTo>
                    <a:pt x="70445" y="77564"/>
                  </a:lnTo>
                  <a:lnTo>
                    <a:pt x="70537" y="77107"/>
                  </a:lnTo>
                  <a:lnTo>
                    <a:pt x="69958" y="74873"/>
                  </a:lnTo>
                  <a:lnTo>
                    <a:pt x="69804" y="69624"/>
                  </a:lnTo>
                  <a:lnTo>
                    <a:pt x="69332" y="66179"/>
                  </a:lnTo>
                  <a:lnTo>
                    <a:pt x="68607" y="62748"/>
                  </a:lnTo>
                  <a:lnTo>
                    <a:pt x="68261" y="61771"/>
                  </a:lnTo>
                  <a:lnTo>
                    <a:pt x="71123" y="60796"/>
                  </a:lnTo>
                  <a:lnTo>
                    <a:pt x="71766" y="59719"/>
                  </a:lnTo>
                  <a:lnTo>
                    <a:pt x="72889" y="57363"/>
                  </a:lnTo>
                  <a:lnTo>
                    <a:pt x="73312" y="56045"/>
                  </a:lnTo>
                  <a:lnTo>
                    <a:pt x="73648" y="53072"/>
                  </a:lnTo>
                  <a:lnTo>
                    <a:pt x="72244" y="51301"/>
                  </a:lnTo>
                  <a:lnTo>
                    <a:pt x="71693" y="49043"/>
                  </a:lnTo>
                  <a:lnTo>
                    <a:pt x="71661" y="46600"/>
                  </a:lnTo>
                  <a:lnTo>
                    <a:pt x="73336" y="42064"/>
                  </a:lnTo>
                  <a:lnTo>
                    <a:pt x="73914" y="40979"/>
                  </a:lnTo>
                  <a:lnTo>
                    <a:pt x="74165" y="42590"/>
                  </a:lnTo>
                  <a:lnTo>
                    <a:pt x="74903" y="42997"/>
                  </a:lnTo>
                  <a:lnTo>
                    <a:pt x="75583" y="43059"/>
                  </a:lnTo>
                  <a:lnTo>
                    <a:pt x="76266" y="42967"/>
                  </a:lnTo>
                  <a:lnTo>
                    <a:pt x="77244" y="40680"/>
                  </a:lnTo>
                  <a:lnTo>
                    <a:pt x="77748" y="37387"/>
                  </a:lnTo>
                  <a:lnTo>
                    <a:pt x="79470" y="32736"/>
                  </a:lnTo>
                  <a:lnTo>
                    <a:pt x="80083" y="29163"/>
                  </a:lnTo>
                  <a:lnTo>
                    <a:pt x="80428" y="25432"/>
                  </a:lnTo>
                  <a:lnTo>
                    <a:pt x="84771" y="13845"/>
                  </a:lnTo>
                  <a:lnTo>
                    <a:pt x="85302" y="12041"/>
                  </a:lnTo>
                  <a:lnTo>
                    <a:pt x="87879" y="388"/>
                  </a:lnTo>
                  <a:lnTo>
                    <a:pt x="88201" y="0"/>
                  </a:lnTo>
                  <a:lnTo>
                    <a:pt x="88893" y="1128"/>
                  </a:lnTo>
                  <a:lnTo>
                    <a:pt x="89098" y="4832"/>
                  </a:lnTo>
                  <a:lnTo>
                    <a:pt x="89003" y="6446"/>
                  </a:lnTo>
                  <a:lnTo>
                    <a:pt x="88585" y="8840"/>
                  </a:lnTo>
                  <a:lnTo>
                    <a:pt x="88346" y="11350"/>
                  </a:lnTo>
                  <a:lnTo>
                    <a:pt x="88642" y="11297"/>
                  </a:lnTo>
                  <a:lnTo>
                    <a:pt x="89872" y="9767"/>
                  </a:lnTo>
                  <a:lnTo>
                    <a:pt x="91155" y="5699"/>
                  </a:lnTo>
                  <a:lnTo>
                    <a:pt x="91878" y="2168"/>
                  </a:lnTo>
                  <a:lnTo>
                    <a:pt x="92495" y="630"/>
                  </a:lnTo>
                  <a:lnTo>
                    <a:pt x="93730" y="1484"/>
                  </a:lnTo>
                  <a:lnTo>
                    <a:pt x="94005" y="2097"/>
                  </a:lnTo>
                  <a:lnTo>
                    <a:pt x="93918" y="4634"/>
                  </a:lnTo>
                  <a:lnTo>
                    <a:pt x="94036" y="6110"/>
                  </a:lnTo>
                  <a:lnTo>
                    <a:pt x="94512" y="9258"/>
                  </a:lnTo>
                  <a:lnTo>
                    <a:pt x="95564" y="11168"/>
                  </a:lnTo>
                  <a:lnTo>
                    <a:pt x="97013" y="12373"/>
                  </a:lnTo>
                  <a:lnTo>
                    <a:pt x="98359" y="14112"/>
                  </a:lnTo>
                  <a:lnTo>
                    <a:pt x="98798" y="15263"/>
                  </a:lnTo>
                  <a:lnTo>
                    <a:pt x="99090" y="16650"/>
                  </a:lnTo>
                  <a:lnTo>
                    <a:pt x="99384" y="18918"/>
                  </a:lnTo>
                  <a:lnTo>
                    <a:pt x="99406" y="21213"/>
                  </a:lnTo>
                  <a:lnTo>
                    <a:pt x="98435" y="23453"/>
                  </a:lnTo>
                  <a:lnTo>
                    <a:pt x="98848" y="27086"/>
                  </a:lnTo>
                  <a:lnTo>
                    <a:pt x="98784" y="29205"/>
                  </a:lnTo>
                  <a:lnTo>
                    <a:pt x="98450" y="31012"/>
                  </a:lnTo>
                  <a:lnTo>
                    <a:pt x="97036" y="32668"/>
                  </a:lnTo>
                  <a:lnTo>
                    <a:pt x="100894" y="31020"/>
                  </a:lnTo>
                  <a:lnTo>
                    <a:pt x="101846" y="30080"/>
                  </a:lnTo>
                  <a:lnTo>
                    <a:pt x="103162" y="27684"/>
                  </a:lnTo>
                  <a:lnTo>
                    <a:pt x="103868" y="29749"/>
                  </a:lnTo>
                  <a:lnTo>
                    <a:pt x="104527" y="33323"/>
                  </a:lnTo>
                  <a:lnTo>
                    <a:pt x="103997" y="34222"/>
                  </a:lnTo>
                  <a:lnTo>
                    <a:pt x="102321" y="35539"/>
                  </a:lnTo>
                  <a:lnTo>
                    <a:pt x="102239" y="36080"/>
                  </a:lnTo>
                  <a:lnTo>
                    <a:pt x="102795" y="37940"/>
                  </a:lnTo>
                  <a:lnTo>
                    <a:pt x="103495" y="37767"/>
                  </a:lnTo>
                  <a:lnTo>
                    <a:pt x="104878" y="36523"/>
                  </a:lnTo>
                  <a:lnTo>
                    <a:pt x="106152" y="34562"/>
                  </a:lnTo>
                  <a:lnTo>
                    <a:pt x="106770" y="34587"/>
                  </a:lnTo>
                  <a:lnTo>
                    <a:pt x="107419" y="34991"/>
                  </a:lnTo>
                  <a:lnTo>
                    <a:pt x="108678" y="36250"/>
                  </a:lnTo>
                  <a:lnTo>
                    <a:pt x="109382" y="37271"/>
                  </a:lnTo>
                  <a:lnTo>
                    <a:pt x="109978" y="38582"/>
                  </a:lnTo>
                  <a:lnTo>
                    <a:pt x="110365" y="41313"/>
                  </a:lnTo>
                  <a:lnTo>
                    <a:pt x="111814" y="42305"/>
                  </a:lnTo>
                  <a:lnTo>
                    <a:pt x="114783" y="46132"/>
                  </a:lnTo>
                  <a:lnTo>
                    <a:pt x="115334" y="46463"/>
                  </a:lnTo>
                  <a:lnTo>
                    <a:pt x="115912" y="46539"/>
                  </a:lnTo>
                  <a:lnTo>
                    <a:pt x="117477" y="46076"/>
                  </a:lnTo>
                  <a:lnTo>
                    <a:pt x="118026" y="46616"/>
                  </a:lnTo>
                  <a:lnTo>
                    <a:pt x="118418" y="47996"/>
                  </a:lnTo>
                  <a:lnTo>
                    <a:pt x="118549" y="49705"/>
                  </a:lnTo>
                  <a:lnTo>
                    <a:pt x="118506" y="51543"/>
                  </a:lnTo>
                  <a:lnTo>
                    <a:pt x="118346" y="52937"/>
                  </a:lnTo>
                  <a:lnTo>
                    <a:pt x="117980" y="54087"/>
                  </a:lnTo>
                  <a:lnTo>
                    <a:pt x="116915" y="55840"/>
                  </a:lnTo>
                  <a:lnTo>
                    <a:pt x="114237" y="58132"/>
                  </a:lnTo>
                  <a:lnTo>
                    <a:pt x="111306" y="59871"/>
                  </a:lnTo>
                  <a:lnTo>
                    <a:pt x="109835" y="59751"/>
                  </a:lnTo>
                  <a:lnTo>
                    <a:pt x="107769" y="58262"/>
                  </a:lnTo>
                  <a:lnTo>
                    <a:pt x="107016" y="58454"/>
                  </a:lnTo>
                  <a:lnTo>
                    <a:pt x="106291" y="59138"/>
                  </a:lnTo>
                  <a:lnTo>
                    <a:pt x="105375" y="63876"/>
                  </a:lnTo>
                  <a:lnTo>
                    <a:pt x="107067" y="68599"/>
                  </a:lnTo>
                  <a:lnTo>
                    <a:pt x="109971" y="73520"/>
                  </a:lnTo>
                  <a:lnTo>
                    <a:pt x="110369" y="74746"/>
                  </a:lnTo>
                  <a:lnTo>
                    <a:pt x="110262" y="76253"/>
                  </a:lnTo>
                  <a:lnTo>
                    <a:pt x="109799" y="77152"/>
                  </a:lnTo>
                  <a:lnTo>
                    <a:pt x="109186" y="77651"/>
                  </a:lnTo>
                  <a:lnTo>
                    <a:pt x="107553" y="78437"/>
                  </a:lnTo>
                  <a:lnTo>
                    <a:pt x="105903" y="79020"/>
                  </a:lnTo>
                  <a:lnTo>
                    <a:pt x="104545" y="79860"/>
                  </a:lnTo>
                  <a:lnTo>
                    <a:pt x="103216" y="80964"/>
                  </a:lnTo>
                  <a:lnTo>
                    <a:pt x="101844" y="80588"/>
                  </a:lnTo>
                  <a:lnTo>
                    <a:pt x="99960" y="78384"/>
                  </a:lnTo>
                  <a:lnTo>
                    <a:pt x="99417" y="78228"/>
                  </a:lnTo>
                  <a:lnTo>
                    <a:pt x="98848" y="79361"/>
                  </a:lnTo>
                  <a:lnTo>
                    <a:pt x="98287" y="82448"/>
                  </a:lnTo>
                  <a:close/>
                </a:path>
              </a:pathLst>
            </a:custGeom>
            <a:solidFill>
              <a:srgbClr val="E0EDD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4" name="pg1043"/>
            <p:cNvSpPr/>
            <p:nvPr/>
          </p:nvSpPr>
          <p:spPr>
            <a:xfrm>
              <a:off x="4760363" y="3416835"/>
              <a:ext cx="2688" cy="6984"/>
            </a:xfrm>
            <a:custGeom>
              <a:avLst/>
              <a:pathLst>
                <a:path w="2688" h="6984">
                  <a:moveTo>
                    <a:pt x="992" y="5420"/>
                  </a:moveTo>
                  <a:lnTo>
                    <a:pt x="249" y="6984"/>
                  </a:lnTo>
                  <a:lnTo>
                    <a:pt x="0" y="5106"/>
                  </a:lnTo>
                  <a:lnTo>
                    <a:pt x="50" y="2687"/>
                  </a:lnTo>
                  <a:lnTo>
                    <a:pt x="1056" y="432"/>
                  </a:lnTo>
                  <a:lnTo>
                    <a:pt x="2485" y="0"/>
                  </a:lnTo>
                  <a:lnTo>
                    <a:pt x="2688" y="1803"/>
                  </a:lnTo>
                  <a:lnTo>
                    <a:pt x="2518" y="3866"/>
                  </a:lnTo>
                  <a:lnTo>
                    <a:pt x="2183" y="4931"/>
                  </a:lnTo>
                  <a:close/>
                </a:path>
              </a:pathLst>
            </a:custGeom>
            <a:solidFill>
              <a:srgbClr val="E0EDD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5" name="pg1044"/>
            <p:cNvSpPr/>
            <p:nvPr/>
          </p:nvSpPr>
          <p:spPr>
            <a:xfrm>
              <a:off x="3476581" y="4135449"/>
              <a:ext cx="164979" cy="353734"/>
            </a:xfrm>
            <a:custGeom>
              <a:avLst/>
              <a:pathLst>
                <a:path w="164979" h="353734">
                  <a:moveTo>
                    <a:pt x="142090" y="19884"/>
                  </a:moveTo>
                  <a:lnTo>
                    <a:pt x="144701" y="18667"/>
                  </a:lnTo>
                  <a:lnTo>
                    <a:pt x="147191" y="17507"/>
                  </a:lnTo>
                  <a:lnTo>
                    <a:pt x="150088" y="16347"/>
                  </a:lnTo>
                  <a:lnTo>
                    <a:pt x="152406" y="15420"/>
                  </a:lnTo>
                  <a:lnTo>
                    <a:pt x="152988" y="15169"/>
                  </a:lnTo>
                  <a:lnTo>
                    <a:pt x="158570" y="16254"/>
                  </a:lnTo>
                  <a:lnTo>
                    <a:pt x="161002" y="17013"/>
                  </a:lnTo>
                  <a:lnTo>
                    <a:pt x="161847" y="17755"/>
                  </a:lnTo>
                  <a:lnTo>
                    <a:pt x="162949" y="19700"/>
                  </a:lnTo>
                  <a:lnTo>
                    <a:pt x="164979" y="24403"/>
                  </a:lnTo>
                  <a:lnTo>
                    <a:pt x="164458" y="24227"/>
                  </a:lnTo>
                  <a:lnTo>
                    <a:pt x="160717" y="25226"/>
                  </a:lnTo>
                  <a:lnTo>
                    <a:pt x="159293" y="26504"/>
                  </a:lnTo>
                  <a:lnTo>
                    <a:pt x="156104" y="32062"/>
                  </a:lnTo>
                  <a:lnTo>
                    <a:pt x="155426" y="31346"/>
                  </a:lnTo>
                  <a:lnTo>
                    <a:pt x="154662" y="30192"/>
                  </a:lnTo>
                  <a:lnTo>
                    <a:pt x="154013" y="29860"/>
                  </a:lnTo>
                  <a:lnTo>
                    <a:pt x="152611" y="31196"/>
                  </a:lnTo>
                  <a:lnTo>
                    <a:pt x="151214" y="32795"/>
                  </a:lnTo>
                  <a:lnTo>
                    <a:pt x="149670" y="35057"/>
                  </a:lnTo>
                  <a:lnTo>
                    <a:pt x="148399" y="37276"/>
                  </a:lnTo>
                  <a:lnTo>
                    <a:pt x="147984" y="38468"/>
                  </a:lnTo>
                  <a:lnTo>
                    <a:pt x="145988" y="43042"/>
                  </a:lnTo>
                  <a:lnTo>
                    <a:pt x="145338" y="43783"/>
                  </a:lnTo>
                  <a:lnTo>
                    <a:pt x="144760" y="44095"/>
                  </a:lnTo>
                  <a:lnTo>
                    <a:pt x="144526" y="43887"/>
                  </a:lnTo>
                  <a:lnTo>
                    <a:pt x="144278" y="41922"/>
                  </a:lnTo>
                  <a:lnTo>
                    <a:pt x="143054" y="37331"/>
                  </a:lnTo>
                  <a:lnTo>
                    <a:pt x="141090" y="31312"/>
                  </a:lnTo>
                  <a:lnTo>
                    <a:pt x="140517" y="30726"/>
                  </a:lnTo>
                  <a:lnTo>
                    <a:pt x="140124" y="30495"/>
                  </a:lnTo>
                  <a:lnTo>
                    <a:pt x="138668" y="30786"/>
                  </a:lnTo>
                  <a:lnTo>
                    <a:pt x="134437" y="32489"/>
                  </a:lnTo>
                  <a:lnTo>
                    <a:pt x="130870" y="33923"/>
                  </a:lnTo>
                  <a:lnTo>
                    <a:pt x="125403" y="36373"/>
                  </a:lnTo>
                  <a:lnTo>
                    <a:pt x="119532" y="38353"/>
                  </a:lnTo>
                  <a:lnTo>
                    <a:pt x="115910" y="39570"/>
                  </a:lnTo>
                  <a:lnTo>
                    <a:pt x="112761" y="39925"/>
                  </a:lnTo>
                  <a:lnTo>
                    <a:pt x="112763" y="45884"/>
                  </a:lnTo>
                  <a:lnTo>
                    <a:pt x="112772" y="57940"/>
                  </a:lnTo>
                  <a:lnTo>
                    <a:pt x="112779" y="69994"/>
                  </a:lnTo>
                  <a:lnTo>
                    <a:pt x="112786" y="82047"/>
                  </a:lnTo>
                  <a:lnTo>
                    <a:pt x="112794" y="94103"/>
                  </a:lnTo>
                  <a:lnTo>
                    <a:pt x="112801" y="106157"/>
                  </a:lnTo>
                  <a:lnTo>
                    <a:pt x="112810" y="118210"/>
                  </a:lnTo>
                  <a:lnTo>
                    <a:pt x="112817" y="130263"/>
                  </a:lnTo>
                  <a:lnTo>
                    <a:pt x="112824" y="142320"/>
                  </a:lnTo>
                  <a:lnTo>
                    <a:pt x="112826" y="147574"/>
                  </a:lnTo>
                  <a:lnTo>
                    <a:pt x="112723" y="148706"/>
                  </a:lnTo>
                  <a:lnTo>
                    <a:pt x="110916" y="148706"/>
                  </a:lnTo>
                  <a:lnTo>
                    <a:pt x="106830" y="148706"/>
                  </a:lnTo>
                  <a:lnTo>
                    <a:pt x="103392" y="148706"/>
                  </a:lnTo>
                  <a:lnTo>
                    <a:pt x="100613" y="148706"/>
                  </a:lnTo>
                  <a:lnTo>
                    <a:pt x="100617" y="155868"/>
                  </a:lnTo>
                  <a:lnTo>
                    <a:pt x="100620" y="164340"/>
                  </a:lnTo>
                  <a:lnTo>
                    <a:pt x="100624" y="172809"/>
                  </a:lnTo>
                  <a:lnTo>
                    <a:pt x="100627" y="181279"/>
                  </a:lnTo>
                  <a:lnTo>
                    <a:pt x="100632" y="189748"/>
                  </a:lnTo>
                  <a:lnTo>
                    <a:pt x="100637" y="198218"/>
                  </a:lnTo>
                  <a:lnTo>
                    <a:pt x="100640" y="206687"/>
                  </a:lnTo>
                  <a:lnTo>
                    <a:pt x="100644" y="215156"/>
                  </a:lnTo>
                  <a:lnTo>
                    <a:pt x="100648" y="223629"/>
                  </a:lnTo>
                  <a:lnTo>
                    <a:pt x="100651" y="230017"/>
                  </a:lnTo>
                  <a:lnTo>
                    <a:pt x="100651" y="230750"/>
                  </a:lnTo>
                  <a:lnTo>
                    <a:pt x="100651" y="243162"/>
                  </a:lnTo>
                  <a:lnTo>
                    <a:pt x="100651" y="256306"/>
                  </a:lnTo>
                  <a:lnTo>
                    <a:pt x="100651" y="269447"/>
                  </a:lnTo>
                  <a:lnTo>
                    <a:pt x="100651" y="282591"/>
                  </a:lnTo>
                  <a:lnTo>
                    <a:pt x="100651" y="295735"/>
                  </a:lnTo>
                  <a:lnTo>
                    <a:pt x="100651" y="308876"/>
                  </a:lnTo>
                  <a:lnTo>
                    <a:pt x="100651" y="322021"/>
                  </a:lnTo>
                  <a:lnTo>
                    <a:pt x="100651" y="335165"/>
                  </a:lnTo>
                  <a:lnTo>
                    <a:pt x="100651" y="339329"/>
                  </a:lnTo>
                  <a:lnTo>
                    <a:pt x="99400" y="339274"/>
                  </a:lnTo>
                  <a:lnTo>
                    <a:pt x="96885" y="340884"/>
                  </a:lnTo>
                  <a:lnTo>
                    <a:pt x="95281" y="342973"/>
                  </a:lnTo>
                  <a:lnTo>
                    <a:pt x="94587" y="345544"/>
                  </a:lnTo>
                  <a:lnTo>
                    <a:pt x="93665" y="347106"/>
                  </a:lnTo>
                  <a:lnTo>
                    <a:pt x="92513" y="347662"/>
                  </a:lnTo>
                  <a:lnTo>
                    <a:pt x="92005" y="348975"/>
                  </a:lnTo>
                  <a:lnTo>
                    <a:pt x="92141" y="351050"/>
                  </a:lnTo>
                  <a:lnTo>
                    <a:pt x="91698" y="352637"/>
                  </a:lnTo>
                  <a:lnTo>
                    <a:pt x="90673" y="353734"/>
                  </a:lnTo>
                  <a:lnTo>
                    <a:pt x="89020" y="353414"/>
                  </a:lnTo>
                  <a:lnTo>
                    <a:pt x="86737" y="351676"/>
                  </a:lnTo>
                  <a:lnTo>
                    <a:pt x="83832" y="351267"/>
                  </a:lnTo>
                  <a:lnTo>
                    <a:pt x="80303" y="352181"/>
                  </a:lnTo>
                  <a:lnTo>
                    <a:pt x="77767" y="351751"/>
                  </a:lnTo>
                  <a:lnTo>
                    <a:pt x="76223" y="349968"/>
                  </a:lnTo>
                  <a:lnTo>
                    <a:pt x="74584" y="348952"/>
                  </a:lnTo>
                  <a:lnTo>
                    <a:pt x="72850" y="348698"/>
                  </a:lnTo>
                  <a:lnTo>
                    <a:pt x="71845" y="347951"/>
                  </a:lnTo>
                  <a:lnTo>
                    <a:pt x="69787" y="346624"/>
                  </a:lnTo>
                  <a:lnTo>
                    <a:pt x="69394" y="344347"/>
                  </a:lnTo>
                  <a:lnTo>
                    <a:pt x="69152" y="342621"/>
                  </a:lnTo>
                  <a:lnTo>
                    <a:pt x="68567" y="340803"/>
                  </a:lnTo>
                  <a:lnTo>
                    <a:pt x="68503" y="339340"/>
                  </a:lnTo>
                  <a:lnTo>
                    <a:pt x="68962" y="338226"/>
                  </a:lnTo>
                  <a:lnTo>
                    <a:pt x="69029" y="336432"/>
                  </a:lnTo>
                  <a:lnTo>
                    <a:pt x="68699" y="333956"/>
                  </a:lnTo>
                  <a:lnTo>
                    <a:pt x="68130" y="332749"/>
                  </a:lnTo>
                  <a:lnTo>
                    <a:pt x="67323" y="332816"/>
                  </a:lnTo>
                  <a:lnTo>
                    <a:pt x="66821" y="331869"/>
                  </a:lnTo>
                  <a:lnTo>
                    <a:pt x="66625" y="329910"/>
                  </a:lnTo>
                  <a:lnTo>
                    <a:pt x="66148" y="328424"/>
                  </a:lnTo>
                  <a:lnTo>
                    <a:pt x="65013" y="326912"/>
                  </a:lnTo>
                  <a:lnTo>
                    <a:pt x="63515" y="328052"/>
                  </a:lnTo>
                  <a:lnTo>
                    <a:pt x="62808" y="329774"/>
                  </a:lnTo>
                  <a:lnTo>
                    <a:pt x="62392" y="332464"/>
                  </a:lnTo>
                  <a:lnTo>
                    <a:pt x="62014" y="333811"/>
                  </a:lnTo>
                  <a:lnTo>
                    <a:pt x="61823" y="336065"/>
                  </a:lnTo>
                  <a:lnTo>
                    <a:pt x="61738" y="337658"/>
                  </a:lnTo>
                  <a:lnTo>
                    <a:pt x="61351" y="339355"/>
                  </a:lnTo>
                  <a:lnTo>
                    <a:pt x="60952" y="340044"/>
                  </a:lnTo>
                  <a:lnTo>
                    <a:pt x="60543" y="339733"/>
                  </a:lnTo>
                  <a:lnTo>
                    <a:pt x="59772" y="340411"/>
                  </a:lnTo>
                  <a:lnTo>
                    <a:pt x="58077" y="342921"/>
                  </a:lnTo>
                  <a:lnTo>
                    <a:pt x="57595" y="344243"/>
                  </a:lnTo>
                  <a:lnTo>
                    <a:pt x="56224" y="341848"/>
                  </a:lnTo>
                  <a:lnTo>
                    <a:pt x="52227" y="332842"/>
                  </a:lnTo>
                  <a:lnTo>
                    <a:pt x="50811" y="330501"/>
                  </a:lnTo>
                  <a:lnTo>
                    <a:pt x="48716" y="324984"/>
                  </a:lnTo>
                  <a:lnTo>
                    <a:pt x="44115" y="307866"/>
                  </a:lnTo>
                  <a:lnTo>
                    <a:pt x="43458" y="304571"/>
                  </a:lnTo>
                  <a:lnTo>
                    <a:pt x="42582" y="296301"/>
                  </a:lnTo>
                  <a:lnTo>
                    <a:pt x="41572" y="290169"/>
                  </a:lnTo>
                  <a:lnTo>
                    <a:pt x="41461" y="286631"/>
                  </a:lnTo>
                  <a:lnTo>
                    <a:pt x="41943" y="284631"/>
                  </a:lnTo>
                  <a:lnTo>
                    <a:pt x="41648" y="281907"/>
                  </a:lnTo>
                  <a:lnTo>
                    <a:pt x="41130" y="279477"/>
                  </a:lnTo>
                  <a:lnTo>
                    <a:pt x="39560" y="276295"/>
                  </a:lnTo>
                  <a:lnTo>
                    <a:pt x="39115" y="265661"/>
                  </a:lnTo>
                  <a:lnTo>
                    <a:pt x="38067" y="258790"/>
                  </a:lnTo>
                  <a:lnTo>
                    <a:pt x="38292" y="253114"/>
                  </a:lnTo>
                  <a:lnTo>
                    <a:pt x="37791" y="247943"/>
                  </a:lnTo>
                  <a:lnTo>
                    <a:pt x="37742" y="244628"/>
                  </a:lnTo>
                  <a:lnTo>
                    <a:pt x="37968" y="238328"/>
                  </a:lnTo>
                  <a:lnTo>
                    <a:pt x="37125" y="231082"/>
                  </a:lnTo>
                  <a:lnTo>
                    <a:pt x="35419" y="223992"/>
                  </a:lnTo>
                  <a:lnTo>
                    <a:pt x="33879" y="213766"/>
                  </a:lnTo>
                  <a:lnTo>
                    <a:pt x="33657" y="209287"/>
                  </a:lnTo>
                  <a:lnTo>
                    <a:pt x="33821" y="197245"/>
                  </a:lnTo>
                  <a:lnTo>
                    <a:pt x="33524" y="192334"/>
                  </a:lnTo>
                  <a:lnTo>
                    <a:pt x="33541" y="186557"/>
                  </a:lnTo>
                  <a:lnTo>
                    <a:pt x="32931" y="180572"/>
                  </a:lnTo>
                  <a:lnTo>
                    <a:pt x="32681" y="177305"/>
                  </a:lnTo>
                  <a:lnTo>
                    <a:pt x="33110" y="174720"/>
                  </a:lnTo>
                  <a:lnTo>
                    <a:pt x="33363" y="175536"/>
                  </a:lnTo>
                  <a:lnTo>
                    <a:pt x="33807" y="175926"/>
                  </a:lnTo>
                  <a:lnTo>
                    <a:pt x="34102" y="172492"/>
                  </a:lnTo>
                  <a:lnTo>
                    <a:pt x="34176" y="169459"/>
                  </a:lnTo>
                  <a:lnTo>
                    <a:pt x="33406" y="161971"/>
                  </a:lnTo>
                  <a:lnTo>
                    <a:pt x="31689" y="154312"/>
                  </a:lnTo>
                  <a:lnTo>
                    <a:pt x="27440" y="141832"/>
                  </a:lnTo>
                  <a:lnTo>
                    <a:pt x="26402" y="137077"/>
                  </a:lnTo>
                  <a:lnTo>
                    <a:pt x="25808" y="133135"/>
                  </a:lnTo>
                  <a:lnTo>
                    <a:pt x="21070" y="116689"/>
                  </a:lnTo>
                  <a:lnTo>
                    <a:pt x="19044" y="105083"/>
                  </a:lnTo>
                  <a:lnTo>
                    <a:pt x="17630" y="95059"/>
                  </a:lnTo>
                  <a:lnTo>
                    <a:pt x="16092" y="90436"/>
                  </a:lnTo>
                  <a:lnTo>
                    <a:pt x="8976" y="57888"/>
                  </a:lnTo>
                  <a:lnTo>
                    <a:pt x="7398" y="52697"/>
                  </a:lnTo>
                  <a:lnTo>
                    <a:pt x="4558" y="46487"/>
                  </a:lnTo>
                  <a:lnTo>
                    <a:pt x="3894" y="44413"/>
                  </a:lnTo>
                  <a:lnTo>
                    <a:pt x="2799" y="38497"/>
                  </a:lnTo>
                  <a:lnTo>
                    <a:pt x="660" y="30556"/>
                  </a:lnTo>
                  <a:lnTo>
                    <a:pt x="144" y="23145"/>
                  </a:lnTo>
                  <a:lnTo>
                    <a:pt x="0" y="14748"/>
                  </a:lnTo>
                  <a:lnTo>
                    <a:pt x="260" y="8319"/>
                  </a:lnTo>
                  <a:lnTo>
                    <a:pt x="2204" y="7649"/>
                  </a:lnTo>
                  <a:lnTo>
                    <a:pt x="3562" y="5935"/>
                  </a:lnTo>
                  <a:lnTo>
                    <a:pt x="4785" y="5817"/>
                  </a:lnTo>
                  <a:lnTo>
                    <a:pt x="5992" y="7159"/>
                  </a:lnTo>
                  <a:lnTo>
                    <a:pt x="7273" y="7260"/>
                  </a:lnTo>
                  <a:lnTo>
                    <a:pt x="7770" y="7038"/>
                  </a:lnTo>
                  <a:lnTo>
                    <a:pt x="10072" y="7240"/>
                  </a:lnTo>
                  <a:lnTo>
                    <a:pt x="11393" y="5699"/>
                  </a:lnTo>
                  <a:lnTo>
                    <a:pt x="12960" y="4152"/>
                  </a:lnTo>
                  <a:lnTo>
                    <a:pt x="13864" y="2804"/>
                  </a:lnTo>
                  <a:lnTo>
                    <a:pt x="15130" y="1411"/>
                  </a:lnTo>
                  <a:lnTo>
                    <a:pt x="16812" y="0"/>
                  </a:lnTo>
                  <a:lnTo>
                    <a:pt x="17766" y="118"/>
                  </a:lnTo>
                  <a:lnTo>
                    <a:pt x="18938" y="646"/>
                  </a:lnTo>
                  <a:lnTo>
                    <a:pt x="20499" y="1185"/>
                  </a:lnTo>
                  <a:lnTo>
                    <a:pt x="21379" y="2138"/>
                  </a:lnTo>
                  <a:lnTo>
                    <a:pt x="22424" y="5127"/>
                  </a:lnTo>
                  <a:lnTo>
                    <a:pt x="24041" y="7854"/>
                  </a:lnTo>
                  <a:lnTo>
                    <a:pt x="25231" y="9476"/>
                  </a:lnTo>
                  <a:lnTo>
                    <a:pt x="26598" y="11614"/>
                  </a:lnTo>
                  <a:lnTo>
                    <a:pt x="27010" y="12442"/>
                  </a:lnTo>
                  <a:lnTo>
                    <a:pt x="27612" y="12898"/>
                  </a:lnTo>
                  <a:lnTo>
                    <a:pt x="27979" y="13037"/>
                  </a:lnTo>
                  <a:lnTo>
                    <a:pt x="30519" y="12708"/>
                  </a:lnTo>
                  <a:lnTo>
                    <a:pt x="32820" y="12411"/>
                  </a:lnTo>
                  <a:lnTo>
                    <a:pt x="35297" y="12419"/>
                  </a:lnTo>
                  <a:lnTo>
                    <a:pt x="39960" y="12437"/>
                  </a:lnTo>
                  <a:lnTo>
                    <a:pt x="44623" y="12454"/>
                  </a:lnTo>
                  <a:lnTo>
                    <a:pt x="49286" y="12468"/>
                  </a:lnTo>
                  <a:lnTo>
                    <a:pt x="53949" y="12486"/>
                  </a:lnTo>
                  <a:lnTo>
                    <a:pt x="58612" y="12503"/>
                  </a:lnTo>
                  <a:lnTo>
                    <a:pt x="63275" y="12520"/>
                  </a:lnTo>
                  <a:lnTo>
                    <a:pt x="67938" y="12538"/>
                  </a:lnTo>
                  <a:lnTo>
                    <a:pt x="72600" y="12555"/>
                  </a:lnTo>
                  <a:lnTo>
                    <a:pt x="74508" y="12561"/>
                  </a:lnTo>
                  <a:lnTo>
                    <a:pt x="77841" y="12656"/>
                  </a:lnTo>
                  <a:lnTo>
                    <a:pt x="81346" y="12757"/>
                  </a:lnTo>
                  <a:lnTo>
                    <a:pt x="81734" y="12927"/>
                  </a:lnTo>
                  <a:lnTo>
                    <a:pt x="82125" y="13501"/>
                  </a:lnTo>
                  <a:lnTo>
                    <a:pt x="82445" y="14038"/>
                  </a:lnTo>
                  <a:lnTo>
                    <a:pt x="83683" y="17798"/>
                  </a:lnTo>
                  <a:lnTo>
                    <a:pt x="85266" y="21734"/>
                  </a:lnTo>
                  <a:lnTo>
                    <a:pt x="86581" y="23598"/>
                  </a:lnTo>
                  <a:lnTo>
                    <a:pt x="88157" y="24698"/>
                  </a:lnTo>
                  <a:lnTo>
                    <a:pt x="89634" y="25116"/>
                  </a:lnTo>
                  <a:lnTo>
                    <a:pt x="91011" y="24845"/>
                  </a:lnTo>
                  <a:lnTo>
                    <a:pt x="93298" y="25347"/>
                  </a:lnTo>
                  <a:lnTo>
                    <a:pt x="96494" y="26622"/>
                  </a:lnTo>
                  <a:lnTo>
                    <a:pt x="99814" y="26998"/>
                  </a:lnTo>
                  <a:lnTo>
                    <a:pt x="103258" y="26475"/>
                  </a:lnTo>
                  <a:lnTo>
                    <a:pt x="105678" y="27177"/>
                  </a:lnTo>
                  <a:lnTo>
                    <a:pt x="107076" y="29101"/>
                  </a:lnTo>
                  <a:lnTo>
                    <a:pt x="108507" y="30406"/>
                  </a:lnTo>
                  <a:lnTo>
                    <a:pt x="109975" y="31087"/>
                  </a:lnTo>
                  <a:lnTo>
                    <a:pt x="111959" y="30683"/>
                  </a:lnTo>
                  <a:lnTo>
                    <a:pt x="114459" y="29196"/>
                  </a:lnTo>
                  <a:lnTo>
                    <a:pt x="116585" y="29410"/>
                  </a:lnTo>
                  <a:lnTo>
                    <a:pt x="117570" y="30489"/>
                  </a:lnTo>
                  <a:lnTo>
                    <a:pt x="118157" y="30524"/>
                  </a:lnTo>
                  <a:lnTo>
                    <a:pt x="121832" y="28960"/>
                  </a:lnTo>
                  <a:lnTo>
                    <a:pt x="124786" y="27702"/>
                  </a:lnTo>
                  <a:lnTo>
                    <a:pt x="129215" y="25702"/>
                  </a:lnTo>
                  <a:lnTo>
                    <a:pt x="132869" y="24051"/>
                  </a:lnTo>
                  <a:lnTo>
                    <a:pt x="138283" y="21604"/>
                  </a:lnTo>
                  <a:close/>
                </a:path>
              </a:pathLst>
            </a:custGeom>
            <a:solidFill>
              <a:srgbClr val="BAD8B3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6" name="pg1045"/>
            <p:cNvSpPr/>
            <p:nvPr/>
          </p:nvSpPr>
          <p:spPr>
            <a:xfrm>
              <a:off x="5374135" y="4300147"/>
              <a:ext cx="1491" cy="3537"/>
            </a:xfrm>
            <a:custGeom>
              <a:avLst/>
              <a:pathLst>
                <a:path w="1491" h="3537">
                  <a:moveTo>
                    <a:pt x="1491" y="2418"/>
                  </a:moveTo>
                  <a:lnTo>
                    <a:pt x="1104" y="3537"/>
                  </a:lnTo>
                  <a:lnTo>
                    <a:pt x="625" y="3306"/>
                  </a:lnTo>
                  <a:lnTo>
                    <a:pt x="264" y="2888"/>
                  </a:lnTo>
                  <a:lnTo>
                    <a:pt x="0" y="2279"/>
                  </a:lnTo>
                  <a:lnTo>
                    <a:pt x="260" y="0"/>
                  </a:lnTo>
                  <a:lnTo>
                    <a:pt x="1308" y="1116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7" name="pg1046"/>
            <p:cNvSpPr/>
            <p:nvPr/>
          </p:nvSpPr>
          <p:spPr>
            <a:xfrm>
              <a:off x="5378929" y="4264584"/>
              <a:ext cx="3944" cy="9020"/>
            </a:xfrm>
            <a:custGeom>
              <a:avLst/>
              <a:pathLst>
                <a:path w="3944" h="9020">
                  <a:moveTo>
                    <a:pt x="2382" y="2721"/>
                  </a:moveTo>
                  <a:lnTo>
                    <a:pt x="2955" y="3266"/>
                  </a:lnTo>
                  <a:lnTo>
                    <a:pt x="3944" y="3171"/>
                  </a:lnTo>
                  <a:lnTo>
                    <a:pt x="3720" y="8212"/>
                  </a:lnTo>
                  <a:lnTo>
                    <a:pt x="2328" y="9020"/>
                  </a:lnTo>
                  <a:lnTo>
                    <a:pt x="1844" y="8974"/>
                  </a:lnTo>
                  <a:lnTo>
                    <a:pt x="1534" y="7915"/>
                  </a:lnTo>
                  <a:lnTo>
                    <a:pt x="736" y="7216"/>
                  </a:lnTo>
                  <a:lnTo>
                    <a:pt x="775" y="5488"/>
                  </a:lnTo>
                  <a:lnTo>
                    <a:pt x="0" y="1618"/>
                  </a:lnTo>
                  <a:lnTo>
                    <a:pt x="1347" y="1033"/>
                  </a:lnTo>
                  <a:lnTo>
                    <a:pt x="2108" y="0"/>
                  </a:lnTo>
                  <a:lnTo>
                    <a:pt x="2066" y="940"/>
                  </a:lnTo>
                  <a:lnTo>
                    <a:pt x="2183" y="2040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8" name="pg1047"/>
            <p:cNvSpPr/>
            <p:nvPr/>
          </p:nvSpPr>
          <p:spPr>
            <a:xfrm>
              <a:off x="5369390" y="4244953"/>
              <a:ext cx="4848" cy="14633"/>
            </a:xfrm>
            <a:custGeom>
              <a:avLst/>
              <a:pathLst>
                <a:path w="4848" h="14633">
                  <a:moveTo>
                    <a:pt x="4486" y="14393"/>
                  </a:moveTo>
                  <a:lnTo>
                    <a:pt x="3820" y="14633"/>
                  </a:lnTo>
                  <a:lnTo>
                    <a:pt x="2931" y="12506"/>
                  </a:lnTo>
                  <a:lnTo>
                    <a:pt x="1232" y="11438"/>
                  </a:lnTo>
                  <a:lnTo>
                    <a:pt x="486" y="9565"/>
                  </a:lnTo>
                  <a:lnTo>
                    <a:pt x="0" y="7358"/>
                  </a:lnTo>
                  <a:lnTo>
                    <a:pt x="962" y="6813"/>
                  </a:lnTo>
                  <a:lnTo>
                    <a:pt x="1910" y="3840"/>
                  </a:lnTo>
                  <a:lnTo>
                    <a:pt x="1263" y="2735"/>
                  </a:lnTo>
                  <a:lnTo>
                    <a:pt x="150" y="2539"/>
                  </a:lnTo>
                  <a:lnTo>
                    <a:pt x="280" y="1379"/>
                  </a:lnTo>
                  <a:lnTo>
                    <a:pt x="2087" y="0"/>
                  </a:lnTo>
                  <a:lnTo>
                    <a:pt x="2878" y="799"/>
                  </a:lnTo>
                  <a:lnTo>
                    <a:pt x="3232" y="1742"/>
                  </a:lnTo>
                  <a:lnTo>
                    <a:pt x="3177" y="6440"/>
                  </a:lnTo>
                  <a:lnTo>
                    <a:pt x="3998" y="7935"/>
                  </a:lnTo>
                  <a:lnTo>
                    <a:pt x="4848" y="11280"/>
                  </a:lnTo>
                  <a:lnTo>
                    <a:pt x="4845" y="12217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9" name="pg1048"/>
            <p:cNvSpPr/>
            <p:nvPr/>
          </p:nvSpPr>
          <p:spPr>
            <a:xfrm>
              <a:off x="5362819" y="4237266"/>
              <a:ext cx="2160" cy="8723"/>
            </a:xfrm>
            <a:custGeom>
              <a:avLst/>
              <a:pathLst>
                <a:path w="2160" h="8723">
                  <a:moveTo>
                    <a:pt x="648" y="8431"/>
                  </a:moveTo>
                  <a:lnTo>
                    <a:pt x="0" y="8723"/>
                  </a:lnTo>
                  <a:lnTo>
                    <a:pt x="783" y="6019"/>
                  </a:lnTo>
                  <a:lnTo>
                    <a:pt x="805" y="4366"/>
                  </a:lnTo>
                  <a:lnTo>
                    <a:pt x="1120" y="1096"/>
                  </a:lnTo>
                  <a:lnTo>
                    <a:pt x="1084" y="0"/>
                  </a:lnTo>
                  <a:lnTo>
                    <a:pt x="1598" y="144"/>
                  </a:lnTo>
                  <a:lnTo>
                    <a:pt x="2160" y="1087"/>
                  </a:lnTo>
                  <a:lnTo>
                    <a:pt x="1515" y="1895"/>
                  </a:lnTo>
                  <a:lnTo>
                    <a:pt x="1300" y="3309"/>
                  </a:lnTo>
                  <a:lnTo>
                    <a:pt x="1323" y="5081"/>
                  </a:lnTo>
                  <a:lnTo>
                    <a:pt x="1572" y="5404"/>
                  </a:lnTo>
                  <a:lnTo>
                    <a:pt x="1161" y="7343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0" name="pg1049"/>
            <p:cNvSpPr/>
            <p:nvPr/>
          </p:nvSpPr>
          <p:spPr>
            <a:xfrm>
              <a:off x="5332884" y="4229232"/>
              <a:ext cx="36159" cy="66032"/>
            </a:xfrm>
            <a:custGeom>
              <a:avLst/>
              <a:pathLst>
                <a:path w="36159" h="66032">
                  <a:moveTo>
                    <a:pt x="2011" y="3090"/>
                  </a:moveTo>
                  <a:lnTo>
                    <a:pt x="3385" y="4945"/>
                  </a:lnTo>
                  <a:lnTo>
                    <a:pt x="4858" y="4158"/>
                  </a:lnTo>
                  <a:lnTo>
                    <a:pt x="6712" y="7081"/>
                  </a:lnTo>
                  <a:lnTo>
                    <a:pt x="11436" y="15943"/>
                  </a:lnTo>
                  <a:lnTo>
                    <a:pt x="13096" y="17818"/>
                  </a:lnTo>
                  <a:lnTo>
                    <a:pt x="14070" y="18537"/>
                  </a:lnTo>
                  <a:lnTo>
                    <a:pt x="14807" y="19988"/>
                  </a:lnTo>
                  <a:lnTo>
                    <a:pt x="15469" y="22029"/>
                  </a:lnTo>
                  <a:lnTo>
                    <a:pt x="16370" y="23471"/>
                  </a:lnTo>
                  <a:lnTo>
                    <a:pt x="16759" y="24816"/>
                  </a:lnTo>
                  <a:lnTo>
                    <a:pt x="16857" y="26631"/>
                  </a:lnTo>
                  <a:lnTo>
                    <a:pt x="17182" y="27748"/>
                  </a:lnTo>
                  <a:lnTo>
                    <a:pt x="18830" y="30685"/>
                  </a:lnTo>
                  <a:lnTo>
                    <a:pt x="19810" y="33262"/>
                  </a:lnTo>
                  <a:lnTo>
                    <a:pt x="21172" y="34578"/>
                  </a:lnTo>
                  <a:lnTo>
                    <a:pt x="21760" y="36116"/>
                  </a:lnTo>
                  <a:lnTo>
                    <a:pt x="22522" y="36867"/>
                  </a:lnTo>
                  <a:lnTo>
                    <a:pt x="23304" y="38439"/>
                  </a:lnTo>
                  <a:lnTo>
                    <a:pt x="24624" y="39666"/>
                  </a:lnTo>
                  <a:lnTo>
                    <a:pt x="27616" y="44196"/>
                  </a:lnTo>
                  <a:lnTo>
                    <a:pt x="29927" y="48499"/>
                  </a:lnTo>
                  <a:lnTo>
                    <a:pt x="31079" y="51159"/>
                  </a:lnTo>
                  <a:lnTo>
                    <a:pt x="32324" y="53528"/>
                  </a:lnTo>
                  <a:lnTo>
                    <a:pt x="33914" y="55418"/>
                  </a:lnTo>
                  <a:lnTo>
                    <a:pt x="35404" y="57580"/>
                  </a:lnTo>
                  <a:lnTo>
                    <a:pt x="36159" y="62644"/>
                  </a:lnTo>
                  <a:lnTo>
                    <a:pt x="35745" y="64456"/>
                  </a:lnTo>
                  <a:lnTo>
                    <a:pt x="34888" y="65357"/>
                  </a:lnTo>
                  <a:lnTo>
                    <a:pt x="34095" y="65420"/>
                  </a:lnTo>
                  <a:lnTo>
                    <a:pt x="33354" y="66032"/>
                  </a:lnTo>
                  <a:lnTo>
                    <a:pt x="30873" y="62762"/>
                  </a:lnTo>
                  <a:lnTo>
                    <a:pt x="30283" y="62280"/>
                  </a:lnTo>
                  <a:lnTo>
                    <a:pt x="29623" y="62482"/>
                  </a:lnTo>
                  <a:lnTo>
                    <a:pt x="29254" y="61758"/>
                  </a:lnTo>
                  <a:lnTo>
                    <a:pt x="28994" y="60714"/>
                  </a:lnTo>
                  <a:lnTo>
                    <a:pt x="27481" y="59499"/>
                  </a:lnTo>
                  <a:lnTo>
                    <a:pt x="26072" y="57551"/>
                  </a:lnTo>
                  <a:lnTo>
                    <a:pt x="25664" y="56229"/>
                  </a:lnTo>
                  <a:lnTo>
                    <a:pt x="25427" y="54584"/>
                  </a:lnTo>
                  <a:lnTo>
                    <a:pt x="25090" y="53635"/>
                  </a:lnTo>
                  <a:lnTo>
                    <a:pt x="23103" y="52198"/>
                  </a:lnTo>
                  <a:lnTo>
                    <a:pt x="21767" y="50596"/>
                  </a:lnTo>
                  <a:lnTo>
                    <a:pt x="20797" y="48337"/>
                  </a:lnTo>
                  <a:lnTo>
                    <a:pt x="19291" y="46767"/>
                  </a:lnTo>
                  <a:lnTo>
                    <a:pt x="16944" y="43541"/>
                  </a:lnTo>
                  <a:lnTo>
                    <a:pt x="15737" y="42508"/>
                  </a:lnTo>
                  <a:lnTo>
                    <a:pt x="14681" y="40895"/>
                  </a:lnTo>
                  <a:lnTo>
                    <a:pt x="11856" y="35026"/>
                  </a:lnTo>
                  <a:lnTo>
                    <a:pt x="10848" y="33932"/>
                  </a:lnTo>
                  <a:lnTo>
                    <a:pt x="9968" y="31323"/>
                  </a:lnTo>
                  <a:lnTo>
                    <a:pt x="7536" y="25134"/>
                  </a:lnTo>
                  <a:lnTo>
                    <a:pt x="6363" y="22586"/>
                  </a:lnTo>
                  <a:lnTo>
                    <a:pt x="5086" y="20317"/>
                  </a:lnTo>
                  <a:lnTo>
                    <a:pt x="4109" y="17663"/>
                  </a:lnTo>
                  <a:lnTo>
                    <a:pt x="3358" y="14514"/>
                  </a:lnTo>
                  <a:lnTo>
                    <a:pt x="1613" y="10007"/>
                  </a:lnTo>
                  <a:lnTo>
                    <a:pt x="1399" y="8079"/>
                  </a:lnTo>
                  <a:lnTo>
                    <a:pt x="1472" y="6100"/>
                  </a:lnTo>
                  <a:lnTo>
                    <a:pt x="1051" y="4827"/>
                  </a:lnTo>
                  <a:lnTo>
                    <a:pt x="337" y="4051"/>
                  </a:lnTo>
                  <a:lnTo>
                    <a:pt x="0" y="2721"/>
                  </a:lnTo>
                  <a:lnTo>
                    <a:pt x="39" y="926"/>
                  </a:lnTo>
                  <a:lnTo>
                    <a:pt x="272" y="0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1" name="pg1050"/>
            <p:cNvSpPr/>
            <p:nvPr/>
          </p:nvSpPr>
          <p:spPr>
            <a:xfrm>
              <a:off x="5282806" y="4198890"/>
              <a:ext cx="571" cy="6455"/>
            </a:xfrm>
            <a:custGeom>
              <a:avLst/>
              <a:pathLst>
                <a:path w="571" h="6455">
                  <a:moveTo>
                    <a:pt x="286" y="5823"/>
                  </a:moveTo>
                  <a:lnTo>
                    <a:pt x="99" y="6455"/>
                  </a:lnTo>
                  <a:lnTo>
                    <a:pt x="0" y="1763"/>
                  </a:lnTo>
                  <a:lnTo>
                    <a:pt x="385" y="0"/>
                  </a:lnTo>
                  <a:lnTo>
                    <a:pt x="571" y="3653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2" name="pg1051"/>
            <p:cNvSpPr/>
            <p:nvPr/>
          </p:nvSpPr>
          <p:spPr>
            <a:xfrm>
              <a:off x="3335724" y="2939139"/>
              <a:ext cx="192549" cy="349316"/>
            </a:xfrm>
            <a:custGeom>
              <a:avLst/>
              <a:pathLst>
                <a:path w="192549" h="349316">
                  <a:moveTo>
                    <a:pt x="180555" y="15415"/>
                  </a:moveTo>
                  <a:lnTo>
                    <a:pt x="181895" y="32489"/>
                  </a:lnTo>
                  <a:lnTo>
                    <a:pt x="182910" y="47154"/>
                  </a:lnTo>
                  <a:lnTo>
                    <a:pt x="182978" y="56499"/>
                  </a:lnTo>
                  <a:lnTo>
                    <a:pt x="183027" y="58935"/>
                  </a:lnTo>
                  <a:lnTo>
                    <a:pt x="183441" y="60588"/>
                  </a:lnTo>
                  <a:lnTo>
                    <a:pt x="184389" y="62240"/>
                  </a:lnTo>
                  <a:lnTo>
                    <a:pt x="188212" y="75748"/>
                  </a:lnTo>
                  <a:lnTo>
                    <a:pt x="187396" y="78097"/>
                  </a:lnTo>
                  <a:lnTo>
                    <a:pt x="187966" y="82281"/>
                  </a:lnTo>
                  <a:lnTo>
                    <a:pt x="188957" y="84082"/>
                  </a:lnTo>
                  <a:lnTo>
                    <a:pt x="192136" y="92134"/>
                  </a:lnTo>
                  <a:lnTo>
                    <a:pt x="192549" y="93720"/>
                  </a:lnTo>
                  <a:lnTo>
                    <a:pt x="192374" y="94991"/>
                  </a:lnTo>
                  <a:lnTo>
                    <a:pt x="190149" y="104464"/>
                  </a:lnTo>
                  <a:lnTo>
                    <a:pt x="189769" y="106784"/>
                  </a:lnTo>
                  <a:lnTo>
                    <a:pt x="189325" y="118865"/>
                  </a:lnTo>
                  <a:lnTo>
                    <a:pt x="189012" y="127388"/>
                  </a:lnTo>
                  <a:lnTo>
                    <a:pt x="188581" y="139088"/>
                  </a:lnTo>
                  <a:lnTo>
                    <a:pt x="188068" y="153088"/>
                  </a:lnTo>
                  <a:lnTo>
                    <a:pt x="187654" y="164901"/>
                  </a:lnTo>
                  <a:lnTo>
                    <a:pt x="187108" y="180526"/>
                  </a:lnTo>
                  <a:lnTo>
                    <a:pt x="186591" y="195303"/>
                  </a:lnTo>
                  <a:lnTo>
                    <a:pt x="183396" y="203415"/>
                  </a:lnTo>
                  <a:lnTo>
                    <a:pt x="177723" y="217813"/>
                  </a:lnTo>
                  <a:lnTo>
                    <a:pt x="173108" y="229528"/>
                  </a:lnTo>
                  <a:lnTo>
                    <a:pt x="170795" y="237370"/>
                  </a:lnTo>
                  <a:lnTo>
                    <a:pt x="166273" y="252696"/>
                  </a:lnTo>
                  <a:lnTo>
                    <a:pt x="164265" y="262605"/>
                  </a:lnTo>
                  <a:lnTo>
                    <a:pt x="162696" y="267783"/>
                  </a:lnTo>
                  <a:lnTo>
                    <a:pt x="161899" y="269995"/>
                  </a:lnTo>
                  <a:lnTo>
                    <a:pt x="162600" y="277271"/>
                  </a:lnTo>
                  <a:lnTo>
                    <a:pt x="163826" y="289973"/>
                  </a:lnTo>
                  <a:lnTo>
                    <a:pt x="161640" y="290056"/>
                  </a:lnTo>
                  <a:lnTo>
                    <a:pt x="160383" y="290970"/>
                  </a:lnTo>
                  <a:lnTo>
                    <a:pt x="158799" y="293860"/>
                  </a:lnTo>
                  <a:lnTo>
                    <a:pt x="157027" y="294998"/>
                  </a:lnTo>
                  <a:lnTo>
                    <a:pt x="154872" y="297524"/>
                  </a:lnTo>
                  <a:lnTo>
                    <a:pt x="153511" y="299553"/>
                  </a:lnTo>
                  <a:lnTo>
                    <a:pt x="152229" y="301143"/>
                  </a:lnTo>
                  <a:lnTo>
                    <a:pt x="150466" y="305050"/>
                  </a:lnTo>
                  <a:lnTo>
                    <a:pt x="149894" y="308022"/>
                  </a:lnTo>
                  <a:lnTo>
                    <a:pt x="148137" y="308615"/>
                  </a:lnTo>
                  <a:lnTo>
                    <a:pt x="145687" y="308120"/>
                  </a:lnTo>
                  <a:lnTo>
                    <a:pt x="144128" y="305125"/>
                  </a:lnTo>
                  <a:lnTo>
                    <a:pt x="140512" y="301996"/>
                  </a:lnTo>
                  <a:lnTo>
                    <a:pt x="138168" y="300730"/>
                  </a:lnTo>
                  <a:lnTo>
                    <a:pt x="137082" y="300344"/>
                  </a:lnTo>
                  <a:lnTo>
                    <a:pt x="131561" y="299814"/>
                  </a:lnTo>
                  <a:lnTo>
                    <a:pt x="125674" y="301035"/>
                  </a:lnTo>
                  <a:lnTo>
                    <a:pt x="122673" y="302489"/>
                  </a:lnTo>
                  <a:lnTo>
                    <a:pt x="122125" y="302811"/>
                  </a:lnTo>
                  <a:lnTo>
                    <a:pt x="120424" y="304701"/>
                  </a:lnTo>
                  <a:lnTo>
                    <a:pt x="119013" y="306796"/>
                  </a:lnTo>
                  <a:lnTo>
                    <a:pt x="115194" y="316388"/>
                  </a:lnTo>
                  <a:lnTo>
                    <a:pt x="110144" y="316068"/>
                  </a:lnTo>
                  <a:lnTo>
                    <a:pt x="107171" y="315004"/>
                  </a:lnTo>
                  <a:lnTo>
                    <a:pt x="104648" y="313507"/>
                  </a:lnTo>
                  <a:lnTo>
                    <a:pt x="101058" y="309029"/>
                  </a:lnTo>
                  <a:lnTo>
                    <a:pt x="96658" y="302189"/>
                  </a:lnTo>
                  <a:lnTo>
                    <a:pt x="94961" y="301256"/>
                  </a:lnTo>
                  <a:lnTo>
                    <a:pt x="93434" y="300719"/>
                  </a:lnTo>
                  <a:lnTo>
                    <a:pt x="92925" y="300808"/>
                  </a:lnTo>
                  <a:lnTo>
                    <a:pt x="87674" y="307626"/>
                  </a:lnTo>
                  <a:lnTo>
                    <a:pt x="86661" y="307476"/>
                  </a:lnTo>
                  <a:lnTo>
                    <a:pt x="85422" y="308242"/>
                  </a:lnTo>
                  <a:lnTo>
                    <a:pt x="84605" y="309933"/>
                  </a:lnTo>
                  <a:lnTo>
                    <a:pt x="84004" y="310787"/>
                  </a:lnTo>
                  <a:lnTo>
                    <a:pt x="83375" y="310924"/>
                  </a:lnTo>
                  <a:lnTo>
                    <a:pt x="82548" y="310550"/>
                  </a:lnTo>
                  <a:lnTo>
                    <a:pt x="81736" y="309514"/>
                  </a:lnTo>
                  <a:lnTo>
                    <a:pt x="80928" y="307611"/>
                  </a:lnTo>
                  <a:lnTo>
                    <a:pt x="78762" y="300029"/>
                  </a:lnTo>
                  <a:lnTo>
                    <a:pt x="78315" y="298703"/>
                  </a:lnTo>
                  <a:lnTo>
                    <a:pt x="77391" y="296449"/>
                  </a:lnTo>
                  <a:lnTo>
                    <a:pt x="75834" y="292956"/>
                  </a:lnTo>
                  <a:lnTo>
                    <a:pt x="74779" y="291326"/>
                  </a:lnTo>
                  <a:lnTo>
                    <a:pt x="74138" y="290906"/>
                  </a:lnTo>
                  <a:lnTo>
                    <a:pt x="73372" y="291182"/>
                  </a:lnTo>
                  <a:lnTo>
                    <a:pt x="69154" y="288176"/>
                  </a:lnTo>
                  <a:lnTo>
                    <a:pt x="64935" y="285001"/>
                  </a:lnTo>
                  <a:lnTo>
                    <a:pt x="64006" y="285405"/>
                  </a:lnTo>
                  <a:lnTo>
                    <a:pt x="63346" y="286064"/>
                  </a:lnTo>
                  <a:lnTo>
                    <a:pt x="61887" y="288417"/>
                  </a:lnTo>
                  <a:lnTo>
                    <a:pt x="60168" y="288846"/>
                  </a:lnTo>
                  <a:lnTo>
                    <a:pt x="57984" y="288657"/>
                  </a:lnTo>
                  <a:lnTo>
                    <a:pt x="56785" y="288342"/>
                  </a:lnTo>
                  <a:lnTo>
                    <a:pt x="54854" y="289127"/>
                  </a:lnTo>
                  <a:lnTo>
                    <a:pt x="53570" y="290055"/>
                  </a:lnTo>
                  <a:lnTo>
                    <a:pt x="51887" y="291659"/>
                  </a:lnTo>
                  <a:lnTo>
                    <a:pt x="49703" y="295986"/>
                  </a:lnTo>
                  <a:lnTo>
                    <a:pt x="49077" y="296546"/>
                  </a:lnTo>
                  <a:lnTo>
                    <a:pt x="48550" y="297268"/>
                  </a:lnTo>
                  <a:lnTo>
                    <a:pt x="47816" y="309154"/>
                  </a:lnTo>
                  <a:lnTo>
                    <a:pt x="47224" y="312723"/>
                  </a:lnTo>
                  <a:lnTo>
                    <a:pt x="46116" y="317440"/>
                  </a:lnTo>
                  <a:lnTo>
                    <a:pt x="43939" y="321957"/>
                  </a:lnTo>
                  <a:lnTo>
                    <a:pt x="42445" y="324681"/>
                  </a:lnTo>
                  <a:lnTo>
                    <a:pt x="42411" y="328366"/>
                  </a:lnTo>
                  <a:lnTo>
                    <a:pt x="42293" y="334384"/>
                  </a:lnTo>
                  <a:lnTo>
                    <a:pt x="42273" y="338522"/>
                  </a:lnTo>
                  <a:lnTo>
                    <a:pt x="42371" y="341217"/>
                  </a:lnTo>
                  <a:lnTo>
                    <a:pt x="42122" y="342500"/>
                  </a:lnTo>
                  <a:lnTo>
                    <a:pt x="42020" y="343672"/>
                  </a:lnTo>
                  <a:lnTo>
                    <a:pt x="42101" y="345432"/>
                  </a:lnTo>
                  <a:lnTo>
                    <a:pt x="42454" y="346262"/>
                  </a:lnTo>
                  <a:lnTo>
                    <a:pt x="42665" y="347361"/>
                  </a:lnTo>
                  <a:lnTo>
                    <a:pt x="42524" y="348266"/>
                  </a:lnTo>
                  <a:lnTo>
                    <a:pt x="41820" y="349316"/>
                  </a:lnTo>
                  <a:lnTo>
                    <a:pt x="41044" y="346622"/>
                  </a:lnTo>
                  <a:lnTo>
                    <a:pt x="40046" y="344716"/>
                  </a:lnTo>
                  <a:lnTo>
                    <a:pt x="38951" y="343874"/>
                  </a:lnTo>
                  <a:lnTo>
                    <a:pt x="38210" y="342494"/>
                  </a:lnTo>
                  <a:lnTo>
                    <a:pt x="37823" y="340581"/>
                  </a:lnTo>
                  <a:lnTo>
                    <a:pt x="36387" y="336853"/>
                  </a:lnTo>
                  <a:lnTo>
                    <a:pt x="33079" y="329476"/>
                  </a:lnTo>
                  <a:lnTo>
                    <a:pt x="32738" y="329300"/>
                  </a:lnTo>
                  <a:lnTo>
                    <a:pt x="32191" y="329000"/>
                  </a:lnTo>
                  <a:lnTo>
                    <a:pt x="31255" y="329893"/>
                  </a:lnTo>
                  <a:lnTo>
                    <a:pt x="30681" y="331099"/>
                  </a:lnTo>
                  <a:lnTo>
                    <a:pt x="30279" y="331572"/>
                  </a:lnTo>
                  <a:lnTo>
                    <a:pt x="29670" y="331644"/>
                  </a:lnTo>
                  <a:lnTo>
                    <a:pt x="28097" y="332576"/>
                  </a:lnTo>
                  <a:lnTo>
                    <a:pt x="26838" y="333784"/>
                  </a:lnTo>
                  <a:lnTo>
                    <a:pt x="26804" y="334774"/>
                  </a:lnTo>
                  <a:lnTo>
                    <a:pt x="27406" y="340362"/>
                  </a:lnTo>
                  <a:lnTo>
                    <a:pt x="27120" y="343383"/>
                  </a:lnTo>
                  <a:lnTo>
                    <a:pt x="26561" y="341937"/>
                  </a:lnTo>
                  <a:lnTo>
                    <a:pt x="24746" y="336309"/>
                  </a:lnTo>
                  <a:lnTo>
                    <a:pt x="23491" y="332128"/>
                  </a:lnTo>
                  <a:lnTo>
                    <a:pt x="23266" y="331200"/>
                  </a:lnTo>
                  <a:lnTo>
                    <a:pt x="23089" y="329764"/>
                  </a:lnTo>
                  <a:lnTo>
                    <a:pt x="23212" y="329138"/>
                  </a:lnTo>
                  <a:lnTo>
                    <a:pt x="23710" y="328704"/>
                  </a:lnTo>
                  <a:lnTo>
                    <a:pt x="24861" y="328150"/>
                  </a:lnTo>
                  <a:lnTo>
                    <a:pt x="25075" y="327717"/>
                  </a:lnTo>
                  <a:lnTo>
                    <a:pt x="25134" y="326570"/>
                  </a:lnTo>
                  <a:lnTo>
                    <a:pt x="24955" y="324432"/>
                  </a:lnTo>
                  <a:lnTo>
                    <a:pt x="24324" y="321536"/>
                  </a:lnTo>
                  <a:lnTo>
                    <a:pt x="23652" y="319620"/>
                  </a:lnTo>
                  <a:lnTo>
                    <a:pt x="23277" y="319245"/>
                  </a:lnTo>
                  <a:lnTo>
                    <a:pt x="22589" y="319178"/>
                  </a:lnTo>
                  <a:lnTo>
                    <a:pt x="21842" y="319438"/>
                  </a:lnTo>
                  <a:lnTo>
                    <a:pt x="20438" y="321788"/>
                  </a:lnTo>
                  <a:lnTo>
                    <a:pt x="19816" y="322220"/>
                  </a:lnTo>
                  <a:lnTo>
                    <a:pt x="18368" y="322026"/>
                  </a:lnTo>
                  <a:lnTo>
                    <a:pt x="17075" y="321566"/>
                  </a:lnTo>
                  <a:lnTo>
                    <a:pt x="16289" y="320353"/>
                  </a:lnTo>
                  <a:lnTo>
                    <a:pt x="13952" y="315690"/>
                  </a:lnTo>
                  <a:lnTo>
                    <a:pt x="11369" y="310759"/>
                  </a:lnTo>
                  <a:lnTo>
                    <a:pt x="10286" y="310060"/>
                  </a:lnTo>
                  <a:lnTo>
                    <a:pt x="10035" y="309555"/>
                  </a:lnTo>
                  <a:lnTo>
                    <a:pt x="9861" y="305759"/>
                  </a:lnTo>
                  <a:lnTo>
                    <a:pt x="9906" y="301204"/>
                  </a:lnTo>
                  <a:lnTo>
                    <a:pt x="10049" y="300012"/>
                  </a:lnTo>
                  <a:lnTo>
                    <a:pt x="11126" y="300723"/>
                  </a:lnTo>
                  <a:lnTo>
                    <a:pt x="12272" y="301054"/>
                  </a:lnTo>
                  <a:lnTo>
                    <a:pt x="12641" y="300228"/>
                  </a:lnTo>
                  <a:lnTo>
                    <a:pt x="11725" y="298608"/>
                  </a:lnTo>
                  <a:lnTo>
                    <a:pt x="10407" y="296967"/>
                  </a:lnTo>
                  <a:lnTo>
                    <a:pt x="9918" y="294483"/>
                  </a:lnTo>
                  <a:lnTo>
                    <a:pt x="9539" y="293620"/>
                  </a:lnTo>
                  <a:lnTo>
                    <a:pt x="8946" y="292740"/>
                  </a:lnTo>
                  <a:lnTo>
                    <a:pt x="8268" y="292283"/>
                  </a:lnTo>
                  <a:lnTo>
                    <a:pt x="7582" y="291584"/>
                  </a:lnTo>
                  <a:lnTo>
                    <a:pt x="7115" y="290861"/>
                  </a:lnTo>
                  <a:lnTo>
                    <a:pt x="6345" y="290540"/>
                  </a:lnTo>
                  <a:lnTo>
                    <a:pt x="5536" y="290007"/>
                  </a:lnTo>
                  <a:lnTo>
                    <a:pt x="4369" y="285979"/>
                  </a:lnTo>
                  <a:lnTo>
                    <a:pt x="3233" y="282067"/>
                  </a:lnTo>
                  <a:lnTo>
                    <a:pt x="2561" y="278987"/>
                  </a:lnTo>
                  <a:lnTo>
                    <a:pt x="2327" y="277136"/>
                  </a:lnTo>
                  <a:lnTo>
                    <a:pt x="2664" y="273980"/>
                  </a:lnTo>
                  <a:lnTo>
                    <a:pt x="2324" y="272732"/>
                  </a:lnTo>
                  <a:lnTo>
                    <a:pt x="1056" y="269529"/>
                  </a:lnTo>
                  <a:lnTo>
                    <a:pt x="0" y="266551"/>
                  </a:lnTo>
                  <a:lnTo>
                    <a:pt x="258" y="261950"/>
                  </a:lnTo>
                  <a:lnTo>
                    <a:pt x="473" y="258112"/>
                  </a:lnTo>
                  <a:lnTo>
                    <a:pt x="486" y="255682"/>
                  </a:lnTo>
                  <a:lnTo>
                    <a:pt x="653" y="254310"/>
                  </a:lnTo>
                  <a:lnTo>
                    <a:pt x="790" y="252768"/>
                  </a:lnTo>
                  <a:lnTo>
                    <a:pt x="1491" y="252280"/>
                  </a:lnTo>
                  <a:lnTo>
                    <a:pt x="3280" y="252315"/>
                  </a:lnTo>
                  <a:lnTo>
                    <a:pt x="6761" y="253028"/>
                  </a:lnTo>
                  <a:lnTo>
                    <a:pt x="9549" y="252223"/>
                  </a:lnTo>
                  <a:lnTo>
                    <a:pt x="9703" y="252081"/>
                  </a:lnTo>
                  <a:lnTo>
                    <a:pt x="11668" y="247968"/>
                  </a:lnTo>
                  <a:lnTo>
                    <a:pt x="13848" y="243649"/>
                  </a:lnTo>
                  <a:lnTo>
                    <a:pt x="17126" y="243229"/>
                  </a:lnTo>
                  <a:lnTo>
                    <a:pt x="20663" y="242779"/>
                  </a:lnTo>
                  <a:lnTo>
                    <a:pt x="23452" y="242553"/>
                  </a:lnTo>
                  <a:lnTo>
                    <a:pt x="27505" y="242227"/>
                  </a:lnTo>
                  <a:lnTo>
                    <a:pt x="30782" y="241947"/>
                  </a:lnTo>
                  <a:lnTo>
                    <a:pt x="34577" y="241619"/>
                  </a:lnTo>
                  <a:lnTo>
                    <a:pt x="34693" y="239630"/>
                  </a:lnTo>
                  <a:lnTo>
                    <a:pt x="34922" y="239140"/>
                  </a:lnTo>
                  <a:lnTo>
                    <a:pt x="35297" y="239071"/>
                  </a:lnTo>
                  <a:lnTo>
                    <a:pt x="38087" y="240137"/>
                  </a:lnTo>
                  <a:lnTo>
                    <a:pt x="40710" y="241165"/>
                  </a:lnTo>
                  <a:lnTo>
                    <a:pt x="40908" y="237419"/>
                  </a:lnTo>
                  <a:lnTo>
                    <a:pt x="43212" y="232733"/>
                  </a:lnTo>
                  <a:lnTo>
                    <a:pt x="44515" y="231778"/>
                  </a:lnTo>
                  <a:lnTo>
                    <a:pt x="44837" y="230960"/>
                  </a:lnTo>
                  <a:lnTo>
                    <a:pt x="45252" y="229377"/>
                  </a:lnTo>
                  <a:lnTo>
                    <a:pt x="45508" y="226933"/>
                  </a:lnTo>
                  <a:lnTo>
                    <a:pt x="45621" y="225194"/>
                  </a:lnTo>
                  <a:lnTo>
                    <a:pt x="46106" y="223751"/>
                  </a:lnTo>
                  <a:lnTo>
                    <a:pt x="46461" y="221095"/>
                  </a:lnTo>
                  <a:lnTo>
                    <a:pt x="46932" y="216451"/>
                  </a:lnTo>
                  <a:lnTo>
                    <a:pt x="48229" y="211575"/>
                  </a:lnTo>
                  <a:lnTo>
                    <a:pt x="48971" y="204954"/>
                  </a:lnTo>
                  <a:lnTo>
                    <a:pt x="49082" y="198560"/>
                  </a:lnTo>
                  <a:lnTo>
                    <a:pt x="49224" y="193699"/>
                  </a:lnTo>
                  <a:lnTo>
                    <a:pt x="49611" y="192703"/>
                  </a:lnTo>
                  <a:lnTo>
                    <a:pt x="49599" y="184074"/>
                  </a:lnTo>
                  <a:lnTo>
                    <a:pt x="49587" y="175394"/>
                  </a:lnTo>
                  <a:lnTo>
                    <a:pt x="49578" y="168055"/>
                  </a:lnTo>
                  <a:lnTo>
                    <a:pt x="49565" y="158927"/>
                  </a:lnTo>
                  <a:lnTo>
                    <a:pt x="49554" y="150915"/>
                  </a:lnTo>
                  <a:lnTo>
                    <a:pt x="49542" y="142235"/>
                  </a:lnTo>
                  <a:lnTo>
                    <a:pt x="49533" y="134442"/>
                  </a:lnTo>
                  <a:lnTo>
                    <a:pt x="49526" y="129280"/>
                  </a:lnTo>
                  <a:lnTo>
                    <a:pt x="52183" y="128046"/>
                  </a:lnTo>
                  <a:lnTo>
                    <a:pt x="54932" y="126768"/>
                  </a:lnTo>
                  <a:lnTo>
                    <a:pt x="58955" y="124898"/>
                  </a:lnTo>
                  <a:lnTo>
                    <a:pt x="63310" y="122875"/>
                  </a:lnTo>
                  <a:lnTo>
                    <a:pt x="68059" y="120667"/>
                  </a:lnTo>
                  <a:lnTo>
                    <a:pt x="69135" y="119340"/>
                  </a:lnTo>
                  <a:lnTo>
                    <a:pt x="72718" y="111869"/>
                  </a:lnTo>
                  <a:lnTo>
                    <a:pt x="74336" y="108496"/>
                  </a:lnTo>
                  <a:lnTo>
                    <a:pt x="77549" y="101794"/>
                  </a:lnTo>
                  <a:lnTo>
                    <a:pt x="80030" y="96620"/>
                  </a:lnTo>
                  <a:lnTo>
                    <a:pt x="83183" y="90046"/>
                  </a:lnTo>
                  <a:lnTo>
                    <a:pt x="86523" y="83428"/>
                  </a:lnTo>
                  <a:lnTo>
                    <a:pt x="89184" y="78150"/>
                  </a:lnTo>
                  <a:lnTo>
                    <a:pt x="93370" y="72167"/>
                  </a:lnTo>
                  <a:lnTo>
                    <a:pt x="99681" y="63146"/>
                  </a:lnTo>
                  <a:lnTo>
                    <a:pt x="105993" y="54126"/>
                  </a:lnTo>
                  <a:lnTo>
                    <a:pt x="112303" y="45105"/>
                  </a:lnTo>
                  <a:lnTo>
                    <a:pt x="118613" y="36083"/>
                  </a:lnTo>
                  <a:lnTo>
                    <a:pt x="124924" y="27063"/>
                  </a:lnTo>
                  <a:lnTo>
                    <a:pt x="131236" y="18042"/>
                  </a:lnTo>
                  <a:lnTo>
                    <a:pt x="137546" y="9020"/>
                  </a:lnTo>
                  <a:lnTo>
                    <a:pt x="143857" y="0"/>
                  </a:lnTo>
                  <a:lnTo>
                    <a:pt x="150206" y="3433"/>
                  </a:lnTo>
                  <a:lnTo>
                    <a:pt x="156236" y="6696"/>
                  </a:lnTo>
                  <a:lnTo>
                    <a:pt x="162301" y="9978"/>
                  </a:lnTo>
                  <a:lnTo>
                    <a:pt x="163732" y="11770"/>
                  </a:lnTo>
                  <a:lnTo>
                    <a:pt x="166950" y="18195"/>
                  </a:lnTo>
                  <a:lnTo>
                    <a:pt x="171069" y="26420"/>
                  </a:lnTo>
                  <a:lnTo>
                    <a:pt x="171250" y="26540"/>
                  </a:lnTo>
                  <a:lnTo>
                    <a:pt x="171436" y="26576"/>
                  </a:lnTo>
                  <a:lnTo>
                    <a:pt x="175395" y="21728"/>
                  </a:lnTo>
                  <a:close/>
                </a:path>
              </a:pathLst>
            </a:custGeom>
            <a:solidFill>
              <a:srgbClr val="FFE0D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3" name="pg1052"/>
            <p:cNvSpPr/>
            <p:nvPr/>
          </p:nvSpPr>
          <p:spPr>
            <a:xfrm>
              <a:off x="5380035" y="4491405"/>
              <a:ext cx="1027" cy="2432"/>
            </a:xfrm>
            <a:custGeom>
              <a:avLst/>
              <a:pathLst>
                <a:path w="1027" h="2432">
                  <a:moveTo>
                    <a:pt x="405" y="109"/>
                  </a:moveTo>
                  <a:lnTo>
                    <a:pt x="653" y="424"/>
                  </a:lnTo>
                  <a:lnTo>
                    <a:pt x="876" y="600"/>
                  </a:lnTo>
                  <a:lnTo>
                    <a:pt x="1027" y="831"/>
                  </a:lnTo>
                  <a:lnTo>
                    <a:pt x="1005" y="1330"/>
                  </a:lnTo>
                  <a:lnTo>
                    <a:pt x="887" y="1823"/>
                  </a:lnTo>
                  <a:lnTo>
                    <a:pt x="665" y="2432"/>
                  </a:lnTo>
                  <a:lnTo>
                    <a:pt x="591" y="2014"/>
                  </a:lnTo>
                  <a:lnTo>
                    <a:pt x="466" y="1742"/>
                  </a:lnTo>
                  <a:lnTo>
                    <a:pt x="336" y="1719"/>
                  </a:lnTo>
                  <a:lnTo>
                    <a:pt x="173" y="2034"/>
                  </a:lnTo>
                  <a:lnTo>
                    <a:pt x="147" y="1711"/>
                  </a:lnTo>
                  <a:lnTo>
                    <a:pt x="98" y="1416"/>
                  </a:lnTo>
                  <a:lnTo>
                    <a:pt x="76" y="1148"/>
                  </a:lnTo>
                  <a:lnTo>
                    <a:pt x="124" y="920"/>
                  </a:lnTo>
                  <a:lnTo>
                    <a:pt x="217" y="646"/>
                  </a:lnTo>
                  <a:lnTo>
                    <a:pt x="151" y="328"/>
                  </a:lnTo>
                  <a:lnTo>
                    <a:pt x="0" y="418"/>
                  </a:lnTo>
                  <a:lnTo>
                    <a:pt x="176" y="0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4" name="pg1053"/>
            <p:cNvSpPr/>
            <p:nvPr/>
          </p:nvSpPr>
          <p:spPr>
            <a:xfrm>
              <a:off x="3420748" y="3500291"/>
              <a:ext cx="2285" cy="4127"/>
            </a:xfrm>
            <a:custGeom>
              <a:avLst/>
              <a:pathLst>
                <a:path w="2285" h="4127">
                  <a:moveTo>
                    <a:pt x="1954" y="3226"/>
                  </a:moveTo>
                  <a:lnTo>
                    <a:pt x="773" y="4127"/>
                  </a:lnTo>
                  <a:lnTo>
                    <a:pt x="0" y="3907"/>
                  </a:lnTo>
                  <a:lnTo>
                    <a:pt x="1059" y="0"/>
                  </a:lnTo>
                  <a:lnTo>
                    <a:pt x="1596" y="839"/>
                  </a:lnTo>
                  <a:lnTo>
                    <a:pt x="2285" y="1185"/>
                  </a:lnTo>
                  <a:close/>
                </a:path>
              </a:pathLst>
            </a:custGeom>
            <a:solidFill>
              <a:srgbClr val="ECF4E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5" name="pg1054"/>
            <p:cNvSpPr/>
            <p:nvPr/>
          </p:nvSpPr>
          <p:spPr>
            <a:xfrm>
              <a:off x="3366462" y="3224140"/>
              <a:ext cx="145528" cy="283536"/>
            </a:xfrm>
            <a:custGeom>
              <a:avLst/>
              <a:pathLst>
                <a:path w="145528" h="283536">
                  <a:moveTo>
                    <a:pt x="133088" y="4971"/>
                  </a:moveTo>
                  <a:lnTo>
                    <a:pt x="135003" y="11326"/>
                  </a:lnTo>
                  <a:lnTo>
                    <a:pt x="137060" y="18153"/>
                  </a:lnTo>
                  <a:lnTo>
                    <a:pt x="138665" y="23471"/>
                  </a:lnTo>
                  <a:lnTo>
                    <a:pt x="139836" y="37233"/>
                  </a:lnTo>
                  <a:lnTo>
                    <a:pt x="139961" y="39855"/>
                  </a:lnTo>
                  <a:lnTo>
                    <a:pt x="140050" y="41036"/>
                  </a:lnTo>
                  <a:lnTo>
                    <a:pt x="140138" y="42126"/>
                  </a:lnTo>
                  <a:lnTo>
                    <a:pt x="140292" y="44000"/>
                  </a:lnTo>
                  <a:lnTo>
                    <a:pt x="141211" y="44806"/>
                  </a:lnTo>
                  <a:lnTo>
                    <a:pt x="142948" y="45171"/>
                  </a:lnTo>
                  <a:lnTo>
                    <a:pt x="144210" y="46528"/>
                  </a:lnTo>
                  <a:lnTo>
                    <a:pt x="144965" y="48779"/>
                  </a:lnTo>
                  <a:lnTo>
                    <a:pt x="145039" y="49152"/>
                  </a:lnTo>
                  <a:lnTo>
                    <a:pt x="145438" y="50879"/>
                  </a:lnTo>
                  <a:lnTo>
                    <a:pt x="145528" y="52129"/>
                  </a:lnTo>
                  <a:lnTo>
                    <a:pt x="145419" y="55736"/>
                  </a:lnTo>
                  <a:lnTo>
                    <a:pt x="145165" y="60369"/>
                  </a:lnTo>
                  <a:lnTo>
                    <a:pt x="144732" y="63357"/>
                  </a:lnTo>
                  <a:lnTo>
                    <a:pt x="144974" y="67421"/>
                  </a:lnTo>
                  <a:lnTo>
                    <a:pt x="144898" y="69157"/>
                  </a:lnTo>
                  <a:lnTo>
                    <a:pt x="144707" y="70343"/>
                  </a:lnTo>
                  <a:lnTo>
                    <a:pt x="143931" y="71706"/>
                  </a:lnTo>
                  <a:lnTo>
                    <a:pt x="142876" y="73035"/>
                  </a:lnTo>
                  <a:lnTo>
                    <a:pt x="140351" y="76966"/>
                  </a:lnTo>
                  <a:lnTo>
                    <a:pt x="139631" y="77546"/>
                  </a:lnTo>
                  <a:lnTo>
                    <a:pt x="138577" y="77649"/>
                  </a:lnTo>
                  <a:lnTo>
                    <a:pt x="137659" y="78629"/>
                  </a:lnTo>
                  <a:lnTo>
                    <a:pt x="136570" y="80750"/>
                  </a:lnTo>
                  <a:lnTo>
                    <a:pt x="134228" y="88638"/>
                  </a:lnTo>
                  <a:lnTo>
                    <a:pt x="132222" y="96559"/>
                  </a:lnTo>
                  <a:lnTo>
                    <a:pt x="131530" y="103114"/>
                  </a:lnTo>
                  <a:lnTo>
                    <a:pt x="130750" y="109373"/>
                  </a:lnTo>
                  <a:lnTo>
                    <a:pt x="128988" y="113369"/>
                  </a:lnTo>
                  <a:lnTo>
                    <a:pt x="128742" y="115619"/>
                  </a:lnTo>
                  <a:lnTo>
                    <a:pt x="128669" y="116923"/>
                  </a:lnTo>
                  <a:lnTo>
                    <a:pt x="128608" y="119934"/>
                  </a:lnTo>
                  <a:lnTo>
                    <a:pt x="128394" y="124924"/>
                  </a:lnTo>
                  <a:lnTo>
                    <a:pt x="128120" y="127329"/>
                  </a:lnTo>
                  <a:lnTo>
                    <a:pt x="127837" y="128042"/>
                  </a:lnTo>
                  <a:lnTo>
                    <a:pt x="125935" y="129558"/>
                  </a:lnTo>
                  <a:lnTo>
                    <a:pt x="124839" y="131392"/>
                  </a:lnTo>
                  <a:lnTo>
                    <a:pt x="124183" y="135019"/>
                  </a:lnTo>
                  <a:lnTo>
                    <a:pt x="123943" y="138942"/>
                  </a:lnTo>
                  <a:lnTo>
                    <a:pt x="123558" y="143413"/>
                  </a:lnTo>
                  <a:lnTo>
                    <a:pt x="123340" y="147338"/>
                  </a:lnTo>
                  <a:lnTo>
                    <a:pt x="123044" y="149369"/>
                  </a:lnTo>
                  <a:lnTo>
                    <a:pt x="122421" y="151503"/>
                  </a:lnTo>
                  <a:lnTo>
                    <a:pt x="121452" y="153805"/>
                  </a:lnTo>
                  <a:lnTo>
                    <a:pt x="120612" y="155094"/>
                  </a:lnTo>
                  <a:lnTo>
                    <a:pt x="118429" y="155939"/>
                  </a:lnTo>
                  <a:lnTo>
                    <a:pt x="117305" y="161134"/>
                  </a:lnTo>
                  <a:lnTo>
                    <a:pt x="116355" y="165194"/>
                  </a:lnTo>
                  <a:lnTo>
                    <a:pt x="116328" y="166817"/>
                  </a:lnTo>
                  <a:lnTo>
                    <a:pt x="115411" y="175236"/>
                  </a:lnTo>
                  <a:lnTo>
                    <a:pt x="113818" y="181580"/>
                  </a:lnTo>
                  <a:lnTo>
                    <a:pt x="113713" y="183820"/>
                  </a:lnTo>
                  <a:lnTo>
                    <a:pt x="113706" y="185659"/>
                  </a:lnTo>
                  <a:lnTo>
                    <a:pt x="111712" y="191244"/>
                  </a:lnTo>
                  <a:lnTo>
                    <a:pt x="111185" y="192889"/>
                  </a:lnTo>
                  <a:lnTo>
                    <a:pt x="110676" y="195041"/>
                  </a:lnTo>
                  <a:lnTo>
                    <a:pt x="111178" y="197118"/>
                  </a:lnTo>
                  <a:lnTo>
                    <a:pt x="111741" y="199008"/>
                  </a:lnTo>
                  <a:lnTo>
                    <a:pt x="111822" y="199646"/>
                  </a:lnTo>
                  <a:lnTo>
                    <a:pt x="110915" y="201425"/>
                  </a:lnTo>
                  <a:lnTo>
                    <a:pt x="109337" y="204517"/>
                  </a:lnTo>
                  <a:lnTo>
                    <a:pt x="108393" y="206370"/>
                  </a:lnTo>
                  <a:lnTo>
                    <a:pt x="108185" y="207381"/>
                  </a:lnTo>
                  <a:lnTo>
                    <a:pt x="108047" y="212031"/>
                  </a:lnTo>
                  <a:lnTo>
                    <a:pt x="107772" y="213279"/>
                  </a:lnTo>
                  <a:lnTo>
                    <a:pt x="107143" y="214982"/>
                  </a:lnTo>
                  <a:lnTo>
                    <a:pt x="106220" y="216857"/>
                  </a:lnTo>
                  <a:lnTo>
                    <a:pt x="105280" y="218313"/>
                  </a:lnTo>
                  <a:lnTo>
                    <a:pt x="104216" y="219322"/>
                  </a:lnTo>
                  <a:lnTo>
                    <a:pt x="103192" y="219694"/>
                  </a:lnTo>
                  <a:lnTo>
                    <a:pt x="102621" y="219110"/>
                  </a:lnTo>
                  <a:lnTo>
                    <a:pt x="102295" y="217697"/>
                  </a:lnTo>
                  <a:lnTo>
                    <a:pt x="101720" y="212012"/>
                  </a:lnTo>
                  <a:lnTo>
                    <a:pt x="101429" y="210795"/>
                  </a:lnTo>
                  <a:lnTo>
                    <a:pt x="100765" y="209688"/>
                  </a:lnTo>
                  <a:lnTo>
                    <a:pt x="99453" y="206579"/>
                  </a:lnTo>
                  <a:lnTo>
                    <a:pt x="98126" y="203432"/>
                  </a:lnTo>
                  <a:lnTo>
                    <a:pt x="96525" y="201222"/>
                  </a:lnTo>
                  <a:lnTo>
                    <a:pt x="96182" y="201380"/>
                  </a:lnTo>
                  <a:lnTo>
                    <a:pt x="95917" y="201979"/>
                  </a:lnTo>
                  <a:lnTo>
                    <a:pt x="95462" y="205140"/>
                  </a:lnTo>
                  <a:lnTo>
                    <a:pt x="95015" y="206299"/>
                  </a:lnTo>
                  <a:lnTo>
                    <a:pt x="94172" y="206699"/>
                  </a:lnTo>
                  <a:lnTo>
                    <a:pt x="92708" y="206727"/>
                  </a:lnTo>
                  <a:lnTo>
                    <a:pt x="91640" y="206289"/>
                  </a:lnTo>
                  <a:lnTo>
                    <a:pt x="91398" y="205663"/>
                  </a:lnTo>
                  <a:lnTo>
                    <a:pt x="91181" y="204292"/>
                  </a:lnTo>
                  <a:lnTo>
                    <a:pt x="90886" y="203191"/>
                  </a:lnTo>
                  <a:lnTo>
                    <a:pt x="89610" y="205409"/>
                  </a:lnTo>
                  <a:lnTo>
                    <a:pt x="87603" y="208899"/>
                  </a:lnTo>
                  <a:lnTo>
                    <a:pt x="86951" y="209470"/>
                  </a:lnTo>
                  <a:lnTo>
                    <a:pt x="86454" y="210173"/>
                  </a:lnTo>
                  <a:lnTo>
                    <a:pt x="85792" y="213428"/>
                  </a:lnTo>
                  <a:lnTo>
                    <a:pt x="84992" y="216915"/>
                  </a:lnTo>
                  <a:lnTo>
                    <a:pt x="83945" y="218735"/>
                  </a:lnTo>
                  <a:lnTo>
                    <a:pt x="82924" y="220264"/>
                  </a:lnTo>
                  <a:lnTo>
                    <a:pt x="82338" y="221601"/>
                  </a:lnTo>
                  <a:lnTo>
                    <a:pt x="81499" y="223190"/>
                  </a:lnTo>
                  <a:lnTo>
                    <a:pt x="79859" y="227135"/>
                  </a:lnTo>
                  <a:lnTo>
                    <a:pt x="77682" y="232366"/>
                  </a:lnTo>
                  <a:lnTo>
                    <a:pt x="76915" y="235066"/>
                  </a:lnTo>
                  <a:lnTo>
                    <a:pt x="76158" y="239106"/>
                  </a:lnTo>
                  <a:lnTo>
                    <a:pt x="75716" y="243577"/>
                  </a:lnTo>
                  <a:lnTo>
                    <a:pt x="75233" y="248480"/>
                  </a:lnTo>
                  <a:lnTo>
                    <a:pt x="74524" y="256349"/>
                  </a:lnTo>
                  <a:lnTo>
                    <a:pt x="73483" y="260799"/>
                  </a:lnTo>
                  <a:lnTo>
                    <a:pt x="72568" y="264341"/>
                  </a:lnTo>
                  <a:lnTo>
                    <a:pt x="71893" y="267124"/>
                  </a:lnTo>
                  <a:lnTo>
                    <a:pt x="71536" y="269417"/>
                  </a:lnTo>
                  <a:lnTo>
                    <a:pt x="71389" y="269340"/>
                  </a:lnTo>
                  <a:lnTo>
                    <a:pt x="71036" y="270318"/>
                  </a:lnTo>
                  <a:lnTo>
                    <a:pt x="70019" y="269682"/>
                  </a:lnTo>
                  <a:lnTo>
                    <a:pt x="69559" y="267687"/>
                  </a:lnTo>
                  <a:lnTo>
                    <a:pt x="68931" y="267362"/>
                  </a:lnTo>
                  <a:lnTo>
                    <a:pt x="67842" y="264430"/>
                  </a:lnTo>
                  <a:lnTo>
                    <a:pt x="67611" y="264918"/>
                  </a:lnTo>
                  <a:lnTo>
                    <a:pt x="68760" y="272346"/>
                  </a:lnTo>
                  <a:lnTo>
                    <a:pt x="68334" y="275256"/>
                  </a:lnTo>
                  <a:lnTo>
                    <a:pt x="65109" y="275322"/>
                  </a:lnTo>
                  <a:lnTo>
                    <a:pt x="62334" y="276300"/>
                  </a:lnTo>
                  <a:lnTo>
                    <a:pt x="60426" y="276210"/>
                  </a:lnTo>
                  <a:lnTo>
                    <a:pt x="59468" y="275158"/>
                  </a:lnTo>
                  <a:lnTo>
                    <a:pt x="59043" y="272373"/>
                  </a:lnTo>
                  <a:lnTo>
                    <a:pt x="58880" y="272660"/>
                  </a:lnTo>
                  <a:lnTo>
                    <a:pt x="58784" y="274153"/>
                  </a:lnTo>
                  <a:lnTo>
                    <a:pt x="58179" y="275326"/>
                  </a:lnTo>
                  <a:lnTo>
                    <a:pt x="56040" y="275550"/>
                  </a:lnTo>
                  <a:lnTo>
                    <a:pt x="55094" y="273647"/>
                  </a:lnTo>
                  <a:lnTo>
                    <a:pt x="54328" y="271519"/>
                  </a:lnTo>
                  <a:lnTo>
                    <a:pt x="53508" y="270571"/>
                  </a:lnTo>
                  <a:lnTo>
                    <a:pt x="53634" y="271467"/>
                  </a:lnTo>
                  <a:lnTo>
                    <a:pt x="54575" y="273543"/>
                  </a:lnTo>
                  <a:lnTo>
                    <a:pt x="54460" y="276533"/>
                  </a:lnTo>
                  <a:lnTo>
                    <a:pt x="52738" y="279993"/>
                  </a:lnTo>
                  <a:lnTo>
                    <a:pt x="51639" y="280189"/>
                  </a:lnTo>
                  <a:lnTo>
                    <a:pt x="50964" y="278698"/>
                  </a:lnTo>
                  <a:lnTo>
                    <a:pt x="50615" y="276264"/>
                  </a:lnTo>
                  <a:lnTo>
                    <a:pt x="50438" y="272666"/>
                  </a:lnTo>
                  <a:lnTo>
                    <a:pt x="49986" y="270318"/>
                  </a:lnTo>
                  <a:lnTo>
                    <a:pt x="49743" y="270318"/>
                  </a:lnTo>
                  <a:lnTo>
                    <a:pt x="49967" y="272467"/>
                  </a:lnTo>
                  <a:lnTo>
                    <a:pt x="50042" y="274221"/>
                  </a:lnTo>
                  <a:lnTo>
                    <a:pt x="50053" y="277870"/>
                  </a:lnTo>
                  <a:lnTo>
                    <a:pt x="50873" y="280701"/>
                  </a:lnTo>
                  <a:lnTo>
                    <a:pt x="49614" y="281581"/>
                  </a:lnTo>
                  <a:lnTo>
                    <a:pt x="49103" y="281614"/>
                  </a:lnTo>
                  <a:lnTo>
                    <a:pt x="48102" y="281679"/>
                  </a:lnTo>
                  <a:lnTo>
                    <a:pt x="47910" y="280629"/>
                  </a:lnTo>
                  <a:lnTo>
                    <a:pt x="47719" y="278283"/>
                  </a:lnTo>
                  <a:lnTo>
                    <a:pt x="47456" y="277668"/>
                  </a:lnTo>
                  <a:lnTo>
                    <a:pt x="47146" y="281645"/>
                  </a:lnTo>
                  <a:lnTo>
                    <a:pt x="46481" y="281925"/>
                  </a:lnTo>
                  <a:lnTo>
                    <a:pt x="46019" y="281888"/>
                  </a:lnTo>
                  <a:lnTo>
                    <a:pt x="44041" y="282754"/>
                  </a:lnTo>
                  <a:lnTo>
                    <a:pt x="43601" y="282590"/>
                  </a:lnTo>
                  <a:lnTo>
                    <a:pt x="43507" y="281850"/>
                  </a:lnTo>
                  <a:lnTo>
                    <a:pt x="43743" y="280750"/>
                  </a:lnTo>
                  <a:lnTo>
                    <a:pt x="43690" y="278964"/>
                  </a:lnTo>
                  <a:lnTo>
                    <a:pt x="43003" y="280342"/>
                  </a:lnTo>
                  <a:lnTo>
                    <a:pt x="42893" y="283096"/>
                  </a:lnTo>
                  <a:lnTo>
                    <a:pt x="42500" y="283536"/>
                  </a:lnTo>
                  <a:lnTo>
                    <a:pt x="41321" y="283145"/>
                  </a:lnTo>
                  <a:lnTo>
                    <a:pt x="40030" y="281728"/>
                  </a:lnTo>
                  <a:lnTo>
                    <a:pt x="39247" y="280275"/>
                  </a:lnTo>
                  <a:lnTo>
                    <a:pt x="37933" y="278260"/>
                  </a:lnTo>
                  <a:lnTo>
                    <a:pt x="35364" y="272608"/>
                  </a:lnTo>
                  <a:lnTo>
                    <a:pt x="34947" y="270067"/>
                  </a:lnTo>
                  <a:lnTo>
                    <a:pt x="34212" y="266948"/>
                  </a:lnTo>
                  <a:lnTo>
                    <a:pt x="33662" y="263784"/>
                  </a:lnTo>
                  <a:lnTo>
                    <a:pt x="32872" y="258372"/>
                  </a:lnTo>
                  <a:lnTo>
                    <a:pt x="33114" y="257979"/>
                  </a:lnTo>
                  <a:lnTo>
                    <a:pt x="33711" y="258444"/>
                  </a:lnTo>
                  <a:lnTo>
                    <a:pt x="34001" y="257637"/>
                  </a:lnTo>
                  <a:lnTo>
                    <a:pt x="32932" y="257049"/>
                  </a:lnTo>
                  <a:lnTo>
                    <a:pt x="32710" y="256421"/>
                  </a:lnTo>
                  <a:lnTo>
                    <a:pt x="32638" y="254522"/>
                  </a:lnTo>
                  <a:lnTo>
                    <a:pt x="32685" y="252204"/>
                  </a:lnTo>
                  <a:lnTo>
                    <a:pt x="33554" y="251389"/>
                  </a:lnTo>
                  <a:lnTo>
                    <a:pt x="34305" y="250996"/>
                  </a:lnTo>
                  <a:lnTo>
                    <a:pt x="34682" y="249585"/>
                  </a:lnTo>
                  <a:lnTo>
                    <a:pt x="34900" y="248171"/>
                  </a:lnTo>
                  <a:lnTo>
                    <a:pt x="32903" y="250312"/>
                  </a:lnTo>
                  <a:lnTo>
                    <a:pt x="31033" y="247888"/>
                  </a:lnTo>
                  <a:lnTo>
                    <a:pt x="30628" y="246418"/>
                  </a:lnTo>
                  <a:lnTo>
                    <a:pt x="30831" y="245291"/>
                  </a:lnTo>
                  <a:lnTo>
                    <a:pt x="31723" y="245120"/>
                  </a:lnTo>
                  <a:lnTo>
                    <a:pt x="33000" y="245208"/>
                  </a:lnTo>
                  <a:lnTo>
                    <a:pt x="33765" y="244108"/>
                  </a:lnTo>
                  <a:lnTo>
                    <a:pt x="33295" y="243724"/>
                  </a:lnTo>
                  <a:lnTo>
                    <a:pt x="32469" y="243766"/>
                  </a:lnTo>
                  <a:lnTo>
                    <a:pt x="32165" y="243038"/>
                  </a:lnTo>
                  <a:lnTo>
                    <a:pt x="32190" y="241277"/>
                  </a:lnTo>
                  <a:lnTo>
                    <a:pt x="31922" y="241667"/>
                  </a:lnTo>
                  <a:lnTo>
                    <a:pt x="31567" y="243227"/>
                  </a:lnTo>
                  <a:lnTo>
                    <a:pt x="30307" y="244374"/>
                  </a:lnTo>
                  <a:lnTo>
                    <a:pt x="29570" y="243227"/>
                  </a:lnTo>
                  <a:lnTo>
                    <a:pt x="29495" y="240668"/>
                  </a:lnTo>
                  <a:lnTo>
                    <a:pt x="29335" y="239517"/>
                  </a:lnTo>
                  <a:lnTo>
                    <a:pt x="28713" y="238618"/>
                  </a:lnTo>
                  <a:lnTo>
                    <a:pt x="26507" y="231857"/>
                  </a:lnTo>
                  <a:lnTo>
                    <a:pt x="23735" y="226217"/>
                  </a:lnTo>
                  <a:lnTo>
                    <a:pt x="21270" y="222334"/>
                  </a:lnTo>
                  <a:lnTo>
                    <a:pt x="17547" y="220479"/>
                  </a:lnTo>
                  <a:lnTo>
                    <a:pt x="9756" y="220551"/>
                  </a:lnTo>
                  <a:lnTo>
                    <a:pt x="9320" y="220016"/>
                  </a:lnTo>
                  <a:lnTo>
                    <a:pt x="9797" y="219123"/>
                  </a:lnTo>
                  <a:lnTo>
                    <a:pt x="10481" y="218527"/>
                  </a:lnTo>
                  <a:lnTo>
                    <a:pt x="12986" y="215383"/>
                  </a:lnTo>
                  <a:lnTo>
                    <a:pt x="12564" y="214966"/>
                  </a:lnTo>
                  <a:lnTo>
                    <a:pt x="9960" y="216934"/>
                  </a:lnTo>
                  <a:lnTo>
                    <a:pt x="9068" y="217122"/>
                  </a:lnTo>
                  <a:lnTo>
                    <a:pt x="7915" y="220906"/>
                  </a:lnTo>
                  <a:lnTo>
                    <a:pt x="1053" y="221532"/>
                  </a:lnTo>
                  <a:lnTo>
                    <a:pt x="248" y="221724"/>
                  </a:lnTo>
                  <a:lnTo>
                    <a:pt x="267" y="219997"/>
                  </a:lnTo>
                  <a:lnTo>
                    <a:pt x="604" y="215032"/>
                  </a:lnTo>
                  <a:lnTo>
                    <a:pt x="824" y="213080"/>
                  </a:lnTo>
                  <a:lnTo>
                    <a:pt x="1079" y="211604"/>
                  </a:lnTo>
                  <a:lnTo>
                    <a:pt x="815" y="209834"/>
                  </a:lnTo>
                  <a:lnTo>
                    <a:pt x="556" y="207434"/>
                  </a:lnTo>
                  <a:lnTo>
                    <a:pt x="430" y="203669"/>
                  </a:lnTo>
                  <a:lnTo>
                    <a:pt x="752" y="202500"/>
                  </a:lnTo>
                  <a:lnTo>
                    <a:pt x="861" y="201079"/>
                  </a:lnTo>
                  <a:lnTo>
                    <a:pt x="786" y="198854"/>
                  </a:lnTo>
                  <a:lnTo>
                    <a:pt x="785" y="191412"/>
                  </a:lnTo>
                  <a:lnTo>
                    <a:pt x="972" y="190601"/>
                  </a:lnTo>
                  <a:lnTo>
                    <a:pt x="1193" y="189983"/>
                  </a:lnTo>
                  <a:lnTo>
                    <a:pt x="1208" y="188995"/>
                  </a:lnTo>
                  <a:lnTo>
                    <a:pt x="791" y="187073"/>
                  </a:lnTo>
                  <a:lnTo>
                    <a:pt x="405" y="184876"/>
                  </a:lnTo>
                  <a:lnTo>
                    <a:pt x="418" y="181719"/>
                  </a:lnTo>
                  <a:lnTo>
                    <a:pt x="264" y="178660"/>
                  </a:lnTo>
                  <a:lnTo>
                    <a:pt x="0" y="177268"/>
                  </a:lnTo>
                  <a:lnTo>
                    <a:pt x="198" y="172065"/>
                  </a:lnTo>
                  <a:lnTo>
                    <a:pt x="310" y="165470"/>
                  </a:lnTo>
                  <a:lnTo>
                    <a:pt x="208" y="162550"/>
                  </a:lnTo>
                  <a:lnTo>
                    <a:pt x="458" y="160479"/>
                  </a:lnTo>
                  <a:lnTo>
                    <a:pt x="592" y="155393"/>
                  </a:lnTo>
                  <a:lnTo>
                    <a:pt x="571" y="150414"/>
                  </a:lnTo>
                  <a:lnTo>
                    <a:pt x="1081" y="142553"/>
                  </a:lnTo>
                  <a:lnTo>
                    <a:pt x="2583" y="142174"/>
                  </a:lnTo>
                  <a:lnTo>
                    <a:pt x="4373" y="141510"/>
                  </a:lnTo>
                  <a:lnTo>
                    <a:pt x="5172" y="138424"/>
                  </a:lnTo>
                  <a:lnTo>
                    <a:pt x="5630" y="134514"/>
                  </a:lnTo>
                  <a:lnTo>
                    <a:pt x="5485" y="130643"/>
                  </a:lnTo>
                  <a:lnTo>
                    <a:pt x="5832" y="129370"/>
                  </a:lnTo>
                  <a:lnTo>
                    <a:pt x="6549" y="127274"/>
                  </a:lnTo>
                  <a:lnTo>
                    <a:pt x="7841" y="124277"/>
                  </a:lnTo>
                  <a:lnTo>
                    <a:pt x="7789" y="120985"/>
                  </a:lnTo>
                  <a:lnTo>
                    <a:pt x="8146" y="119970"/>
                  </a:lnTo>
                  <a:lnTo>
                    <a:pt x="8759" y="119207"/>
                  </a:lnTo>
                  <a:lnTo>
                    <a:pt x="9636" y="118815"/>
                  </a:lnTo>
                  <a:lnTo>
                    <a:pt x="10617" y="117177"/>
                  </a:lnTo>
                  <a:lnTo>
                    <a:pt x="11163" y="114304"/>
                  </a:lnTo>
                  <a:lnTo>
                    <a:pt x="11698" y="109706"/>
                  </a:lnTo>
                  <a:lnTo>
                    <a:pt x="10853" y="106509"/>
                  </a:lnTo>
                  <a:lnTo>
                    <a:pt x="10869" y="105796"/>
                  </a:lnTo>
                  <a:lnTo>
                    <a:pt x="11188" y="104076"/>
                  </a:lnTo>
                  <a:lnTo>
                    <a:pt x="11706" y="102353"/>
                  </a:lnTo>
                  <a:lnTo>
                    <a:pt x="12116" y="101798"/>
                  </a:lnTo>
                  <a:lnTo>
                    <a:pt x="13070" y="102244"/>
                  </a:lnTo>
                  <a:lnTo>
                    <a:pt x="13232" y="102098"/>
                  </a:lnTo>
                  <a:lnTo>
                    <a:pt x="13378" y="101559"/>
                  </a:lnTo>
                  <a:lnTo>
                    <a:pt x="13996" y="96490"/>
                  </a:lnTo>
                  <a:lnTo>
                    <a:pt x="13937" y="95121"/>
                  </a:lnTo>
                  <a:lnTo>
                    <a:pt x="13050" y="91723"/>
                  </a:lnTo>
                  <a:lnTo>
                    <a:pt x="12904" y="89309"/>
                  </a:lnTo>
                  <a:lnTo>
                    <a:pt x="12773" y="85719"/>
                  </a:lnTo>
                  <a:lnTo>
                    <a:pt x="12557" y="82538"/>
                  </a:lnTo>
                  <a:lnTo>
                    <a:pt x="12300" y="81334"/>
                  </a:lnTo>
                  <a:lnTo>
                    <a:pt x="11824" y="80322"/>
                  </a:lnTo>
                  <a:lnTo>
                    <a:pt x="11612" y="79664"/>
                  </a:lnTo>
                  <a:lnTo>
                    <a:pt x="9771" y="73206"/>
                  </a:lnTo>
                  <a:lnTo>
                    <a:pt x="9804" y="70138"/>
                  </a:lnTo>
                  <a:lnTo>
                    <a:pt x="10576" y="66218"/>
                  </a:lnTo>
                  <a:lnTo>
                    <a:pt x="11082" y="64315"/>
                  </a:lnTo>
                  <a:lnTo>
                    <a:pt x="11786" y="63264"/>
                  </a:lnTo>
                  <a:lnTo>
                    <a:pt x="11927" y="62360"/>
                  </a:lnTo>
                  <a:lnTo>
                    <a:pt x="11715" y="61260"/>
                  </a:lnTo>
                  <a:lnTo>
                    <a:pt x="11363" y="60431"/>
                  </a:lnTo>
                  <a:lnTo>
                    <a:pt x="11282" y="58671"/>
                  </a:lnTo>
                  <a:lnTo>
                    <a:pt x="11383" y="57499"/>
                  </a:lnTo>
                  <a:lnTo>
                    <a:pt x="11633" y="56216"/>
                  </a:lnTo>
                  <a:lnTo>
                    <a:pt x="11535" y="53521"/>
                  </a:lnTo>
                  <a:lnTo>
                    <a:pt x="11555" y="49383"/>
                  </a:lnTo>
                  <a:lnTo>
                    <a:pt x="11673" y="43365"/>
                  </a:lnTo>
                  <a:lnTo>
                    <a:pt x="11707" y="39680"/>
                  </a:lnTo>
                  <a:lnTo>
                    <a:pt x="13201" y="36956"/>
                  </a:lnTo>
                  <a:lnTo>
                    <a:pt x="15378" y="32439"/>
                  </a:lnTo>
                  <a:lnTo>
                    <a:pt x="16486" y="27722"/>
                  </a:lnTo>
                  <a:lnTo>
                    <a:pt x="17078" y="24152"/>
                  </a:lnTo>
                  <a:lnTo>
                    <a:pt x="17811" y="12266"/>
                  </a:lnTo>
                  <a:lnTo>
                    <a:pt x="18339" y="11545"/>
                  </a:lnTo>
                  <a:lnTo>
                    <a:pt x="18965" y="10985"/>
                  </a:lnTo>
                  <a:lnTo>
                    <a:pt x="21149" y="6658"/>
                  </a:lnTo>
                  <a:lnTo>
                    <a:pt x="22831" y="5054"/>
                  </a:lnTo>
                  <a:lnTo>
                    <a:pt x="24116" y="4126"/>
                  </a:lnTo>
                  <a:lnTo>
                    <a:pt x="26047" y="3341"/>
                  </a:lnTo>
                  <a:lnTo>
                    <a:pt x="27246" y="3656"/>
                  </a:lnTo>
                  <a:lnTo>
                    <a:pt x="29430" y="3845"/>
                  </a:lnTo>
                  <a:lnTo>
                    <a:pt x="31148" y="3416"/>
                  </a:lnTo>
                  <a:lnTo>
                    <a:pt x="32607" y="1063"/>
                  </a:lnTo>
                  <a:lnTo>
                    <a:pt x="33268" y="404"/>
                  </a:lnTo>
                  <a:lnTo>
                    <a:pt x="34196" y="0"/>
                  </a:lnTo>
                  <a:lnTo>
                    <a:pt x="38415" y="3175"/>
                  </a:lnTo>
                  <a:lnTo>
                    <a:pt x="42633" y="6181"/>
                  </a:lnTo>
                  <a:lnTo>
                    <a:pt x="43400" y="5905"/>
                  </a:lnTo>
                  <a:lnTo>
                    <a:pt x="44041" y="6325"/>
                  </a:lnTo>
                  <a:lnTo>
                    <a:pt x="45096" y="7955"/>
                  </a:lnTo>
                  <a:lnTo>
                    <a:pt x="46652" y="11448"/>
                  </a:lnTo>
                  <a:lnTo>
                    <a:pt x="47577" y="13702"/>
                  </a:lnTo>
                  <a:lnTo>
                    <a:pt x="48024" y="15028"/>
                  </a:lnTo>
                  <a:lnTo>
                    <a:pt x="50190" y="22610"/>
                  </a:lnTo>
                  <a:lnTo>
                    <a:pt x="50998" y="24513"/>
                  </a:lnTo>
                  <a:lnTo>
                    <a:pt x="51809" y="25549"/>
                  </a:lnTo>
                  <a:lnTo>
                    <a:pt x="52637" y="25923"/>
                  </a:lnTo>
                  <a:lnTo>
                    <a:pt x="53266" y="25786"/>
                  </a:lnTo>
                  <a:lnTo>
                    <a:pt x="53867" y="24932"/>
                  </a:lnTo>
                  <a:lnTo>
                    <a:pt x="54684" y="23241"/>
                  </a:lnTo>
                  <a:lnTo>
                    <a:pt x="55923" y="22474"/>
                  </a:lnTo>
                  <a:lnTo>
                    <a:pt x="56935" y="22624"/>
                  </a:lnTo>
                  <a:lnTo>
                    <a:pt x="62186" y="15807"/>
                  </a:lnTo>
                  <a:lnTo>
                    <a:pt x="62696" y="15718"/>
                  </a:lnTo>
                  <a:lnTo>
                    <a:pt x="64223" y="16254"/>
                  </a:lnTo>
                  <a:lnTo>
                    <a:pt x="65920" y="17188"/>
                  </a:lnTo>
                  <a:lnTo>
                    <a:pt x="70320" y="24028"/>
                  </a:lnTo>
                  <a:lnTo>
                    <a:pt x="73909" y="28505"/>
                  </a:lnTo>
                  <a:lnTo>
                    <a:pt x="76433" y="30003"/>
                  </a:lnTo>
                  <a:lnTo>
                    <a:pt x="79406" y="31066"/>
                  </a:lnTo>
                  <a:lnTo>
                    <a:pt x="84455" y="31387"/>
                  </a:lnTo>
                  <a:lnTo>
                    <a:pt x="88275" y="21795"/>
                  </a:lnTo>
                  <a:lnTo>
                    <a:pt x="89686" y="19700"/>
                  </a:lnTo>
                  <a:lnTo>
                    <a:pt x="91387" y="17810"/>
                  </a:lnTo>
                  <a:lnTo>
                    <a:pt x="91934" y="17488"/>
                  </a:lnTo>
                  <a:lnTo>
                    <a:pt x="94936" y="16034"/>
                  </a:lnTo>
                  <a:lnTo>
                    <a:pt x="100822" y="14813"/>
                  </a:lnTo>
                  <a:lnTo>
                    <a:pt x="106344" y="15343"/>
                  </a:lnTo>
                  <a:lnTo>
                    <a:pt x="107430" y="15729"/>
                  </a:lnTo>
                  <a:lnTo>
                    <a:pt x="109774" y="16995"/>
                  </a:lnTo>
                  <a:lnTo>
                    <a:pt x="113389" y="20124"/>
                  </a:lnTo>
                  <a:lnTo>
                    <a:pt x="114948" y="23119"/>
                  </a:lnTo>
                  <a:lnTo>
                    <a:pt x="117399" y="23614"/>
                  </a:lnTo>
                  <a:lnTo>
                    <a:pt x="119156" y="23021"/>
                  </a:lnTo>
                  <a:lnTo>
                    <a:pt x="119728" y="20049"/>
                  </a:lnTo>
                  <a:lnTo>
                    <a:pt x="121491" y="16142"/>
                  </a:lnTo>
                  <a:lnTo>
                    <a:pt x="122773" y="14552"/>
                  </a:lnTo>
                  <a:lnTo>
                    <a:pt x="124134" y="12523"/>
                  </a:lnTo>
                  <a:lnTo>
                    <a:pt x="126288" y="9997"/>
                  </a:lnTo>
                  <a:lnTo>
                    <a:pt x="128060" y="8858"/>
                  </a:lnTo>
                  <a:lnTo>
                    <a:pt x="129645" y="5968"/>
                  </a:lnTo>
                  <a:lnTo>
                    <a:pt x="130901" y="5055"/>
                  </a:lnTo>
                  <a:close/>
                </a:path>
              </a:pathLst>
            </a:custGeom>
            <a:solidFill>
              <a:srgbClr val="ECF4E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6" name="pg1055"/>
            <p:cNvSpPr/>
            <p:nvPr/>
          </p:nvSpPr>
          <p:spPr>
            <a:xfrm>
              <a:off x="2265271" y="3190596"/>
              <a:ext cx="54996" cy="126254"/>
            </a:xfrm>
            <a:custGeom>
              <a:avLst/>
              <a:pathLst>
                <a:path w="54996" h="126254">
                  <a:moveTo>
                    <a:pt x="54996" y="442"/>
                  </a:moveTo>
                  <a:lnTo>
                    <a:pt x="54657" y="1526"/>
                  </a:lnTo>
                  <a:lnTo>
                    <a:pt x="54284" y="2236"/>
                  </a:lnTo>
                  <a:lnTo>
                    <a:pt x="53505" y="5769"/>
                  </a:lnTo>
                  <a:lnTo>
                    <a:pt x="53235" y="6085"/>
                  </a:lnTo>
                  <a:lnTo>
                    <a:pt x="53182" y="3472"/>
                  </a:lnTo>
                  <a:lnTo>
                    <a:pt x="52719" y="3130"/>
                  </a:lnTo>
                  <a:lnTo>
                    <a:pt x="52175" y="4060"/>
                  </a:lnTo>
                  <a:lnTo>
                    <a:pt x="51874" y="5399"/>
                  </a:lnTo>
                  <a:lnTo>
                    <a:pt x="52347" y="7149"/>
                  </a:lnTo>
                  <a:lnTo>
                    <a:pt x="52763" y="7173"/>
                  </a:lnTo>
                  <a:lnTo>
                    <a:pt x="53269" y="7654"/>
                  </a:lnTo>
                  <a:lnTo>
                    <a:pt x="54628" y="19737"/>
                  </a:lnTo>
                  <a:lnTo>
                    <a:pt x="54336" y="21893"/>
                  </a:lnTo>
                  <a:lnTo>
                    <a:pt x="53494" y="25247"/>
                  </a:lnTo>
                  <a:lnTo>
                    <a:pt x="52692" y="28103"/>
                  </a:lnTo>
                  <a:lnTo>
                    <a:pt x="51891" y="29891"/>
                  </a:lnTo>
                  <a:lnTo>
                    <a:pt x="50898" y="37504"/>
                  </a:lnTo>
                  <a:lnTo>
                    <a:pt x="50002" y="49871"/>
                  </a:lnTo>
                  <a:lnTo>
                    <a:pt x="50646" y="60992"/>
                  </a:lnTo>
                  <a:lnTo>
                    <a:pt x="50320" y="71265"/>
                  </a:lnTo>
                  <a:lnTo>
                    <a:pt x="50603" y="73693"/>
                  </a:lnTo>
                  <a:lnTo>
                    <a:pt x="50689" y="76716"/>
                  </a:lnTo>
                  <a:lnTo>
                    <a:pt x="50027" y="77260"/>
                  </a:lnTo>
                  <a:lnTo>
                    <a:pt x="49653" y="77169"/>
                  </a:lnTo>
                  <a:lnTo>
                    <a:pt x="49272" y="75312"/>
                  </a:lnTo>
                  <a:lnTo>
                    <a:pt x="49315" y="73680"/>
                  </a:lnTo>
                  <a:lnTo>
                    <a:pt x="49711" y="71766"/>
                  </a:lnTo>
                  <a:lnTo>
                    <a:pt x="49871" y="69171"/>
                  </a:lnTo>
                  <a:lnTo>
                    <a:pt x="49684" y="67814"/>
                  </a:lnTo>
                  <a:lnTo>
                    <a:pt x="49295" y="70774"/>
                  </a:lnTo>
                  <a:lnTo>
                    <a:pt x="48609" y="72097"/>
                  </a:lnTo>
                  <a:lnTo>
                    <a:pt x="48161" y="72555"/>
                  </a:lnTo>
                  <a:lnTo>
                    <a:pt x="47724" y="74052"/>
                  </a:lnTo>
                  <a:lnTo>
                    <a:pt x="48187" y="76866"/>
                  </a:lnTo>
                  <a:lnTo>
                    <a:pt x="48783" y="78925"/>
                  </a:lnTo>
                  <a:lnTo>
                    <a:pt x="48979" y="80402"/>
                  </a:lnTo>
                  <a:lnTo>
                    <a:pt x="48760" y="82161"/>
                  </a:lnTo>
                  <a:lnTo>
                    <a:pt x="48623" y="88166"/>
                  </a:lnTo>
                  <a:lnTo>
                    <a:pt x="48413" y="87999"/>
                  </a:lnTo>
                  <a:lnTo>
                    <a:pt x="48195" y="87188"/>
                  </a:lnTo>
                  <a:lnTo>
                    <a:pt x="47566" y="87133"/>
                  </a:lnTo>
                  <a:lnTo>
                    <a:pt x="47491" y="89553"/>
                  </a:lnTo>
                  <a:lnTo>
                    <a:pt x="47540" y="90905"/>
                  </a:lnTo>
                  <a:lnTo>
                    <a:pt x="47005" y="91946"/>
                  </a:lnTo>
                  <a:lnTo>
                    <a:pt x="46814" y="92991"/>
                  </a:lnTo>
                  <a:lnTo>
                    <a:pt x="47252" y="93725"/>
                  </a:lnTo>
                  <a:lnTo>
                    <a:pt x="47734" y="94165"/>
                  </a:lnTo>
                  <a:lnTo>
                    <a:pt x="48329" y="94069"/>
                  </a:lnTo>
                  <a:lnTo>
                    <a:pt x="48820" y="97044"/>
                  </a:lnTo>
                  <a:lnTo>
                    <a:pt x="48973" y="99462"/>
                  </a:lnTo>
                  <a:lnTo>
                    <a:pt x="47837" y="101694"/>
                  </a:lnTo>
                  <a:lnTo>
                    <a:pt x="47451" y="103542"/>
                  </a:lnTo>
                  <a:lnTo>
                    <a:pt x="46808" y="105782"/>
                  </a:lnTo>
                  <a:lnTo>
                    <a:pt x="46446" y="107983"/>
                  </a:lnTo>
                  <a:lnTo>
                    <a:pt x="46339" y="109568"/>
                  </a:lnTo>
                  <a:lnTo>
                    <a:pt x="46778" y="114577"/>
                  </a:lnTo>
                  <a:lnTo>
                    <a:pt x="47557" y="118131"/>
                  </a:lnTo>
                  <a:lnTo>
                    <a:pt x="48213" y="120389"/>
                  </a:lnTo>
                  <a:lnTo>
                    <a:pt x="49092" y="120879"/>
                  </a:lnTo>
                  <a:lnTo>
                    <a:pt x="48885" y="123254"/>
                  </a:lnTo>
                  <a:lnTo>
                    <a:pt x="48227" y="124761"/>
                  </a:lnTo>
                  <a:lnTo>
                    <a:pt x="47030" y="126020"/>
                  </a:lnTo>
                  <a:lnTo>
                    <a:pt x="45712" y="126254"/>
                  </a:lnTo>
                  <a:lnTo>
                    <a:pt x="43556" y="125062"/>
                  </a:lnTo>
                  <a:lnTo>
                    <a:pt x="42677" y="124924"/>
                  </a:lnTo>
                  <a:lnTo>
                    <a:pt x="42333" y="124293"/>
                  </a:lnTo>
                  <a:lnTo>
                    <a:pt x="42230" y="123123"/>
                  </a:lnTo>
                  <a:lnTo>
                    <a:pt x="41614" y="121367"/>
                  </a:lnTo>
                  <a:lnTo>
                    <a:pt x="40484" y="119028"/>
                  </a:lnTo>
                  <a:lnTo>
                    <a:pt x="39831" y="119188"/>
                  </a:lnTo>
                  <a:lnTo>
                    <a:pt x="38767" y="118680"/>
                  </a:lnTo>
                  <a:lnTo>
                    <a:pt x="37000" y="117086"/>
                  </a:lnTo>
                  <a:lnTo>
                    <a:pt x="36183" y="116891"/>
                  </a:lnTo>
                  <a:lnTo>
                    <a:pt x="35011" y="118259"/>
                  </a:lnTo>
                  <a:lnTo>
                    <a:pt x="33648" y="120050"/>
                  </a:lnTo>
                  <a:lnTo>
                    <a:pt x="30360" y="117254"/>
                  </a:lnTo>
                  <a:lnTo>
                    <a:pt x="28052" y="115288"/>
                  </a:lnTo>
                  <a:lnTo>
                    <a:pt x="25976" y="113519"/>
                  </a:lnTo>
                  <a:lnTo>
                    <a:pt x="25422" y="112836"/>
                  </a:lnTo>
                  <a:lnTo>
                    <a:pt x="24968" y="112983"/>
                  </a:lnTo>
                  <a:lnTo>
                    <a:pt x="24575" y="113910"/>
                  </a:lnTo>
                  <a:lnTo>
                    <a:pt x="24126" y="115554"/>
                  </a:lnTo>
                  <a:lnTo>
                    <a:pt x="23978" y="116024"/>
                  </a:lnTo>
                  <a:lnTo>
                    <a:pt x="23739" y="116476"/>
                  </a:lnTo>
                  <a:lnTo>
                    <a:pt x="23470" y="116598"/>
                  </a:lnTo>
                  <a:lnTo>
                    <a:pt x="23459" y="115816"/>
                  </a:lnTo>
                  <a:lnTo>
                    <a:pt x="22444" y="112561"/>
                  </a:lnTo>
                  <a:lnTo>
                    <a:pt x="20828" y="108643"/>
                  </a:lnTo>
                  <a:lnTo>
                    <a:pt x="14640" y="96618"/>
                  </a:lnTo>
                  <a:lnTo>
                    <a:pt x="12365" y="89430"/>
                  </a:lnTo>
                  <a:lnTo>
                    <a:pt x="11145" y="84256"/>
                  </a:lnTo>
                  <a:lnTo>
                    <a:pt x="9983" y="81564"/>
                  </a:lnTo>
                  <a:lnTo>
                    <a:pt x="6641" y="76057"/>
                  </a:lnTo>
                  <a:lnTo>
                    <a:pt x="5871" y="73863"/>
                  </a:lnTo>
                  <a:lnTo>
                    <a:pt x="2559" y="66499"/>
                  </a:lnTo>
                  <a:lnTo>
                    <a:pt x="32" y="62185"/>
                  </a:lnTo>
                  <a:lnTo>
                    <a:pt x="0" y="60350"/>
                  </a:lnTo>
                  <a:lnTo>
                    <a:pt x="1037" y="58056"/>
                  </a:lnTo>
                  <a:lnTo>
                    <a:pt x="1545" y="58163"/>
                  </a:lnTo>
                  <a:lnTo>
                    <a:pt x="2098" y="59803"/>
                  </a:lnTo>
                  <a:lnTo>
                    <a:pt x="2995" y="61666"/>
                  </a:lnTo>
                  <a:lnTo>
                    <a:pt x="3418" y="61680"/>
                  </a:lnTo>
                  <a:lnTo>
                    <a:pt x="4041" y="60815"/>
                  </a:lnTo>
                  <a:lnTo>
                    <a:pt x="4057" y="59949"/>
                  </a:lnTo>
                  <a:lnTo>
                    <a:pt x="7446" y="59588"/>
                  </a:lnTo>
                  <a:lnTo>
                    <a:pt x="8053" y="59105"/>
                  </a:lnTo>
                  <a:lnTo>
                    <a:pt x="8668" y="57749"/>
                  </a:lnTo>
                  <a:lnTo>
                    <a:pt x="8982" y="55863"/>
                  </a:lnTo>
                  <a:lnTo>
                    <a:pt x="9035" y="54035"/>
                  </a:lnTo>
                  <a:lnTo>
                    <a:pt x="9164" y="52729"/>
                  </a:lnTo>
                  <a:lnTo>
                    <a:pt x="9708" y="51461"/>
                  </a:lnTo>
                  <a:lnTo>
                    <a:pt x="10700" y="51068"/>
                  </a:lnTo>
                  <a:lnTo>
                    <a:pt x="11466" y="50933"/>
                  </a:lnTo>
                  <a:lnTo>
                    <a:pt x="11693" y="50076"/>
                  </a:lnTo>
                  <a:lnTo>
                    <a:pt x="11462" y="47303"/>
                  </a:lnTo>
                  <a:lnTo>
                    <a:pt x="11049" y="40565"/>
                  </a:lnTo>
                  <a:lnTo>
                    <a:pt x="10963" y="38689"/>
                  </a:lnTo>
                  <a:lnTo>
                    <a:pt x="11104" y="37288"/>
                  </a:lnTo>
                  <a:lnTo>
                    <a:pt x="11413" y="36776"/>
                  </a:lnTo>
                  <a:lnTo>
                    <a:pt x="12917" y="36439"/>
                  </a:lnTo>
                  <a:lnTo>
                    <a:pt x="15760" y="37007"/>
                  </a:lnTo>
                  <a:lnTo>
                    <a:pt x="16311" y="36581"/>
                  </a:lnTo>
                  <a:lnTo>
                    <a:pt x="17451" y="32757"/>
                  </a:lnTo>
                  <a:lnTo>
                    <a:pt x="18511" y="29947"/>
                  </a:lnTo>
                  <a:lnTo>
                    <a:pt x="19266" y="28687"/>
                  </a:lnTo>
                  <a:lnTo>
                    <a:pt x="19862" y="28305"/>
                  </a:lnTo>
                  <a:lnTo>
                    <a:pt x="20552" y="30801"/>
                  </a:lnTo>
                  <a:lnTo>
                    <a:pt x="22953" y="34383"/>
                  </a:lnTo>
                  <a:lnTo>
                    <a:pt x="23359" y="34158"/>
                  </a:lnTo>
                  <a:lnTo>
                    <a:pt x="23597" y="33962"/>
                  </a:lnTo>
                  <a:lnTo>
                    <a:pt x="23672" y="33449"/>
                  </a:lnTo>
                  <a:lnTo>
                    <a:pt x="23630" y="31801"/>
                  </a:lnTo>
                  <a:lnTo>
                    <a:pt x="24230" y="30302"/>
                  </a:lnTo>
                  <a:lnTo>
                    <a:pt x="25475" y="28953"/>
                  </a:lnTo>
                  <a:lnTo>
                    <a:pt x="26727" y="26575"/>
                  </a:lnTo>
                  <a:lnTo>
                    <a:pt x="27986" y="23171"/>
                  </a:lnTo>
                  <a:lnTo>
                    <a:pt x="29078" y="21169"/>
                  </a:lnTo>
                  <a:lnTo>
                    <a:pt x="30002" y="20573"/>
                  </a:lnTo>
                  <a:lnTo>
                    <a:pt x="30354" y="19642"/>
                  </a:lnTo>
                  <a:lnTo>
                    <a:pt x="30134" y="18381"/>
                  </a:lnTo>
                  <a:lnTo>
                    <a:pt x="30208" y="16589"/>
                  </a:lnTo>
                  <a:lnTo>
                    <a:pt x="30575" y="14269"/>
                  </a:lnTo>
                  <a:lnTo>
                    <a:pt x="31112" y="12926"/>
                  </a:lnTo>
                  <a:lnTo>
                    <a:pt x="31818" y="12561"/>
                  </a:lnTo>
                  <a:lnTo>
                    <a:pt x="32096" y="11831"/>
                  </a:lnTo>
                  <a:lnTo>
                    <a:pt x="31949" y="10736"/>
                  </a:lnTo>
                  <a:lnTo>
                    <a:pt x="32086" y="9529"/>
                  </a:lnTo>
                  <a:lnTo>
                    <a:pt x="32722" y="7553"/>
                  </a:lnTo>
                  <a:lnTo>
                    <a:pt x="34242" y="5859"/>
                  </a:lnTo>
                  <a:lnTo>
                    <a:pt x="35111" y="6432"/>
                  </a:lnTo>
                  <a:lnTo>
                    <a:pt x="35834" y="8707"/>
                  </a:lnTo>
                  <a:lnTo>
                    <a:pt x="36856" y="10252"/>
                  </a:lnTo>
                  <a:lnTo>
                    <a:pt x="38176" y="11070"/>
                  </a:lnTo>
                  <a:lnTo>
                    <a:pt x="39201" y="10766"/>
                  </a:lnTo>
                  <a:lnTo>
                    <a:pt x="39931" y="9346"/>
                  </a:lnTo>
                  <a:lnTo>
                    <a:pt x="40587" y="8915"/>
                  </a:lnTo>
                  <a:lnTo>
                    <a:pt x="41171" y="9476"/>
                  </a:lnTo>
                  <a:lnTo>
                    <a:pt x="41479" y="9157"/>
                  </a:lnTo>
                  <a:lnTo>
                    <a:pt x="41512" y="7964"/>
                  </a:lnTo>
                  <a:lnTo>
                    <a:pt x="41813" y="7688"/>
                  </a:lnTo>
                  <a:lnTo>
                    <a:pt x="42384" y="8333"/>
                  </a:lnTo>
                  <a:lnTo>
                    <a:pt x="42891" y="8499"/>
                  </a:lnTo>
                  <a:lnTo>
                    <a:pt x="43334" y="8186"/>
                  </a:lnTo>
                  <a:lnTo>
                    <a:pt x="43506" y="7606"/>
                  </a:lnTo>
                  <a:lnTo>
                    <a:pt x="43596" y="7007"/>
                  </a:lnTo>
                  <a:lnTo>
                    <a:pt x="43926" y="6559"/>
                  </a:lnTo>
                  <a:lnTo>
                    <a:pt x="45067" y="7002"/>
                  </a:lnTo>
                  <a:lnTo>
                    <a:pt x="46346" y="6310"/>
                  </a:lnTo>
                  <a:lnTo>
                    <a:pt x="47764" y="4485"/>
                  </a:lnTo>
                  <a:lnTo>
                    <a:pt x="48706" y="3679"/>
                  </a:lnTo>
                  <a:lnTo>
                    <a:pt x="49171" y="3889"/>
                  </a:lnTo>
                  <a:lnTo>
                    <a:pt x="49728" y="2969"/>
                  </a:lnTo>
                  <a:lnTo>
                    <a:pt x="50377" y="917"/>
                  </a:lnTo>
                  <a:lnTo>
                    <a:pt x="51858" y="0"/>
                  </a:lnTo>
                  <a:close/>
                </a:path>
              </a:pathLst>
            </a:custGeom>
            <a:solidFill>
              <a:srgbClr val="ECF4E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7" name="pg1056"/>
            <p:cNvSpPr/>
            <p:nvPr/>
          </p:nvSpPr>
          <p:spPr>
            <a:xfrm>
              <a:off x="1262530" y="4194498"/>
              <a:ext cx="1888" cy="5078"/>
            </a:xfrm>
            <a:custGeom>
              <a:avLst/>
              <a:pathLst>
                <a:path w="1888" h="5078">
                  <a:moveTo>
                    <a:pt x="1766" y="3456"/>
                  </a:moveTo>
                  <a:lnTo>
                    <a:pt x="542" y="5078"/>
                  </a:lnTo>
                  <a:lnTo>
                    <a:pt x="0" y="3156"/>
                  </a:lnTo>
                  <a:lnTo>
                    <a:pt x="482" y="715"/>
                  </a:lnTo>
                  <a:lnTo>
                    <a:pt x="1057" y="77"/>
                  </a:lnTo>
                  <a:lnTo>
                    <a:pt x="1393" y="0"/>
                  </a:lnTo>
                  <a:lnTo>
                    <a:pt x="1888" y="2262"/>
                  </a:lnTo>
                  <a:close/>
                </a:path>
              </a:pathLst>
            </a:custGeom>
            <a:solidFill>
              <a:srgbClr val="F8FBF7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8" name="pg1057"/>
            <p:cNvSpPr/>
            <p:nvPr/>
          </p:nvSpPr>
          <p:spPr>
            <a:xfrm>
              <a:off x="2500473" y="3270559"/>
              <a:ext cx="2014" cy="7974"/>
            </a:xfrm>
            <a:custGeom>
              <a:avLst/>
              <a:pathLst>
                <a:path w="2014" h="7974">
                  <a:moveTo>
                    <a:pt x="2014" y="4650"/>
                  </a:moveTo>
                  <a:lnTo>
                    <a:pt x="1422" y="7974"/>
                  </a:lnTo>
                  <a:lnTo>
                    <a:pt x="1083" y="6491"/>
                  </a:lnTo>
                  <a:lnTo>
                    <a:pt x="1021" y="3848"/>
                  </a:lnTo>
                  <a:lnTo>
                    <a:pt x="779" y="2813"/>
                  </a:lnTo>
                  <a:lnTo>
                    <a:pt x="276" y="2182"/>
                  </a:lnTo>
                  <a:lnTo>
                    <a:pt x="0" y="1312"/>
                  </a:lnTo>
                  <a:lnTo>
                    <a:pt x="22" y="0"/>
                  </a:lnTo>
                  <a:lnTo>
                    <a:pt x="1847" y="2089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9" name="pg1058"/>
            <p:cNvSpPr/>
            <p:nvPr/>
          </p:nvSpPr>
          <p:spPr>
            <a:xfrm>
              <a:off x="2565937" y="3116064"/>
              <a:ext cx="756" cy="1634"/>
            </a:xfrm>
            <a:custGeom>
              <a:avLst/>
              <a:pathLst>
                <a:path w="756" h="1634">
                  <a:moveTo>
                    <a:pt x="756" y="1025"/>
                  </a:moveTo>
                  <a:lnTo>
                    <a:pt x="461" y="1634"/>
                  </a:lnTo>
                  <a:lnTo>
                    <a:pt x="201" y="1579"/>
                  </a:lnTo>
                  <a:lnTo>
                    <a:pt x="29" y="991"/>
                  </a:lnTo>
                  <a:lnTo>
                    <a:pt x="0" y="0"/>
                  </a:lnTo>
                  <a:lnTo>
                    <a:pt x="247" y="271"/>
                  </a:lnTo>
                  <a:lnTo>
                    <a:pt x="339" y="422"/>
                  </a:lnTo>
                  <a:lnTo>
                    <a:pt x="416" y="623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0" name="pg1059"/>
            <p:cNvSpPr/>
            <p:nvPr/>
          </p:nvSpPr>
          <p:spPr>
            <a:xfrm>
              <a:off x="2562830" y="3112476"/>
              <a:ext cx="336" cy="952"/>
            </a:xfrm>
            <a:custGeom>
              <a:avLst/>
              <a:pathLst>
                <a:path w="336" h="952">
                  <a:moveTo>
                    <a:pt x="157" y="952"/>
                  </a:moveTo>
                  <a:lnTo>
                    <a:pt x="0" y="683"/>
                  </a:lnTo>
                  <a:lnTo>
                    <a:pt x="28" y="193"/>
                  </a:lnTo>
                  <a:lnTo>
                    <a:pt x="156" y="0"/>
                  </a:lnTo>
                  <a:lnTo>
                    <a:pt x="255" y="135"/>
                  </a:lnTo>
                  <a:lnTo>
                    <a:pt x="336" y="522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1" name="pg1060"/>
            <p:cNvSpPr/>
            <p:nvPr/>
          </p:nvSpPr>
          <p:spPr>
            <a:xfrm>
              <a:off x="3374555" y="2115266"/>
              <a:ext cx="10676" cy="5665"/>
            </a:xfrm>
            <a:custGeom>
              <a:avLst/>
              <a:pathLst>
                <a:path w="10676" h="5665">
                  <a:moveTo>
                    <a:pt x="10676" y="382"/>
                  </a:moveTo>
                  <a:lnTo>
                    <a:pt x="10497" y="1497"/>
                  </a:lnTo>
                  <a:lnTo>
                    <a:pt x="10023" y="2728"/>
                  </a:lnTo>
                  <a:lnTo>
                    <a:pt x="8408" y="4501"/>
                  </a:lnTo>
                  <a:lnTo>
                    <a:pt x="6726" y="5665"/>
                  </a:lnTo>
                  <a:lnTo>
                    <a:pt x="5857" y="5520"/>
                  </a:lnTo>
                  <a:lnTo>
                    <a:pt x="5262" y="4911"/>
                  </a:lnTo>
                  <a:lnTo>
                    <a:pt x="4942" y="4272"/>
                  </a:lnTo>
                  <a:lnTo>
                    <a:pt x="4042" y="3656"/>
                  </a:lnTo>
                  <a:lnTo>
                    <a:pt x="2805" y="3345"/>
                  </a:lnTo>
                  <a:lnTo>
                    <a:pt x="2035" y="4012"/>
                  </a:lnTo>
                  <a:lnTo>
                    <a:pt x="1485" y="4644"/>
                  </a:lnTo>
                  <a:lnTo>
                    <a:pt x="1004" y="4540"/>
                  </a:lnTo>
                  <a:lnTo>
                    <a:pt x="642" y="4012"/>
                  </a:lnTo>
                  <a:lnTo>
                    <a:pt x="365" y="3200"/>
                  </a:lnTo>
                  <a:lnTo>
                    <a:pt x="0" y="642"/>
                  </a:lnTo>
                  <a:lnTo>
                    <a:pt x="922" y="174"/>
                  </a:lnTo>
                  <a:lnTo>
                    <a:pt x="2917" y="0"/>
                  </a:lnTo>
                  <a:lnTo>
                    <a:pt x="4465" y="894"/>
                  </a:lnTo>
                  <a:lnTo>
                    <a:pt x="6499" y="1327"/>
                  </a:lnTo>
                  <a:lnTo>
                    <a:pt x="8054" y="102"/>
                  </a:lnTo>
                  <a:lnTo>
                    <a:pt x="9279" y="1145"/>
                  </a:lnTo>
                  <a:close/>
                </a:path>
              </a:pathLst>
            </a:custGeom>
            <a:solidFill>
              <a:srgbClr val="97C48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2" name="pg1061"/>
            <p:cNvSpPr/>
            <p:nvPr/>
          </p:nvSpPr>
          <p:spPr>
            <a:xfrm>
              <a:off x="3378801" y="2105012"/>
              <a:ext cx="4589" cy="3527"/>
            </a:xfrm>
            <a:custGeom>
              <a:avLst/>
              <a:pathLst>
                <a:path w="4589" h="3527">
                  <a:moveTo>
                    <a:pt x="3053" y="206"/>
                  </a:moveTo>
                  <a:lnTo>
                    <a:pt x="4244" y="1817"/>
                  </a:lnTo>
                  <a:lnTo>
                    <a:pt x="4497" y="2333"/>
                  </a:lnTo>
                  <a:lnTo>
                    <a:pt x="4589" y="2885"/>
                  </a:lnTo>
                  <a:lnTo>
                    <a:pt x="3076" y="3527"/>
                  </a:lnTo>
                  <a:lnTo>
                    <a:pt x="1468" y="1549"/>
                  </a:lnTo>
                  <a:lnTo>
                    <a:pt x="405" y="2015"/>
                  </a:lnTo>
                  <a:lnTo>
                    <a:pt x="5" y="1079"/>
                  </a:lnTo>
                  <a:lnTo>
                    <a:pt x="0" y="494"/>
                  </a:lnTo>
                  <a:lnTo>
                    <a:pt x="1103" y="0"/>
                  </a:lnTo>
                  <a:close/>
                </a:path>
              </a:pathLst>
            </a:custGeom>
            <a:solidFill>
              <a:srgbClr val="97C48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3" name="pg1062"/>
            <p:cNvSpPr/>
            <p:nvPr/>
          </p:nvSpPr>
          <p:spPr>
            <a:xfrm>
              <a:off x="3391118" y="2062554"/>
              <a:ext cx="2160" cy="5422"/>
            </a:xfrm>
            <a:custGeom>
              <a:avLst/>
              <a:pathLst>
                <a:path w="2160" h="5422">
                  <a:moveTo>
                    <a:pt x="2156" y="3327"/>
                  </a:moveTo>
                  <a:lnTo>
                    <a:pt x="949" y="5422"/>
                  </a:lnTo>
                  <a:lnTo>
                    <a:pt x="214" y="4836"/>
                  </a:lnTo>
                  <a:lnTo>
                    <a:pt x="0" y="4351"/>
                  </a:lnTo>
                  <a:lnTo>
                    <a:pt x="373" y="2718"/>
                  </a:lnTo>
                  <a:lnTo>
                    <a:pt x="2160" y="0"/>
                  </a:lnTo>
                  <a:close/>
                </a:path>
              </a:pathLst>
            </a:custGeom>
            <a:solidFill>
              <a:srgbClr val="97C48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4" name="pg1063"/>
            <p:cNvSpPr/>
            <p:nvPr/>
          </p:nvSpPr>
          <p:spPr>
            <a:xfrm>
              <a:off x="3393540" y="2058804"/>
              <a:ext cx="2445" cy="2234"/>
            </a:xfrm>
            <a:custGeom>
              <a:avLst/>
              <a:pathLst>
                <a:path w="2445" h="2234">
                  <a:moveTo>
                    <a:pt x="2445" y="64"/>
                  </a:moveTo>
                  <a:lnTo>
                    <a:pt x="192" y="2234"/>
                  </a:lnTo>
                  <a:lnTo>
                    <a:pt x="0" y="1890"/>
                  </a:lnTo>
                  <a:lnTo>
                    <a:pt x="1451" y="0"/>
                  </a:lnTo>
                  <a:close/>
                </a:path>
              </a:pathLst>
            </a:custGeom>
            <a:solidFill>
              <a:srgbClr val="97C48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5" name="pg1064"/>
            <p:cNvSpPr/>
            <p:nvPr/>
          </p:nvSpPr>
          <p:spPr>
            <a:xfrm>
              <a:off x="3375759" y="2054935"/>
              <a:ext cx="45681" cy="79508"/>
            </a:xfrm>
            <a:custGeom>
              <a:avLst/>
              <a:pathLst>
                <a:path w="45681" h="79508">
                  <a:moveTo>
                    <a:pt x="9472" y="60714"/>
                  </a:moveTo>
                  <a:lnTo>
                    <a:pt x="8408" y="60269"/>
                  </a:lnTo>
                  <a:lnTo>
                    <a:pt x="6795" y="59037"/>
                  </a:lnTo>
                  <a:lnTo>
                    <a:pt x="4545" y="60037"/>
                  </a:lnTo>
                  <a:lnTo>
                    <a:pt x="2981" y="58839"/>
                  </a:lnTo>
                  <a:lnTo>
                    <a:pt x="1681" y="58721"/>
                  </a:lnTo>
                  <a:lnTo>
                    <a:pt x="872" y="57767"/>
                  </a:lnTo>
                  <a:lnTo>
                    <a:pt x="0" y="56154"/>
                  </a:lnTo>
                  <a:lnTo>
                    <a:pt x="617" y="55094"/>
                  </a:lnTo>
                  <a:lnTo>
                    <a:pt x="1215" y="54726"/>
                  </a:lnTo>
                  <a:lnTo>
                    <a:pt x="3595" y="54521"/>
                  </a:lnTo>
                  <a:lnTo>
                    <a:pt x="5327" y="55166"/>
                  </a:lnTo>
                  <a:lnTo>
                    <a:pt x="8438" y="58666"/>
                  </a:lnTo>
                  <a:lnTo>
                    <a:pt x="9223" y="58639"/>
                  </a:lnTo>
                  <a:lnTo>
                    <a:pt x="10056" y="58197"/>
                  </a:lnTo>
                  <a:lnTo>
                    <a:pt x="9633" y="57244"/>
                  </a:lnTo>
                  <a:lnTo>
                    <a:pt x="8854" y="56789"/>
                  </a:lnTo>
                  <a:lnTo>
                    <a:pt x="7696" y="55848"/>
                  </a:lnTo>
                  <a:lnTo>
                    <a:pt x="6774" y="54527"/>
                  </a:lnTo>
                  <a:lnTo>
                    <a:pt x="8941" y="54100"/>
                  </a:lnTo>
                  <a:lnTo>
                    <a:pt x="8641" y="53416"/>
                  </a:lnTo>
                  <a:lnTo>
                    <a:pt x="8356" y="52250"/>
                  </a:lnTo>
                  <a:lnTo>
                    <a:pt x="6068" y="48183"/>
                  </a:lnTo>
                  <a:lnTo>
                    <a:pt x="6458" y="47082"/>
                  </a:lnTo>
                  <a:lnTo>
                    <a:pt x="7033" y="44720"/>
                  </a:lnTo>
                  <a:lnTo>
                    <a:pt x="7750" y="42759"/>
                  </a:lnTo>
                  <a:lnTo>
                    <a:pt x="8321" y="42232"/>
                  </a:lnTo>
                  <a:lnTo>
                    <a:pt x="9260" y="40842"/>
                  </a:lnTo>
                  <a:lnTo>
                    <a:pt x="11301" y="36769"/>
                  </a:lnTo>
                  <a:lnTo>
                    <a:pt x="12600" y="33449"/>
                  </a:lnTo>
                  <a:lnTo>
                    <a:pt x="13566" y="29507"/>
                  </a:lnTo>
                  <a:lnTo>
                    <a:pt x="14982" y="18657"/>
                  </a:lnTo>
                  <a:lnTo>
                    <a:pt x="15401" y="16814"/>
                  </a:lnTo>
                  <a:lnTo>
                    <a:pt x="16084" y="14770"/>
                  </a:lnTo>
                  <a:lnTo>
                    <a:pt x="16941" y="15155"/>
                  </a:lnTo>
                  <a:lnTo>
                    <a:pt x="17538" y="15744"/>
                  </a:lnTo>
                  <a:lnTo>
                    <a:pt x="19649" y="14198"/>
                  </a:lnTo>
                  <a:lnTo>
                    <a:pt x="23271" y="10184"/>
                  </a:lnTo>
                  <a:lnTo>
                    <a:pt x="24338" y="6710"/>
                  </a:lnTo>
                  <a:lnTo>
                    <a:pt x="25387" y="5096"/>
                  </a:lnTo>
                  <a:lnTo>
                    <a:pt x="29549" y="1949"/>
                  </a:lnTo>
                  <a:lnTo>
                    <a:pt x="31848" y="1007"/>
                  </a:lnTo>
                  <a:lnTo>
                    <a:pt x="35395" y="764"/>
                  </a:lnTo>
                  <a:lnTo>
                    <a:pt x="37958" y="203"/>
                  </a:lnTo>
                  <a:lnTo>
                    <a:pt x="41037" y="0"/>
                  </a:lnTo>
                  <a:lnTo>
                    <a:pt x="42210" y="1943"/>
                  </a:lnTo>
                  <a:lnTo>
                    <a:pt x="42889" y="3364"/>
                  </a:lnTo>
                  <a:lnTo>
                    <a:pt x="43984" y="4153"/>
                  </a:lnTo>
                  <a:lnTo>
                    <a:pt x="45681" y="4694"/>
                  </a:lnTo>
                  <a:lnTo>
                    <a:pt x="45580" y="7504"/>
                  </a:lnTo>
                  <a:lnTo>
                    <a:pt x="45592" y="13050"/>
                  </a:lnTo>
                  <a:lnTo>
                    <a:pt x="45465" y="14034"/>
                  </a:lnTo>
                  <a:lnTo>
                    <a:pt x="44704" y="16374"/>
                  </a:lnTo>
                  <a:lnTo>
                    <a:pt x="43897" y="20577"/>
                  </a:lnTo>
                  <a:lnTo>
                    <a:pt x="43679" y="23337"/>
                  </a:lnTo>
                  <a:lnTo>
                    <a:pt x="43438" y="23864"/>
                  </a:lnTo>
                  <a:lnTo>
                    <a:pt x="40211" y="23848"/>
                  </a:lnTo>
                  <a:lnTo>
                    <a:pt x="39752" y="24327"/>
                  </a:lnTo>
                  <a:lnTo>
                    <a:pt x="39686" y="24924"/>
                  </a:lnTo>
                  <a:lnTo>
                    <a:pt x="39850" y="25636"/>
                  </a:lnTo>
                  <a:lnTo>
                    <a:pt x="39772" y="26343"/>
                  </a:lnTo>
                  <a:lnTo>
                    <a:pt x="39519" y="26918"/>
                  </a:lnTo>
                  <a:lnTo>
                    <a:pt x="39657" y="27833"/>
                  </a:lnTo>
                  <a:lnTo>
                    <a:pt x="40216" y="28873"/>
                  </a:lnTo>
                  <a:lnTo>
                    <a:pt x="41236" y="29515"/>
                  </a:lnTo>
                  <a:lnTo>
                    <a:pt x="42327" y="29574"/>
                  </a:lnTo>
                  <a:lnTo>
                    <a:pt x="42889" y="29462"/>
                  </a:lnTo>
                  <a:lnTo>
                    <a:pt x="43300" y="30204"/>
                  </a:lnTo>
                  <a:lnTo>
                    <a:pt x="43706" y="31349"/>
                  </a:lnTo>
                  <a:lnTo>
                    <a:pt x="43675" y="32789"/>
                  </a:lnTo>
                  <a:lnTo>
                    <a:pt x="43516" y="34724"/>
                  </a:lnTo>
                  <a:lnTo>
                    <a:pt x="43000" y="36512"/>
                  </a:lnTo>
                  <a:lnTo>
                    <a:pt x="41511" y="38572"/>
                  </a:lnTo>
                  <a:lnTo>
                    <a:pt x="40845" y="39298"/>
                  </a:lnTo>
                  <a:lnTo>
                    <a:pt x="40218" y="39668"/>
                  </a:lnTo>
                  <a:lnTo>
                    <a:pt x="39920" y="40214"/>
                  </a:lnTo>
                  <a:lnTo>
                    <a:pt x="39779" y="40904"/>
                  </a:lnTo>
                  <a:lnTo>
                    <a:pt x="39811" y="41515"/>
                  </a:lnTo>
                  <a:lnTo>
                    <a:pt x="40870" y="43170"/>
                  </a:lnTo>
                  <a:lnTo>
                    <a:pt x="40845" y="43548"/>
                  </a:lnTo>
                  <a:lnTo>
                    <a:pt x="40537" y="44408"/>
                  </a:lnTo>
                  <a:lnTo>
                    <a:pt x="40130" y="45218"/>
                  </a:lnTo>
                  <a:lnTo>
                    <a:pt x="37398" y="46900"/>
                  </a:lnTo>
                  <a:lnTo>
                    <a:pt x="36270" y="46769"/>
                  </a:lnTo>
                  <a:lnTo>
                    <a:pt x="35626" y="47607"/>
                  </a:lnTo>
                  <a:lnTo>
                    <a:pt x="35425" y="47766"/>
                  </a:lnTo>
                  <a:lnTo>
                    <a:pt x="34710" y="46995"/>
                  </a:lnTo>
                  <a:lnTo>
                    <a:pt x="33119" y="46108"/>
                  </a:lnTo>
                  <a:lnTo>
                    <a:pt x="32518" y="46414"/>
                  </a:lnTo>
                  <a:lnTo>
                    <a:pt x="32185" y="46900"/>
                  </a:lnTo>
                  <a:lnTo>
                    <a:pt x="31183" y="47490"/>
                  </a:lnTo>
                  <a:lnTo>
                    <a:pt x="30465" y="48415"/>
                  </a:lnTo>
                  <a:lnTo>
                    <a:pt x="30463" y="49605"/>
                  </a:lnTo>
                  <a:lnTo>
                    <a:pt x="31733" y="52683"/>
                  </a:lnTo>
                  <a:lnTo>
                    <a:pt x="32179" y="53287"/>
                  </a:lnTo>
                  <a:lnTo>
                    <a:pt x="32200" y="54436"/>
                  </a:lnTo>
                  <a:lnTo>
                    <a:pt x="32816" y="55879"/>
                  </a:lnTo>
                  <a:lnTo>
                    <a:pt x="33445" y="57686"/>
                  </a:lnTo>
                  <a:lnTo>
                    <a:pt x="33513" y="58836"/>
                  </a:lnTo>
                  <a:lnTo>
                    <a:pt x="33441" y="60001"/>
                  </a:lnTo>
                  <a:lnTo>
                    <a:pt x="33116" y="61649"/>
                  </a:lnTo>
                  <a:lnTo>
                    <a:pt x="32015" y="65511"/>
                  </a:lnTo>
                  <a:lnTo>
                    <a:pt x="32002" y="66253"/>
                  </a:lnTo>
                  <a:lnTo>
                    <a:pt x="32094" y="66815"/>
                  </a:lnTo>
                  <a:lnTo>
                    <a:pt x="32472" y="66971"/>
                  </a:lnTo>
                  <a:lnTo>
                    <a:pt x="32759" y="67263"/>
                  </a:lnTo>
                  <a:lnTo>
                    <a:pt x="32674" y="67778"/>
                  </a:lnTo>
                  <a:lnTo>
                    <a:pt x="30615" y="70458"/>
                  </a:lnTo>
                  <a:lnTo>
                    <a:pt x="30350" y="70927"/>
                  </a:lnTo>
                  <a:lnTo>
                    <a:pt x="29486" y="70795"/>
                  </a:lnTo>
                  <a:lnTo>
                    <a:pt x="29354" y="71243"/>
                  </a:lnTo>
                  <a:lnTo>
                    <a:pt x="29471" y="71966"/>
                  </a:lnTo>
                  <a:lnTo>
                    <a:pt x="29807" y="72600"/>
                  </a:lnTo>
                  <a:lnTo>
                    <a:pt x="30543" y="72933"/>
                  </a:lnTo>
                  <a:lnTo>
                    <a:pt x="31173" y="73612"/>
                  </a:lnTo>
                  <a:lnTo>
                    <a:pt x="31680" y="74944"/>
                  </a:lnTo>
                  <a:lnTo>
                    <a:pt x="31016" y="79508"/>
                  </a:lnTo>
                  <a:lnTo>
                    <a:pt x="29779" y="79445"/>
                  </a:lnTo>
                  <a:lnTo>
                    <a:pt x="28620" y="79387"/>
                  </a:lnTo>
                  <a:lnTo>
                    <a:pt x="28007" y="79238"/>
                  </a:lnTo>
                  <a:lnTo>
                    <a:pt x="27355" y="78789"/>
                  </a:lnTo>
                  <a:lnTo>
                    <a:pt x="27058" y="77867"/>
                  </a:lnTo>
                  <a:lnTo>
                    <a:pt x="26696" y="76755"/>
                  </a:lnTo>
                  <a:lnTo>
                    <a:pt x="26795" y="76074"/>
                  </a:lnTo>
                  <a:lnTo>
                    <a:pt x="27880" y="74139"/>
                  </a:lnTo>
                  <a:lnTo>
                    <a:pt x="28043" y="73604"/>
                  </a:lnTo>
                  <a:lnTo>
                    <a:pt x="27931" y="73318"/>
                  </a:lnTo>
                  <a:lnTo>
                    <a:pt x="28041" y="72465"/>
                  </a:lnTo>
                  <a:lnTo>
                    <a:pt x="28875" y="69580"/>
                  </a:lnTo>
                  <a:lnTo>
                    <a:pt x="28983" y="68421"/>
                  </a:lnTo>
                  <a:lnTo>
                    <a:pt x="28610" y="67610"/>
                  </a:lnTo>
                  <a:lnTo>
                    <a:pt x="28072" y="67125"/>
                  </a:lnTo>
                  <a:lnTo>
                    <a:pt x="26322" y="66270"/>
                  </a:lnTo>
                  <a:lnTo>
                    <a:pt x="25489" y="65062"/>
                  </a:lnTo>
                  <a:lnTo>
                    <a:pt x="25103" y="64008"/>
                  </a:lnTo>
                  <a:lnTo>
                    <a:pt x="24714" y="63710"/>
                  </a:lnTo>
                  <a:lnTo>
                    <a:pt x="24141" y="64067"/>
                  </a:lnTo>
                  <a:lnTo>
                    <a:pt x="22691" y="64459"/>
                  </a:lnTo>
                  <a:lnTo>
                    <a:pt x="21513" y="63891"/>
                  </a:lnTo>
                  <a:lnTo>
                    <a:pt x="20120" y="61895"/>
                  </a:lnTo>
                  <a:lnTo>
                    <a:pt x="19798" y="60112"/>
                  </a:lnTo>
                  <a:lnTo>
                    <a:pt x="19628" y="58744"/>
                  </a:lnTo>
                  <a:lnTo>
                    <a:pt x="19280" y="58272"/>
                  </a:lnTo>
                  <a:lnTo>
                    <a:pt x="18812" y="58973"/>
                  </a:lnTo>
                  <a:lnTo>
                    <a:pt x="18220" y="60084"/>
                  </a:lnTo>
                  <a:lnTo>
                    <a:pt x="17051" y="60217"/>
                  </a:lnTo>
                  <a:lnTo>
                    <a:pt x="16718" y="59958"/>
                  </a:lnTo>
                  <a:lnTo>
                    <a:pt x="16661" y="59344"/>
                  </a:lnTo>
                  <a:lnTo>
                    <a:pt x="16594" y="58756"/>
                  </a:lnTo>
                  <a:lnTo>
                    <a:pt x="16273" y="58027"/>
                  </a:lnTo>
                  <a:lnTo>
                    <a:pt x="15925" y="57622"/>
                  </a:lnTo>
                  <a:lnTo>
                    <a:pt x="14442" y="59672"/>
                  </a:lnTo>
                  <a:lnTo>
                    <a:pt x="13891" y="59666"/>
                  </a:lnTo>
                  <a:lnTo>
                    <a:pt x="13195" y="58878"/>
                  </a:lnTo>
                  <a:lnTo>
                    <a:pt x="12851" y="58106"/>
                  </a:lnTo>
                  <a:lnTo>
                    <a:pt x="12089" y="58546"/>
                  </a:lnTo>
                  <a:lnTo>
                    <a:pt x="11405" y="59499"/>
                  </a:lnTo>
                  <a:lnTo>
                    <a:pt x="11639" y="61286"/>
                  </a:lnTo>
                  <a:lnTo>
                    <a:pt x="11270" y="61614"/>
                  </a:lnTo>
                  <a:lnTo>
                    <a:pt x="10426" y="61451"/>
                  </a:lnTo>
                  <a:close/>
                </a:path>
              </a:pathLst>
            </a:custGeom>
            <a:solidFill>
              <a:srgbClr val="97C48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6" name="pg1065"/>
            <p:cNvSpPr/>
            <p:nvPr/>
          </p:nvSpPr>
          <p:spPr>
            <a:xfrm>
              <a:off x="3396981" y="2054864"/>
              <a:ext cx="4782" cy="1943"/>
            </a:xfrm>
            <a:custGeom>
              <a:avLst/>
              <a:pathLst>
                <a:path w="4782" h="1943">
                  <a:moveTo>
                    <a:pt x="1651" y="1708"/>
                  </a:moveTo>
                  <a:lnTo>
                    <a:pt x="516" y="1943"/>
                  </a:lnTo>
                  <a:lnTo>
                    <a:pt x="0" y="1529"/>
                  </a:lnTo>
                  <a:lnTo>
                    <a:pt x="2740" y="357"/>
                  </a:lnTo>
                  <a:lnTo>
                    <a:pt x="4474" y="0"/>
                  </a:lnTo>
                  <a:lnTo>
                    <a:pt x="4782" y="161"/>
                  </a:lnTo>
                  <a:close/>
                </a:path>
              </a:pathLst>
            </a:custGeom>
            <a:solidFill>
              <a:srgbClr val="97C48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7" name="pg1066"/>
            <p:cNvSpPr/>
            <p:nvPr/>
          </p:nvSpPr>
          <p:spPr>
            <a:xfrm>
              <a:off x="3402637" y="2053932"/>
              <a:ext cx="3351" cy="959"/>
            </a:xfrm>
            <a:custGeom>
              <a:avLst/>
              <a:pathLst>
                <a:path w="3351" h="959">
                  <a:moveTo>
                    <a:pt x="3351" y="480"/>
                  </a:moveTo>
                  <a:lnTo>
                    <a:pt x="947" y="959"/>
                  </a:lnTo>
                  <a:lnTo>
                    <a:pt x="134" y="597"/>
                  </a:lnTo>
                  <a:lnTo>
                    <a:pt x="0" y="253"/>
                  </a:lnTo>
                  <a:lnTo>
                    <a:pt x="655" y="50"/>
                  </a:lnTo>
                  <a:lnTo>
                    <a:pt x="2705" y="0"/>
                  </a:lnTo>
                  <a:lnTo>
                    <a:pt x="3338" y="298"/>
                  </a:lnTo>
                  <a:close/>
                </a:path>
              </a:pathLst>
            </a:custGeom>
            <a:solidFill>
              <a:srgbClr val="97C48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8" name="pg1067"/>
            <p:cNvSpPr/>
            <p:nvPr/>
          </p:nvSpPr>
          <p:spPr>
            <a:xfrm>
              <a:off x="3408791" y="2052753"/>
              <a:ext cx="2122" cy="1128"/>
            </a:xfrm>
            <a:custGeom>
              <a:avLst/>
              <a:pathLst>
                <a:path w="2122" h="1128">
                  <a:moveTo>
                    <a:pt x="2122" y="125"/>
                  </a:moveTo>
                  <a:lnTo>
                    <a:pt x="414" y="1128"/>
                  </a:lnTo>
                  <a:lnTo>
                    <a:pt x="0" y="917"/>
                  </a:lnTo>
                  <a:lnTo>
                    <a:pt x="102" y="627"/>
                  </a:lnTo>
                  <a:lnTo>
                    <a:pt x="1604" y="0"/>
                  </a:lnTo>
                  <a:close/>
                </a:path>
              </a:pathLst>
            </a:custGeom>
            <a:solidFill>
              <a:srgbClr val="97C48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9" name="pg1068"/>
            <p:cNvSpPr/>
            <p:nvPr/>
          </p:nvSpPr>
          <p:spPr>
            <a:xfrm>
              <a:off x="3414675" y="2049488"/>
              <a:ext cx="1935" cy="1367"/>
            </a:xfrm>
            <a:custGeom>
              <a:avLst/>
              <a:pathLst>
                <a:path w="1935" h="1367">
                  <a:moveTo>
                    <a:pt x="1129" y="1269"/>
                  </a:moveTo>
                  <a:lnTo>
                    <a:pt x="0" y="1367"/>
                  </a:lnTo>
                  <a:lnTo>
                    <a:pt x="322" y="585"/>
                  </a:lnTo>
                  <a:lnTo>
                    <a:pt x="1371" y="0"/>
                  </a:lnTo>
                  <a:lnTo>
                    <a:pt x="1935" y="0"/>
                  </a:lnTo>
                  <a:close/>
                </a:path>
              </a:pathLst>
            </a:custGeom>
            <a:solidFill>
              <a:srgbClr val="9FC89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0" name="pg1069"/>
            <p:cNvSpPr/>
            <p:nvPr/>
          </p:nvSpPr>
          <p:spPr>
            <a:xfrm>
              <a:off x="3393810" y="1847770"/>
              <a:ext cx="1937" cy="7779"/>
            </a:xfrm>
            <a:custGeom>
              <a:avLst/>
              <a:pathLst>
                <a:path w="1937" h="7779">
                  <a:moveTo>
                    <a:pt x="1898" y="4269"/>
                  </a:moveTo>
                  <a:lnTo>
                    <a:pt x="1937" y="7779"/>
                  </a:lnTo>
                  <a:lnTo>
                    <a:pt x="815" y="7514"/>
                  </a:lnTo>
                  <a:lnTo>
                    <a:pt x="310" y="6167"/>
                  </a:lnTo>
                  <a:lnTo>
                    <a:pt x="164" y="5308"/>
                  </a:lnTo>
                  <a:lnTo>
                    <a:pt x="252" y="3276"/>
                  </a:lnTo>
                  <a:lnTo>
                    <a:pt x="0" y="1181"/>
                  </a:lnTo>
                  <a:lnTo>
                    <a:pt x="330" y="141"/>
                  </a:lnTo>
                  <a:lnTo>
                    <a:pt x="737" y="0"/>
                  </a:lnTo>
                  <a:lnTo>
                    <a:pt x="1463" y="1864"/>
                  </a:lnTo>
                  <a:close/>
                </a:path>
              </a:pathLst>
            </a:custGeom>
            <a:solidFill>
              <a:srgbClr val="FFA68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1" name="pg1070"/>
            <p:cNvSpPr/>
            <p:nvPr/>
          </p:nvSpPr>
          <p:spPr>
            <a:xfrm>
              <a:off x="3392213" y="1825687"/>
              <a:ext cx="2123" cy="3765"/>
            </a:xfrm>
            <a:custGeom>
              <a:avLst/>
              <a:pathLst>
                <a:path w="2123" h="3765">
                  <a:moveTo>
                    <a:pt x="1945" y="3392"/>
                  </a:moveTo>
                  <a:lnTo>
                    <a:pt x="866" y="3765"/>
                  </a:lnTo>
                  <a:lnTo>
                    <a:pt x="0" y="3446"/>
                  </a:lnTo>
                  <a:lnTo>
                    <a:pt x="309" y="624"/>
                  </a:lnTo>
                  <a:lnTo>
                    <a:pt x="762" y="162"/>
                  </a:lnTo>
                  <a:lnTo>
                    <a:pt x="1418" y="0"/>
                  </a:lnTo>
                  <a:lnTo>
                    <a:pt x="2123" y="1510"/>
                  </a:lnTo>
                  <a:close/>
                </a:path>
              </a:pathLst>
            </a:custGeom>
            <a:solidFill>
              <a:srgbClr val="FFA68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2" name="pg1071"/>
            <p:cNvSpPr/>
            <p:nvPr/>
          </p:nvSpPr>
          <p:spPr>
            <a:xfrm>
              <a:off x="3428835" y="1758568"/>
              <a:ext cx="4106" cy="3956"/>
            </a:xfrm>
            <a:custGeom>
              <a:avLst/>
              <a:pathLst>
                <a:path w="4106" h="3956">
                  <a:moveTo>
                    <a:pt x="3640" y="3935"/>
                  </a:moveTo>
                  <a:lnTo>
                    <a:pt x="2445" y="3956"/>
                  </a:lnTo>
                  <a:lnTo>
                    <a:pt x="1027" y="3500"/>
                  </a:lnTo>
                  <a:lnTo>
                    <a:pt x="138" y="2533"/>
                  </a:lnTo>
                  <a:lnTo>
                    <a:pt x="0" y="1681"/>
                  </a:lnTo>
                  <a:lnTo>
                    <a:pt x="1637" y="620"/>
                  </a:lnTo>
                  <a:lnTo>
                    <a:pt x="3284" y="0"/>
                  </a:lnTo>
                  <a:lnTo>
                    <a:pt x="4047" y="1165"/>
                  </a:lnTo>
                  <a:lnTo>
                    <a:pt x="4106" y="3084"/>
                  </a:lnTo>
                  <a:close/>
                </a:path>
              </a:pathLst>
            </a:custGeom>
            <a:solidFill>
              <a:srgbClr val="FFA68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3" name="pg1072"/>
            <p:cNvSpPr/>
            <p:nvPr/>
          </p:nvSpPr>
          <p:spPr>
            <a:xfrm>
              <a:off x="3434723" y="1748704"/>
              <a:ext cx="6431" cy="4132"/>
            </a:xfrm>
            <a:custGeom>
              <a:avLst/>
              <a:pathLst>
                <a:path w="6431" h="4132">
                  <a:moveTo>
                    <a:pt x="2238" y="4062"/>
                  </a:moveTo>
                  <a:lnTo>
                    <a:pt x="841" y="4132"/>
                  </a:lnTo>
                  <a:lnTo>
                    <a:pt x="0" y="3471"/>
                  </a:lnTo>
                  <a:lnTo>
                    <a:pt x="2000" y="2151"/>
                  </a:lnTo>
                  <a:lnTo>
                    <a:pt x="5140" y="895"/>
                  </a:lnTo>
                  <a:lnTo>
                    <a:pt x="5439" y="98"/>
                  </a:lnTo>
                  <a:lnTo>
                    <a:pt x="5819" y="0"/>
                  </a:lnTo>
                  <a:lnTo>
                    <a:pt x="6362" y="981"/>
                  </a:lnTo>
                  <a:lnTo>
                    <a:pt x="6431" y="2324"/>
                  </a:lnTo>
                  <a:lnTo>
                    <a:pt x="6086" y="2989"/>
                  </a:lnTo>
                  <a:close/>
                </a:path>
              </a:pathLst>
            </a:custGeom>
            <a:solidFill>
              <a:srgbClr val="FFA68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4" name="pg1073"/>
            <p:cNvSpPr/>
            <p:nvPr/>
          </p:nvSpPr>
          <p:spPr>
            <a:xfrm>
              <a:off x="3464615" y="1714011"/>
              <a:ext cx="6170" cy="4156"/>
            </a:xfrm>
            <a:custGeom>
              <a:avLst/>
              <a:pathLst>
                <a:path w="6170" h="4156">
                  <a:moveTo>
                    <a:pt x="5991" y="3334"/>
                  </a:moveTo>
                  <a:lnTo>
                    <a:pt x="5352" y="4156"/>
                  </a:lnTo>
                  <a:lnTo>
                    <a:pt x="3932" y="3496"/>
                  </a:lnTo>
                  <a:lnTo>
                    <a:pt x="1129" y="4006"/>
                  </a:lnTo>
                  <a:lnTo>
                    <a:pt x="0" y="3203"/>
                  </a:lnTo>
                  <a:lnTo>
                    <a:pt x="897" y="1639"/>
                  </a:lnTo>
                  <a:lnTo>
                    <a:pt x="3426" y="0"/>
                  </a:lnTo>
                  <a:lnTo>
                    <a:pt x="4786" y="75"/>
                  </a:lnTo>
                  <a:lnTo>
                    <a:pt x="6170" y="2092"/>
                  </a:lnTo>
                  <a:close/>
                </a:path>
              </a:pathLst>
            </a:custGeom>
            <a:solidFill>
              <a:srgbClr val="FFA68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5" name="pg1074"/>
            <p:cNvSpPr/>
            <p:nvPr/>
          </p:nvSpPr>
          <p:spPr>
            <a:xfrm>
              <a:off x="3477111" y="1692523"/>
              <a:ext cx="2901" cy="3256"/>
            </a:xfrm>
            <a:custGeom>
              <a:avLst/>
              <a:pathLst>
                <a:path w="2901" h="3256">
                  <a:moveTo>
                    <a:pt x="2471" y="2346"/>
                  </a:moveTo>
                  <a:lnTo>
                    <a:pt x="1666" y="3256"/>
                  </a:lnTo>
                  <a:lnTo>
                    <a:pt x="160" y="2995"/>
                  </a:lnTo>
                  <a:lnTo>
                    <a:pt x="0" y="2214"/>
                  </a:lnTo>
                  <a:lnTo>
                    <a:pt x="429" y="650"/>
                  </a:lnTo>
                  <a:lnTo>
                    <a:pt x="1343" y="0"/>
                  </a:lnTo>
                  <a:lnTo>
                    <a:pt x="2525" y="128"/>
                  </a:lnTo>
                  <a:lnTo>
                    <a:pt x="2901" y="782"/>
                  </a:lnTo>
                  <a:close/>
                </a:path>
              </a:pathLst>
            </a:custGeom>
            <a:solidFill>
              <a:srgbClr val="FFA68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6" name="pg1075"/>
            <p:cNvSpPr/>
            <p:nvPr/>
          </p:nvSpPr>
          <p:spPr>
            <a:xfrm>
              <a:off x="3485207" y="1683497"/>
              <a:ext cx="4257" cy="3318"/>
            </a:xfrm>
            <a:custGeom>
              <a:avLst/>
              <a:pathLst>
                <a:path w="4257" h="3318">
                  <a:moveTo>
                    <a:pt x="975" y="3233"/>
                  </a:moveTo>
                  <a:lnTo>
                    <a:pt x="0" y="3318"/>
                  </a:lnTo>
                  <a:lnTo>
                    <a:pt x="8" y="2110"/>
                  </a:lnTo>
                  <a:lnTo>
                    <a:pt x="567" y="1012"/>
                  </a:lnTo>
                  <a:lnTo>
                    <a:pt x="1454" y="279"/>
                  </a:lnTo>
                  <a:lnTo>
                    <a:pt x="2594" y="83"/>
                  </a:lnTo>
                  <a:lnTo>
                    <a:pt x="3870" y="0"/>
                  </a:lnTo>
                  <a:lnTo>
                    <a:pt x="4257" y="581"/>
                  </a:lnTo>
                  <a:lnTo>
                    <a:pt x="3524" y="1403"/>
                  </a:lnTo>
                  <a:close/>
                </a:path>
              </a:pathLst>
            </a:custGeom>
            <a:solidFill>
              <a:srgbClr val="FFA68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7" name="pg1076"/>
            <p:cNvSpPr/>
            <p:nvPr/>
          </p:nvSpPr>
          <p:spPr>
            <a:xfrm>
              <a:off x="3483962" y="1677611"/>
              <a:ext cx="3599" cy="5139"/>
            </a:xfrm>
            <a:custGeom>
              <a:avLst/>
              <a:pathLst>
                <a:path w="3599" h="5139">
                  <a:moveTo>
                    <a:pt x="1128" y="4943"/>
                  </a:moveTo>
                  <a:lnTo>
                    <a:pt x="0" y="5139"/>
                  </a:lnTo>
                  <a:lnTo>
                    <a:pt x="188" y="3834"/>
                  </a:lnTo>
                  <a:lnTo>
                    <a:pt x="1100" y="2597"/>
                  </a:lnTo>
                  <a:lnTo>
                    <a:pt x="1450" y="1750"/>
                  </a:lnTo>
                  <a:lnTo>
                    <a:pt x="1632" y="754"/>
                  </a:lnTo>
                  <a:lnTo>
                    <a:pt x="2438" y="0"/>
                  </a:lnTo>
                  <a:lnTo>
                    <a:pt x="3576" y="963"/>
                  </a:lnTo>
                  <a:lnTo>
                    <a:pt x="3599" y="2602"/>
                  </a:lnTo>
                  <a:lnTo>
                    <a:pt x="3034" y="4096"/>
                  </a:lnTo>
                  <a:close/>
                </a:path>
              </a:pathLst>
            </a:custGeom>
            <a:solidFill>
              <a:srgbClr val="FFA68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8" name="pg1077"/>
            <p:cNvSpPr/>
            <p:nvPr/>
          </p:nvSpPr>
          <p:spPr>
            <a:xfrm>
              <a:off x="3490016" y="1622627"/>
              <a:ext cx="3641" cy="7390"/>
            </a:xfrm>
            <a:custGeom>
              <a:avLst/>
              <a:pathLst>
                <a:path w="3641" h="7390">
                  <a:moveTo>
                    <a:pt x="1800" y="5827"/>
                  </a:moveTo>
                  <a:lnTo>
                    <a:pt x="0" y="7390"/>
                  </a:lnTo>
                  <a:lnTo>
                    <a:pt x="656" y="4537"/>
                  </a:lnTo>
                  <a:lnTo>
                    <a:pt x="1629" y="1650"/>
                  </a:lnTo>
                  <a:lnTo>
                    <a:pt x="2974" y="0"/>
                  </a:lnTo>
                  <a:lnTo>
                    <a:pt x="3641" y="647"/>
                  </a:lnTo>
                  <a:lnTo>
                    <a:pt x="3336" y="2028"/>
                  </a:lnTo>
                  <a:lnTo>
                    <a:pt x="3341" y="3394"/>
                  </a:lnTo>
                  <a:lnTo>
                    <a:pt x="3053" y="4041"/>
                  </a:lnTo>
                  <a:close/>
                </a:path>
              </a:pathLst>
            </a:custGeom>
            <a:solidFill>
              <a:srgbClr val="FFA68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9" name="pg1078"/>
            <p:cNvSpPr/>
            <p:nvPr/>
          </p:nvSpPr>
          <p:spPr>
            <a:xfrm>
              <a:off x="3494592" y="1616576"/>
              <a:ext cx="11204" cy="8296"/>
            </a:xfrm>
            <a:custGeom>
              <a:avLst/>
              <a:pathLst>
                <a:path w="11204" h="8296">
                  <a:moveTo>
                    <a:pt x="8206" y="318"/>
                  </a:moveTo>
                  <a:lnTo>
                    <a:pt x="8930" y="823"/>
                  </a:lnTo>
                  <a:lnTo>
                    <a:pt x="10824" y="676"/>
                  </a:lnTo>
                  <a:lnTo>
                    <a:pt x="11204" y="865"/>
                  </a:lnTo>
                  <a:lnTo>
                    <a:pt x="10935" y="1699"/>
                  </a:lnTo>
                  <a:lnTo>
                    <a:pt x="10112" y="2617"/>
                  </a:lnTo>
                  <a:lnTo>
                    <a:pt x="8387" y="3180"/>
                  </a:lnTo>
                  <a:lnTo>
                    <a:pt x="7611" y="4580"/>
                  </a:lnTo>
                  <a:lnTo>
                    <a:pt x="7055" y="5057"/>
                  </a:lnTo>
                  <a:lnTo>
                    <a:pt x="5565" y="5062"/>
                  </a:lnTo>
                  <a:lnTo>
                    <a:pt x="4685" y="5386"/>
                  </a:lnTo>
                  <a:lnTo>
                    <a:pt x="3603" y="6632"/>
                  </a:lnTo>
                  <a:lnTo>
                    <a:pt x="2738" y="5713"/>
                  </a:lnTo>
                  <a:lnTo>
                    <a:pt x="2496" y="6365"/>
                  </a:lnTo>
                  <a:lnTo>
                    <a:pt x="2339" y="7531"/>
                  </a:lnTo>
                  <a:lnTo>
                    <a:pt x="1859" y="7873"/>
                  </a:lnTo>
                  <a:lnTo>
                    <a:pt x="364" y="8296"/>
                  </a:lnTo>
                  <a:lnTo>
                    <a:pt x="0" y="5581"/>
                  </a:lnTo>
                  <a:lnTo>
                    <a:pt x="687" y="4595"/>
                  </a:lnTo>
                  <a:lnTo>
                    <a:pt x="1227" y="3417"/>
                  </a:lnTo>
                  <a:lnTo>
                    <a:pt x="2053" y="3237"/>
                  </a:lnTo>
                  <a:lnTo>
                    <a:pt x="2793" y="3335"/>
                  </a:lnTo>
                  <a:lnTo>
                    <a:pt x="4125" y="800"/>
                  </a:lnTo>
                  <a:lnTo>
                    <a:pt x="5949" y="80"/>
                  </a:lnTo>
                  <a:lnTo>
                    <a:pt x="7124" y="0"/>
                  </a:lnTo>
                  <a:close/>
                </a:path>
              </a:pathLst>
            </a:custGeom>
            <a:solidFill>
              <a:srgbClr val="FFA68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0" name="pg1079"/>
            <p:cNvSpPr/>
            <p:nvPr/>
          </p:nvSpPr>
          <p:spPr>
            <a:xfrm>
              <a:off x="3508899" y="1594949"/>
              <a:ext cx="12469" cy="11868"/>
            </a:xfrm>
            <a:custGeom>
              <a:avLst/>
              <a:pathLst>
                <a:path w="12469" h="11868">
                  <a:moveTo>
                    <a:pt x="10160" y="1917"/>
                  </a:moveTo>
                  <a:lnTo>
                    <a:pt x="11745" y="4892"/>
                  </a:lnTo>
                  <a:lnTo>
                    <a:pt x="12469" y="6631"/>
                  </a:lnTo>
                  <a:lnTo>
                    <a:pt x="11882" y="9916"/>
                  </a:lnTo>
                  <a:lnTo>
                    <a:pt x="10342" y="11574"/>
                  </a:lnTo>
                  <a:lnTo>
                    <a:pt x="7965" y="11868"/>
                  </a:lnTo>
                  <a:lnTo>
                    <a:pt x="6298" y="11731"/>
                  </a:lnTo>
                  <a:lnTo>
                    <a:pt x="5247" y="10933"/>
                  </a:lnTo>
                  <a:lnTo>
                    <a:pt x="5116" y="10039"/>
                  </a:lnTo>
                  <a:lnTo>
                    <a:pt x="4509" y="9775"/>
                  </a:lnTo>
                  <a:lnTo>
                    <a:pt x="2908" y="10923"/>
                  </a:lnTo>
                  <a:lnTo>
                    <a:pt x="1795" y="11079"/>
                  </a:lnTo>
                  <a:lnTo>
                    <a:pt x="380" y="10187"/>
                  </a:lnTo>
                  <a:lnTo>
                    <a:pt x="0" y="8763"/>
                  </a:lnTo>
                  <a:lnTo>
                    <a:pt x="1501" y="6977"/>
                  </a:lnTo>
                  <a:lnTo>
                    <a:pt x="2197" y="5589"/>
                  </a:lnTo>
                  <a:lnTo>
                    <a:pt x="3863" y="5712"/>
                  </a:lnTo>
                  <a:lnTo>
                    <a:pt x="4279" y="6143"/>
                  </a:lnTo>
                  <a:lnTo>
                    <a:pt x="5221" y="6413"/>
                  </a:lnTo>
                  <a:lnTo>
                    <a:pt x="5793" y="4741"/>
                  </a:lnTo>
                  <a:lnTo>
                    <a:pt x="5661" y="3585"/>
                  </a:lnTo>
                  <a:lnTo>
                    <a:pt x="6080" y="2781"/>
                  </a:lnTo>
                  <a:lnTo>
                    <a:pt x="8093" y="3360"/>
                  </a:lnTo>
                  <a:lnTo>
                    <a:pt x="8096" y="220"/>
                  </a:lnTo>
                  <a:lnTo>
                    <a:pt x="8877" y="0"/>
                  </a:lnTo>
                  <a:lnTo>
                    <a:pt x="9197" y="119"/>
                  </a:lnTo>
                  <a:lnTo>
                    <a:pt x="9775" y="782"/>
                  </a:lnTo>
                  <a:close/>
                </a:path>
              </a:pathLst>
            </a:custGeom>
            <a:solidFill>
              <a:srgbClr val="FFA68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1" name="pg1080"/>
            <p:cNvSpPr/>
            <p:nvPr/>
          </p:nvSpPr>
          <p:spPr>
            <a:xfrm>
              <a:off x="3507482" y="1586261"/>
              <a:ext cx="27910" cy="33206"/>
            </a:xfrm>
            <a:custGeom>
              <a:avLst/>
              <a:pathLst>
                <a:path w="27910" h="33206">
                  <a:moveTo>
                    <a:pt x="18318" y="21890"/>
                  </a:moveTo>
                  <a:lnTo>
                    <a:pt x="18465" y="22098"/>
                  </a:lnTo>
                  <a:lnTo>
                    <a:pt x="20125" y="19252"/>
                  </a:lnTo>
                  <a:lnTo>
                    <a:pt x="21965" y="18365"/>
                  </a:lnTo>
                  <a:lnTo>
                    <a:pt x="22079" y="17375"/>
                  </a:lnTo>
                  <a:lnTo>
                    <a:pt x="22792" y="16417"/>
                  </a:lnTo>
                  <a:lnTo>
                    <a:pt x="22711" y="14853"/>
                  </a:lnTo>
                  <a:lnTo>
                    <a:pt x="23074" y="13582"/>
                  </a:lnTo>
                  <a:lnTo>
                    <a:pt x="24012" y="13246"/>
                  </a:lnTo>
                  <a:lnTo>
                    <a:pt x="24598" y="12816"/>
                  </a:lnTo>
                  <a:lnTo>
                    <a:pt x="25247" y="12579"/>
                  </a:lnTo>
                  <a:lnTo>
                    <a:pt x="26421" y="13607"/>
                  </a:lnTo>
                  <a:lnTo>
                    <a:pt x="27085" y="14748"/>
                  </a:lnTo>
                  <a:lnTo>
                    <a:pt x="27910" y="17300"/>
                  </a:lnTo>
                  <a:lnTo>
                    <a:pt x="27567" y="19769"/>
                  </a:lnTo>
                  <a:lnTo>
                    <a:pt x="25358" y="21694"/>
                  </a:lnTo>
                  <a:lnTo>
                    <a:pt x="23603" y="22562"/>
                  </a:lnTo>
                  <a:lnTo>
                    <a:pt x="21829" y="24773"/>
                  </a:lnTo>
                  <a:lnTo>
                    <a:pt x="20938" y="26580"/>
                  </a:lnTo>
                  <a:lnTo>
                    <a:pt x="20173" y="26972"/>
                  </a:lnTo>
                  <a:lnTo>
                    <a:pt x="19688" y="26825"/>
                  </a:lnTo>
                  <a:lnTo>
                    <a:pt x="19257" y="26387"/>
                  </a:lnTo>
                  <a:lnTo>
                    <a:pt x="18359" y="26386"/>
                  </a:lnTo>
                  <a:lnTo>
                    <a:pt x="17370" y="27954"/>
                  </a:lnTo>
                  <a:lnTo>
                    <a:pt x="14384" y="29230"/>
                  </a:lnTo>
                  <a:lnTo>
                    <a:pt x="13213" y="28862"/>
                  </a:lnTo>
                  <a:lnTo>
                    <a:pt x="13159" y="27298"/>
                  </a:lnTo>
                  <a:lnTo>
                    <a:pt x="12460" y="27428"/>
                  </a:lnTo>
                  <a:lnTo>
                    <a:pt x="11342" y="29302"/>
                  </a:lnTo>
                  <a:lnTo>
                    <a:pt x="10247" y="29928"/>
                  </a:lnTo>
                  <a:lnTo>
                    <a:pt x="9511" y="30120"/>
                  </a:lnTo>
                  <a:lnTo>
                    <a:pt x="8160" y="29414"/>
                  </a:lnTo>
                  <a:lnTo>
                    <a:pt x="4529" y="32609"/>
                  </a:lnTo>
                  <a:lnTo>
                    <a:pt x="1124" y="33206"/>
                  </a:lnTo>
                  <a:lnTo>
                    <a:pt x="3" y="32837"/>
                  </a:lnTo>
                  <a:lnTo>
                    <a:pt x="0" y="30882"/>
                  </a:lnTo>
                  <a:lnTo>
                    <a:pt x="2200" y="28381"/>
                  </a:lnTo>
                  <a:lnTo>
                    <a:pt x="4004" y="26644"/>
                  </a:lnTo>
                  <a:lnTo>
                    <a:pt x="10213" y="25431"/>
                  </a:lnTo>
                  <a:lnTo>
                    <a:pt x="14080" y="20277"/>
                  </a:lnTo>
                  <a:lnTo>
                    <a:pt x="15015" y="14677"/>
                  </a:lnTo>
                  <a:lnTo>
                    <a:pt x="15929" y="12656"/>
                  </a:lnTo>
                  <a:lnTo>
                    <a:pt x="15499" y="11513"/>
                  </a:lnTo>
                  <a:lnTo>
                    <a:pt x="14459" y="11313"/>
                  </a:lnTo>
                  <a:lnTo>
                    <a:pt x="14396" y="9558"/>
                  </a:lnTo>
                  <a:lnTo>
                    <a:pt x="14938" y="7641"/>
                  </a:lnTo>
                  <a:lnTo>
                    <a:pt x="16968" y="5007"/>
                  </a:lnTo>
                  <a:lnTo>
                    <a:pt x="18095" y="3886"/>
                  </a:lnTo>
                  <a:lnTo>
                    <a:pt x="19931" y="714"/>
                  </a:lnTo>
                  <a:lnTo>
                    <a:pt x="20817" y="0"/>
                  </a:lnTo>
                  <a:lnTo>
                    <a:pt x="21825" y="0"/>
                  </a:lnTo>
                  <a:lnTo>
                    <a:pt x="22817" y="830"/>
                  </a:lnTo>
                  <a:lnTo>
                    <a:pt x="22639" y="2530"/>
                  </a:lnTo>
                  <a:lnTo>
                    <a:pt x="21150" y="5596"/>
                  </a:lnTo>
                  <a:lnTo>
                    <a:pt x="18944" y="8209"/>
                  </a:lnTo>
                  <a:lnTo>
                    <a:pt x="19213" y="10085"/>
                  </a:lnTo>
                  <a:lnTo>
                    <a:pt x="20092" y="11629"/>
                  </a:lnTo>
                  <a:lnTo>
                    <a:pt x="20307" y="14267"/>
                  </a:lnTo>
                  <a:lnTo>
                    <a:pt x="20361" y="16808"/>
                  </a:lnTo>
                  <a:lnTo>
                    <a:pt x="18689" y="20241"/>
                  </a:lnTo>
                  <a:close/>
                </a:path>
              </a:pathLst>
            </a:custGeom>
            <a:solidFill>
              <a:srgbClr val="FFA68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2" name="pg1081"/>
            <p:cNvSpPr/>
            <p:nvPr/>
          </p:nvSpPr>
          <p:spPr>
            <a:xfrm>
              <a:off x="3538599" y="1577568"/>
              <a:ext cx="15432" cy="17214"/>
            </a:xfrm>
            <a:custGeom>
              <a:avLst/>
              <a:pathLst>
                <a:path w="15432" h="17214">
                  <a:moveTo>
                    <a:pt x="8440" y="0"/>
                  </a:moveTo>
                  <a:lnTo>
                    <a:pt x="9905" y="1689"/>
                  </a:lnTo>
                  <a:lnTo>
                    <a:pt x="10565" y="1172"/>
                  </a:lnTo>
                  <a:lnTo>
                    <a:pt x="11861" y="980"/>
                  </a:lnTo>
                  <a:lnTo>
                    <a:pt x="12825" y="1574"/>
                  </a:lnTo>
                  <a:lnTo>
                    <a:pt x="13613" y="2647"/>
                  </a:lnTo>
                  <a:lnTo>
                    <a:pt x="14547" y="2696"/>
                  </a:lnTo>
                  <a:lnTo>
                    <a:pt x="15134" y="4098"/>
                  </a:lnTo>
                  <a:lnTo>
                    <a:pt x="15432" y="5924"/>
                  </a:lnTo>
                  <a:lnTo>
                    <a:pt x="14754" y="7287"/>
                  </a:lnTo>
                  <a:lnTo>
                    <a:pt x="13791" y="7905"/>
                  </a:lnTo>
                  <a:lnTo>
                    <a:pt x="13530" y="9512"/>
                  </a:lnTo>
                  <a:lnTo>
                    <a:pt x="13896" y="11763"/>
                  </a:lnTo>
                  <a:lnTo>
                    <a:pt x="11737" y="12535"/>
                  </a:lnTo>
                  <a:lnTo>
                    <a:pt x="9234" y="12878"/>
                  </a:lnTo>
                  <a:lnTo>
                    <a:pt x="8256" y="11802"/>
                  </a:lnTo>
                  <a:lnTo>
                    <a:pt x="6254" y="13775"/>
                  </a:lnTo>
                  <a:lnTo>
                    <a:pt x="4271" y="16852"/>
                  </a:lnTo>
                  <a:lnTo>
                    <a:pt x="3315" y="17214"/>
                  </a:lnTo>
                  <a:lnTo>
                    <a:pt x="3249" y="16240"/>
                  </a:lnTo>
                  <a:lnTo>
                    <a:pt x="1824" y="15567"/>
                  </a:lnTo>
                  <a:lnTo>
                    <a:pt x="0" y="15529"/>
                  </a:lnTo>
                  <a:lnTo>
                    <a:pt x="60" y="14807"/>
                  </a:lnTo>
                  <a:lnTo>
                    <a:pt x="391" y="14298"/>
                  </a:lnTo>
                  <a:lnTo>
                    <a:pt x="1966" y="13543"/>
                  </a:lnTo>
                  <a:lnTo>
                    <a:pt x="2280" y="11985"/>
                  </a:lnTo>
                  <a:lnTo>
                    <a:pt x="1994" y="9205"/>
                  </a:lnTo>
                  <a:lnTo>
                    <a:pt x="2271" y="7856"/>
                  </a:lnTo>
                  <a:lnTo>
                    <a:pt x="2331" y="6923"/>
                  </a:lnTo>
                  <a:lnTo>
                    <a:pt x="3321" y="5833"/>
                  </a:lnTo>
                  <a:lnTo>
                    <a:pt x="6707" y="6345"/>
                  </a:lnTo>
                  <a:lnTo>
                    <a:pt x="7118" y="5305"/>
                  </a:lnTo>
                  <a:lnTo>
                    <a:pt x="6861" y="4650"/>
                  </a:lnTo>
                  <a:lnTo>
                    <a:pt x="5111" y="3502"/>
                  </a:lnTo>
                  <a:lnTo>
                    <a:pt x="5380" y="2731"/>
                  </a:lnTo>
                  <a:lnTo>
                    <a:pt x="6643" y="2041"/>
                  </a:lnTo>
                  <a:lnTo>
                    <a:pt x="7838" y="1951"/>
                  </a:lnTo>
                  <a:lnTo>
                    <a:pt x="8197" y="784"/>
                  </a:lnTo>
                  <a:lnTo>
                    <a:pt x="8259" y="277"/>
                  </a:lnTo>
                  <a:close/>
                </a:path>
              </a:pathLst>
            </a:custGeom>
            <a:solidFill>
              <a:srgbClr val="FFA68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3" name="pg1082"/>
            <p:cNvSpPr/>
            <p:nvPr/>
          </p:nvSpPr>
          <p:spPr>
            <a:xfrm>
              <a:off x="3696226" y="1568427"/>
              <a:ext cx="3789" cy="4078"/>
            </a:xfrm>
            <a:custGeom>
              <a:avLst/>
              <a:pathLst>
                <a:path w="3789" h="4078">
                  <a:moveTo>
                    <a:pt x="2582" y="3214"/>
                  </a:moveTo>
                  <a:lnTo>
                    <a:pt x="267" y="4078"/>
                  </a:lnTo>
                  <a:lnTo>
                    <a:pt x="0" y="3367"/>
                  </a:lnTo>
                  <a:lnTo>
                    <a:pt x="508" y="2260"/>
                  </a:lnTo>
                  <a:lnTo>
                    <a:pt x="1116" y="0"/>
                  </a:lnTo>
                  <a:lnTo>
                    <a:pt x="2068" y="92"/>
                  </a:lnTo>
                  <a:lnTo>
                    <a:pt x="3031" y="954"/>
                  </a:lnTo>
                  <a:lnTo>
                    <a:pt x="3789" y="1985"/>
                  </a:lnTo>
                  <a:close/>
                </a:path>
              </a:pathLst>
            </a:custGeom>
            <a:solidFill>
              <a:srgbClr val="FFA68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4" name="pg1083"/>
            <p:cNvSpPr/>
            <p:nvPr/>
          </p:nvSpPr>
          <p:spPr>
            <a:xfrm>
              <a:off x="3582407" y="1558815"/>
              <a:ext cx="5049" cy="5136"/>
            </a:xfrm>
            <a:custGeom>
              <a:avLst/>
              <a:pathLst>
                <a:path w="5049" h="5136">
                  <a:moveTo>
                    <a:pt x="4559" y="4169"/>
                  </a:moveTo>
                  <a:lnTo>
                    <a:pt x="3902" y="4856"/>
                  </a:lnTo>
                  <a:lnTo>
                    <a:pt x="2894" y="5136"/>
                  </a:lnTo>
                  <a:lnTo>
                    <a:pt x="2351" y="4710"/>
                  </a:lnTo>
                  <a:lnTo>
                    <a:pt x="1579" y="4430"/>
                  </a:lnTo>
                  <a:lnTo>
                    <a:pt x="721" y="4559"/>
                  </a:lnTo>
                  <a:lnTo>
                    <a:pt x="0" y="3301"/>
                  </a:lnTo>
                  <a:lnTo>
                    <a:pt x="80" y="2244"/>
                  </a:lnTo>
                  <a:lnTo>
                    <a:pt x="1068" y="813"/>
                  </a:lnTo>
                  <a:lnTo>
                    <a:pt x="3044" y="0"/>
                  </a:lnTo>
                  <a:lnTo>
                    <a:pt x="4642" y="334"/>
                  </a:lnTo>
                  <a:lnTo>
                    <a:pt x="5049" y="750"/>
                  </a:lnTo>
                  <a:close/>
                </a:path>
              </a:pathLst>
            </a:custGeom>
            <a:solidFill>
              <a:srgbClr val="FFA68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5" name="pg1084"/>
            <p:cNvSpPr/>
            <p:nvPr/>
          </p:nvSpPr>
          <p:spPr>
            <a:xfrm>
              <a:off x="3553846" y="1558325"/>
              <a:ext cx="18844" cy="21037"/>
            </a:xfrm>
            <a:custGeom>
              <a:avLst/>
              <a:pathLst>
                <a:path w="18844" h="21037">
                  <a:moveTo>
                    <a:pt x="14546" y="5349"/>
                  </a:moveTo>
                  <a:lnTo>
                    <a:pt x="15626" y="6958"/>
                  </a:lnTo>
                  <a:lnTo>
                    <a:pt x="16583" y="6804"/>
                  </a:lnTo>
                  <a:lnTo>
                    <a:pt x="16871" y="6196"/>
                  </a:lnTo>
                  <a:lnTo>
                    <a:pt x="17525" y="5896"/>
                  </a:lnTo>
                  <a:lnTo>
                    <a:pt x="18844" y="6746"/>
                  </a:lnTo>
                  <a:lnTo>
                    <a:pt x="18655" y="8193"/>
                  </a:lnTo>
                  <a:lnTo>
                    <a:pt x="16828" y="10018"/>
                  </a:lnTo>
                  <a:lnTo>
                    <a:pt x="15517" y="12623"/>
                  </a:lnTo>
                  <a:lnTo>
                    <a:pt x="13839" y="13227"/>
                  </a:lnTo>
                  <a:lnTo>
                    <a:pt x="13032" y="12913"/>
                  </a:lnTo>
                  <a:lnTo>
                    <a:pt x="11532" y="14416"/>
                  </a:lnTo>
                  <a:lnTo>
                    <a:pt x="10330" y="15979"/>
                  </a:lnTo>
                  <a:lnTo>
                    <a:pt x="9084" y="17954"/>
                  </a:lnTo>
                  <a:lnTo>
                    <a:pt x="9008" y="18973"/>
                  </a:lnTo>
                  <a:lnTo>
                    <a:pt x="8814" y="19752"/>
                  </a:lnTo>
                  <a:lnTo>
                    <a:pt x="4250" y="20525"/>
                  </a:lnTo>
                  <a:lnTo>
                    <a:pt x="2590" y="21037"/>
                  </a:lnTo>
                  <a:lnTo>
                    <a:pt x="833" y="20376"/>
                  </a:lnTo>
                  <a:lnTo>
                    <a:pt x="0" y="19069"/>
                  </a:lnTo>
                  <a:lnTo>
                    <a:pt x="267" y="18359"/>
                  </a:lnTo>
                  <a:lnTo>
                    <a:pt x="2022" y="18075"/>
                  </a:lnTo>
                  <a:lnTo>
                    <a:pt x="2078" y="16863"/>
                  </a:lnTo>
                  <a:lnTo>
                    <a:pt x="2521" y="16123"/>
                  </a:lnTo>
                  <a:lnTo>
                    <a:pt x="3089" y="15719"/>
                  </a:lnTo>
                  <a:lnTo>
                    <a:pt x="3507" y="14171"/>
                  </a:lnTo>
                  <a:lnTo>
                    <a:pt x="4201" y="13767"/>
                  </a:lnTo>
                  <a:lnTo>
                    <a:pt x="5494" y="14148"/>
                  </a:lnTo>
                  <a:lnTo>
                    <a:pt x="6367" y="13027"/>
                  </a:lnTo>
                  <a:lnTo>
                    <a:pt x="6858" y="12836"/>
                  </a:lnTo>
                  <a:lnTo>
                    <a:pt x="7464" y="13764"/>
                  </a:lnTo>
                  <a:lnTo>
                    <a:pt x="7756" y="12487"/>
                  </a:lnTo>
                  <a:lnTo>
                    <a:pt x="7464" y="11321"/>
                  </a:lnTo>
                  <a:lnTo>
                    <a:pt x="7617" y="10535"/>
                  </a:lnTo>
                  <a:lnTo>
                    <a:pt x="9290" y="8491"/>
                  </a:lnTo>
                  <a:lnTo>
                    <a:pt x="10013" y="7000"/>
                  </a:lnTo>
                  <a:lnTo>
                    <a:pt x="11055" y="6041"/>
                  </a:lnTo>
                  <a:lnTo>
                    <a:pt x="12058" y="6194"/>
                  </a:lnTo>
                  <a:lnTo>
                    <a:pt x="12350" y="4780"/>
                  </a:lnTo>
                  <a:lnTo>
                    <a:pt x="12058" y="3332"/>
                  </a:lnTo>
                  <a:lnTo>
                    <a:pt x="12169" y="2389"/>
                  </a:lnTo>
                  <a:lnTo>
                    <a:pt x="13054" y="98"/>
                  </a:lnTo>
                  <a:lnTo>
                    <a:pt x="14029" y="0"/>
                  </a:lnTo>
                  <a:lnTo>
                    <a:pt x="14477" y="2035"/>
                  </a:lnTo>
                  <a:close/>
                </a:path>
              </a:pathLst>
            </a:custGeom>
            <a:solidFill>
              <a:srgbClr val="FFA68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6" name="pg1085"/>
            <p:cNvSpPr/>
            <p:nvPr/>
          </p:nvSpPr>
          <p:spPr>
            <a:xfrm>
              <a:off x="3572584" y="1557553"/>
              <a:ext cx="5965" cy="6061"/>
            </a:xfrm>
            <a:custGeom>
              <a:avLst/>
              <a:pathLst>
                <a:path w="5965" h="6061">
                  <a:moveTo>
                    <a:pt x="2053" y="1680"/>
                  </a:moveTo>
                  <a:lnTo>
                    <a:pt x="2673" y="2027"/>
                  </a:lnTo>
                  <a:lnTo>
                    <a:pt x="3286" y="1812"/>
                  </a:lnTo>
                  <a:lnTo>
                    <a:pt x="3795" y="2118"/>
                  </a:lnTo>
                  <a:lnTo>
                    <a:pt x="4815" y="3673"/>
                  </a:lnTo>
                  <a:lnTo>
                    <a:pt x="5913" y="4285"/>
                  </a:lnTo>
                  <a:lnTo>
                    <a:pt x="5965" y="5068"/>
                  </a:lnTo>
                  <a:lnTo>
                    <a:pt x="4959" y="5831"/>
                  </a:lnTo>
                  <a:lnTo>
                    <a:pt x="3634" y="6061"/>
                  </a:lnTo>
                  <a:lnTo>
                    <a:pt x="2216" y="5795"/>
                  </a:lnTo>
                  <a:lnTo>
                    <a:pt x="1799" y="4819"/>
                  </a:lnTo>
                  <a:lnTo>
                    <a:pt x="1362" y="3198"/>
                  </a:lnTo>
                  <a:lnTo>
                    <a:pt x="176" y="1610"/>
                  </a:lnTo>
                  <a:lnTo>
                    <a:pt x="0" y="219"/>
                  </a:lnTo>
                  <a:lnTo>
                    <a:pt x="1033" y="0"/>
                  </a:lnTo>
                  <a:close/>
                </a:path>
              </a:pathLst>
            </a:custGeom>
            <a:solidFill>
              <a:srgbClr val="FFA68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7" name="pg1086"/>
            <p:cNvSpPr/>
            <p:nvPr/>
          </p:nvSpPr>
          <p:spPr>
            <a:xfrm>
              <a:off x="3613030" y="1547402"/>
              <a:ext cx="8814" cy="9883"/>
            </a:xfrm>
            <a:custGeom>
              <a:avLst/>
              <a:pathLst>
                <a:path w="8814" h="9883">
                  <a:moveTo>
                    <a:pt x="8501" y="2002"/>
                  </a:moveTo>
                  <a:lnTo>
                    <a:pt x="8728" y="3384"/>
                  </a:lnTo>
                  <a:lnTo>
                    <a:pt x="8814" y="4524"/>
                  </a:lnTo>
                  <a:lnTo>
                    <a:pt x="7677" y="6173"/>
                  </a:lnTo>
                  <a:lnTo>
                    <a:pt x="5058" y="8336"/>
                  </a:lnTo>
                  <a:lnTo>
                    <a:pt x="5208" y="8918"/>
                  </a:lnTo>
                  <a:lnTo>
                    <a:pt x="4301" y="9473"/>
                  </a:lnTo>
                  <a:lnTo>
                    <a:pt x="2942" y="9883"/>
                  </a:lnTo>
                  <a:lnTo>
                    <a:pt x="2224" y="9484"/>
                  </a:lnTo>
                  <a:lnTo>
                    <a:pt x="2323" y="7630"/>
                  </a:lnTo>
                  <a:lnTo>
                    <a:pt x="2106" y="7075"/>
                  </a:lnTo>
                  <a:lnTo>
                    <a:pt x="1074" y="7809"/>
                  </a:lnTo>
                  <a:lnTo>
                    <a:pt x="1" y="6867"/>
                  </a:lnTo>
                  <a:lnTo>
                    <a:pt x="0" y="5919"/>
                  </a:lnTo>
                  <a:lnTo>
                    <a:pt x="283" y="5097"/>
                  </a:lnTo>
                  <a:lnTo>
                    <a:pt x="1275" y="3846"/>
                  </a:lnTo>
                  <a:lnTo>
                    <a:pt x="2932" y="2985"/>
                  </a:lnTo>
                  <a:lnTo>
                    <a:pt x="4025" y="3308"/>
                  </a:lnTo>
                  <a:lnTo>
                    <a:pt x="7664" y="0"/>
                  </a:lnTo>
                  <a:lnTo>
                    <a:pt x="8057" y="692"/>
                  </a:lnTo>
                  <a:close/>
                </a:path>
              </a:pathLst>
            </a:custGeom>
            <a:solidFill>
              <a:srgbClr val="FFA68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8" name="pg1087"/>
            <p:cNvSpPr/>
            <p:nvPr/>
          </p:nvSpPr>
          <p:spPr>
            <a:xfrm>
              <a:off x="3622116" y="1543553"/>
              <a:ext cx="5058" cy="6497"/>
            </a:xfrm>
            <a:custGeom>
              <a:avLst/>
              <a:pathLst>
                <a:path w="5058" h="6497">
                  <a:moveTo>
                    <a:pt x="4317" y="5318"/>
                  </a:moveTo>
                  <a:lnTo>
                    <a:pt x="1997" y="6497"/>
                  </a:lnTo>
                  <a:lnTo>
                    <a:pt x="649" y="5481"/>
                  </a:lnTo>
                  <a:lnTo>
                    <a:pt x="83" y="4441"/>
                  </a:lnTo>
                  <a:lnTo>
                    <a:pt x="0" y="2131"/>
                  </a:lnTo>
                  <a:lnTo>
                    <a:pt x="315" y="725"/>
                  </a:lnTo>
                  <a:lnTo>
                    <a:pt x="1403" y="0"/>
                  </a:lnTo>
                  <a:lnTo>
                    <a:pt x="2111" y="531"/>
                  </a:lnTo>
                  <a:lnTo>
                    <a:pt x="2300" y="975"/>
                  </a:lnTo>
                  <a:lnTo>
                    <a:pt x="3572" y="1411"/>
                  </a:lnTo>
                  <a:lnTo>
                    <a:pt x="5058" y="2859"/>
                  </a:lnTo>
                  <a:close/>
                </a:path>
              </a:pathLst>
            </a:custGeom>
            <a:solidFill>
              <a:srgbClr val="FFA68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9" name="pg1088"/>
            <p:cNvSpPr/>
            <p:nvPr/>
          </p:nvSpPr>
          <p:spPr>
            <a:xfrm>
              <a:off x="3601778" y="1540740"/>
              <a:ext cx="17622" cy="9851"/>
            </a:xfrm>
            <a:custGeom>
              <a:avLst/>
              <a:pathLst>
                <a:path w="17622" h="9851">
                  <a:moveTo>
                    <a:pt x="17622" y="791"/>
                  </a:moveTo>
                  <a:lnTo>
                    <a:pt x="17383" y="1718"/>
                  </a:lnTo>
                  <a:lnTo>
                    <a:pt x="16971" y="2620"/>
                  </a:lnTo>
                  <a:lnTo>
                    <a:pt x="15973" y="3572"/>
                  </a:lnTo>
                  <a:lnTo>
                    <a:pt x="13084" y="7342"/>
                  </a:lnTo>
                  <a:lnTo>
                    <a:pt x="11387" y="7949"/>
                  </a:lnTo>
                  <a:lnTo>
                    <a:pt x="10849" y="8541"/>
                  </a:lnTo>
                  <a:lnTo>
                    <a:pt x="10171" y="8895"/>
                  </a:lnTo>
                  <a:lnTo>
                    <a:pt x="8062" y="8378"/>
                  </a:lnTo>
                  <a:lnTo>
                    <a:pt x="7444" y="9142"/>
                  </a:lnTo>
                  <a:lnTo>
                    <a:pt x="6861" y="9653"/>
                  </a:lnTo>
                  <a:lnTo>
                    <a:pt x="5334" y="9851"/>
                  </a:lnTo>
                  <a:lnTo>
                    <a:pt x="4438" y="9685"/>
                  </a:lnTo>
                  <a:lnTo>
                    <a:pt x="2123" y="8287"/>
                  </a:lnTo>
                  <a:lnTo>
                    <a:pt x="746" y="6774"/>
                  </a:lnTo>
                  <a:lnTo>
                    <a:pt x="0" y="5479"/>
                  </a:lnTo>
                  <a:lnTo>
                    <a:pt x="2138" y="5504"/>
                  </a:lnTo>
                  <a:lnTo>
                    <a:pt x="2901" y="5191"/>
                  </a:lnTo>
                  <a:lnTo>
                    <a:pt x="4335" y="5464"/>
                  </a:lnTo>
                  <a:lnTo>
                    <a:pt x="5197" y="4136"/>
                  </a:lnTo>
                  <a:lnTo>
                    <a:pt x="7021" y="4296"/>
                  </a:lnTo>
                  <a:lnTo>
                    <a:pt x="10524" y="3373"/>
                  </a:lnTo>
                  <a:lnTo>
                    <a:pt x="11809" y="3888"/>
                  </a:lnTo>
                  <a:lnTo>
                    <a:pt x="14748" y="800"/>
                  </a:lnTo>
                  <a:lnTo>
                    <a:pt x="15668" y="881"/>
                  </a:lnTo>
                  <a:lnTo>
                    <a:pt x="17075" y="0"/>
                  </a:lnTo>
                  <a:close/>
                </a:path>
              </a:pathLst>
            </a:custGeom>
            <a:solidFill>
              <a:srgbClr val="FFA68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0" name="pg1089"/>
            <p:cNvSpPr/>
            <p:nvPr/>
          </p:nvSpPr>
          <p:spPr>
            <a:xfrm>
              <a:off x="3393570" y="1533390"/>
              <a:ext cx="317480" cy="386216"/>
            </a:xfrm>
            <a:custGeom>
              <a:avLst/>
              <a:pathLst>
                <a:path w="317480" h="386216">
                  <a:moveTo>
                    <a:pt x="316372" y="38646"/>
                  </a:moveTo>
                  <a:lnTo>
                    <a:pt x="317035" y="42537"/>
                  </a:lnTo>
                  <a:lnTo>
                    <a:pt x="317015" y="43895"/>
                  </a:lnTo>
                  <a:lnTo>
                    <a:pt x="316700" y="45212"/>
                  </a:lnTo>
                  <a:lnTo>
                    <a:pt x="316262" y="45886"/>
                  </a:lnTo>
                  <a:lnTo>
                    <a:pt x="315387" y="46178"/>
                  </a:lnTo>
                  <a:lnTo>
                    <a:pt x="313273" y="46059"/>
                  </a:lnTo>
                  <a:lnTo>
                    <a:pt x="310400" y="44518"/>
                  </a:lnTo>
                  <a:lnTo>
                    <a:pt x="308545" y="43068"/>
                  </a:lnTo>
                  <a:lnTo>
                    <a:pt x="307968" y="43007"/>
                  </a:lnTo>
                  <a:lnTo>
                    <a:pt x="307720" y="43183"/>
                  </a:lnTo>
                  <a:lnTo>
                    <a:pt x="308167" y="44640"/>
                  </a:lnTo>
                  <a:lnTo>
                    <a:pt x="308048" y="45757"/>
                  </a:lnTo>
                  <a:lnTo>
                    <a:pt x="307768" y="46973"/>
                  </a:lnTo>
                  <a:lnTo>
                    <a:pt x="307379" y="48077"/>
                  </a:lnTo>
                  <a:lnTo>
                    <a:pt x="306836" y="49005"/>
                  </a:lnTo>
                  <a:lnTo>
                    <a:pt x="305700" y="50198"/>
                  </a:lnTo>
                  <a:lnTo>
                    <a:pt x="303734" y="51145"/>
                  </a:lnTo>
                  <a:lnTo>
                    <a:pt x="298317" y="52986"/>
                  </a:lnTo>
                  <a:lnTo>
                    <a:pt x="297888" y="53799"/>
                  </a:lnTo>
                  <a:lnTo>
                    <a:pt x="296144" y="58929"/>
                  </a:lnTo>
                  <a:lnTo>
                    <a:pt x="295668" y="59682"/>
                  </a:lnTo>
                  <a:lnTo>
                    <a:pt x="295030" y="60319"/>
                  </a:lnTo>
                  <a:lnTo>
                    <a:pt x="293169" y="61146"/>
                  </a:lnTo>
                  <a:lnTo>
                    <a:pt x="292268" y="60005"/>
                  </a:lnTo>
                  <a:lnTo>
                    <a:pt x="291545" y="58279"/>
                  </a:lnTo>
                  <a:lnTo>
                    <a:pt x="291712" y="56568"/>
                  </a:lnTo>
                  <a:lnTo>
                    <a:pt x="293889" y="53286"/>
                  </a:lnTo>
                  <a:lnTo>
                    <a:pt x="295923" y="50960"/>
                  </a:lnTo>
                  <a:lnTo>
                    <a:pt x="296496" y="50155"/>
                  </a:lnTo>
                  <a:lnTo>
                    <a:pt x="297648" y="47819"/>
                  </a:lnTo>
                  <a:lnTo>
                    <a:pt x="295311" y="41955"/>
                  </a:lnTo>
                  <a:lnTo>
                    <a:pt x="291153" y="40181"/>
                  </a:lnTo>
                  <a:lnTo>
                    <a:pt x="286416" y="37484"/>
                  </a:lnTo>
                  <a:lnTo>
                    <a:pt x="284678" y="36046"/>
                  </a:lnTo>
                  <a:lnTo>
                    <a:pt x="281974" y="33083"/>
                  </a:lnTo>
                  <a:lnTo>
                    <a:pt x="280057" y="30424"/>
                  </a:lnTo>
                  <a:lnTo>
                    <a:pt x="278325" y="30331"/>
                  </a:lnTo>
                  <a:lnTo>
                    <a:pt x="276422" y="30999"/>
                  </a:lnTo>
                  <a:lnTo>
                    <a:pt x="273452" y="33427"/>
                  </a:lnTo>
                  <a:lnTo>
                    <a:pt x="271717" y="34649"/>
                  </a:lnTo>
                  <a:lnTo>
                    <a:pt x="270765" y="35010"/>
                  </a:lnTo>
                  <a:lnTo>
                    <a:pt x="270535" y="35063"/>
                  </a:lnTo>
                  <a:lnTo>
                    <a:pt x="268410" y="34371"/>
                  </a:lnTo>
                  <a:lnTo>
                    <a:pt x="266045" y="34225"/>
                  </a:lnTo>
                  <a:lnTo>
                    <a:pt x="264144" y="34424"/>
                  </a:lnTo>
                  <a:lnTo>
                    <a:pt x="263427" y="34757"/>
                  </a:lnTo>
                  <a:lnTo>
                    <a:pt x="260780" y="38690"/>
                  </a:lnTo>
                  <a:lnTo>
                    <a:pt x="258927" y="40677"/>
                  </a:lnTo>
                  <a:lnTo>
                    <a:pt x="257907" y="41361"/>
                  </a:lnTo>
                  <a:lnTo>
                    <a:pt x="257164" y="42511"/>
                  </a:lnTo>
                  <a:lnTo>
                    <a:pt x="256555" y="44402"/>
                  </a:lnTo>
                  <a:lnTo>
                    <a:pt x="255198" y="50966"/>
                  </a:lnTo>
                  <a:lnTo>
                    <a:pt x="254186" y="53443"/>
                  </a:lnTo>
                  <a:lnTo>
                    <a:pt x="253960" y="54957"/>
                  </a:lnTo>
                  <a:lnTo>
                    <a:pt x="254198" y="59546"/>
                  </a:lnTo>
                  <a:lnTo>
                    <a:pt x="253957" y="62087"/>
                  </a:lnTo>
                  <a:lnTo>
                    <a:pt x="252718" y="64185"/>
                  </a:lnTo>
                  <a:lnTo>
                    <a:pt x="251848" y="65130"/>
                  </a:lnTo>
                  <a:lnTo>
                    <a:pt x="250697" y="65323"/>
                  </a:lnTo>
                  <a:lnTo>
                    <a:pt x="249189" y="65860"/>
                  </a:lnTo>
                  <a:lnTo>
                    <a:pt x="247872" y="67075"/>
                  </a:lnTo>
                  <a:lnTo>
                    <a:pt x="246943" y="68731"/>
                  </a:lnTo>
                  <a:lnTo>
                    <a:pt x="245896" y="72445"/>
                  </a:lnTo>
                  <a:lnTo>
                    <a:pt x="244122" y="73814"/>
                  </a:lnTo>
                  <a:lnTo>
                    <a:pt x="242429" y="73423"/>
                  </a:lnTo>
                  <a:lnTo>
                    <a:pt x="241219" y="72054"/>
                  </a:lnTo>
                  <a:lnTo>
                    <a:pt x="238627" y="70995"/>
                  </a:lnTo>
                  <a:lnTo>
                    <a:pt x="236696" y="70320"/>
                  </a:lnTo>
                  <a:lnTo>
                    <a:pt x="234527" y="68861"/>
                  </a:lnTo>
                  <a:lnTo>
                    <a:pt x="232617" y="67752"/>
                  </a:lnTo>
                  <a:lnTo>
                    <a:pt x="230870" y="67531"/>
                  </a:lnTo>
                  <a:lnTo>
                    <a:pt x="229877" y="68935"/>
                  </a:lnTo>
                  <a:lnTo>
                    <a:pt x="229079" y="70251"/>
                  </a:lnTo>
                  <a:lnTo>
                    <a:pt x="226099" y="71321"/>
                  </a:lnTo>
                  <a:lnTo>
                    <a:pt x="224411" y="72168"/>
                  </a:lnTo>
                  <a:lnTo>
                    <a:pt x="222221" y="72357"/>
                  </a:lnTo>
                  <a:lnTo>
                    <a:pt x="221335" y="71418"/>
                  </a:lnTo>
                  <a:lnTo>
                    <a:pt x="218159" y="70799"/>
                  </a:lnTo>
                  <a:lnTo>
                    <a:pt x="214377" y="70063"/>
                  </a:lnTo>
                  <a:lnTo>
                    <a:pt x="213283" y="70073"/>
                  </a:lnTo>
                  <a:lnTo>
                    <a:pt x="212941" y="68397"/>
                  </a:lnTo>
                  <a:lnTo>
                    <a:pt x="211936" y="66055"/>
                  </a:lnTo>
                  <a:lnTo>
                    <a:pt x="209246" y="62009"/>
                  </a:lnTo>
                  <a:lnTo>
                    <a:pt x="208146" y="60581"/>
                  </a:lnTo>
                  <a:lnTo>
                    <a:pt x="206078" y="57231"/>
                  </a:lnTo>
                  <a:lnTo>
                    <a:pt x="203665" y="53797"/>
                  </a:lnTo>
                  <a:lnTo>
                    <a:pt x="203324" y="53712"/>
                  </a:lnTo>
                  <a:lnTo>
                    <a:pt x="201709" y="53596"/>
                  </a:lnTo>
                  <a:lnTo>
                    <a:pt x="199339" y="53709"/>
                  </a:lnTo>
                  <a:lnTo>
                    <a:pt x="197839" y="54489"/>
                  </a:lnTo>
                  <a:lnTo>
                    <a:pt x="196893" y="55469"/>
                  </a:lnTo>
                  <a:lnTo>
                    <a:pt x="196729" y="56283"/>
                  </a:lnTo>
                  <a:lnTo>
                    <a:pt x="197645" y="59408"/>
                  </a:lnTo>
                  <a:lnTo>
                    <a:pt x="197361" y="60187"/>
                  </a:lnTo>
                  <a:lnTo>
                    <a:pt x="196888" y="60562"/>
                  </a:lnTo>
                  <a:lnTo>
                    <a:pt x="194738" y="59685"/>
                  </a:lnTo>
                  <a:lnTo>
                    <a:pt x="192137" y="59743"/>
                  </a:lnTo>
                  <a:lnTo>
                    <a:pt x="191483" y="60706"/>
                  </a:lnTo>
                  <a:lnTo>
                    <a:pt x="189896" y="60812"/>
                  </a:lnTo>
                  <a:lnTo>
                    <a:pt x="185323" y="61178"/>
                  </a:lnTo>
                  <a:lnTo>
                    <a:pt x="187341" y="63736"/>
                  </a:lnTo>
                  <a:lnTo>
                    <a:pt x="188009" y="64761"/>
                  </a:lnTo>
                  <a:lnTo>
                    <a:pt x="188142" y="66265"/>
                  </a:lnTo>
                  <a:lnTo>
                    <a:pt x="187793" y="69063"/>
                  </a:lnTo>
                  <a:lnTo>
                    <a:pt x="186826" y="71454"/>
                  </a:lnTo>
                  <a:lnTo>
                    <a:pt x="185697" y="73399"/>
                  </a:lnTo>
                  <a:lnTo>
                    <a:pt x="183521" y="75328"/>
                  </a:lnTo>
                  <a:lnTo>
                    <a:pt x="186826" y="77234"/>
                  </a:lnTo>
                  <a:lnTo>
                    <a:pt x="184582" y="79809"/>
                  </a:lnTo>
                  <a:lnTo>
                    <a:pt x="183533" y="80813"/>
                  </a:lnTo>
                  <a:lnTo>
                    <a:pt x="182316" y="80640"/>
                  </a:lnTo>
                  <a:lnTo>
                    <a:pt x="180137" y="79749"/>
                  </a:lnTo>
                  <a:lnTo>
                    <a:pt x="174869" y="77595"/>
                  </a:lnTo>
                  <a:lnTo>
                    <a:pt x="172355" y="76785"/>
                  </a:lnTo>
                  <a:lnTo>
                    <a:pt x="170108" y="76537"/>
                  </a:lnTo>
                  <a:lnTo>
                    <a:pt x="168908" y="76569"/>
                  </a:lnTo>
                  <a:lnTo>
                    <a:pt x="164140" y="74726"/>
                  </a:lnTo>
                  <a:lnTo>
                    <a:pt x="163219" y="74933"/>
                  </a:lnTo>
                  <a:lnTo>
                    <a:pt x="161507" y="75731"/>
                  </a:lnTo>
                  <a:lnTo>
                    <a:pt x="161318" y="77522"/>
                  </a:lnTo>
                  <a:lnTo>
                    <a:pt x="161427" y="81982"/>
                  </a:lnTo>
                  <a:lnTo>
                    <a:pt x="161679" y="85416"/>
                  </a:lnTo>
                  <a:lnTo>
                    <a:pt x="161049" y="87402"/>
                  </a:lnTo>
                  <a:lnTo>
                    <a:pt x="160418" y="88749"/>
                  </a:lnTo>
                  <a:lnTo>
                    <a:pt x="158511" y="92382"/>
                  </a:lnTo>
                  <a:lnTo>
                    <a:pt x="154221" y="89913"/>
                  </a:lnTo>
                  <a:lnTo>
                    <a:pt x="151295" y="88277"/>
                  </a:lnTo>
                  <a:lnTo>
                    <a:pt x="149417" y="90454"/>
                  </a:lnTo>
                  <a:lnTo>
                    <a:pt x="144701" y="94447"/>
                  </a:lnTo>
                  <a:lnTo>
                    <a:pt x="142288" y="102328"/>
                  </a:lnTo>
                  <a:lnTo>
                    <a:pt x="142148" y="102586"/>
                  </a:lnTo>
                  <a:lnTo>
                    <a:pt x="140723" y="104590"/>
                  </a:lnTo>
                  <a:lnTo>
                    <a:pt x="138894" y="105510"/>
                  </a:lnTo>
                  <a:lnTo>
                    <a:pt x="137510" y="105966"/>
                  </a:lnTo>
                  <a:lnTo>
                    <a:pt x="136705" y="108311"/>
                  </a:lnTo>
                  <a:lnTo>
                    <a:pt x="138583" y="111673"/>
                  </a:lnTo>
                  <a:lnTo>
                    <a:pt x="139547" y="113447"/>
                  </a:lnTo>
                  <a:lnTo>
                    <a:pt x="140444" y="116311"/>
                  </a:lnTo>
                  <a:lnTo>
                    <a:pt x="140279" y="118135"/>
                  </a:lnTo>
                  <a:lnTo>
                    <a:pt x="140069" y="119269"/>
                  </a:lnTo>
                  <a:lnTo>
                    <a:pt x="138048" y="121591"/>
                  </a:lnTo>
                  <a:lnTo>
                    <a:pt x="133740" y="127724"/>
                  </a:lnTo>
                  <a:lnTo>
                    <a:pt x="129753" y="134129"/>
                  </a:lnTo>
                  <a:lnTo>
                    <a:pt x="128119" y="135968"/>
                  </a:lnTo>
                  <a:lnTo>
                    <a:pt x="128860" y="141402"/>
                  </a:lnTo>
                  <a:lnTo>
                    <a:pt x="127533" y="142995"/>
                  </a:lnTo>
                  <a:lnTo>
                    <a:pt x="124833" y="144797"/>
                  </a:lnTo>
                  <a:lnTo>
                    <a:pt x="123452" y="145493"/>
                  </a:lnTo>
                  <a:lnTo>
                    <a:pt x="121964" y="145901"/>
                  </a:lnTo>
                  <a:lnTo>
                    <a:pt x="117398" y="146621"/>
                  </a:lnTo>
                  <a:lnTo>
                    <a:pt x="118211" y="152444"/>
                  </a:lnTo>
                  <a:lnTo>
                    <a:pt x="118518" y="155022"/>
                  </a:lnTo>
                  <a:lnTo>
                    <a:pt x="118511" y="156552"/>
                  </a:lnTo>
                  <a:lnTo>
                    <a:pt x="118038" y="158041"/>
                  </a:lnTo>
                  <a:lnTo>
                    <a:pt x="117474" y="160892"/>
                  </a:lnTo>
                  <a:lnTo>
                    <a:pt x="116623" y="171084"/>
                  </a:lnTo>
                  <a:lnTo>
                    <a:pt x="115972" y="172180"/>
                  </a:lnTo>
                  <a:lnTo>
                    <a:pt x="115072" y="174943"/>
                  </a:lnTo>
                  <a:lnTo>
                    <a:pt x="112180" y="181583"/>
                  </a:lnTo>
                  <a:lnTo>
                    <a:pt x="109861" y="185997"/>
                  </a:lnTo>
                  <a:lnTo>
                    <a:pt x="106515" y="192357"/>
                  </a:lnTo>
                  <a:lnTo>
                    <a:pt x="109236" y="194365"/>
                  </a:lnTo>
                  <a:lnTo>
                    <a:pt x="111723" y="195830"/>
                  </a:lnTo>
                  <a:lnTo>
                    <a:pt x="112239" y="198084"/>
                  </a:lnTo>
                  <a:lnTo>
                    <a:pt x="112581" y="201849"/>
                  </a:lnTo>
                  <a:lnTo>
                    <a:pt x="112498" y="204413"/>
                  </a:lnTo>
                  <a:lnTo>
                    <a:pt x="111548" y="206719"/>
                  </a:lnTo>
                  <a:lnTo>
                    <a:pt x="110810" y="208338"/>
                  </a:lnTo>
                  <a:lnTo>
                    <a:pt x="110296" y="209127"/>
                  </a:lnTo>
                  <a:lnTo>
                    <a:pt x="106764" y="208340"/>
                  </a:lnTo>
                  <a:lnTo>
                    <a:pt x="102241" y="207330"/>
                  </a:lnTo>
                  <a:lnTo>
                    <a:pt x="101070" y="207322"/>
                  </a:lnTo>
                  <a:lnTo>
                    <a:pt x="98439" y="208049"/>
                  </a:lnTo>
                  <a:lnTo>
                    <a:pt x="96064" y="209541"/>
                  </a:lnTo>
                  <a:lnTo>
                    <a:pt x="94812" y="210799"/>
                  </a:lnTo>
                  <a:lnTo>
                    <a:pt x="94477" y="211300"/>
                  </a:lnTo>
                  <a:lnTo>
                    <a:pt x="92895" y="214164"/>
                  </a:lnTo>
                  <a:lnTo>
                    <a:pt x="90083" y="219257"/>
                  </a:lnTo>
                  <a:lnTo>
                    <a:pt x="88538" y="221480"/>
                  </a:lnTo>
                  <a:lnTo>
                    <a:pt x="88988" y="224545"/>
                  </a:lnTo>
                  <a:lnTo>
                    <a:pt x="86401" y="230470"/>
                  </a:lnTo>
                  <a:lnTo>
                    <a:pt x="88093" y="236455"/>
                  </a:lnTo>
                  <a:lnTo>
                    <a:pt x="88165" y="236652"/>
                  </a:lnTo>
                  <a:lnTo>
                    <a:pt x="89061" y="239071"/>
                  </a:lnTo>
                  <a:lnTo>
                    <a:pt x="88121" y="240631"/>
                  </a:lnTo>
                  <a:lnTo>
                    <a:pt x="87726" y="241469"/>
                  </a:lnTo>
                  <a:lnTo>
                    <a:pt x="87861" y="244234"/>
                  </a:lnTo>
                  <a:lnTo>
                    <a:pt x="88107" y="247324"/>
                  </a:lnTo>
                  <a:lnTo>
                    <a:pt x="87888" y="249136"/>
                  </a:lnTo>
                  <a:lnTo>
                    <a:pt x="87799" y="251149"/>
                  </a:lnTo>
                  <a:lnTo>
                    <a:pt x="90102" y="260200"/>
                  </a:lnTo>
                  <a:lnTo>
                    <a:pt x="90075" y="262322"/>
                  </a:lnTo>
                  <a:lnTo>
                    <a:pt x="89961" y="263692"/>
                  </a:lnTo>
                  <a:lnTo>
                    <a:pt x="89251" y="269323"/>
                  </a:lnTo>
                  <a:lnTo>
                    <a:pt x="88296" y="276890"/>
                  </a:lnTo>
                  <a:lnTo>
                    <a:pt x="89962" y="278879"/>
                  </a:lnTo>
                  <a:lnTo>
                    <a:pt x="92335" y="281256"/>
                  </a:lnTo>
                  <a:lnTo>
                    <a:pt x="93667" y="282193"/>
                  </a:lnTo>
                  <a:lnTo>
                    <a:pt x="95635" y="285018"/>
                  </a:lnTo>
                  <a:lnTo>
                    <a:pt x="97137" y="287778"/>
                  </a:lnTo>
                  <a:lnTo>
                    <a:pt x="96928" y="289610"/>
                  </a:lnTo>
                  <a:lnTo>
                    <a:pt x="96496" y="291633"/>
                  </a:lnTo>
                  <a:lnTo>
                    <a:pt x="95864" y="293047"/>
                  </a:lnTo>
                  <a:lnTo>
                    <a:pt x="95273" y="294989"/>
                  </a:lnTo>
                  <a:lnTo>
                    <a:pt x="95007" y="296419"/>
                  </a:lnTo>
                  <a:lnTo>
                    <a:pt x="94727" y="296804"/>
                  </a:lnTo>
                  <a:lnTo>
                    <a:pt x="92101" y="296962"/>
                  </a:lnTo>
                  <a:lnTo>
                    <a:pt x="90713" y="297503"/>
                  </a:lnTo>
                  <a:lnTo>
                    <a:pt x="89987" y="298109"/>
                  </a:lnTo>
                  <a:lnTo>
                    <a:pt x="90237" y="301375"/>
                  </a:lnTo>
                  <a:lnTo>
                    <a:pt x="91830" y="307359"/>
                  </a:lnTo>
                  <a:lnTo>
                    <a:pt x="93152" y="311614"/>
                  </a:lnTo>
                  <a:lnTo>
                    <a:pt x="93577" y="314418"/>
                  </a:lnTo>
                  <a:lnTo>
                    <a:pt x="93140" y="317262"/>
                  </a:lnTo>
                  <a:lnTo>
                    <a:pt x="92689" y="318718"/>
                  </a:lnTo>
                  <a:lnTo>
                    <a:pt x="92675" y="320679"/>
                  </a:lnTo>
                  <a:lnTo>
                    <a:pt x="92327" y="324582"/>
                  </a:lnTo>
                  <a:lnTo>
                    <a:pt x="91302" y="326554"/>
                  </a:lnTo>
                  <a:lnTo>
                    <a:pt x="89961" y="328705"/>
                  </a:lnTo>
                  <a:lnTo>
                    <a:pt x="88465" y="330311"/>
                  </a:lnTo>
                  <a:lnTo>
                    <a:pt x="87279" y="330763"/>
                  </a:lnTo>
                  <a:lnTo>
                    <a:pt x="86260" y="330949"/>
                  </a:lnTo>
                  <a:lnTo>
                    <a:pt x="85575" y="331765"/>
                  </a:lnTo>
                  <a:lnTo>
                    <a:pt x="84955" y="334165"/>
                  </a:lnTo>
                  <a:lnTo>
                    <a:pt x="84383" y="336685"/>
                  </a:lnTo>
                  <a:lnTo>
                    <a:pt x="82512" y="339785"/>
                  </a:lnTo>
                  <a:lnTo>
                    <a:pt x="82562" y="340864"/>
                  </a:lnTo>
                  <a:lnTo>
                    <a:pt x="83275" y="344537"/>
                  </a:lnTo>
                  <a:lnTo>
                    <a:pt x="83943" y="348720"/>
                  </a:lnTo>
                  <a:lnTo>
                    <a:pt x="83378" y="352630"/>
                  </a:lnTo>
                  <a:lnTo>
                    <a:pt x="82895" y="356735"/>
                  </a:lnTo>
                  <a:lnTo>
                    <a:pt x="82049" y="359470"/>
                  </a:lnTo>
                  <a:lnTo>
                    <a:pt x="80840" y="360447"/>
                  </a:lnTo>
                  <a:lnTo>
                    <a:pt x="79952" y="359960"/>
                  </a:lnTo>
                  <a:lnTo>
                    <a:pt x="78947" y="356207"/>
                  </a:lnTo>
                  <a:lnTo>
                    <a:pt x="78925" y="355344"/>
                  </a:lnTo>
                  <a:lnTo>
                    <a:pt x="78675" y="354197"/>
                  </a:lnTo>
                  <a:lnTo>
                    <a:pt x="75826" y="353054"/>
                  </a:lnTo>
                  <a:lnTo>
                    <a:pt x="75322" y="353096"/>
                  </a:lnTo>
                  <a:lnTo>
                    <a:pt x="74202" y="352427"/>
                  </a:lnTo>
                  <a:lnTo>
                    <a:pt x="73545" y="352238"/>
                  </a:lnTo>
                  <a:lnTo>
                    <a:pt x="72198" y="351851"/>
                  </a:lnTo>
                  <a:lnTo>
                    <a:pt x="71078" y="348540"/>
                  </a:lnTo>
                  <a:lnTo>
                    <a:pt x="69888" y="345785"/>
                  </a:lnTo>
                  <a:lnTo>
                    <a:pt x="69719" y="344634"/>
                  </a:lnTo>
                  <a:lnTo>
                    <a:pt x="69759" y="339483"/>
                  </a:lnTo>
                  <a:lnTo>
                    <a:pt x="69395" y="337192"/>
                  </a:lnTo>
                  <a:lnTo>
                    <a:pt x="69283" y="334694"/>
                  </a:lnTo>
                  <a:lnTo>
                    <a:pt x="68535" y="336726"/>
                  </a:lnTo>
                  <a:lnTo>
                    <a:pt x="68969" y="339938"/>
                  </a:lnTo>
                  <a:lnTo>
                    <a:pt x="68046" y="341285"/>
                  </a:lnTo>
                  <a:lnTo>
                    <a:pt x="66880" y="341940"/>
                  </a:lnTo>
                  <a:lnTo>
                    <a:pt x="66990" y="343822"/>
                  </a:lnTo>
                  <a:lnTo>
                    <a:pt x="67468" y="344178"/>
                  </a:lnTo>
                  <a:lnTo>
                    <a:pt x="67568" y="346132"/>
                  </a:lnTo>
                  <a:lnTo>
                    <a:pt x="67285" y="349023"/>
                  </a:lnTo>
                  <a:lnTo>
                    <a:pt x="64992" y="355452"/>
                  </a:lnTo>
                  <a:lnTo>
                    <a:pt x="64529" y="356143"/>
                  </a:lnTo>
                  <a:lnTo>
                    <a:pt x="64214" y="357012"/>
                  </a:lnTo>
                  <a:lnTo>
                    <a:pt x="63041" y="356435"/>
                  </a:lnTo>
                  <a:lnTo>
                    <a:pt x="61535" y="358225"/>
                  </a:lnTo>
                  <a:lnTo>
                    <a:pt x="60110" y="358513"/>
                  </a:lnTo>
                  <a:lnTo>
                    <a:pt x="59593" y="356487"/>
                  </a:lnTo>
                  <a:lnTo>
                    <a:pt x="57582" y="353806"/>
                  </a:lnTo>
                  <a:lnTo>
                    <a:pt x="56632" y="353956"/>
                  </a:lnTo>
                  <a:lnTo>
                    <a:pt x="57484" y="355279"/>
                  </a:lnTo>
                  <a:lnTo>
                    <a:pt x="58324" y="356999"/>
                  </a:lnTo>
                  <a:lnTo>
                    <a:pt x="57847" y="358137"/>
                  </a:lnTo>
                  <a:lnTo>
                    <a:pt x="57378" y="358881"/>
                  </a:lnTo>
                  <a:lnTo>
                    <a:pt x="56557" y="359266"/>
                  </a:lnTo>
                  <a:lnTo>
                    <a:pt x="53618" y="361517"/>
                  </a:lnTo>
                  <a:lnTo>
                    <a:pt x="54665" y="363029"/>
                  </a:lnTo>
                  <a:lnTo>
                    <a:pt x="53777" y="364746"/>
                  </a:lnTo>
                  <a:lnTo>
                    <a:pt x="52750" y="364998"/>
                  </a:lnTo>
                  <a:lnTo>
                    <a:pt x="52202" y="365800"/>
                  </a:lnTo>
                  <a:lnTo>
                    <a:pt x="52012" y="366890"/>
                  </a:lnTo>
                  <a:lnTo>
                    <a:pt x="48969" y="369993"/>
                  </a:lnTo>
                  <a:lnTo>
                    <a:pt x="44008" y="377953"/>
                  </a:lnTo>
                  <a:lnTo>
                    <a:pt x="41459" y="380203"/>
                  </a:lnTo>
                  <a:lnTo>
                    <a:pt x="39678" y="382541"/>
                  </a:lnTo>
                  <a:lnTo>
                    <a:pt x="38110" y="382484"/>
                  </a:lnTo>
                  <a:lnTo>
                    <a:pt x="36137" y="384472"/>
                  </a:lnTo>
                  <a:lnTo>
                    <a:pt x="31145" y="386216"/>
                  </a:lnTo>
                  <a:lnTo>
                    <a:pt x="27833" y="385427"/>
                  </a:lnTo>
                  <a:lnTo>
                    <a:pt x="25526" y="386120"/>
                  </a:lnTo>
                  <a:lnTo>
                    <a:pt x="24289" y="384752"/>
                  </a:lnTo>
                  <a:lnTo>
                    <a:pt x="24129" y="383812"/>
                  </a:lnTo>
                  <a:lnTo>
                    <a:pt x="24191" y="383267"/>
                  </a:lnTo>
                  <a:lnTo>
                    <a:pt x="24398" y="382613"/>
                  </a:lnTo>
                  <a:lnTo>
                    <a:pt x="23968" y="382381"/>
                  </a:lnTo>
                  <a:lnTo>
                    <a:pt x="23064" y="382269"/>
                  </a:lnTo>
                  <a:lnTo>
                    <a:pt x="22677" y="382928"/>
                  </a:lnTo>
                  <a:lnTo>
                    <a:pt x="22624" y="384426"/>
                  </a:lnTo>
                  <a:lnTo>
                    <a:pt x="22194" y="384817"/>
                  </a:lnTo>
                  <a:lnTo>
                    <a:pt x="20476" y="383960"/>
                  </a:lnTo>
                  <a:lnTo>
                    <a:pt x="20044" y="383188"/>
                  </a:lnTo>
                  <a:lnTo>
                    <a:pt x="20662" y="381624"/>
                  </a:lnTo>
                  <a:lnTo>
                    <a:pt x="21719" y="380216"/>
                  </a:lnTo>
                  <a:lnTo>
                    <a:pt x="21527" y="379927"/>
                  </a:lnTo>
                  <a:lnTo>
                    <a:pt x="21321" y="379071"/>
                  </a:lnTo>
                  <a:lnTo>
                    <a:pt x="20806" y="378963"/>
                  </a:lnTo>
                  <a:lnTo>
                    <a:pt x="19269" y="379169"/>
                  </a:lnTo>
                  <a:lnTo>
                    <a:pt x="18021" y="378917"/>
                  </a:lnTo>
                  <a:lnTo>
                    <a:pt x="13946" y="375750"/>
                  </a:lnTo>
                  <a:lnTo>
                    <a:pt x="12994" y="374060"/>
                  </a:lnTo>
                  <a:lnTo>
                    <a:pt x="9706" y="371362"/>
                  </a:lnTo>
                  <a:lnTo>
                    <a:pt x="8233" y="368503"/>
                  </a:lnTo>
                  <a:lnTo>
                    <a:pt x="7396" y="365367"/>
                  </a:lnTo>
                  <a:lnTo>
                    <a:pt x="7459" y="362527"/>
                  </a:lnTo>
                  <a:lnTo>
                    <a:pt x="7863" y="358019"/>
                  </a:lnTo>
                  <a:lnTo>
                    <a:pt x="8553" y="356905"/>
                  </a:lnTo>
                  <a:lnTo>
                    <a:pt x="11504" y="358484"/>
                  </a:lnTo>
                  <a:lnTo>
                    <a:pt x="14486" y="361120"/>
                  </a:lnTo>
                  <a:lnTo>
                    <a:pt x="14953" y="360990"/>
                  </a:lnTo>
                  <a:lnTo>
                    <a:pt x="15889" y="358921"/>
                  </a:lnTo>
                  <a:lnTo>
                    <a:pt x="17707" y="357259"/>
                  </a:lnTo>
                  <a:lnTo>
                    <a:pt x="17193" y="356800"/>
                  </a:lnTo>
                  <a:lnTo>
                    <a:pt x="14491" y="358706"/>
                  </a:lnTo>
                  <a:lnTo>
                    <a:pt x="13486" y="357650"/>
                  </a:lnTo>
                  <a:lnTo>
                    <a:pt x="11928" y="355498"/>
                  </a:lnTo>
                  <a:lnTo>
                    <a:pt x="11928" y="354392"/>
                  </a:lnTo>
                  <a:lnTo>
                    <a:pt x="12654" y="353284"/>
                  </a:lnTo>
                  <a:lnTo>
                    <a:pt x="12896" y="351786"/>
                  </a:lnTo>
                  <a:lnTo>
                    <a:pt x="12515" y="350372"/>
                  </a:lnTo>
                  <a:lnTo>
                    <a:pt x="12693" y="348449"/>
                  </a:lnTo>
                  <a:lnTo>
                    <a:pt x="13897" y="346407"/>
                  </a:lnTo>
                  <a:lnTo>
                    <a:pt x="15704" y="344341"/>
                  </a:lnTo>
                  <a:lnTo>
                    <a:pt x="17004" y="342347"/>
                  </a:lnTo>
                  <a:lnTo>
                    <a:pt x="18341" y="341119"/>
                  </a:lnTo>
                  <a:lnTo>
                    <a:pt x="18202" y="340710"/>
                  </a:lnTo>
                  <a:lnTo>
                    <a:pt x="16674" y="341491"/>
                  </a:lnTo>
                  <a:lnTo>
                    <a:pt x="15212" y="342817"/>
                  </a:lnTo>
                  <a:lnTo>
                    <a:pt x="13491" y="345039"/>
                  </a:lnTo>
                  <a:lnTo>
                    <a:pt x="11393" y="346841"/>
                  </a:lnTo>
                  <a:lnTo>
                    <a:pt x="9842" y="347540"/>
                  </a:lnTo>
                  <a:lnTo>
                    <a:pt x="9103" y="348118"/>
                  </a:lnTo>
                  <a:lnTo>
                    <a:pt x="7966" y="348681"/>
                  </a:lnTo>
                  <a:lnTo>
                    <a:pt x="6791" y="351264"/>
                  </a:lnTo>
                  <a:lnTo>
                    <a:pt x="5508" y="352370"/>
                  </a:lnTo>
                  <a:lnTo>
                    <a:pt x="3203" y="352483"/>
                  </a:lnTo>
                  <a:lnTo>
                    <a:pt x="2696" y="350594"/>
                  </a:lnTo>
                  <a:lnTo>
                    <a:pt x="3347" y="343881"/>
                  </a:lnTo>
                  <a:lnTo>
                    <a:pt x="4044" y="340611"/>
                  </a:lnTo>
                  <a:lnTo>
                    <a:pt x="4808" y="338299"/>
                  </a:lnTo>
                  <a:lnTo>
                    <a:pt x="6010" y="337909"/>
                  </a:lnTo>
                  <a:lnTo>
                    <a:pt x="6850" y="336215"/>
                  </a:lnTo>
                  <a:lnTo>
                    <a:pt x="7547" y="336215"/>
                  </a:lnTo>
                  <a:lnTo>
                    <a:pt x="8154" y="336997"/>
                  </a:lnTo>
                  <a:lnTo>
                    <a:pt x="10503" y="337756"/>
                  </a:lnTo>
                  <a:lnTo>
                    <a:pt x="11662" y="335598"/>
                  </a:lnTo>
                  <a:lnTo>
                    <a:pt x="13170" y="335282"/>
                  </a:lnTo>
                  <a:lnTo>
                    <a:pt x="15919" y="333104"/>
                  </a:lnTo>
                  <a:lnTo>
                    <a:pt x="15862" y="332708"/>
                  </a:lnTo>
                  <a:lnTo>
                    <a:pt x="14002" y="333187"/>
                  </a:lnTo>
                  <a:lnTo>
                    <a:pt x="12873" y="333257"/>
                  </a:lnTo>
                  <a:lnTo>
                    <a:pt x="11256" y="333804"/>
                  </a:lnTo>
                  <a:lnTo>
                    <a:pt x="10397" y="333413"/>
                  </a:lnTo>
                  <a:lnTo>
                    <a:pt x="9994" y="331783"/>
                  </a:lnTo>
                  <a:lnTo>
                    <a:pt x="10642" y="330314"/>
                  </a:lnTo>
                  <a:lnTo>
                    <a:pt x="13236" y="326806"/>
                  </a:lnTo>
                  <a:lnTo>
                    <a:pt x="14131" y="325270"/>
                  </a:lnTo>
                  <a:lnTo>
                    <a:pt x="14642" y="323834"/>
                  </a:lnTo>
                  <a:lnTo>
                    <a:pt x="14561" y="322858"/>
                  </a:lnTo>
                  <a:lnTo>
                    <a:pt x="14992" y="320837"/>
                  </a:lnTo>
                  <a:lnTo>
                    <a:pt x="17529" y="317307"/>
                  </a:lnTo>
                  <a:lnTo>
                    <a:pt x="19593" y="315694"/>
                  </a:lnTo>
                  <a:lnTo>
                    <a:pt x="20270" y="317082"/>
                  </a:lnTo>
                  <a:lnTo>
                    <a:pt x="19694" y="321425"/>
                  </a:lnTo>
                  <a:lnTo>
                    <a:pt x="19700" y="323218"/>
                  </a:lnTo>
                  <a:lnTo>
                    <a:pt x="21334" y="316886"/>
                  </a:lnTo>
                  <a:lnTo>
                    <a:pt x="22053" y="315381"/>
                  </a:lnTo>
                  <a:lnTo>
                    <a:pt x="22872" y="314319"/>
                  </a:lnTo>
                  <a:lnTo>
                    <a:pt x="24854" y="313606"/>
                  </a:lnTo>
                  <a:lnTo>
                    <a:pt x="25414" y="312609"/>
                  </a:lnTo>
                  <a:lnTo>
                    <a:pt x="23106" y="312939"/>
                  </a:lnTo>
                  <a:lnTo>
                    <a:pt x="17508" y="315353"/>
                  </a:lnTo>
                  <a:lnTo>
                    <a:pt x="15148" y="317506"/>
                  </a:lnTo>
                  <a:lnTo>
                    <a:pt x="14519" y="319164"/>
                  </a:lnTo>
                  <a:lnTo>
                    <a:pt x="12882" y="321663"/>
                  </a:lnTo>
                  <a:lnTo>
                    <a:pt x="12114" y="323286"/>
                  </a:lnTo>
                  <a:lnTo>
                    <a:pt x="11775" y="325668"/>
                  </a:lnTo>
                  <a:lnTo>
                    <a:pt x="10853" y="326962"/>
                  </a:lnTo>
                  <a:lnTo>
                    <a:pt x="9609" y="327441"/>
                  </a:lnTo>
                  <a:lnTo>
                    <a:pt x="7881" y="330462"/>
                  </a:lnTo>
                  <a:lnTo>
                    <a:pt x="7119" y="332891"/>
                  </a:lnTo>
                  <a:lnTo>
                    <a:pt x="5399" y="334826"/>
                  </a:lnTo>
                  <a:lnTo>
                    <a:pt x="4308" y="336313"/>
                  </a:lnTo>
                  <a:lnTo>
                    <a:pt x="3950" y="336844"/>
                  </a:lnTo>
                  <a:lnTo>
                    <a:pt x="3359" y="338307"/>
                  </a:lnTo>
                  <a:lnTo>
                    <a:pt x="2869" y="338410"/>
                  </a:lnTo>
                  <a:lnTo>
                    <a:pt x="2442" y="337553"/>
                  </a:lnTo>
                  <a:lnTo>
                    <a:pt x="2370" y="335665"/>
                  </a:lnTo>
                  <a:lnTo>
                    <a:pt x="2545" y="332651"/>
                  </a:lnTo>
                  <a:lnTo>
                    <a:pt x="3372" y="330483"/>
                  </a:lnTo>
                  <a:lnTo>
                    <a:pt x="3768" y="328365"/>
                  </a:lnTo>
                  <a:lnTo>
                    <a:pt x="3218" y="326387"/>
                  </a:lnTo>
                  <a:lnTo>
                    <a:pt x="3599" y="325139"/>
                  </a:lnTo>
                  <a:lnTo>
                    <a:pt x="4327" y="325182"/>
                  </a:lnTo>
                  <a:lnTo>
                    <a:pt x="5680" y="325750"/>
                  </a:lnTo>
                  <a:lnTo>
                    <a:pt x="7119" y="325659"/>
                  </a:lnTo>
                  <a:lnTo>
                    <a:pt x="9484" y="324097"/>
                  </a:lnTo>
                  <a:lnTo>
                    <a:pt x="9107" y="323183"/>
                  </a:lnTo>
                  <a:lnTo>
                    <a:pt x="8085" y="323054"/>
                  </a:lnTo>
                  <a:lnTo>
                    <a:pt x="6179" y="323183"/>
                  </a:lnTo>
                  <a:lnTo>
                    <a:pt x="4576" y="321658"/>
                  </a:lnTo>
                  <a:lnTo>
                    <a:pt x="3330" y="318624"/>
                  </a:lnTo>
                  <a:lnTo>
                    <a:pt x="2763" y="314570"/>
                  </a:lnTo>
                  <a:lnTo>
                    <a:pt x="3142" y="313411"/>
                  </a:lnTo>
                  <a:lnTo>
                    <a:pt x="7752" y="309282"/>
                  </a:lnTo>
                  <a:lnTo>
                    <a:pt x="8994" y="307408"/>
                  </a:lnTo>
                  <a:lnTo>
                    <a:pt x="8275" y="307221"/>
                  </a:lnTo>
                  <a:lnTo>
                    <a:pt x="6544" y="309495"/>
                  </a:lnTo>
                  <a:lnTo>
                    <a:pt x="4066" y="310907"/>
                  </a:lnTo>
                  <a:lnTo>
                    <a:pt x="2504" y="308944"/>
                  </a:lnTo>
                  <a:lnTo>
                    <a:pt x="1691" y="306831"/>
                  </a:lnTo>
                  <a:lnTo>
                    <a:pt x="1223" y="302368"/>
                  </a:lnTo>
                  <a:lnTo>
                    <a:pt x="1392" y="300075"/>
                  </a:lnTo>
                  <a:lnTo>
                    <a:pt x="1197" y="297060"/>
                  </a:lnTo>
                  <a:lnTo>
                    <a:pt x="2255" y="296080"/>
                  </a:lnTo>
                  <a:lnTo>
                    <a:pt x="3438" y="296601"/>
                  </a:lnTo>
                  <a:lnTo>
                    <a:pt x="4604" y="296794"/>
                  </a:lnTo>
                  <a:lnTo>
                    <a:pt x="7250" y="296530"/>
                  </a:lnTo>
                  <a:lnTo>
                    <a:pt x="13084" y="294721"/>
                  </a:lnTo>
                  <a:lnTo>
                    <a:pt x="16845" y="295796"/>
                  </a:lnTo>
                  <a:lnTo>
                    <a:pt x="18373" y="295698"/>
                  </a:lnTo>
                  <a:lnTo>
                    <a:pt x="20712" y="294140"/>
                  </a:lnTo>
                  <a:lnTo>
                    <a:pt x="22759" y="293979"/>
                  </a:lnTo>
                  <a:lnTo>
                    <a:pt x="24289" y="295170"/>
                  </a:lnTo>
                  <a:lnTo>
                    <a:pt x="25126" y="296535"/>
                  </a:lnTo>
                  <a:lnTo>
                    <a:pt x="25230" y="298361"/>
                  </a:lnTo>
                  <a:lnTo>
                    <a:pt x="25938" y="299579"/>
                  </a:lnTo>
                  <a:lnTo>
                    <a:pt x="26416" y="299184"/>
                  </a:lnTo>
                  <a:lnTo>
                    <a:pt x="26035" y="297736"/>
                  </a:lnTo>
                  <a:lnTo>
                    <a:pt x="25956" y="295494"/>
                  </a:lnTo>
                  <a:lnTo>
                    <a:pt x="32109" y="292953"/>
                  </a:lnTo>
                  <a:lnTo>
                    <a:pt x="32834" y="291967"/>
                  </a:lnTo>
                  <a:lnTo>
                    <a:pt x="30389" y="291623"/>
                  </a:lnTo>
                  <a:lnTo>
                    <a:pt x="29690" y="289306"/>
                  </a:lnTo>
                  <a:lnTo>
                    <a:pt x="30982" y="285800"/>
                  </a:lnTo>
                  <a:lnTo>
                    <a:pt x="30860" y="285345"/>
                  </a:lnTo>
                  <a:lnTo>
                    <a:pt x="29502" y="287195"/>
                  </a:lnTo>
                  <a:lnTo>
                    <a:pt x="28833" y="289798"/>
                  </a:lnTo>
                  <a:lnTo>
                    <a:pt x="29099" y="291876"/>
                  </a:lnTo>
                  <a:lnTo>
                    <a:pt x="28830" y="292841"/>
                  </a:lnTo>
                  <a:lnTo>
                    <a:pt x="27581" y="293284"/>
                  </a:lnTo>
                  <a:lnTo>
                    <a:pt x="24767" y="293444"/>
                  </a:lnTo>
                  <a:lnTo>
                    <a:pt x="22960" y="292562"/>
                  </a:lnTo>
                  <a:lnTo>
                    <a:pt x="21287" y="292084"/>
                  </a:lnTo>
                  <a:lnTo>
                    <a:pt x="20717" y="291418"/>
                  </a:lnTo>
                  <a:lnTo>
                    <a:pt x="20907" y="289935"/>
                  </a:lnTo>
                  <a:lnTo>
                    <a:pt x="20590" y="289629"/>
                  </a:lnTo>
                  <a:lnTo>
                    <a:pt x="19898" y="290962"/>
                  </a:lnTo>
                  <a:lnTo>
                    <a:pt x="19282" y="293620"/>
                  </a:lnTo>
                  <a:lnTo>
                    <a:pt x="17953" y="294232"/>
                  </a:lnTo>
                  <a:lnTo>
                    <a:pt x="14285" y="293245"/>
                  </a:lnTo>
                  <a:lnTo>
                    <a:pt x="8974" y="293826"/>
                  </a:lnTo>
                  <a:lnTo>
                    <a:pt x="6592" y="295164"/>
                  </a:lnTo>
                  <a:lnTo>
                    <a:pt x="5048" y="294989"/>
                  </a:lnTo>
                  <a:lnTo>
                    <a:pt x="2393" y="292646"/>
                  </a:lnTo>
                  <a:lnTo>
                    <a:pt x="1356" y="290783"/>
                  </a:lnTo>
                  <a:lnTo>
                    <a:pt x="969" y="287028"/>
                  </a:lnTo>
                  <a:lnTo>
                    <a:pt x="1125" y="285376"/>
                  </a:lnTo>
                  <a:lnTo>
                    <a:pt x="3194" y="284680"/>
                  </a:lnTo>
                  <a:lnTo>
                    <a:pt x="4240" y="284729"/>
                  </a:lnTo>
                  <a:lnTo>
                    <a:pt x="5220" y="283842"/>
                  </a:lnTo>
                  <a:lnTo>
                    <a:pt x="4353" y="283265"/>
                  </a:lnTo>
                  <a:lnTo>
                    <a:pt x="3134" y="282132"/>
                  </a:lnTo>
                  <a:lnTo>
                    <a:pt x="2304" y="279863"/>
                  </a:lnTo>
                  <a:lnTo>
                    <a:pt x="1052" y="279122"/>
                  </a:lnTo>
                  <a:lnTo>
                    <a:pt x="213" y="277188"/>
                  </a:lnTo>
                  <a:lnTo>
                    <a:pt x="0" y="274266"/>
                  </a:lnTo>
                  <a:lnTo>
                    <a:pt x="240" y="272235"/>
                  </a:lnTo>
                  <a:lnTo>
                    <a:pt x="910" y="271581"/>
                  </a:lnTo>
                  <a:lnTo>
                    <a:pt x="2518" y="272025"/>
                  </a:lnTo>
                  <a:lnTo>
                    <a:pt x="6763" y="271685"/>
                  </a:lnTo>
                  <a:lnTo>
                    <a:pt x="10760" y="273748"/>
                  </a:lnTo>
                  <a:lnTo>
                    <a:pt x="13472" y="274918"/>
                  </a:lnTo>
                  <a:lnTo>
                    <a:pt x="18967" y="274330"/>
                  </a:lnTo>
                  <a:lnTo>
                    <a:pt x="22185" y="272487"/>
                  </a:lnTo>
                  <a:lnTo>
                    <a:pt x="21595" y="271978"/>
                  </a:lnTo>
                  <a:lnTo>
                    <a:pt x="18104" y="273043"/>
                  </a:lnTo>
                  <a:lnTo>
                    <a:pt x="14878" y="272999"/>
                  </a:lnTo>
                  <a:lnTo>
                    <a:pt x="9190" y="270917"/>
                  </a:lnTo>
                  <a:lnTo>
                    <a:pt x="6857" y="270246"/>
                  </a:lnTo>
                  <a:lnTo>
                    <a:pt x="4345" y="270542"/>
                  </a:lnTo>
                  <a:lnTo>
                    <a:pt x="3037" y="269910"/>
                  </a:lnTo>
                  <a:lnTo>
                    <a:pt x="2268" y="267851"/>
                  </a:lnTo>
                  <a:lnTo>
                    <a:pt x="2837" y="263914"/>
                  </a:lnTo>
                  <a:lnTo>
                    <a:pt x="4028" y="263064"/>
                  </a:lnTo>
                  <a:lnTo>
                    <a:pt x="4673" y="264091"/>
                  </a:lnTo>
                  <a:lnTo>
                    <a:pt x="5452" y="264156"/>
                  </a:lnTo>
                  <a:lnTo>
                    <a:pt x="6239" y="262511"/>
                  </a:lnTo>
                  <a:lnTo>
                    <a:pt x="6994" y="261574"/>
                  </a:lnTo>
                  <a:lnTo>
                    <a:pt x="7592" y="259453"/>
                  </a:lnTo>
                  <a:lnTo>
                    <a:pt x="9844" y="257443"/>
                  </a:lnTo>
                  <a:lnTo>
                    <a:pt x="10797" y="257272"/>
                  </a:lnTo>
                  <a:lnTo>
                    <a:pt x="12162" y="256346"/>
                  </a:lnTo>
                  <a:lnTo>
                    <a:pt x="13033" y="256609"/>
                  </a:lnTo>
                  <a:lnTo>
                    <a:pt x="13591" y="257538"/>
                  </a:lnTo>
                  <a:lnTo>
                    <a:pt x="14297" y="258308"/>
                  </a:lnTo>
                  <a:lnTo>
                    <a:pt x="15826" y="258215"/>
                  </a:lnTo>
                  <a:lnTo>
                    <a:pt x="20349" y="256604"/>
                  </a:lnTo>
                  <a:lnTo>
                    <a:pt x="20836" y="256131"/>
                  </a:lnTo>
                  <a:lnTo>
                    <a:pt x="21717" y="254808"/>
                  </a:lnTo>
                  <a:lnTo>
                    <a:pt x="18850" y="255398"/>
                  </a:lnTo>
                  <a:lnTo>
                    <a:pt x="16469" y="256337"/>
                  </a:lnTo>
                  <a:lnTo>
                    <a:pt x="14938" y="256599"/>
                  </a:lnTo>
                  <a:lnTo>
                    <a:pt x="14723" y="255426"/>
                  </a:lnTo>
                  <a:lnTo>
                    <a:pt x="15287" y="254384"/>
                  </a:lnTo>
                  <a:lnTo>
                    <a:pt x="16174" y="253276"/>
                  </a:lnTo>
                  <a:lnTo>
                    <a:pt x="16605" y="251387"/>
                  </a:lnTo>
                  <a:lnTo>
                    <a:pt x="17581" y="250581"/>
                  </a:lnTo>
                  <a:lnTo>
                    <a:pt x="18635" y="250624"/>
                  </a:lnTo>
                  <a:lnTo>
                    <a:pt x="20815" y="250280"/>
                  </a:lnTo>
                  <a:lnTo>
                    <a:pt x="22354" y="249790"/>
                  </a:lnTo>
                  <a:lnTo>
                    <a:pt x="24993" y="250119"/>
                  </a:lnTo>
                  <a:lnTo>
                    <a:pt x="28925" y="250842"/>
                  </a:lnTo>
                  <a:lnTo>
                    <a:pt x="31460" y="252599"/>
                  </a:lnTo>
                  <a:lnTo>
                    <a:pt x="32415" y="252440"/>
                  </a:lnTo>
                  <a:lnTo>
                    <a:pt x="33426" y="251973"/>
                  </a:lnTo>
                  <a:lnTo>
                    <a:pt x="33884" y="251335"/>
                  </a:lnTo>
                  <a:lnTo>
                    <a:pt x="31895" y="250605"/>
                  </a:lnTo>
                  <a:lnTo>
                    <a:pt x="31781" y="249565"/>
                  </a:lnTo>
                  <a:lnTo>
                    <a:pt x="32028" y="248780"/>
                  </a:lnTo>
                  <a:lnTo>
                    <a:pt x="35273" y="247334"/>
                  </a:lnTo>
                  <a:lnTo>
                    <a:pt x="38818" y="247014"/>
                  </a:lnTo>
                  <a:lnTo>
                    <a:pt x="38208" y="245850"/>
                  </a:lnTo>
                  <a:lnTo>
                    <a:pt x="30444" y="247607"/>
                  </a:lnTo>
                  <a:lnTo>
                    <a:pt x="28417" y="246408"/>
                  </a:lnTo>
                  <a:lnTo>
                    <a:pt x="26817" y="246418"/>
                  </a:lnTo>
                  <a:lnTo>
                    <a:pt x="25770" y="247103"/>
                  </a:lnTo>
                  <a:lnTo>
                    <a:pt x="22785" y="247933"/>
                  </a:lnTo>
                  <a:lnTo>
                    <a:pt x="22236" y="247343"/>
                  </a:lnTo>
                  <a:lnTo>
                    <a:pt x="22804" y="245306"/>
                  </a:lnTo>
                  <a:lnTo>
                    <a:pt x="24592" y="241964"/>
                  </a:lnTo>
                  <a:lnTo>
                    <a:pt x="24740" y="241145"/>
                  </a:lnTo>
                  <a:lnTo>
                    <a:pt x="25570" y="240341"/>
                  </a:lnTo>
                  <a:lnTo>
                    <a:pt x="30208" y="238402"/>
                  </a:lnTo>
                  <a:lnTo>
                    <a:pt x="32436" y="236149"/>
                  </a:lnTo>
                  <a:lnTo>
                    <a:pt x="33441" y="235864"/>
                  </a:lnTo>
                  <a:lnTo>
                    <a:pt x="34437" y="236021"/>
                  </a:lnTo>
                  <a:lnTo>
                    <a:pt x="35952" y="235757"/>
                  </a:lnTo>
                  <a:lnTo>
                    <a:pt x="38880" y="236402"/>
                  </a:lnTo>
                  <a:lnTo>
                    <a:pt x="40227" y="239223"/>
                  </a:lnTo>
                  <a:lnTo>
                    <a:pt x="41438" y="240109"/>
                  </a:lnTo>
                  <a:lnTo>
                    <a:pt x="45248" y="243633"/>
                  </a:lnTo>
                  <a:lnTo>
                    <a:pt x="45078" y="242619"/>
                  </a:lnTo>
                  <a:lnTo>
                    <a:pt x="41780" y="237843"/>
                  </a:lnTo>
                  <a:lnTo>
                    <a:pt x="40520" y="236662"/>
                  </a:lnTo>
                  <a:lnTo>
                    <a:pt x="39579" y="234317"/>
                  </a:lnTo>
                  <a:lnTo>
                    <a:pt x="39902" y="232101"/>
                  </a:lnTo>
                  <a:lnTo>
                    <a:pt x="40962" y="230622"/>
                  </a:lnTo>
                  <a:lnTo>
                    <a:pt x="44724" y="229830"/>
                  </a:lnTo>
                  <a:lnTo>
                    <a:pt x="45399" y="228974"/>
                  </a:lnTo>
                  <a:lnTo>
                    <a:pt x="45466" y="227504"/>
                  </a:lnTo>
                  <a:lnTo>
                    <a:pt x="44890" y="226498"/>
                  </a:lnTo>
                  <a:lnTo>
                    <a:pt x="43506" y="226556"/>
                  </a:lnTo>
                  <a:lnTo>
                    <a:pt x="42364" y="225933"/>
                  </a:lnTo>
                  <a:lnTo>
                    <a:pt x="42050" y="224349"/>
                  </a:lnTo>
                  <a:lnTo>
                    <a:pt x="42506" y="223278"/>
                  </a:lnTo>
                  <a:lnTo>
                    <a:pt x="44676" y="221326"/>
                  </a:lnTo>
                  <a:lnTo>
                    <a:pt x="45863" y="220693"/>
                  </a:lnTo>
                  <a:lnTo>
                    <a:pt x="47920" y="220004"/>
                  </a:lnTo>
                  <a:lnTo>
                    <a:pt x="51496" y="221548"/>
                  </a:lnTo>
                  <a:lnTo>
                    <a:pt x="51768" y="222357"/>
                  </a:lnTo>
                  <a:lnTo>
                    <a:pt x="50766" y="224304"/>
                  </a:lnTo>
                  <a:lnTo>
                    <a:pt x="50867" y="225396"/>
                  </a:lnTo>
                  <a:lnTo>
                    <a:pt x="51743" y="225517"/>
                  </a:lnTo>
                  <a:lnTo>
                    <a:pt x="53785" y="222236"/>
                  </a:lnTo>
                  <a:lnTo>
                    <a:pt x="56187" y="221783"/>
                  </a:lnTo>
                  <a:lnTo>
                    <a:pt x="57181" y="221078"/>
                  </a:lnTo>
                  <a:lnTo>
                    <a:pt x="58334" y="220635"/>
                  </a:lnTo>
                  <a:lnTo>
                    <a:pt x="59983" y="223601"/>
                  </a:lnTo>
                  <a:lnTo>
                    <a:pt x="60706" y="224551"/>
                  </a:lnTo>
                  <a:lnTo>
                    <a:pt x="61249" y="224940"/>
                  </a:lnTo>
                  <a:lnTo>
                    <a:pt x="61775" y="227410"/>
                  </a:lnTo>
                  <a:lnTo>
                    <a:pt x="62284" y="227541"/>
                  </a:lnTo>
                  <a:lnTo>
                    <a:pt x="63010" y="226304"/>
                  </a:lnTo>
                  <a:lnTo>
                    <a:pt x="64326" y="225651"/>
                  </a:lnTo>
                  <a:lnTo>
                    <a:pt x="66172" y="225222"/>
                  </a:lnTo>
                  <a:lnTo>
                    <a:pt x="69230" y="225875"/>
                  </a:lnTo>
                  <a:lnTo>
                    <a:pt x="70614" y="225392"/>
                  </a:lnTo>
                  <a:lnTo>
                    <a:pt x="71292" y="225460"/>
                  </a:lnTo>
                  <a:lnTo>
                    <a:pt x="70641" y="223242"/>
                  </a:lnTo>
                  <a:lnTo>
                    <a:pt x="70238" y="222602"/>
                  </a:lnTo>
                  <a:lnTo>
                    <a:pt x="70867" y="220622"/>
                  </a:lnTo>
                  <a:lnTo>
                    <a:pt x="71524" y="219848"/>
                  </a:lnTo>
                  <a:lnTo>
                    <a:pt x="73637" y="218459"/>
                  </a:lnTo>
                  <a:lnTo>
                    <a:pt x="75652" y="217839"/>
                  </a:lnTo>
                  <a:lnTo>
                    <a:pt x="76967" y="216520"/>
                  </a:lnTo>
                  <a:lnTo>
                    <a:pt x="78733" y="215308"/>
                  </a:lnTo>
                  <a:lnTo>
                    <a:pt x="78456" y="214337"/>
                  </a:lnTo>
                  <a:lnTo>
                    <a:pt x="77964" y="213213"/>
                  </a:lnTo>
                  <a:lnTo>
                    <a:pt x="76822" y="213142"/>
                  </a:lnTo>
                  <a:lnTo>
                    <a:pt x="76355" y="212529"/>
                  </a:lnTo>
                  <a:lnTo>
                    <a:pt x="77806" y="211072"/>
                  </a:lnTo>
                  <a:lnTo>
                    <a:pt x="79792" y="209453"/>
                  </a:lnTo>
                  <a:lnTo>
                    <a:pt x="79446" y="208817"/>
                  </a:lnTo>
                  <a:lnTo>
                    <a:pt x="77952" y="208097"/>
                  </a:lnTo>
                  <a:lnTo>
                    <a:pt x="76818" y="208639"/>
                  </a:lnTo>
                  <a:lnTo>
                    <a:pt x="75132" y="209891"/>
                  </a:lnTo>
                  <a:lnTo>
                    <a:pt x="73170" y="211872"/>
                  </a:lnTo>
                  <a:lnTo>
                    <a:pt x="73810" y="212450"/>
                  </a:lnTo>
                  <a:lnTo>
                    <a:pt x="74791" y="214115"/>
                  </a:lnTo>
                  <a:lnTo>
                    <a:pt x="73422" y="216331"/>
                  </a:lnTo>
                  <a:lnTo>
                    <a:pt x="66162" y="222216"/>
                  </a:lnTo>
                  <a:lnTo>
                    <a:pt x="62699" y="223940"/>
                  </a:lnTo>
                  <a:lnTo>
                    <a:pt x="61102" y="223672"/>
                  </a:lnTo>
                  <a:lnTo>
                    <a:pt x="60721" y="222063"/>
                  </a:lnTo>
                  <a:lnTo>
                    <a:pt x="59985" y="220873"/>
                  </a:lnTo>
                  <a:lnTo>
                    <a:pt x="59194" y="218420"/>
                  </a:lnTo>
                  <a:lnTo>
                    <a:pt x="57851" y="218485"/>
                  </a:lnTo>
                  <a:lnTo>
                    <a:pt x="57088" y="219027"/>
                  </a:lnTo>
                  <a:lnTo>
                    <a:pt x="56755" y="218224"/>
                  </a:lnTo>
                  <a:lnTo>
                    <a:pt x="57333" y="215604"/>
                  </a:lnTo>
                  <a:lnTo>
                    <a:pt x="58470" y="213533"/>
                  </a:lnTo>
                  <a:lnTo>
                    <a:pt x="60376" y="211969"/>
                  </a:lnTo>
                  <a:lnTo>
                    <a:pt x="61290" y="210081"/>
                  </a:lnTo>
                  <a:lnTo>
                    <a:pt x="62150" y="207084"/>
                  </a:lnTo>
                  <a:lnTo>
                    <a:pt x="64907" y="204233"/>
                  </a:lnTo>
                  <a:lnTo>
                    <a:pt x="68922" y="197180"/>
                  </a:lnTo>
                  <a:lnTo>
                    <a:pt x="72192" y="194929"/>
                  </a:lnTo>
                  <a:lnTo>
                    <a:pt x="73391" y="192469"/>
                  </a:lnTo>
                  <a:lnTo>
                    <a:pt x="75317" y="191381"/>
                  </a:lnTo>
                  <a:lnTo>
                    <a:pt x="76962" y="189462"/>
                  </a:lnTo>
                  <a:lnTo>
                    <a:pt x="78254" y="189272"/>
                  </a:lnTo>
                  <a:lnTo>
                    <a:pt x="80599" y="187545"/>
                  </a:lnTo>
                  <a:lnTo>
                    <a:pt x="81929" y="185490"/>
                  </a:lnTo>
                  <a:lnTo>
                    <a:pt x="81061" y="185362"/>
                  </a:lnTo>
                  <a:lnTo>
                    <a:pt x="78999" y="186699"/>
                  </a:lnTo>
                  <a:lnTo>
                    <a:pt x="77832" y="187238"/>
                  </a:lnTo>
                  <a:lnTo>
                    <a:pt x="77914" y="185033"/>
                  </a:lnTo>
                  <a:lnTo>
                    <a:pt x="78480" y="182772"/>
                  </a:lnTo>
                  <a:lnTo>
                    <a:pt x="80179" y="180706"/>
                  </a:lnTo>
                  <a:lnTo>
                    <a:pt x="88348" y="174704"/>
                  </a:lnTo>
                  <a:lnTo>
                    <a:pt x="89164" y="175697"/>
                  </a:lnTo>
                  <a:lnTo>
                    <a:pt x="90138" y="177451"/>
                  </a:lnTo>
                  <a:lnTo>
                    <a:pt x="92599" y="177054"/>
                  </a:lnTo>
                  <a:lnTo>
                    <a:pt x="95401" y="173656"/>
                  </a:lnTo>
                  <a:lnTo>
                    <a:pt x="97560" y="169967"/>
                  </a:lnTo>
                  <a:lnTo>
                    <a:pt x="96394" y="170611"/>
                  </a:lnTo>
                  <a:lnTo>
                    <a:pt x="95120" y="172121"/>
                  </a:lnTo>
                  <a:lnTo>
                    <a:pt x="92639" y="174221"/>
                  </a:lnTo>
                  <a:lnTo>
                    <a:pt x="91492" y="174552"/>
                  </a:lnTo>
                  <a:lnTo>
                    <a:pt x="90837" y="174280"/>
                  </a:lnTo>
                  <a:lnTo>
                    <a:pt x="90473" y="172879"/>
                  </a:lnTo>
                  <a:lnTo>
                    <a:pt x="89612" y="172424"/>
                  </a:lnTo>
                  <a:lnTo>
                    <a:pt x="88835" y="172739"/>
                  </a:lnTo>
                  <a:lnTo>
                    <a:pt x="88034" y="171743"/>
                  </a:lnTo>
                  <a:lnTo>
                    <a:pt x="87891" y="169285"/>
                  </a:lnTo>
                  <a:lnTo>
                    <a:pt x="88916" y="165624"/>
                  </a:lnTo>
                  <a:lnTo>
                    <a:pt x="89728" y="163203"/>
                  </a:lnTo>
                  <a:lnTo>
                    <a:pt x="90605" y="161371"/>
                  </a:lnTo>
                  <a:lnTo>
                    <a:pt x="94053" y="156171"/>
                  </a:lnTo>
                  <a:lnTo>
                    <a:pt x="94798" y="153333"/>
                  </a:lnTo>
                  <a:lnTo>
                    <a:pt x="96357" y="151835"/>
                  </a:lnTo>
                  <a:lnTo>
                    <a:pt x="98383" y="152168"/>
                  </a:lnTo>
                  <a:lnTo>
                    <a:pt x="98993" y="151736"/>
                  </a:lnTo>
                  <a:lnTo>
                    <a:pt x="98298" y="149876"/>
                  </a:lnTo>
                  <a:lnTo>
                    <a:pt x="96090" y="148401"/>
                  </a:lnTo>
                  <a:lnTo>
                    <a:pt x="95955" y="147475"/>
                  </a:lnTo>
                  <a:lnTo>
                    <a:pt x="103308" y="145042"/>
                  </a:lnTo>
                  <a:lnTo>
                    <a:pt x="106809" y="145125"/>
                  </a:lnTo>
                  <a:lnTo>
                    <a:pt x="107848" y="143911"/>
                  </a:lnTo>
                  <a:lnTo>
                    <a:pt x="109751" y="143134"/>
                  </a:lnTo>
                  <a:lnTo>
                    <a:pt x="111194" y="141650"/>
                  </a:lnTo>
                  <a:lnTo>
                    <a:pt x="110450" y="140995"/>
                  </a:lnTo>
                  <a:lnTo>
                    <a:pt x="106894" y="142359"/>
                  </a:lnTo>
                  <a:lnTo>
                    <a:pt x="104670" y="142999"/>
                  </a:lnTo>
                  <a:lnTo>
                    <a:pt x="103665" y="142979"/>
                  </a:lnTo>
                  <a:lnTo>
                    <a:pt x="102880" y="143448"/>
                  </a:lnTo>
                  <a:lnTo>
                    <a:pt x="100038" y="143627"/>
                  </a:lnTo>
                  <a:lnTo>
                    <a:pt x="99421" y="137713"/>
                  </a:lnTo>
                  <a:lnTo>
                    <a:pt x="99866" y="134504"/>
                  </a:lnTo>
                  <a:lnTo>
                    <a:pt x="100925" y="134570"/>
                  </a:lnTo>
                  <a:lnTo>
                    <a:pt x="101166" y="131507"/>
                  </a:lnTo>
                  <a:lnTo>
                    <a:pt x="102390" y="129704"/>
                  </a:lnTo>
                  <a:lnTo>
                    <a:pt x="104079" y="129300"/>
                  </a:lnTo>
                  <a:lnTo>
                    <a:pt x="104930" y="128528"/>
                  </a:lnTo>
                  <a:lnTo>
                    <a:pt x="106159" y="126957"/>
                  </a:lnTo>
                  <a:lnTo>
                    <a:pt x="108193" y="127322"/>
                  </a:lnTo>
                  <a:lnTo>
                    <a:pt x="110283" y="126971"/>
                  </a:lnTo>
                  <a:lnTo>
                    <a:pt x="109765" y="126231"/>
                  </a:lnTo>
                  <a:lnTo>
                    <a:pt x="107171" y="125277"/>
                  </a:lnTo>
                  <a:lnTo>
                    <a:pt x="106531" y="123639"/>
                  </a:lnTo>
                  <a:lnTo>
                    <a:pt x="107446" y="122725"/>
                  </a:lnTo>
                  <a:lnTo>
                    <a:pt x="108442" y="122052"/>
                  </a:lnTo>
                  <a:lnTo>
                    <a:pt x="109317" y="121931"/>
                  </a:lnTo>
                  <a:lnTo>
                    <a:pt x="111050" y="118734"/>
                  </a:lnTo>
                  <a:lnTo>
                    <a:pt x="112103" y="117370"/>
                  </a:lnTo>
                  <a:lnTo>
                    <a:pt x="113282" y="117607"/>
                  </a:lnTo>
                  <a:lnTo>
                    <a:pt x="114925" y="116197"/>
                  </a:lnTo>
                  <a:lnTo>
                    <a:pt x="116537" y="116678"/>
                  </a:lnTo>
                  <a:lnTo>
                    <a:pt x="118098" y="115756"/>
                  </a:lnTo>
                  <a:lnTo>
                    <a:pt x="120229" y="115147"/>
                  </a:lnTo>
                  <a:lnTo>
                    <a:pt x="128031" y="114912"/>
                  </a:lnTo>
                  <a:lnTo>
                    <a:pt x="128263" y="113605"/>
                  </a:lnTo>
                  <a:lnTo>
                    <a:pt x="126622" y="113302"/>
                  </a:lnTo>
                  <a:lnTo>
                    <a:pt x="120824" y="112965"/>
                  </a:lnTo>
                  <a:lnTo>
                    <a:pt x="117864" y="112991"/>
                  </a:lnTo>
                  <a:lnTo>
                    <a:pt x="116618" y="113330"/>
                  </a:lnTo>
                  <a:lnTo>
                    <a:pt x="116160" y="112875"/>
                  </a:lnTo>
                  <a:lnTo>
                    <a:pt x="116241" y="112093"/>
                  </a:lnTo>
                  <a:lnTo>
                    <a:pt x="117317" y="110855"/>
                  </a:lnTo>
                  <a:lnTo>
                    <a:pt x="117827" y="109487"/>
                  </a:lnTo>
                  <a:lnTo>
                    <a:pt x="119978" y="106148"/>
                  </a:lnTo>
                  <a:lnTo>
                    <a:pt x="122500" y="103925"/>
                  </a:lnTo>
                  <a:lnTo>
                    <a:pt x="124433" y="104493"/>
                  </a:lnTo>
                  <a:lnTo>
                    <a:pt x="126488" y="106617"/>
                  </a:lnTo>
                  <a:lnTo>
                    <a:pt x="127953" y="106883"/>
                  </a:lnTo>
                  <a:lnTo>
                    <a:pt x="128635" y="107569"/>
                  </a:lnTo>
                  <a:lnTo>
                    <a:pt x="129703" y="110500"/>
                  </a:lnTo>
                  <a:lnTo>
                    <a:pt x="130209" y="110595"/>
                  </a:lnTo>
                  <a:lnTo>
                    <a:pt x="129980" y="107778"/>
                  </a:lnTo>
                  <a:lnTo>
                    <a:pt x="131392" y="105487"/>
                  </a:lnTo>
                  <a:lnTo>
                    <a:pt x="131024" y="104854"/>
                  </a:lnTo>
                  <a:lnTo>
                    <a:pt x="128903" y="105682"/>
                  </a:lnTo>
                  <a:lnTo>
                    <a:pt x="127279" y="104821"/>
                  </a:lnTo>
                  <a:lnTo>
                    <a:pt x="125996" y="103101"/>
                  </a:lnTo>
                  <a:lnTo>
                    <a:pt x="125629" y="101528"/>
                  </a:lnTo>
                  <a:lnTo>
                    <a:pt x="126426" y="99974"/>
                  </a:lnTo>
                  <a:lnTo>
                    <a:pt x="127179" y="99192"/>
                  </a:lnTo>
                  <a:lnTo>
                    <a:pt x="126668" y="98280"/>
                  </a:lnTo>
                  <a:lnTo>
                    <a:pt x="123462" y="100724"/>
                  </a:lnTo>
                  <a:lnTo>
                    <a:pt x="121193" y="101293"/>
                  </a:lnTo>
                  <a:lnTo>
                    <a:pt x="120299" y="100951"/>
                  </a:lnTo>
                  <a:lnTo>
                    <a:pt x="120784" y="98736"/>
                  </a:lnTo>
                  <a:lnTo>
                    <a:pt x="120514" y="96979"/>
                  </a:lnTo>
                  <a:lnTo>
                    <a:pt x="123555" y="92652"/>
                  </a:lnTo>
                  <a:lnTo>
                    <a:pt x="124601" y="92151"/>
                  </a:lnTo>
                  <a:lnTo>
                    <a:pt x="126309" y="92499"/>
                  </a:lnTo>
                  <a:lnTo>
                    <a:pt x="127850" y="93720"/>
                  </a:lnTo>
                  <a:lnTo>
                    <a:pt x="129139" y="93525"/>
                  </a:lnTo>
                  <a:lnTo>
                    <a:pt x="130537" y="92873"/>
                  </a:lnTo>
                  <a:lnTo>
                    <a:pt x="130347" y="91703"/>
                  </a:lnTo>
                  <a:lnTo>
                    <a:pt x="127314" y="91238"/>
                  </a:lnTo>
                  <a:lnTo>
                    <a:pt x="126533" y="90267"/>
                  </a:lnTo>
                  <a:lnTo>
                    <a:pt x="126816" y="89313"/>
                  </a:lnTo>
                  <a:lnTo>
                    <a:pt x="128897" y="88306"/>
                  </a:lnTo>
                  <a:lnTo>
                    <a:pt x="130967" y="86488"/>
                  </a:lnTo>
                  <a:lnTo>
                    <a:pt x="133339" y="85961"/>
                  </a:lnTo>
                  <a:lnTo>
                    <a:pt x="135248" y="84586"/>
                  </a:lnTo>
                  <a:lnTo>
                    <a:pt x="135616" y="84898"/>
                  </a:lnTo>
                  <a:lnTo>
                    <a:pt x="135938" y="85438"/>
                  </a:lnTo>
                  <a:lnTo>
                    <a:pt x="136624" y="90537"/>
                  </a:lnTo>
                  <a:lnTo>
                    <a:pt x="138329" y="94696"/>
                  </a:lnTo>
                  <a:lnTo>
                    <a:pt x="138958" y="94848"/>
                  </a:lnTo>
                  <a:lnTo>
                    <a:pt x="138303" y="91309"/>
                  </a:lnTo>
                  <a:lnTo>
                    <a:pt x="138914" y="90291"/>
                  </a:lnTo>
                  <a:lnTo>
                    <a:pt x="139687" y="89518"/>
                  </a:lnTo>
                  <a:lnTo>
                    <a:pt x="139929" y="88638"/>
                  </a:lnTo>
                  <a:lnTo>
                    <a:pt x="139042" y="88338"/>
                  </a:lnTo>
                  <a:lnTo>
                    <a:pt x="138317" y="87074"/>
                  </a:lnTo>
                  <a:lnTo>
                    <a:pt x="137282" y="83034"/>
                  </a:lnTo>
                  <a:lnTo>
                    <a:pt x="137635" y="81985"/>
                  </a:lnTo>
                  <a:lnTo>
                    <a:pt x="139879" y="79834"/>
                  </a:lnTo>
                  <a:lnTo>
                    <a:pt x="142693" y="79339"/>
                  </a:lnTo>
                  <a:lnTo>
                    <a:pt x="145693" y="80847"/>
                  </a:lnTo>
                  <a:lnTo>
                    <a:pt x="146746" y="80864"/>
                  </a:lnTo>
                  <a:lnTo>
                    <a:pt x="148485" y="80459"/>
                  </a:lnTo>
                  <a:lnTo>
                    <a:pt x="151435" y="79219"/>
                  </a:lnTo>
                  <a:lnTo>
                    <a:pt x="153170" y="78748"/>
                  </a:lnTo>
                  <a:lnTo>
                    <a:pt x="154076" y="78749"/>
                  </a:lnTo>
                  <a:lnTo>
                    <a:pt x="154300" y="78123"/>
                  </a:lnTo>
                  <a:lnTo>
                    <a:pt x="153461" y="77720"/>
                  </a:lnTo>
                  <a:lnTo>
                    <a:pt x="153191" y="77329"/>
                  </a:lnTo>
                  <a:lnTo>
                    <a:pt x="152532" y="77104"/>
                  </a:lnTo>
                  <a:lnTo>
                    <a:pt x="149805" y="77773"/>
                  </a:lnTo>
                  <a:lnTo>
                    <a:pt x="142279" y="77561"/>
                  </a:lnTo>
                  <a:lnTo>
                    <a:pt x="141553" y="76846"/>
                  </a:lnTo>
                  <a:lnTo>
                    <a:pt x="141420" y="75608"/>
                  </a:lnTo>
                  <a:lnTo>
                    <a:pt x="142219" y="73832"/>
                  </a:lnTo>
                  <a:lnTo>
                    <a:pt x="143096" y="72854"/>
                  </a:lnTo>
                  <a:lnTo>
                    <a:pt x="145933" y="71092"/>
                  </a:lnTo>
                  <a:lnTo>
                    <a:pt x="148937" y="70854"/>
                  </a:lnTo>
                  <a:lnTo>
                    <a:pt x="152102" y="67724"/>
                  </a:lnTo>
                  <a:lnTo>
                    <a:pt x="153311" y="65378"/>
                  </a:lnTo>
                  <a:lnTo>
                    <a:pt x="153996" y="61762"/>
                  </a:lnTo>
                  <a:lnTo>
                    <a:pt x="155926" y="58839"/>
                  </a:lnTo>
                  <a:lnTo>
                    <a:pt x="160762" y="57177"/>
                  </a:lnTo>
                  <a:lnTo>
                    <a:pt x="160958" y="56441"/>
                  </a:lnTo>
                  <a:lnTo>
                    <a:pt x="160445" y="54922"/>
                  </a:lnTo>
                  <a:lnTo>
                    <a:pt x="160485" y="52185"/>
                  </a:lnTo>
                  <a:lnTo>
                    <a:pt x="161811" y="48998"/>
                  </a:lnTo>
                  <a:lnTo>
                    <a:pt x="162692" y="47890"/>
                  </a:lnTo>
                  <a:lnTo>
                    <a:pt x="163099" y="47757"/>
                  </a:lnTo>
                  <a:lnTo>
                    <a:pt x="164141" y="48799"/>
                  </a:lnTo>
                  <a:lnTo>
                    <a:pt x="165408" y="51015"/>
                  </a:lnTo>
                  <a:lnTo>
                    <a:pt x="167393" y="52285"/>
                  </a:lnTo>
                  <a:lnTo>
                    <a:pt x="169994" y="52504"/>
                  </a:lnTo>
                  <a:lnTo>
                    <a:pt x="170688" y="51879"/>
                  </a:lnTo>
                  <a:lnTo>
                    <a:pt x="168666" y="50614"/>
                  </a:lnTo>
                  <a:lnTo>
                    <a:pt x="167136" y="48960"/>
                  </a:lnTo>
                  <a:lnTo>
                    <a:pt x="167014" y="47300"/>
                  </a:lnTo>
                  <a:lnTo>
                    <a:pt x="167740" y="46419"/>
                  </a:lnTo>
                  <a:lnTo>
                    <a:pt x="168869" y="46518"/>
                  </a:lnTo>
                  <a:lnTo>
                    <a:pt x="170285" y="46332"/>
                  </a:lnTo>
                  <a:lnTo>
                    <a:pt x="171605" y="45215"/>
                  </a:lnTo>
                  <a:lnTo>
                    <a:pt x="171796" y="44430"/>
                  </a:lnTo>
                  <a:lnTo>
                    <a:pt x="171851" y="43365"/>
                  </a:lnTo>
                  <a:lnTo>
                    <a:pt x="172181" y="42281"/>
                  </a:lnTo>
                  <a:lnTo>
                    <a:pt x="174117" y="39697"/>
                  </a:lnTo>
                  <a:lnTo>
                    <a:pt x="180086" y="38016"/>
                  </a:lnTo>
                  <a:lnTo>
                    <a:pt x="180518" y="38699"/>
                  </a:lnTo>
                  <a:lnTo>
                    <a:pt x="180195" y="43684"/>
                  </a:lnTo>
                  <a:lnTo>
                    <a:pt x="179510" y="46909"/>
                  </a:lnTo>
                  <a:lnTo>
                    <a:pt x="179531" y="49266"/>
                  </a:lnTo>
                  <a:lnTo>
                    <a:pt x="180693" y="46909"/>
                  </a:lnTo>
                  <a:lnTo>
                    <a:pt x="182251" y="40458"/>
                  </a:lnTo>
                  <a:lnTo>
                    <a:pt x="183419" y="37429"/>
                  </a:lnTo>
                  <a:lnTo>
                    <a:pt x="184741" y="35691"/>
                  </a:lnTo>
                  <a:lnTo>
                    <a:pt x="185684" y="35298"/>
                  </a:lnTo>
                  <a:lnTo>
                    <a:pt x="186619" y="34398"/>
                  </a:lnTo>
                  <a:lnTo>
                    <a:pt x="187852" y="33863"/>
                  </a:lnTo>
                  <a:lnTo>
                    <a:pt x="188229" y="34554"/>
                  </a:lnTo>
                  <a:lnTo>
                    <a:pt x="188619" y="36158"/>
                  </a:lnTo>
                  <a:lnTo>
                    <a:pt x="187955" y="41792"/>
                  </a:lnTo>
                  <a:lnTo>
                    <a:pt x="188022" y="43574"/>
                  </a:lnTo>
                  <a:lnTo>
                    <a:pt x="187278" y="45962"/>
                  </a:lnTo>
                  <a:lnTo>
                    <a:pt x="184433" y="51286"/>
                  </a:lnTo>
                  <a:lnTo>
                    <a:pt x="184564" y="51966"/>
                  </a:lnTo>
                  <a:lnTo>
                    <a:pt x="185207" y="51713"/>
                  </a:lnTo>
                  <a:lnTo>
                    <a:pt x="186309" y="50834"/>
                  </a:lnTo>
                  <a:lnTo>
                    <a:pt x="189832" y="45777"/>
                  </a:lnTo>
                  <a:lnTo>
                    <a:pt x="192912" y="46415"/>
                  </a:lnTo>
                  <a:lnTo>
                    <a:pt x="192950" y="46001"/>
                  </a:lnTo>
                  <a:lnTo>
                    <a:pt x="191962" y="44518"/>
                  </a:lnTo>
                  <a:lnTo>
                    <a:pt x="190756" y="43097"/>
                  </a:lnTo>
                  <a:lnTo>
                    <a:pt x="190393" y="41338"/>
                  </a:lnTo>
                  <a:lnTo>
                    <a:pt x="190554" y="36647"/>
                  </a:lnTo>
                  <a:lnTo>
                    <a:pt x="191482" y="34790"/>
                  </a:lnTo>
                  <a:lnTo>
                    <a:pt x="194142" y="34985"/>
                  </a:lnTo>
                  <a:lnTo>
                    <a:pt x="195735" y="34728"/>
                  </a:lnTo>
                  <a:lnTo>
                    <a:pt x="196479" y="35572"/>
                  </a:lnTo>
                  <a:lnTo>
                    <a:pt x="198075" y="35512"/>
                  </a:lnTo>
                  <a:lnTo>
                    <a:pt x="199180" y="32151"/>
                  </a:lnTo>
                  <a:lnTo>
                    <a:pt x="201363" y="31857"/>
                  </a:lnTo>
                  <a:lnTo>
                    <a:pt x="203281" y="34078"/>
                  </a:lnTo>
                  <a:lnTo>
                    <a:pt x="205589" y="35572"/>
                  </a:lnTo>
                  <a:lnTo>
                    <a:pt x="207443" y="37722"/>
                  </a:lnTo>
                  <a:lnTo>
                    <a:pt x="207966" y="37135"/>
                  </a:lnTo>
                  <a:lnTo>
                    <a:pt x="206966" y="32121"/>
                  </a:lnTo>
                  <a:lnTo>
                    <a:pt x="205871" y="30295"/>
                  </a:lnTo>
                  <a:lnTo>
                    <a:pt x="203495" y="29345"/>
                  </a:lnTo>
                  <a:lnTo>
                    <a:pt x="200967" y="27091"/>
                  </a:lnTo>
                  <a:lnTo>
                    <a:pt x="200308" y="26093"/>
                  </a:lnTo>
                  <a:lnTo>
                    <a:pt x="200423" y="25350"/>
                  </a:lnTo>
                  <a:lnTo>
                    <a:pt x="202654" y="24633"/>
                  </a:lnTo>
                  <a:lnTo>
                    <a:pt x="205597" y="25454"/>
                  </a:lnTo>
                  <a:lnTo>
                    <a:pt x="208220" y="23578"/>
                  </a:lnTo>
                  <a:lnTo>
                    <a:pt x="208938" y="24092"/>
                  </a:lnTo>
                  <a:lnTo>
                    <a:pt x="210949" y="23111"/>
                  </a:lnTo>
                  <a:lnTo>
                    <a:pt x="212199" y="24431"/>
                  </a:lnTo>
                  <a:lnTo>
                    <a:pt x="212964" y="24040"/>
                  </a:lnTo>
                  <a:lnTo>
                    <a:pt x="213408" y="22271"/>
                  </a:lnTo>
                  <a:lnTo>
                    <a:pt x="216618" y="21173"/>
                  </a:lnTo>
                  <a:lnTo>
                    <a:pt x="218654" y="22186"/>
                  </a:lnTo>
                  <a:lnTo>
                    <a:pt x="219745" y="23235"/>
                  </a:lnTo>
                  <a:lnTo>
                    <a:pt x="220252" y="25250"/>
                  </a:lnTo>
                  <a:lnTo>
                    <a:pt x="221028" y="29237"/>
                  </a:lnTo>
                  <a:lnTo>
                    <a:pt x="222618" y="31388"/>
                  </a:lnTo>
                  <a:lnTo>
                    <a:pt x="223605" y="32444"/>
                  </a:lnTo>
                  <a:lnTo>
                    <a:pt x="224775" y="32737"/>
                  </a:lnTo>
                  <a:lnTo>
                    <a:pt x="225339" y="31662"/>
                  </a:lnTo>
                  <a:lnTo>
                    <a:pt x="224243" y="30368"/>
                  </a:lnTo>
                  <a:lnTo>
                    <a:pt x="223948" y="29149"/>
                  </a:lnTo>
                  <a:lnTo>
                    <a:pt x="224473" y="26123"/>
                  </a:lnTo>
                  <a:lnTo>
                    <a:pt x="225086" y="24934"/>
                  </a:lnTo>
                  <a:lnTo>
                    <a:pt x="228520" y="20434"/>
                  </a:lnTo>
                  <a:lnTo>
                    <a:pt x="231396" y="18100"/>
                  </a:lnTo>
                  <a:lnTo>
                    <a:pt x="233118" y="17905"/>
                  </a:lnTo>
                  <a:lnTo>
                    <a:pt x="236129" y="12673"/>
                  </a:lnTo>
                  <a:lnTo>
                    <a:pt x="236982" y="11722"/>
                  </a:lnTo>
                  <a:lnTo>
                    <a:pt x="237768" y="11503"/>
                  </a:lnTo>
                  <a:lnTo>
                    <a:pt x="237567" y="10223"/>
                  </a:lnTo>
                  <a:lnTo>
                    <a:pt x="235917" y="9414"/>
                  </a:lnTo>
                  <a:lnTo>
                    <a:pt x="235860" y="7830"/>
                  </a:lnTo>
                  <a:lnTo>
                    <a:pt x="238033" y="5902"/>
                  </a:lnTo>
                  <a:lnTo>
                    <a:pt x="240668" y="2667"/>
                  </a:lnTo>
                  <a:lnTo>
                    <a:pt x="241969" y="2448"/>
                  </a:lnTo>
                  <a:lnTo>
                    <a:pt x="242785" y="3347"/>
                  </a:lnTo>
                  <a:lnTo>
                    <a:pt x="245350" y="4807"/>
                  </a:lnTo>
                  <a:lnTo>
                    <a:pt x="246923" y="6479"/>
                  </a:lnTo>
                  <a:lnTo>
                    <a:pt x="248062" y="7322"/>
                  </a:lnTo>
                  <a:lnTo>
                    <a:pt x="248802" y="7147"/>
                  </a:lnTo>
                  <a:lnTo>
                    <a:pt x="249414" y="5891"/>
                  </a:lnTo>
                  <a:lnTo>
                    <a:pt x="250149" y="5302"/>
                  </a:lnTo>
                  <a:lnTo>
                    <a:pt x="251781" y="5632"/>
                  </a:lnTo>
                  <a:lnTo>
                    <a:pt x="252754" y="6440"/>
                  </a:lnTo>
                  <a:lnTo>
                    <a:pt x="253513" y="6547"/>
                  </a:lnTo>
                  <a:lnTo>
                    <a:pt x="254198" y="7036"/>
                  </a:lnTo>
                  <a:lnTo>
                    <a:pt x="254360" y="8111"/>
                  </a:lnTo>
                  <a:lnTo>
                    <a:pt x="252948" y="9283"/>
                  </a:lnTo>
                  <a:lnTo>
                    <a:pt x="250543" y="12390"/>
                  </a:lnTo>
                  <a:lnTo>
                    <a:pt x="248170" y="15924"/>
                  </a:lnTo>
                  <a:lnTo>
                    <a:pt x="247387" y="17785"/>
                  </a:lnTo>
                  <a:lnTo>
                    <a:pt x="246620" y="22672"/>
                  </a:lnTo>
                  <a:lnTo>
                    <a:pt x="244766" y="25799"/>
                  </a:lnTo>
                  <a:lnTo>
                    <a:pt x="244626" y="27992"/>
                  </a:lnTo>
                  <a:lnTo>
                    <a:pt x="245371" y="29025"/>
                  </a:lnTo>
                  <a:lnTo>
                    <a:pt x="247418" y="28214"/>
                  </a:lnTo>
                  <a:lnTo>
                    <a:pt x="249941" y="25288"/>
                  </a:lnTo>
                  <a:lnTo>
                    <a:pt x="250571" y="22183"/>
                  </a:lnTo>
                  <a:lnTo>
                    <a:pt x="256878" y="13767"/>
                  </a:lnTo>
                  <a:lnTo>
                    <a:pt x="259837" y="9121"/>
                  </a:lnTo>
                  <a:lnTo>
                    <a:pt x="263202" y="5274"/>
                  </a:lnTo>
                  <a:lnTo>
                    <a:pt x="265083" y="4478"/>
                  </a:lnTo>
                  <a:lnTo>
                    <a:pt x="265969" y="7025"/>
                  </a:lnTo>
                  <a:lnTo>
                    <a:pt x="265256" y="10352"/>
                  </a:lnTo>
                  <a:lnTo>
                    <a:pt x="263826" y="12474"/>
                  </a:lnTo>
                  <a:lnTo>
                    <a:pt x="264880" y="13447"/>
                  </a:lnTo>
                  <a:lnTo>
                    <a:pt x="264679" y="15969"/>
                  </a:lnTo>
                  <a:lnTo>
                    <a:pt x="264350" y="17370"/>
                  </a:lnTo>
                  <a:lnTo>
                    <a:pt x="264141" y="18837"/>
                  </a:lnTo>
                  <a:lnTo>
                    <a:pt x="264154" y="20131"/>
                  </a:lnTo>
                  <a:lnTo>
                    <a:pt x="265142" y="19786"/>
                  </a:lnTo>
                  <a:lnTo>
                    <a:pt x="269081" y="17136"/>
                  </a:lnTo>
                  <a:lnTo>
                    <a:pt x="270080" y="14268"/>
                  </a:lnTo>
                  <a:lnTo>
                    <a:pt x="271006" y="12118"/>
                  </a:lnTo>
                  <a:lnTo>
                    <a:pt x="271449" y="10261"/>
                  </a:lnTo>
                  <a:lnTo>
                    <a:pt x="272981" y="8502"/>
                  </a:lnTo>
                  <a:lnTo>
                    <a:pt x="275871" y="8489"/>
                  </a:lnTo>
                  <a:lnTo>
                    <a:pt x="275983" y="7798"/>
                  </a:lnTo>
                  <a:lnTo>
                    <a:pt x="272490" y="5357"/>
                  </a:lnTo>
                  <a:lnTo>
                    <a:pt x="272078" y="4257"/>
                  </a:lnTo>
                  <a:lnTo>
                    <a:pt x="273253" y="2794"/>
                  </a:lnTo>
                  <a:lnTo>
                    <a:pt x="276487" y="0"/>
                  </a:lnTo>
                  <a:lnTo>
                    <a:pt x="278150" y="308"/>
                  </a:lnTo>
                  <a:lnTo>
                    <a:pt x="279144" y="943"/>
                  </a:lnTo>
                  <a:lnTo>
                    <a:pt x="283125" y="1427"/>
                  </a:lnTo>
                  <a:lnTo>
                    <a:pt x="286179" y="3428"/>
                  </a:lnTo>
                  <a:lnTo>
                    <a:pt x="286062" y="6556"/>
                  </a:lnTo>
                  <a:lnTo>
                    <a:pt x="285381" y="7863"/>
                  </a:lnTo>
                  <a:lnTo>
                    <a:pt x="284711" y="8668"/>
                  </a:lnTo>
                  <a:lnTo>
                    <a:pt x="280801" y="11043"/>
                  </a:lnTo>
                  <a:lnTo>
                    <a:pt x="280155" y="12214"/>
                  </a:lnTo>
                  <a:lnTo>
                    <a:pt x="281384" y="12619"/>
                  </a:lnTo>
                  <a:lnTo>
                    <a:pt x="284026" y="11434"/>
                  </a:lnTo>
                  <a:lnTo>
                    <a:pt x="284710" y="12509"/>
                  </a:lnTo>
                  <a:lnTo>
                    <a:pt x="283869" y="15200"/>
                  </a:lnTo>
                  <a:lnTo>
                    <a:pt x="283726" y="19240"/>
                  </a:lnTo>
                  <a:lnTo>
                    <a:pt x="283421" y="21597"/>
                  </a:lnTo>
                  <a:lnTo>
                    <a:pt x="283421" y="23747"/>
                  </a:lnTo>
                  <a:lnTo>
                    <a:pt x="283750" y="24901"/>
                  </a:lnTo>
                  <a:lnTo>
                    <a:pt x="284811" y="20326"/>
                  </a:lnTo>
                  <a:lnTo>
                    <a:pt x="285174" y="19154"/>
                  </a:lnTo>
                  <a:lnTo>
                    <a:pt x="286728" y="17432"/>
                  </a:lnTo>
                  <a:lnTo>
                    <a:pt x="287306" y="13962"/>
                  </a:lnTo>
                  <a:lnTo>
                    <a:pt x="288825" y="9799"/>
                  </a:lnTo>
                  <a:lnTo>
                    <a:pt x="290536" y="7381"/>
                  </a:lnTo>
                  <a:lnTo>
                    <a:pt x="291532" y="6717"/>
                  </a:lnTo>
                  <a:lnTo>
                    <a:pt x="294832" y="6813"/>
                  </a:lnTo>
                  <a:lnTo>
                    <a:pt x="296249" y="7723"/>
                  </a:lnTo>
                  <a:lnTo>
                    <a:pt x="297498" y="9746"/>
                  </a:lnTo>
                  <a:lnTo>
                    <a:pt x="298432" y="10554"/>
                  </a:lnTo>
                  <a:lnTo>
                    <a:pt x="301374" y="11414"/>
                  </a:lnTo>
                  <a:lnTo>
                    <a:pt x="302384" y="12492"/>
                  </a:lnTo>
                  <a:lnTo>
                    <a:pt x="302573" y="13133"/>
                  </a:lnTo>
                  <a:lnTo>
                    <a:pt x="303292" y="13260"/>
                  </a:lnTo>
                  <a:lnTo>
                    <a:pt x="305277" y="11728"/>
                  </a:lnTo>
                  <a:lnTo>
                    <a:pt x="306566" y="11474"/>
                  </a:lnTo>
                  <a:lnTo>
                    <a:pt x="308669" y="13862"/>
                  </a:lnTo>
                  <a:lnTo>
                    <a:pt x="308247" y="15631"/>
                  </a:lnTo>
                  <a:lnTo>
                    <a:pt x="308371" y="16192"/>
                  </a:lnTo>
                  <a:lnTo>
                    <a:pt x="310916" y="16078"/>
                  </a:lnTo>
                  <a:lnTo>
                    <a:pt x="313035" y="16772"/>
                  </a:lnTo>
                  <a:lnTo>
                    <a:pt x="317062" y="20394"/>
                  </a:lnTo>
                  <a:lnTo>
                    <a:pt x="317480" y="22086"/>
                  </a:lnTo>
                  <a:lnTo>
                    <a:pt x="317279" y="24138"/>
                  </a:lnTo>
                  <a:lnTo>
                    <a:pt x="311488" y="26400"/>
                  </a:lnTo>
                  <a:lnTo>
                    <a:pt x="308977" y="28562"/>
                  </a:lnTo>
                  <a:lnTo>
                    <a:pt x="304869" y="29396"/>
                  </a:lnTo>
                  <a:lnTo>
                    <a:pt x="290918" y="27950"/>
                  </a:lnTo>
                  <a:lnTo>
                    <a:pt x="291200" y="29512"/>
                  </a:lnTo>
                  <a:lnTo>
                    <a:pt x="300914" y="32934"/>
                  </a:lnTo>
                  <a:lnTo>
                    <a:pt x="301469" y="33910"/>
                  </a:lnTo>
                  <a:lnTo>
                    <a:pt x="301158" y="35968"/>
                  </a:lnTo>
                  <a:lnTo>
                    <a:pt x="301153" y="37618"/>
                  </a:lnTo>
                  <a:lnTo>
                    <a:pt x="301336" y="38744"/>
                  </a:lnTo>
                  <a:lnTo>
                    <a:pt x="302051" y="39794"/>
                  </a:lnTo>
                  <a:lnTo>
                    <a:pt x="303239" y="40288"/>
                  </a:lnTo>
                  <a:lnTo>
                    <a:pt x="305655" y="40028"/>
                  </a:lnTo>
                  <a:lnTo>
                    <a:pt x="306848" y="40592"/>
                  </a:lnTo>
                  <a:lnTo>
                    <a:pt x="307664" y="39754"/>
                  </a:lnTo>
                  <a:lnTo>
                    <a:pt x="307967" y="36940"/>
                  </a:lnTo>
                  <a:lnTo>
                    <a:pt x="308668" y="36318"/>
                  </a:lnTo>
                  <a:lnTo>
                    <a:pt x="310024" y="37135"/>
                  </a:lnTo>
                  <a:lnTo>
                    <a:pt x="310614" y="40142"/>
                  </a:lnTo>
                  <a:lnTo>
                    <a:pt x="310992" y="40453"/>
                  </a:lnTo>
                  <a:lnTo>
                    <a:pt x="311676" y="38308"/>
                  </a:lnTo>
                  <a:lnTo>
                    <a:pt x="313018" y="38462"/>
                  </a:lnTo>
                  <a:lnTo>
                    <a:pt x="314480" y="38283"/>
                  </a:lnTo>
                  <a:close/>
                </a:path>
              </a:pathLst>
            </a:custGeom>
            <a:solidFill>
              <a:srgbClr val="FFA68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1" name="pg1090"/>
            <p:cNvSpPr/>
            <p:nvPr/>
          </p:nvSpPr>
          <p:spPr>
            <a:xfrm>
              <a:off x="3642245" y="1531889"/>
              <a:ext cx="10138" cy="5563"/>
            </a:xfrm>
            <a:custGeom>
              <a:avLst/>
              <a:pathLst>
                <a:path w="10138" h="5563">
                  <a:moveTo>
                    <a:pt x="3307" y="0"/>
                  </a:moveTo>
                  <a:lnTo>
                    <a:pt x="6563" y="1129"/>
                  </a:lnTo>
                  <a:lnTo>
                    <a:pt x="7678" y="1106"/>
                  </a:lnTo>
                  <a:lnTo>
                    <a:pt x="9295" y="3218"/>
                  </a:lnTo>
                  <a:lnTo>
                    <a:pt x="10138" y="3031"/>
                  </a:lnTo>
                  <a:lnTo>
                    <a:pt x="9979" y="4322"/>
                  </a:lnTo>
                  <a:lnTo>
                    <a:pt x="8345" y="4934"/>
                  </a:lnTo>
                  <a:lnTo>
                    <a:pt x="5805" y="5306"/>
                  </a:lnTo>
                  <a:lnTo>
                    <a:pt x="5425" y="5563"/>
                  </a:lnTo>
                  <a:lnTo>
                    <a:pt x="3255" y="5357"/>
                  </a:lnTo>
                  <a:lnTo>
                    <a:pt x="2036" y="3619"/>
                  </a:lnTo>
                  <a:lnTo>
                    <a:pt x="0" y="3189"/>
                  </a:lnTo>
                  <a:lnTo>
                    <a:pt x="3" y="2633"/>
                  </a:lnTo>
                  <a:lnTo>
                    <a:pt x="1322" y="1320"/>
                  </a:lnTo>
                  <a:close/>
                </a:path>
              </a:pathLst>
            </a:custGeom>
            <a:solidFill>
              <a:srgbClr val="FFA68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2" name="pg1091"/>
            <p:cNvSpPr/>
            <p:nvPr/>
          </p:nvSpPr>
          <p:spPr>
            <a:xfrm>
              <a:off x="3222836" y="1530837"/>
              <a:ext cx="13650" cy="10195"/>
            </a:xfrm>
            <a:custGeom>
              <a:avLst/>
              <a:pathLst>
                <a:path w="13650" h="10195">
                  <a:moveTo>
                    <a:pt x="1770" y="10003"/>
                  </a:moveTo>
                  <a:lnTo>
                    <a:pt x="646" y="10195"/>
                  </a:lnTo>
                  <a:lnTo>
                    <a:pt x="0" y="9538"/>
                  </a:lnTo>
                  <a:lnTo>
                    <a:pt x="1635" y="7734"/>
                  </a:lnTo>
                  <a:lnTo>
                    <a:pt x="7045" y="4344"/>
                  </a:lnTo>
                  <a:lnTo>
                    <a:pt x="9203" y="1109"/>
                  </a:lnTo>
                  <a:lnTo>
                    <a:pt x="13375" y="0"/>
                  </a:lnTo>
                  <a:lnTo>
                    <a:pt x="13650" y="1796"/>
                  </a:lnTo>
                  <a:lnTo>
                    <a:pt x="13366" y="4031"/>
                  </a:lnTo>
                  <a:lnTo>
                    <a:pt x="9707" y="5807"/>
                  </a:lnTo>
                  <a:lnTo>
                    <a:pt x="5649" y="7010"/>
                  </a:lnTo>
                  <a:close/>
                </a:path>
              </a:pathLst>
            </a:custGeom>
            <a:solidFill>
              <a:srgbClr val="FFA68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3" name="pg1092"/>
            <p:cNvSpPr/>
            <p:nvPr/>
          </p:nvSpPr>
          <p:spPr>
            <a:xfrm>
              <a:off x="3562815" y="1432137"/>
              <a:ext cx="5816" cy="4898"/>
            </a:xfrm>
            <a:custGeom>
              <a:avLst/>
              <a:pathLst>
                <a:path w="5816" h="4898">
                  <a:moveTo>
                    <a:pt x="5141" y="3749"/>
                  </a:moveTo>
                  <a:lnTo>
                    <a:pt x="3669" y="4898"/>
                  </a:lnTo>
                  <a:lnTo>
                    <a:pt x="1463" y="3169"/>
                  </a:lnTo>
                  <a:lnTo>
                    <a:pt x="0" y="952"/>
                  </a:lnTo>
                  <a:lnTo>
                    <a:pt x="777" y="110"/>
                  </a:lnTo>
                  <a:lnTo>
                    <a:pt x="4697" y="0"/>
                  </a:lnTo>
                  <a:lnTo>
                    <a:pt x="5655" y="1151"/>
                  </a:lnTo>
                  <a:lnTo>
                    <a:pt x="5816" y="1807"/>
                  </a:lnTo>
                  <a:close/>
                </a:path>
              </a:pathLst>
            </a:custGeom>
            <a:solidFill>
              <a:srgbClr val="FFA68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4" name="pg1093"/>
            <p:cNvSpPr/>
            <p:nvPr/>
          </p:nvSpPr>
          <p:spPr>
            <a:xfrm>
              <a:off x="3580249" y="1311587"/>
              <a:ext cx="56962" cy="39327"/>
            </a:xfrm>
            <a:custGeom>
              <a:avLst/>
              <a:pathLst>
                <a:path w="56962" h="39327">
                  <a:moveTo>
                    <a:pt x="16820" y="55"/>
                  </a:moveTo>
                  <a:lnTo>
                    <a:pt x="18496" y="754"/>
                  </a:lnTo>
                  <a:lnTo>
                    <a:pt x="22122" y="608"/>
                  </a:lnTo>
                  <a:lnTo>
                    <a:pt x="24123" y="5611"/>
                  </a:lnTo>
                  <a:lnTo>
                    <a:pt x="25246" y="10915"/>
                  </a:lnTo>
                  <a:lnTo>
                    <a:pt x="27072" y="11297"/>
                  </a:lnTo>
                  <a:lnTo>
                    <a:pt x="30548" y="10567"/>
                  </a:lnTo>
                  <a:lnTo>
                    <a:pt x="33648" y="10212"/>
                  </a:lnTo>
                  <a:lnTo>
                    <a:pt x="35236" y="10606"/>
                  </a:lnTo>
                  <a:lnTo>
                    <a:pt x="38069" y="12153"/>
                  </a:lnTo>
                  <a:lnTo>
                    <a:pt x="39291" y="13241"/>
                  </a:lnTo>
                  <a:lnTo>
                    <a:pt x="38227" y="14096"/>
                  </a:lnTo>
                  <a:lnTo>
                    <a:pt x="35635" y="15054"/>
                  </a:lnTo>
                  <a:lnTo>
                    <a:pt x="35206" y="17908"/>
                  </a:lnTo>
                  <a:lnTo>
                    <a:pt x="37812" y="18902"/>
                  </a:lnTo>
                  <a:lnTo>
                    <a:pt x="42119" y="21338"/>
                  </a:lnTo>
                  <a:lnTo>
                    <a:pt x="44545" y="21654"/>
                  </a:lnTo>
                  <a:lnTo>
                    <a:pt x="48875" y="20655"/>
                  </a:lnTo>
                  <a:lnTo>
                    <a:pt x="52935" y="22549"/>
                  </a:lnTo>
                  <a:lnTo>
                    <a:pt x="56962" y="24849"/>
                  </a:lnTo>
                  <a:lnTo>
                    <a:pt x="47552" y="27755"/>
                  </a:lnTo>
                  <a:lnTo>
                    <a:pt x="46725" y="28572"/>
                  </a:lnTo>
                  <a:lnTo>
                    <a:pt x="45422" y="30726"/>
                  </a:lnTo>
                  <a:lnTo>
                    <a:pt x="44035" y="32498"/>
                  </a:lnTo>
                  <a:lnTo>
                    <a:pt x="42755" y="33544"/>
                  </a:lnTo>
                  <a:lnTo>
                    <a:pt x="39940" y="35344"/>
                  </a:lnTo>
                  <a:lnTo>
                    <a:pt x="38425" y="35968"/>
                  </a:lnTo>
                  <a:lnTo>
                    <a:pt x="35019" y="35828"/>
                  </a:lnTo>
                  <a:lnTo>
                    <a:pt x="33743" y="36545"/>
                  </a:lnTo>
                  <a:lnTo>
                    <a:pt x="32559" y="38005"/>
                  </a:lnTo>
                  <a:lnTo>
                    <a:pt x="31367" y="39057"/>
                  </a:lnTo>
                  <a:lnTo>
                    <a:pt x="28344" y="39327"/>
                  </a:lnTo>
                  <a:lnTo>
                    <a:pt x="26799" y="37871"/>
                  </a:lnTo>
                  <a:lnTo>
                    <a:pt x="27310" y="37422"/>
                  </a:lnTo>
                  <a:lnTo>
                    <a:pt x="27527" y="36565"/>
                  </a:lnTo>
                  <a:lnTo>
                    <a:pt x="26989" y="34519"/>
                  </a:lnTo>
                  <a:lnTo>
                    <a:pt x="29870" y="32427"/>
                  </a:lnTo>
                  <a:lnTo>
                    <a:pt x="30525" y="31269"/>
                  </a:lnTo>
                  <a:lnTo>
                    <a:pt x="29949" y="30850"/>
                  </a:lnTo>
                  <a:lnTo>
                    <a:pt x="29156" y="30965"/>
                  </a:lnTo>
                  <a:lnTo>
                    <a:pt x="27059" y="30329"/>
                  </a:lnTo>
                  <a:lnTo>
                    <a:pt x="26438" y="30360"/>
                  </a:lnTo>
                  <a:lnTo>
                    <a:pt x="24699" y="31579"/>
                  </a:lnTo>
                  <a:lnTo>
                    <a:pt x="22289" y="32397"/>
                  </a:lnTo>
                  <a:lnTo>
                    <a:pt x="19843" y="32605"/>
                  </a:lnTo>
                  <a:lnTo>
                    <a:pt x="10017" y="34176"/>
                  </a:lnTo>
                  <a:lnTo>
                    <a:pt x="8533" y="33623"/>
                  </a:lnTo>
                  <a:lnTo>
                    <a:pt x="7863" y="30501"/>
                  </a:lnTo>
                  <a:lnTo>
                    <a:pt x="11859" y="28901"/>
                  </a:lnTo>
                  <a:lnTo>
                    <a:pt x="12474" y="26198"/>
                  </a:lnTo>
                  <a:lnTo>
                    <a:pt x="13482" y="24401"/>
                  </a:lnTo>
                  <a:lnTo>
                    <a:pt x="14660" y="23209"/>
                  </a:lnTo>
                  <a:lnTo>
                    <a:pt x="16824" y="20137"/>
                  </a:lnTo>
                  <a:lnTo>
                    <a:pt x="17369" y="19916"/>
                  </a:lnTo>
                  <a:lnTo>
                    <a:pt x="11974" y="17487"/>
                  </a:lnTo>
                  <a:lnTo>
                    <a:pt x="9841" y="15908"/>
                  </a:lnTo>
                  <a:lnTo>
                    <a:pt x="7519" y="12756"/>
                  </a:lnTo>
                  <a:lnTo>
                    <a:pt x="6806" y="10206"/>
                  </a:lnTo>
                  <a:lnTo>
                    <a:pt x="3660" y="8036"/>
                  </a:lnTo>
                  <a:lnTo>
                    <a:pt x="4050" y="5265"/>
                  </a:lnTo>
                  <a:lnTo>
                    <a:pt x="1764" y="5482"/>
                  </a:lnTo>
                  <a:lnTo>
                    <a:pt x="0" y="3537"/>
                  </a:lnTo>
                  <a:lnTo>
                    <a:pt x="1642" y="2445"/>
                  </a:lnTo>
                  <a:lnTo>
                    <a:pt x="9980" y="1206"/>
                  </a:lnTo>
                  <a:lnTo>
                    <a:pt x="14951" y="0"/>
                  </a:lnTo>
                  <a:close/>
                </a:path>
              </a:pathLst>
            </a:custGeom>
            <a:solidFill>
              <a:srgbClr val="FFA68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5" name="pg1094"/>
            <p:cNvSpPr/>
            <p:nvPr/>
          </p:nvSpPr>
          <p:spPr>
            <a:xfrm>
              <a:off x="3655563" y="1305266"/>
              <a:ext cx="7311" cy="4875"/>
            </a:xfrm>
            <a:custGeom>
              <a:avLst/>
              <a:pathLst>
                <a:path w="7311" h="4875">
                  <a:moveTo>
                    <a:pt x="5706" y="4803"/>
                  </a:moveTo>
                  <a:lnTo>
                    <a:pt x="3921" y="4875"/>
                  </a:lnTo>
                  <a:lnTo>
                    <a:pt x="631" y="2695"/>
                  </a:lnTo>
                  <a:lnTo>
                    <a:pt x="0" y="802"/>
                  </a:lnTo>
                  <a:lnTo>
                    <a:pt x="585" y="28"/>
                  </a:lnTo>
                  <a:lnTo>
                    <a:pt x="2172" y="0"/>
                  </a:lnTo>
                  <a:lnTo>
                    <a:pt x="4644" y="2585"/>
                  </a:lnTo>
                  <a:lnTo>
                    <a:pt x="7311" y="3367"/>
                  </a:lnTo>
                  <a:close/>
                </a:path>
              </a:pathLst>
            </a:custGeom>
            <a:solidFill>
              <a:srgbClr val="FFA68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6" name="pg1095"/>
            <p:cNvSpPr/>
            <p:nvPr/>
          </p:nvSpPr>
          <p:spPr>
            <a:xfrm>
              <a:off x="3462394" y="1302564"/>
              <a:ext cx="18997" cy="20036"/>
            </a:xfrm>
            <a:custGeom>
              <a:avLst/>
              <a:pathLst>
                <a:path w="18997" h="20036">
                  <a:moveTo>
                    <a:pt x="8441" y="8635"/>
                  </a:moveTo>
                  <a:lnTo>
                    <a:pt x="8581" y="10674"/>
                  </a:lnTo>
                  <a:lnTo>
                    <a:pt x="10561" y="10470"/>
                  </a:lnTo>
                  <a:lnTo>
                    <a:pt x="12902" y="12642"/>
                  </a:lnTo>
                  <a:lnTo>
                    <a:pt x="15454" y="13794"/>
                  </a:lnTo>
                  <a:lnTo>
                    <a:pt x="16175" y="14585"/>
                  </a:lnTo>
                  <a:lnTo>
                    <a:pt x="16718" y="15602"/>
                  </a:lnTo>
                  <a:lnTo>
                    <a:pt x="18262" y="17650"/>
                  </a:lnTo>
                  <a:lnTo>
                    <a:pt x="18997" y="19808"/>
                  </a:lnTo>
                  <a:lnTo>
                    <a:pt x="17152" y="20036"/>
                  </a:lnTo>
                  <a:lnTo>
                    <a:pt x="14611" y="16959"/>
                  </a:lnTo>
                  <a:lnTo>
                    <a:pt x="12539" y="15208"/>
                  </a:lnTo>
                  <a:lnTo>
                    <a:pt x="9930" y="13715"/>
                  </a:lnTo>
                  <a:lnTo>
                    <a:pt x="7819" y="13641"/>
                  </a:lnTo>
                  <a:lnTo>
                    <a:pt x="6869" y="12991"/>
                  </a:lnTo>
                  <a:lnTo>
                    <a:pt x="3449" y="7629"/>
                  </a:lnTo>
                  <a:lnTo>
                    <a:pt x="2818" y="6394"/>
                  </a:lnTo>
                  <a:lnTo>
                    <a:pt x="862" y="4404"/>
                  </a:lnTo>
                  <a:lnTo>
                    <a:pt x="0" y="1933"/>
                  </a:lnTo>
                  <a:lnTo>
                    <a:pt x="7" y="0"/>
                  </a:lnTo>
                  <a:lnTo>
                    <a:pt x="2623" y="456"/>
                  </a:lnTo>
                  <a:lnTo>
                    <a:pt x="4914" y="1670"/>
                  </a:lnTo>
                  <a:lnTo>
                    <a:pt x="6901" y="4419"/>
                  </a:lnTo>
                  <a:lnTo>
                    <a:pt x="7255" y="5273"/>
                  </a:lnTo>
                  <a:lnTo>
                    <a:pt x="6344" y="6409"/>
                  </a:lnTo>
                  <a:lnTo>
                    <a:pt x="7280" y="7752"/>
                  </a:lnTo>
                  <a:close/>
                </a:path>
              </a:pathLst>
            </a:custGeom>
            <a:solidFill>
              <a:srgbClr val="FFA68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7" name="pg1096"/>
            <p:cNvSpPr/>
            <p:nvPr/>
          </p:nvSpPr>
          <p:spPr>
            <a:xfrm>
              <a:off x="3673616" y="1300557"/>
              <a:ext cx="22029" cy="4200"/>
            </a:xfrm>
            <a:custGeom>
              <a:avLst/>
              <a:pathLst>
                <a:path w="22029" h="4200">
                  <a:moveTo>
                    <a:pt x="14112" y="1737"/>
                  </a:moveTo>
                  <a:lnTo>
                    <a:pt x="17748" y="1923"/>
                  </a:lnTo>
                  <a:lnTo>
                    <a:pt x="21401" y="1454"/>
                  </a:lnTo>
                  <a:lnTo>
                    <a:pt x="22029" y="1953"/>
                  </a:lnTo>
                  <a:lnTo>
                    <a:pt x="17323" y="3508"/>
                  </a:lnTo>
                  <a:lnTo>
                    <a:pt x="12090" y="2682"/>
                  </a:lnTo>
                  <a:lnTo>
                    <a:pt x="7378" y="2471"/>
                  </a:lnTo>
                  <a:lnTo>
                    <a:pt x="1813" y="4200"/>
                  </a:lnTo>
                  <a:lnTo>
                    <a:pt x="0" y="3507"/>
                  </a:lnTo>
                  <a:lnTo>
                    <a:pt x="2826" y="1844"/>
                  </a:lnTo>
                  <a:lnTo>
                    <a:pt x="5910" y="1294"/>
                  </a:lnTo>
                  <a:lnTo>
                    <a:pt x="6406" y="278"/>
                  </a:lnTo>
                  <a:lnTo>
                    <a:pt x="7581" y="104"/>
                  </a:lnTo>
                  <a:lnTo>
                    <a:pt x="11652" y="0"/>
                  </a:lnTo>
                  <a:close/>
                </a:path>
              </a:pathLst>
            </a:custGeom>
            <a:solidFill>
              <a:srgbClr val="FFA68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8" name="pg1097"/>
            <p:cNvSpPr/>
            <p:nvPr/>
          </p:nvSpPr>
          <p:spPr>
            <a:xfrm>
              <a:off x="3463912" y="1268592"/>
              <a:ext cx="130484" cy="102632"/>
            </a:xfrm>
            <a:custGeom>
              <a:avLst/>
              <a:pathLst>
                <a:path w="130484" h="102632">
                  <a:moveTo>
                    <a:pt x="74397" y="4309"/>
                  </a:moveTo>
                  <a:lnTo>
                    <a:pt x="75028" y="4367"/>
                  </a:lnTo>
                  <a:lnTo>
                    <a:pt x="75644" y="4052"/>
                  </a:lnTo>
                  <a:lnTo>
                    <a:pt x="76090" y="3224"/>
                  </a:lnTo>
                  <a:lnTo>
                    <a:pt x="76587" y="2767"/>
                  </a:lnTo>
                  <a:lnTo>
                    <a:pt x="79671" y="3304"/>
                  </a:lnTo>
                  <a:lnTo>
                    <a:pt x="84044" y="4961"/>
                  </a:lnTo>
                  <a:lnTo>
                    <a:pt x="85342" y="5778"/>
                  </a:lnTo>
                  <a:lnTo>
                    <a:pt x="87168" y="7462"/>
                  </a:lnTo>
                  <a:lnTo>
                    <a:pt x="88650" y="10292"/>
                  </a:lnTo>
                  <a:lnTo>
                    <a:pt x="87475" y="12339"/>
                  </a:lnTo>
                  <a:lnTo>
                    <a:pt x="85925" y="14273"/>
                  </a:lnTo>
                  <a:lnTo>
                    <a:pt x="85375" y="15342"/>
                  </a:lnTo>
                  <a:lnTo>
                    <a:pt x="85942" y="16879"/>
                  </a:lnTo>
                  <a:lnTo>
                    <a:pt x="85711" y="18374"/>
                  </a:lnTo>
                  <a:lnTo>
                    <a:pt x="85147" y="19699"/>
                  </a:lnTo>
                  <a:lnTo>
                    <a:pt x="87490" y="18188"/>
                  </a:lnTo>
                  <a:lnTo>
                    <a:pt x="92500" y="13356"/>
                  </a:lnTo>
                  <a:lnTo>
                    <a:pt x="93246" y="13057"/>
                  </a:lnTo>
                  <a:lnTo>
                    <a:pt x="94027" y="13220"/>
                  </a:lnTo>
                  <a:lnTo>
                    <a:pt x="96270" y="14213"/>
                  </a:lnTo>
                  <a:lnTo>
                    <a:pt x="98305" y="16677"/>
                  </a:lnTo>
                  <a:lnTo>
                    <a:pt x="98754" y="17492"/>
                  </a:lnTo>
                  <a:lnTo>
                    <a:pt x="99119" y="18495"/>
                  </a:lnTo>
                  <a:lnTo>
                    <a:pt x="99329" y="19733"/>
                  </a:lnTo>
                  <a:lnTo>
                    <a:pt x="99213" y="21154"/>
                  </a:lnTo>
                  <a:lnTo>
                    <a:pt x="99024" y="22144"/>
                  </a:lnTo>
                  <a:lnTo>
                    <a:pt x="97959" y="22785"/>
                  </a:lnTo>
                  <a:lnTo>
                    <a:pt x="97445" y="23369"/>
                  </a:lnTo>
                  <a:lnTo>
                    <a:pt x="98596" y="23412"/>
                  </a:lnTo>
                  <a:lnTo>
                    <a:pt x="99910" y="24180"/>
                  </a:lnTo>
                  <a:lnTo>
                    <a:pt x="101115" y="25809"/>
                  </a:lnTo>
                  <a:lnTo>
                    <a:pt x="102461" y="26462"/>
                  </a:lnTo>
                  <a:lnTo>
                    <a:pt x="107346" y="25911"/>
                  </a:lnTo>
                  <a:lnTo>
                    <a:pt x="110522" y="26764"/>
                  </a:lnTo>
                  <a:lnTo>
                    <a:pt x="112261" y="29442"/>
                  </a:lnTo>
                  <a:lnTo>
                    <a:pt x="114945" y="28836"/>
                  </a:lnTo>
                  <a:lnTo>
                    <a:pt x="114953" y="27409"/>
                  </a:lnTo>
                  <a:lnTo>
                    <a:pt x="115541" y="26798"/>
                  </a:lnTo>
                  <a:lnTo>
                    <a:pt x="119143" y="27283"/>
                  </a:lnTo>
                  <a:lnTo>
                    <a:pt x="121005" y="27951"/>
                  </a:lnTo>
                  <a:lnTo>
                    <a:pt x="122908" y="29355"/>
                  </a:lnTo>
                  <a:lnTo>
                    <a:pt x="119660" y="31652"/>
                  </a:lnTo>
                  <a:lnTo>
                    <a:pt x="122337" y="33860"/>
                  </a:lnTo>
                  <a:lnTo>
                    <a:pt x="126838" y="35457"/>
                  </a:lnTo>
                  <a:lnTo>
                    <a:pt x="129551" y="37135"/>
                  </a:lnTo>
                  <a:lnTo>
                    <a:pt x="130042" y="37839"/>
                  </a:lnTo>
                  <a:lnTo>
                    <a:pt x="130484" y="38773"/>
                  </a:lnTo>
                  <a:lnTo>
                    <a:pt x="128719" y="39984"/>
                  </a:lnTo>
                  <a:lnTo>
                    <a:pt x="126919" y="40668"/>
                  </a:lnTo>
                  <a:lnTo>
                    <a:pt x="122392" y="40785"/>
                  </a:lnTo>
                  <a:lnTo>
                    <a:pt x="118275" y="41644"/>
                  </a:lnTo>
                  <a:lnTo>
                    <a:pt x="110740" y="42251"/>
                  </a:lnTo>
                  <a:lnTo>
                    <a:pt x="109619" y="42639"/>
                  </a:lnTo>
                  <a:lnTo>
                    <a:pt x="109354" y="42986"/>
                  </a:lnTo>
                  <a:lnTo>
                    <a:pt x="108910" y="44040"/>
                  </a:lnTo>
                  <a:lnTo>
                    <a:pt x="106010" y="46474"/>
                  </a:lnTo>
                  <a:lnTo>
                    <a:pt x="103205" y="49441"/>
                  </a:lnTo>
                  <a:lnTo>
                    <a:pt x="102050" y="51227"/>
                  </a:lnTo>
                  <a:lnTo>
                    <a:pt x="101174" y="53730"/>
                  </a:lnTo>
                  <a:lnTo>
                    <a:pt x="100855" y="55260"/>
                  </a:lnTo>
                  <a:lnTo>
                    <a:pt x="101477" y="56743"/>
                  </a:lnTo>
                  <a:lnTo>
                    <a:pt x="101312" y="58244"/>
                  </a:lnTo>
                  <a:lnTo>
                    <a:pt x="99203" y="59419"/>
                  </a:lnTo>
                  <a:lnTo>
                    <a:pt x="97865" y="59467"/>
                  </a:lnTo>
                  <a:lnTo>
                    <a:pt x="96187" y="59233"/>
                  </a:lnTo>
                  <a:lnTo>
                    <a:pt x="94537" y="59911"/>
                  </a:lnTo>
                  <a:lnTo>
                    <a:pt x="94433" y="60930"/>
                  </a:lnTo>
                  <a:lnTo>
                    <a:pt x="94530" y="62364"/>
                  </a:lnTo>
                  <a:lnTo>
                    <a:pt x="94108" y="66740"/>
                  </a:lnTo>
                  <a:lnTo>
                    <a:pt x="93595" y="70040"/>
                  </a:lnTo>
                  <a:lnTo>
                    <a:pt x="92825" y="73104"/>
                  </a:lnTo>
                  <a:lnTo>
                    <a:pt x="91962" y="74758"/>
                  </a:lnTo>
                  <a:lnTo>
                    <a:pt x="90859" y="75218"/>
                  </a:lnTo>
                  <a:lnTo>
                    <a:pt x="87320" y="75521"/>
                  </a:lnTo>
                  <a:lnTo>
                    <a:pt x="84594" y="78400"/>
                  </a:lnTo>
                  <a:lnTo>
                    <a:pt x="82389" y="83545"/>
                  </a:lnTo>
                  <a:lnTo>
                    <a:pt x="81246" y="85565"/>
                  </a:lnTo>
                  <a:lnTo>
                    <a:pt x="78856" y="88755"/>
                  </a:lnTo>
                  <a:lnTo>
                    <a:pt x="79287" y="89886"/>
                  </a:lnTo>
                  <a:lnTo>
                    <a:pt x="80032" y="91111"/>
                  </a:lnTo>
                  <a:lnTo>
                    <a:pt x="78727" y="93306"/>
                  </a:lnTo>
                  <a:lnTo>
                    <a:pt x="76712" y="95767"/>
                  </a:lnTo>
                  <a:lnTo>
                    <a:pt x="76752" y="96719"/>
                  </a:lnTo>
                  <a:lnTo>
                    <a:pt x="77430" y="98464"/>
                  </a:lnTo>
                  <a:lnTo>
                    <a:pt x="77761" y="100277"/>
                  </a:lnTo>
                  <a:lnTo>
                    <a:pt x="76206" y="101838"/>
                  </a:lnTo>
                  <a:lnTo>
                    <a:pt x="73347" y="102632"/>
                  </a:lnTo>
                  <a:lnTo>
                    <a:pt x="70439" y="101745"/>
                  </a:lnTo>
                  <a:lnTo>
                    <a:pt x="69024" y="100697"/>
                  </a:lnTo>
                  <a:lnTo>
                    <a:pt x="67711" y="99021"/>
                  </a:lnTo>
                  <a:lnTo>
                    <a:pt x="66319" y="97927"/>
                  </a:lnTo>
                  <a:lnTo>
                    <a:pt x="64864" y="97270"/>
                  </a:lnTo>
                  <a:lnTo>
                    <a:pt x="59286" y="93557"/>
                  </a:lnTo>
                  <a:lnTo>
                    <a:pt x="54136" y="87686"/>
                  </a:lnTo>
                  <a:lnTo>
                    <a:pt x="49435" y="85403"/>
                  </a:lnTo>
                  <a:lnTo>
                    <a:pt x="46369" y="84320"/>
                  </a:lnTo>
                  <a:lnTo>
                    <a:pt x="44893" y="83272"/>
                  </a:lnTo>
                  <a:lnTo>
                    <a:pt x="43452" y="81864"/>
                  </a:lnTo>
                  <a:lnTo>
                    <a:pt x="42206" y="80284"/>
                  </a:lnTo>
                  <a:lnTo>
                    <a:pt x="41049" y="78286"/>
                  </a:lnTo>
                  <a:lnTo>
                    <a:pt x="40486" y="77045"/>
                  </a:lnTo>
                  <a:lnTo>
                    <a:pt x="40383" y="75184"/>
                  </a:lnTo>
                  <a:lnTo>
                    <a:pt x="40753" y="74091"/>
                  </a:lnTo>
                  <a:lnTo>
                    <a:pt x="41304" y="73532"/>
                  </a:lnTo>
                  <a:lnTo>
                    <a:pt x="45037" y="73073"/>
                  </a:lnTo>
                  <a:lnTo>
                    <a:pt x="46380" y="73333"/>
                  </a:lnTo>
                  <a:lnTo>
                    <a:pt x="47702" y="74305"/>
                  </a:lnTo>
                  <a:lnTo>
                    <a:pt x="48905" y="74686"/>
                  </a:lnTo>
                  <a:lnTo>
                    <a:pt x="51657" y="69847"/>
                  </a:lnTo>
                  <a:lnTo>
                    <a:pt x="67320" y="67079"/>
                  </a:lnTo>
                  <a:lnTo>
                    <a:pt x="72355" y="66600"/>
                  </a:lnTo>
                  <a:lnTo>
                    <a:pt x="77403" y="66629"/>
                  </a:lnTo>
                  <a:lnTo>
                    <a:pt x="76616" y="65322"/>
                  </a:lnTo>
                  <a:lnTo>
                    <a:pt x="75949" y="63665"/>
                  </a:lnTo>
                  <a:lnTo>
                    <a:pt x="75204" y="63264"/>
                  </a:lnTo>
                  <a:lnTo>
                    <a:pt x="71386" y="64191"/>
                  </a:lnTo>
                  <a:lnTo>
                    <a:pt x="65541" y="65169"/>
                  </a:lnTo>
                  <a:lnTo>
                    <a:pt x="62693" y="65171"/>
                  </a:lnTo>
                  <a:lnTo>
                    <a:pt x="59756" y="64518"/>
                  </a:lnTo>
                  <a:lnTo>
                    <a:pt x="56825" y="64877"/>
                  </a:lnTo>
                  <a:lnTo>
                    <a:pt x="53803" y="66295"/>
                  </a:lnTo>
                  <a:lnTo>
                    <a:pt x="50756" y="67192"/>
                  </a:lnTo>
                  <a:lnTo>
                    <a:pt x="47795" y="67553"/>
                  </a:lnTo>
                  <a:lnTo>
                    <a:pt x="41531" y="67407"/>
                  </a:lnTo>
                  <a:lnTo>
                    <a:pt x="39978" y="66673"/>
                  </a:lnTo>
                  <a:lnTo>
                    <a:pt x="37889" y="64971"/>
                  </a:lnTo>
                  <a:lnTo>
                    <a:pt x="37384" y="64100"/>
                  </a:lnTo>
                  <a:lnTo>
                    <a:pt x="36952" y="63032"/>
                  </a:lnTo>
                  <a:lnTo>
                    <a:pt x="36542" y="59821"/>
                  </a:lnTo>
                  <a:lnTo>
                    <a:pt x="36994" y="58949"/>
                  </a:lnTo>
                  <a:lnTo>
                    <a:pt x="37633" y="58447"/>
                  </a:lnTo>
                  <a:lnTo>
                    <a:pt x="38290" y="58139"/>
                  </a:lnTo>
                  <a:lnTo>
                    <a:pt x="39666" y="58124"/>
                  </a:lnTo>
                  <a:lnTo>
                    <a:pt x="41017" y="58676"/>
                  </a:lnTo>
                  <a:lnTo>
                    <a:pt x="44179" y="60502"/>
                  </a:lnTo>
                  <a:lnTo>
                    <a:pt x="43459" y="58542"/>
                  </a:lnTo>
                  <a:lnTo>
                    <a:pt x="52558" y="56183"/>
                  </a:lnTo>
                  <a:lnTo>
                    <a:pt x="56783" y="54123"/>
                  </a:lnTo>
                  <a:lnTo>
                    <a:pt x="58953" y="53775"/>
                  </a:lnTo>
                  <a:lnTo>
                    <a:pt x="61130" y="53926"/>
                  </a:lnTo>
                  <a:lnTo>
                    <a:pt x="60650" y="52830"/>
                  </a:lnTo>
                  <a:lnTo>
                    <a:pt x="60631" y="51816"/>
                  </a:lnTo>
                  <a:lnTo>
                    <a:pt x="62176" y="50988"/>
                  </a:lnTo>
                  <a:lnTo>
                    <a:pt x="63291" y="50631"/>
                  </a:lnTo>
                  <a:lnTo>
                    <a:pt x="66641" y="50224"/>
                  </a:lnTo>
                  <a:lnTo>
                    <a:pt x="74278" y="50296"/>
                  </a:lnTo>
                  <a:lnTo>
                    <a:pt x="77032" y="49737"/>
                  </a:lnTo>
                  <a:lnTo>
                    <a:pt x="79093" y="48326"/>
                  </a:lnTo>
                  <a:lnTo>
                    <a:pt x="76897" y="48817"/>
                  </a:lnTo>
                  <a:lnTo>
                    <a:pt x="74696" y="48913"/>
                  </a:lnTo>
                  <a:lnTo>
                    <a:pt x="73664" y="48620"/>
                  </a:lnTo>
                  <a:lnTo>
                    <a:pt x="71334" y="47388"/>
                  </a:lnTo>
                  <a:lnTo>
                    <a:pt x="70277" y="45772"/>
                  </a:lnTo>
                  <a:lnTo>
                    <a:pt x="73299" y="42541"/>
                  </a:lnTo>
                  <a:lnTo>
                    <a:pt x="74347" y="41042"/>
                  </a:lnTo>
                  <a:lnTo>
                    <a:pt x="71274" y="41258"/>
                  </a:lnTo>
                  <a:lnTo>
                    <a:pt x="70249" y="41784"/>
                  </a:lnTo>
                  <a:lnTo>
                    <a:pt x="66729" y="44750"/>
                  </a:lnTo>
                  <a:lnTo>
                    <a:pt x="64128" y="46083"/>
                  </a:lnTo>
                  <a:lnTo>
                    <a:pt x="60918" y="46724"/>
                  </a:lnTo>
                  <a:lnTo>
                    <a:pt x="57709" y="46668"/>
                  </a:lnTo>
                  <a:lnTo>
                    <a:pt x="57009" y="46245"/>
                  </a:lnTo>
                  <a:lnTo>
                    <a:pt x="56027" y="44278"/>
                  </a:lnTo>
                  <a:lnTo>
                    <a:pt x="55720" y="43245"/>
                  </a:lnTo>
                  <a:lnTo>
                    <a:pt x="55851" y="42677"/>
                  </a:lnTo>
                  <a:lnTo>
                    <a:pt x="56868" y="41057"/>
                  </a:lnTo>
                  <a:lnTo>
                    <a:pt x="57395" y="39341"/>
                  </a:lnTo>
                  <a:lnTo>
                    <a:pt x="57304" y="37863"/>
                  </a:lnTo>
                  <a:lnTo>
                    <a:pt x="56556" y="37568"/>
                  </a:lnTo>
                  <a:lnTo>
                    <a:pt x="55368" y="39012"/>
                  </a:lnTo>
                  <a:lnTo>
                    <a:pt x="54296" y="41023"/>
                  </a:lnTo>
                  <a:lnTo>
                    <a:pt x="52821" y="42032"/>
                  </a:lnTo>
                  <a:lnTo>
                    <a:pt x="51304" y="41756"/>
                  </a:lnTo>
                  <a:lnTo>
                    <a:pt x="50656" y="40985"/>
                  </a:lnTo>
                  <a:lnTo>
                    <a:pt x="50092" y="39803"/>
                  </a:lnTo>
                  <a:lnTo>
                    <a:pt x="49497" y="39348"/>
                  </a:lnTo>
                  <a:lnTo>
                    <a:pt x="48835" y="39348"/>
                  </a:lnTo>
                  <a:lnTo>
                    <a:pt x="47475" y="39820"/>
                  </a:lnTo>
                  <a:lnTo>
                    <a:pt x="46129" y="40694"/>
                  </a:lnTo>
                  <a:lnTo>
                    <a:pt x="46593" y="42020"/>
                  </a:lnTo>
                  <a:lnTo>
                    <a:pt x="46717" y="43496"/>
                  </a:lnTo>
                  <a:lnTo>
                    <a:pt x="46136" y="44668"/>
                  </a:lnTo>
                  <a:lnTo>
                    <a:pt x="45698" y="46099"/>
                  </a:lnTo>
                  <a:lnTo>
                    <a:pt x="47085" y="47001"/>
                  </a:lnTo>
                  <a:lnTo>
                    <a:pt x="48214" y="48400"/>
                  </a:lnTo>
                  <a:lnTo>
                    <a:pt x="46523" y="49057"/>
                  </a:lnTo>
                  <a:lnTo>
                    <a:pt x="44862" y="50017"/>
                  </a:lnTo>
                  <a:lnTo>
                    <a:pt x="43339" y="51495"/>
                  </a:lnTo>
                  <a:lnTo>
                    <a:pt x="41781" y="52647"/>
                  </a:lnTo>
                  <a:lnTo>
                    <a:pt x="39309" y="52769"/>
                  </a:lnTo>
                  <a:lnTo>
                    <a:pt x="36230" y="53407"/>
                  </a:lnTo>
                  <a:lnTo>
                    <a:pt x="30078" y="53634"/>
                  </a:lnTo>
                  <a:lnTo>
                    <a:pt x="27185" y="51755"/>
                  </a:lnTo>
                  <a:lnTo>
                    <a:pt x="26658" y="50863"/>
                  </a:lnTo>
                  <a:lnTo>
                    <a:pt x="26081" y="50266"/>
                  </a:lnTo>
                  <a:lnTo>
                    <a:pt x="24161" y="49282"/>
                  </a:lnTo>
                  <a:lnTo>
                    <a:pt x="21359" y="46381"/>
                  </a:lnTo>
                  <a:lnTo>
                    <a:pt x="19204" y="43079"/>
                  </a:lnTo>
                  <a:lnTo>
                    <a:pt x="17746" y="42759"/>
                  </a:lnTo>
                  <a:lnTo>
                    <a:pt x="15594" y="41670"/>
                  </a:lnTo>
                  <a:lnTo>
                    <a:pt x="14422" y="40729"/>
                  </a:lnTo>
                  <a:lnTo>
                    <a:pt x="13304" y="39482"/>
                  </a:lnTo>
                  <a:lnTo>
                    <a:pt x="12969" y="38009"/>
                  </a:lnTo>
                  <a:lnTo>
                    <a:pt x="13077" y="36668"/>
                  </a:lnTo>
                  <a:lnTo>
                    <a:pt x="14367" y="36070"/>
                  </a:lnTo>
                  <a:lnTo>
                    <a:pt x="11320" y="34561"/>
                  </a:lnTo>
                  <a:lnTo>
                    <a:pt x="8327" y="32569"/>
                  </a:lnTo>
                  <a:lnTo>
                    <a:pt x="9433" y="31900"/>
                  </a:lnTo>
                  <a:lnTo>
                    <a:pt x="10547" y="31606"/>
                  </a:lnTo>
                  <a:lnTo>
                    <a:pt x="19411" y="33925"/>
                  </a:lnTo>
                  <a:lnTo>
                    <a:pt x="20002" y="33636"/>
                  </a:lnTo>
                  <a:lnTo>
                    <a:pt x="20976" y="32485"/>
                  </a:lnTo>
                  <a:lnTo>
                    <a:pt x="20631" y="32097"/>
                  </a:lnTo>
                  <a:lnTo>
                    <a:pt x="19146" y="31831"/>
                  </a:lnTo>
                  <a:lnTo>
                    <a:pt x="17125" y="31838"/>
                  </a:lnTo>
                  <a:lnTo>
                    <a:pt x="16619" y="31600"/>
                  </a:lnTo>
                  <a:lnTo>
                    <a:pt x="15839" y="30355"/>
                  </a:lnTo>
                  <a:lnTo>
                    <a:pt x="15155" y="28820"/>
                  </a:lnTo>
                  <a:lnTo>
                    <a:pt x="14866" y="27797"/>
                  </a:lnTo>
                  <a:lnTo>
                    <a:pt x="14754" y="26601"/>
                  </a:lnTo>
                  <a:lnTo>
                    <a:pt x="16257" y="24806"/>
                  </a:lnTo>
                  <a:lnTo>
                    <a:pt x="17084" y="23197"/>
                  </a:lnTo>
                  <a:lnTo>
                    <a:pt x="15796" y="22454"/>
                  </a:lnTo>
                  <a:lnTo>
                    <a:pt x="12152" y="22499"/>
                  </a:lnTo>
                  <a:lnTo>
                    <a:pt x="10939" y="22725"/>
                  </a:lnTo>
                  <a:lnTo>
                    <a:pt x="11386" y="25037"/>
                  </a:lnTo>
                  <a:lnTo>
                    <a:pt x="10225" y="26633"/>
                  </a:lnTo>
                  <a:lnTo>
                    <a:pt x="8003" y="27878"/>
                  </a:lnTo>
                  <a:lnTo>
                    <a:pt x="6410" y="27272"/>
                  </a:lnTo>
                  <a:lnTo>
                    <a:pt x="5180" y="24219"/>
                  </a:lnTo>
                  <a:lnTo>
                    <a:pt x="3574" y="22093"/>
                  </a:lnTo>
                  <a:lnTo>
                    <a:pt x="2969" y="20755"/>
                  </a:lnTo>
                  <a:lnTo>
                    <a:pt x="2510" y="18827"/>
                  </a:lnTo>
                  <a:lnTo>
                    <a:pt x="1855" y="17426"/>
                  </a:lnTo>
                  <a:lnTo>
                    <a:pt x="676" y="15732"/>
                  </a:lnTo>
                  <a:lnTo>
                    <a:pt x="522" y="14687"/>
                  </a:lnTo>
                  <a:lnTo>
                    <a:pt x="668" y="13916"/>
                  </a:lnTo>
                  <a:lnTo>
                    <a:pt x="1567" y="12164"/>
                  </a:lnTo>
                  <a:lnTo>
                    <a:pt x="883" y="10704"/>
                  </a:lnTo>
                  <a:lnTo>
                    <a:pt x="49" y="9426"/>
                  </a:lnTo>
                  <a:lnTo>
                    <a:pt x="0" y="8697"/>
                  </a:lnTo>
                  <a:lnTo>
                    <a:pt x="783" y="7798"/>
                  </a:lnTo>
                  <a:lnTo>
                    <a:pt x="1485" y="7499"/>
                  </a:lnTo>
                  <a:lnTo>
                    <a:pt x="2239" y="7564"/>
                  </a:lnTo>
                  <a:lnTo>
                    <a:pt x="4478" y="8636"/>
                  </a:lnTo>
                  <a:lnTo>
                    <a:pt x="5706" y="9916"/>
                  </a:lnTo>
                  <a:lnTo>
                    <a:pt x="6131" y="9814"/>
                  </a:lnTo>
                  <a:lnTo>
                    <a:pt x="6927" y="7911"/>
                  </a:lnTo>
                  <a:lnTo>
                    <a:pt x="8062" y="7481"/>
                  </a:lnTo>
                  <a:lnTo>
                    <a:pt x="12433" y="6854"/>
                  </a:lnTo>
                  <a:lnTo>
                    <a:pt x="17301" y="9309"/>
                  </a:lnTo>
                  <a:lnTo>
                    <a:pt x="18561" y="9854"/>
                  </a:lnTo>
                  <a:lnTo>
                    <a:pt x="19568" y="10030"/>
                  </a:lnTo>
                  <a:lnTo>
                    <a:pt x="19049" y="8941"/>
                  </a:lnTo>
                  <a:lnTo>
                    <a:pt x="18731" y="7525"/>
                  </a:lnTo>
                  <a:lnTo>
                    <a:pt x="19473" y="6992"/>
                  </a:lnTo>
                  <a:lnTo>
                    <a:pt x="23403" y="8254"/>
                  </a:lnTo>
                  <a:lnTo>
                    <a:pt x="25244" y="8179"/>
                  </a:lnTo>
                  <a:lnTo>
                    <a:pt x="29558" y="6526"/>
                  </a:lnTo>
                  <a:lnTo>
                    <a:pt x="36692" y="5661"/>
                  </a:lnTo>
                  <a:lnTo>
                    <a:pt x="39389" y="6963"/>
                  </a:lnTo>
                  <a:lnTo>
                    <a:pt x="39529" y="7658"/>
                  </a:lnTo>
                  <a:lnTo>
                    <a:pt x="39473" y="8594"/>
                  </a:lnTo>
                  <a:lnTo>
                    <a:pt x="39302" y="8876"/>
                  </a:lnTo>
                  <a:lnTo>
                    <a:pt x="37724" y="9967"/>
                  </a:lnTo>
                  <a:lnTo>
                    <a:pt x="28726" y="10857"/>
                  </a:lnTo>
                  <a:lnTo>
                    <a:pt x="22829" y="14275"/>
                  </a:lnTo>
                  <a:lnTo>
                    <a:pt x="30870" y="13725"/>
                  </a:lnTo>
                  <a:lnTo>
                    <a:pt x="32316" y="14118"/>
                  </a:lnTo>
                  <a:lnTo>
                    <a:pt x="32923" y="16897"/>
                  </a:lnTo>
                  <a:lnTo>
                    <a:pt x="33508" y="17188"/>
                  </a:lnTo>
                  <a:lnTo>
                    <a:pt x="35576" y="17592"/>
                  </a:lnTo>
                  <a:lnTo>
                    <a:pt x="36977" y="18421"/>
                  </a:lnTo>
                  <a:lnTo>
                    <a:pt x="38408" y="20001"/>
                  </a:lnTo>
                  <a:lnTo>
                    <a:pt x="39914" y="21066"/>
                  </a:lnTo>
                  <a:lnTo>
                    <a:pt x="40796" y="20934"/>
                  </a:lnTo>
                  <a:lnTo>
                    <a:pt x="41116" y="19782"/>
                  </a:lnTo>
                  <a:lnTo>
                    <a:pt x="40756" y="18417"/>
                  </a:lnTo>
                  <a:lnTo>
                    <a:pt x="40571" y="16862"/>
                  </a:lnTo>
                  <a:lnTo>
                    <a:pt x="40677" y="15185"/>
                  </a:lnTo>
                  <a:lnTo>
                    <a:pt x="40921" y="13797"/>
                  </a:lnTo>
                  <a:lnTo>
                    <a:pt x="42610" y="12820"/>
                  </a:lnTo>
                  <a:lnTo>
                    <a:pt x="45064" y="9651"/>
                  </a:lnTo>
                  <a:lnTo>
                    <a:pt x="47670" y="7501"/>
                  </a:lnTo>
                  <a:lnTo>
                    <a:pt x="50573" y="8456"/>
                  </a:lnTo>
                  <a:lnTo>
                    <a:pt x="53260" y="11147"/>
                  </a:lnTo>
                  <a:lnTo>
                    <a:pt x="55685" y="14985"/>
                  </a:lnTo>
                  <a:lnTo>
                    <a:pt x="58033" y="19082"/>
                  </a:lnTo>
                  <a:lnTo>
                    <a:pt x="60668" y="24163"/>
                  </a:lnTo>
                  <a:lnTo>
                    <a:pt x="61934" y="25953"/>
                  </a:lnTo>
                  <a:lnTo>
                    <a:pt x="63085" y="26377"/>
                  </a:lnTo>
                  <a:lnTo>
                    <a:pt x="68399" y="31662"/>
                  </a:lnTo>
                  <a:lnTo>
                    <a:pt x="68999" y="31808"/>
                  </a:lnTo>
                  <a:lnTo>
                    <a:pt x="67899" y="27790"/>
                  </a:lnTo>
                  <a:lnTo>
                    <a:pt x="65145" y="20986"/>
                  </a:lnTo>
                  <a:lnTo>
                    <a:pt x="63287" y="15759"/>
                  </a:lnTo>
                  <a:lnTo>
                    <a:pt x="62868" y="13761"/>
                  </a:lnTo>
                  <a:lnTo>
                    <a:pt x="62568" y="10955"/>
                  </a:lnTo>
                  <a:lnTo>
                    <a:pt x="62686" y="10151"/>
                  </a:lnTo>
                  <a:lnTo>
                    <a:pt x="62922" y="9426"/>
                  </a:lnTo>
                  <a:lnTo>
                    <a:pt x="64270" y="6426"/>
                  </a:lnTo>
                  <a:lnTo>
                    <a:pt x="66031" y="4969"/>
                  </a:lnTo>
                  <a:lnTo>
                    <a:pt x="65500" y="2914"/>
                  </a:lnTo>
                  <a:lnTo>
                    <a:pt x="65953" y="1337"/>
                  </a:lnTo>
                  <a:lnTo>
                    <a:pt x="67804" y="92"/>
                  </a:lnTo>
                  <a:lnTo>
                    <a:pt x="69521" y="0"/>
                  </a:lnTo>
                  <a:lnTo>
                    <a:pt x="71196" y="947"/>
                  </a:lnTo>
                  <a:close/>
                </a:path>
              </a:pathLst>
            </a:custGeom>
            <a:solidFill>
              <a:srgbClr val="FFA68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9" name="pg1098"/>
            <p:cNvSpPr/>
            <p:nvPr/>
          </p:nvSpPr>
          <p:spPr>
            <a:xfrm>
              <a:off x="3717403" y="1262986"/>
              <a:ext cx="26170" cy="4753"/>
            </a:xfrm>
            <a:custGeom>
              <a:avLst/>
              <a:pathLst>
                <a:path w="26170" h="4753">
                  <a:moveTo>
                    <a:pt x="12723" y="3640"/>
                  </a:moveTo>
                  <a:lnTo>
                    <a:pt x="1166" y="4753"/>
                  </a:lnTo>
                  <a:lnTo>
                    <a:pt x="0" y="3972"/>
                  </a:lnTo>
                  <a:lnTo>
                    <a:pt x="18734" y="719"/>
                  </a:lnTo>
                  <a:lnTo>
                    <a:pt x="19703" y="402"/>
                  </a:lnTo>
                  <a:lnTo>
                    <a:pt x="23180" y="0"/>
                  </a:lnTo>
                  <a:lnTo>
                    <a:pt x="26170" y="735"/>
                  </a:lnTo>
                  <a:lnTo>
                    <a:pt x="25284" y="1305"/>
                  </a:lnTo>
                  <a:close/>
                </a:path>
              </a:pathLst>
            </a:custGeom>
            <a:solidFill>
              <a:srgbClr val="FFA68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0" name="pg1099"/>
            <p:cNvSpPr/>
            <p:nvPr/>
          </p:nvSpPr>
          <p:spPr>
            <a:xfrm>
              <a:off x="3555073" y="1259557"/>
              <a:ext cx="7061" cy="3331"/>
            </a:xfrm>
            <a:custGeom>
              <a:avLst/>
              <a:pathLst>
                <a:path w="7061" h="3331">
                  <a:moveTo>
                    <a:pt x="7061" y="1696"/>
                  </a:moveTo>
                  <a:lnTo>
                    <a:pt x="4421" y="3331"/>
                  </a:lnTo>
                  <a:lnTo>
                    <a:pt x="0" y="2073"/>
                  </a:lnTo>
                  <a:lnTo>
                    <a:pt x="528" y="784"/>
                  </a:lnTo>
                  <a:lnTo>
                    <a:pt x="1578" y="0"/>
                  </a:lnTo>
                  <a:lnTo>
                    <a:pt x="4352" y="296"/>
                  </a:lnTo>
                  <a:close/>
                </a:path>
              </a:pathLst>
            </a:custGeom>
            <a:solidFill>
              <a:srgbClr val="FFA68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1" name="pg1100"/>
            <p:cNvSpPr/>
            <p:nvPr/>
          </p:nvSpPr>
          <p:spPr>
            <a:xfrm>
              <a:off x="3552083" y="1256027"/>
              <a:ext cx="113118" cy="37927"/>
            </a:xfrm>
            <a:custGeom>
              <a:avLst/>
              <a:pathLst>
                <a:path w="113118" h="37927">
                  <a:moveTo>
                    <a:pt x="36329" y="6733"/>
                  </a:moveTo>
                  <a:lnTo>
                    <a:pt x="37555" y="7062"/>
                  </a:lnTo>
                  <a:lnTo>
                    <a:pt x="44267" y="6941"/>
                  </a:lnTo>
                  <a:lnTo>
                    <a:pt x="45555" y="7664"/>
                  </a:lnTo>
                  <a:lnTo>
                    <a:pt x="46065" y="9415"/>
                  </a:lnTo>
                  <a:lnTo>
                    <a:pt x="47088" y="10019"/>
                  </a:lnTo>
                  <a:lnTo>
                    <a:pt x="48515" y="10205"/>
                  </a:lnTo>
                  <a:lnTo>
                    <a:pt x="52080" y="12354"/>
                  </a:lnTo>
                  <a:lnTo>
                    <a:pt x="53292" y="12665"/>
                  </a:lnTo>
                  <a:lnTo>
                    <a:pt x="54348" y="11470"/>
                  </a:lnTo>
                  <a:lnTo>
                    <a:pt x="55156" y="8496"/>
                  </a:lnTo>
                  <a:lnTo>
                    <a:pt x="55199" y="5007"/>
                  </a:lnTo>
                  <a:lnTo>
                    <a:pt x="54854" y="3318"/>
                  </a:lnTo>
                  <a:lnTo>
                    <a:pt x="55255" y="2233"/>
                  </a:lnTo>
                  <a:lnTo>
                    <a:pt x="56450" y="1813"/>
                  </a:lnTo>
                  <a:lnTo>
                    <a:pt x="57952" y="1926"/>
                  </a:lnTo>
                  <a:lnTo>
                    <a:pt x="59420" y="1324"/>
                  </a:lnTo>
                  <a:lnTo>
                    <a:pt x="60692" y="261"/>
                  </a:lnTo>
                  <a:lnTo>
                    <a:pt x="62046" y="114"/>
                  </a:lnTo>
                  <a:lnTo>
                    <a:pt x="65012" y="920"/>
                  </a:lnTo>
                  <a:lnTo>
                    <a:pt x="65793" y="1553"/>
                  </a:lnTo>
                  <a:lnTo>
                    <a:pt x="64996" y="2865"/>
                  </a:lnTo>
                  <a:lnTo>
                    <a:pt x="64686" y="4733"/>
                  </a:lnTo>
                  <a:lnTo>
                    <a:pt x="63344" y="8594"/>
                  </a:lnTo>
                  <a:lnTo>
                    <a:pt x="66254" y="8834"/>
                  </a:lnTo>
                  <a:lnTo>
                    <a:pt x="70333" y="8016"/>
                  </a:lnTo>
                  <a:lnTo>
                    <a:pt x="71368" y="6898"/>
                  </a:lnTo>
                  <a:lnTo>
                    <a:pt x="73562" y="5119"/>
                  </a:lnTo>
                  <a:lnTo>
                    <a:pt x="75878" y="5397"/>
                  </a:lnTo>
                  <a:lnTo>
                    <a:pt x="76988" y="5162"/>
                  </a:lnTo>
                  <a:lnTo>
                    <a:pt x="77550" y="4389"/>
                  </a:lnTo>
                  <a:lnTo>
                    <a:pt x="77762" y="3469"/>
                  </a:lnTo>
                  <a:lnTo>
                    <a:pt x="79043" y="3624"/>
                  </a:lnTo>
                  <a:lnTo>
                    <a:pt x="80798" y="5397"/>
                  </a:lnTo>
                  <a:lnTo>
                    <a:pt x="81615" y="5673"/>
                  </a:lnTo>
                  <a:lnTo>
                    <a:pt x="83109" y="5215"/>
                  </a:lnTo>
                  <a:lnTo>
                    <a:pt x="83714" y="5234"/>
                  </a:lnTo>
                  <a:lnTo>
                    <a:pt x="85190" y="5944"/>
                  </a:lnTo>
                  <a:lnTo>
                    <a:pt x="92067" y="7231"/>
                  </a:lnTo>
                  <a:lnTo>
                    <a:pt x="94450" y="7920"/>
                  </a:lnTo>
                  <a:lnTo>
                    <a:pt x="95478" y="8562"/>
                  </a:lnTo>
                  <a:lnTo>
                    <a:pt x="96515" y="8943"/>
                  </a:lnTo>
                  <a:lnTo>
                    <a:pt x="103832" y="8934"/>
                  </a:lnTo>
                  <a:lnTo>
                    <a:pt x="109001" y="9391"/>
                  </a:lnTo>
                  <a:lnTo>
                    <a:pt x="110907" y="10411"/>
                  </a:lnTo>
                  <a:lnTo>
                    <a:pt x="112505" y="12369"/>
                  </a:lnTo>
                  <a:lnTo>
                    <a:pt x="113118" y="16879"/>
                  </a:lnTo>
                  <a:lnTo>
                    <a:pt x="111671" y="18097"/>
                  </a:lnTo>
                  <a:lnTo>
                    <a:pt x="101205" y="23650"/>
                  </a:lnTo>
                  <a:lnTo>
                    <a:pt x="98581" y="25435"/>
                  </a:lnTo>
                  <a:lnTo>
                    <a:pt x="97316" y="27080"/>
                  </a:lnTo>
                  <a:lnTo>
                    <a:pt x="95175" y="30674"/>
                  </a:lnTo>
                  <a:lnTo>
                    <a:pt x="94137" y="31759"/>
                  </a:lnTo>
                  <a:lnTo>
                    <a:pt x="89236" y="33471"/>
                  </a:lnTo>
                  <a:lnTo>
                    <a:pt x="88091" y="33655"/>
                  </a:lnTo>
                  <a:lnTo>
                    <a:pt x="84408" y="32817"/>
                  </a:lnTo>
                  <a:lnTo>
                    <a:pt x="83283" y="32894"/>
                  </a:lnTo>
                  <a:lnTo>
                    <a:pt x="78808" y="34756"/>
                  </a:lnTo>
                  <a:lnTo>
                    <a:pt x="77266" y="35882"/>
                  </a:lnTo>
                  <a:lnTo>
                    <a:pt x="75755" y="37301"/>
                  </a:lnTo>
                  <a:lnTo>
                    <a:pt x="73499" y="37927"/>
                  </a:lnTo>
                  <a:lnTo>
                    <a:pt x="71196" y="37592"/>
                  </a:lnTo>
                  <a:lnTo>
                    <a:pt x="60775" y="36852"/>
                  </a:lnTo>
                  <a:lnTo>
                    <a:pt x="59379" y="35857"/>
                  </a:lnTo>
                  <a:lnTo>
                    <a:pt x="58240" y="33945"/>
                  </a:lnTo>
                  <a:lnTo>
                    <a:pt x="60310" y="31498"/>
                  </a:lnTo>
                  <a:lnTo>
                    <a:pt x="48682" y="32408"/>
                  </a:lnTo>
                  <a:lnTo>
                    <a:pt x="35882" y="31912"/>
                  </a:lnTo>
                  <a:lnTo>
                    <a:pt x="35204" y="31567"/>
                  </a:lnTo>
                  <a:lnTo>
                    <a:pt x="34659" y="30622"/>
                  </a:lnTo>
                  <a:lnTo>
                    <a:pt x="30256" y="29976"/>
                  </a:lnTo>
                  <a:lnTo>
                    <a:pt x="26949" y="29201"/>
                  </a:lnTo>
                  <a:lnTo>
                    <a:pt x="24170" y="27895"/>
                  </a:lnTo>
                  <a:lnTo>
                    <a:pt x="21421" y="26200"/>
                  </a:lnTo>
                  <a:lnTo>
                    <a:pt x="22299" y="25407"/>
                  </a:lnTo>
                  <a:lnTo>
                    <a:pt x="23206" y="24945"/>
                  </a:lnTo>
                  <a:lnTo>
                    <a:pt x="25568" y="24750"/>
                  </a:lnTo>
                  <a:lnTo>
                    <a:pt x="27667" y="24985"/>
                  </a:lnTo>
                  <a:lnTo>
                    <a:pt x="31401" y="24970"/>
                  </a:lnTo>
                  <a:lnTo>
                    <a:pt x="32271" y="23263"/>
                  </a:lnTo>
                  <a:lnTo>
                    <a:pt x="33757" y="22771"/>
                  </a:lnTo>
                  <a:lnTo>
                    <a:pt x="34943" y="21548"/>
                  </a:lnTo>
                  <a:lnTo>
                    <a:pt x="31002" y="20778"/>
                  </a:lnTo>
                  <a:lnTo>
                    <a:pt x="26891" y="20662"/>
                  </a:lnTo>
                  <a:lnTo>
                    <a:pt x="24151" y="21678"/>
                  </a:lnTo>
                  <a:lnTo>
                    <a:pt x="20976" y="22138"/>
                  </a:lnTo>
                  <a:lnTo>
                    <a:pt x="18074" y="22199"/>
                  </a:lnTo>
                  <a:lnTo>
                    <a:pt x="12494" y="21910"/>
                  </a:lnTo>
                  <a:lnTo>
                    <a:pt x="9848" y="21189"/>
                  </a:lnTo>
                  <a:lnTo>
                    <a:pt x="6229" y="19304"/>
                  </a:lnTo>
                  <a:lnTo>
                    <a:pt x="4970" y="18264"/>
                  </a:lnTo>
                  <a:lnTo>
                    <a:pt x="4483" y="17448"/>
                  </a:lnTo>
                  <a:lnTo>
                    <a:pt x="4125" y="16211"/>
                  </a:lnTo>
                  <a:lnTo>
                    <a:pt x="8259" y="15103"/>
                  </a:lnTo>
                  <a:lnTo>
                    <a:pt x="9866" y="14230"/>
                  </a:lnTo>
                  <a:lnTo>
                    <a:pt x="11444" y="13037"/>
                  </a:lnTo>
                  <a:lnTo>
                    <a:pt x="5203" y="12359"/>
                  </a:lnTo>
                  <a:lnTo>
                    <a:pt x="2590" y="11359"/>
                  </a:lnTo>
                  <a:lnTo>
                    <a:pt x="0" y="9890"/>
                  </a:lnTo>
                  <a:lnTo>
                    <a:pt x="2103" y="9062"/>
                  </a:lnTo>
                  <a:lnTo>
                    <a:pt x="10510" y="8401"/>
                  </a:lnTo>
                  <a:lnTo>
                    <a:pt x="12735" y="8954"/>
                  </a:lnTo>
                  <a:lnTo>
                    <a:pt x="14942" y="10021"/>
                  </a:lnTo>
                  <a:lnTo>
                    <a:pt x="17384" y="10679"/>
                  </a:lnTo>
                  <a:lnTo>
                    <a:pt x="19745" y="9296"/>
                  </a:lnTo>
                  <a:lnTo>
                    <a:pt x="17522" y="8640"/>
                  </a:lnTo>
                  <a:lnTo>
                    <a:pt x="15532" y="6341"/>
                  </a:lnTo>
                  <a:lnTo>
                    <a:pt x="15112" y="5199"/>
                  </a:lnTo>
                  <a:lnTo>
                    <a:pt x="15373" y="4322"/>
                  </a:lnTo>
                  <a:lnTo>
                    <a:pt x="16414" y="4191"/>
                  </a:lnTo>
                  <a:lnTo>
                    <a:pt x="17190" y="4572"/>
                  </a:lnTo>
                  <a:lnTo>
                    <a:pt x="20127" y="6732"/>
                  </a:lnTo>
                  <a:lnTo>
                    <a:pt x="22353" y="7405"/>
                  </a:lnTo>
                  <a:lnTo>
                    <a:pt x="22977" y="5410"/>
                  </a:lnTo>
                  <a:lnTo>
                    <a:pt x="23075" y="4462"/>
                  </a:lnTo>
                  <a:lnTo>
                    <a:pt x="22671" y="3677"/>
                  </a:lnTo>
                  <a:lnTo>
                    <a:pt x="21625" y="2230"/>
                  </a:lnTo>
                  <a:lnTo>
                    <a:pt x="20687" y="451"/>
                  </a:lnTo>
                  <a:lnTo>
                    <a:pt x="22136" y="0"/>
                  </a:lnTo>
                  <a:lnTo>
                    <a:pt x="23573" y="196"/>
                  </a:lnTo>
                  <a:lnTo>
                    <a:pt x="26658" y="1413"/>
                  </a:lnTo>
                  <a:lnTo>
                    <a:pt x="29767" y="2272"/>
                  </a:lnTo>
                  <a:lnTo>
                    <a:pt x="31186" y="3138"/>
                  </a:lnTo>
                  <a:lnTo>
                    <a:pt x="33838" y="5293"/>
                  </a:lnTo>
                  <a:close/>
                </a:path>
              </a:pathLst>
            </a:custGeom>
            <a:solidFill>
              <a:srgbClr val="FFA68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2" name="pg1101"/>
            <p:cNvSpPr/>
            <p:nvPr/>
          </p:nvSpPr>
          <p:spPr>
            <a:xfrm>
              <a:off x="4309333" y="2736148"/>
              <a:ext cx="98836" cy="118999"/>
            </a:xfrm>
            <a:custGeom>
              <a:avLst/>
              <a:pathLst>
                <a:path w="98836" h="118999">
                  <a:moveTo>
                    <a:pt x="98205" y="74371"/>
                  </a:moveTo>
                  <a:lnTo>
                    <a:pt x="98699" y="75178"/>
                  </a:lnTo>
                  <a:lnTo>
                    <a:pt x="98748" y="76497"/>
                  </a:lnTo>
                  <a:lnTo>
                    <a:pt x="98659" y="77958"/>
                  </a:lnTo>
                  <a:lnTo>
                    <a:pt x="98154" y="81114"/>
                  </a:lnTo>
                  <a:lnTo>
                    <a:pt x="97695" y="83331"/>
                  </a:lnTo>
                  <a:lnTo>
                    <a:pt x="97162" y="88015"/>
                  </a:lnTo>
                  <a:lnTo>
                    <a:pt x="96677" y="96139"/>
                  </a:lnTo>
                  <a:lnTo>
                    <a:pt x="96784" y="97553"/>
                  </a:lnTo>
                  <a:lnTo>
                    <a:pt x="98221" y="102211"/>
                  </a:lnTo>
                  <a:lnTo>
                    <a:pt x="98784" y="105790"/>
                  </a:lnTo>
                  <a:lnTo>
                    <a:pt x="98836" y="108229"/>
                  </a:lnTo>
                  <a:lnTo>
                    <a:pt x="98227" y="112318"/>
                  </a:lnTo>
                  <a:lnTo>
                    <a:pt x="97536" y="116939"/>
                  </a:lnTo>
                  <a:lnTo>
                    <a:pt x="97196" y="117974"/>
                  </a:lnTo>
                  <a:lnTo>
                    <a:pt x="96808" y="118347"/>
                  </a:lnTo>
                  <a:lnTo>
                    <a:pt x="95030" y="116736"/>
                  </a:lnTo>
                  <a:lnTo>
                    <a:pt x="93807" y="116961"/>
                  </a:lnTo>
                  <a:lnTo>
                    <a:pt x="92400" y="117852"/>
                  </a:lnTo>
                  <a:lnTo>
                    <a:pt x="90933" y="117679"/>
                  </a:lnTo>
                  <a:lnTo>
                    <a:pt x="89721" y="117148"/>
                  </a:lnTo>
                  <a:lnTo>
                    <a:pt x="88183" y="118999"/>
                  </a:lnTo>
                  <a:lnTo>
                    <a:pt x="86713" y="117997"/>
                  </a:lnTo>
                  <a:lnTo>
                    <a:pt x="85772" y="116845"/>
                  </a:lnTo>
                  <a:lnTo>
                    <a:pt x="85142" y="113642"/>
                  </a:lnTo>
                  <a:lnTo>
                    <a:pt x="84880" y="113234"/>
                  </a:lnTo>
                  <a:lnTo>
                    <a:pt x="81786" y="116587"/>
                  </a:lnTo>
                  <a:lnTo>
                    <a:pt x="81041" y="116790"/>
                  </a:lnTo>
                  <a:lnTo>
                    <a:pt x="79119" y="114990"/>
                  </a:lnTo>
                  <a:lnTo>
                    <a:pt x="77544" y="113208"/>
                  </a:lnTo>
                  <a:lnTo>
                    <a:pt x="76955" y="112673"/>
                  </a:lnTo>
                  <a:lnTo>
                    <a:pt x="75438" y="111976"/>
                  </a:lnTo>
                  <a:lnTo>
                    <a:pt x="74070" y="111570"/>
                  </a:lnTo>
                  <a:lnTo>
                    <a:pt x="72582" y="110458"/>
                  </a:lnTo>
                  <a:lnTo>
                    <a:pt x="70734" y="111911"/>
                  </a:lnTo>
                  <a:lnTo>
                    <a:pt x="69989" y="111794"/>
                  </a:lnTo>
                  <a:lnTo>
                    <a:pt x="69292" y="110742"/>
                  </a:lnTo>
                  <a:lnTo>
                    <a:pt x="68927" y="108588"/>
                  </a:lnTo>
                  <a:lnTo>
                    <a:pt x="68836" y="106549"/>
                  </a:lnTo>
                  <a:lnTo>
                    <a:pt x="68209" y="105150"/>
                  </a:lnTo>
                  <a:lnTo>
                    <a:pt x="67234" y="104829"/>
                  </a:lnTo>
                  <a:lnTo>
                    <a:pt x="65869" y="106089"/>
                  </a:lnTo>
                  <a:lnTo>
                    <a:pt x="63876" y="107750"/>
                  </a:lnTo>
                  <a:lnTo>
                    <a:pt x="63234" y="107474"/>
                  </a:lnTo>
                  <a:lnTo>
                    <a:pt x="62643" y="106995"/>
                  </a:lnTo>
                  <a:lnTo>
                    <a:pt x="62428" y="106552"/>
                  </a:lnTo>
                  <a:lnTo>
                    <a:pt x="62153" y="104629"/>
                  </a:lnTo>
                  <a:lnTo>
                    <a:pt x="61834" y="104205"/>
                  </a:lnTo>
                  <a:lnTo>
                    <a:pt x="61370" y="104147"/>
                  </a:lnTo>
                  <a:lnTo>
                    <a:pt x="60551" y="103687"/>
                  </a:lnTo>
                  <a:lnTo>
                    <a:pt x="59541" y="102257"/>
                  </a:lnTo>
                  <a:lnTo>
                    <a:pt x="56471" y="98885"/>
                  </a:lnTo>
                  <a:lnTo>
                    <a:pt x="56087" y="97387"/>
                  </a:lnTo>
                  <a:lnTo>
                    <a:pt x="56099" y="94079"/>
                  </a:lnTo>
                  <a:lnTo>
                    <a:pt x="55927" y="92714"/>
                  </a:lnTo>
                  <a:lnTo>
                    <a:pt x="55555" y="91271"/>
                  </a:lnTo>
                  <a:lnTo>
                    <a:pt x="53979" y="89808"/>
                  </a:lnTo>
                  <a:lnTo>
                    <a:pt x="50919" y="87455"/>
                  </a:lnTo>
                  <a:lnTo>
                    <a:pt x="49228" y="85578"/>
                  </a:lnTo>
                  <a:lnTo>
                    <a:pt x="48421" y="86455"/>
                  </a:lnTo>
                  <a:lnTo>
                    <a:pt x="46865" y="87240"/>
                  </a:lnTo>
                  <a:lnTo>
                    <a:pt x="46032" y="88932"/>
                  </a:lnTo>
                  <a:lnTo>
                    <a:pt x="45035" y="88397"/>
                  </a:lnTo>
                  <a:lnTo>
                    <a:pt x="42655" y="86612"/>
                  </a:lnTo>
                  <a:lnTo>
                    <a:pt x="41381" y="86347"/>
                  </a:lnTo>
                  <a:lnTo>
                    <a:pt x="40611" y="86953"/>
                  </a:lnTo>
                  <a:lnTo>
                    <a:pt x="40434" y="87974"/>
                  </a:lnTo>
                  <a:lnTo>
                    <a:pt x="39463" y="89134"/>
                  </a:lnTo>
                  <a:lnTo>
                    <a:pt x="38538" y="88209"/>
                  </a:lnTo>
                  <a:lnTo>
                    <a:pt x="36712" y="86961"/>
                  </a:lnTo>
                  <a:lnTo>
                    <a:pt x="35113" y="86278"/>
                  </a:lnTo>
                  <a:lnTo>
                    <a:pt x="32682" y="84761"/>
                  </a:lnTo>
                  <a:lnTo>
                    <a:pt x="32407" y="82466"/>
                  </a:lnTo>
                  <a:lnTo>
                    <a:pt x="31999" y="80197"/>
                  </a:lnTo>
                  <a:lnTo>
                    <a:pt x="31421" y="79795"/>
                  </a:lnTo>
                  <a:lnTo>
                    <a:pt x="29245" y="80245"/>
                  </a:lnTo>
                  <a:lnTo>
                    <a:pt x="27251" y="77742"/>
                  </a:lnTo>
                  <a:lnTo>
                    <a:pt x="25108" y="74539"/>
                  </a:lnTo>
                  <a:lnTo>
                    <a:pt x="24195" y="73485"/>
                  </a:lnTo>
                  <a:lnTo>
                    <a:pt x="23594" y="73096"/>
                  </a:lnTo>
                  <a:lnTo>
                    <a:pt x="23077" y="73524"/>
                  </a:lnTo>
                  <a:lnTo>
                    <a:pt x="22488" y="74257"/>
                  </a:lnTo>
                  <a:lnTo>
                    <a:pt x="21948" y="74475"/>
                  </a:lnTo>
                  <a:lnTo>
                    <a:pt x="20786" y="73094"/>
                  </a:lnTo>
                  <a:lnTo>
                    <a:pt x="19303" y="71125"/>
                  </a:lnTo>
                  <a:lnTo>
                    <a:pt x="17481" y="68710"/>
                  </a:lnTo>
                  <a:lnTo>
                    <a:pt x="15345" y="65336"/>
                  </a:lnTo>
                  <a:lnTo>
                    <a:pt x="14469" y="63430"/>
                  </a:lnTo>
                  <a:lnTo>
                    <a:pt x="14071" y="61996"/>
                  </a:lnTo>
                  <a:lnTo>
                    <a:pt x="13616" y="60649"/>
                  </a:lnTo>
                  <a:lnTo>
                    <a:pt x="11759" y="58445"/>
                  </a:lnTo>
                  <a:lnTo>
                    <a:pt x="10291" y="56703"/>
                  </a:lnTo>
                  <a:lnTo>
                    <a:pt x="8520" y="54600"/>
                  </a:lnTo>
                  <a:lnTo>
                    <a:pt x="8220" y="54180"/>
                  </a:lnTo>
                  <a:lnTo>
                    <a:pt x="7551" y="52930"/>
                  </a:lnTo>
                  <a:lnTo>
                    <a:pt x="6524" y="51353"/>
                  </a:lnTo>
                  <a:lnTo>
                    <a:pt x="5681" y="50892"/>
                  </a:lnTo>
                  <a:lnTo>
                    <a:pt x="5412" y="51761"/>
                  </a:lnTo>
                  <a:lnTo>
                    <a:pt x="5209" y="52674"/>
                  </a:lnTo>
                  <a:lnTo>
                    <a:pt x="4471" y="52463"/>
                  </a:lnTo>
                  <a:lnTo>
                    <a:pt x="3328" y="50856"/>
                  </a:lnTo>
                  <a:lnTo>
                    <a:pt x="2131" y="49174"/>
                  </a:lnTo>
                  <a:lnTo>
                    <a:pt x="1193" y="47616"/>
                  </a:lnTo>
                  <a:lnTo>
                    <a:pt x="232" y="46017"/>
                  </a:lnTo>
                  <a:lnTo>
                    <a:pt x="0" y="44831"/>
                  </a:lnTo>
                  <a:lnTo>
                    <a:pt x="401" y="41170"/>
                  </a:lnTo>
                  <a:lnTo>
                    <a:pt x="960" y="38032"/>
                  </a:lnTo>
                  <a:lnTo>
                    <a:pt x="1436" y="37325"/>
                  </a:lnTo>
                  <a:lnTo>
                    <a:pt x="2210" y="35248"/>
                  </a:lnTo>
                  <a:lnTo>
                    <a:pt x="2489" y="31602"/>
                  </a:lnTo>
                  <a:lnTo>
                    <a:pt x="2476" y="28489"/>
                  </a:lnTo>
                  <a:lnTo>
                    <a:pt x="3232" y="24095"/>
                  </a:lnTo>
                  <a:lnTo>
                    <a:pt x="4267" y="19420"/>
                  </a:lnTo>
                  <a:lnTo>
                    <a:pt x="6061" y="14410"/>
                  </a:lnTo>
                  <a:lnTo>
                    <a:pt x="6839" y="12754"/>
                  </a:lnTo>
                  <a:lnTo>
                    <a:pt x="7707" y="11617"/>
                  </a:lnTo>
                  <a:lnTo>
                    <a:pt x="9363" y="7924"/>
                  </a:lnTo>
                  <a:lnTo>
                    <a:pt x="9706" y="7320"/>
                  </a:lnTo>
                  <a:lnTo>
                    <a:pt x="10431" y="6370"/>
                  </a:lnTo>
                  <a:lnTo>
                    <a:pt x="11144" y="6130"/>
                  </a:lnTo>
                  <a:lnTo>
                    <a:pt x="11682" y="6589"/>
                  </a:lnTo>
                  <a:lnTo>
                    <a:pt x="12234" y="8525"/>
                  </a:lnTo>
                  <a:lnTo>
                    <a:pt x="12902" y="10362"/>
                  </a:lnTo>
                  <a:lnTo>
                    <a:pt x="13716" y="10271"/>
                  </a:lnTo>
                  <a:lnTo>
                    <a:pt x="14666" y="8693"/>
                  </a:lnTo>
                  <a:lnTo>
                    <a:pt x="16642" y="1474"/>
                  </a:lnTo>
                  <a:lnTo>
                    <a:pt x="19380" y="0"/>
                  </a:lnTo>
                  <a:lnTo>
                    <a:pt x="21976" y="741"/>
                  </a:lnTo>
                  <a:lnTo>
                    <a:pt x="24273" y="1794"/>
                  </a:lnTo>
                  <a:lnTo>
                    <a:pt x="24950" y="4208"/>
                  </a:lnTo>
                  <a:lnTo>
                    <a:pt x="25394" y="6752"/>
                  </a:lnTo>
                  <a:lnTo>
                    <a:pt x="25682" y="8046"/>
                  </a:lnTo>
                  <a:lnTo>
                    <a:pt x="26434" y="9563"/>
                  </a:lnTo>
                  <a:lnTo>
                    <a:pt x="29674" y="13178"/>
                  </a:lnTo>
                  <a:lnTo>
                    <a:pt x="31554" y="16438"/>
                  </a:lnTo>
                  <a:lnTo>
                    <a:pt x="34156" y="20805"/>
                  </a:lnTo>
                  <a:lnTo>
                    <a:pt x="36102" y="22736"/>
                  </a:lnTo>
                  <a:lnTo>
                    <a:pt x="37826" y="22896"/>
                  </a:lnTo>
                  <a:lnTo>
                    <a:pt x="38798" y="24611"/>
                  </a:lnTo>
                  <a:lnTo>
                    <a:pt x="40260" y="28022"/>
                  </a:lnTo>
                  <a:lnTo>
                    <a:pt x="41497" y="31947"/>
                  </a:lnTo>
                  <a:lnTo>
                    <a:pt x="43043" y="35574"/>
                  </a:lnTo>
                  <a:lnTo>
                    <a:pt x="44110" y="35456"/>
                  </a:lnTo>
                  <a:lnTo>
                    <a:pt x="45565" y="34278"/>
                  </a:lnTo>
                  <a:lnTo>
                    <a:pt x="47338" y="32740"/>
                  </a:lnTo>
                  <a:lnTo>
                    <a:pt x="48387" y="33498"/>
                  </a:lnTo>
                  <a:lnTo>
                    <a:pt x="49354" y="34499"/>
                  </a:lnTo>
                  <a:lnTo>
                    <a:pt x="49677" y="36380"/>
                  </a:lnTo>
                  <a:lnTo>
                    <a:pt x="50259" y="39924"/>
                  </a:lnTo>
                  <a:lnTo>
                    <a:pt x="50906" y="43606"/>
                  </a:lnTo>
                  <a:lnTo>
                    <a:pt x="51923" y="44896"/>
                  </a:lnTo>
                  <a:lnTo>
                    <a:pt x="53125" y="46793"/>
                  </a:lnTo>
                  <a:lnTo>
                    <a:pt x="53791" y="48299"/>
                  </a:lnTo>
                  <a:lnTo>
                    <a:pt x="56048" y="51058"/>
                  </a:lnTo>
                  <a:lnTo>
                    <a:pt x="56367" y="52182"/>
                  </a:lnTo>
                  <a:lnTo>
                    <a:pt x="56824" y="52950"/>
                  </a:lnTo>
                  <a:lnTo>
                    <a:pt x="57373" y="53432"/>
                  </a:lnTo>
                  <a:lnTo>
                    <a:pt x="57830" y="53994"/>
                  </a:lnTo>
                  <a:lnTo>
                    <a:pt x="58540" y="54189"/>
                  </a:lnTo>
                  <a:lnTo>
                    <a:pt x="61149" y="52533"/>
                  </a:lnTo>
                  <a:lnTo>
                    <a:pt x="61846" y="52741"/>
                  </a:lnTo>
                  <a:lnTo>
                    <a:pt x="62245" y="53048"/>
                  </a:lnTo>
                  <a:lnTo>
                    <a:pt x="62258" y="53650"/>
                  </a:lnTo>
                  <a:lnTo>
                    <a:pt x="61787" y="56238"/>
                  </a:lnTo>
                  <a:lnTo>
                    <a:pt x="61386" y="59548"/>
                  </a:lnTo>
                  <a:lnTo>
                    <a:pt x="61798" y="61211"/>
                  </a:lnTo>
                  <a:lnTo>
                    <a:pt x="62891" y="61901"/>
                  </a:lnTo>
                  <a:lnTo>
                    <a:pt x="65311" y="62392"/>
                  </a:lnTo>
                  <a:lnTo>
                    <a:pt x="68573" y="62350"/>
                  </a:lnTo>
                  <a:lnTo>
                    <a:pt x="69562" y="64028"/>
                  </a:lnTo>
                  <a:lnTo>
                    <a:pt x="70546" y="66548"/>
                  </a:lnTo>
                  <a:lnTo>
                    <a:pt x="71539" y="70852"/>
                  </a:lnTo>
                  <a:lnTo>
                    <a:pt x="71934" y="72669"/>
                  </a:lnTo>
                  <a:lnTo>
                    <a:pt x="72427" y="73195"/>
                  </a:lnTo>
                  <a:lnTo>
                    <a:pt x="73275" y="72477"/>
                  </a:lnTo>
                  <a:lnTo>
                    <a:pt x="73413" y="70708"/>
                  </a:lnTo>
                  <a:lnTo>
                    <a:pt x="73452" y="68078"/>
                  </a:lnTo>
                  <a:lnTo>
                    <a:pt x="74163" y="67169"/>
                  </a:lnTo>
                  <a:lnTo>
                    <a:pt x="74617" y="67838"/>
                  </a:lnTo>
                  <a:lnTo>
                    <a:pt x="75150" y="69896"/>
                  </a:lnTo>
                  <a:lnTo>
                    <a:pt x="76498" y="71744"/>
                  </a:lnTo>
                  <a:lnTo>
                    <a:pt x="77474" y="72656"/>
                  </a:lnTo>
                  <a:lnTo>
                    <a:pt x="78404" y="72334"/>
                  </a:lnTo>
                  <a:lnTo>
                    <a:pt x="78793" y="71626"/>
                  </a:lnTo>
                  <a:lnTo>
                    <a:pt x="79251" y="68030"/>
                  </a:lnTo>
                  <a:lnTo>
                    <a:pt x="79982" y="67504"/>
                  </a:lnTo>
                  <a:lnTo>
                    <a:pt x="80909" y="67743"/>
                  </a:lnTo>
                  <a:lnTo>
                    <a:pt x="81263" y="68460"/>
                  </a:lnTo>
                  <a:lnTo>
                    <a:pt x="81638" y="69896"/>
                  </a:lnTo>
                  <a:lnTo>
                    <a:pt x="82760" y="70572"/>
                  </a:lnTo>
                  <a:lnTo>
                    <a:pt x="83873" y="71480"/>
                  </a:lnTo>
                  <a:lnTo>
                    <a:pt x="84926" y="72656"/>
                  </a:lnTo>
                  <a:lnTo>
                    <a:pt x="86404" y="75325"/>
                  </a:lnTo>
                  <a:lnTo>
                    <a:pt x="88224" y="75810"/>
                  </a:lnTo>
                  <a:lnTo>
                    <a:pt x="90337" y="75754"/>
                  </a:lnTo>
                  <a:lnTo>
                    <a:pt x="91448" y="75813"/>
                  </a:lnTo>
                  <a:lnTo>
                    <a:pt x="92268" y="76009"/>
                  </a:lnTo>
                  <a:lnTo>
                    <a:pt x="93001" y="75826"/>
                  </a:lnTo>
                  <a:lnTo>
                    <a:pt x="95170" y="73914"/>
                  </a:lnTo>
                  <a:lnTo>
                    <a:pt x="96056" y="73774"/>
                  </a:lnTo>
                  <a:lnTo>
                    <a:pt x="97152" y="73993"/>
                  </a:lnTo>
                  <a:close/>
                </a:path>
              </a:pathLst>
            </a:custGeom>
            <a:solidFill>
              <a:srgbClr val="EBF3E8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3" name="pg1102"/>
            <p:cNvSpPr/>
            <p:nvPr/>
          </p:nvSpPr>
          <p:spPr>
            <a:xfrm>
              <a:off x="5367858" y="3648530"/>
              <a:ext cx="625" cy="1815"/>
            </a:xfrm>
            <a:custGeom>
              <a:avLst/>
              <a:pathLst>
                <a:path w="625" h="1815">
                  <a:moveTo>
                    <a:pt x="625" y="805"/>
                  </a:moveTo>
                  <a:lnTo>
                    <a:pt x="389" y="1815"/>
                  </a:lnTo>
                  <a:lnTo>
                    <a:pt x="114" y="1688"/>
                  </a:lnTo>
                  <a:lnTo>
                    <a:pt x="0" y="1015"/>
                  </a:lnTo>
                  <a:lnTo>
                    <a:pt x="79" y="288"/>
                  </a:lnTo>
                  <a:lnTo>
                    <a:pt x="389" y="0"/>
                  </a:lnTo>
                  <a:lnTo>
                    <a:pt x="592" y="225"/>
                  </a:lnTo>
                  <a:close/>
                </a:path>
              </a:pathLst>
            </a:custGeom>
            <a:solidFill>
              <a:srgbClr val="ECF4E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4" name="pg1103"/>
            <p:cNvSpPr/>
            <p:nvPr/>
          </p:nvSpPr>
          <p:spPr>
            <a:xfrm>
              <a:off x="5393631" y="5184956"/>
              <a:ext cx="2580" cy="2516"/>
            </a:xfrm>
            <a:custGeom>
              <a:avLst/>
              <a:pathLst>
                <a:path w="2580" h="2516">
                  <a:moveTo>
                    <a:pt x="1906" y="357"/>
                  </a:moveTo>
                  <a:lnTo>
                    <a:pt x="2580" y="1864"/>
                  </a:lnTo>
                  <a:lnTo>
                    <a:pt x="1288" y="2516"/>
                  </a:lnTo>
                  <a:lnTo>
                    <a:pt x="660" y="1970"/>
                  </a:lnTo>
                  <a:lnTo>
                    <a:pt x="220" y="1281"/>
                  </a:lnTo>
                  <a:lnTo>
                    <a:pt x="0" y="303"/>
                  </a:lnTo>
                  <a:lnTo>
                    <a:pt x="698" y="404"/>
                  </a:lnTo>
                  <a:lnTo>
                    <a:pt x="1302" y="0"/>
                  </a:lnTo>
                  <a:close/>
                </a:path>
              </a:pathLst>
            </a:custGeom>
            <a:solidFill>
              <a:srgbClr val="E7F2E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5" name="pg1104"/>
            <p:cNvSpPr/>
            <p:nvPr/>
          </p:nvSpPr>
          <p:spPr>
            <a:xfrm>
              <a:off x="5355453" y="5127211"/>
              <a:ext cx="4610" cy="9311"/>
            </a:xfrm>
            <a:custGeom>
              <a:avLst/>
              <a:pathLst>
                <a:path w="4610" h="9311">
                  <a:moveTo>
                    <a:pt x="4045" y="6812"/>
                  </a:moveTo>
                  <a:lnTo>
                    <a:pt x="4310" y="9300"/>
                  </a:lnTo>
                  <a:lnTo>
                    <a:pt x="3640" y="9311"/>
                  </a:lnTo>
                  <a:lnTo>
                    <a:pt x="2243" y="8619"/>
                  </a:lnTo>
                  <a:lnTo>
                    <a:pt x="1810" y="7557"/>
                  </a:lnTo>
                  <a:lnTo>
                    <a:pt x="1512" y="7297"/>
                  </a:lnTo>
                  <a:lnTo>
                    <a:pt x="1002" y="8527"/>
                  </a:lnTo>
                  <a:lnTo>
                    <a:pt x="182" y="8584"/>
                  </a:lnTo>
                  <a:lnTo>
                    <a:pt x="0" y="8177"/>
                  </a:lnTo>
                  <a:lnTo>
                    <a:pt x="322" y="6859"/>
                  </a:lnTo>
                  <a:lnTo>
                    <a:pt x="2250" y="4374"/>
                  </a:lnTo>
                  <a:lnTo>
                    <a:pt x="2607" y="1243"/>
                  </a:lnTo>
                  <a:lnTo>
                    <a:pt x="2586" y="236"/>
                  </a:lnTo>
                  <a:lnTo>
                    <a:pt x="4094" y="0"/>
                  </a:lnTo>
                  <a:lnTo>
                    <a:pt x="4449" y="383"/>
                  </a:lnTo>
                  <a:lnTo>
                    <a:pt x="4610" y="816"/>
                  </a:lnTo>
                  <a:lnTo>
                    <a:pt x="4511" y="1367"/>
                  </a:lnTo>
                  <a:lnTo>
                    <a:pt x="3904" y="2395"/>
                  </a:lnTo>
                  <a:lnTo>
                    <a:pt x="3881" y="3589"/>
                  </a:lnTo>
                  <a:lnTo>
                    <a:pt x="4037" y="4827"/>
                  </a:lnTo>
                  <a:lnTo>
                    <a:pt x="3538" y="5427"/>
                  </a:lnTo>
                  <a:lnTo>
                    <a:pt x="3797" y="6498"/>
                  </a:lnTo>
                  <a:close/>
                </a:path>
              </a:pathLst>
            </a:custGeom>
            <a:solidFill>
              <a:srgbClr val="E7F2E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6" name="pg1105"/>
            <p:cNvSpPr/>
            <p:nvPr/>
          </p:nvSpPr>
          <p:spPr>
            <a:xfrm>
              <a:off x="5375352" y="5013846"/>
              <a:ext cx="9002" cy="16820"/>
            </a:xfrm>
            <a:custGeom>
              <a:avLst/>
              <a:pathLst>
                <a:path w="9002" h="16820">
                  <a:moveTo>
                    <a:pt x="7592" y="4957"/>
                  </a:moveTo>
                  <a:lnTo>
                    <a:pt x="7596" y="6137"/>
                  </a:lnTo>
                  <a:lnTo>
                    <a:pt x="6325" y="5713"/>
                  </a:lnTo>
                  <a:lnTo>
                    <a:pt x="6351" y="7038"/>
                  </a:lnTo>
                  <a:lnTo>
                    <a:pt x="7355" y="7733"/>
                  </a:lnTo>
                  <a:lnTo>
                    <a:pt x="7726" y="8682"/>
                  </a:lnTo>
                  <a:lnTo>
                    <a:pt x="8767" y="8408"/>
                  </a:lnTo>
                  <a:lnTo>
                    <a:pt x="9002" y="9828"/>
                  </a:lnTo>
                  <a:lnTo>
                    <a:pt x="8761" y="11098"/>
                  </a:lnTo>
                  <a:lnTo>
                    <a:pt x="8066" y="12030"/>
                  </a:lnTo>
                  <a:lnTo>
                    <a:pt x="6009" y="12500"/>
                  </a:lnTo>
                  <a:lnTo>
                    <a:pt x="4674" y="14344"/>
                  </a:lnTo>
                  <a:lnTo>
                    <a:pt x="3519" y="14064"/>
                  </a:lnTo>
                  <a:lnTo>
                    <a:pt x="3205" y="14231"/>
                  </a:lnTo>
                  <a:lnTo>
                    <a:pt x="1881" y="16208"/>
                  </a:lnTo>
                  <a:lnTo>
                    <a:pt x="401" y="16820"/>
                  </a:lnTo>
                  <a:lnTo>
                    <a:pt x="0" y="16673"/>
                  </a:lnTo>
                  <a:lnTo>
                    <a:pt x="204" y="14910"/>
                  </a:lnTo>
                  <a:lnTo>
                    <a:pt x="1304" y="13233"/>
                  </a:lnTo>
                  <a:lnTo>
                    <a:pt x="1328" y="11623"/>
                  </a:lnTo>
                  <a:lnTo>
                    <a:pt x="1610" y="10336"/>
                  </a:lnTo>
                  <a:lnTo>
                    <a:pt x="2668" y="9430"/>
                  </a:lnTo>
                  <a:lnTo>
                    <a:pt x="2681" y="7753"/>
                  </a:lnTo>
                  <a:lnTo>
                    <a:pt x="3397" y="6267"/>
                  </a:lnTo>
                  <a:lnTo>
                    <a:pt x="2964" y="3050"/>
                  </a:lnTo>
                  <a:lnTo>
                    <a:pt x="3193" y="158"/>
                  </a:lnTo>
                  <a:lnTo>
                    <a:pt x="5286" y="0"/>
                  </a:lnTo>
                  <a:close/>
                </a:path>
              </a:pathLst>
            </a:custGeom>
            <a:solidFill>
              <a:srgbClr val="E7F2E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7" name="pg1106"/>
            <p:cNvSpPr/>
            <p:nvPr/>
          </p:nvSpPr>
          <p:spPr>
            <a:xfrm>
              <a:off x="5363288" y="4981951"/>
              <a:ext cx="2611" cy="3393"/>
            </a:xfrm>
            <a:custGeom>
              <a:avLst/>
              <a:pathLst>
                <a:path w="2611" h="3393">
                  <a:moveTo>
                    <a:pt x="2611" y="1206"/>
                  </a:moveTo>
                  <a:lnTo>
                    <a:pt x="2546" y="2657"/>
                  </a:lnTo>
                  <a:lnTo>
                    <a:pt x="2402" y="3387"/>
                  </a:lnTo>
                  <a:lnTo>
                    <a:pt x="1980" y="3393"/>
                  </a:lnTo>
                  <a:lnTo>
                    <a:pt x="1345" y="3231"/>
                  </a:lnTo>
                  <a:lnTo>
                    <a:pt x="727" y="2562"/>
                  </a:lnTo>
                  <a:lnTo>
                    <a:pt x="330" y="2752"/>
                  </a:lnTo>
                  <a:lnTo>
                    <a:pt x="0" y="2504"/>
                  </a:lnTo>
                  <a:lnTo>
                    <a:pt x="427" y="868"/>
                  </a:lnTo>
                  <a:lnTo>
                    <a:pt x="1872" y="0"/>
                  </a:lnTo>
                  <a:lnTo>
                    <a:pt x="2430" y="698"/>
                  </a:lnTo>
                  <a:close/>
                </a:path>
              </a:pathLst>
            </a:custGeom>
            <a:solidFill>
              <a:srgbClr val="E7F2E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8" name="pg1107"/>
            <p:cNvSpPr/>
            <p:nvPr/>
          </p:nvSpPr>
          <p:spPr>
            <a:xfrm>
              <a:off x="5367683" y="4969087"/>
              <a:ext cx="1584" cy="3549"/>
            </a:xfrm>
            <a:custGeom>
              <a:avLst/>
              <a:pathLst>
                <a:path w="1584" h="3549">
                  <a:moveTo>
                    <a:pt x="1057" y="0"/>
                  </a:moveTo>
                  <a:lnTo>
                    <a:pt x="1584" y="3549"/>
                  </a:lnTo>
                  <a:lnTo>
                    <a:pt x="468" y="2871"/>
                  </a:lnTo>
                  <a:lnTo>
                    <a:pt x="0" y="1797"/>
                  </a:lnTo>
                  <a:lnTo>
                    <a:pt x="853" y="20"/>
                  </a:lnTo>
                  <a:close/>
                </a:path>
              </a:pathLst>
            </a:custGeom>
            <a:solidFill>
              <a:srgbClr val="E7F2E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9" name="pg1108"/>
            <p:cNvSpPr/>
            <p:nvPr/>
          </p:nvSpPr>
          <p:spPr>
            <a:xfrm>
              <a:off x="1185982" y="4940862"/>
              <a:ext cx="1300" cy="3133"/>
            </a:xfrm>
            <a:custGeom>
              <a:avLst/>
              <a:pathLst>
                <a:path w="1300" h="3133">
                  <a:moveTo>
                    <a:pt x="643" y="2871"/>
                  </a:moveTo>
                  <a:lnTo>
                    <a:pt x="103" y="3133"/>
                  </a:lnTo>
                  <a:lnTo>
                    <a:pt x="179" y="1448"/>
                  </a:lnTo>
                  <a:lnTo>
                    <a:pt x="0" y="360"/>
                  </a:lnTo>
                  <a:lnTo>
                    <a:pt x="909" y="0"/>
                  </a:lnTo>
                  <a:lnTo>
                    <a:pt x="1300" y="1298"/>
                  </a:lnTo>
                  <a:close/>
                </a:path>
              </a:pathLst>
            </a:custGeom>
            <a:solidFill>
              <a:srgbClr val="E7F2E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0" name="pg1109"/>
            <p:cNvSpPr/>
            <p:nvPr/>
          </p:nvSpPr>
          <p:spPr>
            <a:xfrm>
              <a:off x="1178446" y="4925883"/>
              <a:ext cx="8165" cy="11790"/>
            </a:xfrm>
            <a:custGeom>
              <a:avLst/>
              <a:pathLst>
                <a:path w="8165" h="11790">
                  <a:moveTo>
                    <a:pt x="8165" y="672"/>
                  </a:moveTo>
                  <a:lnTo>
                    <a:pt x="7728" y="1439"/>
                  </a:lnTo>
                  <a:lnTo>
                    <a:pt x="6981" y="1396"/>
                  </a:lnTo>
                  <a:lnTo>
                    <a:pt x="5678" y="4409"/>
                  </a:lnTo>
                  <a:lnTo>
                    <a:pt x="5757" y="2158"/>
                  </a:lnTo>
                  <a:lnTo>
                    <a:pt x="5365" y="1281"/>
                  </a:lnTo>
                  <a:lnTo>
                    <a:pt x="4247" y="1491"/>
                  </a:lnTo>
                  <a:lnTo>
                    <a:pt x="4035" y="1985"/>
                  </a:lnTo>
                  <a:lnTo>
                    <a:pt x="4786" y="2579"/>
                  </a:lnTo>
                  <a:lnTo>
                    <a:pt x="4952" y="2911"/>
                  </a:lnTo>
                  <a:lnTo>
                    <a:pt x="4235" y="4213"/>
                  </a:lnTo>
                  <a:lnTo>
                    <a:pt x="4978" y="7006"/>
                  </a:lnTo>
                  <a:lnTo>
                    <a:pt x="5632" y="6911"/>
                  </a:lnTo>
                  <a:lnTo>
                    <a:pt x="6265" y="9092"/>
                  </a:lnTo>
                  <a:lnTo>
                    <a:pt x="6262" y="9776"/>
                  </a:lnTo>
                  <a:lnTo>
                    <a:pt x="4812" y="10616"/>
                  </a:lnTo>
                  <a:lnTo>
                    <a:pt x="4047" y="11790"/>
                  </a:lnTo>
                  <a:lnTo>
                    <a:pt x="3365" y="11741"/>
                  </a:lnTo>
                  <a:lnTo>
                    <a:pt x="3042" y="11513"/>
                  </a:lnTo>
                  <a:lnTo>
                    <a:pt x="2660" y="9412"/>
                  </a:lnTo>
                  <a:lnTo>
                    <a:pt x="2633" y="8529"/>
                  </a:lnTo>
                  <a:lnTo>
                    <a:pt x="3472" y="6989"/>
                  </a:lnTo>
                  <a:lnTo>
                    <a:pt x="3947" y="5419"/>
                  </a:lnTo>
                  <a:lnTo>
                    <a:pt x="3565" y="3970"/>
                  </a:lnTo>
                  <a:lnTo>
                    <a:pt x="2596" y="3032"/>
                  </a:lnTo>
                  <a:lnTo>
                    <a:pt x="483" y="3456"/>
                  </a:lnTo>
                  <a:lnTo>
                    <a:pt x="0" y="3142"/>
                  </a:lnTo>
                  <a:lnTo>
                    <a:pt x="1054" y="1191"/>
                  </a:lnTo>
                  <a:lnTo>
                    <a:pt x="2198" y="1405"/>
                  </a:lnTo>
                  <a:lnTo>
                    <a:pt x="3431" y="0"/>
                  </a:lnTo>
                  <a:close/>
                </a:path>
              </a:pathLst>
            </a:custGeom>
            <a:solidFill>
              <a:srgbClr val="E7F2E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1" name="pg1110"/>
            <p:cNvSpPr/>
            <p:nvPr/>
          </p:nvSpPr>
          <p:spPr>
            <a:xfrm>
              <a:off x="5451631" y="4837100"/>
              <a:ext cx="2237" cy="6169"/>
            </a:xfrm>
            <a:custGeom>
              <a:avLst/>
              <a:pathLst>
                <a:path w="2237" h="6169">
                  <a:moveTo>
                    <a:pt x="1630" y="4452"/>
                  </a:moveTo>
                  <a:lnTo>
                    <a:pt x="0" y="6169"/>
                  </a:lnTo>
                  <a:lnTo>
                    <a:pt x="65" y="4977"/>
                  </a:lnTo>
                  <a:lnTo>
                    <a:pt x="384" y="2383"/>
                  </a:lnTo>
                  <a:lnTo>
                    <a:pt x="1127" y="1073"/>
                  </a:lnTo>
                  <a:lnTo>
                    <a:pt x="1492" y="983"/>
                  </a:lnTo>
                  <a:lnTo>
                    <a:pt x="2237" y="0"/>
                  </a:lnTo>
                  <a:lnTo>
                    <a:pt x="2159" y="2181"/>
                  </a:lnTo>
                  <a:close/>
                </a:path>
              </a:pathLst>
            </a:custGeom>
            <a:solidFill>
              <a:srgbClr val="E7F2E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2" name="pg1111"/>
            <p:cNvSpPr/>
            <p:nvPr/>
          </p:nvSpPr>
          <p:spPr>
            <a:xfrm>
              <a:off x="5362625" y="4830512"/>
              <a:ext cx="96187" cy="181449"/>
            </a:xfrm>
            <a:custGeom>
              <a:avLst/>
              <a:pathLst>
                <a:path w="96187" h="181449">
                  <a:moveTo>
                    <a:pt x="80895" y="23321"/>
                  </a:moveTo>
                  <a:lnTo>
                    <a:pt x="82303" y="23466"/>
                  </a:lnTo>
                  <a:lnTo>
                    <a:pt x="83606" y="21301"/>
                  </a:lnTo>
                  <a:lnTo>
                    <a:pt x="84940" y="19541"/>
                  </a:lnTo>
                  <a:lnTo>
                    <a:pt x="86344" y="18084"/>
                  </a:lnTo>
                  <a:lnTo>
                    <a:pt x="88482" y="14742"/>
                  </a:lnTo>
                  <a:lnTo>
                    <a:pt x="89041" y="14252"/>
                  </a:lnTo>
                  <a:lnTo>
                    <a:pt x="90428" y="13614"/>
                  </a:lnTo>
                  <a:lnTo>
                    <a:pt x="91032" y="12826"/>
                  </a:lnTo>
                  <a:lnTo>
                    <a:pt x="91706" y="12639"/>
                  </a:lnTo>
                  <a:lnTo>
                    <a:pt x="91101" y="14621"/>
                  </a:lnTo>
                  <a:lnTo>
                    <a:pt x="90334" y="15282"/>
                  </a:lnTo>
                  <a:lnTo>
                    <a:pt x="90212" y="15997"/>
                  </a:lnTo>
                  <a:lnTo>
                    <a:pt x="90642" y="17140"/>
                  </a:lnTo>
                  <a:lnTo>
                    <a:pt x="89974" y="18745"/>
                  </a:lnTo>
                  <a:lnTo>
                    <a:pt x="89999" y="20744"/>
                  </a:lnTo>
                  <a:lnTo>
                    <a:pt x="89213" y="23105"/>
                  </a:lnTo>
                  <a:lnTo>
                    <a:pt x="90422" y="22141"/>
                  </a:lnTo>
                  <a:lnTo>
                    <a:pt x="90865" y="20603"/>
                  </a:lnTo>
                  <a:lnTo>
                    <a:pt x="90636" y="19737"/>
                  </a:lnTo>
                  <a:lnTo>
                    <a:pt x="91160" y="18020"/>
                  </a:lnTo>
                  <a:lnTo>
                    <a:pt x="91969" y="17204"/>
                  </a:lnTo>
                  <a:lnTo>
                    <a:pt x="91646" y="15899"/>
                  </a:lnTo>
                  <a:lnTo>
                    <a:pt x="91669" y="14869"/>
                  </a:lnTo>
                  <a:lnTo>
                    <a:pt x="92658" y="15250"/>
                  </a:lnTo>
                  <a:lnTo>
                    <a:pt x="93153" y="15207"/>
                  </a:lnTo>
                  <a:lnTo>
                    <a:pt x="93544" y="14800"/>
                  </a:lnTo>
                  <a:lnTo>
                    <a:pt x="94258" y="14638"/>
                  </a:lnTo>
                  <a:lnTo>
                    <a:pt x="94404" y="15790"/>
                  </a:lnTo>
                  <a:lnTo>
                    <a:pt x="95363" y="15645"/>
                  </a:lnTo>
                  <a:lnTo>
                    <a:pt x="95015" y="17100"/>
                  </a:lnTo>
                  <a:lnTo>
                    <a:pt x="94280" y="18779"/>
                  </a:lnTo>
                  <a:lnTo>
                    <a:pt x="94108" y="19801"/>
                  </a:lnTo>
                  <a:lnTo>
                    <a:pt x="92933" y="21492"/>
                  </a:lnTo>
                  <a:lnTo>
                    <a:pt x="92146" y="22216"/>
                  </a:lnTo>
                  <a:lnTo>
                    <a:pt x="93359" y="22404"/>
                  </a:lnTo>
                  <a:lnTo>
                    <a:pt x="95132" y="20138"/>
                  </a:lnTo>
                  <a:lnTo>
                    <a:pt x="96187" y="18133"/>
                  </a:lnTo>
                  <a:lnTo>
                    <a:pt x="96156" y="20635"/>
                  </a:lnTo>
                  <a:lnTo>
                    <a:pt x="95299" y="22877"/>
                  </a:lnTo>
                  <a:lnTo>
                    <a:pt x="94566" y="24294"/>
                  </a:lnTo>
                  <a:lnTo>
                    <a:pt x="93742" y="24732"/>
                  </a:lnTo>
                  <a:lnTo>
                    <a:pt x="92920" y="25881"/>
                  </a:lnTo>
                  <a:lnTo>
                    <a:pt x="92521" y="27759"/>
                  </a:lnTo>
                  <a:lnTo>
                    <a:pt x="92565" y="29006"/>
                  </a:lnTo>
                  <a:lnTo>
                    <a:pt x="92802" y="29996"/>
                  </a:lnTo>
                  <a:lnTo>
                    <a:pt x="93640" y="31669"/>
                  </a:lnTo>
                  <a:lnTo>
                    <a:pt x="92696" y="34890"/>
                  </a:lnTo>
                  <a:lnTo>
                    <a:pt x="93747" y="34489"/>
                  </a:lnTo>
                  <a:lnTo>
                    <a:pt x="94322" y="35095"/>
                  </a:lnTo>
                  <a:lnTo>
                    <a:pt x="95127" y="36953"/>
                  </a:lnTo>
                  <a:lnTo>
                    <a:pt x="94642" y="39094"/>
                  </a:lnTo>
                  <a:lnTo>
                    <a:pt x="94302" y="40191"/>
                  </a:lnTo>
                  <a:lnTo>
                    <a:pt x="92252" y="44707"/>
                  </a:lnTo>
                  <a:lnTo>
                    <a:pt x="91358" y="46998"/>
                  </a:lnTo>
                  <a:lnTo>
                    <a:pt x="90311" y="48464"/>
                  </a:lnTo>
                  <a:lnTo>
                    <a:pt x="90325" y="50871"/>
                  </a:lnTo>
                  <a:lnTo>
                    <a:pt x="89724" y="52622"/>
                  </a:lnTo>
                  <a:lnTo>
                    <a:pt x="86670" y="58621"/>
                  </a:lnTo>
                  <a:lnTo>
                    <a:pt x="86133" y="59923"/>
                  </a:lnTo>
                  <a:lnTo>
                    <a:pt x="83725" y="69463"/>
                  </a:lnTo>
                  <a:lnTo>
                    <a:pt x="82185" y="73474"/>
                  </a:lnTo>
                  <a:lnTo>
                    <a:pt x="81303" y="74839"/>
                  </a:lnTo>
                  <a:lnTo>
                    <a:pt x="80371" y="75947"/>
                  </a:lnTo>
                  <a:lnTo>
                    <a:pt x="78135" y="77837"/>
                  </a:lnTo>
                  <a:lnTo>
                    <a:pt x="77149" y="80010"/>
                  </a:lnTo>
                  <a:lnTo>
                    <a:pt x="76059" y="81813"/>
                  </a:lnTo>
                  <a:lnTo>
                    <a:pt x="74907" y="82217"/>
                  </a:lnTo>
                  <a:lnTo>
                    <a:pt x="74943" y="83017"/>
                  </a:lnTo>
                  <a:lnTo>
                    <a:pt x="75681" y="83464"/>
                  </a:lnTo>
                  <a:lnTo>
                    <a:pt x="76256" y="84650"/>
                  </a:lnTo>
                  <a:lnTo>
                    <a:pt x="75829" y="85977"/>
                  </a:lnTo>
                  <a:lnTo>
                    <a:pt x="75007" y="86811"/>
                  </a:lnTo>
                  <a:lnTo>
                    <a:pt x="74153" y="87051"/>
                  </a:lnTo>
                  <a:lnTo>
                    <a:pt x="73720" y="87899"/>
                  </a:lnTo>
                  <a:lnTo>
                    <a:pt x="75753" y="87296"/>
                  </a:lnTo>
                  <a:lnTo>
                    <a:pt x="76326" y="87992"/>
                  </a:lnTo>
                  <a:lnTo>
                    <a:pt x="76433" y="89452"/>
                  </a:lnTo>
                  <a:lnTo>
                    <a:pt x="76645" y="90771"/>
                  </a:lnTo>
                  <a:lnTo>
                    <a:pt x="77137" y="92516"/>
                  </a:lnTo>
                  <a:lnTo>
                    <a:pt x="78846" y="93627"/>
                  </a:lnTo>
                  <a:lnTo>
                    <a:pt x="80382" y="94147"/>
                  </a:lnTo>
                  <a:lnTo>
                    <a:pt x="80684" y="94955"/>
                  </a:lnTo>
                  <a:lnTo>
                    <a:pt x="80914" y="97742"/>
                  </a:lnTo>
                  <a:lnTo>
                    <a:pt x="80634" y="99110"/>
                  </a:lnTo>
                  <a:lnTo>
                    <a:pt x="80289" y="100010"/>
                  </a:lnTo>
                  <a:lnTo>
                    <a:pt x="79773" y="100331"/>
                  </a:lnTo>
                  <a:lnTo>
                    <a:pt x="78521" y="100507"/>
                  </a:lnTo>
                  <a:lnTo>
                    <a:pt x="77267" y="99878"/>
                  </a:lnTo>
                  <a:lnTo>
                    <a:pt x="76434" y="98192"/>
                  </a:lnTo>
                  <a:lnTo>
                    <a:pt x="74062" y="98732"/>
                  </a:lnTo>
                  <a:lnTo>
                    <a:pt x="73429" y="99096"/>
                  </a:lnTo>
                  <a:lnTo>
                    <a:pt x="73103" y="98793"/>
                  </a:lnTo>
                  <a:lnTo>
                    <a:pt x="74417" y="97024"/>
                  </a:lnTo>
                  <a:lnTo>
                    <a:pt x="73728" y="96017"/>
                  </a:lnTo>
                  <a:lnTo>
                    <a:pt x="73156" y="95638"/>
                  </a:lnTo>
                  <a:lnTo>
                    <a:pt x="72538" y="96224"/>
                  </a:lnTo>
                  <a:lnTo>
                    <a:pt x="72123" y="97151"/>
                  </a:lnTo>
                  <a:lnTo>
                    <a:pt x="71997" y="98680"/>
                  </a:lnTo>
                  <a:lnTo>
                    <a:pt x="71572" y="99560"/>
                  </a:lnTo>
                  <a:lnTo>
                    <a:pt x="70916" y="99811"/>
                  </a:lnTo>
                  <a:lnTo>
                    <a:pt x="69992" y="98544"/>
                  </a:lnTo>
                  <a:lnTo>
                    <a:pt x="69079" y="96729"/>
                  </a:lnTo>
                  <a:lnTo>
                    <a:pt x="67735" y="94903"/>
                  </a:lnTo>
                  <a:lnTo>
                    <a:pt x="67939" y="96034"/>
                  </a:lnTo>
                  <a:lnTo>
                    <a:pt x="68974" y="98804"/>
                  </a:lnTo>
                  <a:lnTo>
                    <a:pt x="69493" y="100642"/>
                  </a:lnTo>
                  <a:lnTo>
                    <a:pt x="68286" y="102108"/>
                  </a:lnTo>
                  <a:lnTo>
                    <a:pt x="67029" y="103251"/>
                  </a:lnTo>
                  <a:lnTo>
                    <a:pt x="65969" y="103920"/>
                  </a:lnTo>
                  <a:lnTo>
                    <a:pt x="64967" y="104965"/>
                  </a:lnTo>
                  <a:lnTo>
                    <a:pt x="63792" y="106595"/>
                  </a:lnTo>
                  <a:lnTo>
                    <a:pt x="63146" y="107178"/>
                  </a:lnTo>
                  <a:lnTo>
                    <a:pt x="61425" y="107213"/>
                  </a:lnTo>
                  <a:lnTo>
                    <a:pt x="60508" y="107729"/>
                  </a:lnTo>
                  <a:lnTo>
                    <a:pt x="60203" y="109882"/>
                  </a:lnTo>
                  <a:lnTo>
                    <a:pt x="59558" y="111250"/>
                  </a:lnTo>
                  <a:lnTo>
                    <a:pt x="58048" y="111521"/>
                  </a:lnTo>
                  <a:lnTo>
                    <a:pt x="58592" y="111951"/>
                  </a:lnTo>
                  <a:lnTo>
                    <a:pt x="58929" y="112635"/>
                  </a:lnTo>
                  <a:lnTo>
                    <a:pt x="57930" y="119116"/>
                  </a:lnTo>
                  <a:lnTo>
                    <a:pt x="57712" y="121806"/>
                  </a:lnTo>
                  <a:lnTo>
                    <a:pt x="57526" y="126405"/>
                  </a:lnTo>
                  <a:lnTo>
                    <a:pt x="56897" y="130673"/>
                  </a:lnTo>
                  <a:lnTo>
                    <a:pt x="55103" y="130647"/>
                  </a:lnTo>
                  <a:lnTo>
                    <a:pt x="55393" y="131403"/>
                  </a:lnTo>
                  <a:lnTo>
                    <a:pt x="56750" y="132607"/>
                  </a:lnTo>
                  <a:lnTo>
                    <a:pt x="56495" y="134425"/>
                  </a:lnTo>
                  <a:lnTo>
                    <a:pt x="55002" y="137740"/>
                  </a:lnTo>
                  <a:lnTo>
                    <a:pt x="54379" y="139659"/>
                  </a:lnTo>
                  <a:lnTo>
                    <a:pt x="53773" y="144314"/>
                  </a:lnTo>
                  <a:lnTo>
                    <a:pt x="52863" y="148605"/>
                  </a:lnTo>
                  <a:lnTo>
                    <a:pt x="51465" y="153484"/>
                  </a:lnTo>
                  <a:lnTo>
                    <a:pt x="51455" y="154361"/>
                  </a:lnTo>
                  <a:lnTo>
                    <a:pt x="51944" y="155605"/>
                  </a:lnTo>
                  <a:lnTo>
                    <a:pt x="52537" y="156682"/>
                  </a:lnTo>
                  <a:lnTo>
                    <a:pt x="52570" y="158199"/>
                  </a:lnTo>
                  <a:lnTo>
                    <a:pt x="52388" y="158999"/>
                  </a:lnTo>
                  <a:lnTo>
                    <a:pt x="51724" y="159209"/>
                  </a:lnTo>
                  <a:lnTo>
                    <a:pt x="51144" y="159732"/>
                  </a:lnTo>
                  <a:lnTo>
                    <a:pt x="48035" y="161071"/>
                  </a:lnTo>
                  <a:lnTo>
                    <a:pt x="47016" y="162571"/>
                  </a:lnTo>
                  <a:lnTo>
                    <a:pt x="46179" y="165255"/>
                  </a:lnTo>
                  <a:lnTo>
                    <a:pt x="45196" y="167566"/>
                  </a:lnTo>
                  <a:lnTo>
                    <a:pt x="41931" y="172694"/>
                  </a:lnTo>
                  <a:lnTo>
                    <a:pt x="40011" y="176991"/>
                  </a:lnTo>
                  <a:lnTo>
                    <a:pt x="39626" y="178220"/>
                  </a:lnTo>
                  <a:lnTo>
                    <a:pt x="39108" y="179115"/>
                  </a:lnTo>
                  <a:lnTo>
                    <a:pt x="34912" y="181149"/>
                  </a:lnTo>
                  <a:lnTo>
                    <a:pt x="31942" y="181449"/>
                  </a:lnTo>
                  <a:lnTo>
                    <a:pt x="30324" y="180927"/>
                  </a:lnTo>
                  <a:lnTo>
                    <a:pt x="28763" y="179900"/>
                  </a:lnTo>
                  <a:lnTo>
                    <a:pt x="27898" y="179548"/>
                  </a:lnTo>
                  <a:lnTo>
                    <a:pt x="26248" y="180176"/>
                  </a:lnTo>
                  <a:lnTo>
                    <a:pt x="25527" y="180869"/>
                  </a:lnTo>
                  <a:lnTo>
                    <a:pt x="24237" y="180185"/>
                  </a:lnTo>
                  <a:lnTo>
                    <a:pt x="23210" y="180702"/>
                  </a:lnTo>
                  <a:lnTo>
                    <a:pt x="22907" y="180200"/>
                  </a:lnTo>
                  <a:lnTo>
                    <a:pt x="22522" y="178939"/>
                  </a:lnTo>
                  <a:lnTo>
                    <a:pt x="22734" y="177265"/>
                  </a:lnTo>
                  <a:lnTo>
                    <a:pt x="22450" y="176027"/>
                  </a:lnTo>
                  <a:lnTo>
                    <a:pt x="21797" y="175187"/>
                  </a:lnTo>
                  <a:lnTo>
                    <a:pt x="21359" y="174212"/>
                  </a:lnTo>
                  <a:lnTo>
                    <a:pt x="20858" y="173516"/>
                  </a:lnTo>
                  <a:lnTo>
                    <a:pt x="19496" y="173242"/>
                  </a:lnTo>
                  <a:lnTo>
                    <a:pt x="17339" y="173681"/>
                  </a:lnTo>
                  <a:lnTo>
                    <a:pt x="16627" y="173635"/>
                  </a:lnTo>
                  <a:lnTo>
                    <a:pt x="15166" y="169526"/>
                  </a:lnTo>
                  <a:lnTo>
                    <a:pt x="14680" y="168516"/>
                  </a:lnTo>
                  <a:lnTo>
                    <a:pt x="12940" y="167203"/>
                  </a:lnTo>
                  <a:lnTo>
                    <a:pt x="12345" y="167384"/>
                  </a:lnTo>
                  <a:lnTo>
                    <a:pt x="11414" y="169577"/>
                  </a:lnTo>
                  <a:lnTo>
                    <a:pt x="10862" y="169950"/>
                  </a:lnTo>
                  <a:lnTo>
                    <a:pt x="7588" y="170183"/>
                  </a:lnTo>
                  <a:lnTo>
                    <a:pt x="4303" y="169476"/>
                  </a:lnTo>
                  <a:lnTo>
                    <a:pt x="3094" y="168660"/>
                  </a:lnTo>
                  <a:lnTo>
                    <a:pt x="2857" y="166764"/>
                  </a:lnTo>
                  <a:lnTo>
                    <a:pt x="5351" y="161550"/>
                  </a:lnTo>
                  <a:lnTo>
                    <a:pt x="4616" y="162248"/>
                  </a:lnTo>
                  <a:lnTo>
                    <a:pt x="3078" y="164372"/>
                  </a:lnTo>
                  <a:lnTo>
                    <a:pt x="2099" y="164046"/>
                  </a:lnTo>
                  <a:lnTo>
                    <a:pt x="3038" y="161729"/>
                  </a:lnTo>
                  <a:lnTo>
                    <a:pt x="3121" y="160695"/>
                  </a:lnTo>
                  <a:lnTo>
                    <a:pt x="2929" y="159544"/>
                  </a:lnTo>
                  <a:lnTo>
                    <a:pt x="1646" y="161495"/>
                  </a:lnTo>
                  <a:lnTo>
                    <a:pt x="189" y="161746"/>
                  </a:lnTo>
                  <a:lnTo>
                    <a:pt x="0" y="159939"/>
                  </a:lnTo>
                  <a:lnTo>
                    <a:pt x="129" y="157844"/>
                  </a:lnTo>
                  <a:lnTo>
                    <a:pt x="429" y="157250"/>
                  </a:lnTo>
                  <a:lnTo>
                    <a:pt x="4367" y="156151"/>
                  </a:lnTo>
                  <a:lnTo>
                    <a:pt x="5787" y="155432"/>
                  </a:lnTo>
                  <a:lnTo>
                    <a:pt x="6406" y="154307"/>
                  </a:lnTo>
                  <a:lnTo>
                    <a:pt x="4050" y="153920"/>
                  </a:lnTo>
                  <a:lnTo>
                    <a:pt x="3900" y="152341"/>
                  </a:lnTo>
                  <a:lnTo>
                    <a:pt x="4240" y="151078"/>
                  </a:lnTo>
                  <a:lnTo>
                    <a:pt x="6254" y="148977"/>
                  </a:lnTo>
                  <a:lnTo>
                    <a:pt x="4770" y="149514"/>
                  </a:lnTo>
                  <a:lnTo>
                    <a:pt x="3124" y="149326"/>
                  </a:lnTo>
                  <a:lnTo>
                    <a:pt x="3234" y="147107"/>
                  </a:lnTo>
                  <a:lnTo>
                    <a:pt x="3664" y="145370"/>
                  </a:lnTo>
                  <a:lnTo>
                    <a:pt x="5390" y="145318"/>
                  </a:lnTo>
                  <a:lnTo>
                    <a:pt x="4850" y="144126"/>
                  </a:lnTo>
                  <a:lnTo>
                    <a:pt x="4772" y="142461"/>
                  </a:lnTo>
                  <a:lnTo>
                    <a:pt x="5252" y="142349"/>
                  </a:lnTo>
                  <a:lnTo>
                    <a:pt x="7001" y="144588"/>
                  </a:lnTo>
                  <a:lnTo>
                    <a:pt x="8263" y="145407"/>
                  </a:lnTo>
                  <a:lnTo>
                    <a:pt x="7732" y="143722"/>
                  </a:lnTo>
                  <a:lnTo>
                    <a:pt x="7801" y="142660"/>
                  </a:lnTo>
                  <a:lnTo>
                    <a:pt x="8137" y="142184"/>
                  </a:lnTo>
                  <a:lnTo>
                    <a:pt x="9170" y="141844"/>
                  </a:lnTo>
                  <a:lnTo>
                    <a:pt x="8887" y="141546"/>
                  </a:lnTo>
                  <a:lnTo>
                    <a:pt x="7918" y="141119"/>
                  </a:lnTo>
                  <a:lnTo>
                    <a:pt x="6766" y="139838"/>
                  </a:lnTo>
                  <a:lnTo>
                    <a:pt x="6642" y="138485"/>
                  </a:lnTo>
                  <a:lnTo>
                    <a:pt x="6681" y="136918"/>
                  </a:lnTo>
                  <a:lnTo>
                    <a:pt x="7925" y="134765"/>
                  </a:lnTo>
                  <a:lnTo>
                    <a:pt x="8659" y="136046"/>
                  </a:lnTo>
                  <a:lnTo>
                    <a:pt x="9528" y="135694"/>
                  </a:lnTo>
                  <a:lnTo>
                    <a:pt x="8865" y="134687"/>
                  </a:lnTo>
                  <a:lnTo>
                    <a:pt x="8460" y="133178"/>
                  </a:lnTo>
                  <a:lnTo>
                    <a:pt x="8737" y="132185"/>
                  </a:lnTo>
                  <a:lnTo>
                    <a:pt x="11371" y="128180"/>
                  </a:lnTo>
                  <a:lnTo>
                    <a:pt x="12048" y="132032"/>
                  </a:lnTo>
                  <a:lnTo>
                    <a:pt x="12206" y="130754"/>
                  </a:lnTo>
                  <a:lnTo>
                    <a:pt x="12242" y="129539"/>
                  </a:lnTo>
                  <a:lnTo>
                    <a:pt x="11926" y="128486"/>
                  </a:lnTo>
                  <a:lnTo>
                    <a:pt x="11971" y="127424"/>
                  </a:lnTo>
                  <a:lnTo>
                    <a:pt x="12276" y="126509"/>
                  </a:lnTo>
                  <a:lnTo>
                    <a:pt x="13406" y="125606"/>
                  </a:lnTo>
                  <a:lnTo>
                    <a:pt x="14874" y="122666"/>
                  </a:lnTo>
                  <a:lnTo>
                    <a:pt x="15957" y="121298"/>
                  </a:lnTo>
                  <a:lnTo>
                    <a:pt x="16839" y="122175"/>
                  </a:lnTo>
                  <a:lnTo>
                    <a:pt x="17444" y="123358"/>
                  </a:lnTo>
                  <a:lnTo>
                    <a:pt x="17353" y="122184"/>
                  </a:lnTo>
                  <a:lnTo>
                    <a:pt x="16925" y="121211"/>
                  </a:lnTo>
                  <a:lnTo>
                    <a:pt x="16805" y="118510"/>
                  </a:lnTo>
                  <a:lnTo>
                    <a:pt x="18777" y="114317"/>
                  </a:lnTo>
                  <a:lnTo>
                    <a:pt x="20944" y="110324"/>
                  </a:lnTo>
                  <a:lnTo>
                    <a:pt x="23021" y="106139"/>
                  </a:lnTo>
                  <a:lnTo>
                    <a:pt x="24128" y="104619"/>
                  </a:lnTo>
                  <a:lnTo>
                    <a:pt x="26486" y="102893"/>
                  </a:lnTo>
                  <a:lnTo>
                    <a:pt x="27996" y="103612"/>
                  </a:lnTo>
                  <a:lnTo>
                    <a:pt x="28381" y="103479"/>
                  </a:lnTo>
                  <a:lnTo>
                    <a:pt x="30623" y="100463"/>
                  </a:lnTo>
                  <a:lnTo>
                    <a:pt x="31551" y="99681"/>
                  </a:lnTo>
                  <a:lnTo>
                    <a:pt x="32397" y="100758"/>
                  </a:lnTo>
                  <a:lnTo>
                    <a:pt x="32921" y="101147"/>
                  </a:lnTo>
                  <a:lnTo>
                    <a:pt x="32394" y="98391"/>
                  </a:lnTo>
                  <a:lnTo>
                    <a:pt x="32806" y="97128"/>
                  </a:lnTo>
                  <a:lnTo>
                    <a:pt x="34678" y="94897"/>
                  </a:lnTo>
                  <a:lnTo>
                    <a:pt x="37019" y="92594"/>
                  </a:lnTo>
                  <a:lnTo>
                    <a:pt x="38802" y="91636"/>
                  </a:lnTo>
                  <a:lnTo>
                    <a:pt x="40115" y="90078"/>
                  </a:lnTo>
                  <a:lnTo>
                    <a:pt x="40903" y="90035"/>
                  </a:lnTo>
                  <a:lnTo>
                    <a:pt x="40783" y="88857"/>
                  </a:lnTo>
                  <a:lnTo>
                    <a:pt x="40917" y="87729"/>
                  </a:lnTo>
                  <a:lnTo>
                    <a:pt x="41597" y="87807"/>
                  </a:lnTo>
                  <a:lnTo>
                    <a:pt x="41806" y="87363"/>
                  </a:lnTo>
                  <a:lnTo>
                    <a:pt x="41209" y="86754"/>
                  </a:lnTo>
                  <a:lnTo>
                    <a:pt x="43142" y="84491"/>
                  </a:lnTo>
                  <a:lnTo>
                    <a:pt x="44191" y="81998"/>
                  </a:lnTo>
                  <a:lnTo>
                    <a:pt x="44741" y="81482"/>
                  </a:lnTo>
                  <a:lnTo>
                    <a:pt x="45239" y="80728"/>
                  </a:lnTo>
                  <a:lnTo>
                    <a:pt x="45855" y="79009"/>
                  </a:lnTo>
                  <a:lnTo>
                    <a:pt x="46584" y="78440"/>
                  </a:lnTo>
                  <a:lnTo>
                    <a:pt x="47263" y="78706"/>
                  </a:lnTo>
                  <a:lnTo>
                    <a:pt x="47755" y="79551"/>
                  </a:lnTo>
                  <a:lnTo>
                    <a:pt x="47489" y="78146"/>
                  </a:lnTo>
                  <a:lnTo>
                    <a:pt x="46618" y="77346"/>
                  </a:lnTo>
                  <a:lnTo>
                    <a:pt x="47552" y="76123"/>
                  </a:lnTo>
                  <a:lnTo>
                    <a:pt x="48518" y="75280"/>
                  </a:lnTo>
                  <a:lnTo>
                    <a:pt x="49458" y="75895"/>
                  </a:lnTo>
                  <a:lnTo>
                    <a:pt x="50384" y="76879"/>
                  </a:lnTo>
                  <a:lnTo>
                    <a:pt x="49458" y="75370"/>
                  </a:lnTo>
                  <a:lnTo>
                    <a:pt x="49309" y="74432"/>
                  </a:lnTo>
                  <a:lnTo>
                    <a:pt x="50429" y="73353"/>
                  </a:lnTo>
                  <a:lnTo>
                    <a:pt x="51037" y="73021"/>
                  </a:lnTo>
                  <a:lnTo>
                    <a:pt x="51888" y="75047"/>
                  </a:lnTo>
                  <a:lnTo>
                    <a:pt x="51767" y="73442"/>
                  </a:lnTo>
                  <a:lnTo>
                    <a:pt x="51965" y="72019"/>
                  </a:lnTo>
                  <a:lnTo>
                    <a:pt x="53169" y="69694"/>
                  </a:lnTo>
                  <a:lnTo>
                    <a:pt x="54748" y="65844"/>
                  </a:lnTo>
                  <a:lnTo>
                    <a:pt x="55254" y="67183"/>
                  </a:lnTo>
                  <a:lnTo>
                    <a:pt x="55331" y="68811"/>
                  </a:lnTo>
                  <a:lnTo>
                    <a:pt x="55257" y="70770"/>
                  </a:lnTo>
                  <a:lnTo>
                    <a:pt x="55582" y="70092"/>
                  </a:lnTo>
                  <a:lnTo>
                    <a:pt x="55694" y="68311"/>
                  </a:lnTo>
                  <a:lnTo>
                    <a:pt x="55452" y="65186"/>
                  </a:lnTo>
                  <a:lnTo>
                    <a:pt x="57425" y="59406"/>
                  </a:lnTo>
                  <a:lnTo>
                    <a:pt x="57811" y="58760"/>
                  </a:lnTo>
                  <a:lnTo>
                    <a:pt x="58247" y="58367"/>
                  </a:lnTo>
                  <a:lnTo>
                    <a:pt x="58934" y="58215"/>
                  </a:lnTo>
                  <a:lnTo>
                    <a:pt x="58723" y="57340"/>
                  </a:lnTo>
                  <a:lnTo>
                    <a:pt x="58189" y="56495"/>
                  </a:lnTo>
                  <a:lnTo>
                    <a:pt x="58728" y="53557"/>
                  </a:lnTo>
                  <a:lnTo>
                    <a:pt x="59047" y="50204"/>
                  </a:lnTo>
                  <a:lnTo>
                    <a:pt x="59505" y="46981"/>
                  </a:lnTo>
                  <a:lnTo>
                    <a:pt x="60241" y="43821"/>
                  </a:lnTo>
                  <a:lnTo>
                    <a:pt x="61040" y="38552"/>
                  </a:lnTo>
                  <a:lnTo>
                    <a:pt x="61651" y="37452"/>
                  </a:lnTo>
                  <a:lnTo>
                    <a:pt x="63307" y="37074"/>
                  </a:lnTo>
                  <a:lnTo>
                    <a:pt x="64031" y="36333"/>
                  </a:lnTo>
                  <a:lnTo>
                    <a:pt x="65238" y="34428"/>
                  </a:lnTo>
                  <a:lnTo>
                    <a:pt x="66669" y="30986"/>
                  </a:lnTo>
                  <a:lnTo>
                    <a:pt x="67433" y="28210"/>
                  </a:lnTo>
                  <a:lnTo>
                    <a:pt x="68440" y="21024"/>
                  </a:lnTo>
                  <a:lnTo>
                    <a:pt x="69001" y="13510"/>
                  </a:lnTo>
                  <a:lnTo>
                    <a:pt x="70626" y="7938"/>
                  </a:lnTo>
                  <a:lnTo>
                    <a:pt x="73007" y="3904"/>
                  </a:lnTo>
                  <a:lnTo>
                    <a:pt x="75109" y="833"/>
                  </a:lnTo>
                  <a:lnTo>
                    <a:pt x="75968" y="196"/>
                  </a:lnTo>
                  <a:lnTo>
                    <a:pt x="77419" y="0"/>
                  </a:lnTo>
                  <a:lnTo>
                    <a:pt x="78802" y="848"/>
                  </a:lnTo>
                  <a:lnTo>
                    <a:pt x="76230" y="1587"/>
                  </a:lnTo>
                  <a:lnTo>
                    <a:pt x="75968" y="3407"/>
                  </a:lnTo>
                  <a:lnTo>
                    <a:pt x="75886" y="5251"/>
                  </a:lnTo>
                  <a:lnTo>
                    <a:pt x="76185" y="6902"/>
                  </a:lnTo>
                  <a:lnTo>
                    <a:pt x="76647" y="8374"/>
                  </a:lnTo>
                  <a:lnTo>
                    <a:pt x="77894" y="9759"/>
                  </a:lnTo>
                  <a:lnTo>
                    <a:pt x="79351" y="10584"/>
                  </a:lnTo>
                  <a:lnTo>
                    <a:pt x="80004" y="13698"/>
                  </a:lnTo>
                  <a:lnTo>
                    <a:pt x="80124" y="17391"/>
                  </a:lnTo>
                  <a:lnTo>
                    <a:pt x="80326" y="20560"/>
                  </a:lnTo>
                  <a:close/>
                </a:path>
              </a:pathLst>
            </a:custGeom>
            <a:solidFill>
              <a:srgbClr val="E7F2E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3" name="pg1112"/>
            <p:cNvSpPr/>
            <p:nvPr/>
          </p:nvSpPr>
          <p:spPr>
            <a:xfrm>
              <a:off x="5470591" y="4699931"/>
              <a:ext cx="2614" cy="7771"/>
            </a:xfrm>
            <a:custGeom>
              <a:avLst/>
              <a:pathLst>
                <a:path w="2614" h="7771">
                  <a:moveTo>
                    <a:pt x="2517" y="6157"/>
                  </a:moveTo>
                  <a:lnTo>
                    <a:pt x="2614" y="7771"/>
                  </a:lnTo>
                  <a:lnTo>
                    <a:pt x="1681" y="7196"/>
                  </a:lnTo>
                  <a:lnTo>
                    <a:pt x="1316" y="5979"/>
                  </a:lnTo>
                  <a:lnTo>
                    <a:pt x="270" y="4720"/>
                  </a:lnTo>
                  <a:lnTo>
                    <a:pt x="116" y="4339"/>
                  </a:lnTo>
                  <a:lnTo>
                    <a:pt x="0" y="1887"/>
                  </a:lnTo>
                  <a:lnTo>
                    <a:pt x="548" y="706"/>
                  </a:lnTo>
                  <a:lnTo>
                    <a:pt x="644" y="201"/>
                  </a:lnTo>
                  <a:lnTo>
                    <a:pt x="886" y="0"/>
                  </a:lnTo>
                  <a:lnTo>
                    <a:pt x="1312" y="1292"/>
                  </a:lnTo>
                  <a:lnTo>
                    <a:pt x="2144" y="3133"/>
                  </a:lnTo>
                  <a:close/>
                </a:path>
              </a:pathLst>
            </a:custGeom>
            <a:solidFill>
              <a:srgbClr val="E7F2E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4" name="pg1113"/>
            <p:cNvSpPr/>
            <p:nvPr/>
          </p:nvSpPr>
          <p:spPr>
            <a:xfrm>
              <a:off x="5438531" y="4651417"/>
              <a:ext cx="71054" cy="212207"/>
            </a:xfrm>
            <a:custGeom>
              <a:avLst/>
              <a:pathLst>
                <a:path w="71054" h="212207">
                  <a:moveTo>
                    <a:pt x="6867" y="14941"/>
                  </a:moveTo>
                  <a:lnTo>
                    <a:pt x="7051" y="16295"/>
                  </a:lnTo>
                  <a:lnTo>
                    <a:pt x="7726" y="15331"/>
                  </a:lnTo>
                  <a:lnTo>
                    <a:pt x="8230" y="13810"/>
                  </a:lnTo>
                  <a:lnTo>
                    <a:pt x="9041" y="12269"/>
                  </a:lnTo>
                  <a:lnTo>
                    <a:pt x="8929" y="14757"/>
                  </a:lnTo>
                  <a:lnTo>
                    <a:pt x="9344" y="15302"/>
                  </a:lnTo>
                  <a:lnTo>
                    <a:pt x="12038" y="17036"/>
                  </a:lnTo>
                  <a:lnTo>
                    <a:pt x="12593" y="18482"/>
                  </a:lnTo>
                  <a:lnTo>
                    <a:pt x="13165" y="18895"/>
                  </a:lnTo>
                  <a:lnTo>
                    <a:pt x="13489" y="18087"/>
                  </a:lnTo>
                  <a:lnTo>
                    <a:pt x="13869" y="17645"/>
                  </a:lnTo>
                  <a:lnTo>
                    <a:pt x="14842" y="18557"/>
                  </a:lnTo>
                  <a:lnTo>
                    <a:pt x="17038" y="21091"/>
                  </a:lnTo>
                  <a:lnTo>
                    <a:pt x="17220" y="21962"/>
                  </a:lnTo>
                  <a:lnTo>
                    <a:pt x="17108" y="23264"/>
                  </a:lnTo>
                  <a:lnTo>
                    <a:pt x="17218" y="24637"/>
                  </a:lnTo>
                  <a:lnTo>
                    <a:pt x="17515" y="25734"/>
                  </a:lnTo>
                  <a:lnTo>
                    <a:pt x="18247" y="25988"/>
                  </a:lnTo>
                  <a:lnTo>
                    <a:pt x="19218" y="24360"/>
                  </a:lnTo>
                  <a:lnTo>
                    <a:pt x="19674" y="24158"/>
                  </a:lnTo>
                  <a:lnTo>
                    <a:pt x="20320" y="26458"/>
                  </a:lnTo>
                  <a:lnTo>
                    <a:pt x="20462" y="27716"/>
                  </a:lnTo>
                  <a:lnTo>
                    <a:pt x="20879" y="29006"/>
                  </a:lnTo>
                  <a:lnTo>
                    <a:pt x="21434" y="30287"/>
                  </a:lnTo>
                  <a:lnTo>
                    <a:pt x="22394" y="34068"/>
                  </a:lnTo>
                  <a:lnTo>
                    <a:pt x="22251" y="35395"/>
                  </a:lnTo>
                  <a:lnTo>
                    <a:pt x="21969" y="36590"/>
                  </a:lnTo>
                  <a:lnTo>
                    <a:pt x="22847" y="40081"/>
                  </a:lnTo>
                  <a:lnTo>
                    <a:pt x="22272" y="40324"/>
                  </a:lnTo>
                  <a:lnTo>
                    <a:pt x="20536" y="39732"/>
                  </a:lnTo>
                  <a:lnTo>
                    <a:pt x="20594" y="40430"/>
                  </a:lnTo>
                  <a:lnTo>
                    <a:pt x="21605" y="42993"/>
                  </a:lnTo>
                  <a:lnTo>
                    <a:pt x="22458" y="46614"/>
                  </a:lnTo>
                  <a:lnTo>
                    <a:pt x="23142" y="48799"/>
                  </a:lnTo>
                  <a:lnTo>
                    <a:pt x="25546" y="55563"/>
                  </a:lnTo>
                  <a:lnTo>
                    <a:pt x="25185" y="57969"/>
                  </a:lnTo>
                  <a:lnTo>
                    <a:pt x="25241" y="59556"/>
                  </a:lnTo>
                  <a:lnTo>
                    <a:pt x="24932" y="60921"/>
                  </a:lnTo>
                  <a:lnTo>
                    <a:pt x="25755" y="64505"/>
                  </a:lnTo>
                  <a:lnTo>
                    <a:pt x="25242" y="65619"/>
                  </a:lnTo>
                  <a:lnTo>
                    <a:pt x="24901" y="69290"/>
                  </a:lnTo>
                  <a:lnTo>
                    <a:pt x="24529" y="69933"/>
                  </a:lnTo>
                  <a:lnTo>
                    <a:pt x="24575" y="71275"/>
                  </a:lnTo>
                  <a:lnTo>
                    <a:pt x="25544" y="71630"/>
                  </a:lnTo>
                  <a:lnTo>
                    <a:pt x="26128" y="72201"/>
                  </a:lnTo>
                  <a:lnTo>
                    <a:pt x="26634" y="73289"/>
                  </a:lnTo>
                  <a:lnTo>
                    <a:pt x="26948" y="71979"/>
                  </a:lnTo>
                  <a:lnTo>
                    <a:pt x="27373" y="71621"/>
                  </a:lnTo>
                  <a:lnTo>
                    <a:pt x="28531" y="73373"/>
                  </a:lnTo>
                  <a:lnTo>
                    <a:pt x="30945" y="75119"/>
                  </a:lnTo>
                  <a:lnTo>
                    <a:pt x="31608" y="75768"/>
                  </a:lnTo>
                  <a:lnTo>
                    <a:pt x="31936" y="77176"/>
                  </a:lnTo>
                  <a:lnTo>
                    <a:pt x="32183" y="80581"/>
                  </a:lnTo>
                  <a:lnTo>
                    <a:pt x="32654" y="82082"/>
                  </a:lnTo>
                  <a:lnTo>
                    <a:pt x="33575" y="82370"/>
                  </a:lnTo>
                  <a:lnTo>
                    <a:pt x="34569" y="81917"/>
                  </a:lnTo>
                  <a:lnTo>
                    <a:pt x="34882" y="80676"/>
                  </a:lnTo>
                  <a:lnTo>
                    <a:pt x="34684" y="77341"/>
                  </a:lnTo>
                  <a:lnTo>
                    <a:pt x="33968" y="71999"/>
                  </a:lnTo>
                  <a:lnTo>
                    <a:pt x="33964" y="70262"/>
                  </a:lnTo>
                  <a:lnTo>
                    <a:pt x="34067" y="68522"/>
                  </a:lnTo>
                  <a:lnTo>
                    <a:pt x="33898" y="66794"/>
                  </a:lnTo>
                  <a:lnTo>
                    <a:pt x="33539" y="65160"/>
                  </a:lnTo>
                  <a:lnTo>
                    <a:pt x="33154" y="63908"/>
                  </a:lnTo>
                  <a:lnTo>
                    <a:pt x="32656" y="62858"/>
                  </a:lnTo>
                  <a:lnTo>
                    <a:pt x="32830" y="61216"/>
                  </a:lnTo>
                  <a:lnTo>
                    <a:pt x="33574" y="60474"/>
                  </a:lnTo>
                  <a:lnTo>
                    <a:pt x="34023" y="61862"/>
                  </a:lnTo>
                  <a:lnTo>
                    <a:pt x="34393" y="63536"/>
                  </a:lnTo>
                  <a:lnTo>
                    <a:pt x="36262" y="68490"/>
                  </a:lnTo>
                  <a:lnTo>
                    <a:pt x="37368" y="68141"/>
                  </a:lnTo>
                  <a:lnTo>
                    <a:pt x="37472" y="70193"/>
                  </a:lnTo>
                  <a:lnTo>
                    <a:pt x="38221" y="72276"/>
                  </a:lnTo>
                  <a:lnTo>
                    <a:pt x="38636" y="74718"/>
                  </a:lnTo>
                  <a:lnTo>
                    <a:pt x="39183" y="82013"/>
                  </a:lnTo>
                  <a:lnTo>
                    <a:pt x="40025" y="88880"/>
                  </a:lnTo>
                  <a:lnTo>
                    <a:pt x="41541" y="91873"/>
                  </a:lnTo>
                  <a:lnTo>
                    <a:pt x="41717" y="93304"/>
                  </a:lnTo>
                  <a:lnTo>
                    <a:pt x="40795" y="92565"/>
                  </a:lnTo>
                  <a:lnTo>
                    <a:pt x="40509" y="92995"/>
                  </a:lnTo>
                  <a:lnTo>
                    <a:pt x="40607" y="93717"/>
                  </a:lnTo>
                  <a:lnTo>
                    <a:pt x="41466" y="95030"/>
                  </a:lnTo>
                  <a:lnTo>
                    <a:pt x="42474" y="95676"/>
                  </a:lnTo>
                  <a:lnTo>
                    <a:pt x="43108" y="95584"/>
                  </a:lnTo>
                  <a:lnTo>
                    <a:pt x="43700" y="96063"/>
                  </a:lnTo>
                  <a:lnTo>
                    <a:pt x="47637" y="100521"/>
                  </a:lnTo>
                  <a:lnTo>
                    <a:pt x="49529" y="102255"/>
                  </a:lnTo>
                  <a:lnTo>
                    <a:pt x="54304" y="105095"/>
                  </a:lnTo>
                  <a:lnTo>
                    <a:pt x="55672" y="105323"/>
                  </a:lnTo>
                  <a:lnTo>
                    <a:pt x="56426" y="105245"/>
                  </a:lnTo>
                  <a:lnTo>
                    <a:pt x="57857" y="104258"/>
                  </a:lnTo>
                  <a:lnTo>
                    <a:pt x="59136" y="102486"/>
                  </a:lnTo>
                  <a:lnTo>
                    <a:pt x="60241" y="99837"/>
                  </a:lnTo>
                  <a:lnTo>
                    <a:pt x="61196" y="96816"/>
                  </a:lnTo>
                  <a:lnTo>
                    <a:pt x="62237" y="95350"/>
                  </a:lnTo>
                  <a:lnTo>
                    <a:pt x="63416" y="94196"/>
                  </a:lnTo>
                  <a:lnTo>
                    <a:pt x="64007" y="93125"/>
                  </a:lnTo>
                  <a:lnTo>
                    <a:pt x="64631" y="92363"/>
                  </a:lnTo>
                  <a:lnTo>
                    <a:pt x="67836" y="92718"/>
                  </a:lnTo>
                  <a:lnTo>
                    <a:pt x="68916" y="94242"/>
                  </a:lnTo>
                  <a:lnTo>
                    <a:pt x="70320" y="95463"/>
                  </a:lnTo>
                  <a:lnTo>
                    <a:pt x="71054" y="96418"/>
                  </a:lnTo>
                  <a:lnTo>
                    <a:pt x="70808" y="98354"/>
                  </a:lnTo>
                  <a:lnTo>
                    <a:pt x="69968" y="101214"/>
                  </a:lnTo>
                  <a:lnTo>
                    <a:pt x="69320" y="104342"/>
                  </a:lnTo>
                  <a:lnTo>
                    <a:pt x="68751" y="111452"/>
                  </a:lnTo>
                  <a:lnTo>
                    <a:pt x="68363" y="118637"/>
                  </a:lnTo>
                  <a:lnTo>
                    <a:pt x="67782" y="121803"/>
                  </a:lnTo>
                  <a:lnTo>
                    <a:pt x="66721" y="124241"/>
                  </a:lnTo>
                  <a:lnTo>
                    <a:pt x="65553" y="126022"/>
                  </a:lnTo>
                  <a:lnTo>
                    <a:pt x="64229" y="126858"/>
                  </a:lnTo>
                  <a:lnTo>
                    <a:pt x="63692" y="130936"/>
                  </a:lnTo>
                  <a:lnTo>
                    <a:pt x="63427" y="135709"/>
                  </a:lnTo>
                  <a:lnTo>
                    <a:pt x="63503" y="136909"/>
                  </a:lnTo>
                  <a:lnTo>
                    <a:pt x="63927" y="137859"/>
                  </a:lnTo>
                  <a:lnTo>
                    <a:pt x="64100" y="139275"/>
                  </a:lnTo>
                  <a:lnTo>
                    <a:pt x="63408" y="142144"/>
                  </a:lnTo>
                  <a:lnTo>
                    <a:pt x="63002" y="141728"/>
                  </a:lnTo>
                  <a:lnTo>
                    <a:pt x="62432" y="139342"/>
                  </a:lnTo>
                  <a:lnTo>
                    <a:pt x="61913" y="138343"/>
                  </a:lnTo>
                  <a:lnTo>
                    <a:pt x="60325" y="137599"/>
                  </a:lnTo>
                  <a:lnTo>
                    <a:pt x="58705" y="137247"/>
                  </a:lnTo>
                  <a:lnTo>
                    <a:pt x="57299" y="137463"/>
                  </a:lnTo>
                  <a:lnTo>
                    <a:pt x="55947" y="138488"/>
                  </a:lnTo>
                  <a:lnTo>
                    <a:pt x="53901" y="140565"/>
                  </a:lnTo>
                  <a:lnTo>
                    <a:pt x="53267" y="141619"/>
                  </a:lnTo>
                  <a:lnTo>
                    <a:pt x="52713" y="142952"/>
                  </a:lnTo>
                  <a:lnTo>
                    <a:pt x="51773" y="145927"/>
                  </a:lnTo>
                  <a:lnTo>
                    <a:pt x="51549" y="149566"/>
                  </a:lnTo>
                  <a:lnTo>
                    <a:pt x="51592" y="151473"/>
                  </a:lnTo>
                  <a:lnTo>
                    <a:pt x="51925" y="152948"/>
                  </a:lnTo>
                  <a:lnTo>
                    <a:pt x="53671" y="154956"/>
                  </a:lnTo>
                  <a:lnTo>
                    <a:pt x="51942" y="161977"/>
                  </a:lnTo>
                  <a:lnTo>
                    <a:pt x="50409" y="169278"/>
                  </a:lnTo>
                  <a:lnTo>
                    <a:pt x="49538" y="171364"/>
                  </a:lnTo>
                  <a:lnTo>
                    <a:pt x="48539" y="173286"/>
                  </a:lnTo>
                  <a:lnTo>
                    <a:pt x="47598" y="177675"/>
                  </a:lnTo>
                  <a:lnTo>
                    <a:pt x="45951" y="181458"/>
                  </a:lnTo>
                  <a:lnTo>
                    <a:pt x="44839" y="184344"/>
                  </a:lnTo>
                  <a:lnTo>
                    <a:pt x="43970" y="187336"/>
                  </a:lnTo>
                  <a:lnTo>
                    <a:pt x="43213" y="190524"/>
                  </a:lnTo>
                  <a:lnTo>
                    <a:pt x="41591" y="195023"/>
                  </a:lnTo>
                  <a:lnTo>
                    <a:pt x="40875" y="197995"/>
                  </a:lnTo>
                  <a:lnTo>
                    <a:pt x="39937" y="200466"/>
                  </a:lnTo>
                  <a:lnTo>
                    <a:pt x="38191" y="203623"/>
                  </a:lnTo>
                  <a:lnTo>
                    <a:pt x="36334" y="206329"/>
                  </a:lnTo>
                  <a:lnTo>
                    <a:pt x="33406" y="210069"/>
                  </a:lnTo>
                  <a:lnTo>
                    <a:pt x="32592" y="211304"/>
                  </a:lnTo>
                  <a:lnTo>
                    <a:pt x="31733" y="212207"/>
                  </a:lnTo>
                  <a:lnTo>
                    <a:pt x="30665" y="211137"/>
                  </a:lnTo>
                  <a:lnTo>
                    <a:pt x="30450" y="209971"/>
                  </a:lnTo>
                  <a:lnTo>
                    <a:pt x="30208" y="207432"/>
                  </a:lnTo>
                  <a:lnTo>
                    <a:pt x="29976" y="206497"/>
                  </a:lnTo>
                  <a:lnTo>
                    <a:pt x="28615" y="205723"/>
                  </a:lnTo>
                  <a:lnTo>
                    <a:pt x="26813" y="206955"/>
                  </a:lnTo>
                  <a:lnTo>
                    <a:pt x="26512" y="206693"/>
                  </a:lnTo>
                  <a:lnTo>
                    <a:pt x="26437" y="206110"/>
                  </a:lnTo>
                  <a:lnTo>
                    <a:pt x="26434" y="202384"/>
                  </a:lnTo>
                  <a:lnTo>
                    <a:pt x="26741" y="201334"/>
                  </a:lnTo>
                  <a:lnTo>
                    <a:pt x="26320" y="200754"/>
                  </a:lnTo>
                  <a:lnTo>
                    <a:pt x="25905" y="200982"/>
                  </a:lnTo>
                  <a:lnTo>
                    <a:pt x="25761" y="201931"/>
                  </a:lnTo>
                  <a:lnTo>
                    <a:pt x="26022" y="202754"/>
                  </a:lnTo>
                  <a:lnTo>
                    <a:pt x="24997" y="203775"/>
                  </a:lnTo>
                  <a:lnTo>
                    <a:pt x="23930" y="203804"/>
                  </a:lnTo>
                  <a:lnTo>
                    <a:pt x="23606" y="203403"/>
                  </a:lnTo>
                  <a:lnTo>
                    <a:pt x="23514" y="202716"/>
                  </a:lnTo>
                  <a:lnTo>
                    <a:pt x="23772" y="201588"/>
                  </a:lnTo>
                  <a:lnTo>
                    <a:pt x="24117" y="200595"/>
                  </a:lnTo>
                  <a:lnTo>
                    <a:pt x="26102" y="195901"/>
                  </a:lnTo>
                  <a:lnTo>
                    <a:pt x="28162" y="189662"/>
                  </a:lnTo>
                  <a:lnTo>
                    <a:pt x="29938" y="182981"/>
                  </a:lnTo>
                  <a:lnTo>
                    <a:pt x="30401" y="179548"/>
                  </a:lnTo>
                  <a:lnTo>
                    <a:pt x="31054" y="173164"/>
                  </a:lnTo>
                  <a:lnTo>
                    <a:pt x="30519" y="170507"/>
                  </a:lnTo>
                  <a:lnTo>
                    <a:pt x="29858" y="168011"/>
                  </a:lnTo>
                  <a:lnTo>
                    <a:pt x="28071" y="163200"/>
                  </a:lnTo>
                  <a:lnTo>
                    <a:pt x="25688" y="160482"/>
                  </a:lnTo>
                  <a:lnTo>
                    <a:pt x="24147" y="160098"/>
                  </a:lnTo>
                  <a:lnTo>
                    <a:pt x="22686" y="159088"/>
                  </a:lnTo>
                  <a:lnTo>
                    <a:pt x="21312" y="156788"/>
                  </a:lnTo>
                  <a:lnTo>
                    <a:pt x="20061" y="154076"/>
                  </a:lnTo>
                  <a:lnTo>
                    <a:pt x="17582" y="151854"/>
                  </a:lnTo>
                  <a:lnTo>
                    <a:pt x="14971" y="150108"/>
                  </a:lnTo>
                  <a:lnTo>
                    <a:pt x="13481" y="147647"/>
                  </a:lnTo>
                  <a:lnTo>
                    <a:pt x="13126" y="146181"/>
                  </a:lnTo>
                  <a:lnTo>
                    <a:pt x="12890" y="144484"/>
                  </a:lnTo>
                  <a:lnTo>
                    <a:pt x="12923" y="142906"/>
                  </a:lnTo>
                  <a:lnTo>
                    <a:pt x="13109" y="141307"/>
                  </a:lnTo>
                  <a:lnTo>
                    <a:pt x="13407" y="140075"/>
                  </a:lnTo>
                  <a:lnTo>
                    <a:pt x="13873" y="139183"/>
                  </a:lnTo>
                  <a:lnTo>
                    <a:pt x="16640" y="135989"/>
                  </a:lnTo>
                  <a:lnTo>
                    <a:pt x="19569" y="134211"/>
                  </a:lnTo>
                  <a:lnTo>
                    <a:pt x="20110" y="134243"/>
                  </a:lnTo>
                  <a:lnTo>
                    <a:pt x="20626" y="133960"/>
                  </a:lnTo>
                  <a:lnTo>
                    <a:pt x="21358" y="132872"/>
                  </a:lnTo>
                  <a:lnTo>
                    <a:pt x="22671" y="130385"/>
                  </a:lnTo>
                  <a:lnTo>
                    <a:pt x="23051" y="128714"/>
                  </a:lnTo>
                  <a:lnTo>
                    <a:pt x="23309" y="123401"/>
                  </a:lnTo>
                  <a:lnTo>
                    <a:pt x="23729" y="118173"/>
                  </a:lnTo>
                  <a:lnTo>
                    <a:pt x="24488" y="112182"/>
                  </a:lnTo>
                  <a:lnTo>
                    <a:pt x="25633" y="108465"/>
                  </a:lnTo>
                  <a:lnTo>
                    <a:pt x="26008" y="106186"/>
                  </a:lnTo>
                  <a:lnTo>
                    <a:pt x="25540" y="102429"/>
                  </a:lnTo>
                  <a:lnTo>
                    <a:pt x="25969" y="101052"/>
                  </a:lnTo>
                  <a:lnTo>
                    <a:pt x="26490" y="100221"/>
                  </a:lnTo>
                  <a:lnTo>
                    <a:pt x="27080" y="99739"/>
                  </a:lnTo>
                  <a:lnTo>
                    <a:pt x="26081" y="96213"/>
                  </a:lnTo>
                  <a:lnTo>
                    <a:pt x="24904" y="90880"/>
                  </a:lnTo>
                  <a:lnTo>
                    <a:pt x="24657" y="89227"/>
                  </a:lnTo>
                  <a:lnTo>
                    <a:pt x="24837" y="87593"/>
                  </a:lnTo>
                  <a:lnTo>
                    <a:pt x="25126" y="85986"/>
                  </a:lnTo>
                  <a:lnTo>
                    <a:pt x="24392" y="85579"/>
                  </a:lnTo>
                  <a:lnTo>
                    <a:pt x="23967" y="84038"/>
                  </a:lnTo>
                  <a:lnTo>
                    <a:pt x="22910" y="78856"/>
                  </a:lnTo>
                  <a:lnTo>
                    <a:pt x="23201" y="78033"/>
                  </a:lnTo>
                  <a:lnTo>
                    <a:pt x="23810" y="78590"/>
                  </a:lnTo>
                  <a:lnTo>
                    <a:pt x="24719" y="82327"/>
                  </a:lnTo>
                  <a:lnTo>
                    <a:pt x="24867" y="80402"/>
                  </a:lnTo>
                  <a:lnTo>
                    <a:pt x="25564" y="79219"/>
                  </a:lnTo>
                  <a:lnTo>
                    <a:pt x="26298" y="78605"/>
                  </a:lnTo>
                  <a:lnTo>
                    <a:pt x="27091" y="78472"/>
                  </a:lnTo>
                  <a:lnTo>
                    <a:pt x="25301" y="74305"/>
                  </a:lnTo>
                  <a:lnTo>
                    <a:pt x="24703" y="74472"/>
                  </a:lnTo>
                  <a:lnTo>
                    <a:pt x="23911" y="75136"/>
                  </a:lnTo>
                  <a:lnTo>
                    <a:pt x="23101" y="75546"/>
                  </a:lnTo>
                  <a:lnTo>
                    <a:pt x="22309" y="75179"/>
                  </a:lnTo>
                  <a:lnTo>
                    <a:pt x="21566" y="74250"/>
                  </a:lnTo>
                  <a:lnTo>
                    <a:pt x="21188" y="72496"/>
                  </a:lnTo>
                  <a:lnTo>
                    <a:pt x="20719" y="69119"/>
                  </a:lnTo>
                  <a:lnTo>
                    <a:pt x="20425" y="67870"/>
                  </a:lnTo>
                  <a:lnTo>
                    <a:pt x="18072" y="60965"/>
                  </a:lnTo>
                  <a:lnTo>
                    <a:pt x="18765" y="60748"/>
                  </a:lnTo>
                  <a:lnTo>
                    <a:pt x="20664" y="64205"/>
                  </a:lnTo>
                  <a:lnTo>
                    <a:pt x="21032" y="63100"/>
                  </a:lnTo>
                  <a:lnTo>
                    <a:pt x="21307" y="61510"/>
                  </a:lnTo>
                  <a:lnTo>
                    <a:pt x="21216" y="59741"/>
                  </a:lnTo>
                  <a:lnTo>
                    <a:pt x="20762" y="58402"/>
                  </a:lnTo>
                  <a:lnTo>
                    <a:pt x="20086" y="57528"/>
                  </a:lnTo>
                  <a:lnTo>
                    <a:pt x="20074" y="55958"/>
                  </a:lnTo>
                  <a:lnTo>
                    <a:pt x="20589" y="54518"/>
                  </a:lnTo>
                  <a:lnTo>
                    <a:pt x="20557" y="53511"/>
                  </a:lnTo>
                  <a:lnTo>
                    <a:pt x="19469" y="51456"/>
                  </a:lnTo>
                  <a:lnTo>
                    <a:pt x="19035" y="51237"/>
                  </a:lnTo>
                  <a:lnTo>
                    <a:pt x="18842" y="52198"/>
                  </a:lnTo>
                  <a:lnTo>
                    <a:pt x="19153" y="53621"/>
                  </a:lnTo>
                  <a:lnTo>
                    <a:pt x="18862" y="53779"/>
                  </a:lnTo>
                  <a:lnTo>
                    <a:pt x="16214" y="50037"/>
                  </a:lnTo>
                  <a:lnTo>
                    <a:pt x="15397" y="47027"/>
                  </a:lnTo>
                  <a:lnTo>
                    <a:pt x="14728" y="43720"/>
                  </a:lnTo>
                  <a:lnTo>
                    <a:pt x="14660" y="45065"/>
                  </a:lnTo>
                  <a:lnTo>
                    <a:pt x="14762" y="46955"/>
                  </a:lnTo>
                  <a:lnTo>
                    <a:pt x="15809" y="50741"/>
                  </a:lnTo>
                  <a:lnTo>
                    <a:pt x="17506" y="54971"/>
                  </a:lnTo>
                  <a:lnTo>
                    <a:pt x="17798" y="56099"/>
                  </a:lnTo>
                  <a:lnTo>
                    <a:pt x="17547" y="57557"/>
                  </a:lnTo>
                  <a:lnTo>
                    <a:pt x="16958" y="57972"/>
                  </a:lnTo>
                  <a:lnTo>
                    <a:pt x="16437" y="57049"/>
                  </a:lnTo>
                  <a:lnTo>
                    <a:pt x="15661" y="53427"/>
                  </a:lnTo>
                  <a:lnTo>
                    <a:pt x="15101" y="51615"/>
                  </a:lnTo>
                  <a:lnTo>
                    <a:pt x="8607" y="32902"/>
                  </a:lnTo>
                  <a:lnTo>
                    <a:pt x="9436" y="30432"/>
                  </a:lnTo>
                  <a:lnTo>
                    <a:pt x="10723" y="28351"/>
                  </a:lnTo>
                  <a:lnTo>
                    <a:pt x="11022" y="27425"/>
                  </a:lnTo>
                  <a:lnTo>
                    <a:pt x="11215" y="26299"/>
                  </a:lnTo>
                  <a:lnTo>
                    <a:pt x="10672" y="26106"/>
                  </a:lnTo>
                  <a:lnTo>
                    <a:pt x="10185" y="26617"/>
                  </a:lnTo>
                  <a:lnTo>
                    <a:pt x="9629" y="27575"/>
                  </a:lnTo>
                  <a:lnTo>
                    <a:pt x="9120" y="28665"/>
                  </a:lnTo>
                  <a:lnTo>
                    <a:pt x="8478" y="31087"/>
                  </a:lnTo>
                  <a:lnTo>
                    <a:pt x="8170" y="31646"/>
                  </a:lnTo>
                  <a:lnTo>
                    <a:pt x="7410" y="29970"/>
                  </a:lnTo>
                  <a:lnTo>
                    <a:pt x="7120" y="28934"/>
                  </a:lnTo>
                  <a:lnTo>
                    <a:pt x="7132" y="27693"/>
                  </a:lnTo>
                  <a:lnTo>
                    <a:pt x="6929" y="26905"/>
                  </a:lnTo>
                  <a:lnTo>
                    <a:pt x="6363" y="26657"/>
                  </a:lnTo>
                  <a:lnTo>
                    <a:pt x="5535" y="24190"/>
                  </a:lnTo>
                  <a:lnTo>
                    <a:pt x="5005" y="22935"/>
                  </a:lnTo>
                  <a:lnTo>
                    <a:pt x="5884" y="20525"/>
                  </a:lnTo>
                  <a:lnTo>
                    <a:pt x="5906" y="17348"/>
                  </a:lnTo>
                  <a:lnTo>
                    <a:pt x="5013" y="14012"/>
                  </a:lnTo>
                  <a:lnTo>
                    <a:pt x="3944" y="10956"/>
                  </a:lnTo>
                  <a:lnTo>
                    <a:pt x="1886" y="6005"/>
                  </a:lnTo>
                  <a:lnTo>
                    <a:pt x="0" y="770"/>
                  </a:lnTo>
                  <a:lnTo>
                    <a:pt x="2044" y="112"/>
                  </a:lnTo>
                  <a:lnTo>
                    <a:pt x="4119" y="0"/>
                  </a:lnTo>
                  <a:lnTo>
                    <a:pt x="3142" y="3133"/>
                  </a:lnTo>
                  <a:lnTo>
                    <a:pt x="3581" y="4946"/>
                  </a:lnTo>
                  <a:lnTo>
                    <a:pt x="4246" y="6475"/>
                  </a:lnTo>
                  <a:lnTo>
                    <a:pt x="5668" y="11164"/>
                  </a:lnTo>
                  <a:lnTo>
                    <a:pt x="5792" y="12517"/>
                  </a:lnTo>
                  <a:lnTo>
                    <a:pt x="6514" y="13885"/>
                  </a:lnTo>
                  <a:close/>
                </a:path>
              </a:pathLst>
            </a:custGeom>
            <a:solidFill>
              <a:srgbClr val="E7F2E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5" name="pg1114"/>
            <p:cNvSpPr/>
            <p:nvPr/>
          </p:nvSpPr>
          <p:spPr>
            <a:xfrm>
              <a:off x="1247255" y="3909840"/>
              <a:ext cx="158" cy="758"/>
            </a:xfrm>
            <a:custGeom>
              <a:avLst/>
              <a:pathLst>
                <a:path w="158" h="758">
                  <a:moveTo>
                    <a:pt x="158" y="758"/>
                  </a:moveTo>
                  <a:lnTo>
                    <a:pt x="105" y="585"/>
                  </a:lnTo>
                  <a:lnTo>
                    <a:pt x="19" y="357"/>
                  </a:lnTo>
                  <a:lnTo>
                    <a:pt x="0" y="0"/>
                  </a:lnTo>
                  <a:lnTo>
                    <a:pt x="88" y="181"/>
                  </a:lnTo>
                  <a:lnTo>
                    <a:pt x="150" y="412"/>
                  </a:lnTo>
                  <a:close/>
                </a:path>
              </a:pathLst>
            </a:custGeom>
            <a:solidFill>
              <a:srgbClr val="E7F2E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6" name="pg1115"/>
            <p:cNvSpPr/>
            <p:nvPr/>
          </p:nvSpPr>
          <p:spPr>
            <a:xfrm>
              <a:off x="1231469" y="3886610"/>
              <a:ext cx="193" cy="1076"/>
            </a:xfrm>
            <a:custGeom>
              <a:avLst/>
              <a:pathLst>
                <a:path w="193" h="1076">
                  <a:moveTo>
                    <a:pt x="162" y="1076"/>
                  </a:moveTo>
                  <a:lnTo>
                    <a:pt x="106" y="741"/>
                  </a:lnTo>
                  <a:lnTo>
                    <a:pt x="36" y="375"/>
                  </a:lnTo>
                  <a:lnTo>
                    <a:pt x="0" y="0"/>
                  </a:lnTo>
                  <a:lnTo>
                    <a:pt x="118" y="285"/>
                  </a:lnTo>
                  <a:lnTo>
                    <a:pt x="193" y="620"/>
                  </a:lnTo>
                  <a:close/>
                </a:path>
              </a:pathLst>
            </a:custGeom>
            <a:solidFill>
              <a:srgbClr val="E7F2E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7" name="pg1116"/>
            <p:cNvSpPr/>
            <p:nvPr/>
          </p:nvSpPr>
          <p:spPr>
            <a:xfrm>
              <a:off x="4048396" y="3022979"/>
              <a:ext cx="3776" cy="14093"/>
            </a:xfrm>
            <a:custGeom>
              <a:avLst/>
              <a:pathLst>
                <a:path w="3776" h="14093">
                  <a:moveTo>
                    <a:pt x="989" y="13646"/>
                  </a:moveTo>
                  <a:lnTo>
                    <a:pt x="221" y="14093"/>
                  </a:lnTo>
                  <a:lnTo>
                    <a:pt x="0" y="13884"/>
                  </a:lnTo>
                  <a:lnTo>
                    <a:pt x="3" y="10141"/>
                  </a:lnTo>
                  <a:lnTo>
                    <a:pt x="1792" y="5436"/>
                  </a:lnTo>
                  <a:lnTo>
                    <a:pt x="2967" y="0"/>
                  </a:lnTo>
                  <a:lnTo>
                    <a:pt x="3776" y="4857"/>
                  </a:lnTo>
                  <a:lnTo>
                    <a:pt x="2367" y="7583"/>
                  </a:lnTo>
                  <a:lnTo>
                    <a:pt x="1600" y="12225"/>
                  </a:lnTo>
                  <a:close/>
                </a:path>
              </a:pathLst>
            </a:custGeom>
            <a:solidFill>
              <a:srgbClr val="AFD1A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8" name="pg1117"/>
            <p:cNvSpPr/>
            <p:nvPr/>
          </p:nvSpPr>
          <p:spPr>
            <a:xfrm>
              <a:off x="3967189" y="2895958"/>
              <a:ext cx="95789" cy="246167"/>
            </a:xfrm>
            <a:custGeom>
              <a:avLst/>
              <a:pathLst>
                <a:path w="95789" h="246167">
                  <a:moveTo>
                    <a:pt x="53749" y="0"/>
                  </a:moveTo>
                  <a:lnTo>
                    <a:pt x="54991" y="7766"/>
                  </a:lnTo>
                  <a:lnTo>
                    <a:pt x="56828" y="15037"/>
                  </a:lnTo>
                  <a:lnTo>
                    <a:pt x="58455" y="19048"/>
                  </a:lnTo>
                  <a:lnTo>
                    <a:pt x="60142" y="24496"/>
                  </a:lnTo>
                  <a:lnTo>
                    <a:pt x="62708" y="29504"/>
                  </a:lnTo>
                  <a:lnTo>
                    <a:pt x="63887" y="31216"/>
                  </a:lnTo>
                  <a:lnTo>
                    <a:pt x="68658" y="34735"/>
                  </a:lnTo>
                  <a:lnTo>
                    <a:pt x="71264" y="36051"/>
                  </a:lnTo>
                  <a:lnTo>
                    <a:pt x="74863" y="37309"/>
                  </a:lnTo>
                  <a:lnTo>
                    <a:pt x="77350" y="40049"/>
                  </a:lnTo>
                  <a:lnTo>
                    <a:pt x="78187" y="40217"/>
                  </a:lnTo>
                  <a:lnTo>
                    <a:pt x="79489" y="39404"/>
                  </a:lnTo>
                  <a:lnTo>
                    <a:pt x="80440" y="39469"/>
                  </a:lnTo>
                  <a:lnTo>
                    <a:pt x="82817" y="43201"/>
                  </a:lnTo>
                  <a:lnTo>
                    <a:pt x="83515" y="46738"/>
                  </a:lnTo>
                  <a:lnTo>
                    <a:pt x="84504" y="48608"/>
                  </a:lnTo>
                  <a:lnTo>
                    <a:pt x="85380" y="51547"/>
                  </a:lnTo>
                  <a:lnTo>
                    <a:pt x="85947" y="54625"/>
                  </a:lnTo>
                  <a:lnTo>
                    <a:pt x="87956" y="59314"/>
                  </a:lnTo>
                  <a:lnTo>
                    <a:pt x="89372" y="64589"/>
                  </a:lnTo>
                  <a:lnTo>
                    <a:pt x="90816" y="68505"/>
                  </a:lnTo>
                  <a:lnTo>
                    <a:pt x="92105" y="70937"/>
                  </a:lnTo>
                  <a:lnTo>
                    <a:pt x="94060" y="71894"/>
                  </a:lnTo>
                  <a:lnTo>
                    <a:pt x="95616" y="72992"/>
                  </a:lnTo>
                  <a:lnTo>
                    <a:pt x="95789" y="75605"/>
                  </a:lnTo>
                  <a:lnTo>
                    <a:pt x="95630" y="79014"/>
                  </a:lnTo>
                  <a:lnTo>
                    <a:pt x="95332" y="81534"/>
                  </a:lnTo>
                  <a:lnTo>
                    <a:pt x="93880" y="86442"/>
                  </a:lnTo>
                  <a:lnTo>
                    <a:pt x="93535" y="89469"/>
                  </a:lnTo>
                  <a:lnTo>
                    <a:pt x="91890" y="94464"/>
                  </a:lnTo>
                  <a:lnTo>
                    <a:pt x="90110" y="102841"/>
                  </a:lnTo>
                  <a:lnTo>
                    <a:pt x="89293" y="104717"/>
                  </a:lnTo>
                  <a:lnTo>
                    <a:pt x="86420" y="109039"/>
                  </a:lnTo>
                  <a:lnTo>
                    <a:pt x="84311" y="114248"/>
                  </a:lnTo>
                  <a:lnTo>
                    <a:pt x="81810" y="123280"/>
                  </a:lnTo>
                  <a:lnTo>
                    <a:pt x="79906" y="132240"/>
                  </a:lnTo>
                  <a:lnTo>
                    <a:pt x="79175" y="135107"/>
                  </a:lnTo>
                  <a:lnTo>
                    <a:pt x="77645" y="135697"/>
                  </a:lnTo>
                  <a:lnTo>
                    <a:pt x="76637" y="135445"/>
                  </a:lnTo>
                  <a:lnTo>
                    <a:pt x="75942" y="134602"/>
                  </a:lnTo>
                  <a:lnTo>
                    <a:pt x="76218" y="132154"/>
                  </a:lnTo>
                  <a:lnTo>
                    <a:pt x="76381" y="129424"/>
                  </a:lnTo>
                  <a:lnTo>
                    <a:pt x="75460" y="129711"/>
                  </a:lnTo>
                  <a:lnTo>
                    <a:pt x="74650" y="130276"/>
                  </a:lnTo>
                  <a:lnTo>
                    <a:pt x="72751" y="136977"/>
                  </a:lnTo>
                  <a:lnTo>
                    <a:pt x="71711" y="139916"/>
                  </a:lnTo>
                  <a:lnTo>
                    <a:pt x="71490" y="143651"/>
                  </a:lnTo>
                  <a:lnTo>
                    <a:pt x="70984" y="148472"/>
                  </a:lnTo>
                  <a:lnTo>
                    <a:pt x="70241" y="152907"/>
                  </a:lnTo>
                  <a:lnTo>
                    <a:pt x="69912" y="156632"/>
                  </a:lnTo>
                  <a:lnTo>
                    <a:pt x="69924" y="158745"/>
                  </a:lnTo>
                  <a:lnTo>
                    <a:pt x="70481" y="163907"/>
                  </a:lnTo>
                  <a:lnTo>
                    <a:pt x="70519" y="169194"/>
                  </a:lnTo>
                  <a:lnTo>
                    <a:pt x="70840" y="172367"/>
                  </a:lnTo>
                  <a:lnTo>
                    <a:pt x="71100" y="176174"/>
                  </a:lnTo>
                  <a:lnTo>
                    <a:pt x="70208" y="177349"/>
                  </a:lnTo>
                  <a:lnTo>
                    <a:pt x="69444" y="177924"/>
                  </a:lnTo>
                  <a:lnTo>
                    <a:pt x="66423" y="178340"/>
                  </a:lnTo>
                  <a:lnTo>
                    <a:pt x="63360" y="179558"/>
                  </a:lnTo>
                  <a:lnTo>
                    <a:pt x="60687" y="181767"/>
                  </a:lnTo>
                  <a:lnTo>
                    <a:pt x="59087" y="183962"/>
                  </a:lnTo>
                  <a:lnTo>
                    <a:pt x="57004" y="188872"/>
                  </a:lnTo>
                  <a:lnTo>
                    <a:pt x="55733" y="201324"/>
                  </a:lnTo>
                  <a:lnTo>
                    <a:pt x="53695" y="206583"/>
                  </a:lnTo>
                  <a:lnTo>
                    <a:pt x="52315" y="207682"/>
                  </a:lnTo>
                  <a:lnTo>
                    <a:pt x="48992" y="208143"/>
                  </a:lnTo>
                  <a:lnTo>
                    <a:pt x="44315" y="209594"/>
                  </a:lnTo>
                  <a:lnTo>
                    <a:pt x="42673" y="210860"/>
                  </a:lnTo>
                  <a:lnTo>
                    <a:pt x="39946" y="218472"/>
                  </a:lnTo>
                  <a:lnTo>
                    <a:pt x="39736" y="220863"/>
                  </a:lnTo>
                  <a:lnTo>
                    <a:pt x="40264" y="222591"/>
                  </a:lnTo>
                  <a:lnTo>
                    <a:pt x="40436" y="224502"/>
                  </a:lnTo>
                  <a:lnTo>
                    <a:pt x="40188" y="226295"/>
                  </a:lnTo>
                  <a:lnTo>
                    <a:pt x="38951" y="231120"/>
                  </a:lnTo>
                  <a:lnTo>
                    <a:pt x="37616" y="234627"/>
                  </a:lnTo>
                  <a:lnTo>
                    <a:pt x="34053" y="236822"/>
                  </a:lnTo>
                  <a:lnTo>
                    <a:pt x="32747" y="235515"/>
                  </a:lnTo>
                  <a:lnTo>
                    <a:pt x="31551" y="234854"/>
                  </a:lnTo>
                  <a:lnTo>
                    <a:pt x="29240" y="234783"/>
                  </a:lnTo>
                  <a:lnTo>
                    <a:pt x="25477" y="235614"/>
                  </a:lnTo>
                  <a:lnTo>
                    <a:pt x="24091" y="238205"/>
                  </a:lnTo>
                  <a:lnTo>
                    <a:pt x="21909" y="240041"/>
                  </a:lnTo>
                  <a:lnTo>
                    <a:pt x="19892" y="242870"/>
                  </a:lnTo>
                  <a:lnTo>
                    <a:pt x="16088" y="243952"/>
                  </a:lnTo>
                  <a:lnTo>
                    <a:pt x="13503" y="246167"/>
                  </a:lnTo>
                  <a:lnTo>
                    <a:pt x="12764" y="242271"/>
                  </a:lnTo>
                  <a:lnTo>
                    <a:pt x="12025" y="238376"/>
                  </a:lnTo>
                  <a:lnTo>
                    <a:pt x="11286" y="234482"/>
                  </a:lnTo>
                  <a:lnTo>
                    <a:pt x="10545" y="230586"/>
                  </a:lnTo>
                  <a:lnTo>
                    <a:pt x="10029" y="227860"/>
                  </a:lnTo>
                  <a:lnTo>
                    <a:pt x="9159" y="226901"/>
                  </a:lnTo>
                  <a:lnTo>
                    <a:pt x="8632" y="224018"/>
                  </a:lnTo>
                  <a:lnTo>
                    <a:pt x="8093" y="221066"/>
                  </a:lnTo>
                  <a:lnTo>
                    <a:pt x="7552" y="218114"/>
                  </a:lnTo>
                  <a:lnTo>
                    <a:pt x="7013" y="215164"/>
                  </a:lnTo>
                  <a:lnTo>
                    <a:pt x="6474" y="212212"/>
                  </a:lnTo>
                  <a:lnTo>
                    <a:pt x="5934" y="209259"/>
                  </a:lnTo>
                  <a:lnTo>
                    <a:pt x="5394" y="206308"/>
                  </a:lnTo>
                  <a:lnTo>
                    <a:pt x="4855" y="203357"/>
                  </a:lnTo>
                  <a:lnTo>
                    <a:pt x="4315" y="200405"/>
                  </a:lnTo>
                  <a:lnTo>
                    <a:pt x="3776" y="197454"/>
                  </a:lnTo>
                  <a:lnTo>
                    <a:pt x="3237" y="194502"/>
                  </a:lnTo>
                  <a:lnTo>
                    <a:pt x="2698" y="191552"/>
                  </a:lnTo>
                  <a:lnTo>
                    <a:pt x="2157" y="188600"/>
                  </a:lnTo>
                  <a:lnTo>
                    <a:pt x="1618" y="185648"/>
                  </a:lnTo>
                  <a:lnTo>
                    <a:pt x="1079" y="182696"/>
                  </a:lnTo>
                  <a:lnTo>
                    <a:pt x="539" y="179744"/>
                  </a:lnTo>
                  <a:lnTo>
                    <a:pt x="0" y="176793"/>
                  </a:lnTo>
                  <a:lnTo>
                    <a:pt x="1717" y="175404"/>
                  </a:lnTo>
                  <a:lnTo>
                    <a:pt x="3814" y="173710"/>
                  </a:lnTo>
                  <a:lnTo>
                    <a:pt x="5911" y="172016"/>
                  </a:lnTo>
                  <a:lnTo>
                    <a:pt x="8007" y="170322"/>
                  </a:lnTo>
                  <a:lnTo>
                    <a:pt x="10104" y="168628"/>
                  </a:lnTo>
                  <a:lnTo>
                    <a:pt x="12200" y="166934"/>
                  </a:lnTo>
                  <a:lnTo>
                    <a:pt x="14297" y="165239"/>
                  </a:lnTo>
                  <a:lnTo>
                    <a:pt x="16394" y="163545"/>
                  </a:lnTo>
                  <a:lnTo>
                    <a:pt x="18490" y="161851"/>
                  </a:lnTo>
                  <a:lnTo>
                    <a:pt x="20587" y="160157"/>
                  </a:lnTo>
                  <a:lnTo>
                    <a:pt x="22683" y="158462"/>
                  </a:lnTo>
                  <a:lnTo>
                    <a:pt x="24780" y="156768"/>
                  </a:lnTo>
                  <a:lnTo>
                    <a:pt x="26877" y="155074"/>
                  </a:lnTo>
                  <a:lnTo>
                    <a:pt x="28973" y="153380"/>
                  </a:lnTo>
                  <a:lnTo>
                    <a:pt x="31070" y="151687"/>
                  </a:lnTo>
                  <a:lnTo>
                    <a:pt x="33166" y="149993"/>
                  </a:lnTo>
                  <a:lnTo>
                    <a:pt x="35263" y="148297"/>
                  </a:lnTo>
                  <a:lnTo>
                    <a:pt x="36558" y="147250"/>
                  </a:lnTo>
                  <a:lnTo>
                    <a:pt x="37096" y="143311"/>
                  </a:lnTo>
                  <a:lnTo>
                    <a:pt x="37543" y="140040"/>
                  </a:lnTo>
                  <a:lnTo>
                    <a:pt x="37988" y="136769"/>
                  </a:lnTo>
                  <a:lnTo>
                    <a:pt x="38436" y="133498"/>
                  </a:lnTo>
                  <a:lnTo>
                    <a:pt x="38882" y="130227"/>
                  </a:lnTo>
                  <a:lnTo>
                    <a:pt x="39327" y="126957"/>
                  </a:lnTo>
                  <a:lnTo>
                    <a:pt x="39773" y="123686"/>
                  </a:lnTo>
                  <a:lnTo>
                    <a:pt x="40221" y="120415"/>
                  </a:lnTo>
                  <a:lnTo>
                    <a:pt x="40666" y="117144"/>
                  </a:lnTo>
                  <a:lnTo>
                    <a:pt x="41112" y="113871"/>
                  </a:lnTo>
                  <a:lnTo>
                    <a:pt x="41559" y="110601"/>
                  </a:lnTo>
                  <a:lnTo>
                    <a:pt x="42005" y="107330"/>
                  </a:lnTo>
                  <a:lnTo>
                    <a:pt x="42451" y="104059"/>
                  </a:lnTo>
                  <a:lnTo>
                    <a:pt x="42898" y="100788"/>
                  </a:lnTo>
                  <a:lnTo>
                    <a:pt x="43344" y="97517"/>
                  </a:lnTo>
                  <a:lnTo>
                    <a:pt x="43790" y="94246"/>
                  </a:lnTo>
                  <a:lnTo>
                    <a:pt x="44236" y="90975"/>
                  </a:lnTo>
                  <a:lnTo>
                    <a:pt x="44646" y="87977"/>
                  </a:lnTo>
                  <a:lnTo>
                    <a:pt x="43875" y="85092"/>
                  </a:lnTo>
                  <a:lnTo>
                    <a:pt x="42839" y="81216"/>
                  </a:lnTo>
                  <a:lnTo>
                    <a:pt x="41755" y="77163"/>
                  </a:lnTo>
                  <a:lnTo>
                    <a:pt x="40735" y="73348"/>
                  </a:lnTo>
                  <a:lnTo>
                    <a:pt x="39994" y="70571"/>
                  </a:lnTo>
                  <a:lnTo>
                    <a:pt x="39099" y="67226"/>
                  </a:lnTo>
                  <a:lnTo>
                    <a:pt x="39199" y="62915"/>
                  </a:lnTo>
                  <a:lnTo>
                    <a:pt x="39176" y="60760"/>
                  </a:lnTo>
                  <a:lnTo>
                    <a:pt x="39270" y="57456"/>
                  </a:lnTo>
                  <a:lnTo>
                    <a:pt x="40127" y="52870"/>
                  </a:lnTo>
                  <a:lnTo>
                    <a:pt x="41138" y="47034"/>
                  </a:lnTo>
                  <a:lnTo>
                    <a:pt x="41878" y="43154"/>
                  </a:lnTo>
                  <a:lnTo>
                    <a:pt x="42517" y="39781"/>
                  </a:lnTo>
                  <a:lnTo>
                    <a:pt x="43031" y="37071"/>
                  </a:lnTo>
                  <a:lnTo>
                    <a:pt x="43313" y="34281"/>
                  </a:lnTo>
                  <a:lnTo>
                    <a:pt x="43163" y="32317"/>
                  </a:lnTo>
                  <a:lnTo>
                    <a:pt x="42827" y="31603"/>
                  </a:lnTo>
                  <a:lnTo>
                    <a:pt x="42543" y="30674"/>
                  </a:lnTo>
                  <a:lnTo>
                    <a:pt x="43510" y="29189"/>
                  </a:lnTo>
                  <a:lnTo>
                    <a:pt x="45323" y="28221"/>
                  </a:lnTo>
                  <a:lnTo>
                    <a:pt x="46329" y="28429"/>
                  </a:lnTo>
                  <a:lnTo>
                    <a:pt x="47731" y="27710"/>
                  </a:lnTo>
                  <a:lnTo>
                    <a:pt x="48840" y="27061"/>
                  </a:lnTo>
                  <a:lnTo>
                    <a:pt x="48926" y="26187"/>
                  </a:lnTo>
                  <a:lnTo>
                    <a:pt x="48610" y="24719"/>
                  </a:lnTo>
                  <a:lnTo>
                    <a:pt x="48151" y="22577"/>
                  </a:lnTo>
                  <a:lnTo>
                    <a:pt x="46580" y="22355"/>
                  </a:lnTo>
                  <a:lnTo>
                    <a:pt x="46106" y="21763"/>
                  </a:lnTo>
                  <a:lnTo>
                    <a:pt x="46652" y="18598"/>
                  </a:lnTo>
                  <a:lnTo>
                    <a:pt x="46632" y="17600"/>
                  </a:lnTo>
                  <a:lnTo>
                    <a:pt x="46423" y="16419"/>
                  </a:lnTo>
                  <a:lnTo>
                    <a:pt x="46195" y="14436"/>
                  </a:lnTo>
                  <a:lnTo>
                    <a:pt x="46310" y="11874"/>
                  </a:lnTo>
                  <a:lnTo>
                    <a:pt x="46631" y="10134"/>
                  </a:lnTo>
                  <a:lnTo>
                    <a:pt x="46635" y="8734"/>
                  </a:lnTo>
                  <a:lnTo>
                    <a:pt x="46481" y="5847"/>
                  </a:lnTo>
                  <a:lnTo>
                    <a:pt x="46531" y="3282"/>
                  </a:lnTo>
                  <a:lnTo>
                    <a:pt x="46862" y="2006"/>
                  </a:lnTo>
                  <a:lnTo>
                    <a:pt x="47445" y="820"/>
                  </a:lnTo>
                  <a:lnTo>
                    <a:pt x="47995" y="219"/>
                  </a:lnTo>
                  <a:lnTo>
                    <a:pt x="48571" y="264"/>
                  </a:lnTo>
                  <a:lnTo>
                    <a:pt x="49028" y="767"/>
                  </a:lnTo>
                  <a:lnTo>
                    <a:pt x="49224" y="2112"/>
                  </a:lnTo>
                  <a:lnTo>
                    <a:pt x="49098" y="3037"/>
                  </a:lnTo>
                  <a:lnTo>
                    <a:pt x="48773" y="3165"/>
                  </a:lnTo>
                  <a:lnTo>
                    <a:pt x="48659" y="3553"/>
                  </a:lnTo>
                  <a:lnTo>
                    <a:pt x="49123" y="5347"/>
                  </a:lnTo>
                  <a:lnTo>
                    <a:pt x="49799" y="7104"/>
                  </a:lnTo>
                  <a:lnTo>
                    <a:pt x="50319" y="6811"/>
                  </a:lnTo>
                  <a:lnTo>
                    <a:pt x="50904" y="5427"/>
                  </a:lnTo>
                  <a:lnTo>
                    <a:pt x="51515" y="4311"/>
                  </a:lnTo>
                  <a:lnTo>
                    <a:pt x="52285" y="3324"/>
                  </a:lnTo>
                  <a:lnTo>
                    <a:pt x="52842" y="1415"/>
                  </a:lnTo>
                  <a:lnTo>
                    <a:pt x="53322" y="174"/>
                  </a:lnTo>
                  <a:close/>
                </a:path>
              </a:pathLst>
            </a:custGeom>
            <a:solidFill>
              <a:srgbClr val="AFD1A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9" name="pg1118"/>
            <p:cNvSpPr/>
            <p:nvPr/>
          </p:nvSpPr>
          <p:spPr>
            <a:xfrm>
              <a:off x="4018776" y="2886367"/>
              <a:ext cx="941" cy="2806"/>
            </a:xfrm>
            <a:custGeom>
              <a:avLst/>
              <a:pathLst>
                <a:path w="941" h="2806">
                  <a:moveTo>
                    <a:pt x="0" y="2674"/>
                  </a:moveTo>
                  <a:lnTo>
                    <a:pt x="72" y="1096"/>
                  </a:lnTo>
                  <a:lnTo>
                    <a:pt x="289" y="0"/>
                  </a:lnTo>
                  <a:lnTo>
                    <a:pt x="814" y="86"/>
                  </a:lnTo>
                  <a:lnTo>
                    <a:pt x="941" y="744"/>
                  </a:lnTo>
                  <a:lnTo>
                    <a:pt x="868" y="2017"/>
                  </a:lnTo>
                  <a:lnTo>
                    <a:pt x="361" y="2806"/>
                  </a:lnTo>
                  <a:close/>
                </a:path>
              </a:pathLst>
            </a:custGeom>
            <a:solidFill>
              <a:srgbClr val="AFD1A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0" name="pg1119"/>
            <p:cNvSpPr/>
            <p:nvPr/>
          </p:nvSpPr>
          <p:spPr>
            <a:xfrm>
              <a:off x="4017191" y="2855265"/>
              <a:ext cx="4257" cy="21599"/>
            </a:xfrm>
            <a:custGeom>
              <a:avLst/>
              <a:pathLst>
                <a:path w="4257" h="21599">
                  <a:moveTo>
                    <a:pt x="2649" y="20851"/>
                  </a:moveTo>
                  <a:lnTo>
                    <a:pt x="2413" y="21529"/>
                  </a:lnTo>
                  <a:lnTo>
                    <a:pt x="2060" y="21599"/>
                  </a:lnTo>
                  <a:lnTo>
                    <a:pt x="1256" y="21021"/>
                  </a:lnTo>
                  <a:lnTo>
                    <a:pt x="781" y="19674"/>
                  </a:lnTo>
                  <a:lnTo>
                    <a:pt x="871" y="18032"/>
                  </a:lnTo>
                  <a:lnTo>
                    <a:pt x="897" y="15006"/>
                  </a:lnTo>
                  <a:lnTo>
                    <a:pt x="1122" y="12150"/>
                  </a:lnTo>
                  <a:lnTo>
                    <a:pt x="1060" y="9127"/>
                  </a:lnTo>
                  <a:lnTo>
                    <a:pt x="439" y="8515"/>
                  </a:lnTo>
                  <a:lnTo>
                    <a:pt x="0" y="8678"/>
                  </a:lnTo>
                  <a:lnTo>
                    <a:pt x="1023" y="4412"/>
                  </a:lnTo>
                  <a:lnTo>
                    <a:pt x="1423" y="3757"/>
                  </a:lnTo>
                  <a:lnTo>
                    <a:pt x="1803" y="4035"/>
                  </a:lnTo>
                  <a:lnTo>
                    <a:pt x="2743" y="3579"/>
                  </a:lnTo>
                  <a:lnTo>
                    <a:pt x="3241" y="1262"/>
                  </a:lnTo>
                  <a:lnTo>
                    <a:pt x="3634" y="0"/>
                  </a:lnTo>
                  <a:lnTo>
                    <a:pt x="4053" y="152"/>
                  </a:lnTo>
                  <a:lnTo>
                    <a:pt x="4257" y="861"/>
                  </a:lnTo>
                  <a:lnTo>
                    <a:pt x="4110" y="4378"/>
                  </a:lnTo>
                  <a:lnTo>
                    <a:pt x="4094" y="7316"/>
                  </a:lnTo>
                  <a:lnTo>
                    <a:pt x="3572" y="16303"/>
                  </a:lnTo>
                  <a:lnTo>
                    <a:pt x="3032" y="17859"/>
                  </a:lnTo>
                  <a:lnTo>
                    <a:pt x="2763" y="19118"/>
                  </a:lnTo>
                  <a:close/>
                </a:path>
              </a:pathLst>
            </a:custGeom>
            <a:solidFill>
              <a:srgbClr val="AFD1A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1" name="pg1120"/>
            <p:cNvSpPr/>
            <p:nvPr/>
          </p:nvSpPr>
          <p:spPr>
            <a:xfrm>
              <a:off x="4075237" y="2539672"/>
              <a:ext cx="197497" cy="392508"/>
            </a:xfrm>
            <a:custGeom>
              <a:avLst/>
              <a:pathLst>
                <a:path w="197497" h="392508">
                  <a:moveTo>
                    <a:pt x="194063" y="40628"/>
                  </a:moveTo>
                  <a:lnTo>
                    <a:pt x="194622" y="43284"/>
                  </a:lnTo>
                  <a:lnTo>
                    <a:pt x="195469" y="47305"/>
                  </a:lnTo>
                  <a:lnTo>
                    <a:pt x="196023" y="49939"/>
                  </a:lnTo>
                  <a:lnTo>
                    <a:pt x="196647" y="52899"/>
                  </a:lnTo>
                  <a:lnTo>
                    <a:pt x="196959" y="54380"/>
                  </a:lnTo>
                  <a:lnTo>
                    <a:pt x="197497" y="56933"/>
                  </a:lnTo>
                  <a:lnTo>
                    <a:pt x="197278" y="58339"/>
                  </a:lnTo>
                  <a:lnTo>
                    <a:pt x="196915" y="60418"/>
                  </a:lnTo>
                  <a:lnTo>
                    <a:pt x="195584" y="61992"/>
                  </a:lnTo>
                  <a:lnTo>
                    <a:pt x="194258" y="63130"/>
                  </a:lnTo>
                  <a:lnTo>
                    <a:pt x="193949" y="63791"/>
                  </a:lnTo>
                  <a:lnTo>
                    <a:pt x="193845" y="64686"/>
                  </a:lnTo>
                  <a:lnTo>
                    <a:pt x="193203" y="66478"/>
                  </a:lnTo>
                  <a:lnTo>
                    <a:pt x="191961" y="67987"/>
                  </a:lnTo>
                  <a:lnTo>
                    <a:pt x="190932" y="67838"/>
                  </a:lnTo>
                  <a:lnTo>
                    <a:pt x="190283" y="67388"/>
                  </a:lnTo>
                  <a:lnTo>
                    <a:pt x="186819" y="70000"/>
                  </a:lnTo>
                  <a:lnTo>
                    <a:pt x="185217" y="69935"/>
                  </a:lnTo>
                  <a:lnTo>
                    <a:pt x="183965" y="71630"/>
                  </a:lnTo>
                  <a:lnTo>
                    <a:pt x="183036" y="73175"/>
                  </a:lnTo>
                  <a:lnTo>
                    <a:pt x="181172" y="74865"/>
                  </a:lnTo>
                  <a:lnTo>
                    <a:pt x="179910" y="74875"/>
                  </a:lnTo>
                  <a:lnTo>
                    <a:pt x="178045" y="73871"/>
                  </a:lnTo>
                  <a:lnTo>
                    <a:pt x="175748" y="71960"/>
                  </a:lnTo>
                  <a:lnTo>
                    <a:pt x="174815" y="70848"/>
                  </a:lnTo>
                  <a:lnTo>
                    <a:pt x="173973" y="70913"/>
                  </a:lnTo>
                  <a:lnTo>
                    <a:pt x="171943" y="70646"/>
                  </a:lnTo>
                  <a:lnTo>
                    <a:pt x="169955" y="69704"/>
                  </a:lnTo>
                  <a:lnTo>
                    <a:pt x="167583" y="68580"/>
                  </a:lnTo>
                  <a:lnTo>
                    <a:pt x="166411" y="68099"/>
                  </a:lnTo>
                  <a:lnTo>
                    <a:pt x="164003" y="67114"/>
                  </a:lnTo>
                  <a:lnTo>
                    <a:pt x="162438" y="68428"/>
                  </a:lnTo>
                  <a:lnTo>
                    <a:pt x="161023" y="69617"/>
                  </a:lnTo>
                  <a:lnTo>
                    <a:pt x="159870" y="70421"/>
                  </a:lnTo>
                  <a:lnTo>
                    <a:pt x="158918" y="74097"/>
                  </a:lnTo>
                  <a:lnTo>
                    <a:pt x="158515" y="75390"/>
                  </a:lnTo>
                  <a:lnTo>
                    <a:pt x="158052" y="77250"/>
                  </a:lnTo>
                  <a:lnTo>
                    <a:pt x="157838" y="78554"/>
                  </a:lnTo>
                  <a:lnTo>
                    <a:pt x="158026" y="80117"/>
                  </a:lnTo>
                  <a:lnTo>
                    <a:pt x="159423" y="81225"/>
                  </a:lnTo>
                  <a:lnTo>
                    <a:pt x="160005" y="82738"/>
                  </a:lnTo>
                  <a:lnTo>
                    <a:pt x="160092" y="84077"/>
                  </a:lnTo>
                  <a:lnTo>
                    <a:pt x="159590" y="85452"/>
                  </a:lnTo>
                  <a:lnTo>
                    <a:pt x="159171" y="86539"/>
                  </a:lnTo>
                  <a:lnTo>
                    <a:pt x="159173" y="87494"/>
                  </a:lnTo>
                  <a:lnTo>
                    <a:pt x="159396" y="88458"/>
                  </a:lnTo>
                  <a:lnTo>
                    <a:pt x="159732" y="89175"/>
                  </a:lnTo>
                  <a:lnTo>
                    <a:pt x="161715" y="89621"/>
                  </a:lnTo>
                  <a:lnTo>
                    <a:pt x="162889" y="89629"/>
                  </a:lnTo>
                  <a:lnTo>
                    <a:pt x="163346" y="90020"/>
                  </a:lnTo>
                  <a:lnTo>
                    <a:pt x="163400" y="91323"/>
                  </a:lnTo>
                  <a:lnTo>
                    <a:pt x="162970" y="93082"/>
                  </a:lnTo>
                  <a:lnTo>
                    <a:pt x="161298" y="94497"/>
                  </a:lnTo>
                  <a:lnTo>
                    <a:pt x="160354" y="95989"/>
                  </a:lnTo>
                  <a:lnTo>
                    <a:pt x="160056" y="97966"/>
                  </a:lnTo>
                  <a:lnTo>
                    <a:pt x="160069" y="99546"/>
                  </a:lnTo>
                  <a:lnTo>
                    <a:pt x="160391" y="100592"/>
                  </a:lnTo>
                  <a:lnTo>
                    <a:pt x="161192" y="101795"/>
                  </a:lnTo>
                  <a:lnTo>
                    <a:pt x="161942" y="103173"/>
                  </a:lnTo>
                  <a:lnTo>
                    <a:pt x="162170" y="104298"/>
                  </a:lnTo>
                  <a:lnTo>
                    <a:pt x="162080" y="105824"/>
                  </a:lnTo>
                  <a:lnTo>
                    <a:pt x="161778" y="107929"/>
                  </a:lnTo>
                  <a:lnTo>
                    <a:pt x="160956" y="110377"/>
                  </a:lnTo>
                  <a:lnTo>
                    <a:pt x="160272" y="112123"/>
                  </a:lnTo>
                  <a:lnTo>
                    <a:pt x="160218" y="112743"/>
                  </a:lnTo>
                  <a:lnTo>
                    <a:pt x="160389" y="113681"/>
                  </a:lnTo>
                  <a:lnTo>
                    <a:pt x="160941" y="115042"/>
                  </a:lnTo>
                  <a:lnTo>
                    <a:pt x="161881" y="117050"/>
                  </a:lnTo>
                  <a:lnTo>
                    <a:pt x="163049" y="118679"/>
                  </a:lnTo>
                  <a:lnTo>
                    <a:pt x="163798" y="119128"/>
                  </a:lnTo>
                  <a:lnTo>
                    <a:pt x="164042" y="119522"/>
                  </a:lnTo>
                  <a:lnTo>
                    <a:pt x="164276" y="121407"/>
                  </a:lnTo>
                  <a:lnTo>
                    <a:pt x="164364" y="123391"/>
                  </a:lnTo>
                  <a:lnTo>
                    <a:pt x="164065" y="124880"/>
                  </a:lnTo>
                  <a:lnTo>
                    <a:pt x="164664" y="126114"/>
                  </a:lnTo>
                  <a:lnTo>
                    <a:pt x="166234" y="126046"/>
                  </a:lnTo>
                  <a:lnTo>
                    <a:pt x="167512" y="126571"/>
                  </a:lnTo>
                  <a:lnTo>
                    <a:pt x="168050" y="126049"/>
                  </a:lnTo>
                  <a:lnTo>
                    <a:pt x="168426" y="126440"/>
                  </a:lnTo>
                  <a:lnTo>
                    <a:pt x="168183" y="130871"/>
                  </a:lnTo>
                  <a:lnTo>
                    <a:pt x="168359" y="133494"/>
                  </a:lnTo>
                  <a:lnTo>
                    <a:pt x="168700" y="134237"/>
                  </a:lnTo>
                  <a:lnTo>
                    <a:pt x="169956" y="135300"/>
                  </a:lnTo>
                  <a:lnTo>
                    <a:pt x="172375" y="135171"/>
                  </a:lnTo>
                  <a:lnTo>
                    <a:pt x="173798" y="136407"/>
                  </a:lnTo>
                  <a:lnTo>
                    <a:pt x="175378" y="137833"/>
                  </a:lnTo>
                  <a:lnTo>
                    <a:pt x="176218" y="139405"/>
                  </a:lnTo>
                  <a:lnTo>
                    <a:pt x="176594" y="140578"/>
                  </a:lnTo>
                  <a:lnTo>
                    <a:pt x="176487" y="142467"/>
                  </a:lnTo>
                  <a:lnTo>
                    <a:pt x="175626" y="144682"/>
                  </a:lnTo>
                  <a:lnTo>
                    <a:pt x="174221" y="145732"/>
                  </a:lnTo>
                  <a:lnTo>
                    <a:pt x="173401" y="146188"/>
                  </a:lnTo>
                  <a:lnTo>
                    <a:pt x="169354" y="150340"/>
                  </a:lnTo>
                  <a:lnTo>
                    <a:pt x="168090" y="152086"/>
                  </a:lnTo>
                  <a:lnTo>
                    <a:pt x="167113" y="154190"/>
                  </a:lnTo>
                  <a:lnTo>
                    <a:pt x="166752" y="155768"/>
                  </a:lnTo>
                  <a:lnTo>
                    <a:pt x="166557" y="157311"/>
                  </a:lnTo>
                  <a:lnTo>
                    <a:pt x="167433" y="162896"/>
                  </a:lnTo>
                  <a:lnTo>
                    <a:pt x="167581" y="164626"/>
                  </a:lnTo>
                  <a:lnTo>
                    <a:pt x="166862" y="170654"/>
                  </a:lnTo>
                  <a:lnTo>
                    <a:pt x="166651" y="172893"/>
                  </a:lnTo>
                  <a:lnTo>
                    <a:pt x="166920" y="174457"/>
                  </a:lnTo>
                  <a:lnTo>
                    <a:pt x="167781" y="175043"/>
                  </a:lnTo>
                  <a:lnTo>
                    <a:pt x="167969" y="176346"/>
                  </a:lnTo>
                  <a:lnTo>
                    <a:pt x="168054" y="177353"/>
                  </a:lnTo>
                  <a:lnTo>
                    <a:pt x="166555" y="179569"/>
                  </a:lnTo>
                  <a:lnTo>
                    <a:pt x="164978" y="181527"/>
                  </a:lnTo>
                  <a:lnTo>
                    <a:pt x="164478" y="181523"/>
                  </a:lnTo>
                  <a:lnTo>
                    <a:pt x="162970" y="185203"/>
                  </a:lnTo>
                  <a:lnTo>
                    <a:pt x="160452" y="192570"/>
                  </a:lnTo>
                  <a:lnTo>
                    <a:pt x="159115" y="195062"/>
                  </a:lnTo>
                  <a:lnTo>
                    <a:pt x="159021" y="196283"/>
                  </a:lnTo>
                  <a:lnTo>
                    <a:pt x="158913" y="197521"/>
                  </a:lnTo>
                  <a:lnTo>
                    <a:pt x="159423" y="199604"/>
                  </a:lnTo>
                  <a:lnTo>
                    <a:pt x="159531" y="201364"/>
                  </a:lnTo>
                  <a:lnTo>
                    <a:pt x="158959" y="203139"/>
                  </a:lnTo>
                  <a:lnTo>
                    <a:pt x="158017" y="205168"/>
                  </a:lnTo>
                  <a:lnTo>
                    <a:pt x="156174" y="206945"/>
                  </a:lnTo>
                  <a:lnTo>
                    <a:pt x="153852" y="208763"/>
                  </a:lnTo>
                  <a:lnTo>
                    <a:pt x="152806" y="209866"/>
                  </a:lnTo>
                  <a:lnTo>
                    <a:pt x="152022" y="214634"/>
                  </a:lnTo>
                  <a:lnTo>
                    <a:pt x="151297" y="219430"/>
                  </a:lnTo>
                  <a:lnTo>
                    <a:pt x="150972" y="221205"/>
                  </a:lnTo>
                  <a:lnTo>
                    <a:pt x="149719" y="226722"/>
                  </a:lnTo>
                  <a:lnTo>
                    <a:pt x="147530" y="234851"/>
                  </a:lnTo>
                  <a:lnTo>
                    <a:pt x="146977" y="236626"/>
                  </a:lnTo>
                  <a:lnTo>
                    <a:pt x="143592" y="240544"/>
                  </a:lnTo>
                  <a:lnTo>
                    <a:pt x="140135" y="244806"/>
                  </a:lnTo>
                  <a:lnTo>
                    <a:pt x="139526" y="246421"/>
                  </a:lnTo>
                  <a:lnTo>
                    <a:pt x="138818" y="250305"/>
                  </a:lnTo>
                  <a:lnTo>
                    <a:pt x="138152" y="254561"/>
                  </a:lnTo>
                  <a:lnTo>
                    <a:pt x="137534" y="256791"/>
                  </a:lnTo>
                  <a:lnTo>
                    <a:pt x="135335" y="261786"/>
                  </a:lnTo>
                  <a:lnTo>
                    <a:pt x="134613" y="265622"/>
                  </a:lnTo>
                  <a:lnTo>
                    <a:pt x="134387" y="268133"/>
                  </a:lnTo>
                  <a:lnTo>
                    <a:pt x="132515" y="269534"/>
                  </a:lnTo>
                  <a:lnTo>
                    <a:pt x="130398" y="270870"/>
                  </a:lnTo>
                  <a:lnTo>
                    <a:pt x="127317" y="271301"/>
                  </a:lnTo>
                  <a:lnTo>
                    <a:pt x="126032" y="271999"/>
                  </a:lnTo>
                  <a:lnTo>
                    <a:pt x="122256" y="275462"/>
                  </a:lnTo>
                  <a:lnTo>
                    <a:pt x="121318" y="275605"/>
                  </a:lnTo>
                  <a:lnTo>
                    <a:pt x="120580" y="275032"/>
                  </a:lnTo>
                  <a:lnTo>
                    <a:pt x="120022" y="273850"/>
                  </a:lnTo>
                  <a:lnTo>
                    <a:pt x="119504" y="271890"/>
                  </a:lnTo>
                  <a:lnTo>
                    <a:pt x="119260" y="268873"/>
                  </a:lnTo>
                  <a:lnTo>
                    <a:pt x="118531" y="267503"/>
                  </a:lnTo>
                  <a:lnTo>
                    <a:pt x="117548" y="266341"/>
                  </a:lnTo>
                  <a:lnTo>
                    <a:pt x="116514" y="266284"/>
                  </a:lnTo>
                  <a:lnTo>
                    <a:pt x="115475" y="267567"/>
                  </a:lnTo>
                  <a:lnTo>
                    <a:pt x="114571" y="268971"/>
                  </a:lnTo>
                  <a:lnTo>
                    <a:pt x="113957" y="270131"/>
                  </a:lnTo>
                  <a:lnTo>
                    <a:pt x="113355" y="271486"/>
                  </a:lnTo>
                  <a:lnTo>
                    <a:pt x="112200" y="276045"/>
                  </a:lnTo>
                  <a:lnTo>
                    <a:pt x="110330" y="282578"/>
                  </a:lnTo>
                  <a:lnTo>
                    <a:pt x="108240" y="287334"/>
                  </a:lnTo>
                  <a:lnTo>
                    <a:pt x="107466" y="288758"/>
                  </a:lnTo>
                  <a:lnTo>
                    <a:pt x="106982" y="289834"/>
                  </a:lnTo>
                  <a:lnTo>
                    <a:pt x="106328" y="291414"/>
                  </a:lnTo>
                  <a:lnTo>
                    <a:pt x="105951" y="292940"/>
                  </a:lnTo>
                  <a:lnTo>
                    <a:pt x="105433" y="297928"/>
                  </a:lnTo>
                  <a:lnTo>
                    <a:pt x="105134" y="302352"/>
                  </a:lnTo>
                  <a:lnTo>
                    <a:pt x="105271" y="303340"/>
                  </a:lnTo>
                  <a:lnTo>
                    <a:pt x="105584" y="304177"/>
                  </a:lnTo>
                  <a:lnTo>
                    <a:pt x="106726" y="305464"/>
                  </a:lnTo>
                  <a:lnTo>
                    <a:pt x="108375" y="307594"/>
                  </a:lnTo>
                  <a:lnTo>
                    <a:pt x="110514" y="308803"/>
                  </a:lnTo>
                  <a:lnTo>
                    <a:pt x="112317" y="309021"/>
                  </a:lnTo>
                  <a:lnTo>
                    <a:pt x="112991" y="309928"/>
                  </a:lnTo>
                  <a:lnTo>
                    <a:pt x="113393" y="311158"/>
                  </a:lnTo>
                  <a:lnTo>
                    <a:pt x="113505" y="312192"/>
                  </a:lnTo>
                  <a:lnTo>
                    <a:pt x="113412" y="315853"/>
                  </a:lnTo>
                  <a:lnTo>
                    <a:pt x="113210" y="319776"/>
                  </a:lnTo>
                  <a:lnTo>
                    <a:pt x="112541" y="323996"/>
                  </a:lnTo>
                  <a:lnTo>
                    <a:pt x="112551" y="326417"/>
                  </a:lnTo>
                  <a:lnTo>
                    <a:pt x="112814" y="328780"/>
                  </a:lnTo>
                  <a:lnTo>
                    <a:pt x="114819" y="334794"/>
                  </a:lnTo>
                  <a:lnTo>
                    <a:pt x="115557" y="335409"/>
                  </a:lnTo>
                  <a:lnTo>
                    <a:pt x="117060" y="335538"/>
                  </a:lnTo>
                  <a:lnTo>
                    <a:pt x="117758" y="335422"/>
                  </a:lnTo>
                  <a:lnTo>
                    <a:pt x="118534" y="334811"/>
                  </a:lnTo>
                  <a:lnTo>
                    <a:pt x="119087" y="335227"/>
                  </a:lnTo>
                  <a:lnTo>
                    <a:pt x="119496" y="335964"/>
                  </a:lnTo>
                  <a:lnTo>
                    <a:pt x="119603" y="337180"/>
                  </a:lnTo>
                  <a:lnTo>
                    <a:pt x="119540" y="343175"/>
                  </a:lnTo>
                  <a:lnTo>
                    <a:pt x="120155" y="345889"/>
                  </a:lnTo>
                  <a:lnTo>
                    <a:pt x="121349" y="349589"/>
                  </a:lnTo>
                  <a:lnTo>
                    <a:pt x="122291" y="353810"/>
                  </a:lnTo>
                  <a:lnTo>
                    <a:pt x="123182" y="358875"/>
                  </a:lnTo>
                  <a:lnTo>
                    <a:pt x="124033" y="362832"/>
                  </a:lnTo>
                  <a:lnTo>
                    <a:pt x="124364" y="364898"/>
                  </a:lnTo>
                  <a:lnTo>
                    <a:pt x="123809" y="365898"/>
                  </a:lnTo>
                  <a:lnTo>
                    <a:pt x="123493" y="366937"/>
                  </a:lnTo>
                  <a:lnTo>
                    <a:pt x="123413" y="368322"/>
                  </a:lnTo>
                  <a:lnTo>
                    <a:pt x="123528" y="369782"/>
                  </a:lnTo>
                  <a:lnTo>
                    <a:pt x="123455" y="370818"/>
                  </a:lnTo>
                  <a:lnTo>
                    <a:pt x="123857" y="372091"/>
                  </a:lnTo>
                  <a:lnTo>
                    <a:pt x="124333" y="372515"/>
                  </a:lnTo>
                  <a:lnTo>
                    <a:pt x="124317" y="373398"/>
                  </a:lnTo>
                  <a:lnTo>
                    <a:pt x="123571" y="374552"/>
                  </a:lnTo>
                  <a:lnTo>
                    <a:pt x="122905" y="374513"/>
                  </a:lnTo>
                  <a:lnTo>
                    <a:pt x="122394" y="375063"/>
                  </a:lnTo>
                  <a:lnTo>
                    <a:pt x="121405" y="377480"/>
                  </a:lnTo>
                  <a:lnTo>
                    <a:pt x="120944" y="377969"/>
                  </a:lnTo>
                  <a:lnTo>
                    <a:pt x="120323" y="378188"/>
                  </a:lnTo>
                  <a:lnTo>
                    <a:pt x="119631" y="377949"/>
                  </a:lnTo>
                  <a:lnTo>
                    <a:pt x="118653" y="376975"/>
                  </a:lnTo>
                  <a:lnTo>
                    <a:pt x="118368" y="375437"/>
                  </a:lnTo>
                  <a:lnTo>
                    <a:pt x="118480" y="373821"/>
                  </a:lnTo>
                  <a:lnTo>
                    <a:pt x="118257" y="372860"/>
                  </a:lnTo>
                  <a:lnTo>
                    <a:pt x="117556" y="373042"/>
                  </a:lnTo>
                  <a:lnTo>
                    <a:pt x="115116" y="374692"/>
                  </a:lnTo>
                  <a:lnTo>
                    <a:pt x="112791" y="376725"/>
                  </a:lnTo>
                  <a:lnTo>
                    <a:pt x="112387" y="378112"/>
                  </a:lnTo>
                  <a:lnTo>
                    <a:pt x="111850" y="379560"/>
                  </a:lnTo>
                  <a:lnTo>
                    <a:pt x="110786" y="380156"/>
                  </a:lnTo>
                  <a:lnTo>
                    <a:pt x="109219" y="380338"/>
                  </a:lnTo>
                  <a:lnTo>
                    <a:pt x="108135" y="380120"/>
                  </a:lnTo>
                  <a:lnTo>
                    <a:pt x="107135" y="378566"/>
                  </a:lnTo>
                  <a:lnTo>
                    <a:pt x="106221" y="377151"/>
                  </a:lnTo>
                  <a:lnTo>
                    <a:pt x="104811" y="377083"/>
                  </a:lnTo>
                  <a:lnTo>
                    <a:pt x="102271" y="377294"/>
                  </a:lnTo>
                  <a:lnTo>
                    <a:pt x="100863" y="377282"/>
                  </a:lnTo>
                  <a:lnTo>
                    <a:pt x="100035" y="376760"/>
                  </a:lnTo>
                  <a:lnTo>
                    <a:pt x="99218" y="377151"/>
                  </a:lnTo>
                  <a:lnTo>
                    <a:pt x="98197" y="376580"/>
                  </a:lnTo>
                  <a:lnTo>
                    <a:pt x="97742" y="377346"/>
                  </a:lnTo>
                  <a:lnTo>
                    <a:pt x="97314" y="377419"/>
                  </a:lnTo>
                  <a:lnTo>
                    <a:pt x="96969" y="376088"/>
                  </a:lnTo>
                  <a:lnTo>
                    <a:pt x="96739" y="375951"/>
                  </a:lnTo>
                  <a:lnTo>
                    <a:pt x="96469" y="376142"/>
                  </a:lnTo>
                  <a:lnTo>
                    <a:pt x="96233" y="376593"/>
                  </a:lnTo>
                  <a:lnTo>
                    <a:pt x="96093" y="377372"/>
                  </a:lnTo>
                  <a:lnTo>
                    <a:pt x="96044" y="386264"/>
                  </a:lnTo>
                  <a:lnTo>
                    <a:pt x="94368" y="386208"/>
                  </a:lnTo>
                  <a:lnTo>
                    <a:pt x="93175" y="386189"/>
                  </a:lnTo>
                  <a:lnTo>
                    <a:pt x="91865" y="386672"/>
                  </a:lnTo>
                  <a:lnTo>
                    <a:pt x="90662" y="387349"/>
                  </a:lnTo>
                  <a:lnTo>
                    <a:pt x="90073" y="388160"/>
                  </a:lnTo>
                  <a:lnTo>
                    <a:pt x="89230" y="389437"/>
                  </a:lnTo>
                  <a:lnTo>
                    <a:pt x="89033" y="391213"/>
                  </a:lnTo>
                  <a:lnTo>
                    <a:pt x="88627" y="392508"/>
                  </a:lnTo>
                  <a:lnTo>
                    <a:pt x="88045" y="390588"/>
                  </a:lnTo>
                  <a:lnTo>
                    <a:pt x="87670" y="389705"/>
                  </a:lnTo>
                  <a:lnTo>
                    <a:pt x="87237" y="390360"/>
                  </a:lnTo>
                  <a:lnTo>
                    <a:pt x="86621" y="390285"/>
                  </a:lnTo>
                  <a:lnTo>
                    <a:pt x="85512" y="388096"/>
                  </a:lnTo>
                  <a:lnTo>
                    <a:pt x="85014" y="390301"/>
                  </a:lnTo>
                  <a:lnTo>
                    <a:pt x="83178" y="390806"/>
                  </a:lnTo>
                  <a:lnTo>
                    <a:pt x="82948" y="389142"/>
                  </a:lnTo>
                  <a:lnTo>
                    <a:pt x="82902" y="387588"/>
                  </a:lnTo>
                  <a:lnTo>
                    <a:pt x="81894" y="388712"/>
                  </a:lnTo>
                  <a:lnTo>
                    <a:pt x="81169" y="386992"/>
                  </a:lnTo>
                  <a:lnTo>
                    <a:pt x="80843" y="384681"/>
                  </a:lnTo>
                  <a:lnTo>
                    <a:pt x="80564" y="384042"/>
                  </a:lnTo>
                  <a:lnTo>
                    <a:pt x="80243" y="383305"/>
                  </a:lnTo>
                  <a:lnTo>
                    <a:pt x="79483" y="382514"/>
                  </a:lnTo>
                  <a:lnTo>
                    <a:pt x="78802" y="380055"/>
                  </a:lnTo>
                  <a:lnTo>
                    <a:pt x="78740" y="377452"/>
                  </a:lnTo>
                  <a:lnTo>
                    <a:pt x="78550" y="374353"/>
                  </a:lnTo>
                  <a:lnTo>
                    <a:pt x="77122" y="362879"/>
                  </a:lnTo>
                  <a:lnTo>
                    <a:pt x="76258" y="361819"/>
                  </a:lnTo>
                  <a:lnTo>
                    <a:pt x="71412" y="359781"/>
                  </a:lnTo>
                  <a:lnTo>
                    <a:pt x="71159" y="357774"/>
                  </a:lnTo>
                  <a:lnTo>
                    <a:pt x="71496" y="352382"/>
                  </a:lnTo>
                  <a:lnTo>
                    <a:pt x="71359" y="348984"/>
                  </a:lnTo>
                  <a:lnTo>
                    <a:pt x="69790" y="344487"/>
                  </a:lnTo>
                  <a:lnTo>
                    <a:pt x="69351" y="341359"/>
                  </a:lnTo>
                  <a:lnTo>
                    <a:pt x="68068" y="338671"/>
                  </a:lnTo>
                  <a:lnTo>
                    <a:pt x="66796" y="337889"/>
                  </a:lnTo>
                  <a:lnTo>
                    <a:pt x="65514" y="338241"/>
                  </a:lnTo>
                  <a:lnTo>
                    <a:pt x="64823" y="339304"/>
                  </a:lnTo>
                  <a:lnTo>
                    <a:pt x="64443" y="341096"/>
                  </a:lnTo>
                  <a:lnTo>
                    <a:pt x="67189" y="340679"/>
                  </a:lnTo>
                  <a:lnTo>
                    <a:pt x="67806" y="341339"/>
                  </a:lnTo>
                  <a:lnTo>
                    <a:pt x="68544" y="342513"/>
                  </a:lnTo>
                  <a:lnTo>
                    <a:pt x="67755" y="342468"/>
                  </a:lnTo>
                  <a:lnTo>
                    <a:pt x="66846" y="341909"/>
                  </a:lnTo>
                  <a:lnTo>
                    <a:pt x="65704" y="341950"/>
                  </a:lnTo>
                  <a:lnTo>
                    <a:pt x="61426" y="343272"/>
                  </a:lnTo>
                  <a:lnTo>
                    <a:pt x="58941" y="345174"/>
                  </a:lnTo>
                  <a:lnTo>
                    <a:pt x="55608" y="344611"/>
                  </a:lnTo>
                  <a:lnTo>
                    <a:pt x="51405" y="346479"/>
                  </a:lnTo>
                  <a:lnTo>
                    <a:pt x="47935" y="346590"/>
                  </a:lnTo>
                  <a:lnTo>
                    <a:pt x="46501" y="350232"/>
                  </a:lnTo>
                  <a:lnTo>
                    <a:pt x="45710" y="349576"/>
                  </a:lnTo>
                  <a:lnTo>
                    <a:pt x="45097" y="348678"/>
                  </a:lnTo>
                  <a:lnTo>
                    <a:pt x="40323" y="345819"/>
                  </a:lnTo>
                  <a:lnTo>
                    <a:pt x="39992" y="344622"/>
                  </a:lnTo>
                  <a:lnTo>
                    <a:pt x="39194" y="343765"/>
                  </a:lnTo>
                  <a:lnTo>
                    <a:pt x="38315" y="345295"/>
                  </a:lnTo>
                  <a:lnTo>
                    <a:pt x="37685" y="345550"/>
                  </a:lnTo>
                  <a:lnTo>
                    <a:pt x="35069" y="344269"/>
                  </a:lnTo>
                  <a:lnTo>
                    <a:pt x="33067" y="345236"/>
                  </a:lnTo>
                  <a:lnTo>
                    <a:pt x="32324" y="346880"/>
                  </a:lnTo>
                  <a:lnTo>
                    <a:pt x="32272" y="349442"/>
                  </a:lnTo>
                  <a:lnTo>
                    <a:pt x="29765" y="348947"/>
                  </a:lnTo>
                  <a:lnTo>
                    <a:pt x="28355" y="348140"/>
                  </a:lnTo>
                  <a:lnTo>
                    <a:pt x="26466" y="349033"/>
                  </a:lnTo>
                  <a:lnTo>
                    <a:pt x="22197" y="347847"/>
                  </a:lnTo>
                  <a:lnTo>
                    <a:pt x="21072" y="348144"/>
                  </a:lnTo>
                  <a:lnTo>
                    <a:pt x="19516" y="349843"/>
                  </a:lnTo>
                  <a:lnTo>
                    <a:pt x="18863" y="351164"/>
                  </a:lnTo>
                  <a:lnTo>
                    <a:pt x="17939" y="351685"/>
                  </a:lnTo>
                  <a:lnTo>
                    <a:pt x="17127" y="349840"/>
                  </a:lnTo>
                  <a:lnTo>
                    <a:pt x="16516" y="349027"/>
                  </a:lnTo>
                  <a:lnTo>
                    <a:pt x="15950" y="349566"/>
                  </a:lnTo>
                  <a:lnTo>
                    <a:pt x="15186" y="351082"/>
                  </a:lnTo>
                  <a:lnTo>
                    <a:pt x="12973" y="351792"/>
                  </a:lnTo>
                  <a:lnTo>
                    <a:pt x="10972" y="351588"/>
                  </a:lnTo>
                  <a:lnTo>
                    <a:pt x="8817" y="350166"/>
                  </a:lnTo>
                  <a:lnTo>
                    <a:pt x="9073" y="349693"/>
                  </a:lnTo>
                  <a:lnTo>
                    <a:pt x="9409" y="347217"/>
                  </a:lnTo>
                  <a:lnTo>
                    <a:pt x="9710" y="338397"/>
                  </a:lnTo>
                  <a:lnTo>
                    <a:pt x="10091" y="335212"/>
                  </a:lnTo>
                  <a:lnTo>
                    <a:pt x="9974" y="333472"/>
                  </a:lnTo>
                  <a:lnTo>
                    <a:pt x="10057" y="332949"/>
                  </a:lnTo>
                  <a:lnTo>
                    <a:pt x="10899" y="331409"/>
                  </a:lnTo>
                  <a:lnTo>
                    <a:pt x="11103" y="330751"/>
                  </a:lnTo>
                  <a:lnTo>
                    <a:pt x="11424" y="326245"/>
                  </a:lnTo>
                  <a:lnTo>
                    <a:pt x="11780" y="321239"/>
                  </a:lnTo>
                  <a:lnTo>
                    <a:pt x="12175" y="319447"/>
                  </a:lnTo>
                  <a:lnTo>
                    <a:pt x="12509" y="318959"/>
                  </a:lnTo>
                  <a:lnTo>
                    <a:pt x="15181" y="316718"/>
                  </a:lnTo>
                  <a:lnTo>
                    <a:pt x="15631" y="315219"/>
                  </a:lnTo>
                  <a:lnTo>
                    <a:pt x="17013" y="315573"/>
                  </a:lnTo>
                  <a:lnTo>
                    <a:pt x="17138" y="315212"/>
                  </a:lnTo>
                  <a:lnTo>
                    <a:pt x="17260" y="313491"/>
                  </a:lnTo>
                  <a:lnTo>
                    <a:pt x="17902" y="311618"/>
                  </a:lnTo>
                  <a:lnTo>
                    <a:pt x="18788" y="310088"/>
                  </a:lnTo>
                  <a:lnTo>
                    <a:pt x="19449" y="309545"/>
                  </a:lnTo>
                  <a:lnTo>
                    <a:pt x="21852" y="308581"/>
                  </a:lnTo>
                  <a:lnTo>
                    <a:pt x="23255" y="307236"/>
                  </a:lnTo>
                  <a:lnTo>
                    <a:pt x="23682" y="307096"/>
                  </a:lnTo>
                  <a:lnTo>
                    <a:pt x="27416" y="307438"/>
                  </a:lnTo>
                  <a:lnTo>
                    <a:pt x="28206" y="306923"/>
                  </a:lnTo>
                  <a:lnTo>
                    <a:pt x="28331" y="306455"/>
                  </a:lnTo>
                  <a:lnTo>
                    <a:pt x="28551" y="301372"/>
                  </a:lnTo>
                  <a:lnTo>
                    <a:pt x="29227" y="300570"/>
                  </a:lnTo>
                  <a:lnTo>
                    <a:pt x="29335" y="300142"/>
                  </a:lnTo>
                  <a:lnTo>
                    <a:pt x="29104" y="296628"/>
                  </a:lnTo>
                  <a:lnTo>
                    <a:pt x="29233" y="294278"/>
                  </a:lnTo>
                  <a:lnTo>
                    <a:pt x="30002" y="292893"/>
                  </a:lnTo>
                  <a:lnTo>
                    <a:pt x="29958" y="292098"/>
                  </a:lnTo>
                  <a:lnTo>
                    <a:pt x="29406" y="290430"/>
                  </a:lnTo>
                  <a:lnTo>
                    <a:pt x="28673" y="289365"/>
                  </a:lnTo>
                  <a:lnTo>
                    <a:pt x="28316" y="289113"/>
                  </a:lnTo>
                  <a:lnTo>
                    <a:pt x="25252" y="290120"/>
                  </a:lnTo>
                  <a:lnTo>
                    <a:pt x="23987" y="289794"/>
                  </a:lnTo>
                  <a:lnTo>
                    <a:pt x="23394" y="289180"/>
                  </a:lnTo>
                  <a:lnTo>
                    <a:pt x="23269" y="288725"/>
                  </a:lnTo>
                  <a:lnTo>
                    <a:pt x="23388" y="287703"/>
                  </a:lnTo>
                  <a:lnTo>
                    <a:pt x="23410" y="286032"/>
                  </a:lnTo>
                  <a:lnTo>
                    <a:pt x="23856" y="283438"/>
                  </a:lnTo>
                  <a:lnTo>
                    <a:pt x="23992" y="281887"/>
                  </a:lnTo>
                  <a:lnTo>
                    <a:pt x="23630" y="272918"/>
                  </a:lnTo>
                  <a:lnTo>
                    <a:pt x="23111" y="266964"/>
                  </a:lnTo>
                  <a:lnTo>
                    <a:pt x="23388" y="261054"/>
                  </a:lnTo>
                  <a:lnTo>
                    <a:pt x="23334" y="259828"/>
                  </a:lnTo>
                  <a:lnTo>
                    <a:pt x="23229" y="259552"/>
                  </a:lnTo>
                  <a:lnTo>
                    <a:pt x="22841" y="259555"/>
                  </a:lnTo>
                  <a:lnTo>
                    <a:pt x="20976" y="260076"/>
                  </a:lnTo>
                  <a:lnTo>
                    <a:pt x="19384" y="256273"/>
                  </a:lnTo>
                  <a:lnTo>
                    <a:pt x="18398" y="254769"/>
                  </a:lnTo>
                  <a:lnTo>
                    <a:pt x="15687" y="252876"/>
                  </a:lnTo>
                  <a:lnTo>
                    <a:pt x="14498" y="252515"/>
                  </a:lnTo>
                  <a:lnTo>
                    <a:pt x="12753" y="250875"/>
                  </a:lnTo>
                  <a:lnTo>
                    <a:pt x="11147" y="247295"/>
                  </a:lnTo>
                  <a:lnTo>
                    <a:pt x="9502" y="243633"/>
                  </a:lnTo>
                  <a:lnTo>
                    <a:pt x="8840" y="241290"/>
                  </a:lnTo>
                  <a:lnTo>
                    <a:pt x="8107" y="237297"/>
                  </a:lnTo>
                  <a:lnTo>
                    <a:pt x="6026" y="229645"/>
                  </a:lnTo>
                  <a:lnTo>
                    <a:pt x="6046" y="227671"/>
                  </a:lnTo>
                  <a:lnTo>
                    <a:pt x="5788" y="226465"/>
                  </a:lnTo>
                  <a:lnTo>
                    <a:pt x="3763" y="221439"/>
                  </a:lnTo>
                  <a:lnTo>
                    <a:pt x="2325" y="217872"/>
                  </a:lnTo>
                  <a:lnTo>
                    <a:pt x="0" y="212102"/>
                  </a:lnTo>
                  <a:lnTo>
                    <a:pt x="4643" y="215331"/>
                  </a:lnTo>
                  <a:lnTo>
                    <a:pt x="8264" y="217805"/>
                  </a:lnTo>
                  <a:lnTo>
                    <a:pt x="14108" y="221802"/>
                  </a:lnTo>
                  <a:lnTo>
                    <a:pt x="18647" y="224906"/>
                  </a:lnTo>
                  <a:lnTo>
                    <a:pt x="19904" y="225409"/>
                  </a:lnTo>
                  <a:lnTo>
                    <a:pt x="33200" y="222760"/>
                  </a:lnTo>
                  <a:lnTo>
                    <a:pt x="38117" y="224767"/>
                  </a:lnTo>
                  <a:lnTo>
                    <a:pt x="39673" y="225894"/>
                  </a:lnTo>
                  <a:lnTo>
                    <a:pt x="39908" y="225235"/>
                  </a:lnTo>
                  <a:lnTo>
                    <a:pt x="40568" y="223872"/>
                  </a:lnTo>
                  <a:lnTo>
                    <a:pt x="41713" y="222496"/>
                  </a:lnTo>
                  <a:lnTo>
                    <a:pt x="43269" y="221391"/>
                  </a:lnTo>
                  <a:lnTo>
                    <a:pt x="44821" y="220795"/>
                  </a:lnTo>
                  <a:lnTo>
                    <a:pt x="47044" y="220717"/>
                  </a:lnTo>
                  <a:lnTo>
                    <a:pt x="48553" y="220805"/>
                  </a:lnTo>
                  <a:lnTo>
                    <a:pt x="49670" y="221141"/>
                  </a:lnTo>
                  <a:lnTo>
                    <a:pt x="51821" y="220943"/>
                  </a:lnTo>
                  <a:lnTo>
                    <a:pt x="52857" y="220407"/>
                  </a:lnTo>
                  <a:lnTo>
                    <a:pt x="56397" y="218222"/>
                  </a:lnTo>
                  <a:lnTo>
                    <a:pt x="58777" y="216752"/>
                  </a:lnTo>
                  <a:lnTo>
                    <a:pt x="62377" y="214459"/>
                  </a:lnTo>
                  <a:lnTo>
                    <a:pt x="65002" y="212784"/>
                  </a:lnTo>
                  <a:lnTo>
                    <a:pt x="65663" y="211894"/>
                  </a:lnTo>
                  <a:lnTo>
                    <a:pt x="66341" y="210290"/>
                  </a:lnTo>
                  <a:lnTo>
                    <a:pt x="66664" y="208856"/>
                  </a:lnTo>
                  <a:lnTo>
                    <a:pt x="65857" y="206641"/>
                  </a:lnTo>
                  <a:lnTo>
                    <a:pt x="65751" y="204687"/>
                  </a:lnTo>
                  <a:lnTo>
                    <a:pt x="66279" y="202210"/>
                  </a:lnTo>
                  <a:lnTo>
                    <a:pt x="66567" y="198437"/>
                  </a:lnTo>
                  <a:lnTo>
                    <a:pt x="66513" y="193064"/>
                  </a:lnTo>
                  <a:lnTo>
                    <a:pt x="66341" y="189963"/>
                  </a:lnTo>
                  <a:lnTo>
                    <a:pt x="67072" y="184205"/>
                  </a:lnTo>
                  <a:lnTo>
                    <a:pt x="67685" y="180972"/>
                  </a:lnTo>
                  <a:lnTo>
                    <a:pt x="68906" y="179425"/>
                  </a:lnTo>
                  <a:lnTo>
                    <a:pt x="69752" y="178478"/>
                  </a:lnTo>
                  <a:lnTo>
                    <a:pt x="70106" y="177787"/>
                  </a:lnTo>
                  <a:lnTo>
                    <a:pt x="70452" y="177017"/>
                  </a:lnTo>
                  <a:lnTo>
                    <a:pt x="71758" y="172629"/>
                  </a:lnTo>
                  <a:lnTo>
                    <a:pt x="72951" y="170586"/>
                  </a:lnTo>
                  <a:lnTo>
                    <a:pt x="74109" y="169347"/>
                  </a:lnTo>
                  <a:lnTo>
                    <a:pt x="75370" y="169505"/>
                  </a:lnTo>
                  <a:lnTo>
                    <a:pt x="76445" y="171199"/>
                  </a:lnTo>
                  <a:lnTo>
                    <a:pt x="78533" y="171941"/>
                  </a:lnTo>
                  <a:lnTo>
                    <a:pt x="80550" y="171445"/>
                  </a:lnTo>
                  <a:lnTo>
                    <a:pt x="82300" y="170172"/>
                  </a:lnTo>
                  <a:lnTo>
                    <a:pt x="83094" y="169129"/>
                  </a:lnTo>
                  <a:lnTo>
                    <a:pt x="84025" y="168214"/>
                  </a:lnTo>
                  <a:lnTo>
                    <a:pt x="83971" y="167171"/>
                  </a:lnTo>
                  <a:lnTo>
                    <a:pt x="82918" y="166263"/>
                  </a:lnTo>
                  <a:lnTo>
                    <a:pt x="82314" y="164982"/>
                  </a:lnTo>
                  <a:lnTo>
                    <a:pt x="82079" y="163411"/>
                  </a:lnTo>
                  <a:lnTo>
                    <a:pt x="82670" y="162457"/>
                  </a:lnTo>
                  <a:lnTo>
                    <a:pt x="84048" y="162179"/>
                  </a:lnTo>
                  <a:lnTo>
                    <a:pt x="87428" y="158344"/>
                  </a:lnTo>
                  <a:lnTo>
                    <a:pt x="88805" y="155823"/>
                  </a:lnTo>
                  <a:lnTo>
                    <a:pt x="89182" y="154650"/>
                  </a:lnTo>
                  <a:lnTo>
                    <a:pt x="89827" y="154520"/>
                  </a:lnTo>
                  <a:lnTo>
                    <a:pt x="91117" y="155693"/>
                  </a:lnTo>
                  <a:lnTo>
                    <a:pt x="92621" y="156083"/>
                  </a:lnTo>
                  <a:lnTo>
                    <a:pt x="93565" y="154911"/>
                  </a:lnTo>
                  <a:lnTo>
                    <a:pt x="94503" y="154650"/>
                  </a:lnTo>
                  <a:lnTo>
                    <a:pt x="95424" y="155928"/>
                  </a:lnTo>
                  <a:lnTo>
                    <a:pt x="95917" y="157455"/>
                  </a:lnTo>
                  <a:lnTo>
                    <a:pt x="96753" y="159276"/>
                  </a:lnTo>
                  <a:lnTo>
                    <a:pt x="97809" y="159636"/>
                  </a:lnTo>
                  <a:lnTo>
                    <a:pt x="99082" y="158657"/>
                  </a:lnTo>
                  <a:lnTo>
                    <a:pt x="100419" y="156556"/>
                  </a:lnTo>
                  <a:lnTo>
                    <a:pt x="101684" y="153613"/>
                  </a:lnTo>
                  <a:lnTo>
                    <a:pt x="102810" y="150695"/>
                  </a:lnTo>
                  <a:lnTo>
                    <a:pt x="102533" y="141457"/>
                  </a:lnTo>
                  <a:lnTo>
                    <a:pt x="102348" y="136017"/>
                  </a:lnTo>
                  <a:lnTo>
                    <a:pt x="102940" y="133151"/>
                  </a:lnTo>
                  <a:lnTo>
                    <a:pt x="103787" y="131385"/>
                  </a:lnTo>
                  <a:lnTo>
                    <a:pt x="104347" y="128655"/>
                  </a:lnTo>
                  <a:lnTo>
                    <a:pt x="104337" y="126245"/>
                  </a:lnTo>
                  <a:lnTo>
                    <a:pt x="104929" y="124219"/>
                  </a:lnTo>
                  <a:lnTo>
                    <a:pt x="105519" y="118686"/>
                  </a:lnTo>
                  <a:lnTo>
                    <a:pt x="106326" y="117383"/>
                  </a:lnTo>
                  <a:lnTo>
                    <a:pt x="107982" y="116480"/>
                  </a:lnTo>
                  <a:lnTo>
                    <a:pt x="110620" y="115955"/>
                  </a:lnTo>
                  <a:lnTo>
                    <a:pt x="112693" y="113426"/>
                  </a:lnTo>
                  <a:lnTo>
                    <a:pt x="114776" y="110739"/>
                  </a:lnTo>
                  <a:lnTo>
                    <a:pt x="115057" y="108374"/>
                  </a:lnTo>
                  <a:lnTo>
                    <a:pt x="114271" y="105844"/>
                  </a:lnTo>
                  <a:lnTo>
                    <a:pt x="113229" y="100937"/>
                  </a:lnTo>
                  <a:lnTo>
                    <a:pt x="112284" y="98008"/>
                  </a:lnTo>
                  <a:lnTo>
                    <a:pt x="109985" y="92754"/>
                  </a:lnTo>
                  <a:lnTo>
                    <a:pt x="110249" y="89515"/>
                  </a:lnTo>
                  <a:lnTo>
                    <a:pt x="111529" y="88199"/>
                  </a:lnTo>
                  <a:lnTo>
                    <a:pt x="114684" y="90440"/>
                  </a:lnTo>
                  <a:lnTo>
                    <a:pt x="115563" y="90879"/>
                  </a:lnTo>
                  <a:lnTo>
                    <a:pt x="116660" y="91195"/>
                  </a:lnTo>
                  <a:lnTo>
                    <a:pt x="119564" y="91140"/>
                  </a:lnTo>
                  <a:lnTo>
                    <a:pt x="121934" y="90266"/>
                  </a:lnTo>
                  <a:lnTo>
                    <a:pt x="124409" y="88261"/>
                  </a:lnTo>
                  <a:lnTo>
                    <a:pt x="124893" y="86176"/>
                  </a:lnTo>
                  <a:lnTo>
                    <a:pt x="124866" y="83701"/>
                  </a:lnTo>
                  <a:lnTo>
                    <a:pt x="124907" y="81656"/>
                  </a:lnTo>
                  <a:lnTo>
                    <a:pt x="124947" y="78814"/>
                  </a:lnTo>
                  <a:lnTo>
                    <a:pt x="124060" y="76990"/>
                  </a:lnTo>
                  <a:lnTo>
                    <a:pt x="123524" y="75361"/>
                  </a:lnTo>
                  <a:lnTo>
                    <a:pt x="123362" y="74058"/>
                  </a:lnTo>
                  <a:lnTo>
                    <a:pt x="123979" y="73341"/>
                  </a:lnTo>
                  <a:lnTo>
                    <a:pt x="124580" y="72012"/>
                  </a:lnTo>
                  <a:lnTo>
                    <a:pt x="125161" y="69590"/>
                  </a:lnTo>
                  <a:lnTo>
                    <a:pt x="126532" y="66696"/>
                  </a:lnTo>
                  <a:lnTo>
                    <a:pt x="127365" y="64090"/>
                  </a:lnTo>
                  <a:lnTo>
                    <a:pt x="128145" y="62852"/>
                  </a:lnTo>
                  <a:lnTo>
                    <a:pt x="129327" y="61158"/>
                  </a:lnTo>
                  <a:lnTo>
                    <a:pt x="130083" y="58670"/>
                  </a:lnTo>
                  <a:lnTo>
                    <a:pt x="130429" y="57184"/>
                  </a:lnTo>
                  <a:lnTo>
                    <a:pt x="131113" y="55729"/>
                  </a:lnTo>
                  <a:lnTo>
                    <a:pt x="131343" y="54774"/>
                  </a:lnTo>
                  <a:lnTo>
                    <a:pt x="131157" y="53924"/>
                  </a:lnTo>
                  <a:lnTo>
                    <a:pt x="130816" y="52853"/>
                  </a:lnTo>
                  <a:lnTo>
                    <a:pt x="130429" y="51646"/>
                  </a:lnTo>
                  <a:lnTo>
                    <a:pt x="130429" y="50474"/>
                  </a:lnTo>
                  <a:lnTo>
                    <a:pt x="130751" y="49236"/>
                  </a:lnTo>
                  <a:lnTo>
                    <a:pt x="131100" y="48128"/>
                  </a:lnTo>
                  <a:lnTo>
                    <a:pt x="130939" y="46564"/>
                  </a:lnTo>
                  <a:lnTo>
                    <a:pt x="130751" y="44023"/>
                  </a:lnTo>
                  <a:lnTo>
                    <a:pt x="130106" y="42525"/>
                  </a:lnTo>
                  <a:lnTo>
                    <a:pt x="129674" y="39065"/>
                  </a:lnTo>
                  <a:lnTo>
                    <a:pt x="128991" y="35545"/>
                  </a:lnTo>
                  <a:lnTo>
                    <a:pt x="128626" y="34173"/>
                  </a:lnTo>
                  <a:lnTo>
                    <a:pt x="127959" y="32449"/>
                  </a:lnTo>
                  <a:lnTo>
                    <a:pt x="126464" y="30612"/>
                  </a:lnTo>
                  <a:lnTo>
                    <a:pt x="126036" y="29388"/>
                  </a:lnTo>
                  <a:lnTo>
                    <a:pt x="126619" y="27034"/>
                  </a:lnTo>
                  <a:lnTo>
                    <a:pt x="127590" y="25574"/>
                  </a:lnTo>
                  <a:lnTo>
                    <a:pt x="129427" y="21967"/>
                  </a:lnTo>
                  <a:lnTo>
                    <a:pt x="130434" y="19472"/>
                  </a:lnTo>
                  <a:lnTo>
                    <a:pt x="131343" y="17735"/>
                  </a:lnTo>
                  <a:lnTo>
                    <a:pt x="132512" y="18028"/>
                  </a:lnTo>
                  <a:lnTo>
                    <a:pt x="133197" y="17872"/>
                  </a:lnTo>
                  <a:lnTo>
                    <a:pt x="133802" y="16269"/>
                  </a:lnTo>
                  <a:lnTo>
                    <a:pt x="135001" y="14848"/>
                  </a:lnTo>
                  <a:lnTo>
                    <a:pt x="137133" y="11906"/>
                  </a:lnTo>
                  <a:lnTo>
                    <a:pt x="137878" y="9922"/>
                  </a:lnTo>
                  <a:lnTo>
                    <a:pt x="139012" y="8922"/>
                  </a:lnTo>
                  <a:lnTo>
                    <a:pt x="139953" y="8695"/>
                  </a:lnTo>
                  <a:lnTo>
                    <a:pt x="141222" y="8003"/>
                  </a:lnTo>
                  <a:lnTo>
                    <a:pt x="142444" y="6934"/>
                  </a:lnTo>
                  <a:lnTo>
                    <a:pt x="143559" y="6119"/>
                  </a:lnTo>
                  <a:lnTo>
                    <a:pt x="145306" y="5958"/>
                  </a:lnTo>
                  <a:lnTo>
                    <a:pt x="148079" y="5468"/>
                  </a:lnTo>
                  <a:lnTo>
                    <a:pt x="149579" y="4967"/>
                  </a:lnTo>
                  <a:lnTo>
                    <a:pt x="153166" y="4579"/>
                  </a:lnTo>
                  <a:lnTo>
                    <a:pt x="157074" y="4399"/>
                  </a:lnTo>
                  <a:lnTo>
                    <a:pt x="157529" y="4378"/>
                  </a:lnTo>
                  <a:lnTo>
                    <a:pt x="159219" y="5429"/>
                  </a:lnTo>
                  <a:lnTo>
                    <a:pt x="160365" y="6310"/>
                  </a:lnTo>
                  <a:lnTo>
                    <a:pt x="160816" y="6233"/>
                  </a:lnTo>
                  <a:lnTo>
                    <a:pt x="162715" y="4130"/>
                  </a:lnTo>
                  <a:lnTo>
                    <a:pt x="165596" y="1565"/>
                  </a:lnTo>
                  <a:lnTo>
                    <a:pt x="166940" y="428"/>
                  </a:lnTo>
                  <a:lnTo>
                    <a:pt x="167662" y="0"/>
                  </a:lnTo>
                  <a:lnTo>
                    <a:pt x="168778" y="27"/>
                  </a:lnTo>
                  <a:lnTo>
                    <a:pt x="169678" y="706"/>
                  </a:lnTo>
                  <a:lnTo>
                    <a:pt x="170594" y="1701"/>
                  </a:lnTo>
                  <a:lnTo>
                    <a:pt x="171180" y="2488"/>
                  </a:lnTo>
                  <a:lnTo>
                    <a:pt x="171909" y="2018"/>
                  </a:lnTo>
                  <a:lnTo>
                    <a:pt x="173186" y="1463"/>
                  </a:lnTo>
                  <a:lnTo>
                    <a:pt x="174299" y="1874"/>
                  </a:lnTo>
                  <a:lnTo>
                    <a:pt x="176755" y="3640"/>
                  </a:lnTo>
                  <a:lnTo>
                    <a:pt x="177122" y="4520"/>
                  </a:lnTo>
                  <a:lnTo>
                    <a:pt x="177700" y="8818"/>
                  </a:lnTo>
                  <a:lnTo>
                    <a:pt x="178139" y="9208"/>
                  </a:lnTo>
                  <a:lnTo>
                    <a:pt x="179522" y="8195"/>
                  </a:lnTo>
                  <a:lnTo>
                    <a:pt x="180661" y="8707"/>
                  </a:lnTo>
                  <a:lnTo>
                    <a:pt x="181940" y="10098"/>
                  </a:lnTo>
                  <a:lnTo>
                    <a:pt x="182770" y="11434"/>
                  </a:lnTo>
                  <a:lnTo>
                    <a:pt x="183315" y="12881"/>
                  </a:lnTo>
                  <a:lnTo>
                    <a:pt x="183900" y="15220"/>
                  </a:lnTo>
                  <a:lnTo>
                    <a:pt x="184130" y="17096"/>
                  </a:lnTo>
                  <a:lnTo>
                    <a:pt x="184405" y="19332"/>
                  </a:lnTo>
                  <a:lnTo>
                    <a:pt x="184335" y="25643"/>
                  </a:lnTo>
                  <a:lnTo>
                    <a:pt x="183913" y="26675"/>
                  </a:lnTo>
                  <a:lnTo>
                    <a:pt x="183558" y="28018"/>
                  </a:lnTo>
                  <a:lnTo>
                    <a:pt x="183648" y="29185"/>
                  </a:lnTo>
                  <a:lnTo>
                    <a:pt x="184048" y="30113"/>
                  </a:lnTo>
                  <a:lnTo>
                    <a:pt x="184844" y="30740"/>
                  </a:lnTo>
                  <a:lnTo>
                    <a:pt x="185581" y="31134"/>
                  </a:lnTo>
                  <a:lnTo>
                    <a:pt x="185976" y="32133"/>
                  </a:lnTo>
                  <a:lnTo>
                    <a:pt x="186519" y="35685"/>
                  </a:lnTo>
                  <a:lnTo>
                    <a:pt x="186884" y="36230"/>
                  </a:lnTo>
                  <a:lnTo>
                    <a:pt x="187784" y="36219"/>
                  </a:lnTo>
                  <a:lnTo>
                    <a:pt x="189418" y="35444"/>
                  </a:lnTo>
                  <a:lnTo>
                    <a:pt x="190835" y="34231"/>
                  </a:lnTo>
                  <a:lnTo>
                    <a:pt x="191435" y="33969"/>
                  </a:lnTo>
                  <a:lnTo>
                    <a:pt x="191584" y="37340"/>
                  </a:lnTo>
                  <a:lnTo>
                    <a:pt x="192417" y="38628"/>
                  </a:lnTo>
                  <a:lnTo>
                    <a:pt x="193583" y="40127"/>
                  </a:lnTo>
                  <a:close/>
                </a:path>
              </a:pathLst>
            </a:custGeom>
            <a:solidFill>
              <a:srgbClr val="FFF6F3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2" name="pg1121"/>
            <p:cNvSpPr/>
            <p:nvPr/>
          </p:nvSpPr>
          <p:spPr>
            <a:xfrm>
              <a:off x="2336098" y="3408858"/>
              <a:ext cx="3111" cy="8690"/>
            </a:xfrm>
            <a:custGeom>
              <a:avLst/>
              <a:pathLst>
                <a:path w="3111" h="8690">
                  <a:moveTo>
                    <a:pt x="3111" y="8534"/>
                  </a:moveTo>
                  <a:lnTo>
                    <a:pt x="2443" y="8690"/>
                  </a:lnTo>
                  <a:lnTo>
                    <a:pt x="1078" y="7424"/>
                  </a:lnTo>
                  <a:lnTo>
                    <a:pt x="79" y="4973"/>
                  </a:lnTo>
                  <a:lnTo>
                    <a:pt x="0" y="4179"/>
                  </a:lnTo>
                  <a:lnTo>
                    <a:pt x="20" y="3367"/>
                  </a:lnTo>
                  <a:lnTo>
                    <a:pt x="565" y="864"/>
                  </a:lnTo>
                  <a:lnTo>
                    <a:pt x="1295" y="0"/>
                  </a:lnTo>
                  <a:lnTo>
                    <a:pt x="1582" y="12"/>
                  </a:lnTo>
                  <a:lnTo>
                    <a:pt x="2281" y="2901"/>
                  </a:lnTo>
                  <a:lnTo>
                    <a:pt x="1805" y="4021"/>
                  </a:lnTo>
                  <a:lnTo>
                    <a:pt x="1997" y="5810"/>
                  </a:lnTo>
                  <a:lnTo>
                    <a:pt x="2987" y="7134"/>
                  </a:lnTo>
                  <a:close/>
                </a:path>
              </a:pathLst>
            </a:custGeom>
            <a:solidFill>
              <a:srgbClr val="3A943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3" name="pg1122"/>
            <p:cNvSpPr/>
            <p:nvPr/>
          </p:nvSpPr>
          <p:spPr>
            <a:xfrm>
              <a:off x="2369382" y="3388937"/>
              <a:ext cx="756" cy="2540"/>
            </a:xfrm>
            <a:custGeom>
              <a:avLst/>
              <a:pathLst>
                <a:path w="756" h="2540">
                  <a:moveTo>
                    <a:pt x="756" y="1229"/>
                  </a:moveTo>
                  <a:lnTo>
                    <a:pt x="209" y="2540"/>
                  </a:lnTo>
                  <a:lnTo>
                    <a:pt x="0" y="1298"/>
                  </a:lnTo>
                  <a:lnTo>
                    <a:pt x="380" y="11"/>
                  </a:lnTo>
                  <a:lnTo>
                    <a:pt x="514" y="0"/>
                  </a:lnTo>
                  <a:close/>
                </a:path>
              </a:pathLst>
            </a:custGeom>
            <a:solidFill>
              <a:srgbClr val="3A943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4" name="pg1123"/>
            <p:cNvSpPr/>
            <p:nvPr/>
          </p:nvSpPr>
          <p:spPr>
            <a:xfrm>
              <a:off x="2371364" y="3384078"/>
              <a:ext cx="1532" cy="6746"/>
            </a:xfrm>
            <a:custGeom>
              <a:avLst/>
              <a:pathLst>
                <a:path w="1532" h="6746">
                  <a:moveTo>
                    <a:pt x="811" y="5495"/>
                  </a:moveTo>
                  <a:lnTo>
                    <a:pt x="570" y="6746"/>
                  </a:lnTo>
                  <a:lnTo>
                    <a:pt x="0" y="3959"/>
                  </a:lnTo>
                  <a:lnTo>
                    <a:pt x="91" y="3240"/>
                  </a:lnTo>
                  <a:lnTo>
                    <a:pt x="52" y="721"/>
                  </a:lnTo>
                  <a:lnTo>
                    <a:pt x="596" y="59"/>
                  </a:lnTo>
                  <a:lnTo>
                    <a:pt x="995" y="0"/>
                  </a:lnTo>
                  <a:lnTo>
                    <a:pt x="1325" y="354"/>
                  </a:lnTo>
                  <a:lnTo>
                    <a:pt x="1532" y="3319"/>
                  </a:lnTo>
                  <a:lnTo>
                    <a:pt x="1361" y="4663"/>
                  </a:lnTo>
                  <a:close/>
                </a:path>
              </a:pathLst>
            </a:custGeom>
            <a:solidFill>
              <a:srgbClr val="3A943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5" name="pg1124"/>
            <p:cNvSpPr/>
            <p:nvPr/>
          </p:nvSpPr>
          <p:spPr>
            <a:xfrm>
              <a:off x="2330454" y="3355367"/>
              <a:ext cx="1075" cy="2889"/>
            </a:xfrm>
            <a:custGeom>
              <a:avLst/>
              <a:pathLst>
                <a:path w="1075" h="2889">
                  <a:moveTo>
                    <a:pt x="1075" y="1512"/>
                  </a:moveTo>
                  <a:lnTo>
                    <a:pt x="942" y="2889"/>
                  </a:lnTo>
                  <a:lnTo>
                    <a:pt x="0" y="406"/>
                  </a:lnTo>
                  <a:lnTo>
                    <a:pt x="560" y="0"/>
                  </a:lnTo>
                  <a:lnTo>
                    <a:pt x="759" y="47"/>
                  </a:lnTo>
                  <a:close/>
                </a:path>
              </a:pathLst>
            </a:custGeom>
            <a:solidFill>
              <a:srgbClr val="3A943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6" name="pg1125"/>
            <p:cNvSpPr/>
            <p:nvPr/>
          </p:nvSpPr>
          <p:spPr>
            <a:xfrm>
              <a:off x="2321854" y="3350463"/>
              <a:ext cx="71067" cy="70261"/>
            </a:xfrm>
            <a:custGeom>
              <a:avLst/>
              <a:pathLst>
                <a:path w="71067" h="70261">
                  <a:moveTo>
                    <a:pt x="68895" y="27762"/>
                  </a:moveTo>
                  <a:lnTo>
                    <a:pt x="68666" y="28165"/>
                  </a:lnTo>
                  <a:lnTo>
                    <a:pt x="67992" y="30494"/>
                  </a:lnTo>
                  <a:lnTo>
                    <a:pt x="67624" y="32486"/>
                  </a:lnTo>
                  <a:lnTo>
                    <a:pt x="68492" y="34590"/>
                  </a:lnTo>
                  <a:lnTo>
                    <a:pt x="68753" y="36823"/>
                  </a:lnTo>
                  <a:lnTo>
                    <a:pt x="69245" y="39250"/>
                  </a:lnTo>
                  <a:lnTo>
                    <a:pt x="70012" y="41687"/>
                  </a:lnTo>
                  <a:lnTo>
                    <a:pt x="70869" y="46213"/>
                  </a:lnTo>
                  <a:lnTo>
                    <a:pt x="71067" y="48028"/>
                  </a:lnTo>
                  <a:lnTo>
                    <a:pt x="70824" y="49208"/>
                  </a:lnTo>
                  <a:lnTo>
                    <a:pt x="70008" y="49928"/>
                  </a:lnTo>
                  <a:lnTo>
                    <a:pt x="69244" y="52045"/>
                  </a:lnTo>
                  <a:lnTo>
                    <a:pt x="69035" y="54629"/>
                  </a:lnTo>
                  <a:lnTo>
                    <a:pt x="69181" y="55906"/>
                  </a:lnTo>
                  <a:lnTo>
                    <a:pt x="66896" y="60031"/>
                  </a:lnTo>
                  <a:lnTo>
                    <a:pt x="66307" y="60716"/>
                  </a:lnTo>
                  <a:lnTo>
                    <a:pt x="65917" y="60082"/>
                  </a:lnTo>
                  <a:lnTo>
                    <a:pt x="65430" y="58011"/>
                  </a:lnTo>
                  <a:lnTo>
                    <a:pt x="64848" y="56339"/>
                  </a:lnTo>
                  <a:lnTo>
                    <a:pt x="64535" y="55756"/>
                  </a:lnTo>
                  <a:lnTo>
                    <a:pt x="64353" y="55729"/>
                  </a:lnTo>
                  <a:lnTo>
                    <a:pt x="64170" y="56114"/>
                  </a:lnTo>
                  <a:lnTo>
                    <a:pt x="64087" y="57023"/>
                  </a:lnTo>
                  <a:lnTo>
                    <a:pt x="64390" y="60897"/>
                  </a:lnTo>
                  <a:lnTo>
                    <a:pt x="64137" y="62471"/>
                  </a:lnTo>
                  <a:lnTo>
                    <a:pt x="63361" y="63679"/>
                  </a:lnTo>
                  <a:lnTo>
                    <a:pt x="62473" y="69987"/>
                  </a:lnTo>
                  <a:lnTo>
                    <a:pt x="62125" y="69189"/>
                  </a:lnTo>
                  <a:lnTo>
                    <a:pt x="59196" y="60695"/>
                  </a:lnTo>
                  <a:lnTo>
                    <a:pt x="56659" y="50172"/>
                  </a:lnTo>
                  <a:lnTo>
                    <a:pt x="56131" y="45412"/>
                  </a:lnTo>
                  <a:lnTo>
                    <a:pt x="56788" y="45130"/>
                  </a:lnTo>
                  <a:lnTo>
                    <a:pt x="57425" y="45236"/>
                  </a:lnTo>
                  <a:lnTo>
                    <a:pt x="57767" y="44502"/>
                  </a:lnTo>
                  <a:lnTo>
                    <a:pt x="58163" y="43118"/>
                  </a:lnTo>
                  <a:lnTo>
                    <a:pt x="57842" y="39899"/>
                  </a:lnTo>
                  <a:lnTo>
                    <a:pt x="59075" y="37455"/>
                  </a:lnTo>
                  <a:lnTo>
                    <a:pt x="59540" y="35806"/>
                  </a:lnTo>
                  <a:lnTo>
                    <a:pt x="59881" y="35998"/>
                  </a:lnTo>
                  <a:lnTo>
                    <a:pt x="60687" y="38800"/>
                  </a:lnTo>
                  <a:lnTo>
                    <a:pt x="61858" y="40410"/>
                  </a:lnTo>
                  <a:lnTo>
                    <a:pt x="63296" y="42748"/>
                  </a:lnTo>
                  <a:lnTo>
                    <a:pt x="64187" y="43277"/>
                  </a:lnTo>
                  <a:lnTo>
                    <a:pt x="63061" y="40826"/>
                  </a:lnTo>
                  <a:lnTo>
                    <a:pt x="61116" y="37600"/>
                  </a:lnTo>
                  <a:lnTo>
                    <a:pt x="60572" y="35480"/>
                  </a:lnTo>
                  <a:lnTo>
                    <a:pt x="60057" y="32529"/>
                  </a:lnTo>
                  <a:lnTo>
                    <a:pt x="59297" y="33808"/>
                  </a:lnTo>
                  <a:lnTo>
                    <a:pt x="58944" y="34883"/>
                  </a:lnTo>
                  <a:lnTo>
                    <a:pt x="58551" y="35494"/>
                  </a:lnTo>
                  <a:lnTo>
                    <a:pt x="58208" y="34761"/>
                  </a:lnTo>
                  <a:lnTo>
                    <a:pt x="58148" y="33808"/>
                  </a:lnTo>
                  <a:lnTo>
                    <a:pt x="57002" y="33622"/>
                  </a:lnTo>
                  <a:lnTo>
                    <a:pt x="56707" y="32757"/>
                  </a:lnTo>
                  <a:lnTo>
                    <a:pt x="56403" y="32273"/>
                  </a:lnTo>
                  <a:lnTo>
                    <a:pt x="56542" y="34112"/>
                  </a:lnTo>
                  <a:lnTo>
                    <a:pt x="56767" y="35249"/>
                  </a:lnTo>
                  <a:lnTo>
                    <a:pt x="56646" y="36618"/>
                  </a:lnTo>
                  <a:lnTo>
                    <a:pt x="56274" y="36715"/>
                  </a:lnTo>
                  <a:lnTo>
                    <a:pt x="55955" y="35297"/>
                  </a:lnTo>
                  <a:lnTo>
                    <a:pt x="55548" y="34016"/>
                  </a:lnTo>
                  <a:lnTo>
                    <a:pt x="55004" y="28653"/>
                  </a:lnTo>
                  <a:lnTo>
                    <a:pt x="53702" y="26125"/>
                  </a:lnTo>
                  <a:lnTo>
                    <a:pt x="53106" y="25284"/>
                  </a:lnTo>
                  <a:lnTo>
                    <a:pt x="52613" y="24966"/>
                  </a:lnTo>
                  <a:lnTo>
                    <a:pt x="51889" y="23248"/>
                  </a:lnTo>
                  <a:lnTo>
                    <a:pt x="50931" y="22329"/>
                  </a:lnTo>
                  <a:lnTo>
                    <a:pt x="49628" y="19659"/>
                  </a:lnTo>
                  <a:lnTo>
                    <a:pt x="48029" y="17749"/>
                  </a:lnTo>
                  <a:lnTo>
                    <a:pt x="46075" y="17072"/>
                  </a:lnTo>
                  <a:lnTo>
                    <a:pt x="43701" y="17488"/>
                  </a:lnTo>
                  <a:lnTo>
                    <a:pt x="42902" y="18550"/>
                  </a:lnTo>
                  <a:lnTo>
                    <a:pt x="42358" y="19898"/>
                  </a:lnTo>
                  <a:lnTo>
                    <a:pt x="42106" y="20524"/>
                  </a:lnTo>
                  <a:lnTo>
                    <a:pt x="40704" y="22069"/>
                  </a:lnTo>
                  <a:lnTo>
                    <a:pt x="40172" y="24304"/>
                  </a:lnTo>
                  <a:lnTo>
                    <a:pt x="39837" y="26188"/>
                  </a:lnTo>
                  <a:lnTo>
                    <a:pt x="39138" y="28326"/>
                  </a:lnTo>
                  <a:lnTo>
                    <a:pt x="39936" y="29618"/>
                  </a:lnTo>
                  <a:lnTo>
                    <a:pt x="35361" y="36882"/>
                  </a:lnTo>
                  <a:lnTo>
                    <a:pt x="34456" y="37937"/>
                  </a:lnTo>
                  <a:lnTo>
                    <a:pt x="32401" y="38682"/>
                  </a:lnTo>
                  <a:lnTo>
                    <a:pt x="31927" y="39459"/>
                  </a:lnTo>
                  <a:lnTo>
                    <a:pt x="31301" y="40895"/>
                  </a:lnTo>
                  <a:lnTo>
                    <a:pt x="31217" y="43079"/>
                  </a:lnTo>
                  <a:lnTo>
                    <a:pt x="31311" y="44938"/>
                  </a:lnTo>
                  <a:lnTo>
                    <a:pt x="31908" y="46370"/>
                  </a:lnTo>
                  <a:lnTo>
                    <a:pt x="32439" y="47274"/>
                  </a:lnTo>
                  <a:lnTo>
                    <a:pt x="33714" y="51598"/>
                  </a:lnTo>
                  <a:lnTo>
                    <a:pt x="35978" y="57053"/>
                  </a:lnTo>
                  <a:lnTo>
                    <a:pt x="36406" y="59040"/>
                  </a:lnTo>
                  <a:lnTo>
                    <a:pt x="36758" y="61988"/>
                  </a:lnTo>
                  <a:lnTo>
                    <a:pt x="36074" y="63371"/>
                  </a:lnTo>
                  <a:lnTo>
                    <a:pt x="35547" y="63956"/>
                  </a:lnTo>
                  <a:lnTo>
                    <a:pt x="33393" y="64186"/>
                  </a:lnTo>
                  <a:lnTo>
                    <a:pt x="32650" y="65367"/>
                  </a:lnTo>
                  <a:lnTo>
                    <a:pt x="32349" y="67170"/>
                  </a:lnTo>
                  <a:lnTo>
                    <a:pt x="31546" y="68639"/>
                  </a:lnTo>
                  <a:lnTo>
                    <a:pt x="28769" y="70095"/>
                  </a:lnTo>
                  <a:lnTo>
                    <a:pt x="26589" y="70261"/>
                  </a:lnTo>
                  <a:lnTo>
                    <a:pt x="25911" y="68574"/>
                  </a:lnTo>
                  <a:lnTo>
                    <a:pt x="25747" y="63836"/>
                  </a:lnTo>
                  <a:lnTo>
                    <a:pt x="24279" y="55750"/>
                  </a:lnTo>
                  <a:lnTo>
                    <a:pt x="23929" y="50177"/>
                  </a:lnTo>
                  <a:lnTo>
                    <a:pt x="23562" y="50869"/>
                  </a:lnTo>
                  <a:lnTo>
                    <a:pt x="22784" y="51517"/>
                  </a:lnTo>
                  <a:lnTo>
                    <a:pt x="22521" y="52902"/>
                  </a:lnTo>
                  <a:lnTo>
                    <a:pt x="22325" y="57013"/>
                  </a:lnTo>
                  <a:lnTo>
                    <a:pt x="22038" y="58415"/>
                  </a:lnTo>
                  <a:lnTo>
                    <a:pt x="21436" y="58281"/>
                  </a:lnTo>
                  <a:lnTo>
                    <a:pt x="20203" y="56809"/>
                  </a:lnTo>
                  <a:lnTo>
                    <a:pt x="18563" y="55453"/>
                  </a:lnTo>
                  <a:lnTo>
                    <a:pt x="16472" y="46744"/>
                  </a:lnTo>
                  <a:lnTo>
                    <a:pt x="16246" y="45105"/>
                  </a:lnTo>
                  <a:lnTo>
                    <a:pt x="15839" y="43150"/>
                  </a:lnTo>
                  <a:lnTo>
                    <a:pt x="14223" y="42326"/>
                  </a:lnTo>
                  <a:lnTo>
                    <a:pt x="12845" y="40859"/>
                  </a:lnTo>
                  <a:lnTo>
                    <a:pt x="11341" y="40632"/>
                  </a:lnTo>
                  <a:lnTo>
                    <a:pt x="10572" y="41458"/>
                  </a:lnTo>
                  <a:lnTo>
                    <a:pt x="9786" y="40407"/>
                  </a:lnTo>
                  <a:lnTo>
                    <a:pt x="9650" y="38024"/>
                  </a:lnTo>
                  <a:lnTo>
                    <a:pt x="8074" y="39093"/>
                  </a:lnTo>
                  <a:lnTo>
                    <a:pt x="6049" y="38722"/>
                  </a:lnTo>
                  <a:lnTo>
                    <a:pt x="4238" y="37701"/>
                  </a:lnTo>
                  <a:lnTo>
                    <a:pt x="3000" y="38246"/>
                  </a:lnTo>
                  <a:lnTo>
                    <a:pt x="1964" y="39935"/>
                  </a:lnTo>
                  <a:lnTo>
                    <a:pt x="2108" y="44274"/>
                  </a:lnTo>
                  <a:lnTo>
                    <a:pt x="1803" y="45127"/>
                  </a:lnTo>
                  <a:lnTo>
                    <a:pt x="1755" y="43356"/>
                  </a:lnTo>
                  <a:lnTo>
                    <a:pt x="1394" y="41316"/>
                  </a:lnTo>
                  <a:lnTo>
                    <a:pt x="961" y="39625"/>
                  </a:lnTo>
                  <a:lnTo>
                    <a:pt x="48" y="37877"/>
                  </a:lnTo>
                  <a:lnTo>
                    <a:pt x="0" y="37234"/>
                  </a:lnTo>
                  <a:lnTo>
                    <a:pt x="362" y="36347"/>
                  </a:lnTo>
                  <a:lnTo>
                    <a:pt x="2019" y="33814"/>
                  </a:lnTo>
                  <a:lnTo>
                    <a:pt x="2224" y="32755"/>
                  </a:lnTo>
                  <a:lnTo>
                    <a:pt x="2251" y="30550"/>
                  </a:lnTo>
                  <a:lnTo>
                    <a:pt x="2091" y="28442"/>
                  </a:lnTo>
                  <a:lnTo>
                    <a:pt x="1344" y="25338"/>
                  </a:lnTo>
                  <a:lnTo>
                    <a:pt x="1771" y="23418"/>
                  </a:lnTo>
                  <a:lnTo>
                    <a:pt x="2625" y="21878"/>
                  </a:lnTo>
                  <a:lnTo>
                    <a:pt x="3502" y="20662"/>
                  </a:lnTo>
                  <a:lnTo>
                    <a:pt x="3650" y="20146"/>
                  </a:lnTo>
                  <a:lnTo>
                    <a:pt x="3487" y="19092"/>
                  </a:lnTo>
                  <a:lnTo>
                    <a:pt x="2977" y="17953"/>
                  </a:lnTo>
                  <a:lnTo>
                    <a:pt x="1779" y="16015"/>
                  </a:lnTo>
                  <a:lnTo>
                    <a:pt x="1060" y="15889"/>
                  </a:lnTo>
                  <a:lnTo>
                    <a:pt x="1030" y="10311"/>
                  </a:lnTo>
                  <a:lnTo>
                    <a:pt x="1066" y="4393"/>
                  </a:lnTo>
                  <a:lnTo>
                    <a:pt x="1246" y="3806"/>
                  </a:lnTo>
                  <a:lnTo>
                    <a:pt x="1686" y="3452"/>
                  </a:lnTo>
                  <a:lnTo>
                    <a:pt x="2037" y="2552"/>
                  </a:lnTo>
                  <a:lnTo>
                    <a:pt x="2234" y="799"/>
                  </a:lnTo>
                  <a:lnTo>
                    <a:pt x="2758" y="178"/>
                  </a:lnTo>
                  <a:lnTo>
                    <a:pt x="3704" y="1529"/>
                  </a:lnTo>
                  <a:lnTo>
                    <a:pt x="4670" y="2718"/>
                  </a:lnTo>
                  <a:lnTo>
                    <a:pt x="5070" y="2322"/>
                  </a:lnTo>
                  <a:lnTo>
                    <a:pt x="5372" y="1744"/>
                  </a:lnTo>
                  <a:lnTo>
                    <a:pt x="5582" y="1171"/>
                  </a:lnTo>
                  <a:lnTo>
                    <a:pt x="5652" y="626"/>
                  </a:lnTo>
                  <a:lnTo>
                    <a:pt x="6422" y="2204"/>
                  </a:lnTo>
                  <a:lnTo>
                    <a:pt x="8001" y="5002"/>
                  </a:lnTo>
                  <a:lnTo>
                    <a:pt x="8094" y="6380"/>
                  </a:lnTo>
                  <a:lnTo>
                    <a:pt x="7945" y="7700"/>
                  </a:lnTo>
                  <a:lnTo>
                    <a:pt x="8379" y="11484"/>
                  </a:lnTo>
                  <a:lnTo>
                    <a:pt x="9199" y="12033"/>
                  </a:lnTo>
                  <a:lnTo>
                    <a:pt x="10023" y="11300"/>
                  </a:lnTo>
                  <a:lnTo>
                    <a:pt x="10227" y="11999"/>
                  </a:lnTo>
                  <a:lnTo>
                    <a:pt x="10074" y="12698"/>
                  </a:lnTo>
                  <a:lnTo>
                    <a:pt x="9650" y="13480"/>
                  </a:lnTo>
                  <a:lnTo>
                    <a:pt x="9544" y="16735"/>
                  </a:lnTo>
                  <a:lnTo>
                    <a:pt x="10895" y="18254"/>
                  </a:lnTo>
                  <a:lnTo>
                    <a:pt x="11571" y="19590"/>
                  </a:lnTo>
                  <a:lnTo>
                    <a:pt x="13810" y="18963"/>
                  </a:lnTo>
                  <a:lnTo>
                    <a:pt x="14635" y="19317"/>
                  </a:lnTo>
                  <a:lnTo>
                    <a:pt x="15198" y="18929"/>
                  </a:lnTo>
                  <a:lnTo>
                    <a:pt x="14574" y="16318"/>
                  </a:lnTo>
                  <a:lnTo>
                    <a:pt x="13737" y="14384"/>
                  </a:lnTo>
                  <a:lnTo>
                    <a:pt x="13806" y="13516"/>
                  </a:lnTo>
                  <a:lnTo>
                    <a:pt x="14441" y="14158"/>
                  </a:lnTo>
                  <a:lnTo>
                    <a:pt x="14926" y="15475"/>
                  </a:lnTo>
                  <a:lnTo>
                    <a:pt x="16027" y="17106"/>
                  </a:lnTo>
                  <a:lnTo>
                    <a:pt x="18058" y="22777"/>
                  </a:lnTo>
                  <a:lnTo>
                    <a:pt x="20383" y="24150"/>
                  </a:lnTo>
                  <a:lnTo>
                    <a:pt x="22224" y="23968"/>
                  </a:lnTo>
                  <a:lnTo>
                    <a:pt x="23938" y="23202"/>
                  </a:lnTo>
                  <a:lnTo>
                    <a:pt x="26673" y="20998"/>
                  </a:lnTo>
                  <a:lnTo>
                    <a:pt x="28650" y="17019"/>
                  </a:lnTo>
                  <a:lnTo>
                    <a:pt x="30230" y="15244"/>
                  </a:lnTo>
                  <a:lnTo>
                    <a:pt x="35345" y="11463"/>
                  </a:lnTo>
                  <a:lnTo>
                    <a:pt x="37163" y="7509"/>
                  </a:lnTo>
                  <a:lnTo>
                    <a:pt x="37929" y="6989"/>
                  </a:lnTo>
                  <a:lnTo>
                    <a:pt x="38661" y="6494"/>
                  </a:lnTo>
                  <a:lnTo>
                    <a:pt x="40269" y="3503"/>
                  </a:lnTo>
                  <a:lnTo>
                    <a:pt x="41133" y="1171"/>
                  </a:lnTo>
                  <a:lnTo>
                    <a:pt x="42046" y="0"/>
                  </a:lnTo>
                  <a:lnTo>
                    <a:pt x="44749" y="845"/>
                  </a:lnTo>
                  <a:lnTo>
                    <a:pt x="46502" y="1947"/>
                  </a:lnTo>
                  <a:lnTo>
                    <a:pt x="47713" y="1804"/>
                  </a:lnTo>
                  <a:lnTo>
                    <a:pt x="48878" y="2582"/>
                  </a:lnTo>
                  <a:lnTo>
                    <a:pt x="49386" y="4280"/>
                  </a:lnTo>
                  <a:lnTo>
                    <a:pt x="49915" y="5005"/>
                  </a:lnTo>
                  <a:lnTo>
                    <a:pt x="52775" y="4819"/>
                  </a:lnTo>
                  <a:lnTo>
                    <a:pt x="55122" y="5660"/>
                  </a:lnTo>
                  <a:lnTo>
                    <a:pt x="60260" y="10684"/>
                  </a:lnTo>
                  <a:lnTo>
                    <a:pt x="63331" y="15653"/>
                  </a:lnTo>
                  <a:lnTo>
                    <a:pt x="64959" y="20932"/>
                  </a:lnTo>
                  <a:close/>
                </a:path>
              </a:pathLst>
            </a:custGeom>
            <a:solidFill>
              <a:srgbClr val="3A943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7" name="pg1126"/>
            <p:cNvSpPr/>
            <p:nvPr/>
          </p:nvSpPr>
          <p:spPr>
            <a:xfrm>
              <a:off x="1769495" y="4352799"/>
              <a:ext cx="732" cy="2640"/>
            </a:xfrm>
            <a:custGeom>
              <a:avLst/>
              <a:pathLst>
                <a:path w="732" h="2640">
                  <a:moveTo>
                    <a:pt x="732" y="2190"/>
                  </a:moveTo>
                  <a:lnTo>
                    <a:pt x="611" y="2640"/>
                  </a:lnTo>
                  <a:lnTo>
                    <a:pt x="360" y="2259"/>
                  </a:lnTo>
                  <a:lnTo>
                    <a:pt x="97" y="1402"/>
                  </a:lnTo>
                  <a:lnTo>
                    <a:pt x="0" y="502"/>
                  </a:lnTo>
                  <a:lnTo>
                    <a:pt x="244" y="0"/>
                  </a:lnTo>
                  <a:lnTo>
                    <a:pt x="567" y="305"/>
                  </a:lnTo>
                  <a:lnTo>
                    <a:pt x="723" y="1223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8" name="pg1127"/>
            <p:cNvSpPr/>
            <p:nvPr/>
          </p:nvSpPr>
          <p:spPr>
            <a:xfrm>
              <a:off x="2342460" y="3635304"/>
              <a:ext cx="154184" cy="540861"/>
            </a:xfrm>
            <a:custGeom>
              <a:avLst/>
              <a:pathLst>
                <a:path w="154184" h="540861">
                  <a:moveTo>
                    <a:pt x="138577" y="123934"/>
                  </a:moveTo>
                  <a:lnTo>
                    <a:pt x="138502" y="125861"/>
                  </a:lnTo>
                  <a:lnTo>
                    <a:pt x="138113" y="126632"/>
                  </a:lnTo>
                  <a:lnTo>
                    <a:pt x="137511" y="126805"/>
                  </a:lnTo>
                  <a:lnTo>
                    <a:pt x="136591" y="125431"/>
                  </a:lnTo>
                  <a:lnTo>
                    <a:pt x="135919" y="125772"/>
                  </a:lnTo>
                  <a:lnTo>
                    <a:pt x="135247" y="125861"/>
                  </a:lnTo>
                  <a:lnTo>
                    <a:pt x="134299" y="124260"/>
                  </a:lnTo>
                  <a:lnTo>
                    <a:pt x="133973" y="122684"/>
                  </a:lnTo>
                  <a:lnTo>
                    <a:pt x="133230" y="121397"/>
                  </a:lnTo>
                  <a:lnTo>
                    <a:pt x="131694" y="121914"/>
                  </a:lnTo>
                  <a:lnTo>
                    <a:pt x="130428" y="121946"/>
                  </a:lnTo>
                  <a:lnTo>
                    <a:pt x="129367" y="121657"/>
                  </a:lnTo>
                  <a:lnTo>
                    <a:pt x="128417" y="122084"/>
                  </a:lnTo>
                  <a:lnTo>
                    <a:pt x="127607" y="123746"/>
                  </a:lnTo>
                  <a:lnTo>
                    <a:pt x="127002" y="125688"/>
                  </a:lnTo>
                  <a:lnTo>
                    <a:pt x="126295" y="127319"/>
                  </a:lnTo>
                  <a:lnTo>
                    <a:pt x="124216" y="128404"/>
                  </a:lnTo>
                  <a:lnTo>
                    <a:pt x="123110" y="128433"/>
                  </a:lnTo>
                  <a:lnTo>
                    <a:pt x="122113" y="129500"/>
                  </a:lnTo>
                  <a:lnTo>
                    <a:pt x="120633" y="129893"/>
                  </a:lnTo>
                  <a:lnTo>
                    <a:pt x="119620" y="130842"/>
                  </a:lnTo>
                  <a:lnTo>
                    <a:pt x="117829" y="131361"/>
                  </a:lnTo>
                  <a:lnTo>
                    <a:pt x="115679" y="131866"/>
                  </a:lnTo>
                  <a:lnTo>
                    <a:pt x="114480" y="133312"/>
                  </a:lnTo>
                  <a:lnTo>
                    <a:pt x="114001" y="133941"/>
                  </a:lnTo>
                  <a:lnTo>
                    <a:pt x="112781" y="135941"/>
                  </a:lnTo>
                  <a:lnTo>
                    <a:pt x="110657" y="139092"/>
                  </a:lnTo>
                  <a:lnTo>
                    <a:pt x="109487" y="140189"/>
                  </a:lnTo>
                  <a:lnTo>
                    <a:pt x="108071" y="143594"/>
                  </a:lnTo>
                  <a:lnTo>
                    <a:pt x="106373" y="146794"/>
                  </a:lnTo>
                  <a:lnTo>
                    <a:pt x="105271" y="148496"/>
                  </a:lnTo>
                  <a:lnTo>
                    <a:pt x="103648" y="149281"/>
                  </a:lnTo>
                  <a:lnTo>
                    <a:pt x="102976" y="150138"/>
                  </a:lnTo>
                  <a:lnTo>
                    <a:pt x="102727" y="151171"/>
                  </a:lnTo>
                  <a:lnTo>
                    <a:pt x="102869" y="152369"/>
                  </a:lnTo>
                  <a:lnTo>
                    <a:pt x="102596" y="155451"/>
                  </a:lnTo>
                  <a:lnTo>
                    <a:pt x="102100" y="161144"/>
                  </a:lnTo>
                  <a:lnTo>
                    <a:pt x="101963" y="163935"/>
                  </a:lnTo>
                  <a:lnTo>
                    <a:pt x="101845" y="165271"/>
                  </a:lnTo>
                  <a:lnTo>
                    <a:pt x="100770" y="169842"/>
                  </a:lnTo>
                  <a:lnTo>
                    <a:pt x="99614" y="174092"/>
                  </a:lnTo>
                  <a:lnTo>
                    <a:pt x="99048" y="176909"/>
                  </a:lnTo>
                  <a:lnTo>
                    <a:pt x="98729" y="178969"/>
                  </a:lnTo>
                  <a:lnTo>
                    <a:pt x="99083" y="180683"/>
                  </a:lnTo>
                  <a:lnTo>
                    <a:pt x="99556" y="183762"/>
                  </a:lnTo>
                  <a:lnTo>
                    <a:pt x="99950" y="186235"/>
                  </a:lnTo>
                  <a:lnTo>
                    <a:pt x="100060" y="187906"/>
                  </a:lnTo>
                  <a:lnTo>
                    <a:pt x="99926" y="189825"/>
                  </a:lnTo>
                  <a:lnTo>
                    <a:pt x="99437" y="191579"/>
                  </a:lnTo>
                  <a:lnTo>
                    <a:pt x="98671" y="192728"/>
                  </a:lnTo>
                  <a:lnTo>
                    <a:pt x="97633" y="193042"/>
                  </a:lnTo>
                  <a:lnTo>
                    <a:pt x="95507" y="196138"/>
                  </a:lnTo>
                  <a:lnTo>
                    <a:pt x="93135" y="200698"/>
                  </a:lnTo>
                  <a:lnTo>
                    <a:pt x="92360" y="202825"/>
                  </a:lnTo>
                  <a:lnTo>
                    <a:pt x="92139" y="204827"/>
                  </a:lnTo>
                  <a:lnTo>
                    <a:pt x="91793" y="207970"/>
                  </a:lnTo>
                  <a:lnTo>
                    <a:pt x="91935" y="209600"/>
                  </a:lnTo>
                  <a:lnTo>
                    <a:pt x="92359" y="210714"/>
                  </a:lnTo>
                  <a:lnTo>
                    <a:pt x="92784" y="213374"/>
                  </a:lnTo>
                  <a:lnTo>
                    <a:pt x="92820" y="214748"/>
                  </a:lnTo>
                  <a:lnTo>
                    <a:pt x="92466" y="215519"/>
                  </a:lnTo>
                  <a:lnTo>
                    <a:pt x="91793" y="215692"/>
                  </a:lnTo>
                  <a:lnTo>
                    <a:pt x="91192" y="215948"/>
                  </a:lnTo>
                  <a:lnTo>
                    <a:pt x="90732" y="216635"/>
                  </a:lnTo>
                  <a:lnTo>
                    <a:pt x="90272" y="216462"/>
                  </a:lnTo>
                  <a:lnTo>
                    <a:pt x="89847" y="216806"/>
                  </a:lnTo>
                  <a:lnTo>
                    <a:pt x="89847" y="217922"/>
                  </a:lnTo>
                  <a:lnTo>
                    <a:pt x="89989" y="219209"/>
                  </a:lnTo>
                  <a:lnTo>
                    <a:pt x="89918" y="220580"/>
                  </a:lnTo>
                  <a:lnTo>
                    <a:pt x="89635" y="221440"/>
                  </a:lnTo>
                  <a:lnTo>
                    <a:pt x="89387" y="222040"/>
                  </a:lnTo>
                  <a:lnTo>
                    <a:pt x="89635" y="222897"/>
                  </a:lnTo>
                  <a:lnTo>
                    <a:pt x="90060" y="223670"/>
                  </a:lnTo>
                  <a:lnTo>
                    <a:pt x="90697" y="224957"/>
                  </a:lnTo>
                  <a:lnTo>
                    <a:pt x="91581" y="227445"/>
                  </a:lnTo>
                  <a:lnTo>
                    <a:pt x="92253" y="227875"/>
                  </a:lnTo>
                  <a:lnTo>
                    <a:pt x="92820" y="228732"/>
                  </a:lnTo>
                  <a:lnTo>
                    <a:pt x="92891" y="230105"/>
                  </a:lnTo>
                  <a:lnTo>
                    <a:pt x="92678" y="231476"/>
                  </a:lnTo>
                  <a:lnTo>
                    <a:pt x="92183" y="232076"/>
                  </a:lnTo>
                  <a:lnTo>
                    <a:pt x="92147" y="233280"/>
                  </a:lnTo>
                  <a:lnTo>
                    <a:pt x="92820" y="234737"/>
                  </a:lnTo>
                  <a:lnTo>
                    <a:pt x="93280" y="235767"/>
                  </a:lnTo>
                  <a:lnTo>
                    <a:pt x="93740" y="237311"/>
                  </a:lnTo>
                  <a:lnTo>
                    <a:pt x="94164" y="239455"/>
                  </a:lnTo>
                  <a:lnTo>
                    <a:pt x="94164" y="240829"/>
                  </a:lnTo>
                  <a:lnTo>
                    <a:pt x="94624" y="242543"/>
                  </a:lnTo>
                  <a:lnTo>
                    <a:pt x="94907" y="244003"/>
                  </a:lnTo>
                  <a:lnTo>
                    <a:pt x="94907" y="245376"/>
                  </a:lnTo>
                  <a:lnTo>
                    <a:pt x="95651" y="246747"/>
                  </a:lnTo>
                  <a:lnTo>
                    <a:pt x="96287" y="247777"/>
                  </a:lnTo>
                  <a:lnTo>
                    <a:pt x="96747" y="248721"/>
                  </a:lnTo>
                  <a:lnTo>
                    <a:pt x="97207" y="249321"/>
                  </a:lnTo>
                  <a:lnTo>
                    <a:pt x="97313" y="250351"/>
                  </a:lnTo>
                  <a:lnTo>
                    <a:pt x="97252" y="251912"/>
                  </a:lnTo>
                  <a:lnTo>
                    <a:pt x="97914" y="254483"/>
                  </a:lnTo>
                  <a:lnTo>
                    <a:pt x="99124" y="256414"/>
                  </a:lnTo>
                  <a:lnTo>
                    <a:pt x="100106" y="259213"/>
                  </a:lnTo>
                  <a:lnTo>
                    <a:pt x="100740" y="261245"/>
                  </a:lnTo>
                  <a:lnTo>
                    <a:pt x="101916" y="264505"/>
                  </a:lnTo>
                  <a:lnTo>
                    <a:pt x="101961" y="268257"/>
                  </a:lnTo>
                  <a:lnTo>
                    <a:pt x="100505" y="272559"/>
                  </a:lnTo>
                  <a:lnTo>
                    <a:pt x="99047" y="276865"/>
                  </a:lnTo>
                  <a:lnTo>
                    <a:pt x="101432" y="276746"/>
                  </a:lnTo>
                  <a:lnTo>
                    <a:pt x="103863" y="276833"/>
                  </a:lnTo>
                  <a:lnTo>
                    <a:pt x="106408" y="278065"/>
                  </a:lnTo>
                  <a:lnTo>
                    <a:pt x="108123" y="279251"/>
                  </a:lnTo>
                  <a:lnTo>
                    <a:pt x="109167" y="279782"/>
                  </a:lnTo>
                  <a:lnTo>
                    <a:pt x="109911" y="281155"/>
                  </a:lnTo>
                  <a:lnTo>
                    <a:pt x="110265" y="283300"/>
                  </a:lnTo>
                  <a:lnTo>
                    <a:pt x="110547" y="285051"/>
                  </a:lnTo>
                  <a:lnTo>
                    <a:pt x="110619" y="287588"/>
                  </a:lnTo>
                  <a:lnTo>
                    <a:pt x="111680" y="289648"/>
                  </a:lnTo>
                  <a:lnTo>
                    <a:pt x="111604" y="291602"/>
                  </a:lnTo>
                  <a:lnTo>
                    <a:pt x="111574" y="294366"/>
                  </a:lnTo>
                  <a:lnTo>
                    <a:pt x="112044" y="294409"/>
                  </a:lnTo>
                  <a:lnTo>
                    <a:pt x="115158" y="294421"/>
                  </a:lnTo>
                  <a:lnTo>
                    <a:pt x="118564" y="294435"/>
                  </a:lnTo>
                  <a:lnTo>
                    <a:pt x="121838" y="293919"/>
                  </a:lnTo>
                  <a:lnTo>
                    <a:pt x="123074" y="293252"/>
                  </a:lnTo>
                  <a:lnTo>
                    <a:pt x="124569" y="289896"/>
                  </a:lnTo>
                  <a:lnTo>
                    <a:pt x="125465" y="288901"/>
                  </a:lnTo>
                  <a:lnTo>
                    <a:pt x="126330" y="287334"/>
                  </a:lnTo>
                  <a:lnTo>
                    <a:pt x="127381" y="284477"/>
                  </a:lnTo>
                  <a:lnTo>
                    <a:pt x="128213" y="283184"/>
                  </a:lnTo>
                  <a:lnTo>
                    <a:pt x="128917" y="281600"/>
                  </a:lnTo>
                  <a:lnTo>
                    <a:pt x="129966" y="280013"/>
                  </a:lnTo>
                  <a:lnTo>
                    <a:pt x="130399" y="278838"/>
                  </a:lnTo>
                  <a:lnTo>
                    <a:pt x="130753" y="278408"/>
                  </a:lnTo>
                  <a:lnTo>
                    <a:pt x="131567" y="277635"/>
                  </a:lnTo>
                  <a:lnTo>
                    <a:pt x="131213" y="279182"/>
                  </a:lnTo>
                  <a:lnTo>
                    <a:pt x="130944" y="280766"/>
                  </a:lnTo>
                  <a:lnTo>
                    <a:pt x="130859" y="283043"/>
                  </a:lnTo>
                  <a:lnTo>
                    <a:pt x="131248" y="285527"/>
                  </a:lnTo>
                  <a:lnTo>
                    <a:pt x="130925" y="287386"/>
                  </a:lnTo>
                  <a:lnTo>
                    <a:pt x="130399" y="289048"/>
                  </a:lnTo>
                  <a:lnTo>
                    <a:pt x="130391" y="293422"/>
                  </a:lnTo>
                  <a:lnTo>
                    <a:pt x="130379" y="299621"/>
                  </a:lnTo>
                  <a:lnTo>
                    <a:pt x="130369" y="304933"/>
                  </a:lnTo>
                  <a:lnTo>
                    <a:pt x="130357" y="311573"/>
                  </a:lnTo>
                  <a:lnTo>
                    <a:pt x="130342" y="319102"/>
                  </a:lnTo>
                  <a:lnTo>
                    <a:pt x="130333" y="324108"/>
                  </a:lnTo>
                  <a:lnTo>
                    <a:pt x="130891" y="323122"/>
                  </a:lnTo>
                  <a:lnTo>
                    <a:pt x="131662" y="322236"/>
                  </a:lnTo>
                  <a:lnTo>
                    <a:pt x="132666" y="324538"/>
                  </a:lnTo>
                  <a:lnTo>
                    <a:pt x="133380" y="325537"/>
                  </a:lnTo>
                  <a:lnTo>
                    <a:pt x="133993" y="325776"/>
                  </a:lnTo>
                  <a:lnTo>
                    <a:pt x="134622" y="325704"/>
                  </a:lnTo>
                  <a:lnTo>
                    <a:pt x="135479" y="325214"/>
                  </a:lnTo>
                  <a:lnTo>
                    <a:pt x="137353" y="323286"/>
                  </a:lnTo>
                  <a:lnTo>
                    <a:pt x="138644" y="321733"/>
                  </a:lnTo>
                  <a:lnTo>
                    <a:pt x="140114" y="321837"/>
                  </a:lnTo>
                  <a:lnTo>
                    <a:pt x="142134" y="322449"/>
                  </a:lnTo>
                  <a:lnTo>
                    <a:pt x="143297" y="322380"/>
                  </a:lnTo>
                  <a:lnTo>
                    <a:pt x="144820" y="328792"/>
                  </a:lnTo>
                  <a:lnTo>
                    <a:pt x="145937" y="333484"/>
                  </a:lnTo>
                  <a:lnTo>
                    <a:pt x="147208" y="338834"/>
                  </a:lnTo>
                  <a:lnTo>
                    <a:pt x="148231" y="343139"/>
                  </a:lnTo>
                  <a:lnTo>
                    <a:pt x="149786" y="349681"/>
                  </a:lnTo>
                  <a:lnTo>
                    <a:pt x="151128" y="355328"/>
                  </a:lnTo>
                  <a:lnTo>
                    <a:pt x="152558" y="361345"/>
                  </a:lnTo>
                  <a:lnTo>
                    <a:pt x="154184" y="368187"/>
                  </a:lnTo>
                  <a:lnTo>
                    <a:pt x="153662" y="369924"/>
                  </a:lnTo>
                  <a:lnTo>
                    <a:pt x="153238" y="371312"/>
                  </a:lnTo>
                  <a:lnTo>
                    <a:pt x="153285" y="373661"/>
                  </a:lnTo>
                  <a:lnTo>
                    <a:pt x="152642" y="374913"/>
                  </a:lnTo>
                  <a:lnTo>
                    <a:pt x="151961" y="375669"/>
                  </a:lnTo>
                  <a:lnTo>
                    <a:pt x="151156" y="377646"/>
                  </a:lnTo>
                  <a:lnTo>
                    <a:pt x="150609" y="379360"/>
                  </a:lnTo>
                  <a:lnTo>
                    <a:pt x="150586" y="381798"/>
                  </a:lnTo>
                  <a:lnTo>
                    <a:pt x="150686" y="394201"/>
                  </a:lnTo>
                  <a:lnTo>
                    <a:pt x="150550" y="397571"/>
                  </a:lnTo>
                  <a:lnTo>
                    <a:pt x="150135" y="400468"/>
                  </a:lnTo>
                  <a:lnTo>
                    <a:pt x="149705" y="401931"/>
                  </a:lnTo>
                  <a:lnTo>
                    <a:pt x="149445" y="403080"/>
                  </a:lnTo>
                  <a:lnTo>
                    <a:pt x="150068" y="405960"/>
                  </a:lnTo>
                  <a:lnTo>
                    <a:pt x="150662" y="411743"/>
                  </a:lnTo>
                  <a:lnTo>
                    <a:pt x="151111" y="412885"/>
                  </a:lnTo>
                  <a:lnTo>
                    <a:pt x="151668" y="415240"/>
                  </a:lnTo>
                  <a:lnTo>
                    <a:pt x="151922" y="417468"/>
                  </a:lnTo>
                  <a:lnTo>
                    <a:pt x="151807" y="418328"/>
                  </a:lnTo>
                  <a:lnTo>
                    <a:pt x="150692" y="419378"/>
                  </a:lnTo>
                  <a:lnTo>
                    <a:pt x="150294" y="420284"/>
                  </a:lnTo>
                  <a:lnTo>
                    <a:pt x="150188" y="423600"/>
                  </a:lnTo>
                  <a:lnTo>
                    <a:pt x="149705" y="424792"/>
                  </a:lnTo>
                  <a:lnTo>
                    <a:pt x="148889" y="426350"/>
                  </a:lnTo>
                  <a:lnTo>
                    <a:pt x="148366" y="428142"/>
                  </a:lnTo>
                  <a:lnTo>
                    <a:pt x="147920" y="429371"/>
                  </a:lnTo>
                  <a:lnTo>
                    <a:pt x="147486" y="430095"/>
                  </a:lnTo>
                  <a:lnTo>
                    <a:pt x="147273" y="432283"/>
                  </a:lnTo>
                  <a:lnTo>
                    <a:pt x="146985" y="434493"/>
                  </a:lnTo>
                  <a:lnTo>
                    <a:pt x="145967" y="435953"/>
                  </a:lnTo>
                  <a:lnTo>
                    <a:pt x="145794" y="438677"/>
                  </a:lnTo>
                  <a:lnTo>
                    <a:pt x="145782" y="440908"/>
                  </a:lnTo>
                  <a:lnTo>
                    <a:pt x="146318" y="443153"/>
                  </a:lnTo>
                  <a:lnTo>
                    <a:pt x="148068" y="447874"/>
                  </a:lnTo>
                  <a:lnTo>
                    <a:pt x="148247" y="448993"/>
                  </a:lnTo>
                  <a:lnTo>
                    <a:pt x="147249" y="451839"/>
                  </a:lnTo>
                  <a:lnTo>
                    <a:pt x="146669" y="453804"/>
                  </a:lnTo>
                  <a:lnTo>
                    <a:pt x="145248" y="459832"/>
                  </a:lnTo>
                  <a:lnTo>
                    <a:pt x="145219" y="460931"/>
                  </a:lnTo>
                  <a:lnTo>
                    <a:pt x="145572" y="463777"/>
                  </a:lnTo>
                  <a:lnTo>
                    <a:pt x="147697" y="475957"/>
                  </a:lnTo>
                  <a:lnTo>
                    <a:pt x="148057" y="476953"/>
                  </a:lnTo>
                  <a:lnTo>
                    <a:pt x="148713" y="478110"/>
                  </a:lnTo>
                  <a:lnTo>
                    <a:pt x="149785" y="477983"/>
                  </a:lnTo>
                  <a:lnTo>
                    <a:pt x="151403" y="479290"/>
                  </a:lnTo>
                  <a:lnTo>
                    <a:pt x="152191" y="480793"/>
                  </a:lnTo>
                  <a:lnTo>
                    <a:pt x="152265" y="481535"/>
                  </a:lnTo>
                  <a:lnTo>
                    <a:pt x="152081" y="482034"/>
                  </a:lnTo>
                  <a:lnTo>
                    <a:pt x="151226" y="483047"/>
                  </a:lnTo>
                  <a:lnTo>
                    <a:pt x="150272" y="484366"/>
                  </a:lnTo>
                  <a:lnTo>
                    <a:pt x="149947" y="485615"/>
                  </a:lnTo>
                  <a:lnTo>
                    <a:pt x="149881" y="487586"/>
                  </a:lnTo>
                  <a:lnTo>
                    <a:pt x="150096" y="490527"/>
                  </a:lnTo>
                  <a:lnTo>
                    <a:pt x="149684" y="491476"/>
                  </a:lnTo>
                  <a:lnTo>
                    <a:pt x="148733" y="492622"/>
                  </a:lnTo>
                  <a:lnTo>
                    <a:pt x="147913" y="494258"/>
                  </a:lnTo>
                  <a:lnTo>
                    <a:pt x="147092" y="496990"/>
                  </a:lnTo>
                  <a:lnTo>
                    <a:pt x="145699" y="501140"/>
                  </a:lnTo>
                  <a:lnTo>
                    <a:pt x="145216" y="502283"/>
                  </a:lnTo>
                  <a:lnTo>
                    <a:pt x="145006" y="503711"/>
                  </a:lnTo>
                  <a:lnTo>
                    <a:pt x="144214" y="504196"/>
                  </a:lnTo>
                  <a:lnTo>
                    <a:pt x="142733" y="507015"/>
                  </a:lnTo>
                  <a:lnTo>
                    <a:pt x="142479" y="508444"/>
                  </a:lnTo>
                  <a:lnTo>
                    <a:pt x="142721" y="509800"/>
                  </a:lnTo>
                  <a:lnTo>
                    <a:pt x="143477" y="510937"/>
                  </a:lnTo>
                  <a:lnTo>
                    <a:pt x="143988" y="512593"/>
                  </a:lnTo>
                  <a:lnTo>
                    <a:pt x="144121" y="514703"/>
                  </a:lnTo>
                  <a:lnTo>
                    <a:pt x="144122" y="516053"/>
                  </a:lnTo>
                  <a:lnTo>
                    <a:pt x="143202" y="518038"/>
                  </a:lnTo>
                  <a:lnTo>
                    <a:pt x="142003" y="520301"/>
                  </a:lnTo>
                  <a:lnTo>
                    <a:pt x="140524" y="520748"/>
                  </a:lnTo>
                  <a:lnTo>
                    <a:pt x="139964" y="521897"/>
                  </a:lnTo>
                  <a:lnTo>
                    <a:pt x="140093" y="524300"/>
                  </a:lnTo>
                  <a:lnTo>
                    <a:pt x="140569" y="527694"/>
                  </a:lnTo>
                  <a:lnTo>
                    <a:pt x="140567" y="530360"/>
                  </a:lnTo>
                  <a:lnTo>
                    <a:pt x="140115" y="533410"/>
                  </a:lnTo>
                  <a:lnTo>
                    <a:pt x="139059" y="536737"/>
                  </a:lnTo>
                  <a:lnTo>
                    <a:pt x="137441" y="539026"/>
                  </a:lnTo>
                  <a:lnTo>
                    <a:pt x="135921" y="540258"/>
                  </a:lnTo>
                  <a:lnTo>
                    <a:pt x="134721" y="540264"/>
                  </a:lnTo>
                  <a:lnTo>
                    <a:pt x="133561" y="540506"/>
                  </a:lnTo>
                  <a:lnTo>
                    <a:pt x="133064" y="540861"/>
                  </a:lnTo>
                  <a:lnTo>
                    <a:pt x="132170" y="538855"/>
                  </a:lnTo>
                  <a:lnTo>
                    <a:pt x="128199" y="532201"/>
                  </a:lnTo>
                  <a:lnTo>
                    <a:pt x="126685" y="528640"/>
                  </a:lnTo>
                  <a:lnTo>
                    <a:pt x="125284" y="526975"/>
                  </a:lnTo>
                  <a:lnTo>
                    <a:pt x="121867" y="521267"/>
                  </a:lnTo>
                  <a:lnTo>
                    <a:pt x="121526" y="519435"/>
                  </a:lnTo>
                  <a:lnTo>
                    <a:pt x="121106" y="513569"/>
                  </a:lnTo>
                  <a:lnTo>
                    <a:pt x="120662" y="511915"/>
                  </a:lnTo>
                  <a:lnTo>
                    <a:pt x="119488" y="509797"/>
                  </a:lnTo>
                  <a:lnTo>
                    <a:pt x="116536" y="506975"/>
                  </a:lnTo>
                  <a:lnTo>
                    <a:pt x="115391" y="505564"/>
                  </a:lnTo>
                  <a:lnTo>
                    <a:pt x="114190" y="502993"/>
                  </a:lnTo>
                  <a:lnTo>
                    <a:pt x="112431" y="501175"/>
                  </a:lnTo>
                  <a:lnTo>
                    <a:pt x="110513" y="497441"/>
                  </a:lnTo>
                  <a:lnTo>
                    <a:pt x="109369" y="494451"/>
                  </a:lnTo>
                  <a:lnTo>
                    <a:pt x="108087" y="492474"/>
                  </a:lnTo>
                  <a:lnTo>
                    <a:pt x="104111" y="489710"/>
                  </a:lnTo>
                  <a:lnTo>
                    <a:pt x="102115" y="486943"/>
                  </a:lnTo>
                  <a:lnTo>
                    <a:pt x="98385" y="483033"/>
                  </a:lnTo>
                  <a:lnTo>
                    <a:pt x="96724" y="480542"/>
                  </a:lnTo>
                  <a:lnTo>
                    <a:pt x="92731" y="477509"/>
                  </a:lnTo>
                  <a:lnTo>
                    <a:pt x="91546" y="476067"/>
                  </a:lnTo>
                  <a:lnTo>
                    <a:pt x="87620" y="468965"/>
                  </a:lnTo>
                  <a:lnTo>
                    <a:pt x="84868" y="466645"/>
                  </a:lnTo>
                  <a:lnTo>
                    <a:pt x="82650" y="462657"/>
                  </a:lnTo>
                  <a:lnTo>
                    <a:pt x="75955" y="454173"/>
                  </a:lnTo>
                  <a:lnTo>
                    <a:pt x="74903" y="451461"/>
                  </a:lnTo>
                  <a:lnTo>
                    <a:pt x="73879" y="447265"/>
                  </a:lnTo>
                  <a:lnTo>
                    <a:pt x="72392" y="444766"/>
                  </a:lnTo>
                  <a:lnTo>
                    <a:pt x="70722" y="439024"/>
                  </a:lnTo>
                  <a:lnTo>
                    <a:pt x="68235" y="435647"/>
                  </a:lnTo>
                  <a:lnTo>
                    <a:pt x="65844" y="431175"/>
                  </a:lnTo>
                  <a:lnTo>
                    <a:pt x="64961" y="427103"/>
                  </a:lnTo>
                  <a:lnTo>
                    <a:pt x="63375" y="421917"/>
                  </a:lnTo>
                  <a:lnTo>
                    <a:pt x="62903" y="419150"/>
                  </a:lnTo>
                  <a:lnTo>
                    <a:pt x="61516" y="416386"/>
                  </a:lnTo>
                  <a:lnTo>
                    <a:pt x="61418" y="410929"/>
                  </a:lnTo>
                  <a:lnTo>
                    <a:pt x="60450" y="408407"/>
                  </a:lnTo>
                  <a:lnTo>
                    <a:pt x="61144" y="407178"/>
                  </a:lnTo>
                  <a:lnTo>
                    <a:pt x="61879" y="406626"/>
                  </a:lnTo>
                  <a:lnTo>
                    <a:pt x="62796" y="398128"/>
                  </a:lnTo>
                  <a:lnTo>
                    <a:pt x="62313" y="393872"/>
                  </a:lnTo>
                  <a:lnTo>
                    <a:pt x="59830" y="386153"/>
                  </a:lnTo>
                  <a:lnTo>
                    <a:pt x="58918" y="382442"/>
                  </a:lnTo>
                  <a:lnTo>
                    <a:pt x="58271" y="377686"/>
                  </a:lnTo>
                  <a:lnTo>
                    <a:pt x="57273" y="374867"/>
                  </a:lnTo>
                  <a:lnTo>
                    <a:pt x="55800" y="368931"/>
                  </a:lnTo>
                  <a:lnTo>
                    <a:pt x="54897" y="363659"/>
                  </a:lnTo>
                  <a:lnTo>
                    <a:pt x="52923" y="359833"/>
                  </a:lnTo>
                  <a:lnTo>
                    <a:pt x="52386" y="358459"/>
                  </a:lnTo>
                  <a:lnTo>
                    <a:pt x="52087" y="356511"/>
                  </a:lnTo>
                  <a:lnTo>
                    <a:pt x="50989" y="355138"/>
                  </a:lnTo>
                  <a:lnTo>
                    <a:pt x="50930" y="351092"/>
                  </a:lnTo>
                  <a:lnTo>
                    <a:pt x="50166" y="343408"/>
                  </a:lnTo>
                  <a:lnTo>
                    <a:pt x="49074" y="339538"/>
                  </a:lnTo>
                  <a:lnTo>
                    <a:pt x="45134" y="332309"/>
                  </a:lnTo>
                  <a:lnTo>
                    <a:pt x="45068" y="329525"/>
                  </a:lnTo>
                  <a:lnTo>
                    <a:pt x="44755" y="324458"/>
                  </a:lnTo>
                  <a:lnTo>
                    <a:pt x="43880" y="318981"/>
                  </a:lnTo>
                  <a:lnTo>
                    <a:pt x="39500" y="301958"/>
                  </a:lnTo>
                  <a:lnTo>
                    <a:pt x="38402" y="296888"/>
                  </a:lnTo>
                  <a:lnTo>
                    <a:pt x="37305" y="288652"/>
                  </a:lnTo>
                  <a:lnTo>
                    <a:pt x="36319" y="283975"/>
                  </a:lnTo>
                  <a:lnTo>
                    <a:pt x="35232" y="275658"/>
                  </a:lnTo>
                  <a:lnTo>
                    <a:pt x="33593" y="269336"/>
                  </a:lnTo>
                  <a:lnTo>
                    <a:pt x="32564" y="263853"/>
                  </a:lnTo>
                  <a:lnTo>
                    <a:pt x="31467" y="257037"/>
                  </a:lnTo>
                  <a:lnTo>
                    <a:pt x="31374" y="253390"/>
                  </a:lnTo>
                  <a:lnTo>
                    <a:pt x="29386" y="247114"/>
                  </a:lnTo>
                  <a:lnTo>
                    <a:pt x="28327" y="241368"/>
                  </a:lnTo>
                  <a:lnTo>
                    <a:pt x="26473" y="236552"/>
                  </a:lnTo>
                  <a:lnTo>
                    <a:pt x="24664" y="232890"/>
                  </a:lnTo>
                  <a:lnTo>
                    <a:pt x="23879" y="230299"/>
                  </a:lnTo>
                  <a:lnTo>
                    <a:pt x="21300" y="217989"/>
                  </a:lnTo>
                  <a:lnTo>
                    <a:pt x="20948" y="214344"/>
                  </a:lnTo>
                  <a:lnTo>
                    <a:pt x="19190" y="207574"/>
                  </a:lnTo>
                  <a:lnTo>
                    <a:pt x="17451" y="202703"/>
                  </a:lnTo>
                  <a:lnTo>
                    <a:pt x="16350" y="198782"/>
                  </a:lnTo>
                  <a:lnTo>
                    <a:pt x="14945" y="195256"/>
                  </a:lnTo>
                  <a:lnTo>
                    <a:pt x="6398" y="184400"/>
                  </a:lnTo>
                  <a:lnTo>
                    <a:pt x="3390" y="179884"/>
                  </a:lnTo>
                  <a:lnTo>
                    <a:pt x="2371" y="177737"/>
                  </a:lnTo>
                  <a:lnTo>
                    <a:pt x="1902" y="174358"/>
                  </a:lnTo>
                  <a:lnTo>
                    <a:pt x="2099" y="172375"/>
                  </a:lnTo>
                  <a:lnTo>
                    <a:pt x="2983" y="170517"/>
                  </a:lnTo>
                  <a:lnTo>
                    <a:pt x="4204" y="171951"/>
                  </a:lnTo>
                  <a:lnTo>
                    <a:pt x="4947" y="171357"/>
                  </a:lnTo>
                  <a:lnTo>
                    <a:pt x="5531" y="168938"/>
                  </a:lnTo>
                  <a:lnTo>
                    <a:pt x="5541" y="165276"/>
                  </a:lnTo>
                  <a:lnTo>
                    <a:pt x="4795" y="160558"/>
                  </a:lnTo>
                  <a:lnTo>
                    <a:pt x="2058" y="151448"/>
                  </a:lnTo>
                  <a:lnTo>
                    <a:pt x="2265" y="149521"/>
                  </a:lnTo>
                  <a:lnTo>
                    <a:pt x="2780" y="147334"/>
                  </a:lnTo>
                  <a:lnTo>
                    <a:pt x="1725" y="142950"/>
                  </a:lnTo>
                  <a:lnTo>
                    <a:pt x="575" y="139441"/>
                  </a:lnTo>
                  <a:lnTo>
                    <a:pt x="0" y="136746"/>
                  </a:lnTo>
                  <a:lnTo>
                    <a:pt x="650" y="126485"/>
                  </a:lnTo>
                  <a:lnTo>
                    <a:pt x="1274" y="123885"/>
                  </a:lnTo>
                  <a:lnTo>
                    <a:pt x="5419" y="113465"/>
                  </a:lnTo>
                  <a:lnTo>
                    <a:pt x="6557" y="109015"/>
                  </a:lnTo>
                  <a:lnTo>
                    <a:pt x="8334" y="106271"/>
                  </a:lnTo>
                  <a:lnTo>
                    <a:pt x="10151" y="102072"/>
                  </a:lnTo>
                  <a:lnTo>
                    <a:pt x="12333" y="98875"/>
                  </a:lnTo>
                  <a:lnTo>
                    <a:pt x="12653" y="99423"/>
                  </a:lnTo>
                  <a:lnTo>
                    <a:pt x="12955" y="99960"/>
                  </a:lnTo>
                  <a:lnTo>
                    <a:pt x="12976" y="101036"/>
                  </a:lnTo>
                  <a:lnTo>
                    <a:pt x="13057" y="101965"/>
                  </a:lnTo>
                  <a:lnTo>
                    <a:pt x="13298" y="102843"/>
                  </a:lnTo>
                  <a:lnTo>
                    <a:pt x="13319" y="104456"/>
                  </a:lnTo>
                  <a:lnTo>
                    <a:pt x="13601" y="105532"/>
                  </a:lnTo>
                  <a:lnTo>
                    <a:pt x="13621" y="106753"/>
                  </a:lnTo>
                  <a:lnTo>
                    <a:pt x="13641" y="108415"/>
                  </a:lnTo>
                  <a:lnTo>
                    <a:pt x="13500" y="109246"/>
                  </a:lnTo>
                  <a:lnTo>
                    <a:pt x="13637" y="110689"/>
                  </a:lnTo>
                  <a:lnTo>
                    <a:pt x="14105" y="113349"/>
                  </a:lnTo>
                  <a:lnTo>
                    <a:pt x="13923" y="114180"/>
                  </a:lnTo>
                  <a:lnTo>
                    <a:pt x="13480" y="114717"/>
                  </a:lnTo>
                  <a:lnTo>
                    <a:pt x="13036" y="115450"/>
                  </a:lnTo>
                  <a:lnTo>
                    <a:pt x="12593" y="117112"/>
                  </a:lnTo>
                  <a:lnTo>
                    <a:pt x="11928" y="117063"/>
                  </a:lnTo>
                  <a:lnTo>
                    <a:pt x="10961" y="116330"/>
                  </a:lnTo>
                  <a:lnTo>
                    <a:pt x="10316" y="117259"/>
                  </a:lnTo>
                  <a:lnTo>
                    <a:pt x="10074" y="119017"/>
                  </a:lnTo>
                  <a:lnTo>
                    <a:pt x="10275" y="120483"/>
                  </a:lnTo>
                  <a:lnTo>
                    <a:pt x="10336" y="121853"/>
                  </a:lnTo>
                  <a:lnTo>
                    <a:pt x="10759" y="123025"/>
                  </a:lnTo>
                  <a:lnTo>
                    <a:pt x="11988" y="123123"/>
                  </a:lnTo>
                  <a:lnTo>
                    <a:pt x="10880" y="126886"/>
                  </a:lnTo>
                  <a:lnTo>
                    <a:pt x="10336" y="128594"/>
                  </a:lnTo>
                  <a:lnTo>
                    <a:pt x="10457" y="129670"/>
                  </a:lnTo>
                  <a:lnTo>
                    <a:pt x="11120" y="130597"/>
                  </a:lnTo>
                  <a:lnTo>
                    <a:pt x="11615" y="130663"/>
                  </a:lnTo>
                  <a:lnTo>
                    <a:pt x="12714" y="129278"/>
                  </a:lnTo>
                  <a:lnTo>
                    <a:pt x="13460" y="127275"/>
                  </a:lnTo>
                  <a:lnTo>
                    <a:pt x="13883" y="126153"/>
                  </a:lnTo>
                  <a:lnTo>
                    <a:pt x="14588" y="125711"/>
                  </a:lnTo>
                  <a:lnTo>
                    <a:pt x="15515" y="126641"/>
                  </a:lnTo>
                  <a:lnTo>
                    <a:pt x="16741" y="128496"/>
                  </a:lnTo>
                  <a:lnTo>
                    <a:pt x="18177" y="130138"/>
                  </a:lnTo>
                  <a:lnTo>
                    <a:pt x="18760" y="131038"/>
                  </a:lnTo>
                  <a:lnTo>
                    <a:pt x="19811" y="130779"/>
                  </a:lnTo>
                  <a:lnTo>
                    <a:pt x="20694" y="130403"/>
                  </a:lnTo>
                  <a:lnTo>
                    <a:pt x="21436" y="131754"/>
                  </a:lnTo>
                  <a:lnTo>
                    <a:pt x="22186" y="132894"/>
                  </a:lnTo>
                  <a:lnTo>
                    <a:pt x="22359" y="136778"/>
                  </a:lnTo>
                  <a:lnTo>
                    <a:pt x="22922" y="139603"/>
                  </a:lnTo>
                  <a:lnTo>
                    <a:pt x="23609" y="141784"/>
                  </a:lnTo>
                  <a:lnTo>
                    <a:pt x="24443" y="144379"/>
                  </a:lnTo>
                  <a:lnTo>
                    <a:pt x="25209" y="145259"/>
                  </a:lnTo>
                  <a:lnTo>
                    <a:pt x="26201" y="145276"/>
                  </a:lnTo>
                  <a:lnTo>
                    <a:pt x="27547" y="146234"/>
                  </a:lnTo>
                  <a:lnTo>
                    <a:pt x="28070" y="145599"/>
                  </a:lnTo>
                  <a:lnTo>
                    <a:pt x="28534" y="143793"/>
                  </a:lnTo>
                  <a:lnTo>
                    <a:pt x="28776" y="142766"/>
                  </a:lnTo>
                  <a:lnTo>
                    <a:pt x="29461" y="142327"/>
                  </a:lnTo>
                  <a:lnTo>
                    <a:pt x="29522" y="141152"/>
                  </a:lnTo>
                  <a:lnTo>
                    <a:pt x="29381" y="139736"/>
                  </a:lnTo>
                  <a:lnTo>
                    <a:pt x="29602" y="138073"/>
                  </a:lnTo>
                  <a:lnTo>
                    <a:pt x="30164" y="136613"/>
                  </a:lnTo>
                  <a:lnTo>
                    <a:pt x="31608" y="134475"/>
                  </a:lnTo>
                  <a:lnTo>
                    <a:pt x="32303" y="133581"/>
                  </a:lnTo>
                  <a:lnTo>
                    <a:pt x="32444" y="132259"/>
                  </a:lnTo>
                  <a:lnTo>
                    <a:pt x="32706" y="130502"/>
                  </a:lnTo>
                  <a:lnTo>
                    <a:pt x="32605" y="129523"/>
                  </a:lnTo>
                  <a:lnTo>
                    <a:pt x="32313" y="128308"/>
                  </a:lnTo>
                  <a:lnTo>
                    <a:pt x="32384" y="126591"/>
                  </a:lnTo>
                  <a:lnTo>
                    <a:pt x="32766" y="124295"/>
                  </a:lnTo>
                  <a:lnTo>
                    <a:pt x="33310" y="121611"/>
                  </a:lnTo>
                  <a:lnTo>
                    <a:pt x="33776" y="118191"/>
                  </a:lnTo>
                  <a:lnTo>
                    <a:pt x="33955" y="116575"/>
                  </a:lnTo>
                  <a:lnTo>
                    <a:pt x="34459" y="115548"/>
                  </a:lnTo>
                  <a:lnTo>
                    <a:pt x="34650" y="114068"/>
                  </a:lnTo>
                  <a:lnTo>
                    <a:pt x="34923" y="112325"/>
                  </a:lnTo>
                  <a:lnTo>
                    <a:pt x="35548" y="110368"/>
                  </a:lnTo>
                  <a:lnTo>
                    <a:pt x="35527" y="108268"/>
                  </a:lnTo>
                  <a:lnTo>
                    <a:pt x="35789" y="107338"/>
                  </a:lnTo>
                  <a:lnTo>
                    <a:pt x="35812" y="104990"/>
                  </a:lnTo>
                  <a:lnTo>
                    <a:pt x="36431" y="100156"/>
                  </a:lnTo>
                  <a:lnTo>
                    <a:pt x="36454" y="99155"/>
                  </a:lnTo>
                  <a:lnTo>
                    <a:pt x="36726" y="98886"/>
                  </a:lnTo>
                  <a:lnTo>
                    <a:pt x="37200" y="99204"/>
                  </a:lnTo>
                  <a:lnTo>
                    <a:pt x="37608" y="100300"/>
                  </a:lnTo>
                  <a:lnTo>
                    <a:pt x="37734" y="101377"/>
                  </a:lnTo>
                  <a:lnTo>
                    <a:pt x="37905" y="101867"/>
                  </a:lnTo>
                  <a:lnTo>
                    <a:pt x="38289" y="101769"/>
                  </a:lnTo>
                  <a:lnTo>
                    <a:pt x="38732" y="101157"/>
                  </a:lnTo>
                  <a:lnTo>
                    <a:pt x="38702" y="100182"/>
                  </a:lnTo>
                  <a:lnTo>
                    <a:pt x="38379" y="99227"/>
                  </a:lnTo>
                  <a:lnTo>
                    <a:pt x="38292" y="98656"/>
                  </a:lnTo>
                  <a:lnTo>
                    <a:pt x="38430" y="97761"/>
                  </a:lnTo>
                  <a:lnTo>
                    <a:pt x="39101" y="95802"/>
                  </a:lnTo>
                  <a:lnTo>
                    <a:pt x="39836" y="93525"/>
                  </a:lnTo>
                  <a:lnTo>
                    <a:pt x="41413" y="88801"/>
                  </a:lnTo>
                  <a:lnTo>
                    <a:pt x="42363" y="86871"/>
                  </a:lnTo>
                  <a:lnTo>
                    <a:pt x="44820" y="84825"/>
                  </a:lnTo>
                  <a:lnTo>
                    <a:pt x="46678" y="83275"/>
                  </a:lnTo>
                  <a:lnTo>
                    <a:pt x="48463" y="81789"/>
                  </a:lnTo>
                  <a:lnTo>
                    <a:pt x="50883" y="79662"/>
                  </a:lnTo>
                  <a:lnTo>
                    <a:pt x="54304" y="76655"/>
                  </a:lnTo>
                  <a:lnTo>
                    <a:pt x="56762" y="74488"/>
                  </a:lnTo>
                  <a:lnTo>
                    <a:pt x="58952" y="70639"/>
                  </a:lnTo>
                  <a:lnTo>
                    <a:pt x="60649" y="67655"/>
                  </a:lnTo>
                  <a:lnTo>
                    <a:pt x="62102" y="65072"/>
                  </a:lnTo>
                  <a:lnTo>
                    <a:pt x="63944" y="61797"/>
                  </a:lnTo>
                  <a:lnTo>
                    <a:pt x="66434" y="54716"/>
                  </a:lnTo>
                  <a:lnTo>
                    <a:pt x="68151" y="49830"/>
                  </a:lnTo>
                  <a:lnTo>
                    <a:pt x="69405" y="46261"/>
                  </a:lnTo>
                  <a:lnTo>
                    <a:pt x="70272" y="44013"/>
                  </a:lnTo>
                  <a:lnTo>
                    <a:pt x="70963" y="37662"/>
                  </a:lnTo>
                  <a:lnTo>
                    <a:pt x="71751" y="30419"/>
                  </a:lnTo>
                  <a:lnTo>
                    <a:pt x="72102" y="27198"/>
                  </a:lnTo>
                  <a:lnTo>
                    <a:pt x="72252" y="26079"/>
                  </a:lnTo>
                  <a:lnTo>
                    <a:pt x="72593" y="26549"/>
                  </a:lnTo>
                  <a:lnTo>
                    <a:pt x="72982" y="27334"/>
                  </a:lnTo>
                  <a:lnTo>
                    <a:pt x="73457" y="27371"/>
                  </a:lnTo>
                  <a:lnTo>
                    <a:pt x="73905" y="27334"/>
                  </a:lnTo>
                  <a:lnTo>
                    <a:pt x="74183" y="26892"/>
                  </a:lnTo>
                  <a:lnTo>
                    <a:pt x="73769" y="19661"/>
                  </a:lnTo>
                  <a:lnTo>
                    <a:pt x="73829" y="18088"/>
                  </a:lnTo>
                  <a:lnTo>
                    <a:pt x="74064" y="16204"/>
                  </a:lnTo>
                  <a:lnTo>
                    <a:pt x="74017" y="15177"/>
                  </a:lnTo>
                  <a:lnTo>
                    <a:pt x="73261" y="13734"/>
                  </a:lnTo>
                  <a:lnTo>
                    <a:pt x="72049" y="10848"/>
                  </a:lnTo>
                  <a:lnTo>
                    <a:pt x="71546" y="8274"/>
                  </a:lnTo>
                  <a:lnTo>
                    <a:pt x="71241" y="6104"/>
                  </a:lnTo>
                  <a:lnTo>
                    <a:pt x="70393" y="4679"/>
                  </a:lnTo>
                  <a:lnTo>
                    <a:pt x="69523" y="3423"/>
                  </a:lnTo>
                  <a:lnTo>
                    <a:pt x="69593" y="2396"/>
                  </a:lnTo>
                  <a:lnTo>
                    <a:pt x="70111" y="2396"/>
                  </a:lnTo>
                  <a:lnTo>
                    <a:pt x="71424" y="3409"/>
                  </a:lnTo>
                  <a:lnTo>
                    <a:pt x="72370" y="3080"/>
                  </a:lnTo>
                  <a:lnTo>
                    <a:pt x="73076" y="2967"/>
                  </a:lnTo>
                  <a:lnTo>
                    <a:pt x="73758" y="1914"/>
                  </a:lnTo>
                  <a:lnTo>
                    <a:pt x="74488" y="0"/>
                  </a:lnTo>
                  <a:lnTo>
                    <a:pt x="74982" y="0"/>
                  </a:lnTo>
                  <a:lnTo>
                    <a:pt x="75539" y="258"/>
                  </a:lnTo>
                  <a:lnTo>
                    <a:pt x="76559" y="2214"/>
                  </a:lnTo>
                  <a:lnTo>
                    <a:pt x="77165" y="3371"/>
                  </a:lnTo>
                  <a:lnTo>
                    <a:pt x="77892" y="4327"/>
                  </a:lnTo>
                  <a:lnTo>
                    <a:pt x="78580" y="4658"/>
                  </a:lnTo>
                  <a:lnTo>
                    <a:pt x="79206" y="4774"/>
                  </a:lnTo>
                  <a:lnTo>
                    <a:pt x="79641" y="4679"/>
                  </a:lnTo>
                  <a:lnTo>
                    <a:pt x="79901" y="5992"/>
                  </a:lnTo>
                  <a:lnTo>
                    <a:pt x="80207" y="7590"/>
                  </a:lnTo>
                  <a:lnTo>
                    <a:pt x="80983" y="8672"/>
                  </a:lnTo>
                  <a:lnTo>
                    <a:pt x="81901" y="9700"/>
                  </a:lnTo>
                  <a:lnTo>
                    <a:pt x="82648" y="11469"/>
                  </a:lnTo>
                  <a:lnTo>
                    <a:pt x="83150" y="12657"/>
                  </a:lnTo>
                  <a:lnTo>
                    <a:pt x="83743" y="14063"/>
                  </a:lnTo>
                  <a:lnTo>
                    <a:pt x="84320" y="15924"/>
                  </a:lnTo>
                  <a:lnTo>
                    <a:pt x="84843" y="19196"/>
                  </a:lnTo>
                  <a:lnTo>
                    <a:pt x="85109" y="21418"/>
                  </a:lnTo>
                  <a:lnTo>
                    <a:pt x="85408" y="22653"/>
                  </a:lnTo>
                  <a:lnTo>
                    <a:pt x="85337" y="23909"/>
                  </a:lnTo>
                  <a:lnTo>
                    <a:pt x="85953" y="26182"/>
                  </a:lnTo>
                  <a:lnTo>
                    <a:pt x="86410" y="27446"/>
                  </a:lnTo>
                  <a:lnTo>
                    <a:pt x="87210" y="28249"/>
                  </a:lnTo>
                  <a:lnTo>
                    <a:pt x="88750" y="29160"/>
                  </a:lnTo>
                  <a:lnTo>
                    <a:pt x="89573" y="31215"/>
                  </a:lnTo>
                  <a:lnTo>
                    <a:pt x="90303" y="32014"/>
                  </a:lnTo>
                  <a:lnTo>
                    <a:pt x="91080" y="34127"/>
                  </a:lnTo>
                  <a:lnTo>
                    <a:pt x="91762" y="34756"/>
                  </a:lnTo>
                  <a:lnTo>
                    <a:pt x="92633" y="34643"/>
                  </a:lnTo>
                  <a:lnTo>
                    <a:pt x="93504" y="35668"/>
                  </a:lnTo>
                  <a:lnTo>
                    <a:pt x="94162" y="37664"/>
                  </a:lnTo>
                  <a:lnTo>
                    <a:pt x="94586" y="40175"/>
                  </a:lnTo>
                  <a:lnTo>
                    <a:pt x="95245" y="41603"/>
                  </a:lnTo>
                  <a:lnTo>
                    <a:pt x="95575" y="44172"/>
                  </a:lnTo>
                  <a:lnTo>
                    <a:pt x="95198" y="47193"/>
                  </a:lnTo>
                  <a:lnTo>
                    <a:pt x="95551" y="48794"/>
                  </a:lnTo>
                  <a:lnTo>
                    <a:pt x="96234" y="50104"/>
                  </a:lnTo>
                  <a:lnTo>
                    <a:pt x="97340" y="51478"/>
                  </a:lnTo>
                  <a:lnTo>
                    <a:pt x="98352" y="51135"/>
                  </a:lnTo>
                  <a:lnTo>
                    <a:pt x="98870" y="51591"/>
                  </a:lnTo>
                  <a:lnTo>
                    <a:pt x="99199" y="52849"/>
                  </a:lnTo>
                  <a:lnTo>
                    <a:pt x="99388" y="54329"/>
                  </a:lnTo>
                  <a:lnTo>
                    <a:pt x="99830" y="57962"/>
                  </a:lnTo>
                  <a:lnTo>
                    <a:pt x="100058" y="60259"/>
                  </a:lnTo>
                  <a:lnTo>
                    <a:pt x="99647" y="62484"/>
                  </a:lnTo>
                  <a:lnTo>
                    <a:pt x="99495" y="64022"/>
                  </a:lnTo>
                  <a:lnTo>
                    <a:pt x="99717" y="66085"/>
                  </a:lnTo>
                  <a:lnTo>
                    <a:pt x="100769" y="67084"/>
                  </a:lnTo>
                  <a:lnTo>
                    <a:pt x="101726" y="67903"/>
                  </a:lnTo>
                  <a:lnTo>
                    <a:pt x="102317" y="69508"/>
                  </a:lnTo>
                  <a:lnTo>
                    <a:pt x="102975" y="69935"/>
                  </a:lnTo>
                  <a:lnTo>
                    <a:pt x="103900" y="69845"/>
                  </a:lnTo>
                  <a:lnTo>
                    <a:pt x="105083" y="69453"/>
                  </a:lnTo>
                  <a:lnTo>
                    <a:pt x="105741" y="68532"/>
                  </a:lnTo>
                  <a:lnTo>
                    <a:pt x="106166" y="68255"/>
                  </a:lnTo>
                  <a:lnTo>
                    <a:pt x="106636" y="68653"/>
                  </a:lnTo>
                  <a:lnTo>
                    <a:pt x="107685" y="69536"/>
                  </a:lnTo>
                  <a:lnTo>
                    <a:pt x="108965" y="70538"/>
                  </a:lnTo>
                  <a:lnTo>
                    <a:pt x="110122" y="69958"/>
                  </a:lnTo>
                  <a:lnTo>
                    <a:pt x="111124" y="69698"/>
                  </a:lnTo>
                  <a:lnTo>
                    <a:pt x="112119" y="69112"/>
                  </a:lnTo>
                  <a:lnTo>
                    <a:pt x="113131" y="67456"/>
                  </a:lnTo>
                  <a:lnTo>
                    <a:pt x="113978" y="67514"/>
                  </a:lnTo>
                  <a:lnTo>
                    <a:pt x="114610" y="66394"/>
                  </a:lnTo>
                  <a:lnTo>
                    <a:pt x="115404" y="64593"/>
                  </a:lnTo>
                  <a:lnTo>
                    <a:pt x="116191" y="62778"/>
                  </a:lnTo>
                  <a:lnTo>
                    <a:pt x="116803" y="62377"/>
                  </a:lnTo>
                  <a:lnTo>
                    <a:pt x="117791" y="63246"/>
                  </a:lnTo>
                  <a:lnTo>
                    <a:pt x="119156" y="64489"/>
                  </a:lnTo>
                  <a:lnTo>
                    <a:pt x="119928" y="66114"/>
                  </a:lnTo>
                  <a:lnTo>
                    <a:pt x="120521" y="66544"/>
                  </a:lnTo>
                  <a:lnTo>
                    <a:pt x="121136" y="67736"/>
                  </a:lnTo>
                  <a:lnTo>
                    <a:pt x="122317" y="67759"/>
                  </a:lnTo>
                  <a:lnTo>
                    <a:pt x="123581" y="67115"/>
                  </a:lnTo>
                  <a:lnTo>
                    <a:pt x="124592" y="65116"/>
                  </a:lnTo>
                  <a:lnTo>
                    <a:pt x="125641" y="64536"/>
                  </a:lnTo>
                  <a:lnTo>
                    <a:pt x="126357" y="63976"/>
                  </a:lnTo>
                  <a:lnTo>
                    <a:pt x="127015" y="64322"/>
                  </a:lnTo>
                  <a:lnTo>
                    <a:pt x="129565" y="67970"/>
                  </a:lnTo>
                  <a:lnTo>
                    <a:pt x="130264" y="69854"/>
                  </a:lnTo>
                  <a:lnTo>
                    <a:pt x="131143" y="70223"/>
                  </a:lnTo>
                  <a:lnTo>
                    <a:pt x="131863" y="71253"/>
                  </a:lnTo>
                  <a:lnTo>
                    <a:pt x="133064" y="72364"/>
                  </a:lnTo>
                  <a:lnTo>
                    <a:pt x="133723" y="73504"/>
                  </a:lnTo>
                  <a:lnTo>
                    <a:pt x="134571" y="74191"/>
                  </a:lnTo>
                  <a:lnTo>
                    <a:pt x="135182" y="75787"/>
                  </a:lnTo>
                  <a:lnTo>
                    <a:pt x="136154" y="76771"/>
                  </a:lnTo>
                  <a:lnTo>
                    <a:pt x="136993" y="77313"/>
                  </a:lnTo>
                  <a:lnTo>
                    <a:pt x="137372" y="78597"/>
                  </a:lnTo>
                  <a:lnTo>
                    <a:pt x="137376" y="79457"/>
                  </a:lnTo>
                  <a:lnTo>
                    <a:pt x="137259" y="80032"/>
                  </a:lnTo>
                  <a:lnTo>
                    <a:pt x="136369" y="83396"/>
                  </a:lnTo>
                  <a:lnTo>
                    <a:pt x="134625" y="89993"/>
                  </a:lnTo>
                  <a:lnTo>
                    <a:pt x="133055" y="95931"/>
                  </a:lnTo>
                  <a:lnTo>
                    <a:pt x="130585" y="105278"/>
                  </a:lnTo>
                  <a:lnTo>
                    <a:pt x="129202" y="110507"/>
                  </a:lnTo>
                  <a:lnTo>
                    <a:pt x="129555" y="110726"/>
                  </a:lnTo>
                  <a:lnTo>
                    <a:pt x="131706" y="113014"/>
                  </a:lnTo>
                  <a:lnTo>
                    <a:pt x="132240" y="113101"/>
                  </a:lnTo>
                  <a:lnTo>
                    <a:pt x="133029" y="112518"/>
                  </a:lnTo>
                  <a:lnTo>
                    <a:pt x="133540" y="111606"/>
                  </a:lnTo>
                  <a:lnTo>
                    <a:pt x="134024" y="111476"/>
                  </a:lnTo>
                  <a:lnTo>
                    <a:pt x="134524" y="112359"/>
                  </a:lnTo>
                  <a:lnTo>
                    <a:pt x="135233" y="113496"/>
                  </a:lnTo>
                  <a:lnTo>
                    <a:pt x="135743" y="116818"/>
                  </a:lnTo>
                  <a:lnTo>
                    <a:pt x="136119" y="118445"/>
                  </a:lnTo>
                  <a:lnTo>
                    <a:pt x="137006" y="119686"/>
                  </a:lnTo>
                  <a:lnTo>
                    <a:pt x="137952" y="121749"/>
                  </a:lnTo>
                  <a:close/>
                </a:path>
              </a:pathLst>
            </a:custGeom>
            <a:solidFill>
              <a:srgbClr val="EDF5E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9" name="pg1128"/>
            <p:cNvSpPr/>
            <p:nvPr/>
          </p:nvSpPr>
          <p:spPr>
            <a:xfrm>
              <a:off x="4794016" y="3476275"/>
              <a:ext cx="5227" cy="8270"/>
            </a:xfrm>
            <a:custGeom>
              <a:avLst/>
              <a:pathLst>
                <a:path w="5227" h="8270">
                  <a:moveTo>
                    <a:pt x="5227" y="2467"/>
                  </a:moveTo>
                  <a:lnTo>
                    <a:pt x="4896" y="4250"/>
                  </a:lnTo>
                  <a:lnTo>
                    <a:pt x="4510" y="5075"/>
                  </a:lnTo>
                  <a:lnTo>
                    <a:pt x="4003" y="4609"/>
                  </a:lnTo>
                  <a:lnTo>
                    <a:pt x="3617" y="3684"/>
                  </a:lnTo>
                  <a:lnTo>
                    <a:pt x="3401" y="5055"/>
                  </a:lnTo>
                  <a:lnTo>
                    <a:pt x="2337" y="5583"/>
                  </a:lnTo>
                  <a:lnTo>
                    <a:pt x="1665" y="7698"/>
                  </a:lnTo>
                  <a:lnTo>
                    <a:pt x="683" y="8270"/>
                  </a:lnTo>
                  <a:lnTo>
                    <a:pt x="0" y="7994"/>
                  </a:lnTo>
                  <a:lnTo>
                    <a:pt x="71" y="6114"/>
                  </a:lnTo>
                  <a:lnTo>
                    <a:pt x="1964" y="3299"/>
                  </a:lnTo>
                  <a:lnTo>
                    <a:pt x="3146" y="2259"/>
                  </a:lnTo>
                  <a:lnTo>
                    <a:pt x="4189" y="226"/>
                  </a:lnTo>
                  <a:lnTo>
                    <a:pt x="4710" y="0"/>
                  </a:lnTo>
                  <a:lnTo>
                    <a:pt x="4971" y="1654"/>
                  </a:lnTo>
                  <a:close/>
                </a:path>
              </a:pathLst>
            </a:custGeom>
            <a:solidFill>
              <a:srgbClr val="E5F0E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0" name="pg1129"/>
            <p:cNvSpPr/>
            <p:nvPr/>
          </p:nvSpPr>
          <p:spPr>
            <a:xfrm>
              <a:off x="4806873" y="3453939"/>
              <a:ext cx="6559" cy="6678"/>
            </a:xfrm>
            <a:custGeom>
              <a:avLst/>
              <a:pathLst>
                <a:path w="6559" h="6678">
                  <a:moveTo>
                    <a:pt x="3448" y="601"/>
                  </a:moveTo>
                  <a:lnTo>
                    <a:pt x="4113" y="2732"/>
                  </a:lnTo>
                  <a:lnTo>
                    <a:pt x="4949" y="2178"/>
                  </a:lnTo>
                  <a:lnTo>
                    <a:pt x="6277" y="2774"/>
                  </a:lnTo>
                  <a:lnTo>
                    <a:pt x="6559" y="3885"/>
                  </a:lnTo>
                  <a:lnTo>
                    <a:pt x="6516" y="4614"/>
                  </a:lnTo>
                  <a:lnTo>
                    <a:pt x="5094" y="6678"/>
                  </a:lnTo>
                  <a:lnTo>
                    <a:pt x="4165" y="4529"/>
                  </a:lnTo>
                  <a:lnTo>
                    <a:pt x="2518" y="5997"/>
                  </a:lnTo>
                  <a:lnTo>
                    <a:pt x="1732" y="5113"/>
                  </a:lnTo>
                  <a:lnTo>
                    <a:pt x="661" y="5904"/>
                  </a:lnTo>
                  <a:lnTo>
                    <a:pt x="0" y="4236"/>
                  </a:lnTo>
                  <a:lnTo>
                    <a:pt x="266" y="2631"/>
                  </a:lnTo>
                  <a:lnTo>
                    <a:pt x="1966" y="0"/>
                  </a:lnTo>
                  <a:close/>
                </a:path>
              </a:pathLst>
            </a:custGeom>
            <a:solidFill>
              <a:srgbClr val="E5F0E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1" name="pg1130"/>
            <p:cNvSpPr/>
            <p:nvPr/>
          </p:nvSpPr>
          <p:spPr>
            <a:xfrm>
              <a:off x="4818235" y="3434888"/>
              <a:ext cx="6274" cy="9638"/>
            </a:xfrm>
            <a:custGeom>
              <a:avLst/>
              <a:pathLst>
                <a:path w="6274" h="9638">
                  <a:moveTo>
                    <a:pt x="3463" y="9231"/>
                  </a:moveTo>
                  <a:lnTo>
                    <a:pt x="2226" y="9638"/>
                  </a:lnTo>
                  <a:lnTo>
                    <a:pt x="1833" y="9600"/>
                  </a:lnTo>
                  <a:lnTo>
                    <a:pt x="867" y="6593"/>
                  </a:lnTo>
                  <a:lnTo>
                    <a:pt x="777" y="5259"/>
                  </a:lnTo>
                  <a:lnTo>
                    <a:pt x="0" y="3752"/>
                  </a:lnTo>
                  <a:lnTo>
                    <a:pt x="284" y="2265"/>
                  </a:lnTo>
                  <a:lnTo>
                    <a:pt x="1294" y="1905"/>
                  </a:lnTo>
                  <a:lnTo>
                    <a:pt x="3041" y="0"/>
                  </a:lnTo>
                  <a:lnTo>
                    <a:pt x="5842" y="3008"/>
                  </a:lnTo>
                  <a:lnTo>
                    <a:pt x="6274" y="4091"/>
                  </a:lnTo>
                  <a:lnTo>
                    <a:pt x="5399" y="4755"/>
                  </a:lnTo>
                  <a:lnTo>
                    <a:pt x="4780" y="7618"/>
                  </a:lnTo>
                  <a:close/>
                </a:path>
              </a:pathLst>
            </a:custGeom>
            <a:solidFill>
              <a:srgbClr val="E5F0E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2" name="pg1131"/>
            <p:cNvSpPr/>
            <p:nvPr/>
          </p:nvSpPr>
          <p:spPr>
            <a:xfrm>
              <a:off x="4865452" y="3421744"/>
              <a:ext cx="1237" cy="8267"/>
            </a:xfrm>
            <a:custGeom>
              <a:avLst/>
              <a:pathLst>
                <a:path w="1237" h="8267">
                  <a:moveTo>
                    <a:pt x="1237" y="6583"/>
                  </a:moveTo>
                  <a:lnTo>
                    <a:pt x="1047" y="8267"/>
                  </a:lnTo>
                  <a:lnTo>
                    <a:pt x="298" y="4301"/>
                  </a:lnTo>
                  <a:lnTo>
                    <a:pt x="0" y="3319"/>
                  </a:lnTo>
                  <a:lnTo>
                    <a:pt x="383" y="0"/>
                  </a:lnTo>
                  <a:lnTo>
                    <a:pt x="1223" y="1621"/>
                  </a:lnTo>
                  <a:close/>
                </a:path>
              </a:pathLst>
            </a:custGeom>
            <a:solidFill>
              <a:srgbClr val="E5F0E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3" name="pg1132"/>
            <p:cNvSpPr/>
            <p:nvPr/>
          </p:nvSpPr>
          <p:spPr>
            <a:xfrm>
              <a:off x="4830275" y="3414420"/>
              <a:ext cx="1845" cy="3510"/>
            </a:xfrm>
            <a:custGeom>
              <a:avLst/>
              <a:pathLst>
                <a:path w="1845" h="3510">
                  <a:moveTo>
                    <a:pt x="1712" y="717"/>
                  </a:moveTo>
                  <a:lnTo>
                    <a:pt x="1845" y="1408"/>
                  </a:lnTo>
                  <a:lnTo>
                    <a:pt x="1792" y="2138"/>
                  </a:lnTo>
                  <a:lnTo>
                    <a:pt x="523" y="3510"/>
                  </a:lnTo>
                  <a:lnTo>
                    <a:pt x="98" y="3469"/>
                  </a:lnTo>
                  <a:lnTo>
                    <a:pt x="0" y="1183"/>
                  </a:lnTo>
                  <a:lnTo>
                    <a:pt x="311" y="145"/>
                  </a:lnTo>
                  <a:lnTo>
                    <a:pt x="909" y="1066"/>
                  </a:lnTo>
                  <a:lnTo>
                    <a:pt x="1441" y="0"/>
                  </a:lnTo>
                  <a:close/>
                </a:path>
              </a:pathLst>
            </a:custGeom>
            <a:solidFill>
              <a:srgbClr val="E5F0E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4" name="pg1133"/>
            <p:cNvSpPr/>
            <p:nvPr/>
          </p:nvSpPr>
          <p:spPr>
            <a:xfrm>
              <a:off x="4759259" y="3395635"/>
              <a:ext cx="1344" cy="7730"/>
            </a:xfrm>
            <a:custGeom>
              <a:avLst/>
              <a:pathLst>
                <a:path w="1344" h="7730">
                  <a:moveTo>
                    <a:pt x="1344" y="5488"/>
                  </a:moveTo>
                  <a:lnTo>
                    <a:pt x="716" y="7730"/>
                  </a:lnTo>
                  <a:lnTo>
                    <a:pt x="0" y="5147"/>
                  </a:lnTo>
                  <a:lnTo>
                    <a:pt x="76" y="1551"/>
                  </a:lnTo>
                  <a:lnTo>
                    <a:pt x="292" y="549"/>
                  </a:lnTo>
                  <a:lnTo>
                    <a:pt x="1310" y="0"/>
                  </a:lnTo>
                  <a:close/>
                </a:path>
              </a:pathLst>
            </a:custGeom>
            <a:solidFill>
              <a:srgbClr val="E5F0E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5" name="pg1134"/>
            <p:cNvSpPr/>
            <p:nvPr/>
          </p:nvSpPr>
          <p:spPr>
            <a:xfrm>
              <a:off x="4762949" y="3388370"/>
              <a:ext cx="1011" cy="3663"/>
            </a:xfrm>
            <a:custGeom>
              <a:avLst/>
              <a:pathLst>
                <a:path w="1011" h="3663">
                  <a:moveTo>
                    <a:pt x="1011" y="2965"/>
                  </a:moveTo>
                  <a:lnTo>
                    <a:pt x="179" y="3663"/>
                  </a:lnTo>
                  <a:lnTo>
                    <a:pt x="0" y="1816"/>
                  </a:lnTo>
                  <a:lnTo>
                    <a:pt x="104" y="0"/>
                  </a:lnTo>
                  <a:lnTo>
                    <a:pt x="698" y="191"/>
                  </a:lnTo>
                  <a:lnTo>
                    <a:pt x="992" y="760"/>
                  </a:lnTo>
                  <a:close/>
                </a:path>
              </a:pathLst>
            </a:custGeom>
            <a:solidFill>
              <a:srgbClr val="E5F0E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6" name="pg1135"/>
            <p:cNvSpPr/>
            <p:nvPr/>
          </p:nvSpPr>
          <p:spPr>
            <a:xfrm>
              <a:off x="4852729" y="3360943"/>
              <a:ext cx="2042" cy="4729"/>
            </a:xfrm>
            <a:custGeom>
              <a:avLst/>
              <a:pathLst>
                <a:path w="2042" h="4729">
                  <a:moveTo>
                    <a:pt x="2042" y="2970"/>
                  </a:moveTo>
                  <a:lnTo>
                    <a:pt x="1692" y="4729"/>
                  </a:lnTo>
                  <a:lnTo>
                    <a:pt x="325" y="3275"/>
                  </a:lnTo>
                  <a:lnTo>
                    <a:pt x="0" y="2011"/>
                  </a:lnTo>
                  <a:lnTo>
                    <a:pt x="173" y="512"/>
                  </a:lnTo>
                  <a:lnTo>
                    <a:pt x="841" y="4"/>
                  </a:lnTo>
                  <a:lnTo>
                    <a:pt x="1191" y="0"/>
                  </a:lnTo>
                  <a:lnTo>
                    <a:pt x="1842" y="1568"/>
                  </a:lnTo>
                  <a:close/>
                </a:path>
              </a:pathLst>
            </a:custGeom>
            <a:solidFill>
              <a:srgbClr val="E5F0E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7" name="pg1136"/>
            <p:cNvSpPr/>
            <p:nvPr/>
          </p:nvSpPr>
          <p:spPr>
            <a:xfrm>
              <a:off x="4838768" y="3359891"/>
              <a:ext cx="2593" cy="5184"/>
            </a:xfrm>
            <a:custGeom>
              <a:avLst/>
              <a:pathLst>
                <a:path w="2593" h="5184">
                  <a:moveTo>
                    <a:pt x="2488" y="1224"/>
                  </a:moveTo>
                  <a:lnTo>
                    <a:pt x="2593" y="4290"/>
                  </a:lnTo>
                  <a:lnTo>
                    <a:pt x="1474" y="5184"/>
                  </a:lnTo>
                  <a:lnTo>
                    <a:pt x="576" y="4403"/>
                  </a:lnTo>
                  <a:lnTo>
                    <a:pt x="0" y="2561"/>
                  </a:lnTo>
                  <a:lnTo>
                    <a:pt x="1" y="1868"/>
                  </a:lnTo>
                  <a:lnTo>
                    <a:pt x="508" y="1926"/>
                  </a:lnTo>
                  <a:lnTo>
                    <a:pt x="1616" y="310"/>
                  </a:lnTo>
                  <a:lnTo>
                    <a:pt x="1967" y="0"/>
                  </a:lnTo>
                  <a:close/>
                </a:path>
              </a:pathLst>
            </a:custGeom>
            <a:solidFill>
              <a:srgbClr val="E5F0E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8" name="pg1137"/>
            <p:cNvSpPr/>
            <p:nvPr/>
          </p:nvSpPr>
          <p:spPr>
            <a:xfrm>
              <a:off x="4868366" y="3345698"/>
              <a:ext cx="864" cy="5647"/>
            </a:xfrm>
            <a:custGeom>
              <a:avLst/>
              <a:pathLst>
                <a:path w="864" h="5647">
                  <a:moveTo>
                    <a:pt x="590" y="4891"/>
                  </a:moveTo>
                  <a:lnTo>
                    <a:pt x="370" y="5647"/>
                  </a:lnTo>
                  <a:lnTo>
                    <a:pt x="0" y="4065"/>
                  </a:lnTo>
                  <a:lnTo>
                    <a:pt x="322" y="587"/>
                  </a:lnTo>
                  <a:lnTo>
                    <a:pt x="557" y="0"/>
                  </a:lnTo>
                  <a:lnTo>
                    <a:pt x="864" y="2201"/>
                  </a:lnTo>
                  <a:close/>
                </a:path>
              </a:pathLst>
            </a:custGeom>
            <a:solidFill>
              <a:srgbClr val="E5F0E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9" name="pg1138"/>
            <p:cNvSpPr/>
            <p:nvPr/>
          </p:nvSpPr>
          <p:spPr>
            <a:xfrm>
              <a:off x="4819399" y="3345697"/>
              <a:ext cx="57147" cy="122928"/>
            </a:xfrm>
            <a:custGeom>
              <a:avLst/>
              <a:pathLst>
                <a:path w="57147" h="122928">
                  <a:moveTo>
                    <a:pt x="49988" y="12947"/>
                  </a:moveTo>
                  <a:lnTo>
                    <a:pt x="50983" y="14726"/>
                  </a:lnTo>
                  <a:lnTo>
                    <a:pt x="52272" y="14255"/>
                  </a:lnTo>
                  <a:lnTo>
                    <a:pt x="52256" y="18740"/>
                  </a:lnTo>
                  <a:lnTo>
                    <a:pt x="52464" y="20050"/>
                  </a:lnTo>
                  <a:lnTo>
                    <a:pt x="53628" y="23848"/>
                  </a:lnTo>
                  <a:lnTo>
                    <a:pt x="53810" y="27019"/>
                  </a:lnTo>
                  <a:lnTo>
                    <a:pt x="53121" y="29997"/>
                  </a:lnTo>
                  <a:lnTo>
                    <a:pt x="52600" y="31405"/>
                  </a:lnTo>
                  <a:lnTo>
                    <a:pt x="51642" y="33444"/>
                  </a:lnTo>
                  <a:lnTo>
                    <a:pt x="51617" y="34379"/>
                  </a:lnTo>
                  <a:lnTo>
                    <a:pt x="52025" y="35431"/>
                  </a:lnTo>
                  <a:lnTo>
                    <a:pt x="53357" y="36044"/>
                  </a:lnTo>
                  <a:lnTo>
                    <a:pt x="54368" y="37682"/>
                  </a:lnTo>
                  <a:lnTo>
                    <a:pt x="54544" y="42325"/>
                  </a:lnTo>
                  <a:lnTo>
                    <a:pt x="55506" y="45987"/>
                  </a:lnTo>
                  <a:lnTo>
                    <a:pt x="55481" y="47584"/>
                  </a:lnTo>
                  <a:lnTo>
                    <a:pt x="55099" y="54124"/>
                  </a:lnTo>
                  <a:lnTo>
                    <a:pt x="55222" y="56920"/>
                  </a:lnTo>
                  <a:lnTo>
                    <a:pt x="55942" y="59161"/>
                  </a:lnTo>
                  <a:lnTo>
                    <a:pt x="56551" y="60112"/>
                  </a:lnTo>
                  <a:lnTo>
                    <a:pt x="56864" y="61517"/>
                  </a:lnTo>
                  <a:lnTo>
                    <a:pt x="57147" y="65372"/>
                  </a:lnTo>
                  <a:lnTo>
                    <a:pt x="57097" y="71921"/>
                  </a:lnTo>
                  <a:lnTo>
                    <a:pt x="57003" y="74208"/>
                  </a:lnTo>
                  <a:lnTo>
                    <a:pt x="56578" y="76334"/>
                  </a:lnTo>
                  <a:lnTo>
                    <a:pt x="55267" y="81164"/>
                  </a:lnTo>
                  <a:lnTo>
                    <a:pt x="53500" y="85006"/>
                  </a:lnTo>
                  <a:lnTo>
                    <a:pt x="52559" y="84750"/>
                  </a:lnTo>
                  <a:lnTo>
                    <a:pt x="52257" y="85887"/>
                  </a:lnTo>
                  <a:lnTo>
                    <a:pt x="52844" y="89393"/>
                  </a:lnTo>
                  <a:lnTo>
                    <a:pt x="52611" y="96794"/>
                  </a:lnTo>
                  <a:lnTo>
                    <a:pt x="52224" y="101928"/>
                  </a:lnTo>
                  <a:lnTo>
                    <a:pt x="51652" y="99331"/>
                  </a:lnTo>
                  <a:lnTo>
                    <a:pt x="51254" y="96610"/>
                  </a:lnTo>
                  <a:lnTo>
                    <a:pt x="50892" y="89408"/>
                  </a:lnTo>
                  <a:lnTo>
                    <a:pt x="50441" y="86164"/>
                  </a:lnTo>
                  <a:lnTo>
                    <a:pt x="49732" y="83197"/>
                  </a:lnTo>
                  <a:lnTo>
                    <a:pt x="49448" y="80548"/>
                  </a:lnTo>
                  <a:lnTo>
                    <a:pt x="48711" y="78072"/>
                  </a:lnTo>
                  <a:lnTo>
                    <a:pt x="47776" y="71680"/>
                  </a:lnTo>
                  <a:lnTo>
                    <a:pt x="47157" y="72009"/>
                  </a:lnTo>
                  <a:lnTo>
                    <a:pt x="46129" y="73757"/>
                  </a:lnTo>
                  <a:lnTo>
                    <a:pt x="45897" y="74960"/>
                  </a:lnTo>
                  <a:lnTo>
                    <a:pt x="45775" y="76784"/>
                  </a:lnTo>
                  <a:lnTo>
                    <a:pt x="45537" y="78424"/>
                  </a:lnTo>
                  <a:lnTo>
                    <a:pt x="44336" y="81039"/>
                  </a:lnTo>
                  <a:lnTo>
                    <a:pt x="43393" y="84155"/>
                  </a:lnTo>
                  <a:lnTo>
                    <a:pt x="42615" y="87565"/>
                  </a:lnTo>
                  <a:lnTo>
                    <a:pt x="42368" y="90691"/>
                  </a:lnTo>
                  <a:lnTo>
                    <a:pt x="43005" y="93138"/>
                  </a:lnTo>
                  <a:lnTo>
                    <a:pt x="43659" y="94125"/>
                  </a:lnTo>
                  <a:lnTo>
                    <a:pt x="44609" y="96315"/>
                  </a:lnTo>
                  <a:lnTo>
                    <a:pt x="44901" y="97315"/>
                  </a:lnTo>
                  <a:lnTo>
                    <a:pt x="45903" y="104430"/>
                  </a:lnTo>
                  <a:lnTo>
                    <a:pt x="45869" y="111709"/>
                  </a:lnTo>
                  <a:lnTo>
                    <a:pt x="45136" y="114915"/>
                  </a:lnTo>
                  <a:lnTo>
                    <a:pt x="43284" y="120999"/>
                  </a:lnTo>
                  <a:lnTo>
                    <a:pt x="41951" y="122928"/>
                  </a:lnTo>
                  <a:lnTo>
                    <a:pt x="41237" y="121944"/>
                  </a:lnTo>
                  <a:lnTo>
                    <a:pt x="40666" y="118261"/>
                  </a:lnTo>
                  <a:lnTo>
                    <a:pt x="40571" y="116743"/>
                  </a:lnTo>
                  <a:lnTo>
                    <a:pt x="40958" y="113277"/>
                  </a:lnTo>
                  <a:lnTo>
                    <a:pt x="41000" y="110099"/>
                  </a:lnTo>
                  <a:lnTo>
                    <a:pt x="40550" y="109024"/>
                  </a:lnTo>
                  <a:lnTo>
                    <a:pt x="40057" y="109231"/>
                  </a:lnTo>
                  <a:lnTo>
                    <a:pt x="39849" y="109690"/>
                  </a:lnTo>
                  <a:lnTo>
                    <a:pt x="38657" y="113848"/>
                  </a:lnTo>
                  <a:lnTo>
                    <a:pt x="38159" y="114900"/>
                  </a:lnTo>
                  <a:lnTo>
                    <a:pt x="37426" y="115046"/>
                  </a:lnTo>
                  <a:lnTo>
                    <a:pt x="36843" y="114762"/>
                  </a:lnTo>
                  <a:lnTo>
                    <a:pt x="33296" y="111132"/>
                  </a:lnTo>
                  <a:lnTo>
                    <a:pt x="30402" y="107540"/>
                  </a:lnTo>
                  <a:lnTo>
                    <a:pt x="28135" y="104186"/>
                  </a:lnTo>
                  <a:lnTo>
                    <a:pt x="26494" y="99127"/>
                  </a:lnTo>
                  <a:lnTo>
                    <a:pt x="26147" y="95341"/>
                  </a:lnTo>
                  <a:lnTo>
                    <a:pt x="26128" y="91382"/>
                  </a:lnTo>
                  <a:lnTo>
                    <a:pt x="25394" y="85578"/>
                  </a:lnTo>
                  <a:lnTo>
                    <a:pt x="25308" y="83607"/>
                  </a:lnTo>
                  <a:lnTo>
                    <a:pt x="25362" y="81715"/>
                  </a:lnTo>
                  <a:lnTo>
                    <a:pt x="26091" y="78157"/>
                  </a:lnTo>
                  <a:lnTo>
                    <a:pt x="26974" y="76355"/>
                  </a:lnTo>
                  <a:lnTo>
                    <a:pt x="27470" y="75064"/>
                  </a:lnTo>
                  <a:lnTo>
                    <a:pt x="27866" y="73630"/>
                  </a:lnTo>
                  <a:lnTo>
                    <a:pt x="28136" y="71715"/>
                  </a:lnTo>
                  <a:lnTo>
                    <a:pt x="28060" y="69815"/>
                  </a:lnTo>
                  <a:lnTo>
                    <a:pt x="27765" y="68625"/>
                  </a:lnTo>
                  <a:lnTo>
                    <a:pt x="26370" y="64453"/>
                  </a:lnTo>
                  <a:lnTo>
                    <a:pt x="25157" y="61889"/>
                  </a:lnTo>
                  <a:lnTo>
                    <a:pt x="22674" y="59585"/>
                  </a:lnTo>
                  <a:lnTo>
                    <a:pt x="22097" y="58321"/>
                  </a:lnTo>
                  <a:lnTo>
                    <a:pt x="21469" y="57365"/>
                  </a:lnTo>
                  <a:lnTo>
                    <a:pt x="20775" y="56955"/>
                  </a:lnTo>
                  <a:lnTo>
                    <a:pt x="20096" y="56941"/>
                  </a:lnTo>
                  <a:lnTo>
                    <a:pt x="19363" y="57656"/>
                  </a:lnTo>
                  <a:lnTo>
                    <a:pt x="19173" y="59180"/>
                  </a:lnTo>
                  <a:lnTo>
                    <a:pt x="19224" y="60542"/>
                  </a:lnTo>
                  <a:lnTo>
                    <a:pt x="19160" y="61868"/>
                  </a:lnTo>
                  <a:lnTo>
                    <a:pt x="18118" y="69487"/>
                  </a:lnTo>
                  <a:lnTo>
                    <a:pt x="16791" y="67815"/>
                  </a:lnTo>
                  <a:lnTo>
                    <a:pt x="15526" y="65885"/>
                  </a:lnTo>
                  <a:lnTo>
                    <a:pt x="15191" y="64533"/>
                  </a:lnTo>
                  <a:lnTo>
                    <a:pt x="15046" y="62915"/>
                  </a:lnTo>
                  <a:lnTo>
                    <a:pt x="14831" y="61823"/>
                  </a:lnTo>
                  <a:lnTo>
                    <a:pt x="14532" y="60832"/>
                  </a:lnTo>
                  <a:lnTo>
                    <a:pt x="13951" y="63376"/>
                  </a:lnTo>
                  <a:lnTo>
                    <a:pt x="13227" y="65387"/>
                  </a:lnTo>
                  <a:lnTo>
                    <a:pt x="12341" y="65853"/>
                  </a:lnTo>
                  <a:lnTo>
                    <a:pt x="11440" y="65889"/>
                  </a:lnTo>
                  <a:lnTo>
                    <a:pt x="11145" y="65026"/>
                  </a:lnTo>
                  <a:lnTo>
                    <a:pt x="10817" y="60181"/>
                  </a:lnTo>
                  <a:lnTo>
                    <a:pt x="9868" y="58655"/>
                  </a:lnTo>
                  <a:lnTo>
                    <a:pt x="8677" y="58979"/>
                  </a:lnTo>
                  <a:lnTo>
                    <a:pt x="7236" y="61650"/>
                  </a:lnTo>
                  <a:lnTo>
                    <a:pt x="6949" y="62648"/>
                  </a:lnTo>
                  <a:lnTo>
                    <a:pt x="6634" y="64948"/>
                  </a:lnTo>
                  <a:lnTo>
                    <a:pt x="5064" y="71476"/>
                  </a:lnTo>
                  <a:lnTo>
                    <a:pt x="4232" y="76505"/>
                  </a:lnTo>
                  <a:lnTo>
                    <a:pt x="3314" y="81405"/>
                  </a:lnTo>
                  <a:lnTo>
                    <a:pt x="2903" y="83017"/>
                  </a:lnTo>
                  <a:lnTo>
                    <a:pt x="2363" y="84079"/>
                  </a:lnTo>
                  <a:lnTo>
                    <a:pt x="1504" y="83639"/>
                  </a:lnTo>
                  <a:lnTo>
                    <a:pt x="731" y="82468"/>
                  </a:lnTo>
                  <a:lnTo>
                    <a:pt x="0" y="79307"/>
                  </a:lnTo>
                  <a:lnTo>
                    <a:pt x="248" y="75634"/>
                  </a:lnTo>
                  <a:lnTo>
                    <a:pt x="1059" y="73292"/>
                  </a:lnTo>
                  <a:lnTo>
                    <a:pt x="1742" y="70786"/>
                  </a:lnTo>
                  <a:lnTo>
                    <a:pt x="2567" y="62029"/>
                  </a:lnTo>
                  <a:lnTo>
                    <a:pt x="2628" y="58913"/>
                  </a:lnTo>
                  <a:lnTo>
                    <a:pt x="2774" y="57580"/>
                  </a:lnTo>
                  <a:lnTo>
                    <a:pt x="4133" y="53602"/>
                  </a:lnTo>
                  <a:lnTo>
                    <a:pt x="5275" y="51140"/>
                  </a:lnTo>
                  <a:lnTo>
                    <a:pt x="5880" y="50624"/>
                  </a:lnTo>
                  <a:lnTo>
                    <a:pt x="8351" y="49223"/>
                  </a:lnTo>
                  <a:lnTo>
                    <a:pt x="9368" y="48047"/>
                  </a:lnTo>
                  <a:lnTo>
                    <a:pt x="10970" y="48030"/>
                  </a:lnTo>
                  <a:lnTo>
                    <a:pt x="12271" y="47357"/>
                  </a:lnTo>
                  <a:lnTo>
                    <a:pt x="13309" y="45464"/>
                  </a:lnTo>
                  <a:lnTo>
                    <a:pt x="13387" y="43502"/>
                  </a:lnTo>
                  <a:lnTo>
                    <a:pt x="13340" y="41459"/>
                  </a:lnTo>
                  <a:lnTo>
                    <a:pt x="13568" y="40210"/>
                  </a:lnTo>
                  <a:lnTo>
                    <a:pt x="13971" y="39158"/>
                  </a:lnTo>
                  <a:lnTo>
                    <a:pt x="14523" y="37773"/>
                  </a:lnTo>
                  <a:lnTo>
                    <a:pt x="15148" y="36732"/>
                  </a:lnTo>
                  <a:lnTo>
                    <a:pt x="16923" y="35981"/>
                  </a:lnTo>
                  <a:lnTo>
                    <a:pt x="17513" y="35125"/>
                  </a:lnTo>
                  <a:lnTo>
                    <a:pt x="17988" y="33789"/>
                  </a:lnTo>
                  <a:lnTo>
                    <a:pt x="18650" y="31198"/>
                  </a:lnTo>
                  <a:lnTo>
                    <a:pt x="19435" y="31841"/>
                  </a:lnTo>
                  <a:lnTo>
                    <a:pt x="20224" y="32848"/>
                  </a:lnTo>
                  <a:lnTo>
                    <a:pt x="21643" y="33642"/>
                  </a:lnTo>
                  <a:lnTo>
                    <a:pt x="22902" y="35796"/>
                  </a:lnTo>
                  <a:lnTo>
                    <a:pt x="23704" y="39194"/>
                  </a:lnTo>
                  <a:lnTo>
                    <a:pt x="23842" y="40868"/>
                  </a:lnTo>
                  <a:lnTo>
                    <a:pt x="24048" y="46401"/>
                  </a:lnTo>
                  <a:lnTo>
                    <a:pt x="23755" y="47692"/>
                  </a:lnTo>
                  <a:lnTo>
                    <a:pt x="22533" y="50259"/>
                  </a:lnTo>
                  <a:lnTo>
                    <a:pt x="23097" y="50529"/>
                  </a:lnTo>
                  <a:lnTo>
                    <a:pt x="24702" y="48185"/>
                  </a:lnTo>
                  <a:lnTo>
                    <a:pt x="25503" y="47282"/>
                  </a:lnTo>
                  <a:lnTo>
                    <a:pt x="27484" y="46027"/>
                  </a:lnTo>
                  <a:lnTo>
                    <a:pt x="27950" y="45197"/>
                  </a:lnTo>
                  <a:lnTo>
                    <a:pt x="28293" y="43961"/>
                  </a:lnTo>
                  <a:lnTo>
                    <a:pt x="28993" y="40575"/>
                  </a:lnTo>
                  <a:lnTo>
                    <a:pt x="29505" y="36956"/>
                  </a:lnTo>
                  <a:lnTo>
                    <a:pt x="29903" y="35450"/>
                  </a:lnTo>
                  <a:lnTo>
                    <a:pt x="30476" y="34255"/>
                  </a:lnTo>
                  <a:lnTo>
                    <a:pt x="31041" y="34063"/>
                  </a:lnTo>
                  <a:lnTo>
                    <a:pt x="33119" y="36536"/>
                  </a:lnTo>
                  <a:lnTo>
                    <a:pt x="34452" y="35344"/>
                  </a:lnTo>
                  <a:lnTo>
                    <a:pt x="34825" y="31597"/>
                  </a:lnTo>
                  <a:lnTo>
                    <a:pt x="35131" y="26151"/>
                  </a:lnTo>
                  <a:lnTo>
                    <a:pt x="35366" y="24676"/>
                  </a:lnTo>
                  <a:lnTo>
                    <a:pt x="36131" y="23251"/>
                  </a:lnTo>
                  <a:lnTo>
                    <a:pt x="37044" y="23711"/>
                  </a:lnTo>
                  <a:lnTo>
                    <a:pt x="38294" y="25666"/>
                  </a:lnTo>
                  <a:lnTo>
                    <a:pt x="39447" y="26309"/>
                  </a:lnTo>
                  <a:lnTo>
                    <a:pt x="39876" y="24734"/>
                  </a:lnTo>
                  <a:lnTo>
                    <a:pt x="40284" y="21629"/>
                  </a:lnTo>
                  <a:lnTo>
                    <a:pt x="40749" y="21646"/>
                  </a:lnTo>
                  <a:lnTo>
                    <a:pt x="42306" y="22673"/>
                  </a:lnTo>
                  <a:lnTo>
                    <a:pt x="43807" y="21995"/>
                  </a:lnTo>
                  <a:lnTo>
                    <a:pt x="44229" y="18267"/>
                  </a:lnTo>
                  <a:lnTo>
                    <a:pt x="43946" y="14279"/>
                  </a:lnTo>
                  <a:lnTo>
                    <a:pt x="42774" y="2657"/>
                  </a:lnTo>
                  <a:lnTo>
                    <a:pt x="43472" y="69"/>
                  </a:lnTo>
                  <a:lnTo>
                    <a:pt x="44077" y="0"/>
                  </a:lnTo>
                  <a:lnTo>
                    <a:pt x="45559" y="3091"/>
                  </a:lnTo>
                  <a:lnTo>
                    <a:pt x="48413" y="7268"/>
                  </a:lnTo>
                  <a:lnTo>
                    <a:pt x="49364" y="9824"/>
                  </a:lnTo>
                  <a:close/>
                </a:path>
              </a:pathLst>
            </a:custGeom>
            <a:solidFill>
              <a:srgbClr val="E5F0E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0" name="pg1139"/>
            <p:cNvSpPr/>
            <p:nvPr/>
          </p:nvSpPr>
          <p:spPr>
            <a:xfrm>
              <a:off x="4869208" y="3336829"/>
              <a:ext cx="2210" cy="8818"/>
            </a:xfrm>
            <a:custGeom>
              <a:avLst/>
              <a:pathLst>
                <a:path w="2210" h="8818">
                  <a:moveTo>
                    <a:pt x="830" y="8658"/>
                  </a:moveTo>
                  <a:lnTo>
                    <a:pt x="677" y="8818"/>
                  </a:lnTo>
                  <a:lnTo>
                    <a:pt x="0" y="6521"/>
                  </a:lnTo>
                  <a:lnTo>
                    <a:pt x="90" y="3905"/>
                  </a:lnTo>
                  <a:lnTo>
                    <a:pt x="1006" y="0"/>
                  </a:lnTo>
                  <a:lnTo>
                    <a:pt x="1685" y="3418"/>
                  </a:lnTo>
                  <a:lnTo>
                    <a:pt x="1678" y="4967"/>
                  </a:lnTo>
                  <a:lnTo>
                    <a:pt x="1579" y="5733"/>
                  </a:lnTo>
                  <a:lnTo>
                    <a:pt x="2210" y="7661"/>
                  </a:lnTo>
                  <a:lnTo>
                    <a:pt x="1775" y="8612"/>
                  </a:lnTo>
                  <a:close/>
                </a:path>
              </a:pathLst>
            </a:custGeom>
            <a:solidFill>
              <a:srgbClr val="E5F0E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1" name="pg1140"/>
            <p:cNvSpPr/>
            <p:nvPr/>
          </p:nvSpPr>
          <p:spPr>
            <a:xfrm>
              <a:off x="4858749" y="3333999"/>
              <a:ext cx="1885" cy="6569"/>
            </a:xfrm>
            <a:custGeom>
              <a:avLst/>
              <a:pathLst>
                <a:path w="1885" h="6569">
                  <a:moveTo>
                    <a:pt x="1800" y="5107"/>
                  </a:moveTo>
                  <a:lnTo>
                    <a:pt x="1885" y="6569"/>
                  </a:lnTo>
                  <a:lnTo>
                    <a:pt x="316" y="2721"/>
                  </a:lnTo>
                  <a:lnTo>
                    <a:pt x="0" y="0"/>
                  </a:lnTo>
                  <a:lnTo>
                    <a:pt x="522" y="116"/>
                  </a:lnTo>
                  <a:lnTo>
                    <a:pt x="1193" y="1162"/>
                  </a:lnTo>
                  <a:close/>
                </a:path>
              </a:pathLst>
            </a:custGeom>
            <a:solidFill>
              <a:srgbClr val="E5F0E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2" name="pg1141"/>
            <p:cNvSpPr/>
            <p:nvPr/>
          </p:nvSpPr>
          <p:spPr>
            <a:xfrm>
              <a:off x="4842713" y="3333854"/>
              <a:ext cx="9465" cy="16565"/>
            </a:xfrm>
            <a:custGeom>
              <a:avLst/>
              <a:pathLst>
                <a:path w="9465" h="16565">
                  <a:moveTo>
                    <a:pt x="9465" y="11013"/>
                  </a:moveTo>
                  <a:lnTo>
                    <a:pt x="9348" y="12098"/>
                  </a:lnTo>
                  <a:lnTo>
                    <a:pt x="8390" y="12008"/>
                  </a:lnTo>
                  <a:lnTo>
                    <a:pt x="8047" y="12174"/>
                  </a:lnTo>
                  <a:lnTo>
                    <a:pt x="7144" y="14946"/>
                  </a:lnTo>
                  <a:lnTo>
                    <a:pt x="6613" y="15651"/>
                  </a:lnTo>
                  <a:lnTo>
                    <a:pt x="3720" y="16565"/>
                  </a:lnTo>
                  <a:lnTo>
                    <a:pt x="1443" y="15836"/>
                  </a:lnTo>
                  <a:lnTo>
                    <a:pt x="664" y="14307"/>
                  </a:lnTo>
                  <a:lnTo>
                    <a:pt x="155" y="11783"/>
                  </a:lnTo>
                  <a:lnTo>
                    <a:pt x="0" y="10121"/>
                  </a:lnTo>
                  <a:lnTo>
                    <a:pt x="568" y="8306"/>
                  </a:lnTo>
                  <a:lnTo>
                    <a:pt x="1117" y="7100"/>
                  </a:lnTo>
                  <a:lnTo>
                    <a:pt x="2956" y="4719"/>
                  </a:lnTo>
                  <a:lnTo>
                    <a:pt x="3371" y="2913"/>
                  </a:lnTo>
                  <a:lnTo>
                    <a:pt x="4334" y="730"/>
                  </a:lnTo>
                  <a:lnTo>
                    <a:pt x="6319" y="0"/>
                  </a:lnTo>
                  <a:lnTo>
                    <a:pt x="6512" y="548"/>
                  </a:lnTo>
                  <a:lnTo>
                    <a:pt x="6776" y="895"/>
                  </a:lnTo>
                  <a:lnTo>
                    <a:pt x="7174" y="989"/>
                  </a:lnTo>
                  <a:lnTo>
                    <a:pt x="8154" y="2790"/>
                  </a:lnTo>
                  <a:lnTo>
                    <a:pt x="9261" y="3936"/>
                  </a:lnTo>
                  <a:lnTo>
                    <a:pt x="8992" y="8294"/>
                  </a:lnTo>
                  <a:lnTo>
                    <a:pt x="9323" y="9760"/>
                  </a:lnTo>
                  <a:close/>
                </a:path>
              </a:pathLst>
            </a:custGeom>
            <a:solidFill>
              <a:srgbClr val="E5F0E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3" name="pg1142"/>
            <p:cNvSpPr/>
            <p:nvPr/>
          </p:nvSpPr>
          <p:spPr>
            <a:xfrm>
              <a:off x="4863159" y="3325574"/>
              <a:ext cx="2541" cy="16360"/>
            </a:xfrm>
            <a:custGeom>
              <a:avLst/>
              <a:pathLst>
                <a:path w="2541" h="16360">
                  <a:moveTo>
                    <a:pt x="2381" y="15533"/>
                  </a:moveTo>
                  <a:lnTo>
                    <a:pt x="2166" y="16360"/>
                  </a:lnTo>
                  <a:lnTo>
                    <a:pt x="1874" y="14657"/>
                  </a:lnTo>
                  <a:lnTo>
                    <a:pt x="1166" y="13059"/>
                  </a:lnTo>
                  <a:lnTo>
                    <a:pt x="483" y="10343"/>
                  </a:lnTo>
                  <a:lnTo>
                    <a:pt x="0" y="9498"/>
                  </a:lnTo>
                  <a:lnTo>
                    <a:pt x="331" y="7346"/>
                  </a:lnTo>
                  <a:lnTo>
                    <a:pt x="363" y="3853"/>
                  </a:lnTo>
                  <a:lnTo>
                    <a:pt x="1040" y="2259"/>
                  </a:lnTo>
                  <a:lnTo>
                    <a:pt x="1353" y="1789"/>
                  </a:lnTo>
                  <a:lnTo>
                    <a:pt x="1866" y="98"/>
                  </a:lnTo>
                  <a:lnTo>
                    <a:pt x="2095" y="0"/>
                  </a:lnTo>
                  <a:lnTo>
                    <a:pt x="2312" y="1421"/>
                  </a:lnTo>
                  <a:lnTo>
                    <a:pt x="1850" y="5753"/>
                  </a:lnTo>
                  <a:lnTo>
                    <a:pt x="2541" y="10884"/>
                  </a:lnTo>
                  <a:lnTo>
                    <a:pt x="2310" y="14093"/>
                  </a:lnTo>
                  <a:lnTo>
                    <a:pt x="2408" y="14807"/>
                  </a:lnTo>
                  <a:close/>
                </a:path>
              </a:pathLst>
            </a:custGeom>
            <a:solidFill>
              <a:srgbClr val="E5F0E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4" name="pg1143"/>
            <p:cNvSpPr/>
            <p:nvPr/>
          </p:nvSpPr>
          <p:spPr>
            <a:xfrm>
              <a:off x="4793321" y="3319664"/>
              <a:ext cx="2973" cy="5462"/>
            </a:xfrm>
            <a:custGeom>
              <a:avLst/>
              <a:pathLst>
                <a:path w="2973" h="5462">
                  <a:moveTo>
                    <a:pt x="1849" y="4554"/>
                  </a:moveTo>
                  <a:lnTo>
                    <a:pt x="349" y="5462"/>
                  </a:lnTo>
                  <a:lnTo>
                    <a:pt x="0" y="2615"/>
                  </a:lnTo>
                  <a:lnTo>
                    <a:pt x="1067" y="0"/>
                  </a:lnTo>
                  <a:lnTo>
                    <a:pt x="2263" y="1044"/>
                  </a:lnTo>
                  <a:lnTo>
                    <a:pt x="2973" y="2069"/>
                  </a:lnTo>
                  <a:lnTo>
                    <a:pt x="2640" y="2996"/>
                  </a:lnTo>
                  <a:close/>
                </a:path>
              </a:pathLst>
            </a:custGeom>
            <a:solidFill>
              <a:srgbClr val="E5F0E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5" name="pg1144"/>
            <p:cNvSpPr/>
            <p:nvPr/>
          </p:nvSpPr>
          <p:spPr>
            <a:xfrm>
              <a:off x="4848457" y="3317698"/>
              <a:ext cx="1143" cy="3109"/>
            </a:xfrm>
            <a:custGeom>
              <a:avLst/>
              <a:pathLst>
                <a:path w="1143" h="3109">
                  <a:moveTo>
                    <a:pt x="337" y="2975"/>
                  </a:moveTo>
                  <a:lnTo>
                    <a:pt x="0" y="3109"/>
                  </a:lnTo>
                  <a:lnTo>
                    <a:pt x="563" y="0"/>
                  </a:lnTo>
                  <a:lnTo>
                    <a:pt x="1006" y="453"/>
                  </a:lnTo>
                  <a:lnTo>
                    <a:pt x="1143" y="793"/>
                  </a:lnTo>
                  <a:lnTo>
                    <a:pt x="1131" y="2190"/>
                  </a:lnTo>
                  <a:close/>
                </a:path>
              </a:pathLst>
            </a:custGeom>
            <a:solidFill>
              <a:srgbClr val="E5F0E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6" name="pg1145"/>
            <p:cNvSpPr/>
            <p:nvPr/>
          </p:nvSpPr>
          <p:spPr>
            <a:xfrm>
              <a:off x="4826864" y="3316695"/>
              <a:ext cx="2687" cy="9327"/>
            </a:xfrm>
            <a:custGeom>
              <a:avLst/>
              <a:pathLst>
                <a:path w="2687" h="9327">
                  <a:moveTo>
                    <a:pt x="1618" y="7916"/>
                  </a:moveTo>
                  <a:lnTo>
                    <a:pt x="1281" y="8320"/>
                  </a:lnTo>
                  <a:lnTo>
                    <a:pt x="980" y="8261"/>
                  </a:lnTo>
                  <a:lnTo>
                    <a:pt x="264" y="9327"/>
                  </a:lnTo>
                  <a:lnTo>
                    <a:pt x="0" y="7331"/>
                  </a:lnTo>
                  <a:lnTo>
                    <a:pt x="253" y="3931"/>
                  </a:lnTo>
                  <a:lnTo>
                    <a:pt x="1329" y="1347"/>
                  </a:lnTo>
                  <a:lnTo>
                    <a:pt x="1605" y="535"/>
                  </a:lnTo>
                  <a:lnTo>
                    <a:pt x="1899" y="53"/>
                  </a:lnTo>
                  <a:lnTo>
                    <a:pt x="2249" y="0"/>
                  </a:lnTo>
                  <a:lnTo>
                    <a:pt x="2589" y="1011"/>
                  </a:lnTo>
                  <a:lnTo>
                    <a:pt x="2687" y="2542"/>
                  </a:lnTo>
                  <a:lnTo>
                    <a:pt x="2005" y="7162"/>
                  </a:lnTo>
                  <a:close/>
                </a:path>
              </a:pathLst>
            </a:custGeom>
            <a:solidFill>
              <a:srgbClr val="E5F0E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7" name="pg1146"/>
            <p:cNvSpPr/>
            <p:nvPr/>
          </p:nvSpPr>
          <p:spPr>
            <a:xfrm>
              <a:off x="4825436" y="3309209"/>
              <a:ext cx="14235" cy="57342"/>
            </a:xfrm>
            <a:custGeom>
              <a:avLst/>
              <a:pathLst>
                <a:path w="14235" h="57342">
                  <a:moveTo>
                    <a:pt x="8912" y="57024"/>
                  </a:moveTo>
                  <a:lnTo>
                    <a:pt x="8106" y="57342"/>
                  </a:lnTo>
                  <a:lnTo>
                    <a:pt x="7253" y="57180"/>
                  </a:lnTo>
                  <a:lnTo>
                    <a:pt x="6682" y="55729"/>
                  </a:lnTo>
                  <a:lnTo>
                    <a:pt x="5692" y="49468"/>
                  </a:lnTo>
                  <a:lnTo>
                    <a:pt x="4545" y="47946"/>
                  </a:lnTo>
                  <a:lnTo>
                    <a:pt x="3230" y="46793"/>
                  </a:lnTo>
                  <a:lnTo>
                    <a:pt x="2569" y="45822"/>
                  </a:lnTo>
                  <a:lnTo>
                    <a:pt x="1986" y="44652"/>
                  </a:lnTo>
                  <a:lnTo>
                    <a:pt x="139" y="38415"/>
                  </a:lnTo>
                  <a:lnTo>
                    <a:pt x="0" y="34598"/>
                  </a:lnTo>
                  <a:lnTo>
                    <a:pt x="317" y="32440"/>
                  </a:lnTo>
                  <a:lnTo>
                    <a:pt x="876" y="30507"/>
                  </a:lnTo>
                  <a:lnTo>
                    <a:pt x="1507" y="29984"/>
                  </a:lnTo>
                  <a:lnTo>
                    <a:pt x="3031" y="29915"/>
                  </a:lnTo>
                  <a:lnTo>
                    <a:pt x="3820" y="29661"/>
                  </a:lnTo>
                  <a:lnTo>
                    <a:pt x="5557" y="26801"/>
                  </a:lnTo>
                  <a:lnTo>
                    <a:pt x="5682" y="25676"/>
                  </a:lnTo>
                  <a:lnTo>
                    <a:pt x="5691" y="20977"/>
                  </a:lnTo>
                  <a:lnTo>
                    <a:pt x="5518" y="17690"/>
                  </a:lnTo>
                  <a:lnTo>
                    <a:pt x="5087" y="14483"/>
                  </a:lnTo>
                  <a:lnTo>
                    <a:pt x="5557" y="13017"/>
                  </a:lnTo>
                  <a:lnTo>
                    <a:pt x="6170" y="11565"/>
                  </a:lnTo>
                  <a:lnTo>
                    <a:pt x="6811" y="8734"/>
                  </a:lnTo>
                  <a:lnTo>
                    <a:pt x="6937" y="6743"/>
                  </a:lnTo>
                  <a:lnTo>
                    <a:pt x="6949" y="4661"/>
                  </a:lnTo>
                  <a:lnTo>
                    <a:pt x="7114" y="3171"/>
                  </a:lnTo>
                  <a:lnTo>
                    <a:pt x="7615" y="2426"/>
                  </a:lnTo>
                  <a:lnTo>
                    <a:pt x="10021" y="155"/>
                  </a:lnTo>
                  <a:lnTo>
                    <a:pt x="10445" y="0"/>
                  </a:lnTo>
                  <a:lnTo>
                    <a:pt x="13541" y="2094"/>
                  </a:lnTo>
                  <a:lnTo>
                    <a:pt x="14173" y="5256"/>
                  </a:lnTo>
                  <a:lnTo>
                    <a:pt x="14235" y="6299"/>
                  </a:lnTo>
                  <a:lnTo>
                    <a:pt x="13749" y="9808"/>
                  </a:lnTo>
                  <a:lnTo>
                    <a:pt x="13324" y="12162"/>
                  </a:lnTo>
                  <a:lnTo>
                    <a:pt x="12277" y="15807"/>
                  </a:lnTo>
                  <a:lnTo>
                    <a:pt x="11505" y="19755"/>
                  </a:lnTo>
                  <a:lnTo>
                    <a:pt x="10926" y="25690"/>
                  </a:lnTo>
                  <a:lnTo>
                    <a:pt x="10562" y="27625"/>
                  </a:lnTo>
                  <a:lnTo>
                    <a:pt x="9592" y="31341"/>
                  </a:lnTo>
                  <a:lnTo>
                    <a:pt x="9292" y="33381"/>
                  </a:lnTo>
                  <a:lnTo>
                    <a:pt x="9300" y="37802"/>
                  </a:lnTo>
                  <a:lnTo>
                    <a:pt x="9139" y="39436"/>
                  </a:lnTo>
                  <a:lnTo>
                    <a:pt x="9143" y="41007"/>
                  </a:lnTo>
                  <a:lnTo>
                    <a:pt x="11076" y="48370"/>
                  </a:lnTo>
                  <a:lnTo>
                    <a:pt x="11240" y="49537"/>
                  </a:lnTo>
                  <a:lnTo>
                    <a:pt x="11224" y="50853"/>
                  </a:lnTo>
                  <a:lnTo>
                    <a:pt x="10893" y="52498"/>
                  </a:lnTo>
                  <a:lnTo>
                    <a:pt x="10105" y="55332"/>
                  </a:lnTo>
                  <a:lnTo>
                    <a:pt x="9663" y="56322"/>
                  </a:lnTo>
                  <a:close/>
                </a:path>
              </a:pathLst>
            </a:custGeom>
            <a:solidFill>
              <a:srgbClr val="E5F0E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8" name="pg1147"/>
            <p:cNvSpPr/>
            <p:nvPr/>
          </p:nvSpPr>
          <p:spPr>
            <a:xfrm>
              <a:off x="4836605" y="3300948"/>
              <a:ext cx="9041" cy="54683"/>
            </a:xfrm>
            <a:custGeom>
              <a:avLst/>
              <a:pathLst>
                <a:path w="9041" h="54683">
                  <a:moveTo>
                    <a:pt x="661" y="53895"/>
                  </a:moveTo>
                  <a:lnTo>
                    <a:pt x="191" y="54683"/>
                  </a:lnTo>
                  <a:lnTo>
                    <a:pt x="0" y="52732"/>
                  </a:lnTo>
                  <a:lnTo>
                    <a:pt x="134" y="50099"/>
                  </a:lnTo>
                  <a:lnTo>
                    <a:pt x="1068" y="40904"/>
                  </a:lnTo>
                  <a:lnTo>
                    <a:pt x="855" y="38604"/>
                  </a:lnTo>
                  <a:lnTo>
                    <a:pt x="2417" y="33485"/>
                  </a:lnTo>
                  <a:lnTo>
                    <a:pt x="3374" y="28680"/>
                  </a:lnTo>
                  <a:lnTo>
                    <a:pt x="4818" y="23634"/>
                  </a:lnTo>
                  <a:lnTo>
                    <a:pt x="5002" y="21019"/>
                  </a:lnTo>
                  <a:lnTo>
                    <a:pt x="6282" y="16031"/>
                  </a:lnTo>
                  <a:lnTo>
                    <a:pt x="7481" y="9151"/>
                  </a:lnTo>
                  <a:lnTo>
                    <a:pt x="7417" y="6873"/>
                  </a:lnTo>
                  <a:lnTo>
                    <a:pt x="7727" y="5743"/>
                  </a:lnTo>
                  <a:lnTo>
                    <a:pt x="7897" y="4021"/>
                  </a:lnTo>
                  <a:lnTo>
                    <a:pt x="7935" y="2559"/>
                  </a:lnTo>
                  <a:lnTo>
                    <a:pt x="8809" y="0"/>
                  </a:lnTo>
                  <a:lnTo>
                    <a:pt x="9041" y="1663"/>
                  </a:lnTo>
                  <a:lnTo>
                    <a:pt x="8780" y="4930"/>
                  </a:lnTo>
                  <a:lnTo>
                    <a:pt x="8821" y="6498"/>
                  </a:lnTo>
                  <a:lnTo>
                    <a:pt x="8976" y="7232"/>
                  </a:lnTo>
                  <a:lnTo>
                    <a:pt x="8985" y="10275"/>
                  </a:lnTo>
                  <a:lnTo>
                    <a:pt x="8671" y="14941"/>
                  </a:lnTo>
                  <a:lnTo>
                    <a:pt x="8960" y="20327"/>
                  </a:lnTo>
                  <a:lnTo>
                    <a:pt x="8396" y="25809"/>
                  </a:lnTo>
                  <a:lnTo>
                    <a:pt x="7752" y="28276"/>
                  </a:lnTo>
                  <a:lnTo>
                    <a:pt x="6799" y="30016"/>
                  </a:lnTo>
                  <a:lnTo>
                    <a:pt x="5760" y="31107"/>
                  </a:lnTo>
                  <a:lnTo>
                    <a:pt x="4685" y="33840"/>
                  </a:lnTo>
                  <a:lnTo>
                    <a:pt x="3989" y="37034"/>
                  </a:lnTo>
                  <a:lnTo>
                    <a:pt x="3875" y="39944"/>
                  </a:lnTo>
                  <a:lnTo>
                    <a:pt x="2163" y="49767"/>
                  </a:lnTo>
                  <a:close/>
                </a:path>
              </a:pathLst>
            </a:custGeom>
            <a:solidFill>
              <a:srgbClr val="E5F0E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9" name="pg1148"/>
            <p:cNvSpPr/>
            <p:nvPr/>
          </p:nvSpPr>
          <p:spPr>
            <a:xfrm>
              <a:off x="4841378" y="3300659"/>
              <a:ext cx="1316" cy="3917"/>
            </a:xfrm>
            <a:custGeom>
              <a:avLst/>
              <a:pathLst>
                <a:path w="1316" h="3917">
                  <a:moveTo>
                    <a:pt x="602" y="0"/>
                  </a:moveTo>
                  <a:lnTo>
                    <a:pt x="1316" y="3917"/>
                  </a:lnTo>
                  <a:lnTo>
                    <a:pt x="354" y="3895"/>
                  </a:lnTo>
                  <a:lnTo>
                    <a:pt x="0" y="1043"/>
                  </a:lnTo>
                  <a:lnTo>
                    <a:pt x="411" y="122"/>
                  </a:lnTo>
                  <a:close/>
                </a:path>
              </a:pathLst>
            </a:custGeom>
            <a:solidFill>
              <a:srgbClr val="E5F0E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0" name="pg1149"/>
            <p:cNvSpPr/>
            <p:nvPr/>
          </p:nvSpPr>
          <p:spPr>
            <a:xfrm>
              <a:off x="4762294" y="3298794"/>
              <a:ext cx="30082" cy="88031"/>
            </a:xfrm>
            <a:custGeom>
              <a:avLst/>
              <a:pathLst>
                <a:path w="30082" h="88031">
                  <a:moveTo>
                    <a:pt x="1128" y="85894"/>
                  </a:moveTo>
                  <a:lnTo>
                    <a:pt x="0" y="88031"/>
                  </a:lnTo>
                  <a:lnTo>
                    <a:pt x="121" y="85389"/>
                  </a:lnTo>
                  <a:lnTo>
                    <a:pt x="454" y="82898"/>
                  </a:lnTo>
                  <a:lnTo>
                    <a:pt x="1600" y="77798"/>
                  </a:lnTo>
                  <a:lnTo>
                    <a:pt x="2427" y="76230"/>
                  </a:lnTo>
                  <a:lnTo>
                    <a:pt x="3795" y="72213"/>
                  </a:lnTo>
                  <a:lnTo>
                    <a:pt x="4566" y="70271"/>
                  </a:lnTo>
                  <a:lnTo>
                    <a:pt x="6414" y="66431"/>
                  </a:lnTo>
                  <a:lnTo>
                    <a:pt x="8119" y="62223"/>
                  </a:lnTo>
                  <a:lnTo>
                    <a:pt x="8689" y="61910"/>
                  </a:lnTo>
                  <a:lnTo>
                    <a:pt x="9316" y="61846"/>
                  </a:lnTo>
                  <a:lnTo>
                    <a:pt x="9813" y="61363"/>
                  </a:lnTo>
                  <a:lnTo>
                    <a:pt x="10923" y="59090"/>
                  </a:lnTo>
                  <a:lnTo>
                    <a:pt x="13715" y="51523"/>
                  </a:lnTo>
                  <a:lnTo>
                    <a:pt x="16024" y="45883"/>
                  </a:lnTo>
                  <a:lnTo>
                    <a:pt x="18390" y="38751"/>
                  </a:lnTo>
                  <a:lnTo>
                    <a:pt x="19518" y="36673"/>
                  </a:lnTo>
                  <a:lnTo>
                    <a:pt x="19823" y="35906"/>
                  </a:lnTo>
                  <a:lnTo>
                    <a:pt x="22001" y="29338"/>
                  </a:lnTo>
                  <a:lnTo>
                    <a:pt x="22684" y="28384"/>
                  </a:lnTo>
                  <a:lnTo>
                    <a:pt x="23454" y="27692"/>
                  </a:lnTo>
                  <a:lnTo>
                    <a:pt x="23978" y="26800"/>
                  </a:lnTo>
                  <a:lnTo>
                    <a:pt x="24438" y="25682"/>
                  </a:lnTo>
                  <a:lnTo>
                    <a:pt x="25208" y="22824"/>
                  </a:lnTo>
                  <a:lnTo>
                    <a:pt x="25521" y="19482"/>
                  </a:lnTo>
                  <a:lnTo>
                    <a:pt x="25326" y="17595"/>
                  </a:lnTo>
                  <a:lnTo>
                    <a:pt x="24893" y="14812"/>
                  </a:lnTo>
                  <a:lnTo>
                    <a:pt x="25435" y="11015"/>
                  </a:lnTo>
                  <a:lnTo>
                    <a:pt x="25863" y="9264"/>
                  </a:lnTo>
                  <a:lnTo>
                    <a:pt x="27381" y="1555"/>
                  </a:lnTo>
                  <a:lnTo>
                    <a:pt x="27819" y="0"/>
                  </a:lnTo>
                  <a:lnTo>
                    <a:pt x="28454" y="972"/>
                  </a:lnTo>
                  <a:lnTo>
                    <a:pt x="28538" y="2353"/>
                  </a:lnTo>
                  <a:lnTo>
                    <a:pt x="28225" y="5602"/>
                  </a:lnTo>
                  <a:lnTo>
                    <a:pt x="28201" y="7234"/>
                  </a:lnTo>
                  <a:lnTo>
                    <a:pt x="28558" y="8892"/>
                  </a:lnTo>
                  <a:lnTo>
                    <a:pt x="28129" y="11620"/>
                  </a:lnTo>
                  <a:lnTo>
                    <a:pt x="29219" y="18883"/>
                  </a:lnTo>
                  <a:lnTo>
                    <a:pt x="30051" y="23483"/>
                  </a:lnTo>
                  <a:lnTo>
                    <a:pt x="30082" y="25001"/>
                  </a:lnTo>
                  <a:lnTo>
                    <a:pt x="28964" y="27746"/>
                  </a:lnTo>
                  <a:lnTo>
                    <a:pt x="28298" y="28576"/>
                  </a:lnTo>
                  <a:lnTo>
                    <a:pt x="26859" y="29313"/>
                  </a:lnTo>
                  <a:lnTo>
                    <a:pt x="26211" y="30114"/>
                  </a:lnTo>
                  <a:lnTo>
                    <a:pt x="25181" y="32348"/>
                  </a:lnTo>
                  <a:lnTo>
                    <a:pt x="24537" y="35290"/>
                  </a:lnTo>
                  <a:lnTo>
                    <a:pt x="24374" y="36810"/>
                  </a:lnTo>
                  <a:lnTo>
                    <a:pt x="24044" y="37980"/>
                  </a:lnTo>
                  <a:lnTo>
                    <a:pt x="21084" y="39979"/>
                  </a:lnTo>
                  <a:lnTo>
                    <a:pt x="19695" y="41283"/>
                  </a:lnTo>
                  <a:lnTo>
                    <a:pt x="19055" y="42264"/>
                  </a:lnTo>
                  <a:lnTo>
                    <a:pt x="18724" y="43860"/>
                  </a:lnTo>
                  <a:lnTo>
                    <a:pt x="18954" y="46676"/>
                  </a:lnTo>
                  <a:lnTo>
                    <a:pt x="16465" y="56842"/>
                  </a:lnTo>
                  <a:lnTo>
                    <a:pt x="15671" y="59504"/>
                  </a:lnTo>
                  <a:lnTo>
                    <a:pt x="14824" y="61770"/>
                  </a:lnTo>
                  <a:lnTo>
                    <a:pt x="13784" y="63381"/>
                  </a:lnTo>
                  <a:lnTo>
                    <a:pt x="12318" y="64371"/>
                  </a:lnTo>
                  <a:lnTo>
                    <a:pt x="11157" y="66339"/>
                  </a:lnTo>
                  <a:lnTo>
                    <a:pt x="10369" y="69821"/>
                  </a:lnTo>
                  <a:lnTo>
                    <a:pt x="9396" y="72966"/>
                  </a:lnTo>
                  <a:lnTo>
                    <a:pt x="8165" y="75296"/>
                  </a:lnTo>
                  <a:lnTo>
                    <a:pt x="6839" y="77354"/>
                  </a:lnTo>
                  <a:lnTo>
                    <a:pt x="5622" y="78854"/>
                  </a:lnTo>
                  <a:lnTo>
                    <a:pt x="4309" y="79913"/>
                  </a:lnTo>
                  <a:lnTo>
                    <a:pt x="3913" y="81284"/>
                  </a:lnTo>
                  <a:lnTo>
                    <a:pt x="3632" y="82976"/>
                  </a:lnTo>
                  <a:lnTo>
                    <a:pt x="3053" y="83773"/>
                  </a:lnTo>
                  <a:lnTo>
                    <a:pt x="2363" y="84232"/>
                  </a:lnTo>
                  <a:close/>
                </a:path>
              </a:pathLst>
            </a:custGeom>
            <a:solidFill>
              <a:srgbClr val="E5F0E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1" name="pg1150"/>
            <p:cNvSpPr/>
            <p:nvPr/>
          </p:nvSpPr>
          <p:spPr>
            <a:xfrm>
              <a:off x="4792848" y="3293507"/>
              <a:ext cx="1917" cy="4422"/>
            </a:xfrm>
            <a:custGeom>
              <a:avLst/>
              <a:pathLst>
                <a:path w="1917" h="4422">
                  <a:moveTo>
                    <a:pt x="1655" y="0"/>
                  </a:moveTo>
                  <a:lnTo>
                    <a:pt x="1917" y="1563"/>
                  </a:lnTo>
                  <a:lnTo>
                    <a:pt x="1575" y="3908"/>
                  </a:lnTo>
                  <a:lnTo>
                    <a:pt x="1280" y="4422"/>
                  </a:lnTo>
                  <a:lnTo>
                    <a:pt x="890" y="3445"/>
                  </a:lnTo>
                  <a:lnTo>
                    <a:pt x="53" y="2760"/>
                  </a:lnTo>
                  <a:lnTo>
                    <a:pt x="0" y="1497"/>
                  </a:lnTo>
                  <a:lnTo>
                    <a:pt x="436" y="1527"/>
                  </a:lnTo>
                  <a:lnTo>
                    <a:pt x="1233" y="292"/>
                  </a:lnTo>
                  <a:close/>
                </a:path>
              </a:pathLst>
            </a:custGeom>
            <a:solidFill>
              <a:srgbClr val="E5F0E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2" name="pg1151"/>
            <p:cNvSpPr/>
            <p:nvPr/>
          </p:nvSpPr>
          <p:spPr>
            <a:xfrm>
              <a:off x="4848697" y="3293216"/>
              <a:ext cx="11702" cy="44385"/>
            </a:xfrm>
            <a:custGeom>
              <a:avLst/>
              <a:pathLst>
                <a:path w="11702" h="44385">
                  <a:moveTo>
                    <a:pt x="3246" y="5677"/>
                  </a:moveTo>
                  <a:lnTo>
                    <a:pt x="4096" y="6710"/>
                  </a:lnTo>
                  <a:lnTo>
                    <a:pt x="5071" y="6297"/>
                  </a:lnTo>
                  <a:lnTo>
                    <a:pt x="6250" y="3953"/>
                  </a:lnTo>
                  <a:lnTo>
                    <a:pt x="7577" y="4797"/>
                  </a:lnTo>
                  <a:lnTo>
                    <a:pt x="8357" y="8252"/>
                  </a:lnTo>
                  <a:lnTo>
                    <a:pt x="8754" y="9558"/>
                  </a:lnTo>
                  <a:lnTo>
                    <a:pt x="8971" y="11818"/>
                  </a:lnTo>
                  <a:lnTo>
                    <a:pt x="8915" y="17235"/>
                  </a:lnTo>
                  <a:lnTo>
                    <a:pt x="8591" y="22147"/>
                  </a:lnTo>
                  <a:lnTo>
                    <a:pt x="8842" y="23158"/>
                  </a:lnTo>
                  <a:lnTo>
                    <a:pt x="9453" y="24041"/>
                  </a:lnTo>
                  <a:lnTo>
                    <a:pt x="9985" y="25131"/>
                  </a:lnTo>
                  <a:lnTo>
                    <a:pt x="10431" y="26527"/>
                  </a:lnTo>
                  <a:lnTo>
                    <a:pt x="10718" y="28081"/>
                  </a:lnTo>
                  <a:lnTo>
                    <a:pt x="10833" y="31853"/>
                  </a:lnTo>
                  <a:lnTo>
                    <a:pt x="11600" y="35033"/>
                  </a:lnTo>
                  <a:lnTo>
                    <a:pt x="11702" y="36271"/>
                  </a:lnTo>
                  <a:lnTo>
                    <a:pt x="11518" y="37568"/>
                  </a:lnTo>
                  <a:lnTo>
                    <a:pt x="10240" y="37314"/>
                  </a:lnTo>
                  <a:lnTo>
                    <a:pt x="10137" y="38409"/>
                  </a:lnTo>
                  <a:lnTo>
                    <a:pt x="10168" y="39765"/>
                  </a:lnTo>
                  <a:lnTo>
                    <a:pt x="9715" y="38912"/>
                  </a:lnTo>
                  <a:lnTo>
                    <a:pt x="8966" y="35806"/>
                  </a:lnTo>
                  <a:lnTo>
                    <a:pt x="8278" y="34502"/>
                  </a:lnTo>
                  <a:lnTo>
                    <a:pt x="8490" y="39540"/>
                  </a:lnTo>
                  <a:lnTo>
                    <a:pt x="8717" y="41957"/>
                  </a:lnTo>
                  <a:lnTo>
                    <a:pt x="8754" y="44385"/>
                  </a:lnTo>
                  <a:lnTo>
                    <a:pt x="7567" y="42530"/>
                  </a:lnTo>
                  <a:lnTo>
                    <a:pt x="6149" y="41385"/>
                  </a:lnTo>
                  <a:lnTo>
                    <a:pt x="5759" y="40397"/>
                  </a:lnTo>
                  <a:lnTo>
                    <a:pt x="5892" y="37250"/>
                  </a:lnTo>
                  <a:lnTo>
                    <a:pt x="5866" y="35685"/>
                  </a:lnTo>
                  <a:lnTo>
                    <a:pt x="5234" y="32369"/>
                  </a:lnTo>
                  <a:lnTo>
                    <a:pt x="5977" y="25204"/>
                  </a:lnTo>
                  <a:lnTo>
                    <a:pt x="5959" y="23740"/>
                  </a:lnTo>
                  <a:lnTo>
                    <a:pt x="5831" y="22274"/>
                  </a:lnTo>
                  <a:lnTo>
                    <a:pt x="5246" y="19368"/>
                  </a:lnTo>
                  <a:lnTo>
                    <a:pt x="4320" y="16938"/>
                  </a:lnTo>
                  <a:lnTo>
                    <a:pt x="3752" y="16931"/>
                  </a:lnTo>
                  <a:lnTo>
                    <a:pt x="2372" y="18638"/>
                  </a:lnTo>
                  <a:lnTo>
                    <a:pt x="1673" y="18072"/>
                  </a:lnTo>
                  <a:lnTo>
                    <a:pt x="1261" y="11372"/>
                  </a:lnTo>
                  <a:lnTo>
                    <a:pt x="704" y="4860"/>
                  </a:lnTo>
                  <a:lnTo>
                    <a:pt x="277" y="3194"/>
                  </a:lnTo>
                  <a:lnTo>
                    <a:pt x="0" y="1448"/>
                  </a:lnTo>
                  <a:lnTo>
                    <a:pt x="273" y="0"/>
                  </a:lnTo>
                  <a:lnTo>
                    <a:pt x="803" y="597"/>
                  </a:lnTo>
                  <a:lnTo>
                    <a:pt x="1556" y="2304"/>
                  </a:lnTo>
                  <a:lnTo>
                    <a:pt x="2470" y="3289"/>
                  </a:lnTo>
                  <a:lnTo>
                    <a:pt x="2925" y="4142"/>
                  </a:lnTo>
                  <a:close/>
                </a:path>
              </a:pathLst>
            </a:custGeom>
            <a:solidFill>
              <a:srgbClr val="E5F0E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3" name="pg1152"/>
            <p:cNvSpPr/>
            <p:nvPr/>
          </p:nvSpPr>
          <p:spPr>
            <a:xfrm>
              <a:off x="4849333" y="3288493"/>
              <a:ext cx="3192" cy="6181"/>
            </a:xfrm>
            <a:custGeom>
              <a:avLst/>
              <a:pathLst>
                <a:path w="3192" h="6181">
                  <a:moveTo>
                    <a:pt x="3023" y="5993"/>
                  </a:moveTo>
                  <a:lnTo>
                    <a:pt x="1500" y="6181"/>
                  </a:lnTo>
                  <a:lnTo>
                    <a:pt x="834" y="4824"/>
                  </a:lnTo>
                  <a:lnTo>
                    <a:pt x="0" y="859"/>
                  </a:lnTo>
                  <a:lnTo>
                    <a:pt x="939" y="0"/>
                  </a:lnTo>
                  <a:lnTo>
                    <a:pt x="1835" y="233"/>
                  </a:lnTo>
                  <a:lnTo>
                    <a:pt x="2493" y="1634"/>
                  </a:lnTo>
                  <a:lnTo>
                    <a:pt x="3192" y="4298"/>
                  </a:lnTo>
                  <a:close/>
                </a:path>
              </a:pathLst>
            </a:custGeom>
            <a:solidFill>
              <a:srgbClr val="E5F0E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4" name="pg1153"/>
            <p:cNvSpPr/>
            <p:nvPr/>
          </p:nvSpPr>
          <p:spPr>
            <a:xfrm>
              <a:off x="4853848" y="3287893"/>
              <a:ext cx="1505" cy="5083"/>
            </a:xfrm>
            <a:custGeom>
              <a:avLst/>
              <a:pathLst>
                <a:path w="1505" h="5083">
                  <a:moveTo>
                    <a:pt x="1505" y="3562"/>
                  </a:moveTo>
                  <a:lnTo>
                    <a:pt x="1280" y="5083"/>
                  </a:lnTo>
                  <a:lnTo>
                    <a:pt x="923" y="4661"/>
                  </a:lnTo>
                  <a:lnTo>
                    <a:pt x="611" y="3976"/>
                  </a:lnTo>
                  <a:lnTo>
                    <a:pt x="155" y="1678"/>
                  </a:lnTo>
                  <a:lnTo>
                    <a:pt x="0" y="0"/>
                  </a:lnTo>
                  <a:lnTo>
                    <a:pt x="700" y="952"/>
                  </a:lnTo>
                  <a:lnTo>
                    <a:pt x="1104" y="2621"/>
                  </a:lnTo>
                  <a:close/>
                </a:path>
              </a:pathLst>
            </a:custGeom>
            <a:solidFill>
              <a:srgbClr val="E5F0E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5" name="pg1154"/>
            <p:cNvSpPr/>
            <p:nvPr/>
          </p:nvSpPr>
          <p:spPr>
            <a:xfrm>
              <a:off x="4819241" y="3282514"/>
              <a:ext cx="15442" cy="42934"/>
            </a:xfrm>
            <a:custGeom>
              <a:avLst/>
              <a:pathLst>
                <a:path w="15442" h="42934">
                  <a:moveTo>
                    <a:pt x="7373" y="8340"/>
                  </a:moveTo>
                  <a:lnTo>
                    <a:pt x="8792" y="9845"/>
                  </a:lnTo>
                  <a:lnTo>
                    <a:pt x="10177" y="8553"/>
                  </a:lnTo>
                  <a:lnTo>
                    <a:pt x="11539" y="8915"/>
                  </a:lnTo>
                  <a:lnTo>
                    <a:pt x="12675" y="10875"/>
                  </a:lnTo>
                  <a:lnTo>
                    <a:pt x="12303" y="12115"/>
                  </a:lnTo>
                  <a:lnTo>
                    <a:pt x="12227" y="13475"/>
                  </a:lnTo>
                  <a:lnTo>
                    <a:pt x="14765" y="10516"/>
                  </a:lnTo>
                  <a:lnTo>
                    <a:pt x="15442" y="10691"/>
                  </a:lnTo>
                  <a:lnTo>
                    <a:pt x="15419" y="13439"/>
                  </a:lnTo>
                  <a:lnTo>
                    <a:pt x="15269" y="15772"/>
                  </a:lnTo>
                  <a:lnTo>
                    <a:pt x="14969" y="18041"/>
                  </a:lnTo>
                  <a:lnTo>
                    <a:pt x="14432" y="20698"/>
                  </a:lnTo>
                  <a:lnTo>
                    <a:pt x="13714" y="23073"/>
                  </a:lnTo>
                  <a:lnTo>
                    <a:pt x="12766" y="24797"/>
                  </a:lnTo>
                  <a:lnTo>
                    <a:pt x="11644" y="25852"/>
                  </a:lnTo>
                  <a:lnTo>
                    <a:pt x="11111" y="26810"/>
                  </a:lnTo>
                  <a:lnTo>
                    <a:pt x="10947" y="28253"/>
                  </a:lnTo>
                  <a:lnTo>
                    <a:pt x="10967" y="30069"/>
                  </a:lnTo>
                  <a:lnTo>
                    <a:pt x="10709" y="31721"/>
                  </a:lnTo>
                  <a:lnTo>
                    <a:pt x="9529" y="32398"/>
                  </a:lnTo>
                  <a:lnTo>
                    <a:pt x="7688" y="35620"/>
                  </a:lnTo>
                  <a:lnTo>
                    <a:pt x="3734" y="37659"/>
                  </a:lnTo>
                  <a:lnTo>
                    <a:pt x="2649" y="39058"/>
                  </a:lnTo>
                  <a:lnTo>
                    <a:pt x="1956" y="40875"/>
                  </a:lnTo>
                  <a:lnTo>
                    <a:pt x="1184" y="42522"/>
                  </a:lnTo>
                  <a:lnTo>
                    <a:pt x="765" y="42934"/>
                  </a:lnTo>
                  <a:lnTo>
                    <a:pt x="573" y="42150"/>
                  </a:lnTo>
                  <a:lnTo>
                    <a:pt x="518" y="41478"/>
                  </a:lnTo>
                  <a:lnTo>
                    <a:pt x="1082" y="37195"/>
                  </a:lnTo>
                  <a:lnTo>
                    <a:pt x="988" y="35414"/>
                  </a:lnTo>
                  <a:lnTo>
                    <a:pt x="720" y="33685"/>
                  </a:lnTo>
                  <a:lnTo>
                    <a:pt x="891" y="30307"/>
                  </a:lnTo>
                  <a:lnTo>
                    <a:pt x="1578" y="27133"/>
                  </a:lnTo>
                  <a:lnTo>
                    <a:pt x="1945" y="23639"/>
                  </a:lnTo>
                  <a:lnTo>
                    <a:pt x="2053" y="16892"/>
                  </a:lnTo>
                  <a:lnTo>
                    <a:pt x="2587" y="7518"/>
                  </a:lnTo>
                  <a:lnTo>
                    <a:pt x="2561" y="6397"/>
                  </a:lnTo>
                  <a:lnTo>
                    <a:pt x="2142" y="5130"/>
                  </a:lnTo>
                  <a:lnTo>
                    <a:pt x="604" y="4109"/>
                  </a:lnTo>
                  <a:lnTo>
                    <a:pt x="0" y="3146"/>
                  </a:lnTo>
                  <a:lnTo>
                    <a:pt x="302" y="1271"/>
                  </a:lnTo>
                  <a:lnTo>
                    <a:pt x="883" y="0"/>
                  </a:lnTo>
                  <a:lnTo>
                    <a:pt x="1681" y="57"/>
                  </a:lnTo>
                  <a:lnTo>
                    <a:pt x="2383" y="1249"/>
                  </a:lnTo>
                  <a:lnTo>
                    <a:pt x="4868" y="3703"/>
                  </a:lnTo>
                  <a:lnTo>
                    <a:pt x="6191" y="5766"/>
                  </a:lnTo>
                  <a:close/>
                </a:path>
              </a:pathLst>
            </a:custGeom>
            <a:solidFill>
              <a:srgbClr val="E5F0E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6" name="pg1155"/>
            <p:cNvSpPr/>
            <p:nvPr/>
          </p:nvSpPr>
          <p:spPr>
            <a:xfrm>
              <a:off x="4794497" y="3280033"/>
              <a:ext cx="2586" cy="9218"/>
            </a:xfrm>
            <a:custGeom>
              <a:avLst/>
              <a:pathLst>
                <a:path w="2586" h="9218">
                  <a:moveTo>
                    <a:pt x="2167" y="8215"/>
                  </a:moveTo>
                  <a:lnTo>
                    <a:pt x="1254" y="9218"/>
                  </a:lnTo>
                  <a:lnTo>
                    <a:pt x="1023" y="8587"/>
                  </a:lnTo>
                  <a:lnTo>
                    <a:pt x="862" y="7121"/>
                  </a:lnTo>
                  <a:lnTo>
                    <a:pt x="875" y="6113"/>
                  </a:lnTo>
                  <a:lnTo>
                    <a:pt x="0" y="809"/>
                  </a:lnTo>
                  <a:lnTo>
                    <a:pt x="671" y="0"/>
                  </a:lnTo>
                  <a:lnTo>
                    <a:pt x="1165" y="623"/>
                  </a:lnTo>
                  <a:lnTo>
                    <a:pt x="1668" y="1454"/>
                  </a:lnTo>
                  <a:lnTo>
                    <a:pt x="2132" y="1894"/>
                  </a:lnTo>
                  <a:lnTo>
                    <a:pt x="2556" y="3569"/>
                  </a:lnTo>
                  <a:lnTo>
                    <a:pt x="2455" y="4728"/>
                  </a:lnTo>
                  <a:lnTo>
                    <a:pt x="2586" y="5846"/>
                  </a:lnTo>
                  <a:close/>
                </a:path>
              </a:pathLst>
            </a:custGeom>
            <a:solidFill>
              <a:srgbClr val="E5F0E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7" name="pg1156"/>
            <p:cNvSpPr/>
            <p:nvPr/>
          </p:nvSpPr>
          <p:spPr>
            <a:xfrm>
              <a:off x="4794558" y="3270053"/>
              <a:ext cx="5794" cy="9613"/>
            </a:xfrm>
            <a:custGeom>
              <a:avLst/>
              <a:pathLst>
                <a:path w="5794" h="9613">
                  <a:moveTo>
                    <a:pt x="2852" y="4474"/>
                  </a:moveTo>
                  <a:lnTo>
                    <a:pt x="3519" y="4925"/>
                  </a:lnTo>
                  <a:lnTo>
                    <a:pt x="3995" y="4492"/>
                  </a:lnTo>
                  <a:lnTo>
                    <a:pt x="4415" y="2933"/>
                  </a:lnTo>
                  <a:lnTo>
                    <a:pt x="4809" y="5240"/>
                  </a:lnTo>
                  <a:lnTo>
                    <a:pt x="5794" y="7140"/>
                  </a:lnTo>
                  <a:lnTo>
                    <a:pt x="5467" y="9062"/>
                  </a:lnTo>
                  <a:lnTo>
                    <a:pt x="4601" y="9287"/>
                  </a:lnTo>
                  <a:lnTo>
                    <a:pt x="3750" y="8848"/>
                  </a:lnTo>
                  <a:lnTo>
                    <a:pt x="2853" y="9613"/>
                  </a:lnTo>
                  <a:lnTo>
                    <a:pt x="1762" y="9185"/>
                  </a:lnTo>
                  <a:lnTo>
                    <a:pt x="1110" y="7382"/>
                  </a:lnTo>
                  <a:lnTo>
                    <a:pt x="367" y="4146"/>
                  </a:lnTo>
                  <a:lnTo>
                    <a:pt x="0" y="3547"/>
                  </a:lnTo>
                  <a:lnTo>
                    <a:pt x="45" y="2219"/>
                  </a:lnTo>
                  <a:lnTo>
                    <a:pt x="315" y="1376"/>
                  </a:lnTo>
                  <a:lnTo>
                    <a:pt x="172" y="1158"/>
                  </a:lnTo>
                  <a:lnTo>
                    <a:pt x="241" y="568"/>
                  </a:lnTo>
                  <a:lnTo>
                    <a:pt x="374" y="167"/>
                  </a:lnTo>
                  <a:lnTo>
                    <a:pt x="615" y="0"/>
                  </a:lnTo>
                  <a:lnTo>
                    <a:pt x="1193" y="1438"/>
                  </a:lnTo>
                  <a:lnTo>
                    <a:pt x="2579" y="3585"/>
                  </a:lnTo>
                  <a:close/>
                </a:path>
              </a:pathLst>
            </a:custGeom>
            <a:solidFill>
              <a:srgbClr val="E5F0E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8" name="pg1157"/>
            <p:cNvSpPr/>
            <p:nvPr/>
          </p:nvSpPr>
          <p:spPr>
            <a:xfrm>
              <a:off x="4825721" y="3264945"/>
              <a:ext cx="3172" cy="6097"/>
            </a:xfrm>
            <a:custGeom>
              <a:avLst/>
              <a:pathLst>
                <a:path w="3172" h="6097">
                  <a:moveTo>
                    <a:pt x="2821" y="5404"/>
                  </a:moveTo>
                  <a:lnTo>
                    <a:pt x="2198" y="6097"/>
                  </a:lnTo>
                  <a:lnTo>
                    <a:pt x="930" y="3198"/>
                  </a:lnTo>
                  <a:lnTo>
                    <a:pt x="194" y="1845"/>
                  </a:lnTo>
                  <a:lnTo>
                    <a:pt x="0" y="1089"/>
                  </a:lnTo>
                  <a:lnTo>
                    <a:pt x="596" y="0"/>
                  </a:lnTo>
                  <a:lnTo>
                    <a:pt x="2201" y="10"/>
                  </a:lnTo>
                  <a:lnTo>
                    <a:pt x="3055" y="1999"/>
                  </a:lnTo>
                  <a:lnTo>
                    <a:pt x="3172" y="3239"/>
                  </a:lnTo>
                  <a:close/>
                </a:path>
              </a:pathLst>
            </a:custGeom>
            <a:solidFill>
              <a:srgbClr val="E5F0E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9" name="pg1158"/>
            <p:cNvSpPr/>
            <p:nvPr/>
          </p:nvSpPr>
          <p:spPr>
            <a:xfrm>
              <a:off x="4848533" y="3262563"/>
              <a:ext cx="17724" cy="45001"/>
            </a:xfrm>
            <a:custGeom>
              <a:avLst/>
              <a:pathLst>
                <a:path w="17724" h="45001">
                  <a:moveTo>
                    <a:pt x="11514" y="1320"/>
                  </a:moveTo>
                  <a:lnTo>
                    <a:pt x="12377" y="3731"/>
                  </a:lnTo>
                  <a:lnTo>
                    <a:pt x="12587" y="5476"/>
                  </a:lnTo>
                  <a:lnTo>
                    <a:pt x="12497" y="7408"/>
                  </a:lnTo>
                  <a:lnTo>
                    <a:pt x="12888" y="8267"/>
                  </a:lnTo>
                  <a:lnTo>
                    <a:pt x="13577" y="8501"/>
                  </a:lnTo>
                  <a:lnTo>
                    <a:pt x="14460" y="9473"/>
                  </a:lnTo>
                  <a:lnTo>
                    <a:pt x="15123" y="11262"/>
                  </a:lnTo>
                  <a:lnTo>
                    <a:pt x="14729" y="12906"/>
                  </a:lnTo>
                  <a:lnTo>
                    <a:pt x="14851" y="15305"/>
                  </a:lnTo>
                  <a:lnTo>
                    <a:pt x="14159" y="18320"/>
                  </a:lnTo>
                  <a:lnTo>
                    <a:pt x="14253" y="23668"/>
                  </a:lnTo>
                  <a:lnTo>
                    <a:pt x="14650" y="25376"/>
                  </a:lnTo>
                  <a:lnTo>
                    <a:pt x="14688" y="27100"/>
                  </a:lnTo>
                  <a:lnTo>
                    <a:pt x="14589" y="28905"/>
                  </a:lnTo>
                  <a:lnTo>
                    <a:pt x="14759" y="30385"/>
                  </a:lnTo>
                  <a:lnTo>
                    <a:pt x="15821" y="35291"/>
                  </a:lnTo>
                  <a:lnTo>
                    <a:pt x="16017" y="36921"/>
                  </a:lnTo>
                  <a:lnTo>
                    <a:pt x="15692" y="38208"/>
                  </a:lnTo>
                  <a:lnTo>
                    <a:pt x="15585" y="39428"/>
                  </a:lnTo>
                  <a:lnTo>
                    <a:pt x="16240" y="39556"/>
                  </a:lnTo>
                  <a:lnTo>
                    <a:pt x="17175" y="41598"/>
                  </a:lnTo>
                  <a:lnTo>
                    <a:pt x="17724" y="44293"/>
                  </a:lnTo>
                  <a:lnTo>
                    <a:pt x="17560" y="45001"/>
                  </a:lnTo>
                  <a:lnTo>
                    <a:pt x="16814" y="42898"/>
                  </a:lnTo>
                  <a:lnTo>
                    <a:pt x="16250" y="42566"/>
                  </a:lnTo>
                  <a:lnTo>
                    <a:pt x="13858" y="43140"/>
                  </a:lnTo>
                  <a:lnTo>
                    <a:pt x="12391" y="42263"/>
                  </a:lnTo>
                  <a:lnTo>
                    <a:pt x="11439" y="42180"/>
                  </a:lnTo>
                  <a:lnTo>
                    <a:pt x="10494" y="38576"/>
                  </a:lnTo>
                  <a:lnTo>
                    <a:pt x="9666" y="37976"/>
                  </a:lnTo>
                  <a:lnTo>
                    <a:pt x="9013" y="36383"/>
                  </a:lnTo>
                  <a:lnTo>
                    <a:pt x="7928" y="32309"/>
                  </a:lnTo>
                  <a:lnTo>
                    <a:pt x="7583" y="29967"/>
                  </a:lnTo>
                  <a:lnTo>
                    <a:pt x="8338" y="27601"/>
                  </a:lnTo>
                  <a:lnTo>
                    <a:pt x="8573" y="25714"/>
                  </a:lnTo>
                  <a:lnTo>
                    <a:pt x="8534" y="23864"/>
                  </a:lnTo>
                  <a:lnTo>
                    <a:pt x="7810" y="24168"/>
                  </a:lnTo>
                  <a:lnTo>
                    <a:pt x="7184" y="23552"/>
                  </a:lnTo>
                  <a:lnTo>
                    <a:pt x="6414" y="21288"/>
                  </a:lnTo>
                  <a:lnTo>
                    <a:pt x="6106" y="19981"/>
                  </a:lnTo>
                  <a:lnTo>
                    <a:pt x="5546" y="18888"/>
                  </a:lnTo>
                  <a:lnTo>
                    <a:pt x="4655" y="16301"/>
                  </a:lnTo>
                  <a:lnTo>
                    <a:pt x="3377" y="15289"/>
                  </a:lnTo>
                  <a:lnTo>
                    <a:pt x="2856" y="14578"/>
                  </a:lnTo>
                  <a:lnTo>
                    <a:pt x="1839" y="12403"/>
                  </a:lnTo>
                  <a:lnTo>
                    <a:pt x="1098" y="9708"/>
                  </a:lnTo>
                  <a:lnTo>
                    <a:pt x="378" y="4986"/>
                  </a:lnTo>
                  <a:lnTo>
                    <a:pt x="0" y="95"/>
                  </a:lnTo>
                  <a:lnTo>
                    <a:pt x="3303" y="1369"/>
                  </a:lnTo>
                  <a:lnTo>
                    <a:pt x="6646" y="1122"/>
                  </a:lnTo>
                  <a:lnTo>
                    <a:pt x="10425" y="0"/>
                  </a:lnTo>
                  <a:close/>
                </a:path>
              </a:pathLst>
            </a:custGeom>
            <a:solidFill>
              <a:srgbClr val="E5F0E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0" name="pg1159"/>
            <p:cNvSpPr/>
            <p:nvPr/>
          </p:nvSpPr>
          <p:spPr>
            <a:xfrm>
              <a:off x="4834653" y="3262240"/>
              <a:ext cx="10966" cy="24556"/>
            </a:xfrm>
            <a:custGeom>
              <a:avLst/>
              <a:pathLst>
                <a:path w="10966" h="24556">
                  <a:moveTo>
                    <a:pt x="6833" y="8750"/>
                  </a:moveTo>
                  <a:lnTo>
                    <a:pt x="9170" y="12245"/>
                  </a:lnTo>
                  <a:lnTo>
                    <a:pt x="10779" y="18222"/>
                  </a:lnTo>
                  <a:lnTo>
                    <a:pt x="10966" y="22809"/>
                  </a:lnTo>
                  <a:lnTo>
                    <a:pt x="10842" y="24556"/>
                  </a:lnTo>
                  <a:lnTo>
                    <a:pt x="10076" y="22593"/>
                  </a:lnTo>
                  <a:lnTo>
                    <a:pt x="8432" y="19795"/>
                  </a:lnTo>
                  <a:lnTo>
                    <a:pt x="7289" y="19178"/>
                  </a:lnTo>
                  <a:lnTo>
                    <a:pt x="6938" y="18673"/>
                  </a:lnTo>
                  <a:lnTo>
                    <a:pt x="7070" y="17163"/>
                  </a:lnTo>
                  <a:lnTo>
                    <a:pt x="6324" y="15764"/>
                  </a:lnTo>
                  <a:lnTo>
                    <a:pt x="6236" y="15192"/>
                  </a:lnTo>
                  <a:lnTo>
                    <a:pt x="5559" y="14575"/>
                  </a:lnTo>
                  <a:lnTo>
                    <a:pt x="4572" y="11431"/>
                  </a:lnTo>
                  <a:lnTo>
                    <a:pt x="3873" y="10839"/>
                  </a:lnTo>
                  <a:lnTo>
                    <a:pt x="3204" y="11502"/>
                  </a:lnTo>
                  <a:lnTo>
                    <a:pt x="1667" y="16166"/>
                  </a:lnTo>
                  <a:lnTo>
                    <a:pt x="23" y="19439"/>
                  </a:lnTo>
                  <a:lnTo>
                    <a:pt x="0" y="18188"/>
                  </a:lnTo>
                  <a:lnTo>
                    <a:pt x="666" y="14092"/>
                  </a:lnTo>
                  <a:lnTo>
                    <a:pt x="1090" y="7548"/>
                  </a:lnTo>
                  <a:lnTo>
                    <a:pt x="1356" y="5556"/>
                  </a:lnTo>
                  <a:lnTo>
                    <a:pt x="1023" y="2624"/>
                  </a:lnTo>
                  <a:lnTo>
                    <a:pt x="981" y="0"/>
                  </a:lnTo>
                  <a:lnTo>
                    <a:pt x="2207" y="1214"/>
                  </a:lnTo>
                  <a:lnTo>
                    <a:pt x="3742" y="2431"/>
                  </a:lnTo>
                  <a:lnTo>
                    <a:pt x="4912" y="4097"/>
                  </a:lnTo>
                  <a:lnTo>
                    <a:pt x="5105" y="5217"/>
                  </a:lnTo>
                  <a:close/>
                </a:path>
              </a:pathLst>
            </a:custGeom>
            <a:solidFill>
              <a:srgbClr val="E5F0E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1" name="pg1160"/>
            <p:cNvSpPr/>
            <p:nvPr/>
          </p:nvSpPr>
          <p:spPr>
            <a:xfrm>
              <a:off x="4823587" y="3262069"/>
              <a:ext cx="767" cy="2687"/>
            </a:xfrm>
            <a:custGeom>
              <a:avLst/>
              <a:pathLst>
                <a:path w="767" h="2687">
                  <a:moveTo>
                    <a:pt x="767" y="1786"/>
                  </a:moveTo>
                  <a:lnTo>
                    <a:pt x="389" y="2687"/>
                  </a:lnTo>
                  <a:lnTo>
                    <a:pt x="159" y="2546"/>
                  </a:lnTo>
                  <a:lnTo>
                    <a:pt x="0" y="955"/>
                  </a:lnTo>
                  <a:lnTo>
                    <a:pt x="483" y="0"/>
                  </a:lnTo>
                  <a:close/>
                </a:path>
              </a:pathLst>
            </a:custGeom>
            <a:solidFill>
              <a:srgbClr val="E5F0E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2" name="pg1161"/>
            <p:cNvSpPr/>
            <p:nvPr/>
          </p:nvSpPr>
          <p:spPr>
            <a:xfrm>
              <a:off x="4819631" y="3260197"/>
              <a:ext cx="2702" cy="16163"/>
            </a:xfrm>
            <a:custGeom>
              <a:avLst/>
              <a:pathLst>
                <a:path w="2702" h="16163">
                  <a:moveTo>
                    <a:pt x="2081" y="8798"/>
                  </a:moveTo>
                  <a:lnTo>
                    <a:pt x="1105" y="16163"/>
                  </a:lnTo>
                  <a:lnTo>
                    <a:pt x="449" y="13628"/>
                  </a:lnTo>
                  <a:lnTo>
                    <a:pt x="715" y="12036"/>
                  </a:lnTo>
                  <a:lnTo>
                    <a:pt x="151" y="10704"/>
                  </a:lnTo>
                  <a:lnTo>
                    <a:pt x="0" y="9495"/>
                  </a:lnTo>
                  <a:lnTo>
                    <a:pt x="216" y="7896"/>
                  </a:lnTo>
                  <a:lnTo>
                    <a:pt x="806" y="6422"/>
                  </a:lnTo>
                  <a:lnTo>
                    <a:pt x="954" y="1598"/>
                  </a:lnTo>
                  <a:lnTo>
                    <a:pt x="2200" y="59"/>
                  </a:lnTo>
                  <a:lnTo>
                    <a:pt x="2702" y="0"/>
                  </a:lnTo>
                  <a:lnTo>
                    <a:pt x="2523" y="1183"/>
                  </a:lnTo>
                  <a:lnTo>
                    <a:pt x="2539" y="3400"/>
                  </a:lnTo>
                  <a:close/>
                </a:path>
              </a:pathLst>
            </a:custGeom>
            <a:solidFill>
              <a:srgbClr val="E5F0E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3" name="pg1162"/>
            <p:cNvSpPr/>
            <p:nvPr/>
          </p:nvSpPr>
          <p:spPr>
            <a:xfrm>
              <a:off x="4839910" y="3259539"/>
              <a:ext cx="2338" cy="9120"/>
            </a:xfrm>
            <a:custGeom>
              <a:avLst/>
              <a:pathLst>
                <a:path w="2338" h="9120">
                  <a:moveTo>
                    <a:pt x="2293" y="6530"/>
                  </a:moveTo>
                  <a:lnTo>
                    <a:pt x="2338" y="9120"/>
                  </a:lnTo>
                  <a:lnTo>
                    <a:pt x="1880" y="8166"/>
                  </a:lnTo>
                  <a:lnTo>
                    <a:pt x="407" y="3084"/>
                  </a:lnTo>
                  <a:lnTo>
                    <a:pt x="0" y="1229"/>
                  </a:lnTo>
                  <a:lnTo>
                    <a:pt x="417" y="0"/>
                  </a:lnTo>
                  <a:lnTo>
                    <a:pt x="1480" y="1894"/>
                  </a:lnTo>
                  <a:close/>
                </a:path>
              </a:pathLst>
            </a:custGeom>
            <a:solidFill>
              <a:srgbClr val="E5F0E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4" name="pg1163"/>
            <p:cNvSpPr/>
            <p:nvPr/>
          </p:nvSpPr>
          <p:spPr>
            <a:xfrm>
              <a:off x="4832132" y="3246500"/>
              <a:ext cx="5096" cy="12272"/>
            </a:xfrm>
            <a:custGeom>
              <a:avLst/>
              <a:pathLst>
                <a:path w="5096" h="12272">
                  <a:moveTo>
                    <a:pt x="4056" y="7763"/>
                  </a:moveTo>
                  <a:lnTo>
                    <a:pt x="5096" y="12272"/>
                  </a:lnTo>
                  <a:lnTo>
                    <a:pt x="3963" y="9192"/>
                  </a:lnTo>
                  <a:lnTo>
                    <a:pt x="2649" y="7100"/>
                  </a:lnTo>
                  <a:lnTo>
                    <a:pt x="1281" y="3625"/>
                  </a:lnTo>
                  <a:lnTo>
                    <a:pt x="297" y="2406"/>
                  </a:lnTo>
                  <a:lnTo>
                    <a:pt x="0" y="1698"/>
                  </a:lnTo>
                  <a:lnTo>
                    <a:pt x="103" y="265"/>
                  </a:lnTo>
                  <a:lnTo>
                    <a:pt x="829" y="0"/>
                  </a:lnTo>
                  <a:lnTo>
                    <a:pt x="1152" y="82"/>
                  </a:lnTo>
                  <a:lnTo>
                    <a:pt x="3134" y="6227"/>
                  </a:lnTo>
                  <a:close/>
                </a:path>
              </a:pathLst>
            </a:custGeom>
            <a:solidFill>
              <a:srgbClr val="E5F0E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5" name="pg1164"/>
            <p:cNvSpPr/>
            <p:nvPr/>
          </p:nvSpPr>
          <p:spPr>
            <a:xfrm>
              <a:off x="4800317" y="3234496"/>
              <a:ext cx="14650" cy="38520"/>
            </a:xfrm>
            <a:custGeom>
              <a:avLst/>
              <a:pathLst>
                <a:path w="14650" h="38520">
                  <a:moveTo>
                    <a:pt x="4459" y="1268"/>
                  </a:moveTo>
                  <a:lnTo>
                    <a:pt x="5080" y="1519"/>
                  </a:lnTo>
                  <a:lnTo>
                    <a:pt x="7030" y="630"/>
                  </a:lnTo>
                  <a:lnTo>
                    <a:pt x="7827" y="1076"/>
                  </a:lnTo>
                  <a:lnTo>
                    <a:pt x="8363" y="2768"/>
                  </a:lnTo>
                  <a:lnTo>
                    <a:pt x="9028" y="3299"/>
                  </a:lnTo>
                  <a:lnTo>
                    <a:pt x="9554" y="4171"/>
                  </a:lnTo>
                  <a:lnTo>
                    <a:pt x="10532" y="2662"/>
                  </a:lnTo>
                  <a:lnTo>
                    <a:pt x="11527" y="4381"/>
                  </a:lnTo>
                  <a:lnTo>
                    <a:pt x="12410" y="7592"/>
                  </a:lnTo>
                  <a:lnTo>
                    <a:pt x="13451" y="9868"/>
                  </a:lnTo>
                  <a:lnTo>
                    <a:pt x="14432" y="11559"/>
                  </a:lnTo>
                  <a:lnTo>
                    <a:pt x="14626" y="12810"/>
                  </a:lnTo>
                  <a:lnTo>
                    <a:pt x="14030" y="14858"/>
                  </a:lnTo>
                  <a:lnTo>
                    <a:pt x="13848" y="17458"/>
                  </a:lnTo>
                  <a:lnTo>
                    <a:pt x="13908" y="20250"/>
                  </a:lnTo>
                  <a:lnTo>
                    <a:pt x="14650" y="26128"/>
                  </a:lnTo>
                  <a:lnTo>
                    <a:pt x="14390" y="27722"/>
                  </a:lnTo>
                  <a:lnTo>
                    <a:pt x="13643" y="29976"/>
                  </a:lnTo>
                  <a:lnTo>
                    <a:pt x="13086" y="32485"/>
                  </a:lnTo>
                  <a:lnTo>
                    <a:pt x="13158" y="33498"/>
                  </a:lnTo>
                  <a:lnTo>
                    <a:pt x="12938" y="34326"/>
                  </a:lnTo>
                  <a:lnTo>
                    <a:pt x="12867" y="36103"/>
                  </a:lnTo>
                  <a:lnTo>
                    <a:pt x="12410" y="35734"/>
                  </a:lnTo>
                  <a:lnTo>
                    <a:pt x="11990" y="36014"/>
                  </a:lnTo>
                  <a:lnTo>
                    <a:pt x="11582" y="36809"/>
                  </a:lnTo>
                  <a:lnTo>
                    <a:pt x="10947" y="38520"/>
                  </a:lnTo>
                  <a:lnTo>
                    <a:pt x="9956" y="38002"/>
                  </a:lnTo>
                  <a:lnTo>
                    <a:pt x="9487" y="37497"/>
                  </a:lnTo>
                  <a:lnTo>
                    <a:pt x="9373" y="36014"/>
                  </a:lnTo>
                  <a:lnTo>
                    <a:pt x="9078" y="34969"/>
                  </a:lnTo>
                  <a:lnTo>
                    <a:pt x="8653" y="34349"/>
                  </a:lnTo>
                  <a:lnTo>
                    <a:pt x="7605" y="31791"/>
                  </a:lnTo>
                  <a:lnTo>
                    <a:pt x="7113" y="29867"/>
                  </a:lnTo>
                  <a:lnTo>
                    <a:pt x="7105" y="27814"/>
                  </a:lnTo>
                  <a:lnTo>
                    <a:pt x="6836" y="25901"/>
                  </a:lnTo>
                  <a:lnTo>
                    <a:pt x="6292" y="24193"/>
                  </a:lnTo>
                  <a:lnTo>
                    <a:pt x="5575" y="22883"/>
                  </a:lnTo>
                  <a:lnTo>
                    <a:pt x="5336" y="21625"/>
                  </a:lnTo>
                  <a:lnTo>
                    <a:pt x="5243" y="20137"/>
                  </a:lnTo>
                  <a:lnTo>
                    <a:pt x="5181" y="16328"/>
                  </a:lnTo>
                  <a:lnTo>
                    <a:pt x="4165" y="11577"/>
                  </a:lnTo>
                  <a:lnTo>
                    <a:pt x="3813" y="10438"/>
                  </a:lnTo>
                  <a:lnTo>
                    <a:pt x="2859" y="9264"/>
                  </a:lnTo>
                  <a:lnTo>
                    <a:pt x="2069" y="7752"/>
                  </a:lnTo>
                  <a:lnTo>
                    <a:pt x="1732" y="6245"/>
                  </a:lnTo>
                  <a:lnTo>
                    <a:pt x="1425" y="3809"/>
                  </a:lnTo>
                  <a:lnTo>
                    <a:pt x="1214" y="3457"/>
                  </a:lnTo>
                  <a:lnTo>
                    <a:pt x="597" y="3568"/>
                  </a:lnTo>
                  <a:lnTo>
                    <a:pt x="0" y="3252"/>
                  </a:lnTo>
                  <a:lnTo>
                    <a:pt x="173" y="1461"/>
                  </a:lnTo>
                  <a:lnTo>
                    <a:pt x="765" y="158"/>
                  </a:lnTo>
                  <a:lnTo>
                    <a:pt x="1582" y="0"/>
                  </a:lnTo>
                  <a:lnTo>
                    <a:pt x="3837" y="732"/>
                  </a:lnTo>
                  <a:close/>
                </a:path>
              </a:pathLst>
            </a:custGeom>
            <a:solidFill>
              <a:srgbClr val="E5F0E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6" name="pg1165"/>
            <p:cNvSpPr/>
            <p:nvPr/>
          </p:nvSpPr>
          <p:spPr>
            <a:xfrm>
              <a:off x="4818312" y="3233203"/>
              <a:ext cx="3745" cy="10672"/>
            </a:xfrm>
            <a:custGeom>
              <a:avLst/>
              <a:pathLst>
                <a:path w="3745" h="10672">
                  <a:moveTo>
                    <a:pt x="1216" y="763"/>
                  </a:moveTo>
                  <a:lnTo>
                    <a:pt x="1968" y="849"/>
                  </a:lnTo>
                  <a:lnTo>
                    <a:pt x="2201" y="572"/>
                  </a:lnTo>
                  <a:lnTo>
                    <a:pt x="3650" y="3042"/>
                  </a:lnTo>
                  <a:lnTo>
                    <a:pt x="3562" y="4293"/>
                  </a:lnTo>
                  <a:lnTo>
                    <a:pt x="3745" y="5940"/>
                  </a:lnTo>
                  <a:lnTo>
                    <a:pt x="2920" y="8791"/>
                  </a:lnTo>
                  <a:lnTo>
                    <a:pt x="2770" y="9750"/>
                  </a:lnTo>
                  <a:lnTo>
                    <a:pt x="2313" y="10672"/>
                  </a:lnTo>
                  <a:lnTo>
                    <a:pt x="741" y="8404"/>
                  </a:lnTo>
                  <a:lnTo>
                    <a:pt x="172" y="7019"/>
                  </a:lnTo>
                  <a:lnTo>
                    <a:pt x="0" y="4187"/>
                  </a:lnTo>
                  <a:lnTo>
                    <a:pt x="623" y="0"/>
                  </a:lnTo>
                  <a:close/>
                </a:path>
              </a:pathLst>
            </a:custGeom>
            <a:solidFill>
              <a:srgbClr val="E5F0E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7" name="pg1166"/>
            <p:cNvSpPr/>
            <p:nvPr/>
          </p:nvSpPr>
          <p:spPr>
            <a:xfrm>
              <a:off x="4797404" y="3224578"/>
              <a:ext cx="2113" cy="5173"/>
            </a:xfrm>
            <a:custGeom>
              <a:avLst/>
              <a:pathLst>
                <a:path w="2113" h="5173">
                  <a:moveTo>
                    <a:pt x="2094" y="3172"/>
                  </a:moveTo>
                  <a:lnTo>
                    <a:pt x="2113" y="5173"/>
                  </a:lnTo>
                  <a:lnTo>
                    <a:pt x="58" y="2236"/>
                  </a:lnTo>
                  <a:lnTo>
                    <a:pt x="0" y="1214"/>
                  </a:lnTo>
                  <a:lnTo>
                    <a:pt x="48" y="458"/>
                  </a:lnTo>
                  <a:lnTo>
                    <a:pt x="259" y="0"/>
                  </a:lnTo>
                  <a:lnTo>
                    <a:pt x="1365" y="1105"/>
                  </a:lnTo>
                  <a:close/>
                </a:path>
              </a:pathLst>
            </a:custGeom>
            <a:solidFill>
              <a:srgbClr val="E5F0E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8" name="pg1167"/>
            <p:cNvSpPr/>
            <p:nvPr/>
          </p:nvSpPr>
          <p:spPr>
            <a:xfrm>
              <a:off x="4845415" y="3218091"/>
              <a:ext cx="4610" cy="16135"/>
            </a:xfrm>
            <a:custGeom>
              <a:avLst/>
              <a:pathLst>
                <a:path w="4610" h="16135">
                  <a:moveTo>
                    <a:pt x="3835" y="13159"/>
                  </a:moveTo>
                  <a:lnTo>
                    <a:pt x="3512" y="15076"/>
                  </a:lnTo>
                  <a:lnTo>
                    <a:pt x="3115" y="14397"/>
                  </a:lnTo>
                  <a:lnTo>
                    <a:pt x="2551" y="14506"/>
                  </a:lnTo>
                  <a:lnTo>
                    <a:pt x="1663" y="16135"/>
                  </a:lnTo>
                  <a:lnTo>
                    <a:pt x="221" y="13947"/>
                  </a:lnTo>
                  <a:lnTo>
                    <a:pt x="0" y="12246"/>
                  </a:lnTo>
                  <a:lnTo>
                    <a:pt x="1034" y="8483"/>
                  </a:lnTo>
                  <a:lnTo>
                    <a:pt x="1023" y="2892"/>
                  </a:lnTo>
                  <a:lnTo>
                    <a:pt x="1399" y="1519"/>
                  </a:lnTo>
                  <a:lnTo>
                    <a:pt x="1795" y="533"/>
                  </a:lnTo>
                  <a:lnTo>
                    <a:pt x="2267" y="0"/>
                  </a:lnTo>
                  <a:lnTo>
                    <a:pt x="3283" y="3859"/>
                  </a:lnTo>
                  <a:lnTo>
                    <a:pt x="3629" y="4328"/>
                  </a:lnTo>
                  <a:lnTo>
                    <a:pt x="4610" y="6103"/>
                  </a:lnTo>
                  <a:lnTo>
                    <a:pt x="4355" y="9677"/>
                  </a:lnTo>
                  <a:lnTo>
                    <a:pt x="4449" y="11764"/>
                  </a:lnTo>
                  <a:close/>
                </a:path>
              </a:pathLst>
            </a:custGeom>
            <a:solidFill>
              <a:srgbClr val="E5F0E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9" name="pg1168"/>
            <p:cNvSpPr/>
            <p:nvPr/>
          </p:nvSpPr>
          <p:spPr>
            <a:xfrm>
              <a:off x="4819908" y="3213624"/>
              <a:ext cx="2795" cy="6523"/>
            </a:xfrm>
            <a:custGeom>
              <a:avLst/>
              <a:pathLst>
                <a:path w="2795" h="6523">
                  <a:moveTo>
                    <a:pt x="2795" y="5316"/>
                  </a:moveTo>
                  <a:lnTo>
                    <a:pt x="2757" y="6523"/>
                  </a:lnTo>
                  <a:lnTo>
                    <a:pt x="125" y="2148"/>
                  </a:lnTo>
                  <a:lnTo>
                    <a:pt x="4" y="1396"/>
                  </a:lnTo>
                  <a:lnTo>
                    <a:pt x="0" y="698"/>
                  </a:lnTo>
                  <a:lnTo>
                    <a:pt x="160" y="0"/>
                  </a:lnTo>
                  <a:close/>
                </a:path>
              </a:pathLst>
            </a:custGeom>
            <a:solidFill>
              <a:srgbClr val="E5F0E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0" name="pg1169"/>
            <p:cNvSpPr/>
            <p:nvPr/>
          </p:nvSpPr>
          <p:spPr>
            <a:xfrm>
              <a:off x="4818377" y="3189464"/>
              <a:ext cx="2818" cy="11533"/>
            </a:xfrm>
            <a:custGeom>
              <a:avLst/>
              <a:pathLst>
                <a:path w="2818" h="11533">
                  <a:moveTo>
                    <a:pt x="2598" y="1222"/>
                  </a:moveTo>
                  <a:lnTo>
                    <a:pt x="2818" y="2260"/>
                  </a:lnTo>
                  <a:lnTo>
                    <a:pt x="2576" y="2208"/>
                  </a:lnTo>
                  <a:lnTo>
                    <a:pt x="2400" y="2396"/>
                  </a:lnTo>
                  <a:lnTo>
                    <a:pt x="1827" y="4533"/>
                  </a:lnTo>
                  <a:lnTo>
                    <a:pt x="2454" y="8479"/>
                  </a:lnTo>
                  <a:lnTo>
                    <a:pt x="2063" y="11353"/>
                  </a:lnTo>
                  <a:lnTo>
                    <a:pt x="1373" y="11533"/>
                  </a:lnTo>
                  <a:lnTo>
                    <a:pt x="1100" y="11225"/>
                  </a:lnTo>
                  <a:lnTo>
                    <a:pt x="1241" y="9805"/>
                  </a:lnTo>
                  <a:lnTo>
                    <a:pt x="1392" y="9153"/>
                  </a:lnTo>
                  <a:lnTo>
                    <a:pt x="1251" y="7280"/>
                  </a:lnTo>
                  <a:lnTo>
                    <a:pt x="840" y="6103"/>
                  </a:lnTo>
                  <a:lnTo>
                    <a:pt x="511" y="3817"/>
                  </a:lnTo>
                  <a:lnTo>
                    <a:pt x="0" y="2446"/>
                  </a:lnTo>
                  <a:lnTo>
                    <a:pt x="237" y="243"/>
                  </a:lnTo>
                  <a:lnTo>
                    <a:pt x="1844" y="0"/>
                  </a:lnTo>
                  <a:close/>
                </a:path>
              </a:pathLst>
            </a:custGeom>
            <a:solidFill>
              <a:srgbClr val="E5F0E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1" name="pg1170"/>
            <p:cNvSpPr/>
            <p:nvPr/>
          </p:nvSpPr>
          <p:spPr>
            <a:xfrm>
              <a:off x="4793289" y="3084006"/>
              <a:ext cx="53391" cy="178718"/>
            </a:xfrm>
            <a:custGeom>
              <a:avLst/>
              <a:pathLst>
                <a:path w="53391" h="178718">
                  <a:moveTo>
                    <a:pt x="16327" y="0"/>
                  </a:moveTo>
                  <a:lnTo>
                    <a:pt x="18191" y="1532"/>
                  </a:lnTo>
                  <a:lnTo>
                    <a:pt x="22316" y="7056"/>
                  </a:lnTo>
                  <a:lnTo>
                    <a:pt x="23825" y="8427"/>
                  </a:lnTo>
                  <a:lnTo>
                    <a:pt x="25395" y="9451"/>
                  </a:lnTo>
                  <a:lnTo>
                    <a:pt x="26638" y="9754"/>
                  </a:lnTo>
                  <a:lnTo>
                    <a:pt x="27746" y="8490"/>
                  </a:lnTo>
                  <a:lnTo>
                    <a:pt x="28215" y="7198"/>
                  </a:lnTo>
                  <a:lnTo>
                    <a:pt x="29064" y="3803"/>
                  </a:lnTo>
                  <a:lnTo>
                    <a:pt x="29972" y="3387"/>
                  </a:lnTo>
                  <a:lnTo>
                    <a:pt x="30513" y="4622"/>
                  </a:lnTo>
                  <a:lnTo>
                    <a:pt x="30931" y="6279"/>
                  </a:lnTo>
                  <a:lnTo>
                    <a:pt x="31116" y="8716"/>
                  </a:lnTo>
                  <a:lnTo>
                    <a:pt x="30858" y="11258"/>
                  </a:lnTo>
                  <a:lnTo>
                    <a:pt x="29993" y="13537"/>
                  </a:lnTo>
                  <a:lnTo>
                    <a:pt x="29464" y="16282"/>
                  </a:lnTo>
                  <a:lnTo>
                    <a:pt x="29117" y="25376"/>
                  </a:lnTo>
                  <a:lnTo>
                    <a:pt x="29133" y="28097"/>
                  </a:lnTo>
                  <a:lnTo>
                    <a:pt x="29412" y="30719"/>
                  </a:lnTo>
                  <a:lnTo>
                    <a:pt x="30163" y="34880"/>
                  </a:lnTo>
                  <a:lnTo>
                    <a:pt x="30556" y="36050"/>
                  </a:lnTo>
                  <a:lnTo>
                    <a:pt x="31692" y="37539"/>
                  </a:lnTo>
                  <a:lnTo>
                    <a:pt x="31999" y="38664"/>
                  </a:lnTo>
                  <a:lnTo>
                    <a:pt x="32065" y="40686"/>
                  </a:lnTo>
                  <a:lnTo>
                    <a:pt x="32243" y="42466"/>
                  </a:lnTo>
                  <a:lnTo>
                    <a:pt x="32979" y="43146"/>
                  </a:lnTo>
                  <a:lnTo>
                    <a:pt x="33604" y="44040"/>
                  </a:lnTo>
                  <a:lnTo>
                    <a:pt x="33370" y="46015"/>
                  </a:lnTo>
                  <a:lnTo>
                    <a:pt x="32980" y="48024"/>
                  </a:lnTo>
                  <a:lnTo>
                    <a:pt x="32466" y="52970"/>
                  </a:lnTo>
                  <a:lnTo>
                    <a:pt x="30030" y="64419"/>
                  </a:lnTo>
                  <a:lnTo>
                    <a:pt x="29887" y="66892"/>
                  </a:lnTo>
                  <a:lnTo>
                    <a:pt x="28924" y="71817"/>
                  </a:lnTo>
                  <a:lnTo>
                    <a:pt x="26968" y="72612"/>
                  </a:lnTo>
                  <a:lnTo>
                    <a:pt x="24701" y="74990"/>
                  </a:lnTo>
                  <a:lnTo>
                    <a:pt x="23440" y="76843"/>
                  </a:lnTo>
                  <a:lnTo>
                    <a:pt x="22345" y="79251"/>
                  </a:lnTo>
                  <a:lnTo>
                    <a:pt x="21926" y="82398"/>
                  </a:lnTo>
                  <a:lnTo>
                    <a:pt x="22285" y="83838"/>
                  </a:lnTo>
                  <a:lnTo>
                    <a:pt x="22514" y="85374"/>
                  </a:lnTo>
                  <a:lnTo>
                    <a:pt x="22488" y="87035"/>
                  </a:lnTo>
                  <a:lnTo>
                    <a:pt x="22148" y="88413"/>
                  </a:lnTo>
                  <a:lnTo>
                    <a:pt x="21059" y="91772"/>
                  </a:lnTo>
                  <a:lnTo>
                    <a:pt x="20599" y="94516"/>
                  </a:lnTo>
                  <a:lnTo>
                    <a:pt x="20110" y="95745"/>
                  </a:lnTo>
                  <a:lnTo>
                    <a:pt x="19870" y="97242"/>
                  </a:lnTo>
                  <a:lnTo>
                    <a:pt x="19951" y="98950"/>
                  </a:lnTo>
                  <a:lnTo>
                    <a:pt x="20390" y="100436"/>
                  </a:lnTo>
                  <a:lnTo>
                    <a:pt x="21719" y="106852"/>
                  </a:lnTo>
                  <a:lnTo>
                    <a:pt x="23140" y="113048"/>
                  </a:lnTo>
                  <a:lnTo>
                    <a:pt x="23446" y="113759"/>
                  </a:lnTo>
                  <a:lnTo>
                    <a:pt x="23565" y="114590"/>
                  </a:lnTo>
                  <a:lnTo>
                    <a:pt x="22725" y="116232"/>
                  </a:lnTo>
                  <a:lnTo>
                    <a:pt x="22742" y="119204"/>
                  </a:lnTo>
                  <a:lnTo>
                    <a:pt x="22993" y="122149"/>
                  </a:lnTo>
                  <a:lnTo>
                    <a:pt x="24252" y="129457"/>
                  </a:lnTo>
                  <a:lnTo>
                    <a:pt x="24432" y="131410"/>
                  </a:lnTo>
                  <a:lnTo>
                    <a:pt x="24845" y="133012"/>
                  </a:lnTo>
                  <a:lnTo>
                    <a:pt x="25489" y="134513"/>
                  </a:lnTo>
                  <a:lnTo>
                    <a:pt x="26201" y="135774"/>
                  </a:lnTo>
                  <a:lnTo>
                    <a:pt x="28247" y="137939"/>
                  </a:lnTo>
                  <a:lnTo>
                    <a:pt x="29036" y="138365"/>
                  </a:lnTo>
                  <a:lnTo>
                    <a:pt x="29857" y="138440"/>
                  </a:lnTo>
                  <a:lnTo>
                    <a:pt x="30061" y="136983"/>
                  </a:lnTo>
                  <a:lnTo>
                    <a:pt x="30781" y="136489"/>
                  </a:lnTo>
                  <a:lnTo>
                    <a:pt x="30621" y="135055"/>
                  </a:lnTo>
                  <a:lnTo>
                    <a:pt x="29745" y="133077"/>
                  </a:lnTo>
                  <a:lnTo>
                    <a:pt x="29711" y="132002"/>
                  </a:lnTo>
                  <a:lnTo>
                    <a:pt x="30171" y="131204"/>
                  </a:lnTo>
                  <a:lnTo>
                    <a:pt x="30721" y="130738"/>
                  </a:lnTo>
                  <a:lnTo>
                    <a:pt x="31953" y="128580"/>
                  </a:lnTo>
                  <a:lnTo>
                    <a:pt x="33258" y="126851"/>
                  </a:lnTo>
                  <a:lnTo>
                    <a:pt x="34920" y="126994"/>
                  </a:lnTo>
                  <a:lnTo>
                    <a:pt x="36552" y="127959"/>
                  </a:lnTo>
                  <a:lnTo>
                    <a:pt x="37710" y="128966"/>
                  </a:lnTo>
                  <a:lnTo>
                    <a:pt x="38662" y="130819"/>
                  </a:lnTo>
                  <a:lnTo>
                    <a:pt x="39641" y="134018"/>
                  </a:lnTo>
                  <a:lnTo>
                    <a:pt x="40329" y="137560"/>
                  </a:lnTo>
                  <a:lnTo>
                    <a:pt x="40326" y="139251"/>
                  </a:lnTo>
                  <a:lnTo>
                    <a:pt x="40158" y="140943"/>
                  </a:lnTo>
                  <a:lnTo>
                    <a:pt x="40195" y="142618"/>
                  </a:lnTo>
                  <a:lnTo>
                    <a:pt x="40706" y="143757"/>
                  </a:lnTo>
                  <a:lnTo>
                    <a:pt x="42285" y="143842"/>
                  </a:lnTo>
                  <a:lnTo>
                    <a:pt x="43083" y="141210"/>
                  </a:lnTo>
                  <a:lnTo>
                    <a:pt x="43186" y="138251"/>
                  </a:lnTo>
                  <a:lnTo>
                    <a:pt x="42624" y="137102"/>
                  </a:lnTo>
                  <a:lnTo>
                    <a:pt x="42882" y="135644"/>
                  </a:lnTo>
                  <a:lnTo>
                    <a:pt x="43368" y="134554"/>
                  </a:lnTo>
                  <a:lnTo>
                    <a:pt x="44064" y="135530"/>
                  </a:lnTo>
                  <a:lnTo>
                    <a:pt x="44733" y="137374"/>
                  </a:lnTo>
                  <a:lnTo>
                    <a:pt x="47176" y="139376"/>
                  </a:lnTo>
                  <a:lnTo>
                    <a:pt x="47801" y="139420"/>
                  </a:lnTo>
                  <a:lnTo>
                    <a:pt x="48312" y="139795"/>
                  </a:lnTo>
                  <a:lnTo>
                    <a:pt x="49405" y="141190"/>
                  </a:lnTo>
                  <a:lnTo>
                    <a:pt x="49916" y="142298"/>
                  </a:lnTo>
                  <a:lnTo>
                    <a:pt x="49290" y="144599"/>
                  </a:lnTo>
                  <a:lnTo>
                    <a:pt x="46863" y="145110"/>
                  </a:lnTo>
                  <a:lnTo>
                    <a:pt x="46162" y="146844"/>
                  </a:lnTo>
                  <a:lnTo>
                    <a:pt x="46875" y="150322"/>
                  </a:lnTo>
                  <a:lnTo>
                    <a:pt x="48039" y="153173"/>
                  </a:lnTo>
                  <a:lnTo>
                    <a:pt x="48785" y="155480"/>
                  </a:lnTo>
                  <a:lnTo>
                    <a:pt x="49448" y="157963"/>
                  </a:lnTo>
                  <a:lnTo>
                    <a:pt x="49416" y="160264"/>
                  </a:lnTo>
                  <a:lnTo>
                    <a:pt x="49033" y="162659"/>
                  </a:lnTo>
                  <a:lnTo>
                    <a:pt x="50100" y="162469"/>
                  </a:lnTo>
                  <a:lnTo>
                    <a:pt x="51105" y="162979"/>
                  </a:lnTo>
                  <a:lnTo>
                    <a:pt x="52494" y="164982"/>
                  </a:lnTo>
                  <a:lnTo>
                    <a:pt x="52926" y="165187"/>
                  </a:lnTo>
                  <a:lnTo>
                    <a:pt x="53391" y="164868"/>
                  </a:lnTo>
                  <a:lnTo>
                    <a:pt x="53325" y="172097"/>
                  </a:lnTo>
                  <a:lnTo>
                    <a:pt x="52380" y="178718"/>
                  </a:lnTo>
                  <a:lnTo>
                    <a:pt x="51185" y="177894"/>
                  </a:lnTo>
                  <a:lnTo>
                    <a:pt x="50162" y="175095"/>
                  </a:lnTo>
                  <a:lnTo>
                    <a:pt x="50371" y="171688"/>
                  </a:lnTo>
                  <a:lnTo>
                    <a:pt x="51024" y="168396"/>
                  </a:lnTo>
                  <a:lnTo>
                    <a:pt x="50651" y="167700"/>
                  </a:lnTo>
                  <a:lnTo>
                    <a:pt x="49992" y="167975"/>
                  </a:lnTo>
                  <a:lnTo>
                    <a:pt x="49242" y="168716"/>
                  </a:lnTo>
                  <a:lnTo>
                    <a:pt x="48434" y="168972"/>
                  </a:lnTo>
                  <a:lnTo>
                    <a:pt x="47102" y="168533"/>
                  </a:lnTo>
                  <a:lnTo>
                    <a:pt x="44367" y="164947"/>
                  </a:lnTo>
                  <a:lnTo>
                    <a:pt x="43253" y="164623"/>
                  </a:lnTo>
                  <a:lnTo>
                    <a:pt x="43004" y="163000"/>
                  </a:lnTo>
                  <a:lnTo>
                    <a:pt x="43065" y="159556"/>
                  </a:lnTo>
                  <a:lnTo>
                    <a:pt x="41974" y="155480"/>
                  </a:lnTo>
                  <a:lnTo>
                    <a:pt x="41799" y="154021"/>
                  </a:lnTo>
                  <a:lnTo>
                    <a:pt x="41454" y="152872"/>
                  </a:lnTo>
                  <a:lnTo>
                    <a:pt x="38199" y="148434"/>
                  </a:lnTo>
                  <a:lnTo>
                    <a:pt x="37800" y="147687"/>
                  </a:lnTo>
                  <a:lnTo>
                    <a:pt x="36799" y="144146"/>
                  </a:lnTo>
                  <a:lnTo>
                    <a:pt x="34531" y="139106"/>
                  </a:lnTo>
                  <a:lnTo>
                    <a:pt x="33895" y="138591"/>
                  </a:lnTo>
                  <a:lnTo>
                    <a:pt x="33204" y="138446"/>
                  </a:lnTo>
                  <a:lnTo>
                    <a:pt x="32980" y="139724"/>
                  </a:lnTo>
                  <a:lnTo>
                    <a:pt x="33294" y="141689"/>
                  </a:lnTo>
                  <a:lnTo>
                    <a:pt x="33421" y="143377"/>
                  </a:lnTo>
                  <a:lnTo>
                    <a:pt x="33373" y="145148"/>
                  </a:lnTo>
                  <a:lnTo>
                    <a:pt x="33468" y="146517"/>
                  </a:lnTo>
                  <a:lnTo>
                    <a:pt x="34543" y="149319"/>
                  </a:lnTo>
                  <a:lnTo>
                    <a:pt x="34703" y="150645"/>
                  </a:lnTo>
                  <a:lnTo>
                    <a:pt x="35416" y="154243"/>
                  </a:lnTo>
                  <a:lnTo>
                    <a:pt x="35504" y="158445"/>
                  </a:lnTo>
                  <a:lnTo>
                    <a:pt x="34588" y="160189"/>
                  </a:lnTo>
                  <a:lnTo>
                    <a:pt x="33556" y="158243"/>
                  </a:lnTo>
                  <a:lnTo>
                    <a:pt x="33523" y="156658"/>
                  </a:lnTo>
                  <a:lnTo>
                    <a:pt x="33345" y="155184"/>
                  </a:lnTo>
                  <a:lnTo>
                    <a:pt x="32236" y="151365"/>
                  </a:lnTo>
                  <a:lnTo>
                    <a:pt x="31866" y="150542"/>
                  </a:lnTo>
                  <a:lnTo>
                    <a:pt x="29778" y="146771"/>
                  </a:lnTo>
                  <a:lnTo>
                    <a:pt x="28163" y="142630"/>
                  </a:lnTo>
                  <a:lnTo>
                    <a:pt x="24570" y="138219"/>
                  </a:lnTo>
                  <a:lnTo>
                    <a:pt x="24143" y="137977"/>
                  </a:lnTo>
                  <a:lnTo>
                    <a:pt x="23519" y="138310"/>
                  </a:lnTo>
                  <a:lnTo>
                    <a:pt x="22931" y="138860"/>
                  </a:lnTo>
                  <a:lnTo>
                    <a:pt x="21196" y="141040"/>
                  </a:lnTo>
                  <a:lnTo>
                    <a:pt x="20583" y="142559"/>
                  </a:lnTo>
                  <a:lnTo>
                    <a:pt x="20529" y="144891"/>
                  </a:lnTo>
                  <a:lnTo>
                    <a:pt x="19284" y="146745"/>
                  </a:lnTo>
                  <a:lnTo>
                    <a:pt x="17570" y="147006"/>
                  </a:lnTo>
                  <a:lnTo>
                    <a:pt x="16254" y="145847"/>
                  </a:lnTo>
                  <a:lnTo>
                    <a:pt x="15165" y="143524"/>
                  </a:lnTo>
                  <a:lnTo>
                    <a:pt x="14265" y="143413"/>
                  </a:lnTo>
                  <a:lnTo>
                    <a:pt x="13148" y="139783"/>
                  </a:lnTo>
                  <a:lnTo>
                    <a:pt x="11788" y="139316"/>
                  </a:lnTo>
                  <a:lnTo>
                    <a:pt x="10667" y="142154"/>
                  </a:lnTo>
                  <a:lnTo>
                    <a:pt x="10426" y="136515"/>
                  </a:lnTo>
                  <a:lnTo>
                    <a:pt x="10419" y="130820"/>
                  </a:lnTo>
                  <a:lnTo>
                    <a:pt x="10735" y="129157"/>
                  </a:lnTo>
                  <a:lnTo>
                    <a:pt x="11290" y="127772"/>
                  </a:lnTo>
                  <a:lnTo>
                    <a:pt x="14140" y="121806"/>
                  </a:lnTo>
                  <a:lnTo>
                    <a:pt x="14499" y="119890"/>
                  </a:lnTo>
                  <a:lnTo>
                    <a:pt x="14374" y="117316"/>
                  </a:lnTo>
                  <a:lnTo>
                    <a:pt x="13726" y="115226"/>
                  </a:lnTo>
                  <a:lnTo>
                    <a:pt x="12707" y="113955"/>
                  </a:lnTo>
                  <a:lnTo>
                    <a:pt x="11530" y="113429"/>
                  </a:lnTo>
                  <a:lnTo>
                    <a:pt x="10681" y="112260"/>
                  </a:lnTo>
                  <a:lnTo>
                    <a:pt x="10016" y="110337"/>
                  </a:lnTo>
                  <a:lnTo>
                    <a:pt x="9566" y="113739"/>
                  </a:lnTo>
                  <a:lnTo>
                    <a:pt x="10004" y="118806"/>
                  </a:lnTo>
                  <a:lnTo>
                    <a:pt x="10077" y="122101"/>
                  </a:lnTo>
                  <a:lnTo>
                    <a:pt x="9674" y="123335"/>
                  </a:lnTo>
                  <a:lnTo>
                    <a:pt x="8943" y="123370"/>
                  </a:lnTo>
                  <a:lnTo>
                    <a:pt x="8250" y="122980"/>
                  </a:lnTo>
                  <a:lnTo>
                    <a:pt x="7730" y="121800"/>
                  </a:lnTo>
                  <a:lnTo>
                    <a:pt x="7354" y="118402"/>
                  </a:lnTo>
                  <a:lnTo>
                    <a:pt x="6362" y="116154"/>
                  </a:lnTo>
                  <a:lnTo>
                    <a:pt x="5959" y="112935"/>
                  </a:lnTo>
                  <a:lnTo>
                    <a:pt x="5509" y="112478"/>
                  </a:lnTo>
                  <a:lnTo>
                    <a:pt x="4584" y="112726"/>
                  </a:lnTo>
                  <a:lnTo>
                    <a:pt x="3903" y="111228"/>
                  </a:lnTo>
                  <a:lnTo>
                    <a:pt x="3445" y="107474"/>
                  </a:lnTo>
                  <a:lnTo>
                    <a:pt x="3349" y="103443"/>
                  </a:lnTo>
                  <a:lnTo>
                    <a:pt x="2963" y="100054"/>
                  </a:lnTo>
                  <a:lnTo>
                    <a:pt x="2407" y="96774"/>
                  </a:lnTo>
                  <a:lnTo>
                    <a:pt x="2083" y="94095"/>
                  </a:lnTo>
                  <a:lnTo>
                    <a:pt x="1581" y="82075"/>
                  </a:lnTo>
                  <a:lnTo>
                    <a:pt x="1457" y="80972"/>
                  </a:lnTo>
                  <a:lnTo>
                    <a:pt x="1192" y="80063"/>
                  </a:lnTo>
                  <a:lnTo>
                    <a:pt x="565" y="78698"/>
                  </a:lnTo>
                  <a:lnTo>
                    <a:pt x="86" y="77029"/>
                  </a:lnTo>
                  <a:lnTo>
                    <a:pt x="0" y="75654"/>
                  </a:lnTo>
                  <a:lnTo>
                    <a:pt x="130" y="69740"/>
                  </a:lnTo>
                  <a:lnTo>
                    <a:pt x="346" y="68316"/>
                  </a:lnTo>
                  <a:lnTo>
                    <a:pt x="840" y="67629"/>
                  </a:lnTo>
                  <a:lnTo>
                    <a:pt x="1515" y="68786"/>
                  </a:lnTo>
                  <a:lnTo>
                    <a:pt x="2054" y="70223"/>
                  </a:lnTo>
                  <a:lnTo>
                    <a:pt x="2721" y="70913"/>
                  </a:lnTo>
                  <a:lnTo>
                    <a:pt x="3309" y="71825"/>
                  </a:lnTo>
                  <a:lnTo>
                    <a:pt x="4414" y="75322"/>
                  </a:lnTo>
                  <a:lnTo>
                    <a:pt x="4849" y="75870"/>
                  </a:lnTo>
                  <a:lnTo>
                    <a:pt x="6208" y="75759"/>
                  </a:lnTo>
                  <a:lnTo>
                    <a:pt x="7010" y="75315"/>
                  </a:lnTo>
                  <a:lnTo>
                    <a:pt x="7396" y="74041"/>
                  </a:lnTo>
                  <a:lnTo>
                    <a:pt x="7640" y="72523"/>
                  </a:lnTo>
                  <a:lnTo>
                    <a:pt x="7646" y="70730"/>
                  </a:lnTo>
                  <a:lnTo>
                    <a:pt x="6863" y="65449"/>
                  </a:lnTo>
                  <a:lnTo>
                    <a:pt x="6623" y="61640"/>
                  </a:lnTo>
                  <a:lnTo>
                    <a:pt x="6612" y="58206"/>
                  </a:lnTo>
                  <a:lnTo>
                    <a:pt x="6817" y="54766"/>
                  </a:lnTo>
                  <a:lnTo>
                    <a:pt x="7885" y="49041"/>
                  </a:lnTo>
                  <a:lnTo>
                    <a:pt x="8022" y="45068"/>
                  </a:lnTo>
                  <a:lnTo>
                    <a:pt x="7920" y="39754"/>
                  </a:lnTo>
                  <a:lnTo>
                    <a:pt x="8108" y="36592"/>
                  </a:lnTo>
                  <a:lnTo>
                    <a:pt x="8076" y="34777"/>
                  </a:lnTo>
                  <a:lnTo>
                    <a:pt x="7437" y="31918"/>
                  </a:lnTo>
                  <a:lnTo>
                    <a:pt x="7270" y="28872"/>
                  </a:lnTo>
                  <a:lnTo>
                    <a:pt x="9058" y="13374"/>
                  </a:lnTo>
                  <a:lnTo>
                    <a:pt x="9617" y="10378"/>
                  </a:lnTo>
                  <a:lnTo>
                    <a:pt x="10025" y="7284"/>
                  </a:lnTo>
                  <a:lnTo>
                    <a:pt x="10211" y="3174"/>
                  </a:lnTo>
                  <a:lnTo>
                    <a:pt x="11548" y="2048"/>
                  </a:lnTo>
                  <a:lnTo>
                    <a:pt x="12820" y="350"/>
                  </a:lnTo>
                  <a:lnTo>
                    <a:pt x="13478" y="483"/>
                  </a:lnTo>
                  <a:lnTo>
                    <a:pt x="14175" y="891"/>
                  </a:lnTo>
                  <a:lnTo>
                    <a:pt x="15715" y="47"/>
                  </a:lnTo>
                  <a:close/>
                </a:path>
              </a:pathLst>
            </a:custGeom>
            <a:solidFill>
              <a:srgbClr val="E5F0E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2" name="pg1171"/>
            <p:cNvSpPr/>
            <p:nvPr/>
          </p:nvSpPr>
          <p:spPr>
            <a:xfrm>
              <a:off x="4818436" y="3072329"/>
              <a:ext cx="1982" cy="5541"/>
            </a:xfrm>
            <a:custGeom>
              <a:avLst/>
              <a:pathLst>
                <a:path w="1982" h="5541">
                  <a:moveTo>
                    <a:pt x="1175" y="3419"/>
                  </a:moveTo>
                  <a:lnTo>
                    <a:pt x="402" y="5541"/>
                  </a:lnTo>
                  <a:lnTo>
                    <a:pt x="0" y="4956"/>
                  </a:lnTo>
                  <a:lnTo>
                    <a:pt x="433" y="2892"/>
                  </a:lnTo>
                  <a:lnTo>
                    <a:pt x="421" y="2177"/>
                  </a:lnTo>
                  <a:lnTo>
                    <a:pt x="775" y="558"/>
                  </a:lnTo>
                  <a:lnTo>
                    <a:pt x="1440" y="0"/>
                  </a:lnTo>
                  <a:lnTo>
                    <a:pt x="1982" y="1589"/>
                  </a:lnTo>
                  <a:close/>
                </a:path>
              </a:pathLst>
            </a:custGeom>
            <a:solidFill>
              <a:srgbClr val="E5F0E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3" name="pg1172"/>
            <p:cNvSpPr/>
            <p:nvPr/>
          </p:nvSpPr>
          <p:spPr>
            <a:xfrm>
              <a:off x="4810632" y="3067213"/>
              <a:ext cx="821" cy="4976"/>
            </a:xfrm>
            <a:custGeom>
              <a:avLst/>
              <a:pathLst>
                <a:path w="821" h="4976">
                  <a:moveTo>
                    <a:pt x="821" y="2989"/>
                  </a:moveTo>
                  <a:lnTo>
                    <a:pt x="753" y="4976"/>
                  </a:lnTo>
                  <a:lnTo>
                    <a:pt x="136" y="3927"/>
                  </a:lnTo>
                  <a:lnTo>
                    <a:pt x="0" y="2428"/>
                  </a:lnTo>
                  <a:lnTo>
                    <a:pt x="62" y="1320"/>
                  </a:lnTo>
                  <a:lnTo>
                    <a:pt x="345" y="0"/>
                  </a:lnTo>
                  <a:lnTo>
                    <a:pt x="729" y="1199"/>
                  </a:lnTo>
                  <a:close/>
                </a:path>
              </a:pathLst>
            </a:custGeom>
            <a:solidFill>
              <a:srgbClr val="E5F0E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4" name="pg1173"/>
            <p:cNvSpPr/>
            <p:nvPr/>
          </p:nvSpPr>
          <p:spPr>
            <a:xfrm>
              <a:off x="4812945" y="3060837"/>
              <a:ext cx="1909" cy="3783"/>
            </a:xfrm>
            <a:custGeom>
              <a:avLst/>
              <a:pathLst>
                <a:path w="1909" h="3783">
                  <a:moveTo>
                    <a:pt x="1782" y="1105"/>
                  </a:moveTo>
                  <a:lnTo>
                    <a:pt x="1909" y="3783"/>
                  </a:lnTo>
                  <a:lnTo>
                    <a:pt x="1187" y="3723"/>
                  </a:lnTo>
                  <a:lnTo>
                    <a:pt x="101" y="2095"/>
                  </a:lnTo>
                  <a:lnTo>
                    <a:pt x="0" y="1272"/>
                  </a:lnTo>
                  <a:lnTo>
                    <a:pt x="16" y="581"/>
                  </a:lnTo>
                  <a:lnTo>
                    <a:pt x="207" y="0"/>
                  </a:lnTo>
                  <a:close/>
                </a:path>
              </a:pathLst>
            </a:custGeom>
            <a:solidFill>
              <a:srgbClr val="E5F0E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5" name="pg1174"/>
            <p:cNvSpPr/>
            <p:nvPr/>
          </p:nvSpPr>
          <p:spPr>
            <a:xfrm>
              <a:off x="4819519" y="3028918"/>
              <a:ext cx="1426" cy="3719"/>
            </a:xfrm>
            <a:custGeom>
              <a:avLst/>
              <a:pathLst>
                <a:path w="1426" h="3719">
                  <a:moveTo>
                    <a:pt x="560" y="3360"/>
                  </a:moveTo>
                  <a:lnTo>
                    <a:pt x="331" y="3719"/>
                  </a:lnTo>
                  <a:lnTo>
                    <a:pt x="0" y="3550"/>
                  </a:lnTo>
                  <a:lnTo>
                    <a:pt x="330" y="764"/>
                  </a:lnTo>
                  <a:lnTo>
                    <a:pt x="940" y="0"/>
                  </a:lnTo>
                  <a:lnTo>
                    <a:pt x="1426" y="301"/>
                  </a:lnTo>
                  <a:close/>
                </a:path>
              </a:pathLst>
            </a:custGeom>
            <a:solidFill>
              <a:srgbClr val="E5F0E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6" name="pg1175"/>
            <p:cNvSpPr/>
            <p:nvPr/>
          </p:nvSpPr>
          <p:spPr>
            <a:xfrm>
              <a:off x="4818015" y="3018231"/>
              <a:ext cx="1066" cy="4165"/>
            </a:xfrm>
            <a:custGeom>
              <a:avLst/>
              <a:pathLst>
                <a:path w="1066" h="4165">
                  <a:moveTo>
                    <a:pt x="1066" y="1754"/>
                  </a:moveTo>
                  <a:lnTo>
                    <a:pt x="474" y="4165"/>
                  </a:lnTo>
                  <a:lnTo>
                    <a:pt x="0" y="4139"/>
                  </a:lnTo>
                  <a:lnTo>
                    <a:pt x="71" y="2796"/>
                  </a:lnTo>
                  <a:lnTo>
                    <a:pt x="697" y="0"/>
                  </a:lnTo>
                  <a:lnTo>
                    <a:pt x="930" y="60"/>
                  </a:lnTo>
                  <a:close/>
                </a:path>
              </a:pathLst>
            </a:custGeom>
            <a:solidFill>
              <a:srgbClr val="E5F0E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7" name="pg1176"/>
            <p:cNvSpPr/>
            <p:nvPr/>
          </p:nvSpPr>
          <p:spPr>
            <a:xfrm>
              <a:off x="4931896" y="3543632"/>
              <a:ext cx="645" cy="1144"/>
            </a:xfrm>
            <a:custGeom>
              <a:avLst/>
              <a:pathLst>
                <a:path w="645" h="1144">
                  <a:moveTo>
                    <a:pt x="455" y="1015"/>
                  </a:moveTo>
                  <a:lnTo>
                    <a:pt x="178" y="1144"/>
                  </a:lnTo>
                  <a:lnTo>
                    <a:pt x="0" y="1044"/>
                  </a:lnTo>
                  <a:lnTo>
                    <a:pt x="21" y="624"/>
                  </a:lnTo>
                  <a:lnTo>
                    <a:pt x="202" y="191"/>
                  </a:lnTo>
                  <a:lnTo>
                    <a:pt x="455" y="0"/>
                  </a:lnTo>
                  <a:lnTo>
                    <a:pt x="645" y="147"/>
                  </a:lnTo>
                  <a:lnTo>
                    <a:pt x="625" y="546"/>
                  </a:lnTo>
                  <a:close/>
                </a:path>
              </a:pathLst>
            </a:custGeom>
            <a:solidFill>
              <a:srgbClr val="F5F9F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8" name="pg1177"/>
            <p:cNvSpPr/>
            <p:nvPr/>
          </p:nvSpPr>
          <p:spPr>
            <a:xfrm>
              <a:off x="4972983" y="3406185"/>
              <a:ext cx="1868" cy="10385"/>
            </a:xfrm>
            <a:custGeom>
              <a:avLst/>
              <a:pathLst>
                <a:path w="1868" h="10385">
                  <a:moveTo>
                    <a:pt x="1086" y="9753"/>
                  </a:moveTo>
                  <a:lnTo>
                    <a:pt x="346" y="10385"/>
                  </a:lnTo>
                  <a:lnTo>
                    <a:pt x="0" y="8125"/>
                  </a:lnTo>
                  <a:lnTo>
                    <a:pt x="115" y="5505"/>
                  </a:lnTo>
                  <a:lnTo>
                    <a:pt x="605" y="3491"/>
                  </a:lnTo>
                  <a:lnTo>
                    <a:pt x="1139" y="2846"/>
                  </a:lnTo>
                  <a:lnTo>
                    <a:pt x="1248" y="2615"/>
                  </a:lnTo>
                  <a:lnTo>
                    <a:pt x="1766" y="0"/>
                  </a:lnTo>
                  <a:lnTo>
                    <a:pt x="1868" y="1442"/>
                  </a:lnTo>
                  <a:lnTo>
                    <a:pt x="1541" y="6228"/>
                  </a:lnTo>
                  <a:lnTo>
                    <a:pt x="1121" y="8091"/>
                  </a:lnTo>
                  <a:close/>
                </a:path>
              </a:pathLst>
            </a:custGeom>
            <a:solidFill>
              <a:srgbClr val="F5F9F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9" name="pg1178"/>
            <p:cNvSpPr/>
            <p:nvPr/>
          </p:nvSpPr>
          <p:spPr>
            <a:xfrm>
              <a:off x="5200852" y="3968687"/>
              <a:ext cx="6779" cy="9055"/>
            </a:xfrm>
            <a:custGeom>
              <a:avLst/>
              <a:pathLst>
                <a:path w="6779" h="9055">
                  <a:moveTo>
                    <a:pt x="4052" y="4492"/>
                  </a:moveTo>
                  <a:lnTo>
                    <a:pt x="6088" y="6039"/>
                  </a:lnTo>
                  <a:lnTo>
                    <a:pt x="6779" y="7747"/>
                  </a:lnTo>
                  <a:lnTo>
                    <a:pt x="6043" y="8524"/>
                  </a:lnTo>
                  <a:lnTo>
                    <a:pt x="4266" y="9055"/>
                  </a:lnTo>
                  <a:lnTo>
                    <a:pt x="3846" y="8010"/>
                  </a:lnTo>
                  <a:lnTo>
                    <a:pt x="2137" y="6957"/>
                  </a:lnTo>
                  <a:lnTo>
                    <a:pt x="1869" y="5049"/>
                  </a:lnTo>
                  <a:lnTo>
                    <a:pt x="1014" y="5699"/>
                  </a:lnTo>
                  <a:lnTo>
                    <a:pt x="1447" y="4354"/>
                  </a:lnTo>
                  <a:lnTo>
                    <a:pt x="376" y="2842"/>
                  </a:lnTo>
                  <a:lnTo>
                    <a:pt x="41" y="819"/>
                  </a:lnTo>
                  <a:lnTo>
                    <a:pt x="0" y="0"/>
                  </a:lnTo>
                  <a:lnTo>
                    <a:pt x="1256" y="952"/>
                  </a:lnTo>
                  <a:close/>
                </a:path>
              </a:pathLst>
            </a:custGeom>
            <a:solidFill>
              <a:srgbClr val="FAFCF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0" name="pg1179"/>
            <p:cNvSpPr/>
            <p:nvPr/>
          </p:nvSpPr>
          <p:spPr>
            <a:xfrm>
              <a:off x="5210843" y="3968312"/>
              <a:ext cx="3136" cy="3376"/>
            </a:xfrm>
            <a:custGeom>
              <a:avLst/>
              <a:pathLst>
                <a:path w="3136" h="3376">
                  <a:moveTo>
                    <a:pt x="3136" y="1477"/>
                  </a:moveTo>
                  <a:lnTo>
                    <a:pt x="2956" y="3087"/>
                  </a:lnTo>
                  <a:lnTo>
                    <a:pt x="2512" y="2542"/>
                  </a:lnTo>
                  <a:lnTo>
                    <a:pt x="1191" y="3376"/>
                  </a:lnTo>
                  <a:lnTo>
                    <a:pt x="495" y="3188"/>
                  </a:lnTo>
                  <a:lnTo>
                    <a:pt x="93" y="1745"/>
                  </a:lnTo>
                  <a:lnTo>
                    <a:pt x="0" y="1079"/>
                  </a:lnTo>
                  <a:lnTo>
                    <a:pt x="1148" y="1598"/>
                  </a:lnTo>
                  <a:lnTo>
                    <a:pt x="954" y="0"/>
                  </a:lnTo>
                  <a:lnTo>
                    <a:pt x="2613" y="810"/>
                  </a:lnTo>
                  <a:close/>
                </a:path>
              </a:pathLst>
            </a:custGeom>
            <a:solidFill>
              <a:srgbClr val="FAFCF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1" name="pg1180"/>
            <p:cNvSpPr/>
            <p:nvPr/>
          </p:nvSpPr>
          <p:spPr>
            <a:xfrm>
              <a:off x="5171384" y="3945867"/>
              <a:ext cx="1377" cy="2706"/>
            </a:xfrm>
            <a:custGeom>
              <a:avLst/>
              <a:pathLst>
                <a:path w="1377" h="2706">
                  <a:moveTo>
                    <a:pt x="1377" y="398"/>
                  </a:moveTo>
                  <a:lnTo>
                    <a:pt x="1205" y="2706"/>
                  </a:lnTo>
                  <a:lnTo>
                    <a:pt x="202" y="2019"/>
                  </a:lnTo>
                  <a:lnTo>
                    <a:pt x="0" y="1523"/>
                  </a:lnTo>
                  <a:lnTo>
                    <a:pt x="165" y="66"/>
                  </a:lnTo>
                  <a:lnTo>
                    <a:pt x="1052" y="0"/>
                  </a:lnTo>
                  <a:close/>
                </a:path>
              </a:pathLst>
            </a:custGeom>
            <a:solidFill>
              <a:srgbClr val="FAFCF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2" name="pg1181"/>
            <p:cNvSpPr/>
            <p:nvPr/>
          </p:nvSpPr>
          <p:spPr>
            <a:xfrm>
              <a:off x="5171267" y="3920964"/>
              <a:ext cx="6342" cy="14350"/>
            </a:xfrm>
            <a:custGeom>
              <a:avLst/>
              <a:pathLst>
                <a:path w="6342" h="14350">
                  <a:moveTo>
                    <a:pt x="3715" y="9190"/>
                  </a:moveTo>
                  <a:lnTo>
                    <a:pt x="4233" y="9193"/>
                  </a:lnTo>
                  <a:lnTo>
                    <a:pt x="5097" y="6986"/>
                  </a:lnTo>
                  <a:lnTo>
                    <a:pt x="5844" y="6310"/>
                  </a:lnTo>
                  <a:lnTo>
                    <a:pt x="6342" y="7317"/>
                  </a:lnTo>
                  <a:lnTo>
                    <a:pt x="5542" y="14350"/>
                  </a:lnTo>
                  <a:lnTo>
                    <a:pt x="4867" y="13291"/>
                  </a:lnTo>
                  <a:lnTo>
                    <a:pt x="2231" y="11331"/>
                  </a:lnTo>
                  <a:lnTo>
                    <a:pt x="2149" y="8550"/>
                  </a:lnTo>
                  <a:lnTo>
                    <a:pt x="1462" y="7652"/>
                  </a:lnTo>
                  <a:lnTo>
                    <a:pt x="1038" y="4937"/>
                  </a:lnTo>
                  <a:lnTo>
                    <a:pt x="165" y="1927"/>
                  </a:lnTo>
                  <a:lnTo>
                    <a:pt x="0" y="0"/>
                  </a:lnTo>
                  <a:lnTo>
                    <a:pt x="495" y="793"/>
                  </a:lnTo>
                  <a:lnTo>
                    <a:pt x="1050" y="2758"/>
                  </a:lnTo>
                  <a:lnTo>
                    <a:pt x="3356" y="6792"/>
                  </a:lnTo>
                  <a:lnTo>
                    <a:pt x="3266" y="8097"/>
                  </a:lnTo>
                  <a:close/>
                </a:path>
              </a:pathLst>
            </a:custGeom>
            <a:solidFill>
              <a:srgbClr val="FAFCF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3" name="pg1182"/>
            <p:cNvSpPr/>
            <p:nvPr/>
          </p:nvSpPr>
          <p:spPr>
            <a:xfrm>
              <a:off x="5167067" y="3910224"/>
              <a:ext cx="5693" cy="10555"/>
            </a:xfrm>
            <a:custGeom>
              <a:avLst/>
              <a:pathLst>
                <a:path w="5693" h="10555">
                  <a:moveTo>
                    <a:pt x="1181" y="28"/>
                  </a:moveTo>
                  <a:lnTo>
                    <a:pt x="2895" y="2449"/>
                  </a:lnTo>
                  <a:lnTo>
                    <a:pt x="3839" y="1740"/>
                  </a:lnTo>
                  <a:lnTo>
                    <a:pt x="4353" y="2138"/>
                  </a:lnTo>
                  <a:lnTo>
                    <a:pt x="5455" y="4937"/>
                  </a:lnTo>
                  <a:lnTo>
                    <a:pt x="5516" y="6983"/>
                  </a:lnTo>
                  <a:lnTo>
                    <a:pt x="5693" y="8740"/>
                  </a:lnTo>
                  <a:lnTo>
                    <a:pt x="5637" y="9511"/>
                  </a:lnTo>
                  <a:lnTo>
                    <a:pt x="5028" y="10555"/>
                  </a:lnTo>
                  <a:lnTo>
                    <a:pt x="5079" y="9366"/>
                  </a:lnTo>
                  <a:lnTo>
                    <a:pt x="4613" y="9135"/>
                  </a:lnTo>
                  <a:lnTo>
                    <a:pt x="3008" y="9187"/>
                  </a:lnTo>
                  <a:lnTo>
                    <a:pt x="1765" y="8437"/>
                  </a:lnTo>
                  <a:lnTo>
                    <a:pt x="58" y="8244"/>
                  </a:lnTo>
                  <a:lnTo>
                    <a:pt x="778" y="6385"/>
                  </a:lnTo>
                  <a:lnTo>
                    <a:pt x="938" y="5629"/>
                  </a:lnTo>
                  <a:lnTo>
                    <a:pt x="39" y="2640"/>
                  </a:lnTo>
                  <a:lnTo>
                    <a:pt x="0" y="1211"/>
                  </a:lnTo>
                  <a:lnTo>
                    <a:pt x="71" y="424"/>
                  </a:lnTo>
                  <a:lnTo>
                    <a:pt x="822" y="0"/>
                  </a:lnTo>
                  <a:close/>
                </a:path>
              </a:pathLst>
            </a:custGeom>
            <a:solidFill>
              <a:srgbClr val="FAFCF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4" name="pg1183"/>
            <p:cNvSpPr/>
            <p:nvPr/>
          </p:nvSpPr>
          <p:spPr>
            <a:xfrm>
              <a:off x="5163146" y="3906109"/>
              <a:ext cx="3149" cy="9225"/>
            </a:xfrm>
            <a:custGeom>
              <a:avLst/>
              <a:pathLst>
                <a:path w="3149" h="9225">
                  <a:moveTo>
                    <a:pt x="2871" y="8495"/>
                  </a:moveTo>
                  <a:lnTo>
                    <a:pt x="2700" y="9225"/>
                  </a:lnTo>
                  <a:lnTo>
                    <a:pt x="1987" y="8688"/>
                  </a:lnTo>
                  <a:lnTo>
                    <a:pt x="0" y="4596"/>
                  </a:lnTo>
                  <a:lnTo>
                    <a:pt x="307" y="1572"/>
                  </a:lnTo>
                  <a:lnTo>
                    <a:pt x="1200" y="0"/>
                  </a:lnTo>
                  <a:lnTo>
                    <a:pt x="2563" y="1708"/>
                  </a:lnTo>
                  <a:lnTo>
                    <a:pt x="3013" y="4215"/>
                  </a:lnTo>
                  <a:lnTo>
                    <a:pt x="3149" y="5618"/>
                  </a:lnTo>
                  <a:close/>
                </a:path>
              </a:pathLst>
            </a:custGeom>
            <a:solidFill>
              <a:srgbClr val="FAFCF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5" name="pg1184"/>
            <p:cNvSpPr/>
            <p:nvPr/>
          </p:nvSpPr>
          <p:spPr>
            <a:xfrm>
              <a:off x="5192461" y="3898811"/>
              <a:ext cx="5852" cy="7828"/>
            </a:xfrm>
            <a:custGeom>
              <a:avLst/>
              <a:pathLst>
                <a:path w="5852" h="7828">
                  <a:moveTo>
                    <a:pt x="1411" y="0"/>
                  </a:moveTo>
                  <a:lnTo>
                    <a:pt x="2122" y="450"/>
                  </a:lnTo>
                  <a:lnTo>
                    <a:pt x="3594" y="230"/>
                  </a:lnTo>
                  <a:lnTo>
                    <a:pt x="4078" y="1924"/>
                  </a:lnTo>
                  <a:lnTo>
                    <a:pt x="4752" y="2507"/>
                  </a:lnTo>
                  <a:lnTo>
                    <a:pt x="5335" y="3272"/>
                  </a:lnTo>
                  <a:lnTo>
                    <a:pt x="5852" y="4386"/>
                  </a:lnTo>
                  <a:lnTo>
                    <a:pt x="5848" y="5064"/>
                  </a:lnTo>
                  <a:lnTo>
                    <a:pt x="5725" y="5655"/>
                  </a:lnTo>
                  <a:lnTo>
                    <a:pt x="5412" y="6183"/>
                  </a:lnTo>
                  <a:lnTo>
                    <a:pt x="5505" y="7375"/>
                  </a:lnTo>
                  <a:lnTo>
                    <a:pt x="4967" y="7199"/>
                  </a:lnTo>
                  <a:lnTo>
                    <a:pt x="4294" y="7828"/>
                  </a:lnTo>
                  <a:lnTo>
                    <a:pt x="2977" y="6434"/>
                  </a:lnTo>
                  <a:lnTo>
                    <a:pt x="2498" y="6120"/>
                  </a:lnTo>
                  <a:lnTo>
                    <a:pt x="2352" y="4925"/>
                  </a:lnTo>
                  <a:lnTo>
                    <a:pt x="1498" y="2926"/>
                  </a:lnTo>
                  <a:lnTo>
                    <a:pt x="0" y="1491"/>
                  </a:lnTo>
                  <a:lnTo>
                    <a:pt x="754" y="314"/>
                  </a:lnTo>
                  <a:close/>
                </a:path>
              </a:pathLst>
            </a:custGeom>
            <a:solidFill>
              <a:srgbClr val="FAFCF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6" name="pg1185"/>
            <p:cNvSpPr/>
            <p:nvPr/>
          </p:nvSpPr>
          <p:spPr>
            <a:xfrm>
              <a:off x="5079019" y="3882974"/>
              <a:ext cx="4891" cy="7496"/>
            </a:xfrm>
            <a:custGeom>
              <a:avLst/>
              <a:pathLst>
                <a:path w="4891" h="7496">
                  <a:moveTo>
                    <a:pt x="4673" y="6204"/>
                  </a:moveTo>
                  <a:lnTo>
                    <a:pt x="4891" y="7496"/>
                  </a:lnTo>
                  <a:lnTo>
                    <a:pt x="3119" y="5722"/>
                  </a:lnTo>
                  <a:lnTo>
                    <a:pt x="1429" y="2758"/>
                  </a:lnTo>
                  <a:lnTo>
                    <a:pt x="572" y="1953"/>
                  </a:lnTo>
                  <a:lnTo>
                    <a:pt x="0" y="0"/>
                  </a:lnTo>
                  <a:lnTo>
                    <a:pt x="1050" y="1457"/>
                  </a:lnTo>
                  <a:lnTo>
                    <a:pt x="2882" y="2822"/>
                  </a:lnTo>
                  <a:close/>
                </a:path>
              </a:pathLst>
            </a:custGeom>
            <a:solidFill>
              <a:srgbClr val="FAFCF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7" name="pg1186"/>
            <p:cNvSpPr/>
            <p:nvPr/>
          </p:nvSpPr>
          <p:spPr>
            <a:xfrm>
              <a:off x="5174056" y="3882839"/>
              <a:ext cx="1628" cy="11406"/>
            </a:xfrm>
            <a:custGeom>
              <a:avLst/>
              <a:pathLst>
                <a:path w="1628" h="11406">
                  <a:moveTo>
                    <a:pt x="1241" y="9297"/>
                  </a:moveTo>
                  <a:lnTo>
                    <a:pt x="1452" y="11406"/>
                  </a:lnTo>
                  <a:lnTo>
                    <a:pt x="502" y="9144"/>
                  </a:lnTo>
                  <a:lnTo>
                    <a:pt x="923" y="6587"/>
                  </a:lnTo>
                  <a:lnTo>
                    <a:pt x="997" y="5205"/>
                  </a:lnTo>
                  <a:lnTo>
                    <a:pt x="948" y="4426"/>
                  </a:lnTo>
                  <a:lnTo>
                    <a:pt x="0" y="3102"/>
                  </a:lnTo>
                  <a:lnTo>
                    <a:pt x="503" y="937"/>
                  </a:lnTo>
                  <a:lnTo>
                    <a:pt x="1037" y="210"/>
                  </a:lnTo>
                  <a:lnTo>
                    <a:pt x="1372" y="0"/>
                  </a:lnTo>
                  <a:lnTo>
                    <a:pt x="1358" y="3044"/>
                  </a:lnTo>
                  <a:lnTo>
                    <a:pt x="1628" y="4409"/>
                  </a:lnTo>
                  <a:close/>
                </a:path>
              </a:pathLst>
            </a:custGeom>
            <a:solidFill>
              <a:srgbClr val="FAFCF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8" name="pg1187"/>
            <p:cNvSpPr/>
            <p:nvPr/>
          </p:nvSpPr>
          <p:spPr>
            <a:xfrm>
              <a:off x="5080421" y="3881324"/>
              <a:ext cx="3299" cy="3462"/>
            </a:xfrm>
            <a:custGeom>
              <a:avLst/>
              <a:pathLst>
                <a:path w="3299" h="3462">
                  <a:moveTo>
                    <a:pt x="3229" y="3373"/>
                  </a:moveTo>
                  <a:lnTo>
                    <a:pt x="2697" y="3462"/>
                  </a:lnTo>
                  <a:lnTo>
                    <a:pt x="548" y="1457"/>
                  </a:lnTo>
                  <a:lnTo>
                    <a:pt x="0" y="0"/>
                  </a:lnTo>
                  <a:lnTo>
                    <a:pt x="2514" y="323"/>
                  </a:lnTo>
                  <a:lnTo>
                    <a:pt x="3163" y="689"/>
                  </a:lnTo>
                  <a:lnTo>
                    <a:pt x="3299" y="2729"/>
                  </a:lnTo>
                  <a:close/>
                </a:path>
              </a:pathLst>
            </a:custGeom>
            <a:solidFill>
              <a:srgbClr val="FAFCF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9" name="pg1188"/>
            <p:cNvSpPr/>
            <p:nvPr/>
          </p:nvSpPr>
          <p:spPr>
            <a:xfrm>
              <a:off x="5134766" y="3796318"/>
              <a:ext cx="3595" cy="10140"/>
            </a:xfrm>
            <a:custGeom>
              <a:avLst/>
              <a:pathLst>
                <a:path w="3595" h="10140">
                  <a:moveTo>
                    <a:pt x="2982" y="9915"/>
                  </a:moveTo>
                  <a:lnTo>
                    <a:pt x="2490" y="10140"/>
                  </a:lnTo>
                  <a:lnTo>
                    <a:pt x="2277" y="8798"/>
                  </a:lnTo>
                  <a:lnTo>
                    <a:pt x="1138" y="7635"/>
                  </a:lnTo>
                  <a:lnTo>
                    <a:pt x="0" y="4031"/>
                  </a:lnTo>
                  <a:lnTo>
                    <a:pt x="17" y="934"/>
                  </a:lnTo>
                  <a:lnTo>
                    <a:pt x="165" y="46"/>
                  </a:lnTo>
                  <a:lnTo>
                    <a:pt x="797" y="0"/>
                  </a:lnTo>
                  <a:lnTo>
                    <a:pt x="3335" y="3566"/>
                  </a:lnTo>
                  <a:lnTo>
                    <a:pt x="3595" y="4709"/>
                  </a:lnTo>
                  <a:lnTo>
                    <a:pt x="3404" y="8091"/>
                  </a:lnTo>
                  <a:close/>
                </a:path>
              </a:pathLst>
            </a:custGeom>
            <a:solidFill>
              <a:srgbClr val="FAFCF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0" name="pg1189"/>
            <p:cNvSpPr/>
            <p:nvPr/>
          </p:nvSpPr>
          <p:spPr>
            <a:xfrm>
              <a:off x="5219198" y="3794948"/>
              <a:ext cx="15217" cy="41911"/>
            </a:xfrm>
            <a:custGeom>
              <a:avLst/>
              <a:pathLst>
                <a:path w="15217" h="41911">
                  <a:moveTo>
                    <a:pt x="15217" y="36711"/>
                  </a:moveTo>
                  <a:lnTo>
                    <a:pt x="14919" y="39478"/>
                  </a:lnTo>
                  <a:lnTo>
                    <a:pt x="14697" y="39957"/>
                  </a:lnTo>
                  <a:lnTo>
                    <a:pt x="14416" y="38918"/>
                  </a:lnTo>
                  <a:lnTo>
                    <a:pt x="13357" y="39925"/>
                  </a:lnTo>
                  <a:lnTo>
                    <a:pt x="12851" y="41071"/>
                  </a:lnTo>
                  <a:lnTo>
                    <a:pt x="12313" y="41911"/>
                  </a:lnTo>
                  <a:lnTo>
                    <a:pt x="11070" y="41709"/>
                  </a:lnTo>
                  <a:lnTo>
                    <a:pt x="9894" y="40950"/>
                  </a:lnTo>
                  <a:lnTo>
                    <a:pt x="8754" y="39544"/>
                  </a:lnTo>
                  <a:lnTo>
                    <a:pt x="7739" y="37741"/>
                  </a:lnTo>
                  <a:lnTo>
                    <a:pt x="6721" y="34916"/>
                  </a:lnTo>
                  <a:lnTo>
                    <a:pt x="6088" y="31984"/>
                  </a:lnTo>
                  <a:lnTo>
                    <a:pt x="6404" y="28579"/>
                  </a:lnTo>
                  <a:lnTo>
                    <a:pt x="6010" y="25506"/>
                  </a:lnTo>
                  <a:lnTo>
                    <a:pt x="4090" y="23321"/>
                  </a:lnTo>
                  <a:lnTo>
                    <a:pt x="3670" y="22614"/>
                  </a:lnTo>
                  <a:lnTo>
                    <a:pt x="2818" y="19553"/>
                  </a:lnTo>
                  <a:lnTo>
                    <a:pt x="1966" y="18231"/>
                  </a:lnTo>
                  <a:lnTo>
                    <a:pt x="889" y="15550"/>
                  </a:lnTo>
                  <a:lnTo>
                    <a:pt x="612" y="14387"/>
                  </a:lnTo>
                  <a:lnTo>
                    <a:pt x="147" y="10994"/>
                  </a:lnTo>
                  <a:lnTo>
                    <a:pt x="0" y="8942"/>
                  </a:lnTo>
                  <a:lnTo>
                    <a:pt x="391" y="2980"/>
                  </a:lnTo>
                  <a:lnTo>
                    <a:pt x="247" y="0"/>
                  </a:lnTo>
                  <a:lnTo>
                    <a:pt x="776" y="285"/>
                  </a:lnTo>
                  <a:lnTo>
                    <a:pt x="1334" y="1465"/>
                  </a:lnTo>
                  <a:lnTo>
                    <a:pt x="1968" y="2273"/>
                  </a:lnTo>
                  <a:lnTo>
                    <a:pt x="3510" y="2822"/>
                  </a:lnTo>
                  <a:lnTo>
                    <a:pt x="4690" y="5194"/>
                  </a:lnTo>
                  <a:lnTo>
                    <a:pt x="5822" y="9825"/>
                  </a:lnTo>
                  <a:lnTo>
                    <a:pt x="5958" y="11343"/>
                  </a:lnTo>
                  <a:lnTo>
                    <a:pt x="6319" y="12434"/>
                  </a:lnTo>
                  <a:lnTo>
                    <a:pt x="7483" y="14399"/>
                  </a:lnTo>
                  <a:lnTo>
                    <a:pt x="8087" y="15660"/>
                  </a:lnTo>
                  <a:lnTo>
                    <a:pt x="9238" y="20704"/>
                  </a:lnTo>
                  <a:lnTo>
                    <a:pt x="9875" y="21780"/>
                  </a:lnTo>
                  <a:lnTo>
                    <a:pt x="10628" y="22213"/>
                  </a:lnTo>
                  <a:lnTo>
                    <a:pt x="11328" y="22940"/>
                  </a:lnTo>
                  <a:lnTo>
                    <a:pt x="12494" y="25154"/>
                  </a:lnTo>
                  <a:lnTo>
                    <a:pt x="13571" y="27658"/>
                  </a:lnTo>
                  <a:lnTo>
                    <a:pt x="14298" y="30293"/>
                  </a:lnTo>
                  <a:lnTo>
                    <a:pt x="14851" y="33112"/>
                  </a:lnTo>
                  <a:close/>
                </a:path>
              </a:pathLst>
            </a:custGeom>
            <a:solidFill>
              <a:srgbClr val="FAFCF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1" name="pg1190"/>
            <p:cNvSpPr/>
            <p:nvPr/>
          </p:nvSpPr>
          <p:spPr>
            <a:xfrm>
              <a:off x="5125318" y="3787454"/>
              <a:ext cx="2632" cy="7286"/>
            </a:xfrm>
            <a:custGeom>
              <a:avLst/>
              <a:pathLst>
                <a:path w="2632" h="7286">
                  <a:moveTo>
                    <a:pt x="2076" y="7124"/>
                  </a:moveTo>
                  <a:lnTo>
                    <a:pt x="1393" y="7286"/>
                  </a:lnTo>
                  <a:lnTo>
                    <a:pt x="282" y="4478"/>
                  </a:lnTo>
                  <a:lnTo>
                    <a:pt x="0" y="3433"/>
                  </a:lnTo>
                  <a:lnTo>
                    <a:pt x="108" y="1968"/>
                  </a:lnTo>
                  <a:lnTo>
                    <a:pt x="1525" y="0"/>
                  </a:lnTo>
                  <a:lnTo>
                    <a:pt x="2443" y="1794"/>
                  </a:lnTo>
                  <a:lnTo>
                    <a:pt x="2632" y="5635"/>
                  </a:lnTo>
                  <a:close/>
                </a:path>
              </a:pathLst>
            </a:custGeom>
            <a:solidFill>
              <a:srgbClr val="FAFCF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2" name="pg1191"/>
            <p:cNvSpPr/>
            <p:nvPr/>
          </p:nvSpPr>
          <p:spPr>
            <a:xfrm>
              <a:off x="5217139" y="3782225"/>
              <a:ext cx="2280" cy="12610"/>
            </a:xfrm>
            <a:custGeom>
              <a:avLst/>
              <a:pathLst>
                <a:path w="2280" h="12610">
                  <a:moveTo>
                    <a:pt x="1306" y="12376"/>
                  </a:moveTo>
                  <a:lnTo>
                    <a:pt x="1063" y="12610"/>
                  </a:lnTo>
                  <a:lnTo>
                    <a:pt x="534" y="8882"/>
                  </a:lnTo>
                  <a:lnTo>
                    <a:pt x="440" y="6117"/>
                  </a:lnTo>
                  <a:lnTo>
                    <a:pt x="277" y="4080"/>
                  </a:lnTo>
                  <a:lnTo>
                    <a:pt x="0" y="2865"/>
                  </a:lnTo>
                  <a:lnTo>
                    <a:pt x="798" y="623"/>
                  </a:lnTo>
                  <a:lnTo>
                    <a:pt x="1128" y="0"/>
                  </a:lnTo>
                  <a:lnTo>
                    <a:pt x="1730" y="1186"/>
                  </a:lnTo>
                  <a:lnTo>
                    <a:pt x="1817" y="3806"/>
                  </a:lnTo>
                  <a:lnTo>
                    <a:pt x="2280" y="6033"/>
                  </a:lnTo>
                  <a:lnTo>
                    <a:pt x="1930" y="10901"/>
                  </a:lnTo>
                  <a:close/>
                </a:path>
              </a:pathLst>
            </a:custGeom>
            <a:solidFill>
              <a:srgbClr val="FAFCF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3" name="pg1192"/>
            <p:cNvSpPr/>
            <p:nvPr/>
          </p:nvSpPr>
          <p:spPr>
            <a:xfrm>
              <a:off x="5111641" y="3768201"/>
              <a:ext cx="2069" cy="6397"/>
            </a:xfrm>
            <a:custGeom>
              <a:avLst/>
              <a:pathLst>
                <a:path w="2069" h="6397">
                  <a:moveTo>
                    <a:pt x="1654" y="5523"/>
                  </a:moveTo>
                  <a:lnTo>
                    <a:pt x="837" y="6397"/>
                  </a:lnTo>
                  <a:lnTo>
                    <a:pt x="248" y="5725"/>
                  </a:lnTo>
                  <a:lnTo>
                    <a:pt x="0" y="3788"/>
                  </a:lnTo>
                  <a:lnTo>
                    <a:pt x="202" y="1918"/>
                  </a:lnTo>
                  <a:lnTo>
                    <a:pt x="916" y="444"/>
                  </a:lnTo>
                  <a:lnTo>
                    <a:pt x="1367" y="0"/>
                  </a:lnTo>
                  <a:lnTo>
                    <a:pt x="1874" y="1001"/>
                  </a:lnTo>
                  <a:lnTo>
                    <a:pt x="2069" y="2980"/>
                  </a:lnTo>
                  <a:close/>
                </a:path>
              </a:pathLst>
            </a:custGeom>
            <a:solidFill>
              <a:srgbClr val="FAFCF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4" name="pg1193"/>
            <p:cNvSpPr/>
            <p:nvPr/>
          </p:nvSpPr>
          <p:spPr>
            <a:xfrm>
              <a:off x="5141544" y="3758176"/>
              <a:ext cx="49583" cy="62078"/>
            </a:xfrm>
            <a:custGeom>
              <a:avLst/>
              <a:pathLst>
                <a:path w="49583" h="62078">
                  <a:moveTo>
                    <a:pt x="43610" y="2859"/>
                  </a:moveTo>
                  <a:lnTo>
                    <a:pt x="44244" y="3457"/>
                  </a:lnTo>
                  <a:lnTo>
                    <a:pt x="46067" y="360"/>
                  </a:lnTo>
                  <a:lnTo>
                    <a:pt x="47043" y="2516"/>
                  </a:lnTo>
                  <a:lnTo>
                    <a:pt x="48288" y="3566"/>
                  </a:lnTo>
                  <a:lnTo>
                    <a:pt x="49583" y="4158"/>
                  </a:lnTo>
                  <a:lnTo>
                    <a:pt x="49070" y="8593"/>
                  </a:lnTo>
                  <a:lnTo>
                    <a:pt x="49222" y="10645"/>
                  </a:lnTo>
                  <a:lnTo>
                    <a:pt x="49557" y="12685"/>
                  </a:lnTo>
                  <a:lnTo>
                    <a:pt x="49514" y="15697"/>
                  </a:lnTo>
                  <a:lnTo>
                    <a:pt x="48919" y="18384"/>
                  </a:lnTo>
                  <a:lnTo>
                    <a:pt x="47778" y="22300"/>
                  </a:lnTo>
                  <a:lnTo>
                    <a:pt x="47268" y="23024"/>
                  </a:lnTo>
                  <a:lnTo>
                    <a:pt x="46669" y="23437"/>
                  </a:lnTo>
                  <a:lnTo>
                    <a:pt x="44801" y="23751"/>
                  </a:lnTo>
                  <a:lnTo>
                    <a:pt x="44440" y="25838"/>
                  </a:lnTo>
                  <a:lnTo>
                    <a:pt x="44565" y="28042"/>
                  </a:lnTo>
                  <a:lnTo>
                    <a:pt x="45575" y="30939"/>
                  </a:lnTo>
                  <a:lnTo>
                    <a:pt x="46381" y="34189"/>
                  </a:lnTo>
                  <a:lnTo>
                    <a:pt x="45578" y="37181"/>
                  </a:lnTo>
                  <a:lnTo>
                    <a:pt x="44254" y="39265"/>
                  </a:lnTo>
                  <a:lnTo>
                    <a:pt x="42999" y="40329"/>
                  </a:lnTo>
                  <a:lnTo>
                    <a:pt x="40921" y="39700"/>
                  </a:lnTo>
                  <a:lnTo>
                    <a:pt x="38730" y="39960"/>
                  </a:lnTo>
                  <a:lnTo>
                    <a:pt x="38319" y="41100"/>
                  </a:lnTo>
                  <a:lnTo>
                    <a:pt x="38307" y="42981"/>
                  </a:lnTo>
                  <a:lnTo>
                    <a:pt x="37999" y="44415"/>
                  </a:lnTo>
                  <a:lnTo>
                    <a:pt x="37600" y="45723"/>
                  </a:lnTo>
                  <a:lnTo>
                    <a:pt x="36489" y="48432"/>
                  </a:lnTo>
                  <a:lnTo>
                    <a:pt x="35246" y="50822"/>
                  </a:lnTo>
                  <a:lnTo>
                    <a:pt x="33549" y="53090"/>
                  </a:lnTo>
                  <a:lnTo>
                    <a:pt x="32977" y="53632"/>
                  </a:lnTo>
                  <a:lnTo>
                    <a:pt x="31476" y="53993"/>
                  </a:lnTo>
                  <a:lnTo>
                    <a:pt x="30124" y="55297"/>
                  </a:lnTo>
                  <a:lnTo>
                    <a:pt x="29521" y="56570"/>
                  </a:lnTo>
                  <a:lnTo>
                    <a:pt x="28866" y="57603"/>
                  </a:lnTo>
                  <a:lnTo>
                    <a:pt x="27432" y="58737"/>
                  </a:lnTo>
                  <a:lnTo>
                    <a:pt x="26035" y="60970"/>
                  </a:lnTo>
                  <a:lnTo>
                    <a:pt x="25484" y="61348"/>
                  </a:lnTo>
                  <a:lnTo>
                    <a:pt x="22590" y="61738"/>
                  </a:lnTo>
                  <a:lnTo>
                    <a:pt x="18448" y="61845"/>
                  </a:lnTo>
                  <a:lnTo>
                    <a:pt x="17221" y="62078"/>
                  </a:lnTo>
                  <a:lnTo>
                    <a:pt x="16030" y="61770"/>
                  </a:lnTo>
                  <a:lnTo>
                    <a:pt x="15370" y="60898"/>
                  </a:lnTo>
                  <a:lnTo>
                    <a:pt x="13964" y="56876"/>
                  </a:lnTo>
                  <a:lnTo>
                    <a:pt x="12737" y="55496"/>
                  </a:lnTo>
                  <a:lnTo>
                    <a:pt x="11400" y="55537"/>
                  </a:lnTo>
                  <a:lnTo>
                    <a:pt x="9620" y="56959"/>
                  </a:lnTo>
                  <a:lnTo>
                    <a:pt x="9284" y="56645"/>
                  </a:lnTo>
                  <a:lnTo>
                    <a:pt x="5731" y="50718"/>
                  </a:lnTo>
                  <a:lnTo>
                    <a:pt x="4654" y="49269"/>
                  </a:lnTo>
                  <a:lnTo>
                    <a:pt x="3505" y="48187"/>
                  </a:lnTo>
                  <a:lnTo>
                    <a:pt x="2103" y="47437"/>
                  </a:lnTo>
                  <a:lnTo>
                    <a:pt x="779" y="46245"/>
                  </a:lnTo>
                  <a:lnTo>
                    <a:pt x="0" y="43420"/>
                  </a:lnTo>
                  <a:lnTo>
                    <a:pt x="91" y="39741"/>
                  </a:lnTo>
                  <a:lnTo>
                    <a:pt x="1155" y="37579"/>
                  </a:lnTo>
                  <a:lnTo>
                    <a:pt x="2775" y="38647"/>
                  </a:lnTo>
                  <a:lnTo>
                    <a:pt x="3395" y="38633"/>
                  </a:lnTo>
                  <a:lnTo>
                    <a:pt x="4004" y="38018"/>
                  </a:lnTo>
                  <a:lnTo>
                    <a:pt x="4717" y="38214"/>
                  </a:lnTo>
                  <a:lnTo>
                    <a:pt x="5439" y="38757"/>
                  </a:lnTo>
                  <a:lnTo>
                    <a:pt x="8068" y="37957"/>
                  </a:lnTo>
                  <a:lnTo>
                    <a:pt x="9589" y="39083"/>
                  </a:lnTo>
                  <a:lnTo>
                    <a:pt x="11067" y="40572"/>
                  </a:lnTo>
                  <a:lnTo>
                    <a:pt x="12451" y="40895"/>
                  </a:lnTo>
                  <a:lnTo>
                    <a:pt x="13871" y="40577"/>
                  </a:lnTo>
                  <a:lnTo>
                    <a:pt x="15776" y="38886"/>
                  </a:lnTo>
                  <a:lnTo>
                    <a:pt x="16377" y="39109"/>
                  </a:lnTo>
                  <a:lnTo>
                    <a:pt x="18210" y="39126"/>
                  </a:lnTo>
                  <a:lnTo>
                    <a:pt x="19811" y="36869"/>
                  </a:lnTo>
                  <a:lnTo>
                    <a:pt x="20409" y="27762"/>
                  </a:lnTo>
                  <a:lnTo>
                    <a:pt x="20816" y="24663"/>
                  </a:lnTo>
                  <a:lnTo>
                    <a:pt x="21362" y="23988"/>
                  </a:lnTo>
                  <a:lnTo>
                    <a:pt x="21754" y="24175"/>
                  </a:lnTo>
                  <a:lnTo>
                    <a:pt x="22340" y="25725"/>
                  </a:lnTo>
                  <a:lnTo>
                    <a:pt x="21589" y="27658"/>
                  </a:lnTo>
                  <a:lnTo>
                    <a:pt x="21258" y="29147"/>
                  </a:lnTo>
                  <a:lnTo>
                    <a:pt x="21147" y="32786"/>
                  </a:lnTo>
                  <a:lnTo>
                    <a:pt x="21559" y="36315"/>
                  </a:lnTo>
                  <a:lnTo>
                    <a:pt x="22496" y="39112"/>
                  </a:lnTo>
                  <a:lnTo>
                    <a:pt x="23905" y="39466"/>
                  </a:lnTo>
                  <a:lnTo>
                    <a:pt x="25193" y="37620"/>
                  </a:lnTo>
                  <a:lnTo>
                    <a:pt x="26595" y="37239"/>
                  </a:lnTo>
                  <a:lnTo>
                    <a:pt x="27891" y="39031"/>
                  </a:lnTo>
                  <a:lnTo>
                    <a:pt x="29216" y="38722"/>
                  </a:lnTo>
                  <a:lnTo>
                    <a:pt x="29824" y="37553"/>
                  </a:lnTo>
                  <a:lnTo>
                    <a:pt x="30533" y="37045"/>
                  </a:lnTo>
                  <a:lnTo>
                    <a:pt x="31236" y="36852"/>
                  </a:lnTo>
                  <a:lnTo>
                    <a:pt x="31878" y="36160"/>
                  </a:lnTo>
                  <a:lnTo>
                    <a:pt x="32723" y="33115"/>
                  </a:lnTo>
                  <a:lnTo>
                    <a:pt x="33291" y="29681"/>
                  </a:lnTo>
                  <a:lnTo>
                    <a:pt x="34131" y="26975"/>
                  </a:lnTo>
                  <a:lnTo>
                    <a:pt x="36431" y="22467"/>
                  </a:lnTo>
                  <a:lnTo>
                    <a:pt x="37094" y="21904"/>
                  </a:lnTo>
                  <a:lnTo>
                    <a:pt x="37812" y="21599"/>
                  </a:lnTo>
                  <a:lnTo>
                    <a:pt x="39429" y="21792"/>
                  </a:lnTo>
                  <a:lnTo>
                    <a:pt x="40631" y="20190"/>
                  </a:lnTo>
                  <a:lnTo>
                    <a:pt x="40726" y="16578"/>
                  </a:lnTo>
                  <a:lnTo>
                    <a:pt x="40552" y="12913"/>
                  </a:lnTo>
                  <a:lnTo>
                    <a:pt x="39178" y="4299"/>
                  </a:lnTo>
                  <a:lnTo>
                    <a:pt x="39084" y="2931"/>
                  </a:lnTo>
                  <a:lnTo>
                    <a:pt x="39283" y="1399"/>
                  </a:lnTo>
                  <a:lnTo>
                    <a:pt x="39679" y="23"/>
                  </a:lnTo>
                  <a:lnTo>
                    <a:pt x="41028" y="0"/>
                  </a:lnTo>
                  <a:lnTo>
                    <a:pt x="42437" y="502"/>
                  </a:lnTo>
                  <a:lnTo>
                    <a:pt x="42990" y="1797"/>
                  </a:lnTo>
                  <a:close/>
                </a:path>
              </a:pathLst>
            </a:custGeom>
            <a:solidFill>
              <a:srgbClr val="FAFCF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5" name="pg1194"/>
            <p:cNvSpPr/>
            <p:nvPr/>
          </p:nvSpPr>
          <p:spPr>
            <a:xfrm>
              <a:off x="5205579" y="3753484"/>
              <a:ext cx="871" cy="2418"/>
            </a:xfrm>
            <a:custGeom>
              <a:avLst/>
              <a:pathLst>
                <a:path w="871" h="2418">
                  <a:moveTo>
                    <a:pt x="825" y="1716"/>
                  </a:moveTo>
                  <a:lnTo>
                    <a:pt x="713" y="2418"/>
                  </a:lnTo>
                  <a:lnTo>
                    <a:pt x="0" y="1618"/>
                  </a:lnTo>
                  <a:lnTo>
                    <a:pt x="588" y="103"/>
                  </a:lnTo>
                  <a:lnTo>
                    <a:pt x="871" y="0"/>
                  </a:lnTo>
                  <a:close/>
                </a:path>
              </a:pathLst>
            </a:custGeom>
            <a:solidFill>
              <a:srgbClr val="FAFCF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6" name="pg1195"/>
            <p:cNvSpPr/>
            <p:nvPr/>
          </p:nvSpPr>
          <p:spPr>
            <a:xfrm>
              <a:off x="5192804" y="3723981"/>
              <a:ext cx="1552" cy="5272"/>
            </a:xfrm>
            <a:custGeom>
              <a:avLst/>
              <a:pathLst>
                <a:path w="1552" h="5272">
                  <a:moveTo>
                    <a:pt x="1552" y="2677"/>
                  </a:moveTo>
                  <a:lnTo>
                    <a:pt x="1254" y="5272"/>
                  </a:lnTo>
                  <a:lnTo>
                    <a:pt x="509" y="3754"/>
                  </a:lnTo>
                  <a:lnTo>
                    <a:pt x="0" y="1561"/>
                  </a:lnTo>
                  <a:lnTo>
                    <a:pt x="325" y="582"/>
                  </a:lnTo>
                  <a:lnTo>
                    <a:pt x="1164" y="0"/>
                  </a:lnTo>
                  <a:close/>
                </a:path>
              </a:pathLst>
            </a:custGeom>
            <a:solidFill>
              <a:srgbClr val="FAFCF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7" name="pg1196"/>
            <p:cNvSpPr/>
            <p:nvPr/>
          </p:nvSpPr>
          <p:spPr>
            <a:xfrm>
              <a:off x="5185629" y="3718155"/>
              <a:ext cx="1762" cy="4498"/>
            </a:xfrm>
            <a:custGeom>
              <a:avLst/>
              <a:pathLst>
                <a:path w="1762" h="4498">
                  <a:moveTo>
                    <a:pt x="1762" y="3006"/>
                  </a:moveTo>
                  <a:lnTo>
                    <a:pt x="1631" y="4498"/>
                  </a:lnTo>
                  <a:lnTo>
                    <a:pt x="1251" y="4412"/>
                  </a:lnTo>
                  <a:lnTo>
                    <a:pt x="201" y="1491"/>
                  </a:lnTo>
                  <a:lnTo>
                    <a:pt x="0" y="735"/>
                  </a:lnTo>
                  <a:lnTo>
                    <a:pt x="245" y="0"/>
                  </a:lnTo>
                  <a:lnTo>
                    <a:pt x="1462" y="2152"/>
                  </a:lnTo>
                  <a:close/>
                </a:path>
              </a:pathLst>
            </a:custGeom>
            <a:solidFill>
              <a:srgbClr val="FAFCF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8" name="pg1197"/>
            <p:cNvSpPr/>
            <p:nvPr/>
          </p:nvSpPr>
          <p:spPr>
            <a:xfrm>
              <a:off x="5185327" y="3714106"/>
              <a:ext cx="993" cy="3598"/>
            </a:xfrm>
            <a:custGeom>
              <a:avLst/>
              <a:pathLst>
                <a:path w="993" h="3598">
                  <a:moveTo>
                    <a:pt x="334" y="3592"/>
                  </a:moveTo>
                  <a:lnTo>
                    <a:pt x="44" y="3598"/>
                  </a:lnTo>
                  <a:lnTo>
                    <a:pt x="0" y="1240"/>
                  </a:lnTo>
                  <a:lnTo>
                    <a:pt x="202" y="0"/>
                  </a:lnTo>
                  <a:lnTo>
                    <a:pt x="879" y="862"/>
                  </a:lnTo>
                  <a:lnTo>
                    <a:pt x="993" y="2972"/>
                  </a:lnTo>
                  <a:close/>
                </a:path>
              </a:pathLst>
            </a:custGeom>
            <a:solidFill>
              <a:srgbClr val="FAFCF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9" name="pg1198"/>
            <p:cNvSpPr/>
            <p:nvPr/>
          </p:nvSpPr>
          <p:spPr>
            <a:xfrm>
              <a:off x="5050445" y="3711186"/>
              <a:ext cx="121716" cy="237725"/>
            </a:xfrm>
            <a:custGeom>
              <a:avLst/>
              <a:pathLst>
                <a:path w="121716" h="237725">
                  <a:moveTo>
                    <a:pt x="1387" y="192334"/>
                  </a:moveTo>
                  <a:lnTo>
                    <a:pt x="1385" y="191944"/>
                  </a:lnTo>
                  <a:lnTo>
                    <a:pt x="1385" y="185936"/>
                  </a:lnTo>
                  <a:lnTo>
                    <a:pt x="1384" y="179928"/>
                  </a:lnTo>
                  <a:lnTo>
                    <a:pt x="1383" y="173923"/>
                  </a:lnTo>
                  <a:lnTo>
                    <a:pt x="1381" y="167915"/>
                  </a:lnTo>
                  <a:lnTo>
                    <a:pt x="1380" y="161907"/>
                  </a:lnTo>
                  <a:lnTo>
                    <a:pt x="1380" y="155900"/>
                  </a:lnTo>
                  <a:lnTo>
                    <a:pt x="1379" y="149895"/>
                  </a:lnTo>
                  <a:lnTo>
                    <a:pt x="1378" y="143887"/>
                  </a:lnTo>
                  <a:lnTo>
                    <a:pt x="1377" y="137879"/>
                  </a:lnTo>
                  <a:lnTo>
                    <a:pt x="1375" y="131871"/>
                  </a:lnTo>
                  <a:lnTo>
                    <a:pt x="1375" y="126931"/>
                  </a:lnTo>
                  <a:lnTo>
                    <a:pt x="697" y="125000"/>
                  </a:lnTo>
                  <a:lnTo>
                    <a:pt x="0" y="122045"/>
                  </a:lnTo>
                  <a:lnTo>
                    <a:pt x="149" y="118248"/>
                  </a:lnTo>
                  <a:lnTo>
                    <a:pt x="996" y="113541"/>
                  </a:lnTo>
                  <a:lnTo>
                    <a:pt x="1373" y="110404"/>
                  </a:lnTo>
                  <a:lnTo>
                    <a:pt x="1373" y="107842"/>
                  </a:lnTo>
                  <a:lnTo>
                    <a:pt x="1372" y="101837"/>
                  </a:lnTo>
                  <a:lnTo>
                    <a:pt x="1371" y="95829"/>
                  </a:lnTo>
                  <a:lnTo>
                    <a:pt x="1369" y="89821"/>
                  </a:lnTo>
                  <a:lnTo>
                    <a:pt x="1368" y="83813"/>
                  </a:lnTo>
                  <a:lnTo>
                    <a:pt x="1368" y="77808"/>
                  </a:lnTo>
                  <a:lnTo>
                    <a:pt x="1367" y="71800"/>
                  </a:lnTo>
                  <a:lnTo>
                    <a:pt x="1366" y="65792"/>
                  </a:lnTo>
                  <a:lnTo>
                    <a:pt x="1365" y="59784"/>
                  </a:lnTo>
                  <a:lnTo>
                    <a:pt x="1363" y="53779"/>
                  </a:lnTo>
                  <a:lnTo>
                    <a:pt x="1363" y="47771"/>
                  </a:lnTo>
                  <a:lnTo>
                    <a:pt x="1361" y="41764"/>
                  </a:lnTo>
                  <a:lnTo>
                    <a:pt x="1361" y="35756"/>
                  </a:lnTo>
                  <a:lnTo>
                    <a:pt x="1360" y="29751"/>
                  </a:lnTo>
                  <a:lnTo>
                    <a:pt x="1359" y="23743"/>
                  </a:lnTo>
                  <a:lnTo>
                    <a:pt x="1357" y="17735"/>
                  </a:lnTo>
                  <a:lnTo>
                    <a:pt x="1356" y="11727"/>
                  </a:lnTo>
                  <a:lnTo>
                    <a:pt x="1355" y="5722"/>
                  </a:lnTo>
                  <a:lnTo>
                    <a:pt x="1354" y="0"/>
                  </a:lnTo>
                  <a:lnTo>
                    <a:pt x="1718" y="11"/>
                  </a:lnTo>
                  <a:lnTo>
                    <a:pt x="2955" y="46"/>
                  </a:lnTo>
                  <a:lnTo>
                    <a:pt x="3940" y="533"/>
                  </a:lnTo>
                  <a:lnTo>
                    <a:pt x="10048" y="6951"/>
                  </a:lnTo>
                  <a:lnTo>
                    <a:pt x="11873" y="9525"/>
                  </a:lnTo>
                  <a:lnTo>
                    <a:pt x="12494" y="10128"/>
                  </a:lnTo>
                  <a:lnTo>
                    <a:pt x="13107" y="10151"/>
                  </a:lnTo>
                  <a:lnTo>
                    <a:pt x="13691" y="10454"/>
                  </a:lnTo>
                  <a:lnTo>
                    <a:pt x="16443" y="13998"/>
                  </a:lnTo>
                  <a:lnTo>
                    <a:pt x="20556" y="17576"/>
                  </a:lnTo>
                  <a:lnTo>
                    <a:pt x="24896" y="21007"/>
                  </a:lnTo>
                  <a:lnTo>
                    <a:pt x="26242" y="21723"/>
                  </a:lnTo>
                  <a:lnTo>
                    <a:pt x="27636" y="22023"/>
                  </a:lnTo>
                  <a:lnTo>
                    <a:pt x="30663" y="23212"/>
                  </a:lnTo>
                  <a:lnTo>
                    <a:pt x="32255" y="24271"/>
                  </a:lnTo>
                  <a:lnTo>
                    <a:pt x="34590" y="28472"/>
                  </a:lnTo>
                  <a:lnTo>
                    <a:pt x="35767" y="29771"/>
                  </a:lnTo>
                  <a:lnTo>
                    <a:pt x="36871" y="32140"/>
                  </a:lnTo>
                  <a:lnTo>
                    <a:pt x="38432" y="34685"/>
                  </a:lnTo>
                  <a:lnTo>
                    <a:pt x="39049" y="35323"/>
                  </a:lnTo>
                  <a:lnTo>
                    <a:pt x="39726" y="35620"/>
                  </a:lnTo>
                  <a:lnTo>
                    <a:pt x="41261" y="35709"/>
                  </a:lnTo>
                  <a:lnTo>
                    <a:pt x="42802" y="35251"/>
                  </a:lnTo>
                  <a:lnTo>
                    <a:pt x="43438" y="35455"/>
                  </a:lnTo>
                  <a:lnTo>
                    <a:pt x="44062" y="35917"/>
                  </a:lnTo>
                  <a:lnTo>
                    <a:pt x="44632" y="36803"/>
                  </a:lnTo>
                  <a:lnTo>
                    <a:pt x="44921" y="38511"/>
                  </a:lnTo>
                  <a:lnTo>
                    <a:pt x="45877" y="40875"/>
                  </a:lnTo>
                  <a:lnTo>
                    <a:pt x="47232" y="41940"/>
                  </a:lnTo>
                  <a:lnTo>
                    <a:pt x="48519" y="44078"/>
                  </a:lnTo>
                  <a:lnTo>
                    <a:pt x="49677" y="46640"/>
                  </a:lnTo>
                  <a:lnTo>
                    <a:pt x="50529" y="49220"/>
                  </a:lnTo>
                  <a:lnTo>
                    <a:pt x="51497" y="51396"/>
                  </a:lnTo>
                  <a:lnTo>
                    <a:pt x="52962" y="52316"/>
                  </a:lnTo>
                  <a:lnTo>
                    <a:pt x="54504" y="52463"/>
                  </a:lnTo>
                  <a:lnTo>
                    <a:pt x="59774" y="65400"/>
                  </a:lnTo>
                  <a:lnTo>
                    <a:pt x="60031" y="67397"/>
                  </a:lnTo>
                  <a:lnTo>
                    <a:pt x="60089" y="75886"/>
                  </a:lnTo>
                  <a:lnTo>
                    <a:pt x="59508" y="82520"/>
                  </a:lnTo>
                  <a:lnTo>
                    <a:pt x="60820" y="84555"/>
                  </a:lnTo>
                  <a:lnTo>
                    <a:pt x="62607" y="85317"/>
                  </a:lnTo>
                  <a:lnTo>
                    <a:pt x="65117" y="86736"/>
                  </a:lnTo>
                  <a:lnTo>
                    <a:pt x="67530" y="88849"/>
                  </a:lnTo>
                  <a:lnTo>
                    <a:pt x="75219" y="97791"/>
                  </a:lnTo>
                  <a:lnTo>
                    <a:pt x="76274" y="98553"/>
                  </a:lnTo>
                  <a:lnTo>
                    <a:pt x="77826" y="98842"/>
                  </a:lnTo>
                  <a:lnTo>
                    <a:pt x="79391" y="98723"/>
                  </a:lnTo>
                  <a:lnTo>
                    <a:pt x="79953" y="99179"/>
                  </a:lnTo>
                  <a:lnTo>
                    <a:pt x="81121" y="100801"/>
                  </a:lnTo>
                  <a:lnTo>
                    <a:pt x="81707" y="101860"/>
                  </a:lnTo>
                  <a:lnTo>
                    <a:pt x="82759" y="104751"/>
                  </a:lnTo>
                  <a:lnTo>
                    <a:pt x="83698" y="107894"/>
                  </a:lnTo>
                  <a:lnTo>
                    <a:pt x="84098" y="108791"/>
                  </a:lnTo>
                  <a:lnTo>
                    <a:pt x="84576" y="109493"/>
                  </a:lnTo>
                  <a:lnTo>
                    <a:pt x="84849" y="111201"/>
                  </a:lnTo>
                  <a:lnTo>
                    <a:pt x="85215" y="116464"/>
                  </a:lnTo>
                  <a:lnTo>
                    <a:pt x="85105" y="119751"/>
                  </a:lnTo>
                  <a:lnTo>
                    <a:pt x="84678" y="120969"/>
                  </a:lnTo>
                  <a:lnTo>
                    <a:pt x="83449" y="121560"/>
                  </a:lnTo>
                  <a:lnTo>
                    <a:pt x="79137" y="122114"/>
                  </a:lnTo>
                  <a:lnTo>
                    <a:pt x="76253" y="121503"/>
                  </a:lnTo>
                  <a:lnTo>
                    <a:pt x="74236" y="124824"/>
                  </a:lnTo>
                  <a:lnTo>
                    <a:pt x="74182" y="126273"/>
                  </a:lnTo>
                  <a:lnTo>
                    <a:pt x="74322" y="127623"/>
                  </a:lnTo>
                  <a:lnTo>
                    <a:pt x="76079" y="134661"/>
                  </a:lnTo>
                  <a:lnTo>
                    <a:pt x="77117" y="140900"/>
                  </a:lnTo>
                  <a:lnTo>
                    <a:pt x="77972" y="143439"/>
                  </a:lnTo>
                  <a:lnTo>
                    <a:pt x="79253" y="145500"/>
                  </a:lnTo>
                  <a:lnTo>
                    <a:pt x="80395" y="147935"/>
                  </a:lnTo>
                  <a:lnTo>
                    <a:pt x="81444" y="150734"/>
                  </a:lnTo>
                  <a:lnTo>
                    <a:pt x="83628" y="155620"/>
                  </a:lnTo>
                  <a:lnTo>
                    <a:pt x="84817" y="157429"/>
                  </a:lnTo>
                  <a:lnTo>
                    <a:pt x="86210" y="158549"/>
                  </a:lnTo>
                  <a:lnTo>
                    <a:pt x="88533" y="162337"/>
                  </a:lnTo>
                  <a:lnTo>
                    <a:pt x="88840" y="164011"/>
                  </a:lnTo>
                  <a:lnTo>
                    <a:pt x="89504" y="169283"/>
                  </a:lnTo>
                  <a:lnTo>
                    <a:pt x="89791" y="172859"/>
                  </a:lnTo>
                  <a:lnTo>
                    <a:pt x="89835" y="174333"/>
                  </a:lnTo>
                  <a:lnTo>
                    <a:pt x="89997" y="175655"/>
                  </a:lnTo>
                  <a:lnTo>
                    <a:pt x="92039" y="178895"/>
                  </a:lnTo>
                  <a:lnTo>
                    <a:pt x="92487" y="179799"/>
                  </a:lnTo>
                  <a:lnTo>
                    <a:pt x="93397" y="187010"/>
                  </a:lnTo>
                  <a:lnTo>
                    <a:pt x="94094" y="190354"/>
                  </a:lnTo>
                  <a:lnTo>
                    <a:pt x="95269" y="191543"/>
                  </a:lnTo>
                  <a:lnTo>
                    <a:pt x="96638" y="191468"/>
                  </a:lnTo>
                  <a:lnTo>
                    <a:pt x="100363" y="189324"/>
                  </a:lnTo>
                  <a:lnTo>
                    <a:pt x="100902" y="189255"/>
                  </a:lnTo>
                  <a:lnTo>
                    <a:pt x="101592" y="189748"/>
                  </a:lnTo>
                  <a:lnTo>
                    <a:pt x="102193" y="190923"/>
                  </a:lnTo>
                  <a:lnTo>
                    <a:pt x="102393" y="194166"/>
                  </a:lnTo>
                  <a:lnTo>
                    <a:pt x="101810" y="197568"/>
                  </a:lnTo>
                  <a:lnTo>
                    <a:pt x="101650" y="200846"/>
                  </a:lnTo>
                  <a:lnTo>
                    <a:pt x="102383" y="203536"/>
                  </a:lnTo>
                  <a:lnTo>
                    <a:pt x="104279" y="205634"/>
                  </a:lnTo>
                  <a:lnTo>
                    <a:pt x="104974" y="206208"/>
                  </a:lnTo>
                  <a:lnTo>
                    <a:pt x="108386" y="206877"/>
                  </a:lnTo>
                  <a:lnTo>
                    <a:pt x="109725" y="207443"/>
                  </a:lnTo>
                  <a:lnTo>
                    <a:pt x="111040" y="208349"/>
                  </a:lnTo>
                  <a:lnTo>
                    <a:pt x="111497" y="209160"/>
                  </a:lnTo>
                  <a:lnTo>
                    <a:pt x="111176" y="210603"/>
                  </a:lnTo>
                  <a:lnTo>
                    <a:pt x="110488" y="211307"/>
                  </a:lnTo>
                  <a:lnTo>
                    <a:pt x="109709" y="211596"/>
                  </a:lnTo>
                  <a:lnTo>
                    <a:pt x="108453" y="212637"/>
                  </a:lnTo>
                  <a:lnTo>
                    <a:pt x="108475" y="214493"/>
                  </a:lnTo>
                  <a:lnTo>
                    <a:pt x="109185" y="216429"/>
                  </a:lnTo>
                  <a:lnTo>
                    <a:pt x="109832" y="218758"/>
                  </a:lnTo>
                  <a:lnTo>
                    <a:pt x="110377" y="219603"/>
                  </a:lnTo>
                  <a:lnTo>
                    <a:pt x="110967" y="220169"/>
                  </a:lnTo>
                  <a:lnTo>
                    <a:pt x="112442" y="220977"/>
                  </a:lnTo>
                  <a:lnTo>
                    <a:pt x="113876" y="222085"/>
                  </a:lnTo>
                  <a:lnTo>
                    <a:pt x="114822" y="223187"/>
                  </a:lnTo>
                  <a:lnTo>
                    <a:pt x="115799" y="223978"/>
                  </a:lnTo>
                  <a:lnTo>
                    <a:pt x="117930" y="224483"/>
                  </a:lnTo>
                  <a:lnTo>
                    <a:pt x="119491" y="225972"/>
                  </a:lnTo>
                  <a:lnTo>
                    <a:pt x="121716" y="225348"/>
                  </a:lnTo>
                  <a:lnTo>
                    <a:pt x="119788" y="227767"/>
                  </a:lnTo>
                  <a:lnTo>
                    <a:pt x="119123" y="228361"/>
                  </a:lnTo>
                  <a:lnTo>
                    <a:pt x="116799" y="227455"/>
                  </a:lnTo>
                  <a:lnTo>
                    <a:pt x="116363" y="228399"/>
                  </a:lnTo>
                  <a:lnTo>
                    <a:pt x="117320" y="230955"/>
                  </a:lnTo>
                  <a:lnTo>
                    <a:pt x="118742" y="232678"/>
                  </a:lnTo>
                  <a:lnTo>
                    <a:pt x="119250" y="233679"/>
                  </a:lnTo>
                  <a:lnTo>
                    <a:pt x="118894" y="234851"/>
                  </a:lnTo>
                  <a:lnTo>
                    <a:pt x="117242" y="237194"/>
                  </a:lnTo>
                  <a:lnTo>
                    <a:pt x="116552" y="237537"/>
                  </a:lnTo>
                  <a:lnTo>
                    <a:pt x="115262" y="237725"/>
                  </a:lnTo>
                  <a:lnTo>
                    <a:pt x="113098" y="236715"/>
                  </a:lnTo>
                  <a:lnTo>
                    <a:pt x="111567" y="235428"/>
                  </a:lnTo>
                  <a:lnTo>
                    <a:pt x="111138" y="233671"/>
                  </a:lnTo>
                  <a:lnTo>
                    <a:pt x="110729" y="232635"/>
                  </a:lnTo>
                  <a:lnTo>
                    <a:pt x="109349" y="230159"/>
                  </a:lnTo>
                  <a:lnTo>
                    <a:pt x="108366" y="228805"/>
                  </a:lnTo>
                  <a:lnTo>
                    <a:pt x="107114" y="228347"/>
                  </a:lnTo>
                  <a:lnTo>
                    <a:pt x="105809" y="228376"/>
                  </a:lnTo>
                  <a:lnTo>
                    <a:pt x="103473" y="226936"/>
                  </a:lnTo>
                  <a:lnTo>
                    <a:pt x="98405" y="225914"/>
                  </a:lnTo>
                  <a:lnTo>
                    <a:pt x="97197" y="225288"/>
                  </a:lnTo>
                  <a:lnTo>
                    <a:pt x="95676" y="223305"/>
                  </a:lnTo>
                  <a:lnTo>
                    <a:pt x="94961" y="223023"/>
                  </a:lnTo>
                  <a:lnTo>
                    <a:pt x="94193" y="223646"/>
                  </a:lnTo>
                  <a:lnTo>
                    <a:pt x="92236" y="224030"/>
                  </a:lnTo>
                  <a:lnTo>
                    <a:pt x="91661" y="223854"/>
                  </a:lnTo>
                  <a:lnTo>
                    <a:pt x="90263" y="222163"/>
                  </a:lnTo>
                  <a:lnTo>
                    <a:pt x="88822" y="221545"/>
                  </a:lnTo>
                  <a:lnTo>
                    <a:pt x="88222" y="222053"/>
                  </a:lnTo>
                  <a:lnTo>
                    <a:pt x="87614" y="222166"/>
                  </a:lnTo>
                  <a:lnTo>
                    <a:pt x="85649" y="220957"/>
                  </a:lnTo>
                  <a:lnTo>
                    <a:pt x="84169" y="220446"/>
                  </a:lnTo>
                  <a:lnTo>
                    <a:pt x="82952" y="218761"/>
                  </a:lnTo>
                  <a:lnTo>
                    <a:pt x="82288" y="217185"/>
                  </a:lnTo>
                  <a:lnTo>
                    <a:pt x="81542" y="215785"/>
                  </a:lnTo>
                  <a:lnTo>
                    <a:pt x="80852" y="212181"/>
                  </a:lnTo>
                  <a:lnTo>
                    <a:pt x="79777" y="208762"/>
                  </a:lnTo>
                  <a:lnTo>
                    <a:pt x="78444" y="205951"/>
                  </a:lnTo>
                  <a:lnTo>
                    <a:pt x="75586" y="201415"/>
                  </a:lnTo>
                  <a:lnTo>
                    <a:pt x="75010" y="200287"/>
                  </a:lnTo>
                  <a:lnTo>
                    <a:pt x="73892" y="196128"/>
                  </a:lnTo>
                  <a:lnTo>
                    <a:pt x="73952" y="193373"/>
                  </a:lnTo>
                  <a:lnTo>
                    <a:pt x="74359" y="190585"/>
                  </a:lnTo>
                  <a:lnTo>
                    <a:pt x="73744" y="191534"/>
                  </a:lnTo>
                  <a:lnTo>
                    <a:pt x="73049" y="191416"/>
                  </a:lnTo>
                  <a:lnTo>
                    <a:pt x="71103" y="189575"/>
                  </a:lnTo>
                  <a:lnTo>
                    <a:pt x="70302" y="187382"/>
                  </a:lnTo>
                  <a:lnTo>
                    <a:pt x="69001" y="181429"/>
                  </a:lnTo>
                  <a:lnTo>
                    <a:pt x="68169" y="178292"/>
                  </a:lnTo>
                  <a:lnTo>
                    <a:pt x="66227" y="172737"/>
                  </a:lnTo>
                  <a:lnTo>
                    <a:pt x="65668" y="169439"/>
                  </a:lnTo>
                  <a:lnTo>
                    <a:pt x="64857" y="166556"/>
                  </a:lnTo>
                  <a:lnTo>
                    <a:pt x="64356" y="165489"/>
                  </a:lnTo>
                  <a:lnTo>
                    <a:pt x="63939" y="164254"/>
                  </a:lnTo>
                  <a:lnTo>
                    <a:pt x="63570" y="162649"/>
                  </a:lnTo>
                  <a:lnTo>
                    <a:pt x="63018" y="161532"/>
                  </a:lnTo>
                  <a:lnTo>
                    <a:pt x="60309" y="159062"/>
                  </a:lnTo>
                  <a:lnTo>
                    <a:pt x="59832" y="158283"/>
                  </a:lnTo>
                  <a:lnTo>
                    <a:pt x="59307" y="157870"/>
                  </a:lnTo>
                  <a:lnTo>
                    <a:pt x="57293" y="157617"/>
                  </a:lnTo>
                  <a:lnTo>
                    <a:pt x="56127" y="157210"/>
                  </a:lnTo>
                  <a:lnTo>
                    <a:pt x="53930" y="155187"/>
                  </a:lnTo>
                  <a:lnTo>
                    <a:pt x="52795" y="154581"/>
                  </a:lnTo>
                  <a:lnTo>
                    <a:pt x="51430" y="154197"/>
                  </a:lnTo>
                  <a:lnTo>
                    <a:pt x="50108" y="153429"/>
                  </a:lnTo>
                  <a:lnTo>
                    <a:pt x="49462" y="152676"/>
                  </a:lnTo>
                  <a:lnTo>
                    <a:pt x="49029" y="151404"/>
                  </a:lnTo>
                  <a:lnTo>
                    <a:pt x="48772" y="148388"/>
                  </a:lnTo>
                  <a:lnTo>
                    <a:pt x="47665" y="148711"/>
                  </a:lnTo>
                  <a:lnTo>
                    <a:pt x="46580" y="148189"/>
                  </a:lnTo>
                  <a:lnTo>
                    <a:pt x="45527" y="147130"/>
                  </a:lnTo>
                  <a:lnTo>
                    <a:pt x="44453" y="146492"/>
                  </a:lnTo>
                  <a:lnTo>
                    <a:pt x="43720" y="147401"/>
                  </a:lnTo>
                  <a:lnTo>
                    <a:pt x="43495" y="149802"/>
                  </a:lnTo>
                  <a:lnTo>
                    <a:pt x="43156" y="149926"/>
                  </a:lnTo>
                  <a:lnTo>
                    <a:pt x="42527" y="149436"/>
                  </a:lnTo>
                  <a:lnTo>
                    <a:pt x="42214" y="149724"/>
                  </a:lnTo>
                  <a:lnTo>
                    <a:pt x="41532" y="150832"/>
                  </a:lnTo>
                  <a:lnTo>
                    <a:pt x="40986" y="152330"/>
                  </a:lnTo>
                  <a:lnTo>
                    <a:pt x="39980" y="152102"/>
                  </a:lnTo>
                  <a:lnTo>
                    <a:pt x="37918" y="150587"/>
                  </a:lnTo>
                  <a:lnTo>
                    <a:pt x="36999" y="149638"/>
                  </a:lnTo>
                  <a:lnTo>
                    <a:pt x="36218" y="147927"/>
                  </a:lnTo>
                  <a:lnTo>
                    <a:pt x="35547" y="145982"/>
                  </a:lnTo>
                  <a:lnTo>
                    <a:pt x="34868" y="144449"/>
                  </a:lnTo>
                  <a:lnTo>
                    <a:pt x="34033" y="143330"/>
                  </a:lnTo>
                  <a:lnTo>
                    <a:pt x="35096" y="145973"/>
                  </a:lnTo>
                  <a:lnTo>
                    <a:pt x="37536" y="157628"/>
                  </a:lnTo>
                  <a:lnTo>
                    <a:pt x="36925" y="157853"/>
                  </a:lnTo>
                  <a:lnTo>
                    <a:pt x="36297" y="157559"/>
                  </a:lnTo>
                  <a:lnTo>
                    <a:pt x="36874" y="159798"/>
                  </a:lnTo>
                  <a:lnTo>
                    <a:pt x="36209" y="160136"/>
                  </a:lnTo>
                  <a:lnTo>
                    <a:pt x="35550" y="160110"/>
                  </a:lnTo>
                  <a:lnTo>
                    <a:pt x="34157" y="159143"/>
                  </a:lnTo>
                  <a:lnTo>
                    <a:pt x="32774" y="158823"/>
                  </a:lnTo>
                  <a:lnTo>
                    <a:pt x="32367" y="159296"/>
                  </a:lnTo>
                  <a:lnTo>
                    <a:pt x="32660" y="160136"/>
                  </a:lnTo>
                  <a:lnTo>
                    <a:pt x="33145" y="162606"/>
                  </a:lnTo>
                  <a:lnTo>
                    <a:pt x="33532" y="165197"/>
                  </a:lnTo>
                  <a:lnTo>
                    <a:pt x="31536" y="166363"/>
                  </a:lnTo>
                  <a:lnTo>
                    <a:pt x="29489" y="167073"/>
                  </a:lnTo>
                  <a:lnTo>
                    <a:pt x="27209" y="168472"/>
                  </a:lnTo>
                  <a:lnTo>
                    <a:pt x="24900" y="168568"/>
                  </a:lnTo>
                  <a:lnTo>
                    <a:pt x="23716" y="167771"/>
                  </a:lnTo>
                  <a:lnTo>
                    <a:pt x="22501" y="167321"/>
                  </a:lnTo>
                  <a:lnTo>
                    <a:pt x="21360" y="167771"/>
                  </a:lnTo>
                  <a:lnTo>
                    <a:pt x="20252" y="168781"/>
                  </a:lnTo>
                  <a:lnTo>
                    <a:pt x="19319" y="168620"/>
                  </a:lnTo>
                  <a:lnTo>
                    <a:pt x="18730" y="166802"/>
                  </a:lnTo>
                  <a:lnTo>
                    <a:pt x="18453" y="165422"/>
                  </a:lnTo>
                  <a:lnTo>
                    <a:pt x="18100" y="164225"/>
                  </a:lnTo>
                  <a:lnTo>
                    <a:pt x="17227" y="164415"/>
                  </a:lnTo>
                  <a:lnTo>
                    <a:pt x="16386" y="165062"/>
                  </a:lnTo>
                  <a:lnTo>
                    <a:pt x="17827" y="165137"/>
                  </a:lnTo>
                  <a:lnTo>
                    <a:pt x="18259" y="166663"/>
                  </a:lnTo>
                  <a:lnTo>
                    <a:pt x="18630" y="168516"/>
                  </a:lnTo>
                  <a:lnTo>
                    <a:pt x="19651" y="170192"/>
                  </a:lnTo>
                  <a:lnTo>
                    <a:pt x="20884" y="169194"/>
                  </a:lnTo>
                  <a:lnTo>
                    <a:pt x="23590" y="169471"/>
                  </a:lnTo>
                  <a:lnTo>
                    <a:pt x="26219" y="172391"/>
                  </a:lnTo>
                  <a:lnTo>
                    <a:pt x="26842" y="172726"/>
                  </a:lnTo>
                  <a:lnTo>
                    <a:pt x="27415" y="173297"/>
                  </a:lnTo>
                  <a:lnTo>
                    <a:pt x="28769" y="176183"/>
                  </a:lnTo>
                  <a:lnTo>
                    <a:pt x="29790" y="178806"/>
                  </a:lnTo>
                  <a:lnTo>
                    <a:pt x="30650" y="181798"/>
                  </a:lnTo>
                  <a:lnTo>
                    <a:pt x="30832" y="182970"/>
                  </a:lnTo>
                  <a:lnTo>
                    <a:pt x="30775" y="186112"/>
                  </a:lnTo>
                  <a:lnTo>
                    <a:pt x="30515" y="187673"/>
                  </a:lnTo>
                  <a:lnTo>
                    <a:pt x="28817" y="189887"/>
                  </a:lnTo>
                  <a:lnTo>
                    <a:pt x="27005" y="191558"/>
                  </a:lnTo>
                  <a:lnTo>
                    <a:pt x="24336" y="194813"/>
                  </a:lnTo>
                  <a:lnTo>
                    <a:pt x="21752" y="198512"/>
                  </a:lnTo>
                  <a:lnTo>
                    <a:pt x="20394" y="197788"/>
                  </a:lnTo>
                  <a:lnTo>
                    <a:pt x="19169" y="195828"/>
                  </a:lnTo>
                  <a:lnTo>
                    <a:pt x="18694" y="195297"/>
                  </a:lnTo>
                  <a:lnTo>
                    <a:pt x="17433" y="194230"/>
                  </a:lnTo>
                  <a:lnTo>
                    <a:pt x="16663" y="193846"/>
                  </a:lnTo>
                  <a:lnTo>
                    <a:pt x="13608" y="194680"/>
                  </a:lnTo>
                  <a:lnTo>
                    <a:pt x="10542" y="195107"/>
                  </a:lnTo>
                  <a:lnTo>
                    <a:pt x="9253" y="195069"/>
                  </a:lnTo>
                  <a:lnTo>
                    <a:pt x="8000" y="194443"/>
                  </a:lnTo>
                  <a:lnTo>
                    <a:pt x="6622" y="193277"/>
                  </a:lnTo>
                  <a:lnTo>
                    <a:pt x="5256" y="193794"/>
                  </a:lnTo>
                  <a:lnTo>
                    <a:pt x="4322" y="195162"/>
                  </a:lnTo>
                  <a:lnTo>
                    <a:pt x="3301" y="195364"/>
                  </a:lnTo>
                  <a:close/>
                </a:path>
              </a:pathLst>
            </a:custGeom>
            <a:solidFill>
              <a:srgbClr val="FAFCF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0" name="pg1199"/>
            <p:cNvSpPr/>
            <p:nvPr/>
          </p:nvSpPr>
          <p:spPr>
            <a:xfrm>
              <a:off x="5170901" y="3710098"/>
              <a:ext cx="29083" cy="66765"/>
            </a:xfrm>
            <a:custGeom>
              <a:avLst/>
              <a:pathLst>
                <a:path w="29083" h="66765">
                  <a:moveTo>
                    <a:pt x="27052" y="64517"/>
                  </a:moveTo>
                  <a:lnTo>
                    <a:pt x="26148" y="66765"/>
                  </a:lnTo>
                  <a:lnTo>
                    <a:pt x="25587" y="64670"/>
                  </a:lnTo>
                  <a:lnTo>
                    <a:pt x="24867" y="62834"/>
                  </a:lnTo>
                  <a:lnTo>
                    <a:pt x="24299" y="60956"/>
                  </a:lnTo>
                  <a:lnTo>
                    <a:pt x="23577" y="56896"/>
                  </a:lnTo>
                  <a:lnTo>
                    <a:pt x="23541" y="54850"/>
                  </a:lnTo>
                  <a:lnTo>
                    <a:pt x="23731" y="52686"/>
                  </a:lnTo>
                  <a:lnTo>
                    <a:pt x="23773" y="50501"/>
                  </a:lnTo>
                  <a:lnTo>
                    <a:pt x="23424" y="46063"/>
                  </a:lnTo>
                  <a:lnTo>
                    <a:pt x="22574" y="42015"/>
                  </a:lnTo>
                  <a:lnTo>
                    <a:pt x="19617" y="32362"/>
                  </a:lnTo>
                  <a:lnTo>
                    <a:pt x="18686" y="29828"/>
                  </a:lnTo>
                  <a:lnTo>
                    <a:pt x="17623" y="27566"/>
                  </a:lnTo>
                  <a:lnTo>
                    <a:pt x="16943" y="27012"/>
                  </a:lnTo>
                  <a:lnTo>
                    <a:pt x="15564" y="26470"/>
                  </a:lnTo>
                  <a:lnTo>
                    <a:pt x="14951" y="26016"/>
                  </a:lnTo>
                  <a:lnTo>
                    <a:pt x="13816" y="24441"/>
                  </a:lnTo>
                  <a:lnTo>
                    <a:pt x="12760" y="22603"/>
                  </a:lnTo>
                  <a:lnTo>
                    <a:pt x="10144" y="17155"/>
                  </a:lnTo>
                  <a:lnTo>
                    <a:pt x="8761" y="15614"/>
                  </a:lnTo>
                  <a:lnTo>
                    <a:pt x="8031" y="13709"/>
                  </a:lnTo>
                  <a:lnTo>
                    <a:pt x="3908" y="7566"/>
                  </a:lnTo>
                  <a:lnTo>
                    <a:pt x="2705" y="6114"/>
                  </a:lnTo>
                  <a:lnTo>
                    <a:pt x="1240" y="6111"/>
                  </a:lnTo>
                  <a:lnTo>
                    <a:pt x="0" y="4902"/>
                  </a:lnTo>
                  <a:lnTo>
                    <a:pt x="979" y="4135"/>
                  </a:lnTo>
                  <a:lnTo>
                    <a:pt x="1180" y="2086"/>
                  </a:lnTo>
                  <a:lnTo>
                    <a:pt x="966" y="0"/>
                  </a:lnTo>
                  <a:lnTo>
                    <a:pt x="3037" y="3407"/>
                  </a:lnTo>
                  <a:lnTo>
                    <a:pt x="5222" y="6385"/>
                  </a:lnTo>
                  <a:lnTo>
                    <a:pt x="5854" y="8786"/>
                  </a:lnTo>
                  <a:lnTo>
                    <a:pt x="6930" y="8933"/>
                  </a:lnTo>
                  <a:lnTo>
                    <a:pt x="8888" y="10919"/>
                  </a:lnTo>
                  <a:lnTo>
                    <a:pt x="10233" y="12708"/>
                  </a:lnTo>
                  <a:lnTo>
                    <a:pt x="11501" y="14771"/>
                  </a:lnTo>
                  <a:lnTo>
                    <a:pt x="12931" y="17726"/>
                  </a:lnTo>
                  <a:lnTo>
                    <a:pt x="15682" y="20046"/>
                  </a:lnTo>
                  <a:lnTo>
                    <a:pt x="16074" y="20889"/>
                  </a:lnTo>
                  <a:lnTo>
                    <a:pt x="17467" y="24744"/>
                  </a:lnTo>
                  <a:lnTo>
                    <a:pt x="19297" y="28013"/>
                  </a:lnTo>
                  <a:lnTo>
                    <a:pt x="19918" y="29814"/>
                  </a:lnTo>
                  <a:lnTo>
                    <a:pt x="27673" y="45290"/>
                  </a:lnTo>
                  <a:lnTo>
                    <a:pt x="28982" y="49624"/>
                  </a:lnTo>
                  <a:lnTo>
                    <a:pt x="29083" y="52582"/>
                  </a:lnTo>
                  <a:lnTo>
                    <a:pt x="28827" y="53742"/>
                  </a:lnTo>
                  <a:lnTo>
                    <a:pt x="28009" y="56244"/>
                  </a:lnTo>
                  <a:lnTo>
                    <a:pt x="28024" y="59199"/>
                  </a:lnTo>
                  <a:lnTo>
                    <a:pt x="27752" y="61856"/>
                  </a:lnTo>
                  <a:close/>
                </a:path>
              </a:pathLst>
            </a:custGeom>
            <a:solidFill>
              <a:srgbClr val="FAFCF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1" name="pg1200"/>
            <p:cNvSpPr/>
            <p:nvPr/>
          </p:nvSpPr>
          <p:spPr>
            <a:xfrm>
              <a:off x="5161341" y="3704520"/>
              <a:ext cx="5971" cy="8607"/>
            </a:xfrm>
            <a:custGeom>
              <a:avLst/>
              <a:pathLst>
                <a:path w="5971" h="8607">
                  <a:moveTo>
                    <a:pt x="5789" y="8203"/>
                  </a:moveTo>
                  <a:lnTo>
                    <a:pt x="3362" y="8607"/>
                  </a:lnTo>
                  <a:lnTo>
                    <a:pt x="2487" y="8157"/>
                  </a:lnTo>
                  <a:lnTo>
                    <a:pt x="1705" y="6452"/>
                  </a:lnTo>
                  <a:lnTo>
                    <a:pt x="997" y="3791"/>
                  </a:lnTo>
                  <a:lnTo>
                    <a:pt x="286" y="3171"/>
                  </a:lnTo>
                  <a:lnTo>
                    <a:pt x="0" y="2649"/>
                  </a:lnTo>
                  <a:lnTo>
                    <a:pt x="1717" y="614"/>
                  </a:lnTo>
                  <a:lnTo>
                    <a:pt x="3235" y="0"/>
                  </a:lnTo>
                  <a:lnTo>
                    <a:pt x="5701" y="2548"/>
                  </a:lnTo>
                  <a:lnTo>
                    <a:pt x="5951" y="3814"/>
                  </a:lnTo>
                  <a:lnTo>
                    <a:pt x="5971" y="4637"/>
                  </a:lnTo>
                  <a:lnTo>
                    <a:pt x="5904" y="7332"/>
                  </a:lnTo>
                  <a:close/>
                </a:path>
              </a:pathLst>
            </a:custGeom>
            <a:solidFill>
              <a:srgbClr val="FAFCF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2" name="pg1201"/>
            <p:cNvSpPr/>
            <p:nvPr/>
          </p:nvSpPr>
          <p:spPr>
            <a:xfrm>
              <a:off x="5134211" y="3700460"/>
              <a:ext cx="1723" cy="2628"/>
            </a:xfrm>
            <a:custGeom>
              <a:avLst/>
              <a:pathLst>
                <a:path w="1723" h="2628">
                  <a:moveTo>
                    <a:pt x="1723" y="1073"/>
                  </a:moveTo>
                  <a:lnTo>
                    <a:pt x="1328" y="2628"/>
                  </a:lnTo>
                  <a:lnTo>
                    <a:pt x="406" y="2496"/>
                  </a:lnTo>
                  <a:lnTo>
                    <a:pt x="0" y="2031"/>
                  </a:lnTo>
                  <a:lnTo>
                    <a:pt x="666" y="1737"/>
                  </a:lnTo>
                  <a:lnTo>
                    <a:pt x="934" y="453"/>
                  </a:lnTo>
                  <a:lnTo>
                    <a:pt x="1222" y="0"/>
                  </a:lnTo>
                  <a:close/>
                </a:path>
              </a:pathLst>
            </a:custGeom>
            <a:solidFill>
              <a:srgbClr val="FAFCF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3" name="pg1202"/>
            <p:cNvSpPr/>
            <p:nvPr/>
          </p:nvSpPr>
          <p:spPr>
            <a:xfrm>
              <a:off x="5119535" y="3691647"/>
              <a:ext cx="11124" cy="7739"/>
            </a:xfrm>
            <a:custGeom>
              <a:avLst/>
              <a:pathLst>
                <a:path w="11124" h="7739">
                  <a:moveTo>
                    <a:pt x="6535" y="343"/>
                  </a:moveTo>
                  <a:lnTo>
                    <a:pt x="10593" y="2262"/>
                  </a:lnTo>
                  <a:lnTo>
                    <a:pt x="10861" y="2239"/>
                  </a:lnTo>
                  <a:lnTo>
                    <a:pt x="10814" y="1552"/>
                  </a:lnTo>
                  <a:lnTo>
                    <a:pt x="10883" y="1359"/>
                  </a:lnTo>
                  <a:lnTo>
                    <a:pt x="11124" y="1861"/>
                  </a:lnTo>
                  <a:lnTo>
                    <a:pt x="11050" y="3263"/>
                  </a:lnTo>
                  <a:lnTo>
                    <a:pt x="10409" y="3607"/>
                  </a:lnTo>
                  <a:lnTo>
                    <a:pt x="9812" y="3471"/>
                  </a:lnTo>
                  <a:lnTo>
                    <a:pt x="9384" y="4192"/>
                  </a:lnTo>
                  <a:lnTo>
                    <a:pt x="8226" y="6896"/>
                  </a:lnTo>
                  <a:lnTo>
                    <a:pt x="7444" y="6443"/>
                  </a:lnTo>
                  <a:lnTo>
                    <a:pt x="6489" y="7049"/>
                  </a:lnTo>
                  <a:lnTo>
                    <a:pt x="4814" y="7107"/>
                  </a:lnTo>
                  <a:lnTo>
                    <a:pt x="2638" y="5918"/>
                  </a:lnTo>
                  <a:lnTo>
                    <a:pt x="2044" y="6919"/>
                  </a:lnTo>
                  <a:lnTo>
                    <a:pt x="1268" y="6642"/>
                  </a:lnTo>
                  <a:lnTo>
                    <a:pt x="500" y="7739"/>
                  </a:lnTo>
                  <a:lnTo>
                    <a:pt x="184" y="7684"/>
                  </a:lnTo>
                  <a:lnTo>
                    <a:pt x="0" y="6074"/>
                  </a:lnTo>
                  <a:lnTo>
                    <a:pt x="13" y="5248"/>
                  </a:lnTo>
                  <a:lnTo>
                    <a:pt x="922" y="4550"/>
                  </a:lnTo>
                  <a:lnTo>
                    <a:pt x="786" y="2019"/>
                  </a:lnTo>
                  <a:lnTo>
                    <a:pt x="1522" y="753"/>
                  </a:lnTo>
                  <a:lnTo>
                    <a:pt x="2787" y="862"/>
                  </a:lnTo>
                  <a:lnTo>
                    <a:pt x="3970" y="0"/>
                  </a:lnTo>
                  <a:close/>
                </a:path>
              </a:pathLst>
            </a:custGeom>
            <a:solidFill>
              <a:srgbClr val="FAFCF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4" name="pg1203"/>
            <p:cNvSpPr/>
            <p:nvPr/>
          </p:nvSpPr>
          <p:spPr>
            <a:xfrm>
              <a:off x="5156274" y="3674056"/>
              <a:ext cx="2675" cy="6971"/>
            </a:xfrm>
            <a:custGeom>
              <a:avLst/>
              <a:pathLst>
                <a:path w="2675" h="6971">
                  <a:moveTo>
                    <a:pt x="2675" y="5904"/>
                  </a:moveTo>
                  <a:lnTo>
                    <a:pt x="2648" y="6971"/>
                  </a:lnTo>
                  <a:lnTo>
                    <a:pt x="1767" y="6432"/>
                  </a:lnTo>
                  <a:lnTo>
                    <a:pt x="1525" y="6590"/>
                  </a:lnTo>
                  <a:lnTo>
                    <a:pt x="0" y="3500"/>
                  </a:lnTo>
                  <a:lnTo>
                    <a:pt x="23" y="1610"/>
                  </a:lnTo>
                  <a:lnTo>
                    <a:pt x="427" y="0"/>
                  </a:lnTo>
                  <a:lnTo>
                    <a:pt x="1061" y="259"/>
                  </a:lnTo>
                  <a:lnTo>
                    <a:pt x="2186" y="2288"/>
                  </a:lnTo>
                  <a:close/>
                </a:path>
              </a:pathLst>
            </a:custGeom>
            <a:solidFill>
              <a:srgbClr val="FAFCF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5" name="pg1204"/>
            <p:cNvSpPr/>
            <p:nvPr/>
          </p:nvSpPr>
          <p:spPr>
            <a:xfrm>
              <a:off x="3505915" y="2013654"/>
              <a:ext cx="121593" cy="171899"/>
            </a:xfrm>
            <a:custGeom>
              <a:avLst/>
              <a:pathLst>
                <a:path w="121593" h="171899">
                  <a:moveTo>
                    <a:pt x="66734" y="11199"/>
                  </a:moveTo>
                  <a:lnTo>
                    <a:pt x="67220" y="11557"/>
                  </a:lnTo>
                  <a:lnTo>
                    <a:pt x="70633" y="11943"/>
                  </a:lnTo>
                  <a:lnTo>
                    <a:pt x="74093" y="12334"/>
                  </a:lnTo>
                  <a:lnTo>
                    <a:pt x="79657" y="12751"/>
                  </a:lnTo>
                  <a:lnTo>
                    <a:pt x="85455" y="13190"/>
                  </a:lnTo>
                  <a:lnTo>
                    <a:pt x="91471" y="13643"/>
                  </a:lnTo>
                  <a:lnTo>
                    <a:pt x="97983" y="14133"/>
                  </a:lnTo>
                  <a:lnTo>
                    <a:pt x="104849" y="14422"/>
                  </a:lnTo>
                  <a:lnTo>
                    <a:pt x="105268" y="14224"/>
                  </a:lnTo>
                  <a:lnTo>
                    <a:pt x="105969" y="13071"/>
                  </a:lnTo>
                  <a:lnTo>
                    <a:pt x="106824" y="13227"/>
                  </a:lnTo>
                  <a:lnTo>
                    <a:pt x="107834" y="13942"/>
                  </a:lnTo>
                  <a:lnTo>
                    <a:pt x="108306" y="14474"/>
                  </a:lnTo>
                  <a:lnTo>
                    <a:pt x="108506" y="15078"/>
                  </a:lnTo>
                  <a:lnTo>
                    <a:pt x="108631" y="15778"/>
                  </a:lnTo>
                  <a:lnTo>
                    <a:pt x="109183" y="15918"/>
                  </a:lnTo>
                  <a:lnTo>
                    <a:pt x="110193" y="16451"/>
                  </a:lnTo>
                  <a:lnTo>
                    <a:pt x="111558" y="17665"/>
                  </a:lnTo>
                  <a:lnTo>
                    <a:pt x="112628" y="18843"/>
                  </a:lnTo>
                  <a:lnTo>
                    <a:pt x="113645" y="20528"/>
                  </a:lnTo>
                  <a:lnTo>
                    <a:pt x="113983" y="22433"/>
                  </a:lnTo>
                  <a:lnTo>
                    <a:pt x="114003" y="24591"/>
                  </a:lnTo>
                  <a:lnTo>
                    <a:pt x="113938" y="25980"/>
                  </a:lnTo>
                  <a:lnTo>
                    <a:pt x="114024" y="26546"/>
                  </a:lnTo>
                  <a:lnTo>
                    <a:pt x="115416" y="36610"/>
                  </a:lnTo>
                  <a:lnTo>
                    <a:pt x="117736" y="46310"/>
                  </a:lnTo>
                  <a:lnTo>
                    <a:pt x="118588" y="51003"/>
                  </a:lnTo>
                  <a:lnTo>
                    <a:pt x="118928" y="53502"/>
                  </a:lnTo>
                  <a:lnTo>
                    <a:pt x="119200" y="57127"/>
                  </a:lnTo>
                  <a:lnTo>
                    <a:pt x="119284" y="59672"/>
                  </a:lnTo>
                  <a:lnTo>
                    <a:pt x="119274" y="61105"/>
                  </a:lnTo>
                  <a:lnTo>
                    <a:pt x="119101" y="63074"/>
                  </a:lnTo>
                  <a:lnTo>
                    <a:pt x="118412" y="64238"/>
                  </a:lnTo>
                  <a:lnTo>
                    <a:pt x="113962" y="67567"/>
                  </a:lnTo>
                  <a:lnTo>
                    <a:pt x="113125" y="68612"/>
                  </a:lnTo>
                  <a:lnTo>
                    <a:pt x="111814" y="71207"/>
                  </a:lnTo>
                  <a:lnTo>
                    <a:pt x="110604" y="73881"/>
                  </a:lnTo>
                  <a:lnTo>
                    <a:pt x="110326" y="74794"/>
                  </a:lnTo>
                  <a:lnTo>
                    <a:pt x="110251" y="75396"/>
                  </a:lnTo>
                  <a:lnTo>
                    <a:pt x="110518" y="76273"/>
                  </a:lnTo>
                  <a:lnTo>
                    <a:pt x="112104" y="77706"/>
                  </a:lnTo>
                  <a:lnTo>
                    <a:pt x="113704" y="78856"/>
                  </a:lnTo>
                  <a:lnTo>
                    <a:pt x="114225" y="79717"/>
                  </a:lnTo>
                  <a:lnTo>
                    <a:pt x="115404" y="80819"/>
                  </a:lnTo>
                  <a:lnTo>
                    <a:pt x="115835" y="81809"/>
                  </a:lnTo>
                  <a:lnTo>
                    <a:pt x="116068" y="82672"/>
                  </a:lnTo>
                  <a:lnTo>
                    <a:pt x="116052" y="84663"/>
                  </a:lnTo>
                  <a:lnTo>
                    <a:pt x="115520" y="87417"/>
                  </a:lnTo>
                  <a:lnTo>
                    <a:pt x="115742" y="89499"/>
                  </a:lnTo>
                  <a:lnTo>
                    <a:pt x="115202" y="90886"/>
                  </a:lnTo>
                  <a:lnTo>
                    <a:pt x="114757" y="92427"/>
                  </a:lnTo>
                  <a:lnTo>
                    <a:pt x="114694" y="95126"/>
                  </a:lnTo>
                  <a:lnTo>
                    <a:pt x="115494" y="98110"/>
                  </a:lnTo>
                  <a:lnTo>
                    <a:pt x="116147" y="100147"/>
                  </a:lnTo>
                  <a:lnTo>
                    <a:pt x="116400" y="101745"/>
                  </a:lnTo>
                  <a:lnTo>
                    <a:pt x="116132" y="102998"/>
                  </a:lnTo>
                  <a:lnTo>
                    <a:pt x="116215" y="104252"/>
                  </a:lnTo>
                  <a:lnTo>
                    <a:pt x="116797" y="105580"/>
                  </a:lnTo>
                  <a:lnTo>
                    <a:pt x="118640" y="109684"/>
                  </a:lnTo>
                  <a:lnTo>
                    <a:pt x="119550" y="113635"/>
                  </a:lnTo>
                  <a:lnTo>
                    <a:pt x="120130" y="115174"/>
                  </a:lnTo>
                  <a:lnTo>
                    <a:pt x="121472" y="117174"/>
                  </a:lnTo>
                  <a:lnTo>
                    <a:pt x="121593" y="117995"/>
                  </a:lnTo>
                  <a:lnTo>
                    <a:pt x="121055" y="118747"/>
                  </a:lnTo>
                  <a:lnTo>
                    <a:pt x="120621" y="118846"/>
                  </a:lnTo>
                  <a:lnTo>
                    <a:pt x="120268" y="119047"/>
                  </a:lnTo>
                  <a:lnTo>
                    <a:pt x="120041" y="119750"/>
                  </a:lnTo>
                  <a:lnTo>
                    <a:pt x="120393" y="120501"/>
                  </a:lnTo>
                  <a:lnTo>
                    <a:pt x="120868" y="121605"/>
                  </a:lnTo>
                  <a:lnTo>
                    <a:pt x="121459" y="124730"/>
                  </a:lnTo>
                  <a:lnTo>
                    <a:pt x="121400" y="127288"/>
                  </a:lnTo>
                  <a:lnTo>
                    <a:pt x="120946" y="127939"/>
                  </a:lnTo>
                  <a:lnTo>
                    <a:pt x="120365" y="129458"/>
                  </a:lnTo>
                  <a:lnTo>
                    <a:pt x="119971" y="130846"/>
                  </a:lnTo>
                  <a:lnTo>
                    <a:pt x="116791" y="131813"/>
                  </a:lnTo>
                  <a:lnTo>
                    <a:pt x="116027" y="133299"/>
                  </a:lnTo>
                  <a:lnTo>
                    <a:pt x="114286" y="136172"/>
                  </a:lnTo>
                  <a:lnTo>
                    <a:pt x="113097" y="137824"/>
                  </a:lnTo>
                  <a:lnTo>
                    <a:pt x="111340" y="140811"/>
                  </a:lnTo>
                  <a:lnTo>
                    <a:pt x="108560" y="145946"/>
                  </a:lnTo>
                  <a:lnTo>
                    <a:pt x="107535" y="148094"/>
                  </a:lnTo>
                  <a:lnTo>
                    <a:pt x="106785" y="149870"/>
                  </a:lnTo>
                  <a:lnTo>
                    <a:pt x="104536" y="154600"/>
                  </a:lnTo>
                  <a:lnTo>
                    <a:pt x="103844" y="156585"/>
                  </a:lnTo>
                  <a:lnTo>
                    <a:pt x="103981" y="158220"/>
                  </a:lnTo>
                  <a:lnTo>
                    <a:pt x="104704" y="162058"/>
                  </a:lnTo>
                  <a:lnTo>
                    <a:pt x="104856" y="163790"/>
                  </a:lnTo>
                  <a:lnTo>
                    <a:pt x="104729" y="165392"/>
                  </a:lnTo>
                  <a:lnTo>
                    <a:pt x="104489" y="166818"/>
                  </a:lnTo>
                  <a:lnTo>
                    <a:pt x="104530" y="167454"/>
                  </a:lnTo>
                  <a:lnTo>
                    <a:pt x="105194" y="168487"/>
                  </a:lnTo>
                  <a:lnTo>
                    <a:pt x="106253" y="170111"/>
                  </a:lnTo>
                  <a:lnTo>
                    <a:pt x="106314" y="170658"/>
                  </a:lnTo>
                  <a:lnTo>
                    <a:pt x="106164" y="171362"/>
                  </a:lnTo>
                  <a:lnTo>
                    <a:pt x="105799" y="171899"/>
                  </a:lnTo>
                  <a:lnTo>
                    <a:pt x="104476" y="171332"/>
                  </a:lnTo>
                  <a:lnTo>
                    <a:pt x="102998" y="170231"/>
                  </a:lnTo>
                  <a:lnTo>
                    <a:pt x="102495" y="170364"/>
                  </a:lnTo>
                  <a:lnTo>
                    <a:pt x="101695" y="170110"/>
                  </a:lnTo>
                  <a:lnTo>
                    <a:pt x="98398" y="167985"/>
                  </a:lnTo>
                  <a:lnTo>
                    <a:pt x="96175" y="166321"/>
                  </a:lnTo>
                  <a:lnTo>
                    <a:pt x="95956" y="165240"/>
                  </a:lnTo>
                  <a:lnTo>
                    <a:pt x="95536" y="163675"/>
                  </a:lnTo>
                  <a:lnTo>
                    <a:pt x="94591" y="162363"/>
                  </a:lnTo>
                  <a:lnTo>
                    <a:pt x="92421" y="161227"/>
                  </a:lnTo>
                  <a:lnTo>
                    <a:pt x="91538" y="160339"/>
                  </a:lnTo>
                  <a:lnTo>
                    <a:pt x="88014" y="159843"/>
                  </a:lnTo>
                  <a:lnTo>
                    <a:pt x="86485" y="159823"/>
                  </a:lnTo>
                  <a:lnTo>
                    <a:pt x="85402" y="160189"/>
                  </a:lnTo>
                  <a:lnTo>
                    <a:pt x="84710" y="160153"/>
                  </a:lnTo>
                  <a:lnTo>
                    <a:pt x="83757" y="162470"/>
                  </a:lnTo>
                  <a:lnTo>
                    <a:pt x="83100" y="163143"/>
                  </a:lnTo>
                  <a:lnTo>
                    <a:pt x="82139" y="163213"/>
                  </a:lnTo>
                  <a:lnTo>
                    <a:pt x="81299" y="162801"/>
                  </a:lnTo>
                  <a:lnTo>
                    <a:pt x="80440" y="161581"/>
                  </a:lnTo>
                  <a:lnTo>
                    <a:pt x="79064" y="160938"/>
                  </a:lnTo>
                  <a:lnTo>
                    <a:pt x="78070" y="161248"/>
                  </a:lnTo>
                  <a:lnTo>
                    <a:pt x="77338" y="160983"/>
                  </a:lnTo>
                  <a:lnTo>
                    <a:pt x="76706" y="160919"/>
                  </a:lnTo>
                  <a:lnTo>
                    <a:pt x="76487" y="161163"/>
                  </a:lnTo>
                  <a:lnTo>
                    <a:pt x="75979" y="161128"/>
                  </a:lnTo>
                  <a:lnTo>
                    <a:pt x="75242" y="161711"/>
                  </a:lnTo>
                  <a:lnTo>
                    <a:pt x="74438" y="162535"/>
                  </a:lnTo>
                  <a:lnTo>
                    <a:pt x="73550" y="163163"/>
                  </a:lnTo>
                  <a:lnTo>
                    <a:pt x="72867" y="164512"/>
                  </a:lnTo>
                  <a:lnTo>
                    <a:pt x="72258" y="167155"/>
                  </a:lnTo>
                  <a:lnTo>
                    <a:pt x="70533" y="165971"/>
                  </a:lnTo>
                  <a:lnTo>
                    <a:pt x="69958" y="166484"/>
                  </a:lnTo>
                  <a:lnTo>
                    <a:pt x="69145" y="166829"/>
                  </a:lnTo>
                  <a:lnTo>
                    <a:pt x="68589" y="166473"/>
                  </a:lnTo>
                  <a:lnTo>
                    <a:pt x="68720" y="165562"/>
                  </a:lnTo>
                  <a:lnTo>
                    <a:pt x="68972" y="164535"/>
                  </a:lnTo>
                  <a:lnTo>
                    <a:pt x="68960" y="163099"/>
                  </a:lnTo>
                  <a:lnTo>
                    <a:pt x="68800" y="161515"/>
                  </a:lnTo>
                  <a:lnTo>
                    <a:pt x="68266" y="161000"/>
                  </a:lnTo>
                  <a:lnTo>
                    <a:pt x="67462" y="160810"/>
                  </a:lnTo>
                  <a:lnTo>
                    <a:pt x="67049" y="160496"/>
                  </a:lnTo>
                  <a:lnTo>
                    <a:pt x="67005" y="159973"/>
                  </a:lnTo>
                  <a:lnTo>
                    <a:pt x="66596" y="159300"/>
                  </a:lnTo>
                  <a:lnTo>
                    <a:pt x="65885" y="157596"/>
                  </a:lnTo>
                  <a:lnTo>
                    <a:pt x="65214" y="155481"/>
                  </a:lnTo>
                  <a:lnTo>
                    <a:pt x="64750" y="154851"/>
                  </a:lnTo>
                  <a:lnTo>
                    <a:pt x="64075" y="155858"/>
                  </a:lnTo>
                  <a:lnTo>
                    <a:pt x="63053" y="157003"/>
                  </a:lnTo>
                  <a:lnTo>
                    <a:pt x="62417" y="157400"/>
                  </a:lnTo>
                  <a:lnTo>
                    <a:pt x="61189" y="160693"/>
                  </a:lnTo>
                  <a:lnTo>
                    <a:pt x="58983" y="160804"/>
                  </a:lnTo>
                  <a:lnTo>
                    <a:pt x="58847" y="159266"/>
                  </a:lnTo>
                  <a:lnTo>
                    <a:pt x="58615" y="157788"/>
                  </a:lnTo>
                  <a:lnTo>
                    <a:pt x="57323" y="157419"/>
                  </a:lnTo>
                  <a:lnTo>
                    <a:pt x="57288" y="156552"/>
                  </a:lnTo>
                  <a:lnTo>
                    <a:pt x="57015" y="154377"/>
                  </a:lnTo>
                  <a:lnTo>
                    <a:pt x="54428" y="150120"/>
                  </a:lnTo>
                  <a:lnTo>
                    <a:pt x="54114" y="148343"/>
                  </a:lnTo>
                  <a:lnTo>
                    <a:pt x="54215" y="147658"/>
                  </a:lnTo>
                  <a:lnTo>
                    <a:pt x="54035" y="146528"/>
                  </a:lnTo>
                  <a:lnTo>
                    <a:pt x="53472" y="145847"/>
                  </a:lnTo>
                  <a:lnTo>
                    <a:pt x="51427" y="145037"/>
                  </a:lnTo>
                  <a:lnTo>
                    <a:pt x="50901" y="145503"/>
                  </a:lnTo>
                  <a:lnTo>
                    <a:pt x="50426" y="145024"/>
                  </a:lnTo>
                  <a:lnTo>
                    <a:pt x="49683" y="144005"/>
                  </a:lnTo>
                  <a:lnTo>
                    <a:pt x="48390" y="143177"/>
                  </a:lnTo>
                  <a:lnTo>
                    <a:pt x="48250" y="142748"/>
                  </a:lnTo>
                  <a:lnTo>
                    <a:pt x="47784" y="142020"/>
                  </a:lnTo>
                  <a:lnTo>
                    <a:pt x="47526" y="141921"/>
                  </a:lnTo>
                  <a:lnTo>
                    <a:pt x="47359" y="142364"/>
                  </a:lnTo>
                  <a:lnTo>
                    <a:pt x="46983" y="142991"/>
                  </a:lnTo>
                  <a:lnTo>
                    <a:pt x="45655" y="143783"/>
                  </a:lnTo>
                  <a:lnTo>
                    <a:pt x="45124" y="143457"/>
                  </a:lnTo>
                  <a:lnTo>
                    <a:pt x="44642" y="142768"/>
                  </a:lnTo>
                  <a:lnTo>
                    <a:pt x="44092" y="141285"/>
                  </a:lnTo>
                  <a:lnTo>
                    <a:pt x="43294" y="139985"/>
                  </a:lnTo>
                  <a:lnTo>
                    <a:pt x="42636" y="139524"/>
                  </a:lnTo>
                  <a:lnTo>
                    <a:pt x="42261" y="138841"/>
                  </a:lnTo>
                  <a:lnTo>
                    <a:pt x="42176" y="138310"/>
                  </a:lnTo>
                  <a:lnTo>
                    <a:pt x="43638" y="137244"/>
                  </a:lnTo>
                  <a:lnTo>
                    <a:pt x="43957" y="136144"/>
                  </a:lnTo>
                  <a:lnTo>
                    <a:pt x="43770" y="134139"/>
                  </a:lnTo>
                  <a:lnTo>
                    <a:pt x="43552" y="133886"/>
                  </a:lnTo>
                  <a:lnTo>
                    <a:pt x="42973" y="134565"/>
                  </a:lnTo>
                  <a:lnTo>
                    <a:pt x="41753" y="135160"/>
                  </a:lnTo>
                  <a:lnTo>
                    <a:pt x="40628" y="135435"/>
                  </a:lnTo>
                  <a:lnTo>
                    <a:pt x="40054" y="135435"/>
                  </a:lnTo>
                  <a:lnTo>
                    <a:pt x="36846" y="131784"/>
                  </a:lnTo>
                  <a:lnTo>
                    <a:pt x="34759" y="130668"/>
                  </a:lnTo>
                  <a:lnTo>
                    <a:pt x="33532" y="130344"/>
                  </a:lnTo>
                  <a:lnTo>
                    <a:pt x="33399" y="130715"/>
                  </a:lnTo>
                  <a:lnTo>
                    <a:pt x="33955" y="132762"/>
                  </a:lnTo>
                  <a:lnTo>
                    <a:pt x="34913" y="135289"/>
                  </a:lnTo>
                  <a:lnTo>
                    <a:pt x="34868" y="135963"/>
                  </a:lnTo>
                  <a:lnTo>
                    <a:pt x="33718" y="136996"/>
                  </a:lnTo>
                  <a:lnTo>
                    <a:pt x="33066" y="137446"/>
                  </a:lnTo>
                  <a:lnTo>
                    <a:pt x="32296" y="138323"/>
                  </a:lnTo>
                  <a:lnTo>
                    <a:pt x="31646" y="139534"/>
                  </a:lnTo>
                  <a:lnTo>
                    <a:pt x="31083" y="140083"/>
                  </a:lnTo>
                  <a:lnTo>
                    <a:pt x="30596" y="139945"/>
                  </a:lnTo>
                  <a:lnTo>
                    <a:pt x="30078" y="139361"/>
                  </a:lnTo>
                  <a:lnTo>
                    <a:pt x="28749" y="135624"/>
                  </a:lnTo>
                  <a:lnTo>
                    <a:pt x="27078" y="132762"/>
                  </a:lnTo>
                  <a:lnTo>
                    <a:pt x="26879" y="132122"/>
                  </a:lnTo>
                  <a:lnTo>
                    <a:pt x="26357" y="131975"/>
                  </a:lnTo>
                  <a:lnTo>
                    <a:pt x="25619" y="131318"/>
                  </a:lnTo>
                  <a:lnTo>
                    <a:pt x="25370" y="130442"/>
                  </a:lnTo>
                  <a:lnTo>
                    <a:pt x="25740" y="129528"/>
                  </a:lnTo>
                  <a:lnTo>
                    <a:pt x="26250" y="128691"/>
                  </a:lnTo>
                  <a:lnTo>
                    <a:pt x="27153" y="128174"/>
                  </a:lnTo>
                  <a:lnTo>
                    <a:pt x="27427" y="127689"/>
                  </a:lnTo>
                  <a:lnTo>
                    <a:pt x="27587" y="126958"/>
                  </a:lnTo>
                  <a:lnTo>
                    <a:pt x="27922" y="126013"/>
                  </a:lnTo>
                  <a:lnTo>
                    <a:pt x="27834" y="125672"/>
                  </a:lnTo>
                  <a:lnTo>
                    <a:pt x="27193" y="124602"/>
                  </a:lnTo>
                  <a:lnTo>
                    <a:pt x="26246" y="123590"/>
                  </a:lnTo>
                  <a:lnTo>
                    <a:pt x="23616" y="124349"/>
                  </a:lnTo>
                  <a:lnTo>
                    <a:pt x="22895" y="124890"/>
                  </a:lnTo>
                  <a:lnTo>
                    <a:pt x="22488" y="124186"/>
                  </a:lnTo>
                  <a:lnTo>
                    <a:pt x="22179" y="123158"/>
                  </a:lnTo>
                  <a:lnTo>
                    <a:pt x="21514" y="122961"/>
                  </a:lnTo>
                  <a:lnTo>
                    <a:pt x="20604" y="122022"/>
                  </a:lnTo>
                  <a:lnTo>
                    <a:pt x="19523" y="121106"/>
                  </a:lnTo>
                  <a:lnTo>
                    <a:pt x="18467" y="120835"/>
                  </a:lnTo>
                  <a:lnTo>
                    <a:pt x="16274" y="119506"/>
                  </a:lnTo>
                  <a:lnTo>
                    <a:pt x="15429" y="119434"/>
                  </a:lnTo>
                  <a:lnTo>
                    <a:pt x="14938" y="118976"/>
                  </a:lnTo>
                  <a:lnTo>
                    <a:pt x="14429" y="117972"/>
                  </a:lnTo>
                  <a:lnTo>
                    <a:pt x="13996" y="116871"/>
                  </a:lnTo>
                  <a:lnTo>
                    <a:pt x="13771" y="114639"/>
                  </a:lnTo>
                  <a:lnTo>
                    <a:pt x="12155" y="113625"/>
                  </a:lnTo>
                  <a:lnTo>
                    <a:pt x="10543" y="112990"/>
                  </a:lnTo>
                  <a:lnTo>
                    <a:pt x="10430" y="113313"/>
                  </a:lnTo>
                  <a:lnTo>
                    <a:pt x="10497" y="115564"/>
                  </a:lnTo>
                  <a:lnTo>
                    <a:pt x="10411" y="116766"/>
                  </a:lnTo>
                  <a:lnTo>
                    <a:pt x="9349" y="117510"/>
                  </a:lnTo>
                  <a:lnTo>
                    <a:pt x="8296" y="117581"/>
                  </a:lnTo>
                  <a:lnTo>
                    <a:pt x="8356" y="117207"/>
                  </a:lnTo>
                  <a:lnTo>
                    <a:pt x="9614" y="113156"/>
                  </a:lnTo>
                  <a:lnTo>
                    <a:pt x="10179" y="110603"/>
                  </a:lnTo>
                  <a:lnTo>
                    <a:pt x="10822" y="105946"/>
                  </a:lnTo>
                  <a:lnTo>
                    <a:pt x="10048" y="102270"/>
                  </a:lnTo>
                  <a:lnTo>
                    <a:pt x="9834" y="100550"/>
                  </a:lnTo>
                  <a:lnTo>
                    <a:pt x="9473" y="99723"/>
                  </a:lnTo>
                  <a:lnTo>
                    <a:pt x="7264" y="97934"/>
                  </a:lnTo>
                  <a:lnTo>
                    <a:pt x="7096" y="97312"/>
                  </a:lnTo>
                  <a:lnTo>
                    <a:pt x="7434" y="94883"/>
                  </a:lnTo>
                  <a:lnTo>
                    <a:pt x="7267" y="93861"/>
                  </a:lnTo>
                  <a:lnTo>
                    <a:pt x="6736" y="92783"/>
                  </a:lnTo>
                  <a:lnTo>
                    <a:pt x="6036" y="90638"/>
                  </a:lnTo>
                  <a:lnTo>
                    <a:pt x="5765" y="88818"/>
                  </a:lnTo>
                  <a:lnTo>
                    <a:pt x="6657" y="86677"/>
                  </a:lnTo>
                  <a:lnTo>
                    <a:pt x="6877" y="85106"/>
                  </a:lnTo>
                  <a:lnTo>
                    <a:pt x="7265" y="82953"/>
                  </a:lnTo>
                  <a:lnTo>
                    <a:pt x="7550" y="81773"/>
                  </a:lnTo>
                  <a:lnTo>
                    <a:pt x="7603" y="81447"/>
                  </a:lnTo>
                  <a:lnTo>
                    <a:pt x="7019" y="80609"/>
                  </a:lnTo>
                  <a:lnTo>
                    <a:pt x="6870" y="79431"/>
                  </a:lnTo>
                  <a:lnTo>
                    <a:pt x="7029" y="77735"/>
                  </a:lnTo>
                  <a:lnTo>
                    <a:pt x="6718" y="76478"/>
                  </a:lnTo>
                  <a:lnTo>
                    <a:pt x="5935" y="75661"/>
                  </a:lnTo>
                  <a:lnTo>
                    <a:pt x="5427" y="74582"/>
                  </a:lnTo>
                  <a:lnTo>
                    <a:pt x="5191" y="73237"/>
                  </a:lnTo>
                  <a:lnTo>
                    <a:pt x="5375" y="71126"/>
                  </a:lnTo>
                  <a:lnTo>
                    <a:pt x="5981" y="68248"/>
                  </a:lnTo>
                  <a:lnTo>
                    <a:pt x="4697" y="64788"/>
                  </a:lnTo>
                  <a:lnTo>
                    <a:pt x="1524" y="60742"/>
                  </a:lnTo>
                  <a:lnTo>
                    <a:pt x="0" y="57915"/>
                  </a:lnTo>
                  <a:lnTo>
                    <a:pt x="124" y="56300"/>
                  </a:lnTo>
                  <a:lnTo>
                    <a:pt x="792" y="54838"/>
                  </a:lnTo>
                  <a:lnTo>
                    <a:pt x="2005" y="53525"/>
                  </a:lnTo>
                  <a:lnTo>
                    <a:pt x="2924" y="51197"/>
                  </a:lnTo>
                  <a:lnTo>
                    <a:pt x="3440" y="48435"/>
                  </a:lnTo>
                  <a:lnTo>
                    <a:pt x="3457" y="47911"/>
                  </a:lnTo>
                  <a:lnTo>
                    <a:pt x="3484" y="45939"/>
                  </a:lnTo>
                  <a:lnTo>
                    <a:pt x="2073" y="37874"/>
                  </a:lnTo>
                  <a:lnTo>
                    <a:pt x="1843" y="35855"/>
                  </a:lnTo>
                  <a:lnTo>
                    <a:pt x="1675" y="33421"/>
                  </a:lnTo>
                  <a:lnTo>
                    <a:pt x="1587" y="32756"/>
                  </a:lnTo>
                  <a:lnTo>
                    <a:pt x="4375" y="34463"/>
                  </a:lnTo>
                  <a:lnTo>
                    <a:pt x="5543" y="35424"/>
                  </a:lnTo>
                  <a:lnTo>
                    <a:pt x="5398" y="34345"/>
                  </a:lnTo>
                  <a:lnTo>
                    <a:pt x="5161" y="33415"/>
                  </a:lnTo>
                  <a:lnTo>
                    <a:pt x="5317" y="32050"/>
                  </a:lnTo>
                  <a:lnTo>
                    <a:pt x="5237" y="29992"/>
                  </a:lnTo>
                  <a:lnTo>
                    <a:pt x="2708" y="28941"/>
                  </a:lnTo>
                  <a:lnTo>
                    <a:pt x="1036" y="28586"/>
                  </a:lnTo>
                  <a:lnTo>
                    <a:pt x="848" y="27159"/>
                  </a:lnTo>
                  <a:lnTo>
                    <a:pt x="1009" y="26234"/>
                  </a:lnTo>
                  <a:lnTo>
                    <a:pt x="1471" y="26778"/>
                  </a:lnTo>
                  <a:lnTo>
                    <a:pt x="3114" y="26992"/>
                  </a:lnTo>
                  <a:lnTo>
                    <a:pt x="7155" y="24226"/>
                  </a:lnTo>
                  <a:lnTo>
                    <a:pt x="14134" y="20633"/>
                  </a:lnTo>
                  <a:lnTo>
                    <a:pt x="21588" y="17263"/>
                  </a:lnTo>
                  <a:lnTo>
                    <a:pt x="23328" y="16896"/>
                  </a:lnTo>
                  <a:lnTo>
                    <a:pt x="25077" y="16187"/>
                  </a:lnTo>
                  <a:lnTo>
                    <a:pt x="25724" y="14926"/>
                  </a:lnTo>
                  <a:lnTo>
                    <a:pt x="26369" y="14081"/>
                  </a:lnTo>
                  <a:lnTo>
                    <a:pt x="27384" y="11858"/>
                  </a:lnTo>
                  <a:lnTo>
                    <a:pt x="29628" y="8402"/>
                  </a:lnTo>
                  <a:lnTo>
                    <a:pt x="33598" y="7144"/>
                  </a:lnTo>
                  <a:lnTo>
                    <a:pt x="35079" y="5505"/>
                  </a:lnTo>
                  <a:lnTo>
                    <a:pt x="38186" y="3210"/>
                  </a:lnTo>
                  <a:lnTo>
                    <a:pt x="45267" y="634"/>
                  </a:lnTo>
                  <a:lnTo>
                    <a:pt x="48225" y="69"/>
                  </a:lnTo>
                  <a:lnTo>
                    <a:pt x="51123" y="0"/>
                  </a:lnTo>
                  <a:lnTo>
                    <a:pt x="53703" y="2031"/>
                  </a:lnTo>
                  <a:lnTo>
                    <a:pt x="56434" y="4539"/>
                  </a:lnTo>
                  <a:lnTo>
                    <a:pt x="56926" y="6052"/>
                  </a:lnTo>
                  <a:lnTo>
                    <a:pt x="55448" y="5109"/>
                  </a:lnTo>
                  <a:lnTo>
                    <a:pt x="53294" y="2856"/>
                  </a:lnTo>
                  <a:lnTo>
                    <a:pt x="52497" y="2761"/>
                  </a:lnTo>
                  <a:lnTo>
                    <a:pt x="54336" y="9612"/>
                  </a:lnTo>
                  <a:lnTo>
                    <a:pt x="55342" y="12034"/>
                  </a:lnTo>
                  <a:lnTo>
                    <a:pt x="57375" y="13846"/>
                  </a:lnTo>
                  <a:lnTo>
                    <a:pt x="59079" y="14457"/>
                  </a:lnTo>
                  <a:lnTo>
                    <a:pt x="64330" y="13359"/>
                  </a:lnTo>
                  <a:lnTo>
                    <a:pt x="66195" y="11924"/>
                  </a:lnTo>
                  <a:close/>
                </a:path>
              </a:pathLst>
            </a:custGeom>
            <a:solidFill>
              <a:srgbClr val="6AAB5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6" name="pg1205"/>
            <p:cNvSpPr/>
            <p:nvPr/>
          </p:nvSpPr>
          <p:spPr>
            <a:xfrm>
              <a:off x="2505763" y="3098607"/>
              <a:ext cx="1141" cy="1724"/>
            </a:xfrm>
            <a:custGeom>
              <a:avLst/>
              <a:pathLst>
                <a:path w="1141" h="1724">
                  <a:moveTo>
                    <a:pt x="506" y="1724"/>
                  </a:moveTo>
                  <a:lnTo>
                    <a:pt x="428" y="1455"/>
                  </a:lnTo>
                  <a:lnTo>
                    <a:pt x="81" y="1011"/>
                  </a:lnTo>
                  <a:lnTo>
                    <a:pt x="0" y="605"/>
                  </a:lnTo>
                  <a:lnTo>
                    <a:pt x="78" y="177"/>
                  </a:lnTo>
                  <a:lnTo>
                    <a:pt x="220" y="7"/>
                  </a:lnTo>
                  <a:lnTo>
                    <a:pt x="997" y="0"/>
                  </a:lnTo>
                  <a:lnTo>
                    <a:pt x="1138" y="298"/>
                  </a:lnTo>
                  <a:lnTo>
                    <a:pt x="1141" y="507"/>
                  </a:lnTo>
                  <a:lnTo>
                    <a:pt x="1072" y="712"/>
                  </a:lnTo>
                  <a:lnTo>
                    <a:pt x="949" y="1227"/>
                  </a:lnTo>
                  <a:lnTo>
                    <a:pt x="897" y="1357"/>
                  </a:lnTo>
                  <a:lnTo>
                    <a:pt x="856" y="1491"/>
                  </a:lnTo>
                  <a:close/>
                </a:path>
              </a:pathLst>
            </a:custGeom>
            <a:solidFill>
              <a:srgbClr val="F6FAF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7" name="pg1206"/>
            <p:cNvSpPr/>
            <p:nvPr/>
          </p:nvSpPr>
          <p:spPr>
            <a:xfrm>
              <a:off x="2534584" y="3097310"/>
              <a:ext cx="3379" cy="1936"/>
            </a:xfrm>
            <a:custGeom>
              <a:avLst/>
              <a:pathLst>
                <a:path w="3379" h="1936">
                  <a:moveTo>
                    <a:pt x="1787" y="1755"/>
                  </a:moveTo>
                  <a:lnTo>
                    <a:pt x="831" y="1936"/>
                  </a:lnTo>
                  <a:lnTo>
                    <a:pt x="208" y="1695"/>
                  </a:lnTo>
                  <a:lnTo>
                    <a:pt x="0" y="819"/>
                  </a:lnTo>
                  <a:lnTo>
                    <a:pt x="1158" y="0"/>
                  </a:lnTo>
                  <a:lnTo>
                    <a:pt x="2510" y="116"/>
                  </a:lnTo>
                  <a:lnTo>
                    <a:pt x="3284" y="610"/>
                  </a:lnTo>
                  <a:lnTo>
                    <a:pt x="3379" y="936"/>
                  </a:lnTo>
                  <a:close/>
                </a:path>
              </a:pathLst>
            </a:custGeom>
            <a:solidFill>
              <a:srgbClr val="F6FAF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8" name="pg1207"/>
            <p:cNvSpPr/>
            <p:nvPr/>
          </p:nvSpPr>
          <p:spPr>
            <a:xfrm>
              <a:off x="2513965" y="3086758"/>
              <a:ext cx="20026" cy="16987"/>
            </a:xfrm>
            <a:custGeom>
              <a:avLst/>
              <a:pathLst>
                <a:path w="20026" h="16987">
                  <a:moveTo>
                    <a:pt x="13828" y="2282"/>
                  </a:moveTo>
                  <a:lnTo>
                    <a:pt x="14205" y="2865"/>
                  </a:lnTo>
                  <a:lnTo>
                    <a:pt x="14571" y="2781"/>
                  </a:lnTo>
                  <a:lnTo>
                    <a:pt x="14276" y="1571"/>
                  </a:lnTo>
                  <a:lnTo>
                    <a:pt x="14547" y="1571"/>
                  </a:lnTo>
                  <a:lnTo>
                    <a:pt x="16883" y="2314"/>
                  </a:lnTo>
                  <a:lnTo>
                    <a:pt x="18384" y="3562"/>
                  </a:lnTo>
                  <a:lnTo>
                    <a:pt x="19929" y="4159"/>
                  </a:lnTo>
                  <a:lnTo>
                    <a:pt x="20026" y="8268"/>
                  </a:lnTo>
                  <a:lnTo>
                    <a:pt x="18837" y="9913"/>
                  </a:lnTo>
                  <a:lnTo>
                    <a:pt x="18059" y="11629"/>
                  </a:lnTo>
                  <a:lnTo>
                    <a:pt x="17426" y="13735"/>
                  </a:lnTo>
                  <a:lnTo>
                    <a:pt x="15761" y="16187"/>
                  </a:lnTo>
                  <a:lnTo>
                    <a:pt x="13754" y="16922"/>
                  </a:lnTo>
                  <a:lnTo>
                    <a:pt x="12419" y="16987"/>
                  </a:lnTo>
                  <a:lnTo>
                    <a:pt x="11921" y="16908"/>
                  </a:lnTo>
                  <a:lnTo>
                    <a:pt x="11435" y="16488"/>
                  </a:lnTo>
                  <a:lnTo>
                    <a:pt x="10426" y="16889"/>
                  </a:lnTo>
                  <a:lnTo>
                    <a:pt x="9180" y="15813"/>
                  </a:lnTo>
                  <a:lnTo>
                    <a:pt x="8112" y="16083"/>
                  </a:lnTo>
                  <a:lnTo>
                    <a:pt x="5991" y="15826"/>
                  </a:lnTo>
                  <a:lnTo>
                    <a:pt x="5197" y="16756"/>
                  </a:lnTo>
                  <a:lnTo>
                    <a:pt x="4436" y="16969"/>
                  </a:lnTo>
                  <a:lnTo>
                    <a:pt x="3690" y="16795"/>
                  </a:lnTo>
                  <a:lnTo>
                    <a:pt x="3055" y="16378"/>
                  </a:lnTo>
                  <a:lnTo>
                    <a:pt x="1482" y="16413"/>
                  </a:lnTo>
                  <a:lnTo>
                    <a:pt x="818" y="15601"/>
                  </a:lnTo>
                  <a:lnTo>
                    <a:pt x="1093" y="10922"/>
                  </a:lnTo>
                  <a:lnTo>
                    <a:pt x="1116" y="8804"/>
                  </a:lnTo>
                  <a:lnTo>
                    <a:pt x="730" y="7055"/>
                  </a:lnTo>
                  <a:lnTo>
                    <a:pt x="306" y="5954"/>
                  </a:lnTo>
                  <a:lnTo>
                    <a:pt x="0" y="4656"/>
                  </a:lnTo>
                  <a:lnTo>
                    <a:pt x="617" y="3798"/>
                  </a:lnTo>
                  <a:lnTo>
                    <a:pt x="1124" y="2552"/>
                  </a:lnTo>
                  <a:lnTo>
                    <a:pt x="1284" y="678"/>
                  </a:lnTo>
                  <a:lnTo>
                    <a:pt x="1840" y="217"/>
                  </a:lnTo>
                  <a:lnTo>
                    <a:pt x="2491" y="0"/>
                  </a:lnTo>
                  <a:lnTo>
                    <a:pt x="5498" y="875"/>
                  </a:lnTo>
                  <a:lnTo>
                    <a:pt x="13107" y="1370"/>
                  </a:lnTo>
                  <a:lnTo>
                    <a:pt x="13539" y="1522"/>
                  </a:lnTo>
                  <a:close/>
                </a:path>
              </a:pathLst>
            </a:custGeom>
            <a:solidFill>
              <a:srgbClr val="F6FAF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9" name="pg1208"/>
            <p:cNvSpPr/>
            <p:nvPr/>
          </p:nvSpPr>
          <p:spPr>
            <a:xfrm>
              <a:off x="4855252" y="2463697"/>
              <a:ext cx="1078" cy="2962"/>
            </a:xfrm>
            <a:custGeom>
              <a:avLst/>
              <a:pathLst>
                <a:path w="1078" h="2962">
                  <a:moveTo>
                    <a:pt x="721" y="2113"/>
                  </a:moveTo>
                  <a:lnTo>
                    <a:pt x="34" y="2962"/>
                  </a:lnTo>
                  <a:lnTo>
                    <a:pt x="0" y="1445"/>
                  </a:lnTo>
                  <a:lnTo>
                    <a:pt x="529" y="168"/>
                  </a:lnTo>
                  <a:lnTo>
                    <a:pt x="1078" y="0"/>
                  </a:lnTo>
                  <a:close/>
                </a:path>
              </a:pathLst>
            </a:custGeom>
            <a:solidFill>
              <a:srgbClr val="FFFCF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0" name="pg1209"/>
            <p:cNvSpPr/>
            <p:nvPr/>
          </p:nvSpPr>
          <p:spPr>
            <a:xfrm>
              <a:off x="4849190" y="2363516"/>
              <a:ext cx="77250" cy="155992"/>
            </a:xfrm>
            <a:custGeom>
              <a:avLst/>
              <a:pathLst>
                <a:path w="77250" h="155992">
                  <a:moveTo>
                    <a:pt x="75296" y="13673"/>
                  </a:moveTo>
                  <a:lnTo>
                    <a:pt x="75627" y="15467"/>
                  </a:lnTo>
                  <a:lnTo>
                    <a:pt x="76405" y="17212"/>
                  </a:lnTo>
                  <a:lnTo>
                    <a:pt x="76815" y="18486"/>
                  </a:lnTo>
                  <a:lnTo>
                    <a:pt x="76893" y="19808"/>
                  </a:lnTo>
                  <a:lnTo>
                    <a:pt x="77250" y="20554"/>
                  </a:lnTo>
                  <a:lnTo>
                    <a:pt x="76631" y="21372"/>
                  </a:lnTo>
                  <a:lnTo>
                    <a:pt x="75811" y="20874"/>
                  </a:lnTo>
                  <a:lnTo>
                    <a:pt x="74450" y="20579"/>
                  </a:lnTo>
                  <a:lnTo>
                    <a:pt x="72710" y="23167"/>
                  </a:lnTo>
                  <a:lnTo>
                    <a:pt x="71747" y="24080"/>
                  </a:lnTo>
                  <a:lnTo>
                    <a:pt x="71066" y="26628"/>
                  </a:lnTo>
                  <a:lnTo>
                    <a:pt x="69706" y="28142"/>
                  </a:lnTo>
                  <a:lnTo>
                    <a:pt x="68963" y="29755"/>
                  </a:lnTo>
                  <a:lnTo>
                    <a:pt x="67999" y="32545"/>
                  </a:lnTo>
                  <a:lnTo>
                    <a:pt x="67367" y="35240"/>
                  </a:lnTo>
                  <a:lnTo>
                    <a:pt x="65904" y="37996"/>
                  </a:lnTo>
                  <a:lnTo>
                    <a:pt x="65051" y="41462"/>
                  </a:lnTo>
                  <a:lnTo>
                    <a:pt x="65003" y="44436"/>
                  </a:lnTo>
                  <a:lnTo>
                    <a:pt x="65936" y="47474"/>
                  </a:lnTo>
                  <a:lnTo>
                    <a:pt x="66020" y="50064"/>
                  </a:lnTo>
                  <a:lnTo>
                    <a:pt x="65365" y="55388"/>
                  </a:lnTo>
                  <a:lnTo>
                    <a:pt x="65730" y="61044"/>
                  </a:lnTo>
                  <a:lnTo>
                    <a:pt x="65324" y="63259"/>
                  </a:lnTo>
                  <a:lnTo>
                    <a:pt x="60844" y="67130"/>
                  </a:lnTo>
                  <a:lnTo>
                    <a:pt x="59674" y="69059"/>
                  </a:lnTo>
                  <a:lnTo>
                    <a:pt x="58025" y="74081"/>
                  </a:lnTo>
                  <a:lnTo>
                    <a:pt x="56019" y="75948"/>
                  </a:lnTo>
                  <a:lnTo>
                    <a:pt x="54773" y="77999"/>
                  </a:lnTo>
                  <a:lnTo>
                    <a:pt x="53047" y="79209"/>
                  </a:lnTo>
                  <a:lnTo>
                    <a:pt x="51943" y="82744"/>
                  </a:lnTo>
                  <a:lnTo>
                    <a:pt x="50730" y="84744"/>
                  </a:lnTo>
                  <a:lnTo>
                    <a:pt x="49289" y="85963"/>
                  </a:lnTo>
                  <a:lnTo>
                    <a:pt x="48210" y="87530"/>
                  </a:lnTo>
                  <a:lnTo>
                    <a:pt x="45795" y="87629"/>
                  </a:lnTo>
                  <a:lnTo>
                    <a:pt x="44092" y="88722"/>
                  </a:lnTo>
                  <a:lnTo>
                    <a:pt x="42880" y="91667"/>
                  </a:lnTo>
                  <a:lnTo>
                    <a:pt x="39237" y="95034"/>
                  </a:lnTo>
                  <a:lnTo>
                    <a:pt x="38740" y="97583"/>
                  </a:lnTo>
                  <a:lnTo>
                    <a:pt x="38982" y="101511"/>
                  </a:lnTo>
                  <a:lnTo>
                    <a:pt x="39002" y="104516"/>
                  </a:lnTo>
                  <a:lnTo>
                    <a:pt x="38684" y="106989"/>
                  </a:lnTo>
                  <a:lnTo>
                    <a:pt x="37887" y="106292"/>
                  </a:lnTo>
                  <a:lnTo>
                    <a:pt x="37459" y="107102"/>
                  </a:lnTo>
                  <a:lnTo>
                    <a:pt x="36986" y="109390"/>
                  </a:lnTo>
                  <a:lnTo>
                    <a:pt x="37121" y="111997"/>
                  </a:lnTo>
                  <a:lnTo>
                    <a:pt x="38369" y="112837"/>
                  </a:lnTo>
                  <a:lnTo>
                    <a:pt x="39393" y="113908"/>
                  </a:lnTo>
                  <a:lnTo>
                    <a:pt x="40830" y="114446"/>
                  </a:lnTo>
                  <a:lnTo>
                    <a:pt x="41893" y="115655"/>
                  </a:lnTo>
                  <a:lnTo>
                    <a:pt x="44154" y="121155"/>
                  </a:lnTo>
                  <a:lnTo>
                    <a:pt x="45999" y="123566"/>
                  </a:lnTo>
                  <a:lnTo>
                    <a:pt x="46480" y="124460"/>
                  </a:lnTo>
                  <a:lnTo>
                    <a:pt x="47539" y="125670"/>
                  </a:lnTo>
                  <a:lnTo>
                    <a:pt x="48515" y="127570"/>
                  </a:lnTo>
                  <a:lnTo>
                    <a:pt x="49065" y="129268"/>
                  </a:lnTo>
                  <a:lnTo>
                    <a:pt x="48637" y="129728"/>
                  </a:lnTo>
                  <a:lnTo>
                    <a:pt x="47903" y="132213"/>
                  </a:lnTo>
                  <a:lnTo>
                    <a:pt x="47219" y="135368"/>
                  </a:lnTo>
                  <a:lnTo>
                    <a:pt x="46555" y="137072"/>
                  </a:lnTo>
                  <a:lnTo>
                    <a:pt x="45794" y="138017"/>
                  </a:lnTo>
                  <a:lnTo>
                    <a:pt x="44974" y="138573"/>
                  </a:lnTo>
                  <a:lnTo>
                    <a:pt x="43345" y="138812"/>
                  </a:lnTo>
                  <a:lnTo>
                    <a:pt x="41875" y="138597"/>
                  </a:lnTo>
                  <a:lnTo>
                    <a:pt x="41398" y="138257"/>
                  </a:lnTo>
                  <a:lnTo>
                    <a:pt x="39375" y="138456"/>
                  </a:lnTo>
                  <a:lnTo>
                    <a:pt x="38805" y="138678"/>
                  </a:lnTo>
                  <a:lnTo>
                    <a:pt x="35896" y="138433"/>
                  </a:lnTo>
                  <a:lnTo>
                    <a:pt x="34378" y="138691"/>
                  </a:lnTo>
                  <a:lnTo>
                    <a:pt x="33413" y="139301"/>
                  </a:lnTo>
                  <a:lnTo>
                    <a:pt x="32430" y="140583"/>
                  </a:lnTo>
                  <a:lnTo>
                    <a:pt x="31581" y="142502"/>
                  </a:lnTo>
                  <a:lnTo>
                    <a:pt x="30836" y="144556"/>
                  </a:lnTo>
                  <a:lnTo>
                    <a:pt x="29318" y="148312"/>
                  </a:lnTo>
                  <a:lnTo>
                    <a:pt x="28252" y="150137"/>
                  </a:lnTo>
                  <a:lnTo>
                    <a:pt x="28248" y="152774"/>
                  </a:lnTo>
                  <a:lnTo>
                    <a:pt x="28224" y="153578"/>
                  </a:lnTo>
                  <a:lnTo>
                    <a:pt x="27850" y="154136"/>
                  </a:lnTo>
                  <a:lnTo>
                    <a:pt x="27721" y="153890"/>
                  </a:lnTo>
                  <a:lnTo>
                    <a:pt x="27105" y="153694"/>
                  </a:lnTo>
                  <a:lnTo>
                    <a:pt x="24633" y="151284"/>
                  </a:lnTo>
                  <a:lnTo>
                    <a:pt x="22601" y="152757"/>
                  </a:lnTo>
                  <a:lnTo>
                    <a:pt x="22088" y="154672"/>
                  </a:lnTo>
                  <a:lnTo>
                    <a:pt x="21547" y="155286"/>
                  </a:lnTo>
                  <a:lnTo>
                    <a:pt x="20738" y="151537"/>
                  </a:lnTo>
                  <a:lnTo>
                    <a:pt x="19415" y="151422"/>
                  </a:lnTo>
                  <a:lnTo>
                    <a:pt x="17311" y="148123"/>
                  </a:lnTo>
                  <a:lnTo>
                    <a:pt x="16408" y="148792"/>
                  </a:lnTo>
                  <a:lnTo>
                    <a:pt x="16179" y="150121"/>
                  </a:lnTo>
                  <a:lnTo>
                    <a:pt x="15025" y="153155"/>
                  </a:lnTo>
                  <a:lnTo>
                    <a:pt x="13414" y="155662"/>
                  </a:lnTo>
                  <a:lnTo>
                    <a:pt x="12894" y="155992"/>
                  </a:lnTo>
                  <a:lnTo>
                    <a:pt x="12299" y="155822"/>
                  </a:lnTo>
                  <a:lnTo>
                    <a:pt x="12384" y="155129"/>
                  </a:lnTo>
                  <a:lnTo>
                    <a:pt x="11725" y="152314"/>
                  </a:lnTo>
                  <a:lnTo>
                    <a:pt x="9180" y="151174"/>
                  </a:lnTo>
                  <a:lnTo>
                    <a:pt x="8264" y="149977"/>
                  </a:lnTo>
                  <a:lnTo>
                    <a:pt x="7801" y="149716"/>
                  </a:lnTo>
                  <a:lnTo>
                    <a:pt x="10292" y="146573"/>
                  </a:lnTo>
                  <a:lnTo>
                    <a:pt x="10944" y="146010"/>
                  </a:lnTo>
                  <a:lnTo>
                    <a:pt x="10457" y="145280"/>
                  </a:lnTo>
                  <a:lnTo>
                    <a:pt x="9920" y="144923"/>
                  </a:lnTo>
                  <a:lnTo>
                    <a:pt x="7877" y="145390"/>
                  </a:lnTo>
                  <a:lnTo>
                    <a:pt x="6805" y="144361"/>
                  </a:lnTo>
                  <a:lnTo>
                    <a:pt x="5251" y="144690"/>
                  </a:lnTo>
                  <a:lnTo>
                    <a:pt x="4171" y="143872"/>
                  </a:lnTo>
                  <a:lnTo>
                    <a:pt x="6409" y="140793"/>
                  </a:lnTo>
                  <a:lnTo>
                    <a:pt x="6508" y="138974"/>
                  </a:lnTo>
                  <a:lnTo>
                    <a:pt x="6482" y="137595"/>
                  </a:lnTo>
                  <a:lnTo>
                    <a:pt x="7618" y="133503"/>
                  </a:lnTo>
                  <a:lnTo>
                    <a:pt x="8759" y="131239"/>
                  </a:lnTo>
                  <a:lnTo>
                    <a:pt x="11712" y="128029"/>
                  </a:lnTo>
                  <a:lnTo>
                    <a:pt x="13000" y="127584"/>
                  </a:lnTo>
                  <a:lnTo>
                    <a:pt x="13932" y="127711"/>
                  </a:lnTo>
                  <a:lnTo>
                    <a:pt x="14696" y="127413"/>
                  </a:lnTo>
                  <a:lnTo>
                    <a:pt x="13893" y="126185"/>
                  </a:lnTo>
                  <a:lnTo>
                    <a:pt x="13108" y="125620"/>
                  </a:lnTo>
                  <a:lnTo>
                    <a:pt x="11581" y="125736"/>
                  </a:lnTo>
                  <a:lnTo>
                    <a:pt x="9996" y="123888"/>
                  </a:lnTo>
                  <a:lnTo>
                    <a:pt x="9855" y="121937"/>
                  </a:lnTo>
                  <a:lnTo>
                    <a:pt x="12930" y="109620"/>
                  </a:lnTo>
                  <a:lnTo>
                    <a:pt x="12973" y="108500"/>
                  </a:lnTo>
                  <a:lnTo>
                    <a:pt x="12491" y="105505"/>
                  </a:lnTo>
                  <a:lnTo>
                    <a:pt x="12335" y="102580"/>
                  </a:lnTo>
                  <a:lnTo>
                    <a:pt x="10132" y="100899"/>
                  </a:lnTo>
                  <a:lnTo>
                    <a:pt x="9158" y="100697"/>
                  </a:lnTo>
                  <a:lnTo>
                    <a:pt x="6328" y="97403"/>
                  </a:lnTo>
                  <a:lnTo>
                    <a:pt x="5199" y="95741"/>
                  </a:lnTo>
                  <a:lnTo>
                    <a:pt x="4755" y="96230"/>
                  </a:lnTo>
                  <a:lnTo>
                    <a:pt x="4674" y="98869"/>
                  </a:lnTo>
                  <a:lnTo>
                    <a:pt x="4272" y="99455"/>
                  </a:lnTo>
                  <a:lnTo>
                    <a:pt x="3529" y="99966"/>
                  </a:lnTo>
                  <a:lnTo>
                    <a:pt x="3156" y="96956"/>
                  </a:lnTo>
                  <a:lnTo>
                    <a:pt x="2544" y="94780"/>
                  </a:lnTo>
                  <a:lnTo>
                    <a:pt x="672" y="92565"/>
                  </a:lnTo>
                  <a:lnTo>
                    <a:pt x="0" y="91343"/>
                  </a:lnTo>
                  <a:lnTo>
                    <a:pt x="322" y="88706"/>
                  </a:lnTo>
                  <a:lnTo>
                    <a:pt x="164" y="88472"/>
                  </a:lnTo>
                  <a:lnTo>
                    <a:pt x="463" y="85511"/>
                  </a:lnTo>
                  <a:lnTo>
                    <a:pt x="1613" y="83225"/>
                  </a:lnTo>
                  <a:lnTo>
                    <a:pt x="4433" y="79159"/>
                  </a:lnTo>
                  <a:lnTo>
                    <a:pt x="5159" y="77253"/>
                  </a:lnTo>
                  <a:lnTo>
                    <a:pt x="6589" y="75005"/>
                  </a:lnTo>
                  <a:lnTo>
                    <a:pt x="7234" y="75054"/>
                  </a:lnTo>
                  <a:lnTo>
                    <a:pt x="7900" y="74859"/>
                  </a:lnTo>
                  <a:lnTo>
                    <a:pt x="8101" y="73881"/>
                  </a:lnTo>
                  <a:lnTo>
                    <a:pt x="8254" y="73112"/>
                  </a:lnTo>
                  <a:lnTo>
                    <a:pt x="8827" y="72415"/>
                  </a:lnTo>
                  <a:lnTo>
                    <a:pt x="10204" y="71175"/>
                  </a:lnTo>
                  <a:lnTo>
                    <a:pt x="11770" y="69544"/>
                  </a:lnTo>
                  <a:lnTo>
                    <a:pt x="13019" y="69092"/>
                  </a:lnTo>
                  <a:lnTo>
                    <a:pt x="14550" y="66649"/>
                  </a:lnTo>
                  <a:lnTo>
                    <a:pt x="15175" y="65575"/>
                  </a:lnTo>
                  <a:lnTo>
                    <a:pt x="15800" y="65575"/>
                  </a:lnTo>
                  <a:lnTo>
                    <a:pt x="15972" y="65074"/>
                  </a:lnTo>
                  <a:lnTo>
                    <a:pt x="16326" y="63810"/>
                  </a:lnTo>
                  <a:lnTo>
                    <a:pt x="16814" y="62982"/>
                  </a:lnTo>
                  <a:lnTo>
                    <a:pt x="17492" y="62824"/>
                  </a:lnTo>
                  <a:lnTo>
                    <a:pt x="18601" y="62227"/>
                  </a:lnTo>
                  <a:lnTo>
                    <a:pt x="19992" y="61861"/>
                  </a:lnTo>
                  <a:lnTo>
                    <a:pt x="20939" y="59809"/>
                  </a:lnTo>
                  <a:lnTo>
                    <a:pt x="21260" y="58343"/>
                  </a:lnTo>
                  <a:lnTo>
                    <a:pt x="21887" y="56730"/>
                  </a:lnTo>
                  <a:lnTo>
                    <a:pt x="23216" y="54971"/>
                  </a:lnTo>
                  <a:lnTo>
                    <a:pt x="24131" y="52374"/>
                  </a:lnTo>
                  <a:lnTo>
                    <a:pt x="25144" y="49548"/>
                  </a:lnTo>
                  <a:lnTo>
                    <a:pt x="25627" y="48646"/>
                  </a:lnTo>
                  <a:lnTo>
                    <a:pt x="26102" y="48463"/>
                  </a:lnTo>
                  <a:lnTo>
                    <a:pt x="26384" y="47401"/>
                  </a:lnTo>
                  <a:lnTo>
                    <a:pt x="26708" y="44400"/>
                  </a:lnTo>
                  <a:lnTo>
                    <a:pt x="27173" y="41481"/>
                  </a:lnTo>
                  <a:lnTo>
                    <a:pt x="27453" y="40103"/>
                  </a:lnTo>
                  <a:lnTo>
                    <a:pt x="28619" y="38598"/>
                  </a:lnTo>
                  <a:lnTo>
                    <a:pt x="28919" y="37869"/>
                  </a:lnTo>
                  <a:lnTo>
                    <a:pt x="29181" y="37624"/>
                  </a:lnTo>
                  <a:lnTo>
                    <a:pt x="29725" y="37820"/>
                  </a:lnTo>
                  <a:lnTo>
                    <a:pt x="30451" y="36940"/>
                  </a:lnTo>
                  <a:lnTo>
                    <a:pt x="31136" y="35963"/>
                  </a:lnTo>
                  <a:lnTo>
                    <a:pt x="31761" y="36305"/>
                  </a:lnTo>
                  <a:lnTo>
                    <a:pt x="32397" y="37116"/>
                  </a:lnTo>
                  <a:lnTo>
                    <a:pt x="33060" y="38732"/>
                  </a:lnTo>
                  <a:lnTo>
                    <a:pt x="33353" y="40019"/>
                  </a:lnTo>
                  <a:lnTo>
                    <a:pt x="33877" y="41094"/>
                  </a:lnTo>
                  <a:lnTo>
                    <a:pt x="33978" y="42657"/>
                  </a:lnTo>
                  <a:lnTo>
                    <a:pt x="34502" y="43342"/>
                  </a:lnTo>
                  <a:lnTo>
                    <a:pt x="35613" y="43682"/>
                  </a:lnTo>
                  <a:lnTo>
                    <a:pt x="37435" y="44747"/>
                  </a:lnTo>
                  <a:lnTo>
                    <a:pt x="38613" y="44808"/>
                  </a:lnTo>
                  <a:lnTo>
                    <a:pt x="39285" y="45606"/>
                  </a:lnTo>
                  <a:lnTo>
                    <a:pt x="40693" y="46041"/>
                  </a:lnTo>
                  <a:lnTo>
                    <a:pt x="43508" y="45417"/>
                  </a:lnTo>
                  <a:lnTo>
                    <a:pt x="44659" y="45785"/>
                  </a:lnTo>
                  <a:lnTo>
                    <a:pt x="45142" y="46762"/>
                  </a:lnTo>
                  <a:lnTo>
                    <a:pt x="45855" y="47541"/>
                  </a:lnTo>
                  <a:lnTo>
                    <a:pt x="46320" y="47585"/>
                  </a:lnTo>
                  <a:lnTo>
                    <a:pt x="46940" y="46248"/>
                  </a:lnTo>
                  <a:lnTo>
                    <a:pt x="47606" y="44075"/>
                  </a:lnTo>
                  <a:lnTo>
                    <a:pt x="48045" y="42413"/>
                  </a:lnTo>
                  <a:lnTo>
                    <a:pt x="48025" y="41094"/>
                  </a:lnTo>
                  <a:lnTo>
                    <a:pt x="47642" y="39677"/>
                  </a:lnTo>
                  <a:lnTo>
                    <a:pt x="46714" y="38357"/>
                  </a:lnTo>
                  <a:lnTo>
                    <a:pt x="46107" y="36315"/>
                  </a:lnTo>
                  <a:lnTo>
                    <a:pt x="45525" y="34205"/>
                  </a:lnTo>
                  <a:lnTo>
                    <a:pt x="45183" y="33519"/>
                  </a:lnTo>
                  <a:lnTo>
                    <a:pt x="44901" y="32493"/>
                  </a:lnTo>
                  <a:lnTo>
                    <a:pt x="44849" y="30924"/>
                  </a:lnTo>
                  <a:lnTo>
                    <a:pt x="45050" y="29863"/>
                  </a:lnTo>
                  <a:lnTo>
                    <a:pt x="46451" y="29150"/>
                  </a:lnTo>
                  <a:lnTo>
                    <a:pt x="48251" y="28736"/>
                  </a:lnTo>
                  <a:lnTo>
                    <a:pt x="49706" y="29176"/>
                  </a:lnTo>
                  <a:lnTo>
                    <a:pt x="52138" y="28878"/>
                  </a:lnTo>
                  <a:lnTo>
                    <a:pt x="53628" y="28292"/>
                  </a:lnTo>
                  <a:lnTo>
                    <a:pt x="54735" y="28376"/>
                  </a:lnTo>
                  <a:lnTo>
                    <a:pt x="55754" y="28364"/>
                  </a:lnTo>
                  <a:lnTo>
                    <a:pt x="56207" y="27461"/>
                  </a:lnTo>
                  <a:lnTo>
                    <a:pt x="57628" y="25286"/>
                  </a:lnTo>
                  <a:lnTo>
                    <a:pt x="58316" y="24515"/>
                  </a:lnTo>
                  <a:lnTo>
                    <a:pt x="59069" y="23039"/>
                  </a:lnTo>
                  <a:lnTo>
                    <a:pt x="59190" y="21499"/>
                  </a:lnTo>
                  <a:lnTo>
                    <a:pt x="59341" y="20254"/>
                  </a:lnTo>
                  <a:lnTo>
                    <a:pt x="59764" y="18919"/>
                  </a:lnTo>
                  <a:lnTo>
                    <a:pt x="60510" y="17273"/>
                  </a:lnTo>
                  <a:lnTo>
                    <a:pt x="61145" y="16516"/>
                  </a:lnTo>
                  <a:lnTo>
                    <a:pt x="61850" y="16614"/>
                  </a:lnTo>
                  <a:lnTo>
                    <a:pt x="62596" y="17370"/>
                  </a:lnTo>
                  <a:lnTo>
                    <a:pt x="63069" y="18127"/>
                  </a:lnTo>
                  <a:lnTo>
                    <a:pt x="63604" y="17908"/>
                  </a:lnTo>
                  <a:lnTo>
                    <a:pt x="64047" y="16614"/>
                  </a:lnTo>
                  <a:lnTo>
                    <a:pt x="64339" y="16366"/>
                  </a:lnTo>
                  <a:lnTo>
                    <a:pt x="65191" y="16252"/>
                  </a:lnTo>
                  <a:lnTo>
                    <a:pt x="65458" y="15458"/>
                  </a:lnTo>
                  <a:lnTo>
                    <a:pt x="65784" y="11652"/>
                  </a:lnTo>
                  <a:lnTo>
                    <a:pt x="66113" y="8648"/>
                  </a:lnTo>
                  <a:lnTo>
                    <a:pt x="66183" y="6547"/>
                  </a:lnTo>
                  <a:lnTo>
                    <a:pt x="66942" y="3070"/>
                  </a:lnTo>
                  <a:lnTo>
                    <a:pt x="67180" y="976"/>
                  </a:lnTo>
                  <a:lnTo>
                    <a:pt x="67634" y="0"/>
                  </a:lnTo>
                  <a:lnTo>
                    <a:pt x="68157" y="73"/>
                  </a:lnTo>
                  <a:lnTo>
                    <a:pt x="68593" y="688"/>
                  </a:lnTo>
                  <a:lnTo>
                    <a:pt x="69145" y="1050"/>
                  </a:lnTo>
                  <a:lnTo>
                    <a:pt x="69881" y="708"/>
                  </a:lnTo>
                  <a:lnTo>
                    <a:pt x="70395" y="1245"/>
                  </a:lnTo>
                  <a:lnTo>
                    <a:pt x="70718" y="2369"/>
                  </a:lnTo>
                  <a:lnTo>
                    <a:pt x="71803" y="3142"/>
                  </a:lnTo>
                  <a:lnTo>
                    <a:pt x="71906" y="3709"/>
                  </a:lnTo>
                  <a:lnTo>
                    <a:pt x="71880" y="7485"/>
                  </a:lnTo>
                  <a:lnTo>
                    <a:pt x="72477" y="9254"/>
                  </a:lnTo>
                  <a:lnTo>
                    <a:pt x="73270" y="10852"/>
                  </a:lnTo>
                  <a:lnTo>
                    <a:pt x="74362" y="12305"/>
                  </a:lnTo>
                  <a:lnTo>
                    <a:pt x="74946" y="12636"/>
                  </a:lnTo>
                  <a:close/>
                </a:path>
              </a:pathLst>
            </a:custGeom>
            <a:solidFill>
              <a:srgbClr val="FFFCF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1" name="pg1210"/>
            <p:cNvSpPr/>
            <p:nvPr/>
          </p:nvSpPr>
          <p:spPr>
            <a:xfrm>
              <a:off x="3123606" y="2662834"/>
              <a:ext cx="6675" cy="6510"/>
            </a:xfrm>
            <a:custGeom>
              <a:avLst/>
              <a:pathLst>
                <a:path w="6675" h="6510">
                  <a:moveTo>
                    <a:pt x="611" y="0"/>
                  </a:moveTo>
                  <a:lnTo>
                    <a:pt x="2273" y="1558"/>
                  </a:lnTo>
                  <a:lnTo>
                    <a:pt x="3800" y="803"/>
                  </a:lnTo>
                  <a:lnTo>
                    <a:pt x="5691" y="2809"/>
                  </a:lnTo>
                  <a:lnTo>
                    <a:pt x="6675" y="3267"/>
                  </a:lnTo>
                  <a:lnTo>
                    <a:pt x="5797" y="4694"/>
                  </a:lnTo>
                  <a:lnTo>
                    <a:pt x="4918" y="6510"/>
                  </a:lnTo>
                  <a:lnTo>
                    <a:pt x="2714" y="6081"/>
                  </a:lnTo>
                  <a:lnTo>
                    <a:pt x="850" y="4335"/>
                  </a:lnTo>
                  <a:lnTo>
                    <a:pt x="182" y="3006"/>
                  </a:lnTo>
                  <a:lnTo>
                    <a:pt x="0" y="1809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2" name="pg1211"/>
            <p:cNvSpPr/>
            <p:nvPr/>
          </p:nvSpPr>
          <p:spPr>
            <a:xfrm>
              <a:off x="3026628" y="2540045"/>
              <a:ext cx="2084" cy="2437"/>
            </a:xfrm>
            <a:custGeom>
              <a:avLst/>
              <a:pathLst>
                <a:path w="2084" h="2437">
                  <a:moveTo>
                    <a:pt x="2084" y="1893"/>
                  </a:moveTo>
                  <a:lnTo>
                    <a:pt x="2033" y="2437"/>
                  </a:lnTo>
                  <a:lnTo>
                    <a:pt x="1340" y="2220"/>
                  </a:lnTo>
                  <a:lnTo>
                    <a:pt x="468" y="2383"/>
                  </a:lnTo>
                  <a:lnTo>
                    <a:pt x="0" y="812"/>
                  </a:lnTo>
                  <a:lnTo>
                    <a:pt x="424" y="161"/>
                  </a:lnTo>
                  <a:lnTo>
                    <a:pt x="1407" y="0"/>
                  </a:lnTo>
                  <a:lnTo>
                    <a:pt x="1877" y="704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3" name="pg1212"/>
            <p:cNvSpPr/>
            <p:nvPr/>
          </p:nvSpPr>
          <p:spPr>
            <a:xfrm>
              <a:off x="3018713" y="2513832"/>
              <a:ext cx="8115" cy="5785"/>
            </a:xfrm>
            <a:custGeom>
              <a:avLst/>
              <a:pathLst>
                <a:path w="8115" h="5785">
                  <a:moveTo>
                    <a:pt x="2423" y="2074"/>
                  </a:moveTo>
                  <a:lnTo>
                    <a:pt x="3197" y="2278"/>
                  </a:lnTo>
                  <a:lnTo>
                    <a:pt x="7083" y="1846"/>
                  </a:lnTo>
                  <a:lnTo>
                    <a:pt x="8115" y="2164"/>
                  </a:lnTo>
                  <a:lnTo>
                    <a:pt x="8008" y="4337"/>
                  </a:lnTo>
                  <a:lnTo>
                    <a:pt x="7272" y="5204"/>
                  </a:lnTo>
                  <a:lnTo>
                    <a:pt x="4982" y="5785"/>
                  </a:lnTo>
                  <a:lnTo>
                    <a:pt x="1381" y="4380"/>
                  </a:lnTo>
                  <a:lnTo>
                    <a:pt x="172" y="2513"/>
                  </a:lnTo>
                  <a:lnTo>
                    <a:pt x="0" y="1144"/>
                  </a:lnTo>
                  <a:lnTo>
                    <a:pt x="23" y="504"/>
                  </a:lnTo>
                  <a:lnTo>
                    <a:pt x="781" y="0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4" name="pg1213"/>
            <p:cNvSpPr/>
            <p:nvPr/>
          </p:nvSpPr>
          <p:spPr>
            <a:xfrm>
              <a:off x="2985796" y="2494855"/>
              <a:ext cx="5899" cy="4984"/>
            </a:xfrm>
            <a:custGeom>
              <a:avLst/>
              <a:pathLst>
                <a:path w="5899" h="4984">
                  <a:moveTo>
                    <a:pt x="4893" y="2975"/>
                  </a:moveTo>
                  <a:lnTo>
                    <a:pt x="5899" y="4155"/>
                  </a:lnTo>
                  <a:lnTo>
                    <a:pt x="4376" y="4409"/>
                  </a:lnTo>
                  <a:lnTo>
                    <a:pt x="3871" y="4984"/>
                  </a:lnTo>
                  <a:lnTo>
                    <a:pt x="2637" y="4150"/>
                  </a:lnTo>
                  <a:lnTo>
                    <a:pt x="1149" y="4276"/>
                  </a:lnTo>
                  <a:lnTo>
                    <a:pt x="215" y="2683"/>
                  </a:lnTo>
                  <a:lnTo>
                    <a:pt x="0" y="1028"/>
                  </a:lnTo>
                  <a:lnTo>
                    <a:pt x="470" y="10"/>
                  </a:lnTo>
                  <a:lnTo>
                    <a:pt x="1787" y="0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5" name="pg1214"/>
            <p:cNvSpPr/>
            <p:nvPr/>
          </p:nvSpPr>
          <p:spPr>
            <a:xfrm>
              <a:off x="2982222" y="2492340"/>
              <a:ext cx="2878" cy="3431"/>
            </a:xfrm>
            <a:custGeom>
              <a:avLst/>
              <a:pathLst>
                <a:path w="2878" h="3431">
                  <a:moveTo>
                    <a:pt x="2446" y="3353"/>
                  </a:moveTo>
                  <a:lnTo>
                    <a:pt x="1196" y="3431"/>
                  </a:lnTo>
                  <a:lnTo>
                    <a:pt x="0" y="1183"/>
                  </a:lnTo>
                  <a:lnTo>
                    <a:pt x="1758" y="0"/>
                  </a:lnTo>
                  <a:lnTo>
                    <a:pt x="2274" y="721"/>
                  </a:lnTo>
                  <a:lnTo>
                    <a:pt x="2654" y="1541"/>
                  </a:lnTo>
                  <a:lnTo>
                    <a:pt x="2878" y="2592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6" name="pg1215"/>
            <p:cNvSpPr/>
            <p:nvPr/>
          </p:nvSpPr>
          <p:spPr>
            <a:xfrm>
              <a:off x="2988699" y="2489225"/>
              <a:ext cx="6485" cy="5919"/>
            </a:xfrm>
            <a:custGeom>
              <a:avLst/>
              <a:pathLst>
                <a:path w="6485" h="5919">
                  <a:moveTo>
                    <a:pt x="6485" y="5563"/>
                  </a:moveTo>
                  <a:lnTo>
                    <a:pt x="5907" y="5919"/>
                  </a:lnTo>
                  <a:lnTo>
                    <a:pt x="2660" y="3644"/>
                  </a:lnTo>
                  <a:lnTo>
                    <a:pt x="1503" y="2615"/>
                  </a:lnTo>
                  <a:lnTo>
                    <a:pt x="0" y="0"/>
                  </a:lnTo>
                  <a:lnTo>
                    <a:pt x="4241" y="3178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7" name="pg1216"/>
            <p:cNvSpPr/>
            <p:nvPr/>
          </p:nvSpPr>
          <p:spPr>
            <a:xfrm>
              <a:off x="2999968" y="2487488"/>
              <a:ext cx="4192" cy="4983"/>
            </a:xfrm>
            <a:custGeom>
              <a:avLst/>
              <a:pathLst>
                <a:path w="4192" h="4983">
                  <a:moveTo>
                    <a:pt x="3786" y="4705"/>
                  </a:moveTo>
                  <a:lnTo>
                    <a:pt x="3541" y="4983"/>
                  </a:lnTo>
                  <a:lnTo>
                    <a:pt x="1012" y="4185"/>
                  </a:lnTo>
                  <a:lnTo>
                    <a:pt x="292" y="3097"/>
                  </a:lnTo>
                  <a:lnTo>
                    <a:pt x="0" y="1089"/>
                  </a:lnTo>
                  <a:lnTo>
                    <a:pt x="425" y="405"/>
                  </a:lnTo>
                  <a:lnTo>
                    <a:pt x="1538" y="0"/>
                  </a:lnTo>
                  <a:lnTo>
                    <a:pt x="3155" y="379"/>
                  </a:lnTo>
                  <a:lnTo>
                    <a:pt x="4192" y="1816"/>
                  </a:lnTo>
                  <a:lnTo>
                    <a:pt x="4191" y="3657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8" name="pg1217"/>
            <p:cNvSpPr/>
            <p:nvPr/>
          </p:nvSpPr>
          <p:spPr>
            <a:xfrm>
              <a:off x="2952474" y="2466267"/>
              <a:ext cx="1777" cy="4784"/>
            </a:xfrm>
            <a:custGeom>
              <a:avLst/>
              <a:pathLst>
                <a:path w="1777" h="4784">
                  <a:moveTo>
                    <a:pt x="1777" y="3366"/>
                  </a:moveTo>
                  <a:lnTo>
                    <a:pt x="1238" y="4784"/>
                  </a:lnTo>
                  <a:lnTo>
                    <a:pt x="308" y="4280"/>
                  </a:lnTo>
                  <a:lnTo>
                    <a:pt x="0" y="3745"/>
                  </a:lnTo>
                  <a:lnTo>
                    <a:pt x="269" y="711"/>
                  </a:lnTo>
                  <a:lnTo>
                    <a:pt x="1012" y="0"/>
                  </a:lnTo>
                  <a:lnTo>
                    <a:pt x="1759" y="1223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9" name="pg1218"/>
            <p:cNvSpPr/>
            <p:nvPr/>
          </p:nvSpPr>
          <p:spPr>
            <a:xfrm>
              <a:off x="3218195" y="2388950"/>
              <a:ext cx="39818" cy="151645"/>
            </a:xfrm>
            <a:custGeom>
              <a:avLst/>
              <a:pathLst>
                <a:path w="39818" h="151645">
                  <a:moveTo>
                    <a:pt x="25271" y="146503"/>
                  </a:moveTo>
                  <a:lnTo>
                    <a:pt x="24205" y="146831"/>
                  </a:lnTo>
                  <a:lnTo>
                    <a:pt x="20055" y="151636"/>
                  </a:lnTo>
                  <a:lnTo>
                    <a:pt x="18768" y="151645"/>
                  </a:lnTo>
                  <a:lnTo>
                    <a:pt x="16367" y="149528"/>
                  </a:lnTo>
                  <a:lnTo>
                    <a:pt x="12131" y="148849"/>
                  </a:lnTo>
                  <a:lnTo>
                    <a:pt x="10750" y="148220"/>
                  </a:lnTo>
                  <a:lnTo>
                    <a:pt x="9026" y="149600"/>
                  </a:lnTo>
                  <a:lnTo>
                    <a:pt x="7693" y="149569"/>
                  </a:lnTo>
                  <a:lnTo>
                    <a:pt x="6634" y="151332"/>
                  </a:lnTo>
                  <a:lnTo>
                    <a:pt x="5873" y="150851"/>
                  </a:lnTo>
                  <a:lnTo>
                    <a:pt x="6745" y="146898"/>
                  </a:lnTo>
                  <a:lnTo>
                    <a:pt x="8111" y="139075"/>
                  </a:lnTo>
                  <a:lnTo>
                    <a:pt x="8057" y="134299"/>
                  </a:lnTo>
                  <a:lnTo>
                    <a:pt x="8383" y="130151"/>
                  </a:lnTo>
                  <a:lnTo>
                    <a:pt x="8007" y="126042"/>
                  </a:lnTo>
                  <a:lnTo>
                    <a:pt x="7321" y="123477"/>
                  </a:lnTo>
                  <a:lnTo>
                    <a:pt x="8256" y="116824"/>
                  </a:lnTo>
                  <a:lnTo>
                    <a:pt x="8150" y="113398"/>
                  </a:lnTo>
                  <a:lnTo>
                    <a:pt x="7295" y="109057"/>
                  </a:lnTo>
                  <a:lnTo>
                    <a:pt x="9889" y="109718"/>
                  </a:lnTo>
                  <a:lnTo>
                    <a:pt x="9088" y="108001"/>
                  </a:lnTo>
                  <a:lnTo>
                    <a:pt x="8297" y="106945"/>
                  </a:lnTo>
                  <a:lnTo>
                    <a:pt x="7533" y="107187"/>
                  </a:lnTo>
                  <a:lnTo>
                    <a:pt x="6885" y="107123"/>
                  </a:lnTo>
                  <a:lnTo>
                    <a:pt x="4676" y="108804"/>
                  </a:lnTo>
                  <a:lnTo>
                    <a:pt x="3571" y="109308"/>
                  </a:lnTo>
                  <a:lnTo>
                    <a:pt x="3247" y="109015"/>
                  </a:lnTo>
                  <a:lnTo>
                    <a:pt x="3368" y="106330"/>
                  </a:lnTo>
                  <a:lnTo>
                    <a:pt x="2795" y="102850"/>
                  </a:lnTo>
                  <a:lnTo>
                    <a:pt x="3679" y="101932"/>
                  </a:lnTo>
                  <a:lnTo>
                    <a:pt x="4709" y="101670"/>
                  </a:lnTo>
                  <a:lnTo>
                    <a:pt x="5584" y="100186"/>
                  </a:lnTo>
                  <a:lnTo>
                    <a:pt x="6126" y="98530"/>
                  </a:lnTo>
                  <a:lnTo>
                    <a:pt x="5840" y="95572"/>
                  </a:lnTo>
                  <a:lnTo>
                    <a:pt x="6601" y="92763"/>
                  </a:lnTo>
                  <a:lnTo>
                    <a:pt x="8386" y="90397"/>
                  </a:lnTo>
                  <a:lnTo>
                    <a:pt x="7461" y="90758"/>
                  </a:lnTo>
                  <a:lnTo>
                    <a:pt x="6403" y="92232"/>
                  </a:lnTo>
                  <a:lnTo>
                    <a:pt x="4737" y="97592"/>
                  </a:lnTo>
                  <a:lnTo>
                    <a:pt x="4191" y="100308"/>
                  </a:lnTo>
                  <a:lnTo>
                    <a:pt x="2771" y="101194"/>
                  </a:lnTo>
                  <a:lnTo>
                    <a:pt x="1499" y="101634"/>
                  </a:lnTo>
                  <a:lnTo>
                    <a:pt x="847" y="101349"/>
                  </a:lnTo>
                  <a:lnTo>
                    <a:pt x="68" y="100660"/>
                  </a:lnTo>
                  <a:lnTo>
                    <a:pt x="0" y="98653"/>
                  </a:lnTo>
                  <a:lnTo>
                    <a:pt x="60" y="97053"/>
                  </a:lnTo>
                  <a:lnTo>
                    <a:pt x="588" y="93876"/>
                  </a:lnTo>
                  <a:lnTo>
                    <a:pt x="796" y="89394"/>
                  </a:lnTo>
                  <a:lnTo>
                    <a:pt x="1546" y="85374"/>
                  </a:lnTo>
                  <a:lnTo>
                    <a:pt x="1493" y="84307"/>
                  </a:lnTo>
                  <a:lnTo>
                    <a:pt x="1279" y="82711"/>
                  </a:lnTo>
                  <a:lnTo>
                    <a:pt x="1951" y="81150"/>
                  </a:lnTo>
                  <a:lnTo>
                    <a:pt x="2782" y="80118"/>
                  </a:lnTo>
                  <a:lnTo>
                    <a:pt x="4039" y="76674"/>
                  </a:lnTo>
                  <a:lnTo>
                    <a:pt x="5797" y="68460"/>
                  </a:lnTo>
                  <a:lnTo>
                    <a:pt x="7822" y="59740"/>
                  </a:lnTo>
                  <a:lnTo>
                    <a:pt x="7658" y="58672"/>
                  </a:lnTo>
                  <a:lnTo>
                    <a:pt x="7228" y="57855"/>
                  </a:lnTo>
                  <a:lnTo>
                    <a:pt x="7398" y="55502"/>
                  </a:lnTo>
                  <a:lnTo>
                    <a:pt x="8620" y="45261"/>
                  </a:lnTo>
                  <a:lnTo>
                    <a:pt x="9117" y="43924"/>
                  </a:lnTo>
                  <a:lnTo>
                    <a:pt x="9690" y="40921"/>
                  </a:lnTo>
                  <a:lnTo>
                    <a:pt x="9819" y="36076"/>
                  </a:lnTo>
                  <a:lnTo>
                    <a:pt x="10044" y="32737"/>
                  </a:lnTo>
                  <a:lnTo>
                    <a:pt x="9992" y="31059"/>
                  </a:lnTo>
                  <a:lnTo>
                    <a:pt x="9812" y="29044"/>
                  </a:lnTo>
                  <a:lnTo>
                    <a:pt x="9035" y="25197"/>
                  </a:lnTo>
                  <a:lnTo>
                    <a:pt x="8215" y="17061"/>
                  </a:lnTo>
                  <a:lnTo>
                    <a:pt x="8151" y="14344"/>
                  </a:lnTo>
                  <a:lnTo>
                    <a:pt x="8827" y="12972"/>
                  </a:lnTo>
                  <a:lnTo>
                    <a:pt x="7718" y="12771"/>
                  </a:lnTo>
                  <a:lnTo>
                    <a:pt x="7216" y="11016"/>
                  </a:lnTo>
                  <a:lnTo>
                    <a:pt x="7330" y="9022"/>
                  </a:lnTo>
                  <a:lnTo>
                    <a:pt x="8562" y="5801"/>
                  </a:lnTo>
                  <a:lnTo>
                    <a:pt x="9710" y="3809"/>
                  </a:lnTo>
                  <a:lnTo>
                    <a:pt x="10847" y="2501"/>
                  </a:lnTo>
                  <a:lnTo>
                    <a:pt x="11476" y="2011"/>
                  </a:lnTo>
                  <a:lnTo>
                    <a:pt x="14102" y="659"/>
                  </a:lnTo>
                  <a:lnTo>
                    <a:pt x="14791" y="0"/>
                  </a:lnTo>
                  <a:lnTo>
                    <a:pt x="15436" y="109"/>
                  </a:lnTo>
                  <a:lnTo>
                    <a:pt x="15545" y="754"/>
                  </a:lnTo>
                  <a:lnTo>
                    <a:pt x="15918" y="2009"/>
                  </a:lnTo>
                  <a:lnTo>
                    <a:pt x="16336" y="2880"/>
                  </a:lnTo>
                  <a:lnTo>
                    <a:pt x="16449" y="3523"/>
                  </a:lnTo>
                  <a:lnTo>
                    <a:pt x="15433" y="6214"/>
                  </a:lnTo>
                  <a:lnTo>
                    <a:pt x="15294" y="7137"/>
                  </a:lnTo>
                  <a:lnTo>
                    <a:pt x="15824" y="8877"/>
                  </a:lnTo>
                  <a:lnTo>
                    <a:pt x="15918" y="9379"/>
                  </a:lnTo>
                  <a:lnTo>
                    <a:pt x="16175" y="9616"/>
                  </a:lnTo>
                  <a:lnTo>
                    <a:pt x="16882" y="9550"/>
                  </a:lnTo>
                  <a:lnTo>
                    <a:pt x="18143" y="8436"/>
                  </a:lnTo>
                  <a:lnTo>
                    <a:pt x="18998" y="7498"/>
                  </a:lnTo>
                  <a:lnTo>
                    <a:pt x="19296" y="7885"/>
                  </a:lnTo>
                  <a:lnTo>
                    <a:pt x="21774" y="7355"/>
                  </a:lnTo>
                  <a:lnTo>
                    <a:pt x="22364" y="7784"/>
                  </a:lnTo>
                  <a:lnTo>
                    <a:pt x="22755" y="8257"/>
                  </a:lnTo>
                  <a:lnTo>
                    <a:pt x="23973" y="8906"/>
                  </a:lnTo>
                  <a:lnTo>
                    <a:pt x="25302" y="8974"/>
                  </a:lnTo>
                  <a:lnTo>
                    <a:pt x="26948" y="8066"/>
                  </a:lnTo>
                  <a:lnTo>
                    <a:pt x="27666" y="7155"/>
                  </a:lnTo>
                  <a:lnTo>
                    <a:pt x="27803" y="6146"/>
                  </a:lnTo>
                  <a:lnTo>
                    <a:pt x="27840" y="5383"/>
                  </a:lnTo>
                  <a:lnTo>
                    <a:pt x="28052" y="4897"/>
                  </a:lnTo>
                  <a:lnTo>
                    <a:pt x="28428" y="4617"/>
                  </a:lnTo>
                  <a:lnTo>
                    <a:pt x="29013" y="5117"/>
                  </a:lnTo>
                  <a:lnTo>
                    <a:pt x="29849" y="5518"/>
                  </a:lnTo>
                  <a:lnTo>
                    <a:pt x="31859" y="5677"/>
                  </a:lnTo>
                  <a:lnTo>
                    <a:pt x="32253" y="5119"/>
                  </a:lnTo>
                  <a:lnTo>
                    <a:pt x="32935" y="5286"/>
                  </a:lnTo>
                  <a:lnTo>
                    <a:pt x="33833" y="5993"/>
                  </a:lnTo>
                  <a:lnTo>
                    <a:pt x="34873" y="5762"/>
                  </a:lnTo>
                  <a:lnTo>
                    <a:pt x="35396" y="6628"/>
                  </a:lnTo>
                  <a:lnTo>
                    <a:pt x="35613" y="7779"/>
                  </a:lnTo>
                  <a:lnTo>
                    <a:pt x="35673" y="10278"/>
                  </a:lnTo>
                  <a:lnTo>
                    <a:pt x="35595" y="12805"/>
                  </a:lnTo>
                  <a:lnTo>
                    <a:pt x="35800" y="13737"/>
                  </a:lnTo>
                  <a:lnTo>
                    <a:pt x="36501" y="13976"/>
                  </a:lnTo>
                  <a:lnTo>
                    <a:pt x="37634" y="13947"/>
                  </a:lnTo>
                  <a:lnTo>
                    <a:pt x="38653" y="14633"/>
                  </a:lnTo>
                  <a:lnTo>
                    <a:pt x="39445" y="15826"/>
                  </a:lnTo>
                  <a:lnTo>
                    <a:pt x="39706" y="17048"/>
                  </a:lnTo>
                  <a:lnTo>
                    <a:pt x="39818" y="17888"/>
                  </a:lnTo>
                  <a:lnTo>
                    <a:pt x="39430" y="18364"/>
                  </a:lnTo>
                  <a:lnTo>
                    <a:pt x="38881" y="20163"/>
                  </a:lnTo>
                  <a:lnTo>
                    <a:pt x="37495" y="22516"/>
                  </a:lnTo>
                  <a:lnTo>
                    <a:pt x="35511" y="24634"/>
                  </a:lnTo>
                  <a:lnTo>
                    <a:pt x="33997" y="27270"/>
                  </a:lnTo>
                  <a:lnTo>
                    <a:pt x="32953" y="30426"/>
                  </a:lnTo>
                  <a:lnTo>
                    <a:pt x="31649" y="31765"/>
                  </a:lnTo>
                  <a:lnTo>
                    <a:pt x="31250" y="32485"/>
                  </a:lnTo>
                  <a:lnTo>
                    <a:pt x="31092" y="33339"/>
                  </a:lnTo>
                  <a:lnTo>
                    <a:pt x="31955" y="37204"/>
                  </a:lnTo>
                  <a:lnTo>
                    <a:pt x="32221" y="40184"/>
                  </a:lnTo>
                  <a:lnTo>
                    <a:pt x="32434" y="43831"/>
                  </a:lnTo>
                  <a:lnTo>
                    <a:pt x="32294" y="44864"/>
                  </a:lnTo>
                  <a:lnTo>
                    <a:pt x="32223" y="48881"/>
                  </a:lnTo>
                  <a:lnTo>
                    <a:pt x="32024" y="50060"/>
                  </a:lnTo>
                  <a:lnTo>
                    <a:pt x="32074" y="51014"/>
                  </a:lnTo>
                  <a:lnTo>
                    <a:pt x="32393" y="52039"/>
                  </a:lnTo>
                  <a:lnTo>
                    <a:pt x="32534" y="53019"/>
                  </a:lnTo>
                  <a:lnTo>
                    <a:pt x="31940" y="54271"/>
                  </a:lnTo>
                  <a:lnTo>
                    <a:pt x="30849" y="55723"/>
                  </a:lnTo>
                  <a:lnTo>
                    <a:pt x="30041" y="57001"/>
                  </a:lnTo>
                  <a:lnTo>
                    <a:pt x="29823" y="58196"/>
                  </a:lnTo>
                  <a:lnTo>
                    <a:pt x="29881" y="58943"/>
                  </a:lnTo>
                  <a:lnTo>
                    <a:pt x="31239" y="61478"/>
                  </a:lnTo>
                  <a:lnTo>
                    <a:pt x="31487" y="62513"/>
                  </a:lnTo>
                  <a:lnTo>
                    <a:pt x="31303" y="65016"/>
                  </a:lnTo>
                  <a:lnTo>
                    <a:pt x="30520" y="69115"/>
                  </a:lnTo>
                  <a:lnTo>
                    <a:pt x="29773" y="71610"/>
                  </a:lnTo>
                  <a:lnTo>
                    <a:pt x="29643" y="71858"/>
                  </a:lnTo>
                  <a:lnTo>
                    <a:pt x="28786" y="72564"/>
                  </a:lnTo>
                  <a:lnTo>
                    <a:pt x="24686" y="72594"/>
                  </a:lnTo>
                  <a:lnTo>
                    <a:pt x="23692" y="73158"/>
                  </a:lnTo>
                  <a:lnTo>
                    <a:pt x="23832" y="73656"/>
                  </a:lnTo>
                  <a:lnTo>
                    <a:pt x="24796" y="76863"/>
                  </a:lnTo>
                  <a:lnTo>
                    <a:pt x="25800" y="78573"/>
                  </a:lnTo>
                  <a:lnTo>
                    <a:pt x="26132" y="78962"/>
                  </a:lnTo>
                  <a:lnTo>
                    <a:pt x="26494" y="82715"/>
                  </a:lnTo>
                  <a:lnTo>
                    <a:pt x="28119" y="88712"/>
                  </a:lnTo>
                  <a:lnTo>
                    <a:pt x="29697" y="89543"/>
                  </a:lnTo>
                  <a:lnTo>
                    <a:pt x="30246" y="91039"/>
                  </a:lnTo>
                  <a:lnTo>
                    <a:pt x="30144" y="93142"/>
                  </a:lnTo>
                  <a:lnTo>
                    <a:pt x="29659" y="95454"/>
                  </a:lnTo>
                  <a:lnTo>
                    <a:pt x="28691" y="97820"/>
                  </a:lnTo>
                  <a:lnTo>
                    <a:pt x="27540" y="99488"/>
                  </a:lnTo>
                  <a:lnTo>
                    <a:pt x="26789" y="101142"/>
                  </a:lnTo>
                  <a:lnTo>
                    <a:pt x="26730" y="103068"/>
                  </a:lnTo>
                  <a:lnTo>
                    <a:pt x="26492" y="105506"/>
                  </a:lnTo>
                  <a:lnTo>
                    <a:pt x="26128" y="107438"/>
                  </a:lnTo>
                  <a:lnTo>
                    <a:pt x="26040" y="108740"/>
                  </a:lnTo>
                  <a:lnTo>
                    <a:pt x="28924" y="116907"/>
                  </a:lnTo>
                  <a:lnTo>
                    <a:pt x="30528" y="116511"/>
                  </a:lnTo>
                  <a:lnTo>
                    <a:pt x="30738" y="116704"/>
                  </a:lnTo>
                  <a:lnTo>
                    <a:pt x="30451" y="118652"/>
                  </a:lnTo>
                  <a:lnTo>
                    <a:pt x="29942" y="120934"/>
                  </a:lnTo>
                  <a:lnTo>
                    <a:pt x="29337" y="121369"/>
                  </a:lnTo>
                  <a:lnTo>
                    <a:pt x="27960" y="122068"/>
                  </a:lnTo>
                  <a:lnTo>
                    <a:pt x="26659" y="125020"/>
                  </a:lnTo>
                  <a:lnTo>
                    <a:pt x="25603" y="128568"/>
                  </a:lnTo>
                  <a:lnTo>
                    <a:pt x="24810" y="130285"/>
                  </a:lnTo>
                  <a:lnTo>
                    <a:pt x="24084" y="134504"/>
                  </a:lnTo>
                  <a:lnTo>
                    <a:pt x="24175" y="136334"/>
                  </a:lnTo>
                  <a:lnTo>
                    <a:pt x="24527" y="139157"/>
                  </a:lnTo>
                  <a:close/>
                </a:path>
              </a:pathLst>
            </a:custGeom>
            <a:solidFill>
              <a:srgbClr val="8CBE8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0" name="pg1219"/>
            <p:cNvSpPr/>
            <p:nvPr/>
          </p:nvSpPr>
          <p:spPr>
            <a:xfrm>
              <a:off x="2570186" y="4203960"/>
              <a:ext cx="102484" cy="244299"/>
            </a:xfrm>
            <a:custGeom>
              <a:avLst/>
              <a:pathLst>
                <a:path w="102484" h="244299">
                  <a:moveTo>
                    <a:pt x="54735" y="25956"/>
                  </a:moveTo>
                  <a:lnTo>
                    <a:pt x="55003" y="28103"/>
                  </a:lnTo>
                  <a:lnTo>
                    <a:pt x="55163" y="29762"/>
                  </a:lnTo>
                  <a:lnTo>
                    <a:pt x="55567" y="30937"/>
                  </a:lnTo>
                  <a:lnTo>
                    <a:pt x="55970" y="32501"/>
                  </a:lnTo>
                  <a:lnTo>
                    <a:pt x="56372" y="33378"/>
                  </a:lnTo>
                  <a:lnTo>
                    <a:pt x="56655" y="34844"/>
                  </a:lnTo>
                  <a:lnTo>
                    <a:pt x="56574" y="36506"/>
                  </a:lnTo>
                  <a:lnTo>
                    <a:pt x="56735" y="38656"/>
                  </a:lnTo>
                  <a:lnTo>
                    <a:pt x="56937" y="40514"/>
                  </a:lnTo>
                  <a:lnTo>
                    <a:pt x="57139" y="41002"/>
                  </a:lnTo>
                  <a:lnTo>
                    <a:pt x="57716" y="41489"/>
                  </a:lnTo>
                  <a:lnTo>
                    <a:pt x="58005" y="43177"/>
                  </a:lnTo>
                  <a:lnTo>
                    <a:pt x="57797" y="44032"/>
                  </a:lnTo>
                  <a:lnTo>
                    <a:pt x="57877" y="45007"/>
                  </a:lnTo>
                  <a:lnTo>
                    <a:pt x="58086" y="45962"/>
                  </a:lnTo>
                  <a:lnTo>
                    <a:pt x="57895" y="46888"/>
                  </a:lnTo>
                  <a:lnTo>
                    <a:pt x="57995" y="47598"/>
                  </a:lnTo>
                  <a:lnTo>
                    <a:pt x="58388" y="48233"/>
                  </a:lnTo>
                  <a:lnTo>
                    <a:pt x="58751" y="50579"/>
                  </a:lnTo>
                  <a:lnTo>
                    <a:pt x="58791" y="54587"/>
                  </a:lnTo>
                  <a:lnTo>
                    <a:pt x="58388" y="56734"/>
                  </a:lnTo>
                  <a:lnTo>
                    <a:pt x="58065" y="58494"/>
                  </a:lnTo>
                  <a:lnTo>
                    <a:pt x="57985" y="59571"/>
                  </a:lnTo>
                  <a:lnTo>
                    <a:pt x="58227" y="61132"/>
                  </a:lnTo>
                  <a:lnTo>
                    <a:pt x="57824" y="62990"/>
                  </a:lnTo>
                  <a:lnTo>
                    <a:pt x="57340" y="65238"/>
                  </a:lnTo>
                  <a:lnTo>
                    <a:pt x="57461" y="66802"/>
                  </a:lnTo>
                  <a:lnTo>
                    <a:pt x="57542" y="68268"/>
                  </a:lnTo>
                  <a:lnTo>
                    <a:pt x="57582" y="69832"/>
                  </a:lnTo>
                  <a:lnTo>
                    <a:pt x="57703" y="71298"/>
                  </a:lnTo>
                  <a:lnTo>
                    <a:pt x="57542" y="72859"/>
                  </a:lnTo>
                  <a:lnTo>
                    <a:pt x="57381" y="74230"/>
                  </a:lnTo>
                  <a:lnTo>
                    <a:pt x="57300" y="75791"/>
                  </a:lnTo>
                  <a:lnTo>
                    <a:pt x="57501" y="77551"/>
                  </a:lnTo>
                  <a:lnTo>
                    <a:pt x="57139" y="79213"/>
                  </a:lnTo>
                  <a:lnTo>
                    <a:pt x="56937" y="80385"/>
                  </a:lnTo>
                  <a:lnTo>
                    <a:pt x="56856" y="81559"/>
                  </a:lnTo>
                  <a:lnTo>
                    <a:pt x="57219" y="83415"/>
                  </a:lnTo>
                  <a:lnTo>
                    <a:pt x="58146" y="84197"/>
                  </a:lnTo>
                  <a:lnTo>
                    <a:pt x="58872" y="84393"/>
                  </a:lnTo>
                  <a:lnTo>
                    <a:pt x="59557" y="83415"/>
                  </a:lnTo>
                  <a:lnTo>
                    <a:pt x="60081" y="83121"/>
                  </a:lnTo>
                  <a:lnTo>
                    <a:pt x="61049" y="84001"/>
                  </a:lnTo>
                  <a:lnTo>
                    <a:pt x="61935" y="85565"/>
                  </a:lnTo>
                  <a:lnTo>
                    <a:pt x="63064" y="85761"/>
                  </a:lnTo>
                  <a:lnTo>
                    <a:pt x="64072" y="86052"/>
                  </a:lnTo>
                  <a:lnTo>
                    <a:pt x="64837" y="86543"/>
                  </a:lnTo>
                  <a:lnTo>
                    <a:pt x="65966" y="85957"/>
                  </a:lnTo>
                  <a:lnTo>
                    <a:pt x="67134" y="86543"/>
                  </a:lnTo>
                  <a:lnTo>
                    <a:pt x="68505" y="87423"/>
                  </a:lnTo>
                  <a:lnTo>
                    <a:pt x="69634" y="88205"/>
                  </a:lnTo>
                  <a:lnTo>
                    <a:pt x="70762" y="88009"/>
                  </a:lnTo>
                  <a:lnTo>
                    <a:pt x="71609" y="87911"/>
                  </a:lnTo>
                  <a:lnTo>
                    <a:pt x="72496" y="87031"/>
                  </a:lnTo>
                  <a:lnTo>
                    <a:pt x="73342" y="87129"/>
                  </a:lnTo>
                  <a:lnTo>
                    <a:pt x="73987" y="85565"/>
                  </a:lnTo>
                  <a:lnTo>
                    <a:pt x="74350" y="84197"/>
                  </a:lnTo>
                  <a:lnTo>
                    <a:pt x="74672" y="83219"/>
                  </a:lnTo>
                  <a:lnTo>
                    <a:pt x="75599" y="82440"/>
                  </a:lnTo>
                  <a:lnTo>
                    <a:pt x="76244" y="82927"/>
                  </a:lnTo>
                  <a:lnTo>
                    <a:pt x="76768" y="85467"/>
                  </a:lnTo>
                  <a:lnTo>
                    <a:pt x="77695" y="86933"/>
                  </a:lnTo>
                  <a:lnTo>
                    <a:pt x="78058" y="88009"/>
                  </a:lnTo>
                  <a:lnTo>
                    <a:pt x="78743" y="88497"/>
                  </a:lnTo>
                  <a:lnTo>
                    <a:pt x="80234" y="88595"/>
                  </a:lnTo>
                  <a:lnTo>
                    <a:pt x="81161" y="88497"/>
                  </a:lnTo>
                  <a:lnTo>
                    <a:pt x="82210" y="89279"/>
                  </a:lnTo>
                  <a:lnTo>
                    <a:pt x="82895" y="89279"/>
                  </a:lnTo>
                  <a:lnTo>
                    <a:pt x="83499" y="90646"/>
                  </a:lnTo>
                  <a:lnTo>
                    <a:pt x="84063" y="92309"/>
                  </a:lnTo>
                  <a:lnTo>
                    <a:pt x="84144" y="95338"/>
                  </a:lnTo>
                  <a:lnTo>
                    <a:pt x="84668" y="97685"/>
                  </a:lnTo>
                  <a:lnTo>
                    <a:pt x="85353" y="98565"/>
                  </a:lnTo>
                  <a:lnTo>
                    <a:pt x="85716" y="100031"/>
                  </a:lnTo>
                  <a:lnTo>
                    <a:pt x="85595" y="102082"/>
                  </a:lnTo>
                  <a:lnTo>
                    <a:pt x="85272" y="104134"/>
                  </a:lnTo>
                  <a:lnTo>
                    <a:pt x="85313" y="106382"/>
                  </a:lnTo>
                  <a:lnTo>
                    <a:pt x="85675" y="108434"/>
                  </a:lnTo>
                  <a:lnTo>
                    <a:pt x="85675" y="110485"/>
                  </a:lnTo>
                  <a:lnTo>
                    <a:pt x="85918" y="112537"/>
                  </a:lnTo>
                  <a:lnTo>
                    <a:pt x="86401" y="114297"/>
                  </a:lnTo>
                  <a:lnTo>
                    <a:pt x="86563" y="117131"/>
                  </a:lnTo>
                  <a:lnTo>
                    <a:pt x="86482" y="119183"/>
                  </a:lnTo>
                  <a:lnTo>
                    <a:pt x="86804" y="120357"/>
                  </a:lnTo>
                  <a:lnTo>
                    <a:pt x="86925" y="122019"/>
                  </a:lnTo>
                  <a:lnTo>
                    <a:pt x="86724" y="123387"/>
                  </a:lnTo>
                  <a:lnTo>
                    <a:pt x="86643" y="125242"/>
                  </a:lnTo>
                  <a:lnTo>
                    <a:pt x="86683" y="126905"/>
                  </a:lnTo>
                  <a:lnTo>
                    <a:pt x="86925" y="128272"/>
                  </a:lnTo>
                  <a:lnTo>
                    <a:pt x="87651" y="130030"/>
                  </a:lnTo>
                  <a:lnTo>
                    <a:pt x="87852" y="133158"/>
                  </a:lnTo>
                  <a:lnTo>
                    <a:pt x="87852" y="135308"/>
                  </a:lnTo>
                  <a:lnTo>
                    <a:pt x="88175" y="137850"/>
                  </a:lnTo>
                  <a:lnTo>
                    <a:pt x="88779" y="139021"/>
                  </a:lnTo>
                  <a:lnTo>
                    <a:pt x="89747" y="139414"/>
                  </a:lnTo>
                  <a:lnTo>
                    <a:pt x="90875" y="139803"/>
                  </a:lnTo>
                  <a:lnTo>
                    <a:pt x="92246" y="139218"/>
                  </a:lnTo>
                  <a:lnTo>
                    <a:pt x="93455" y="138534"/>
                  </a:lnTo>
                  <a:lnTo>
                    <a:pt x="94140" y="137850"/>
                  </a:lnTo>
                  <a:lnTo>
                    <a:pt x="95470" y="135992"/>
                  </a:lnTo>
                  <a:lnTo>
                    <a:pt x="96639" y="134918"/>
                  </a:lnTo>
                  <a:lnTo>
                    <a:pt x="97244" y="134234"/>
                  </a:lnTo>
                  <a:lnTo>
                    <a:pt x="97808" y="133746"/>
                  </a:lnTo>
                  <a:lnTo>
                    <a:pt x="98977" y="134918"/>
                  </a:lnTo>
                  <a:lnTo>
                    <a:pt x="100066" y="136384"/>
                  </a:lnTo>
                  <a:lnTo>
                    <a:pt x="100912" y="138436"/>
                  </a:lnTo>
                  <a:lnTo>
                    <a:pt x="102484" y="140684"/>
                  </a:lnTo>
                  <a:lnTo>
                    <a:pt x="102178" y="141232"/>
                  </a:lnTo>
                  <a:lnTo>
                    <a:pt x="101552" y="143073"/>
                  </a:lnTo>
                  <a:lnTo>
                    <a:pt x="101564" y="145234"/>
                  </a:lnTo>
                  <a:lnTo>
                    <a:pt x="102006" y="148331"/>
                  </a:lnTo>
                  <a:lnTo>
                    <a:pt x="101617" y="154892"/>
                  </a:lnTo>
                  <a:lnTo>
                    <a:pt x="100398" y="164920"/>
                  </a:lnTo>
                  <a:lnTo>
                    <a:pt x="99897" y="170764"/>
                  </a:lnTo>
                  <a:lnTo>
                    <a:pt x="100114" y="172420"/>
                  </a:lnTo>
                  <a:lnTo>
                    <a:pt x="99664" y="175343"/>
                  </a:lnTo>
                  <a:lnTo>
                    <a:pt x="97990" y="181622"/>
                  </a:lnTo>
                  <a:lnTo>
                    <a:pt x="97925" y="185858"/>
                  </a:lnTo>
                  <a:lnTo>
                    <a:pt x="97729" y="198555"/>
                  </a:lnTo>
                  <a:lnTo>
                    <a:pt x="97171" y="207509"/>
                  </a:lnTo>
                  <a:lnTo>
                    <a:pt x="96228" y="214132"/>
                  </a:lnTo>
                  <a:lnTo>
                    <a:pt x="95370" y="217658"/>
                  </a:lnTo>
                  <a:lnTo>
                    <a:pt x="94597" y="218088"/>
                  </a:lnTo>
                  <a:lnTo>
                    <a:pt x="94042" y="219144"/>
                  </a:lnTo>
                  <a:lnTo>
                    <a:pt x="93705" y="220824"/>
                  </a:lnTo>
                  <a:lnTo>
                    <a:pt x="93078" y="222220"/>
                  </a:lnTo>
                  <a:lnTo>
                    <a:pt x="92161" y="223340"/>
                  </a:lnTo>
                  <a:lnTo>
                    <a:pt x="91664" y="224567"/>
                  </a:lnTo>
                  <a:lnTo>
                    <a:pt x="91587" y="225900"/>
                  </a:lnTo>
                  <a:lnTo>
                    <a:pt x="90709" y="226757"/>
                  </a:lnTo>
                  <a:lnTo>
                    <a:pt x="89029" y="227140"/>
                  </a:lnTo>
                  <a:lnTo>
                    <a:pt x="88044" y="228208"/>
                  </a:lnTo>
                  <a:lnTo>
                    <a:pt x="87752" y="229954"/>
                  </a:lnTo>
                  <a:lnTo>
                    <a:pt x="87190" y="231342"/>
                  </a:lnTo>
                  <a:lnTo>
                    <a:pt x="86359" y="232366"/>
                  </a:lnTo>
                  <a:lnTo>
                    <a:pt x="85965" y="234069"/>
                  </a:lnTo>
                  <a:lnTo>
                    <a:pt x="86007" y="236447"/>
                  </a:lnTo>
                  <a:lnTo>
                    <a:pt x="85530" y="238487"/>
                  </a:lnTo>
                  <a:lnTo>
                    <a:pt x="84534" y="240192"/>
                  </a:lnTo>
                  <a:lnTo>
                    <a:pt x="83616" y="240238"/>
                  </a:lnTo>
                  <a:lnTo>
                    <a:pt x="82774" y="238628"/>
                  </a:lnTo>
                  <a:lnTo>
                    <a:pt x="81648" y="237558"/>
                  </a:lnTo>
                  <a:lnTo>
                    <a:pt x="80236" y="237027"/>
                  </a:lnTo>
                  <a:lnTo>
                    <a:pt x="79057" y="237434"/>
                  </a:lnTo>
                  <a:lnTo>
                    <a:pt x="78111" y="238773"/>
                  </a:lnTo>
                  <a:lnTo>
                    <a:pt x="77272" y="240899"/>
                  </a:lnTo>
                  <a:lnTo>
                    <a:pt x="76541" y="243814"/>
                  </a:lnTo>
                  <a:lnTo>
                    <a:pt x="75729" y="244299"/>
                  </a:lnTo>
                  <a:lnTo>
                    <a:pt x="74834" y="242351"/>
                  </a:lnTo>
                  <a:lnTo>
                    <a:pt x="73703" y="241759"/>
                  </a:lnTo>
                  <a:lnTo>
                    <a:pt x="72334" y="242524"/>
                  </a:lnTo>
                  <a:lnTo>
                    <a:pt x="71243" y="242255"/>
                  </a:lnTo>
                  <a:lnTo>
                    <a:pt x="70432" y="240954"/>
                  </a:lnTo>
                  <a:lnTo>
                    <a:pt x="69186" y="240810"/>
                  </a:lnTo>
                  <a:lnTo>
                    <a:pt x="67506" y="241826"/>
                  </a:lnTo>
                  <a:lnTo>
                    <a:pt x="64101" y="240654"/>
                  </a:lnTo>
                  <a:lnTo>
                    <a:pt x="58971" y="237289"/>
                  </a:lnTo>
                  <a:lnTo>
                    <a:pt x="54631" y="236014"/>
                  </a:lnTo>
                  <a:lnTo>
                    <a:pt x="49311" y="237223"/>
                  </a:lnTo>
                  <a:lnTo>
                    <a:pt x="48861" y="233728"/>
                  </a:lnTo>
                  <a:lnTo>
                    <a:pt x="49143" y="231838"/>
                  </a:lnTo>
                  <a:lnTo>
                    <a:pt x="50007" y="230416"/>
                  </a:lnTo>
                  <a:lnTo>
                    <a:pt x="50549" y="228805"/>
                  </a:lnTo>
                  <a:lnTo>
                    <a:pt x="50768" y="227002"/>
                  </a:lnTo>
                  <a:lnTo>
                    <a:pt x="51364" y="225628"/>
                  </a:lnTo>
                  <a:lnTo>
                    <a:pt x="52338" y="224685"/>
                  </a:lnTo>
                  <a:lnTo>
                    <a:pt x="52751" y="223727"/>
                  </a:lnTo>
                  <a:lnTo>
                    <a:pt x="52603" y="222760"/>
                  </a:lnTo>
                  <a:lnTo>
                    <a:pt x="52810" y="221903"/>
                  </a:lnTo>
                  <a:lnTo>
                    <a:pt x="53371" y="221159"/>
                  </a:lnTo>
                  <a:lnTo>
                    <a:pt x="53689" y="219987"/>
                  </a:lnTo>
                  <a:lnTo>
                    <a:pt x="53765" y="218385"/>
                  </a:lnTo>
                  <a:lnTo>
                    <a:pt x="53976" y="217592"/>
                  </a:lnTo>
                  <a:lnTo>
                    <a:pt x="54350" y="217000"/>
                  </a:lnTo>
                  <a:lnTo>
                    <a:pt x="54391" y="215895"/>
                  </a:lnTo>
                  <a:lnTo>
                    <a:pt x="54181" y="212467"/>
                  </a:lnTo>
                  <a:lnTo>
                    <a:pt x="54208" y="209656"/>
                  </a:lnTo>
                  <a:lnTo>
                    <a:pt x="54470" y="207469"/>
                  </a:lnTo>
                  <a:lnTo>
                    <a:pt x="54797" y="206145"/>
                  </a:lnTo>
                  <a:lnTo>
                    <a:pt x="55029" y="205816"/>
                  </a:lnTo>
                  <a:lnTo>
                    <a:pt x="55243" y="205031"/>
                  </a:lnTo>
                  <a:lnTo>
                    <a:pt x="55328" y="203709"/>
                  </a:lnTo>
                  <a:lnTo>
                    <a:pt x="55677" y="202480"/>
                  </a:lnTo>
                  <a:lnTo>
                    <a:pt x="57375" y="199949"/>
                  </a:lnTo>
                  <a:lnTo>
                    <a:pt x="58015" y="198578"/>
                  </a:lnTo>
                  <a:lnTo>
                    <a:pt x="58068" y="197329"/>
                  </a:lnTo>
                  <a:lnTo>
                    <a:pt x="58324" y="195635"/>
                  </a:lnTo>
                  <a:lnTo>
                    <a:pt x="59333" y="191993"/>
                  </a:lnTo>
                  <a:lnTo>
                    <a:pt x="59642" y="190288"/>
                  </a:lnTo>
                  <a:lnTo>
                    <a:pt x="59670" y="189434"/>
                  </a:lnTo>
                  <a:lnTo>
                    <a:pt x="60027" y="188551"/>
                  </a:lnTo>
                  <a:lnTo>
                    <a:pt x="61242" y="186528"/>
                  </a:lnTo>
                  <a:lnTo>
                    <a:pt x="61902" y="184621"/>
                  </a:lnTo>
                  <a:lnTo>
                    <a:pt x="62006" y="182834"/>
                  </a:lnTo>
                  <a:lnTo>
                    <a:pt x="61713" y="180806"/>
                  </a:lnTo>
                  <a:lnTo>
                    <a:pt x="61022" y="178540"/>
                  </a:lnTo>
                  <a:lnTo>
                    <a:pt x="58855" y="172867"/>
                  </a:lnTo>
                  <a:lnTo>
                    <a:pt x="57172" y="170290"/>
                  </a:lnTo>
                  <a:lnTo>
                    <a:pt x="55019" y="168161"/>
                  </a:lnTo>
                  <a:lnTo>
                    <a:pt x="53601" y="167471"/>
                  </a:lnTo>
                  <a:lnTo>
                    <a:pt x="52920" y="168218"/>
                  </a:lnTo>
                  <a:lnTo>
                    <a:pt x="52229" y="167633"/>
                  </a:lnTo>
                  <a:lnTo>
                    <a:pt x="51529" y="165708"/>
                  </a:lnTo>
                  <a:lnTo>
                    <a:pt x="50349" y="164193"/>
                  </a:lnTo>
                  <a:lnTo>
                    <a:pt x="47858" y="162531"/>
                  </a:lnTo>
                  <a:lnTo>
                    <a:pt x="42213" y="155902"/>
                  </a:lnTo>
                  <a:lnTo>
                    <a:pt x="39950" y="152699"/>
                  </a:lnTo>
                  <a:lnTo>
                    <a:pt x="39188" y="150723"/>
                  </a:lnTo>
                  <a:lnTo>
                    <a:pt x="37078" y="147170"/>
                  </a:lnTo>
                  <a:lnTo>
                    <a:pt x="33618" y="142051"/>
                  </a:lnTo>
                  <a:lnTo>
                    <a:pt x="30963" y="139558"/>
                  </a:lnTo>
                  <a:lnTo>
                    <a:pt x="29112" y="139700"/>
                  </a:lnTo>
                  <a:lnTo>
                    <a:pt x="26148" y="138211"/>
                  </a:lnTo>
                  <a:lnTo>
                    <a:pt x="22072" y="135094"/>
                  </a:lnTo>
                  <a:lnTo>
                    <a:pt x="19719" y="132067"/>
                  </a:lnTo>
                  <a:lnTo>
                    <a:pt x="19088" y="129135"/>
                  </a:lnTo>
                  <a:lnTo>
                    <a:pt x="17580" y="126198"/>
                  </a:lnTo>
                  <a:lnTo>
                    <a:pt x="15197" y="123257"/>
                  </a:lnTo>
                  <a:lnTo>
                    <a:pt x="13959" y="121321"/>
                  </a:lnTo>
                  <a:lnTo>
                    <a:pt x="13868" y="120389"/>
                  </a:lnTo>
                  <a:lnTo>
                    <a:pt x="13161" y="119177"/>
                  </a:lnTo>
                  <a:lnTo>
                    <a:pt x="11839" y="117679"/>
                  </a:lnTo>
                  <a:lnTo>
                    <a:pt x="10388" y="115117"/>
                  </a:lnTo>
                  <a:lnTo>
                    <a:pt x="8810" y="111489"/>
                  </a:lnTo>
                  <a:lnTo>
                    <a:pt x="7121" y="105880"/>
                  </a:lnTo>
                  <a:lnTo>
                    <a:pt x="5323" y="98285"/>
                  </a:lnTo>
                  <a:lnTo>
                    <a:pt x="3393" y="93166"/>
                  </a:lnTo>
                  <a:lnTo>
                    <a:pt x="1333" y="90519"/>
                  </a:lnTo>
                  <a:lnTo>
                    <a:pt x="304" y="88771"/>
                  </a:lnTo>
                  <a:lnTo>
                    <a:pt x="308" y="87917"/>
                  </a:lnTo>
                  <a:lnTo>
                    <a:pt x="0" y="87094"/>
                  </a:lnTo>
                  <a:lnTo>
                    <a:pt x="273" y="85625"/>
                  </a:lnTo>
                  <a:lnTo>
                    <a:pt x="1024" y="79854"/>
                  </a:lnTo>
                  <a:lnTo>
                    <a:pt x="2110" y="71480"/>
                  </a:lnTo>
                  <a:lnTo>
                    <a:pt x="3235" y="62806"/>
                  </a:lnTo>
                  <a:lnTo>
                    <a:pt x="4561" y="52590"/>
                  </a:lnTo>
                  <a:lnTo>
                    <a:pt x="4563" y="45345"/>
                  </a:lnTo>
                  <a:lnTo>
                    <a:pt x="4566" y="37712"/>
                  </a:lnTo>
                  <a:lnTo>
                    <a:pt x="6451" y="31430"/>
                  </a:lnTo>
                  <a:lnTo>
                    <a:pt x="7789" y="26972"/>
                  </a:lnTo>
                  <a:lnTo>
                    <a:pt x="8945" y="22727"/>
                  </a:lnTo>
                  <a:lnTo>
                    <a:pt x="10116" y="15461"/>
                  </a:lnTo>
                  <a:lnTo>
                    <a:pt x="10897" y="10610"/>
                  </a:lnTo>
                  <a:lnTo>
                    <a:pt x="13883" y="9462"/>
                  </a:lnTo>
                  <a:lnTo>
                    <a:pt x="18950" y="6937"/>
                  </a:lnTo>
                  <a:lnTo>
                    <a:pt x="21476" y="5681"/>
                  </a:lnTo>
                  <a:lnTo>
                    <a:pt x="26804" y="3029"/>
                  </a:lnTo>
                  <a:lnTo>
                    <a:pt x="32218" y="334"/>
                  </a:lnTo>
                  <a:lnTo>
                    <a:pt x="37903" y="164"/>
                  </a:lnTo>
                  <a:lnTo>
                    <a:pt x="43391" y="0"/>
                  </a:lnTo>
                  <a:lnTo>
                    <a:pt x="47650" y="6028"/>
                  </a:lnTo>
                  <a:lnTo>
                    <a:pt x="50902" y="10633"/>
                  </a:lnTo>
                  <a:lnTo>
                    <a:pt x="54486" y="15709"/>
                  </a:lnTo>
                  <a:lnTo>
                    <a:pt x="54731" y="16803"/>
                  </a:lnTo>
                  <a:lnTo>
                    <a:pt x="54976" y="21056"/>
                  </a:lnTo>
                  <a:close/>
                </a:path>
              </a:pathLst>
            </a:custGeom>
            <a:solidFill>
              <a:srgbClr val="F2F8F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1" name="pg1220"/>
            <p:cNvSpPr/>
            <p:nvPr/>
          </p:nvSpPr>
          <p:spPr>
            <a:xfrm>
              <a:off x="3750507" y="2700767"/>
              <a:ext cx="3990" cy="11127"/>
            </a:xfrm>
            <a:custGeom>
              <a:avLst/>
              <a:pathLst>
                <a:path w="3990" h="11127">
                  <a:moveTo>
                    <a:pt x="574" y="11127"/>
                  </a:moveTo>
                  <a:lnTo>
                    <a:pt x="174" y="8645"/>
                  </a:lnTo>
                  <a:lnTo>
                    <a:pt x="0" y="7749"/>
                  </a:lnTo>
                  <a:lnTo>
                    <a:pt x="2305" y="2986"/>
                  </a:lnTo>
                  <a:lnTo>
                    <a:pt x="3402" y="0"/>
                  </a:lnTo>
                  <a:lnTo>
                    <a:pt x="3972" y="1276"/>
                  </a:lnTo>
                  <a:lnTo>
                    <a:pt x="3990" y="1750"/>
                  </a:lnTo>
                  <a:lnTo>
                    <a:pt x="1853" y="6563"/>
                  </a:lnTo>
                  <a:lnTo>
                    <a:pt x="1830" y="8626"/>
                  </a:lnTo>
                  <a:close/>
                </a:path>
              </a:pathLst>
            </a:custGeom>
            <a:solidFill>
              <a:srgbClr val="CEE3C8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2" name="pg1221"/>
            <p:cNvSpPr/>
            <p:nvPr/>
          </p:nvSpPr>
          <p:spPr>
            <a:xfrm>
              <a:off x="3758728" y="2672709"/>
              <a:ext cx="8522" cy="34959"/>
            </a:xfrm>
            <a:custGeom>
              <a:avLst/>
              <a:pathLst>
                <a:path w="8522" h="34959">
                  <a:moveTo>
                    <a:pt x="7042" y="31177"/>
                  </a:moveTo>
                  <a:lnTo>
                    <a:pt x="6531" y="31071"/>
                  </a:lnTo>
                  <a:lnTo>
                    <a:pt x="4922" y="32847"/>
                  </a:lnTo>
                  <a:lnTo>
                    <a:pt x="2783" y="34519"/>
                  </a:lnTo>
                  <a:lnTo>
                    <a:pt x="427" y="34959"/>
                  </a:lnTo>
                  <a:lnTo>
                    <a:pt x="94" y="34461"/>
                  </a:lnTo>
                  <a:lnTo>
                    <a:pt x="0" y="33613"/>
                  </a:lnTo>
                  <a:lnTo>
                    <a:pt x="687" y="29485"/>
                  </a:lnTo>
                  <a:lnTo>
                    <a:pt x="953" y="27543"/>
                  </a:lnTo>
                  <a:lnTo>
                    <a:pt x="1973" y="25447"/>
                  </a:lnTo>
                  <a:lnTo>
                    <a:pt x="3420" y="23637"/>
                  </a:lnTo>
                  <a:lnTo>
                    <a:pt x="4033" y="23178"/>
                  </a:lnTo>
                  <a:lnTo>
                    <a:pt x="3964" y="22401"/>
                  </a:lnTo>
                  <a:lnTo>
                    <a:pt x="3100" y="21206"/>
                  </a:lnTo>
                  <a:lnTo>
                    <a:pt x="2199" y="20580"/>
                  </a:lnTo>
                  <a:lnTo>
                    <a:pt x="1343" y="21205"/>
                  </a:lnTo>
                  <a:lnTo>
                    <a:pt x="1077" y="21011"/>
                  </a:lnTo>
                  <a:lnTo>
                    <a:pt x="987" y="20482"/>
                  </a:lnTo>
                  <a:lnTo>
                    <a:pt x="1286" y="19739"/>
                  </a:lnTo>
                  <a:lnTo>
                    <a:pt x="1425" y="18354"/>
                  </a:lnTo>
                  <a:lnTo>
                    <a:pt x="1292" y="16039"/>
                  </a:lnTo>
                  <a:lnTo>
                    <a:pt x="1202" y="13217"/>
                  </a:lnTo>
                  <a:lnTo>
                    <a:pt x="1014" y="11036"/>
                  </a:lnTo>
                  <a:lnTo>
                    <a:pt x="1544" y="7486"/>
                  </a:lnTo>
                  <a:lnTo>
                    <a:pt x="1679" y="5798"/>
                  </a:lnTo>
                  <a:lnTo>
                    <a:pt x="2343" y="2185"/>
                  </a:lnTo>
                  <a:lnTo>
                    <a:pt x="3906" y="0"/>
                  </a:lnTo>
                  <a:lnTo>
                    <a:pt x="5253" y="634"/>
                  </a:lnTo>
                  <a:lnTo>
                    <a:pt x="5963" y="796"/>
                  </a:lnTo>
                  <a:lnTo>
                    <a:pt x="6263" y="1223"/>
                  </a:lnTo>
                  <a:lnTo>
                    <a:pt x="6457" y="2475"/>
                  </a:lnTo>
                  <a:lnTo>
                    <a:pt x="7453" y="3923"/>
                  </a:lnTo>
                  <a:lnTo>
                    <a:pt x="8271" y="4104"/>
                  </a:lnTo>
                  <a:lnTo>
                    <a:pt x="8522" y="8762"/>
                  </a:lnTo>
                  <a:lnTo>
                    <a:pt x="8068" y="12747"/>
                  </a:lnTo>
                  <a:lnTo>
                    <a:pt x="8027" y="16237"/>
                  </a:lnTo>
                  <a:lnTo>
                    <a:pt x="8363" y="22720"/>
                  </a:lnTo>
                  <a:lnTo>
                    <a:pt x="7637" y="25473"/>
                  </a:lnTo>
                  <a:lnTo>
                    <a:pt x="7223" y="28723"/>
                  </a:lnTo>
                  <a:close/>
                </a:path>
              </a:pathLst>
            </a:custGeom>
            <a:solidFill>
              <a:srgbClr val="CEE3C8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3" name="pg1222"/>
            <p:cNvSpPr/>
            <p:nvPr/>
          </p:nvSpPr>
          <p:spPr>
            <a:xfrm>
              <a:off x="1644964" y="4247839"/>
              <a:ext cx="761" cy="3093"/>
            </a:xfrm>
            <a:custGeom>
              <a:avLst/>
              <a:pathLst>
                <a:path w="761" h="3093">
                  <a:moveTo>
                    <a:pt x="761" y="2542"/>
                  </a:moveTo>
                  <a:lnTo>
                    <a:pt x="408" y="3093"/>
                  </a:lnTo>
                  <a:lnTo>
                    <a:pt x="540" y="2346"/>
                  </a:lnTo>
                  <a:lnTo>
                    <a:pt x="267" y="706"/>
                  </a:lnTo>
                  <a:lnTo>
                    <a:pt x="0" y="470"/>
                  </a:lnTo>
                  <a:lnTo>
                    <a:pt x="267" y="0"/>
                  </a:lnTo>
                  <a:lnTo>
                    <a:pt x="651" y="1246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4" name="pg1223"/>
            <p:cNvSpPr/>
            <p:nvPr/>
          </p:nvSpPr>
          <p:spPr>
            <a:xfrm>
              <a:off x="1670434" y="4179639"/>
              <a:ext cx="2249" cy="3047"/>
            </a:xfrm>
            <a:custGeom>
              <a:avLst/>
              <a:pathLst>
                <a:path w="2249" h="3047">
                  <a:moveTo>
                    <a:pt x="2249" y="2398"/>
                  </a:moveTo>
                  <a:lnTo>
                    <a:pt x="2004" y="3047"/>
                  </a:lnTo>
                  <a:lnTo>
                    <a:pt x="1980" y="2424"/>
                  </a:lnTo>
                  <a:lnTo>
                    <a:pt x="1638" y="2118"/>
                  </a:lnTo>
                  <a:lnTo>
                    <a:pt x="1165" y="1491"/>
                  </a:lnTo>
                  <a:lnTo>
                    <a:pt x="521" y="764"/>
                  </a:lnTo>
                  <a:lnTo>
                    <a:pt x="173" y="646"/>
                  </a:lnTo>
                  <a:lnTo>
                    <a:pt x="0" y="225"/>
                  </a:lnTo>
                  <a:lnTo>
                    <a:pt x="241" y="0"/>
                  </a:lnTo>
                  <a:lnTo>
                    <a:pt x="638" y="328"/>
                  </a:lnTo>
                  <a:lnTo>
                    <a:pt x="1196" y="992"/>
                  </a:lnTo>
                  <a:lnTo>
                    <a:pt x="1838" y="1659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5" name="pg1224"/>
            <p:cNvSpPr/>
            <p:nvPr/>
          </p:nvSpPr>
          <p:spPr>
            <a:xfrm>
              <a:off x="1617989" y="4175827"/>
              <a:ext cx="1338" cy="2421"/>
            </a:xfrm>
            <a:custGeom>
              <a:avLst/>
              <a:pathLst>
                <a:path w="1338" h="2421">
                  <a:moveTo>
                    <a:pt x="1174" y="1350"/>
                  </a:moveTo>
                  <a:lnTo>
                    <a:pt x="1338" y="2421"/>
                  </a:lnTo>
                  <a:lnTo>
                    <a:pt x="1044" y="1918"/>
                  </a:lnTo>
                  <a:lnTo>
                    <a:pt x="103" y="87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6" name="pg1225"/>
            <p:cNvSpPr/>
            <p:nvPr/>
          </p:nvSpPr>
          <p:spPr>
            <a:xfrm>
              <a:off x="1663255" y="4173793"/>
              <a:ext cx="1172" cy="2825"/>
            </a:xfrm>
            <a:custGeom>
              <a:avLst/>
              <a:pathLst>
                <a:path w="1172" h="2825">
                  <a:moveTo>
                    <a:pt x="1168" y="2265"/>
                  </a:moveTo>
                  <a:lnTo>
                    <a:pt x="1172" y="2825"/>
                  </a:lnTo>
                  <a:lnTo>
                    <a:pt x="0" y="0"/>
                  </a:lnTo>
                  <a:lnTo>
                    <a:pt x="462" y="222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7" name="pg1226"/>
            <p:cNvSpPr/>
            <p:nvPr/>
          </p:nvSpPr>
          <p:spPr>
            <a:xfrm>
              <a:off x="1615652" y="4167702"/>
              <a:ext cx="1838" cy="4660"/>
            </a:xfrm>
            <a:custGeom>
              <a:avLst/>
              <a:pathLst>
                <a:path w="1838" h="4660">
                  <a:moveTo>
                    <a:pt x="1750" y="3846"/>
                  </a:moveTo>
                  <a:lnTo>
                    <a:pt x="1838" y="4660"/>
                  </a:lnTo>
                  <a:lnTo>
                    <a:pt x="1382" y="4123"/>
                  </a:lnTo>
                  <a:lnTo>
                    <a:pt x="951" y="2623"/>
                  </a:lnTo>
                  <a:lnTo>
                    <a:pt x="181" y="764"/>
                  </a:lnTo>
                  <a:lnTo>
                    <a:pt x="0" y="0"/>
                  </a:lnTo>
                  <a:lnTo>
                    <a:pt x="589" y="727"/>
                  </a:lnTo>
                  <a:lnTo>
                    <a:pt x="978" y="1812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8" name="pg1227"/>
            <p:cNvSpPr/>
            <p:nvPr/>
          </p:nvSpPr>
          <p:spPr>
            <a:xfrm>
              <a:off x="1617138" y="4156194"/>
              <a:ext cx="2599" cy="6085"/>
            </a:xfrm>
            <a:custGeom>
              <a:avLst/>
              <a:pathLst>
                <a:path w="2599" h="6085">
                  <a:moveTo>
                    <a:pt x="514" y="5523"/>
                  </a:moveTo>
                  <a:lnTo>
                    <a:pt x="574" y="6085"/>
                  </a:lnTo>
                  <a:lnTo>
                    <a:pt x="130" y="6010"/>
                  </a:lnTo>
                  <a:lnTo>
                    <a:pt x="0" y="5817"/>
                  </a:lnTo>
                  <a:lnTo>
                    <a:pt x="10" y="4767"/>
                  </a:lnTo>
                  <a:lnTo>
                    <a:pt x="332" y="3494"/>
                  </a:lnTo>
                  <a:lnTo>
                    <a:pt x="584" y="2421"/>
                  </a:lnTo>
                  <a:lnTo>
                    <a:pt x="1098" y="1419"/>
                  </a:lnTo>
                  <a:lnTo>
                    <a:pt x="2015" y="415"/>
                  </a:lnTo>
                  <a:lnTo>
                    <a:pt x="2458" y="0"/>
                  </a:lnTo>
                  <a:lnTo>
                    <a:pt x="2599" y="245"/>
                  </a:lnTo>
                  <a:lnTo>
                    <a:pt x="2431" y="395"/>
                  </a:lnTo>
                  <a:lnTo>
                    <a:pt x="916" y="2493"/>
                  </a:lnTo>
                  <a:lnTo>
                    <a:pt x="443" y="3959"/>
                  </a:lnTo>
                  <a:lnTo>
                    <a:pt x="232" y="4986"/>
                  </a:lnTo>
                  <a:lnTo>
                    <a:pt x="271" y="5303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9" name="pg1228"/>
            <p:cNvSpPr/>
            <p:nvPr/>
          </p:nvSpPr>
          <p:spPr>
            <a:xfrm>
              <a:off x="1510093" y="4151072"/>
              <a:ext cx="5900" cy="10812"/>
            </a:xfrm>
            <a:custGeom>
              <a:avLst/>
              <a:pathLst>
                <a:path w="5900" h="10812">
                  <a:moveTo>
                    <a:pt x="3820" y="5722"/>
                  </a:moveTo>
                  <a:lnTo>
                    <a:pt x="5573" y="7098"/>
                  </a:lnTo>
                  <a:lnTo>
                    <a:pt x="5900" y="9329"/>
                  </a:lnTo>
                  <a:lnTo>
                    <a:pt x="5523" y="10812"/>
                  </a:lnTo>
                  <a:lnTo>
                    <a:pt x="4637" y="10445"/>
                  </a:lnTo>
                  <a:lnTo>
                    <a:pt x="4198" y="9635"/>
                  </a:lnTo>
                  <a:lnTo>
                    <a:pt x="3581" y="6974"/>
                  </a:lnTo>
                  <a:lnTo>
                    <a:pt x="1868" y="7574"/>
                  </a:lnTo>
                  <a:lnTo>
                    <a:pt x="683" y="7049"/>
                  </a:lnTo>
                  <a:lnTo>
                    <a:pt x="26" y="3581"/>
                  </a:lnTo>
                  <a:lnTo>
                    <a:pt x="0" y="2005"/>
                  </a:lnTo>
                  <a:lnTo>
                    <a:pt x="287" y="1041"/>
                  </a:lnTo>
                  <a:lnTo>
                    <a:pt x="1546" y="0"/>
                  </a:lnTo>
                  <a:lnTo>
                    <a:pt x="3117" y="767"/>
                  </a:lnTo>
                  <a:lnTo>
                    <a:pt x="3716" y="2735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0" name="pg1229"/>
            <p:cNvSpPr/>
            <p:nvPr/>
          </p:nvSpPr>
          <p:spPr>
            <a:xfrm>
              <a:off x="1506719" y="4150278"/>
              <a:ext cx="1576" cy="3001"/>
            </a:xfrm>
            <a:custGeom>
              <a:avLst/>
              <a:pathLst>
                <a:path w="1576" h="3001">
                  <a:moveTo>
                    <a:pt x="1196" y="2230"/>
                  </a:moveTo>
                  <a:lnTo>
                    <a:pt x="815" y="3001"/>
                  </a:lnTo>
                  <a:lnTo>
                    <a:pt x="307" y="2461"/>
                  </a:lnTo>
                  <a:lnTo>
                    <a:pt x="81" y="1719"/>
                  </a:lnTo>
                  <a:lnTo>
                    <a:pt x="0" y="934"/>
                  </a:lnTo>
                  <a:lnTo>
                    <a:pt x="117" y="0"/>
                  </a:lnTo>
                  <a:lnTo>
                    <a:pt x="1255" y="129"/>
                  </a:lnTo>
                  <a:lnTo>
                    <a:pt x="1576" y="539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1" name="pg1230"/>
            <p:cNvSpPr/>
            <p:nvPr/>
          </p:nvSpPr>
          <p:spPr>
            <a:xfrm>
              <a:off x="1487540" y="4128711"/>
              <a:ext cx="1474" cy="4126"/>
            </a:xfrm>
            <a:custGeom>
              <a:avLst/>
              <a:pathLst>
                <a:path w="1474" h="4126">
                  <a:moveTo>
                    <a:pt x="922" y="4080"/>
                  </a:moveTo>
                  <a:lnTo>
                    <a:pt x="439" y="4126"/>
                  </a:lnTo>
                  <a:lnTo>
                    <a:pt x="0" y="3664"/>
                  </a:lnTo>
                  <a:lnTo>
                    <a:pt x="110" y="623"/>
                  </a:lnTo>
                  <a:lnTo>
                    <a:pt x="228" y="0"/>
                  </a:lnTo>
                  <a:lnTo>
                    <a:pt x="905" y="1027"/>
                  </a:lnTo>
                  <a:lnTo>
                    <a:pt x="1474" y="3682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2" name="pg1231"/>
            <p:cNvSpPr/>
            <p:nvPr/>
          </p:nvSpPr>
          <p:spPr>
            <a:xfrm>
              <a:off x="1584244" y="4124948"/>
              <a:ext cx="2005" cy="1670"/>
            </a:xfrm>
            <a:custGeom>
              <a:avLst/>
              <a:pathLst>
                <a:path w="2005" h="1670">
                  <a:moveTo>
                    <a:pt x="1342" y="219"/>
                  </a:moveTo>
                  <a:lnTo>
                    <a:pt x="2005" y="1670"/>
                  </a:lnTo>
                  <a:lnTo>
                    <a:pt x="1123" y="683"/>
                  </a:lnTo>
                  <a:lnTo>
                    <a:pt x="0" y="259"/>
                  </a:lnTo>
                  <a:lnTo>
                    <a:pt x="427" y="0"/>
                  </a:lnTo>
                  <a:lnTo>
                    <a:pt x="1048" y="37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3" name="pg1232"/>
            <p:cNvSpPr/>
            <p:nvPr/>
          </p:nvSpPr>
          <p:spPr>
            <a:xfrm>
              <a:off x="1582333" y="4124019"/>
              <a:ext cx="1661" cy="1760"/>
            </a:xfrm>
            <a:custGeom>
              <a:avLst/>
              <a:pathLst>
                <a:path w="1661" h="1760">
                  <a:moveTo>
                    <a:pt x="1661" y="1592"/>
                  </a:moveTo>
                  <a:lnTo>
                    <a:pt x="1179" y="1760"/>
                  </a:lnTo>
                  <a:lnTo>
                    <a:pt x="0" y="0"/>
                  </a:lnTo>
                  <a:lnTo>
                    <a:pt x="453" y="0"/>
                  </a:lnTo>
                  <a:lnTo>
                    <a:pt x="1128" y="1099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4" name="pg1233"/>
            <p:cNvSpPr/>
            <p:nvPr/>
          </p:nvSpPr>
          <p:spPr>
            <a:xfrm>
              <a:off x="1487212" y="4123816"/>
              <a:ext cx="905" cy="2692"/>
            </a:xfrm>
            <a:custGeom>
              <a:avLst/>
              <a:pathLst>
                <a:path w="905" h="2692">
                  <a:moveTo>
                    <a:pt x="558" y="2467"/>
                  </a:moveTo>
                  <a:lnTo>
                    <a:pt x="335" y="2692"/>
                  </a:lnTo>
                  <a:lnTo>
                    <a:pt x="100" y="2155"/>
                  </a:lnTo>
                  <a:lnTo>
                    <a:pt x="0" y="1330"/>
                  </a:lnTo>
                  <a:lnTo>
                    <a:pt x="80" y="0"/>
                  </a:lnTo>
                  <a:lnTo>
                    <a:pt x="670" y="877"/>
                  </a:lnTo>
                  <a:lnTo>
                    <a:pt x="905" y="1460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5" name="pg1234"/>
            <p:cNvSpPr/>
            <p:nvPr/>
          </p:nvSpPr>
          <p:spPr>
            <a:xfrm>
              <a:off x="1559100" y="4109195"/>
              <a:ext cx="1603" cy="7906"/>
            </a:xfrm>
            <a:custGeom>
              <a:avLst/>
              <a:pathLst>
                <a:path w="1603" h="7906">
                  <a:moveTo>
                    <a:pt x="1549" y="7404"/>
                  </a:moveTo>
                  <a:lnTo>
                    <a:pt x="1603" y="7906"/>
                  </a:lnTo>
                  <a:lnTo>
                    <a:pt x="1353" y="7877"/>
                  </a:lnTo>
                  <a:lnTo>
                    <a:pt x="901" y="6380"/>
                  </a:lnTo>
                  <a:lnTo>
                    <a:pt x="739" y="5081"/>
                  </a:lnTo>
                  <a:lnTo>
                    <a:pt x="452" y="3612"/>
                  </a:lnTo>
                  <a:lnTo>
                    <a:pt x="57" y="2542"/>
                  </a:lnTo>
                  <a:lnTo>
                    <a:pt x="12" y="1555"/>
                  </a:lnTo>
                  <a:lnTo>
                    <a:pt x="0" y="0"/>
                  </a:lnTo>
                  <a:lnTo>
                    <a:pt x="447" y="2383"/>
                  </a:lnTo>
                  <a:lnTo>
                    <a:pt x="871" y="4296"/>
                  </a:lnTo>
                  <a:lnTo>
                    <a:pt x="1180" y="5869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6" name="pg1235"/>
            <p:cNvSpPr/>
            <p:nvPr/>
          </p:nvSpPr>
          <p:spPr>
            <a:xfrm>
              <a:off x="1596688" y="4107380"/>
              <a:ext cx="589" cy="2640"/>
            </a:xfrm>
            <a:custGeom>
              <a:avLst/>
              <a:pathLst>
                <a:path w="589" h="2640">
                  <a:moveTo>
                    <a:pt x="216" y="2320"/>
                  </a:moveTo>
                  <a:lnTo>
                    <a:pt x="0" y="2640"/>
                  </a:lnTo>
                  <a:lnTo>
                    <a:pt x="277" y="294"/>
                  </a:lnTo>
                  <a:lnTo>
                    <a:pt x="589" y="0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7" name="pg1236"/>
            <p:cNvSpPr/>
            <p:nvPr/>
          </p:nvSpPr>
          <p:spPr>
            <a:xfrm>
              <a:off x="1564622" y="4099675"/>
              <a:ext cx="1332" cy="4256"/>
            </a:xfrm>
            <a:custGeom>
              <a:avLst/>
              <a:pathLst>
                <a:path w="1332" h="4256">
                  <a:moveTo>
                    <a:pt x="1332" y="2926"/>
                  </a:moveTo>
                  <a:lnTo>
                    <a:pt x="1255" y="4256"/>
                  </a:lnTo>
                  <a:lnTo>
                    <a:pt x="1027" y="2972"/>
                  </a:lnTo>
                  <a:lnTo>
                    <a:pt x="277" y="917"/>
                  </a:lnTo>
                  <a:lnTo>
                    <a:pt x="0" y="0"/>
                  </a:lnTo>
                  <a:lnTo>
                    <a:pt x="331" y="147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8" name="pg1237"/>
            <p:cNvSpPr/>
            <p:nvPr/>
          </p:nvSpPr>
          <p:spPr>
            <a:xfrm>
              <a:off x="1643477" y="3942136"/>
              <a:ext cx="803" cy="3156"/>
            </a:xfrm>
            <a:custGeom>
              <a:avLst/>
              <a:pathLst>
                <a:path w="803" h="3156">
                  <a:moveTo>
                    <a:pt x="478" y="2651"/>
                  </a:moveTo>
                  <a:lnTo>
                    <a:pt x="32" y="3156"/>
                  </a:lnTo>
                  <a:lnTo>
                    <a:pt x="0" y="0"/>
                  </a:lnTo>
                  <a:lnTo>
                    <a:pt x="578" y="600"/>
                  </a:lnTo>
                  <a:lnTo>
                    <a:pt x="803" y="1105"/>
                  </a:lnTo>
                  <a:lnTo>
                    <a:pt x="707" y="1967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9" name="pg1238"/>
            <p:cNvSpPr/>
            <p:nvPr/>
          </p:nvSpPr>
          <p:spPr>
            <a:xfrm>
              <a:off x="1638068" y="3927061"/>
              <a:ext cx="908" cy="2781"/>
            </a:xfrm>
            <a:custGeom>
              <a:avLst/>
              <a:pathLst>
                <a:path w="908" h="2781">
                  <a:moveTo>
                    <a:pt x="908" y="470"/>
                  </a:moveTo>
                  <a:lnTo>
                    <a:pt x="2" y="2781"/>
                  </a:lnTo>
                  <a:lnTo>
                    <a:pt x="0" y="320"/>
                  </a:lnTo>
                  <a:lnTo>
                    <a:pt x="326" y="0"/>
                  </a:lnTo>
                  <a:lnTo>
                    <a:pt x="622" y="0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0" name="pg1239"/>
            <p:cNvSpPr/>
            <p:nvPr/>
          </p:nvSpPr>
          <p:spPr>
            <a:xfrm>
              <a:off x="1637675" y="3920554"/>
              <a:ext cx="4133" cy="4446"/>
            </a:xfrm>
            <a:custGeom>
              <a:avLst/>
              <a:pathLst>
                <a:path w="4133" h="4446">
                  <a:moveTo>
                    <a:pt x="1732" y="0"/>
                  </a:moveTo>
                  <a:lnTo>
                    <a:pt x="3558" y="1535"/>
                  </a:lnTo>
                  <a:lnTo>
                    <a:pt x="4133" y="1370"/>
                  </a:lnTo>
                  <a:lnTo>
                    <a:pt x="3552" y="2885"/>
                  </a:lnTo>
                  <a:lnTo>
                    <a:pt x="1732" y="3708"/>
                  </a:lnTo>
                  <a:lnTo>
                    <a:pt x="1130" y="4446"/>
                  </a:lnTo>
                  <a:lnTo>
                    <a:pt x="394" y="3967"/>
                  </a:lnTo>
                  <a:lnTo>
                    <a:pt x="0" y="2216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1" name="pg1240"/>
            <p:cNvSpPr/>
            <p:nvPr/>
          </p:nvSpPr>
          <p:spPr>
            <a:xfrm>
              <a:off x="1625757" y="3909707"/>
              <a:ext cx="1380" cy="3428"/>
            </a:xfrm>
            <a:custGeom>
              <a:avLst/>
              <a:pathLst>
                <a:path w="1380" h="3428">
                  <a:moveTo>
                    <a:pt x="837" y="2891"/>
                  </a:moveTo>
                  <a:lnTo>
                    <a:pt x="573" y="3428"/>
                  </a:lnTo>
                  <a:lnTo>
                    <a:pt x="77" y="1662"/>
                  </a:lnTo>
                  <a:lnTo>
                    <a:pt x="0" y="923"/>
                  </a:lnTo>
                  <a:lnTo>
                    <a:pt x="895" y="0"/>
                  </a:lnTo>
                  <a:lnTo>
                    <a:pt x="1380" y="490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2" name="pg1241"/>
            <p:cNvSpPr/>
            <p:nvPr/>
          </p:nvSpPr>
          <p:spPr>
            <a:xfrm>
              <a:off x="1632004" y="3895876"/>
              <a:ext cx="1504" cy="2597"/>
            </a:xfrm>
            <a:custGeom>
              <a:avLst/>
              <a:pathLst>
                <a:path w="1504" h="2597">
                  <a:moveTo>
                    <a:pt x="921" y="2369"/>
                  </a:moveTo>
                  <a:lnTo>
                    <a:pt x="131" y="2597"/>
                  </a:lnTo>
                  <a:lnTo>
                    <a:pt x="0" y="1136"/>
                  </a:lnTo>
                  <a:lnTo>
                    <a:pt x="243" y="363"/>
                  </a:lnTo>
                  <a:lnTo>
                    <a:pt x="582" y="0"/>
                  </a:lnTo>
                  <a:lnTo>
                    <a:pt x="1184" y="453"/>
                  </a:lnTo>
                  <a:lnTo>
                    <a:pt x="1504" y="1093"/>
                  </a:lnTo>
                  <a:lnTo>
                    <a:pt x="1485" y="1641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3" name="pg1242"/>
            <p:cNvSpPr/>
            <p:nvPr/>
          </p:nvSpPr>
          <p:spPr>
            <a:xfrm>
              <a:off x="1624437" y="3893556"/>
              <a:ext cx="2546" cy="4504"/>
            </a:xfrm>
            <a:custGeom>
              <a:avLst/>
              <a:pathLst>
                <a:path w="2546" h="4504">
                  <a:moveTo>
                    <a:pt x="2194" y="3809"/>
                  </a:moveTo>
                  <a:lnTo>
                    <a:pt x="1000" y="4504"/>
                  </a:lnTo>
                  <a:lnTo>
                    <a:pt x="429" y="4377"/>
                  </a:lnTo>
                  <a:lnTo>
                    <a:pt x="0" y="1965"/>
                  </a:lnTo>
                  <a:lnTo>
                    <a:pt x="154" y="473"/>
                  </a:lnTo>
                  <a:lnTo>
                    <a:pt x="344" y="0"/>
                  </a:lnTo>
                  <a:lnTo>
                    <a:pt x="2376" y="588"/>
                  </a:lnTo>
                  <a:lnTo>
                    <a:pt x="2546" y="1682"/>
                  </a:lnTo>
                  <a:lnTo>
                    <a:pt x="2517" y="2721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4" name="pg1243"/>
            <p:cNvSpPr/>
            <p:nvPr/>
          </p:nvSpPr>
          <p:spPr>
            <a:xfrm>
              <a:off x="3952283" y="2861266"/>
              <a:ext cx="10411" cy="46942"/>
            </a:xfrm>
            <a:custGeom>
              <a:avLst/>
              <a:pathLst>
                <a:path w="10411" h="46942">
                  <a:moveTo>
                    <a:pt x="6256" y="45684"/>
                  </a:moveTo>
                  <a:lnTo>
                    <a:pt x="5160" y="46290"/>
                  </a:lnTo>
                  <a:lnTo>
                    <a:pt x="4128" y="46942"/>
                  </a:lnTo>
                  <a:lnTo>
                    <a:pt x="3268" y="46924"/>
                  </a:lnTo>
                  <a:lnTo>
                    <a:pt x="2576" y="46668"/>
                  </a:lnTo>
                  <a:lnTo>
                    <a:pt x="2117" y="46041"/>
                  </a:lnTo>
                  <a:lnTo>
                    <a:pt x="1231" y="43544"/>
                  </a:lnTo>
                  <a:lnTo>
                    <a:pt x="606" y="40305"/>
                  </a:lnTo>
                  <a:lnTo>
                    <a:pt x="991" y="38498"/>
                  </a:lnTo>
                  <a:lnTo>
                    <a:pt x="1123" y="37370"/>
                  </a:lnTo>
                  <a:lnTo>
                    <a:pt x="277" y="28834"/>
                  </a:lnTo>
                  <a:lnTo>
                    <a:pt x="0" y="22280"/>
                  </a:lnTo>
                  <a:lnTo>
                    <a:pt x="101" y="20936"/>
                  </a:lnTo>
                  <a:lnTo>
                    <a:pt x="585" y="19390"/>
                  </a:lnTo>
                  <a:lnTo>
                    <a:pt x="1390" y="15973"/>
                  </a:lnTo>
                  <a:lnTo>
                    <a:pt x="1818" y="12682"/>
                  </a:lnTo>
                  <a:lnTo>
                    <a:pt x="3028" y="5077"/>
                  </a:lnTo>
                  <a:lnTo>
                    <a:pt x="4308" y="2148"/>
                  </a:lnTo>
                  <a:lnTo>
                    <a:pt x="6187" y="0"/>
                  </a:lnTo>
                  <a:lnTo>
                    <a:pt x="7732" y="4200"/>
                  </a:lnTo>
                  <a:lnTo>
                    <a:pt x="9609" y="7413"/>
                  </a:lnTo>
                  <a:lnTo>
                    <a:pt x="9965" y="11000"/>
                  </a:lnTo>
                  <a:lnTo>
                    <a:pt x="9412" y="13921"/>
                  </a:lnTo>
                  <a:lnTo>
                    <a:pt x="8905" y="18573"/>
                  </a:lnTo>
                  <a:lnTo>
                    <a:pt x="9209" y="20711"/>
                  </a:lnTo>
                  <a:lnTo>
                    <a:pt x="9322" y="22561"/>
                  </a:lnTo>
                  <a:lnTo>
                    <a:pt x="9833" y="25672"/>
                  </a:lnTo>
                  <a:lnTo>
                    <a:pt x="10326" y="29706"/>
                  </a:lnTo>
                  <a:lnTo>
                    <a:pt x="10411" y="32515"/>
                  </a:lnTo>
                  <a:lnTo>
                    <a:pt x="10143" y="35116"/>
                  </a:lnTo>
                  <a:lnTo>
                    <a:pt x="9491" y="37302"/>
                  </a:lnTo>
                  <a:lnTo>
                    <a:pt x="8206" y="43880"/>
                  </a:lnTo>
                  <a:lnTo>
                    <a:pt x="7822" y="44564"/>
                  </a:lnTo>
                  <a:close/>
                </a:path>
              </a:pathLst>
            </a:custGeom>
            <a:solidFill>
              <a:srgbClr val="EAF3E7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5" name="pg1244"/>
            <p:cNvSpPr/>
            <p:nvPr/>
          </p:nvSpPr>
          <p:spPr>
            <a:xfrm>
              <a:off x="3580418" y="2207930"/>
              <a:ext cx="115340" cy="135709"/>
            </a:xfrm>
            <a:custGeom>
              <a:avLst/>
              <a:pathLst>
                <a:path w="115340" h="135709">
                  <a:moveTo>
                    <a:pt x="97140" y="83122"/>
                  </a:moveTo>
                  <a:lnTo>
                    <a:pt x="98422" y="86175"/>
                  </a:lnTo>
                  <a:lnTo>
                    <a:pt x="100050" y="87798"/>
                  </a:lnTo>
                  <a:lnTo>
                    <a:pt x="103822" y="89514"/>
                  </a:lnTo>
                  <a:lnTo>
                    <a:pt x="104157" y="89312"/>
                  </a:lnTo>
                  <a:lnTo>
                    <a:pt x="104195" y="88989"/>
                  </a:lnTo>
                  <a:lnTo>
                    <a:pt x="103932" y="88546"/>
                  </a:lnTo>
                  <a:lnTo>
                    <a:pt x="103893" y="87974"/>
                  </a:lnTo>
                  <a:lnTo>
                    <a:pt x="104078" y="87276"/>
                  </a:lnTo>
                  <a:lnTo>
                    <a:pt x="104596" y="87240"/>
                  </a:lnTo>
                  <a:lnTo>
                    <a:pt x="105450" y="87865"/>
                  </a:lnTo>
                  <a:lnTo>
                    <a:pt x="107072" y="86960"/>
                  </a:lnTo>
                  <a:lnTo>
                    <a:pt x="109462" y="84526"/>
                  </a:lnTo>
                  <a:lnTo>
                    <a:pt x="111658" y="84031"/>
                  </a:lnTo>
                  <a:lnTo>
                    <a:pt x="113656" y="85475"/>
                  </a:lnTo>
                  <a:lnTo>
                    <a:pt x="114683" y="87156"/>
                  </a:lnTo>
                  <a:lnTo>
                    <a:pt x="115340" y="88752"/>
                  </a:lnTo>
                  <a:lnTo>
                    <a:pt x="115135" y="90723"/>
                  </a:lnTo>
                  <a:lnTo>
                    <a:pt x="115008" y="91951"/>
                  </a:lnTo>
                  <a:lnTo>
                    <a:pt x="114481" y="97034"/>
                  </a:lnTo>
                  <a:lnTo>
                    <a:pt x="114117" y="98930"/>
                  </a:lnTo>
                  <a:lnTo>
                    <a:pt x="113532" y="101059"/>
                  </a:lnTo>
                  <a:lnTo>
                    <a:pt x="107326" y="103596"/>
                  </a:lnTo>
                  <a:lnTo>
                    <a:pt x="107725" y="102377"/>
                  </a:lnTo>
                  <a:lnTo>
                    <a:pt x="107580" y="100240"/>
                  </a:lnTo>
                  <a:lnTo>
                    <a:pt x="107320" y="98628"/>
                  </a:lnTo>
                  <a:lnTo>
                    <a:pt x="107899" y="97169"/>
                  </a:lnTo>
                  <a:lnTo>
                    <a:pt x="106502" y="96641"/>
                  </a:lnTo>
                  <a:lnTo>
                    <a:pt x="105891" y="97442"/>
                  </a:lnTo>
                  <a:lnTo>
                    <a:pt x="105415" y="98836"/>
                  </a:lnTo>
                  <a:lnTo>
                    <a:pt x="105838" y="102046"/>
                  </a:lnTo>
                  <a:lnTo>
                    <a:pt x="105158" y="103821"/>
                  </a:lnTo>
                  <a:lnTo>
                    <a:pt x="104898" y="104815"/>
                  </a:lnTo>
                  <a:lnTo>
                    <a:pt x="104867" y="107162"/>
                  </a:lnTo>
                  <a:lnTo>
                    <a:pt x="104466" y="108178"/>
                  </a:lnTo>
                  <a:lnTo>
                    <a:pt x="104386" y="109285"/>
                  </a:lnTo>
                  <a:lnTo>
                    <a:pt x="105375" y="108998"/>
                  </a:lnTo>
                  <a:lnTo>
                    <a:pt x="104931" y="111026"/>
                  </a:lnTo>
                  <a:lnTo>
                    <a:pt x="103072" y="114923"/>
                  </a:lnTo>
                  <a:lnTo>
                    <a:pt x="102416" y="117245"/>
                  </a:lnTo>
                  <a:lnTo>
                    <a:pt x="102577" y="126459"/>
                  </a:lnTo>
                  <a:lnTo>
                    <a:pt x="101750" y="131967"/>
                  </a:lnTo>
                  <a:lnTo>
                    <a:pt x="101684" y="133598"/>
                  </a:lnTo>
                  <a:lnTo>
                    <a:pt x="99711" y="133650"/>
                  </a:lnTo>
                  <a:lnTo>
                    <a:pt x="99123" y="133523"/>
                  </a:lnTo>
                  <a:lnTo>
                    <a:pt x="97256" y="132693"/>
                  </a:lnTo>
                  <a:lnTo>
                    <a:pt x="95160" y="131229"/>
                  </a:lnTo>
                  <a:lnTo>
                    <a:pt x="93928" y="128386"/>
                  </a:lnTo>
                  <a:lnTo>
                    <a:pt x="93140" y="126355"/>
                  </a:lnTo>
                  <a:lnTo>
                    <a:pt x="91364" y="127273"/>
                  </a:lnTo>
                  <a:lnTo>
                    <a:pt x="91025" y="127027"/>
                  </a:lnTo>
                  <a:lnTo>
                    <a:pt x="90540" y="126046"/>
                  </a:lnTo>
                  <a:lnTo>
                    <a:pt x="89201" y="125388"/>
                  </a:lnTo>
                  <a:lnTo>
                    <a:pt x="87547" y="125375"/>
                  </a:lnTo>
                  <a:lnTo>
                    <a:pt x="83834" y="121663"/>
                  </a:lnTo>
                  <a:lnTo>
                    <a:pt x="83422" y="121035"/>
                  </a:lnTo>
                  <a:lnTo>
                    <a:pt x="80508" y="121661"/>
                  </a:lnTo>
                  <a:lnTo>
                    <a:pt x="76139" y="123500"/>
                  </a:lnTo>
                  <a:lnTo>
                    <a:pt x="72806" y="125766"/>
                  </a:lnTo>
                  <a:lnTo>
                    <a:pt x="69364" y="129806"/>
                  </a:lnTo>
                  <a:lnTo>
                    <a:pt x="67968" y="132871"/>
                  </a:lnTo>
                  <a:lnTo>
                    <a:pt x="66351" y="134498"/>
                  </a:lnTo>
                  <a:lnTo>
                    <a:pt x="64047" y="135709"/>
                  </a:lnTo>
                  <a:lnTo>
                    <a:pt x="59935" y="135250"/>
                  </a:lnTo>
                  <a:lnTo>
                    <a:pt x="55651" y="133710"/>
                  </a:lnTo>
                  <a:lnTo>
                    <a:pt x="51049" y="132057"/>
                  </a:lnTo>
                  <a:lnTo>
                    <a:pt x="48565" y="132970"/>
                  </a:lnTo>
                  <a:lnTo>
                    <a:pt x="45202" y="132285"/>
                  </a:lnTo>
                  <a:lnTo>
                    <a:pt x="40129" y="130308"/>
                  </a:lnTo>
                  <a:lnTo>
                    <a:pt x="36352" y="129708"/>
                  </a:lnTo>
                  <a:lnTo>
                    <a:pt x="32628" y="130872"/>
                  </a:lnTo>
                  <a:lnTo>
                    <a:pt x="32002" y="129984"/>
                  </a:lnTo>
                  <a:lnTo>
                    <a:pt x="31865" y="128965"/>
                  </a:lnTo>
                  <a:lnTo>
                    <a:pt x="32009" y="127521"/>
                  </a:lnTo>
                  <a:lnTo>
                    <a:pt x="32534" y="126359"/>
                  </a:lnTo>
                  <a:lnTo>
                    <a:pt x="33436" y="125479"/>
                  </a:lnTo>
                  <a:lnTo>
                    <a:pt x="33912" y="124586"/>
                  </a:lnTo>
                  <a:lnTo>
                    <a:pt x="33962" y="123677"/>
                  </a:lnTo>
                  <a:lnTo>
                    <a:pt x="32949" y="122220"/>
                  </a:lnTo>
                  <a:lnTo>
                    <a:pt x="30875" y="120213"/>
                  </a:lnTo>
                  <a:lnTo>
                    <a:pt x="30020" y="118955"/>
                  </a:lnTo>
                  <a:lnTo>
                    <a:pt x="29811" y="118644"/>
                  </a:lnTo>
                  <a:lnTo>
                    <a:pt x="29755" y="117516"/>
                  </a:lnTo>
                  <a:lnTo>
                    <a:pt x="29324" y="116630"/>
                  </a:lnTo>
                  <a:lnTo>
                    <a:pt x="28518" y="115984"/>
                  </a:lnTo>
                  <a:lnTo>
                    <a:pt x="27894" y="114812"/>
                  </a:lnTo>
                  <a:lnTo>
                    <a:pt x="27454" y="113114"/>
                  </a:lnTo>
                  <a:lnTo>
                    <a:pt x="27549" y="111514"/>
                  </a:lnTo>
                  <a:lnTo>
                    <a:pt x="28179" y="110015"/>
                  </a:lnTo>
                  <a:lnTo>
                    <a:pt x="28985" y="109364"/>
                  </a:lnTo>
                  <a:lnTo>
                    <a:pt x="29968" y="109566"/>
                  </a:lnTo>
                  <a:lnTo>
                    <a:pt x="30377" y="109141"/>
                  </a:lnTo>
                  <a:lnTo>
                    <a:pt x="30213" y="108089"/>
                  </a:lnTo>
                  <a:lnTo>
                    <a:pt x="29252" y="106746"/>
                  </a:lnTo>
                  <a:lnTo>
                    <a:pt x="27492" y="105112"/>
                  </a:lnTo>
                  <a:lnTo>
                    <a:pt x="25701" y="106002"/>
                  </a:lnTo>
                  <a:lnTo>
                    <a:pt x="23876" y="109413"/>
                  </a:lnTo>
                  <a:lnTo>
                    <a:pt x="22561" y="109967"/>
                  </a:lnTo>
                  <a:lnTo>
                    <a:pt x="21756" y="107665"/>
                  </a:lnTo>
                  <a:lnTo>
                    <a:pt x="20321" y="106298"/>
                  </a:lnTo>
                  <a:lnTo>
                    <a:pt x="18261" y="105868"/>
                  </a:lnTo>
                  <a:lnTo>
                    <a:pt x="16993" y="104988"/>
                  </a:lnTo>
                  <a:lnTo>
                    <a:pt x="16517" y="103659"/>
                  </a:lnTo>
                  <a:lnTo>
                    <a:pt x="15616" y="102635"/>
                  </a:lnTo>
                  <a:lnTo>
                    <a:pt x="13628" y="101554"/>
                  </a:lnTo>
                  <a:lnTo>
                    <a:pt x="13602" y="100515"/>
                  </a:lnTo>
                  <a:lnTo>
                    <a:pt x="13924" y="100272"/>
                  </a:lnTo>
                  <a:lnTo>
                    <a:pt x="14629" y="100173"/>
                  </a:lnTo>
                  <a:lnTo>
                    <a:pt x="15576" y="99954"/>
                  </a:lnTo>
                  <a:lnTo>
                    <a:pt x="15727" y="99367"/>
                  </a:lnTo>
                  <a:lnTo>
                    <a:pt x="15738" y="98830"/>
                  </a:lnTo>
                  <a:lnTo>
                    <a:pt x="14992" y="98146"/>
                  </a:lnTo>
                  <a:lnTo>
                    <a:pt x="14236" y="97682"/>
                  </a:lnTo>
                  <a:lnTo>
                    <a:pt x="13843" y="97217"/>
                  </a:lnTo>
                  <a:lnTo>
                    <a:pt x="13591" y="96705"/>
                  </a:lnTo>
                  <a:lnTo>
                    <a:pt x="13541" y="96167"/>
                  </a:lnTo>
                  <a:lnTo>
                    <a:pt x="13762" y="95800"/>
                  </a:lnTo>
                  <a:lnTo>
                    <a:pt x="14065" y="95776"/>
                  </a:lnTo>
                  <a:lnTo>
                    <a:pt x="14367" y="95458"/>
                  </a:lnTo>
                  <a:lnTo>
                    <a:pt x="14535" y="94212"/>
                  </a:lnTo>
                  <a:lnTo>
                    <a:pt x="14942" y="93186"/>
                  </a:lnTo>
                  <a:lnTo>
                    <a:pt x="15234" y="92819"/>
                  </a:lnTo>
                  <a:lnTo>
                    <a:pt x="15214" y="92062"/>
                  </a:lnTo>
                  <a:lnTo>
                    <a:pt x="14912" y="91353"/>
                  </a:lnTo>
                  <a:lnTo>
                    <a:pt x="14498" y="90743"/>
                  </a:lnTo>
                  <a:lnTo>
                    <a:pt x="13892" y="90372"/>
                  </a:lnTo>
                  <a:lnTo>
                    <a:pt x="12000" y="89302"/>
                  </a:lnTo>
                  <a:lnTo>
                    <a:pt x="11042" y="87811"/>
                  </a:lnTo>
                  <a:lnTo>
                    <a:pt x="10457" y="87758"/>
                  </a:lnTo>
                  <a:lnTo>
                    <a:pt x="9530" y="86931"/>
                  </a:lnTo>
                  <a:lnTo>
                    <a:pt x="8531" y="85637"/>
                  </a:lnTo>
                  <a:lnTo>
                    <a:pt x="7665" y="83799"/>
                  </a:lnTo>
                  <a:lnTo>
                    <a:pt x="6730" y="82607"/>
                  </a:lnTo>
                  <a:lnTo>
                    <a:pt x="6488" y="82118"/>
                  </a:lnTo>
                  <a:lnTo>
                    <a:pt x="6467" y="81655"/>
                  </a:lnTo>
                  <a:lnTo>
                    <a:pt x="6638" y="81141"/>
                  </a:lnTo>
                  <a:lnTo>
                    <a:pt x="6632" y="80580"/>
                  </a:lnTo>
                  <a:lnTo>
                    <a:pt x="6386" y="78778"/>
                  </a:lnTo>
                  <a:lnTo>
                    <a:pt x="6550" y="76870"/>
                  </a:lnTo>
                  <a:lnTo>
                    <a:pt x="6507" y="75083"/>
                  </a:lnTo>
                  <a:lnTo>
                    <a:pt x="6498" y="74276"/>
                  </a:lnTo>
                  <a:lnTo>
                    <a:pt x="6317" y="74031"/>
                  </a:lnTo>
                  <a:lnTo>
                    <a:pt x="6155" y="74301"/>
                  </a:lnTo>
                  <a:lnTo>
                    <a:pt x="5923" y="74643"/>
                  </a:lnTo>
                  <a:lnTo>
                    <a:pt x="5697" y="74706"/>
                  </a:lnTo>
                  <a:lnTo>
                    <a:pt x="5008" y="73402"/>
                  </a:lnTo>
                  <a:lnTo>
                    <a:pt x="4135" y="70740"/>
                  </a:lnTo>
                  <a:lnTo>
                    <a:pt x="3544" y="69852"/>
                  </a:lnTo>
                  <a:lnTo>
                    <a:pt x="2391" y="68633"/>
                  </a:lnTo>
                  <a:lnTo>
                    <a:pt x="1423" y="67607"/>
                  </a:lnTo>
                  <a:lnTo>
                    <a:pt x="726" y="65385"/>
                  </a:lnTo>
                  <a:lnTo>
                    <a:pt x="0" y="63674"/>
                  </a:lnTo>
                  <a:lnTo>
                    <a:pt x="477" y="62953"/>
                  </a:lnTo>
                  <a:lnTo>
                    <a:pt x="3245" y="61950"/>
                  </a:lnTo>
                  <a:lnTo>
                    <a:pt x="4532" y="62938"/>
                  </a:lnTo>
                  <a:lnTo>
                    <a:pt x="5109" y="62579"/>
                  </a:lnTo>
                  <a:lnTo>
                    <a:pt x="5674" y="61777"/>
                  </a:lnTo>
                  <a:lnTo>
                    <a:pt x="5982" y="61138"/>
                  </a:lnTo>
                  <a:lnTo>
                    <a:pt x="6040" y="60457"/>
                  </a:lnTo>
                  <a:lnTo>
                    <a:pt x="6318" y="59607"/>
                  </a:lnTo>
                  <a:lnTo>
                    <a:pt x="7254" y="59209"/>
                  </a:lnTo>
                  <a:lnTo>
                    <a:pt x="9725" y="59725"/>
                  </a:lnTo>
                  <a:lnTo>
                    <a:pt x="10723" y="58538"/>
                  </a:lnTo>
                  <a:lnTo>
                    <a:pt x="11092" y="57890"/>
                  </a:lnTo>
                  <a:lnTo>
                    <a:pt x="11317" y="56462"/>
                  </a:lnTo>
                  <a:lnTo>
                    <a:pt x="11577" y="55313"/>
                  </a:lnTo>
                  <a:lnTo>
                    <a:pt x="12464" y="54700"/>
                  </a:lnTo>
                  <a:lnTo>
                    <a:pt x="12449" y="53652"/>
                  </a:lnTo>
                  <a:lnTo>
                    <a:pt x="12314" y="52511"/>
                  </a:lnTo>
                  <a:lnTo>
                    <a:pt x="12829" y="49967"/>
                  </a:lnTo>
                  <a:lnTo>
                    <a:pt x="13142" y="48923"/>
                  </a:lnTo>
                  <a:lnTo>
                    <a:pt x="13643" y="48541"/>
                  </a:lnTo>
                  <a:lnTo>
                    <a:pt x="14249" y="47740"/>
                  </a:lnTo>
                  <a:lnTo>
                    <a:pt x="15298" y="46072"/>
                  </a:lnTo>
                  <a:lnTo>
                    <a:pt x="15054" y="44622"/>
                  </a:lnTo>
                  <a:lnTo>
                    <a:pt x="15266" y="43547"/>
                  </a:lnTo>
                  <a:lnTo>
                    <a:pt x="16359" y="40928"/>
                  </a:lnTo>
                  <a:lnTo>
                    <a:pt x="17194" y="38405"/>
                  </a:lnTo>
                  <a:lnTo>
                    <a:pt x="17179" y="37141"/>
                  </a:lnTo>
                  <a:lnTo>
                    <a:pt x="17301" y="36037"/>
                  </a:lnTo>
                  <a:lnTo>
                    <a:pt x="18036" y="34828"/>
                  </a:lnTo>
                  <a:lnTo>
                    <a:pt x="18812" y="33252"/>
                  </a:lnTo>
                  <a:lnTo>
                    <a:pt x="19835" y="28334"/>
                  </a:lnTo>
                  <a:lnTo>
                    <a:pt x="20199" y="27507"/>
                  </a:lnTo>
                  <a:lnTo>
                    <a:pt x="20870" y="26571"/>
                  </a:lnTo>
                  <a:lnTo>
                    <a:pt x="21370" y="25641"/>
                  </a:lnTo>
                  <a:lnTo>
                    <a:pt x="21424" y="22411"/>
                  </a:lnTo>
                  <a:lnTo>
                    <a:pt x="21890" y="21477"/>
                  </a:lnTo>
                  <a:lnTo>
                    <a:pt x="22791" y="20431"/>
                  </a:lnTo>
                  <a:lnTo>
                    <a:pt x="23682" y="18746"/>
                  </a:lnTo>
                  <a:lnTo>
                    <a:pt x="24408" y="16757"/>
                  </a:lnTo>
                  <a:lnTo>
                    <a:pt x="24969" y="15827"/>
                  </a:lnTo>
                  <a:lnTo>
                    <a:pt x="25710" y="15579"/>
                  </a:lnTo>
                  <a:lnTo>
                    <a:pt x="26515" y="14799"/>
                  </a:lnTo>
                  <a:lnTo>
                    <a:pt x="27416" y="14506"/>
                  </a:lnTo>
                  <a:lnTo>
                    <a:pt x="28287" y="14889"/>
                  </a:lnTo>
                  <a:lnTo>
                    <a:pt x="28842" y="14690"/>
                  </a:lnTo>
                  <a:lnTo>
                    <a:pt x="29675" y="13724"/>
                  </a:lnTo>
                  <a:lnTo>
                    <a:pt x="31808" y="10073"/>
                  </a:lnTo>
                  <a:lnTo>
                    <a:pt x="32111" y="9343"/>
                  </a:lnTo>
                  <a:lnTo>
                    <a:pt x="32553" y="8841"/>
                  </a:lnTo>
                  <a:lnTo>
                    <a:pt x="34282" y="7592"/>
                  </a:lnTo>
                  <a:lnTo>
                    <a:pt x="34721" y="6333"/>
                  </a:lnTo>
                  <a:lnTo>
                    <a:pt x="35314" y="5202"/>
                  </a:lnTo>
                  <a:lnTo>
                    <a:pt x="36084" y="5287"/>
                  </a:lnTo>
                  <a:lnTo>
                    <a:pt x="38589" y="8081"/>
                  </a:lnTo>
                  <a:lnTo>
                    <a:pt x="41277" y="7908"/>
                  </a:lnTo>
                  <a:lnTo>
                    <a:pt x="41768" y="8011"/>
                  </a:lnTo>
                  <a:lnTo>
                    <a:pt x="41926" y="8069"/>
                  </a:lnTo>
                  <a:lnTo>
                    <a:pt x="42255" y="8299"/>
                  </a:lnTo>
                  <a:lnTo>
                    <a:pt x="45824" y="9682"/>
                  </a:lnTo>
                  <a:lnTo>
                    <a:pt x="46379" y="9528"/>
                  </a:lnTo>
                  <a:lnTo>
                    <a:pt x="46530" y="9417"/>
                  </a:lnTo>
                  <a:lnTo>
                    <a:pt x="47968" y="10561"/>
                  </a:lnTo>
                  <a:lnTo>
                    <a:pt x="49238" y="10409"/>
                  </a:lnTo>
                  <a:lnTo>
                    <a:pt x="50444" y="9616"/>
                  </a:lnTo>
                  <a:lnTo>
                    <a:pt x="51701" y="9348"/>
                  </a:lnTo>
                  <a:lnTo>
                    <a:pt x="52857" y="9822"/>
                  </a:lnTo>
                  <a:lnTo>
                    <a:pt x="53735" y="11434"/>
                  </a:lnTo>
                  <a:lnTo>
                    <a:pt x="56013" y="14852"/>
                  </a:lnTo>
                  <a:lnTo>
                    <a:pt x="56689" y="16125"/>
                  </a:lnTo>
                  <a:lnTo>
                    <a:pt x="57734" y="15937"/>
                  </a:lnTo>
                  <a:lnTo>
                    <a:pt x="58888" y="15299"/>
                  </a:lnTo>
                  <a:lnTo>
                    <a:pt x="60056" y="13012"/>
                  </a:lnTo>
                  <a:lnTo>
                    <a:pt x="63647" y="10421"/>
                  </a:lnTo>
                  <a:lnTo>
                    <a:pt x="66389" y="9780"/>
                  </a:lnTo>
                  <a:lnTo>
                    <a:pt x="69063" y="8743"/>
                  </a:lnTo>
                  <a:lnTo>
                    <a:pt x="72159" y="8006"/>
                  </a:lnTo>
                  <a:lnTo>
                    <a:pt x="73055" y="5883"/>
                  </a:lnTo>
                  <a:lnTo>
                    <a:pt x="73551" y="4439"/>
                  </a:lnTo>
                  <a:lnTo>
                    <a:pt x="73901" y="1764"/>
                  </a:lnTo>
                  <a:lnTo>
                    <a:pt x="75567" y="989"/>
                  </a:lnTo>
                  <a:lnTo>
                    <a:pt x="77153" y="442"/>
                  </a:lnTo>
                  <a:lnTo>
                    <a:pt x="77719" y="106"/>
                  </a:lnTo>
                  <a:lnTo>
                    <a:pt x="78875" y="0"/>
                  </a:lnTo>
                  <a:lnTo>
                    <a:pt x="79771" y="226"/>
                  </a:lnTo>
                  <a:lnTo>
                    <a:pt x="81156" y="1546"/>
                  </a:lnTo>
                  <a:lnTo>
                    <a:pt x="82129" y="3204"/>
                  </a:lnTo>
                  <a:lnTo>
                    <a:pt x="82512" y="4520"/>
                  </a:lnTo>
                  <a:lnTo>
                    <a:pt x="83343" y="6377"/>
                  </a:lnTo>
                  <a:lnTo>
                    <a:pt x="84216" y="8988"/>
                  </a:lnTo>
                  <a:lnTo>
                    <a:pt x="85177" y="12461"/>
                  </a:lnTo>
                  <a:lnTo>
                    <a:pt x="85387" y="14220"/>
                  </a:lnTo>
                  <a:lnTo>
                    <a:pt x="85750" y="16119"/>
                  </a:lnTo>
                  <a:lnTo>
                    <a:pt x="86469" y="18430"/>
                  </a:lnTo>
                  <a:lnTo>
                    <a:pt x="87838" y="20990"/>
                  </a:lnTo>
                  <a:lnTo>
                    <a:pt x="88028" y="21476"/>
                  </a:lnTo>
                  <a:lnTo>
                    <a:pt x="88650" y="23279"/>
                  </a:lnTo>
                  <a:lnTo>
                    <a:pt x="89847" y="27272"/>
                  </a:lnTo>
                  <a:lnTo>
                    <a:pt x="90848" y="28871"/>
                  </a:lnTo>
                  <a:lnTo>
                    <a:pt x="91723" y="30609"/>
                  </a:lnTo>
                  <a:lnTo>
                    <a:pt x="92141" y="32361"/>
                  </a:lnTo>
                  <a:lnTo>
                    <a:pt x="92769" y="33951"/>
                  </a:lnTo>
                  <a:lnTo>
                    <a:pt x="94236" y="36057"/>
                  </a:lnTo>
                  <a:lnTo>
                    <a:pt x="95425" y="37972"/>
                  </a:lnTo>
                  <a:lnTo>
                    <a:pt x="96378" y="43478"/>
                  </a:lnTo>
                  <a:lnTo>
                    <a:pt x="97045" y="46010"/>
                  </a:lnTo>
                  <a:lnTo>
                    <a:pt x="97469" y="47947"/>
                  </a:lnTo>
                  <a:lnTo>
                    <a:pt x="97264" y="51871"/>
                  </a:lnTo>
                  <a:lnTo>
                    <a:pt x="97528" y="53548"/>
                  </a:lnTo>
                  <a:lnTo>
                    <a:pt x="96983" y="56613"/>
                  </a:lnTo>
                  <a:lnTo>
                    <a:pt x="96002" y="62785"/>
                  </a:lnTo>
                  <a:lnTo>
                    <a:pt x="95766" y="67693"/>
                  </a:lnTo>
                  <a:lnTo>
                    <a:pt x="95935" y="70339"/>
                  </a:lnTo>
                  <a:lnTo>
                    <a:pt x="95958" y="72038"/>
                  </a:lnTo>
                  <a:lnTo>
                    <a:pt x="96195" y="73122"/>
                  </a:lnTo>
                  <a:lnTo>
                    <a:pt x="96455" y="75361"/>
                  </a:lnTo>
                  <a:lnTo>
                    <a:pt x="96497" y="77310"/>
                  </a:lnTo>
                  <a:lnTo>
                    <a:pt x="96145" y="77867"/>
                  </a:lnTo>
                  <a:lnTo>
                    <a:pt x="95651" y="78326"/>
                  </a:lnTo>
                  <a:lnTo>
                    <a:pt x="95461" y="78733"/>
                  </a:lnTo>
                  <a:lnTo>
                    <a:pt x="95914" y="79615"/>
                  </a:lnTo>
                  <a:lnTo>
                    <a:pt x="96531" y="81251"/>
                  </a:lnTo>
                  <a:close/>
                </a:path>
              </a:pathLst>
            </a:custGeom>
            <a:solidFill>
              <a:srgbClr val="8CBE8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6" name="pg1245"/>
            <p:cNvSpPr/>
            <p:nvPr/>
          </p:nvSpPr>
          <p:spPr>
            <a:xfrm>
              <a:off x="5113401" y="2350193"/>
              <a:ext cx="886" cy="1237"/>
            </a:xfrm>
            <a:custGeom>
              <a:avLst/>
              <a:pathLst>
                <a:path w="886" h="1237">
                  <a:moveTo>
                    <a:pt x="214" y="1173"/>
                  </a:moveTo>
                  <a:lnTo>
                    <a:pt x="52" y="1237"/>
                  </a:lnTo>
                  <a:lnTo>
                    <a:pt x="0" y="846"/>
                  </a:lnTo>
                  <a:lnTo>
                    <a:pt x="254" y="455"/>
                  </a:lnTo>
                  <a:lnTo>
                    <a:pt x="737" y="0"/>
                  </a:lnTo>
                  <a:lnTo>
                    <a:pt x="886" y="261"/>
                  </a:lnTo>
                  <a:lnTo>
                    <a:pt x="710" y="585"/>
                  </a:lnTo>
                  <a:lnTo>
                    <a:pt x="510" y="813"/>
                  </a:lnTo>
                  <a:close/>
                </a:path>
              </a:pathLst>
            </a:custGeom>
            <a:solidFill>
              <a:srgbClr val="D2E5C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7" name="pg1246"/>
            <p:cNvSpPr/>
            <p:nvPr/>
          </p:nvSpPr>
          <p:spPr>
            <a:xfrm>
              <a:off x="5111465" y="2349883"/>
              <a:ext cx="906" cy="1173"/>
            </a:xfrm>
            <a:custGeom>
              <a:avLst/>
              <a:pathLst>
                <a:path w="906" h="1173">
                  <a:moveTo>
                    <a:pt x="151" y="0"/>
                  </a:moveTo>
                  <a:lnTo>
                    <a:pt x="322" y="147"/>
                  </a:lnTo>
                  <a:lnTo>
                    <a:pt x="545" y="122"/>
                  </a:lnTo>
                  <a:lnTo>
                    <a:pt x="755" y="73"/>
                  </a:lnTo>
                  <a:lnTo>
                    <a:pt x="877" y="415"/>
                  </a:lnTo>
                  <a:lnTo>
                    <a:pt x="906" y="976"/>
                  </a:lnTo>
                  <a:lnTo>
                    <a:pt x="755" y="1001"/>
                  </a:lnTo>
                  <a:lnTo>
                    <a:pt x="464" y="1099"/>
                  </a:lnTo>
                  <a:lnTo>
                    <a:pt x="302" y="1173"/>
                  </a:lnTo>
                  <a:lnTo>
                    <a:pt x="211" y="782"/>
                  </a:lnTo>
                  <a:lnTo>
                    <a:pt x="151" y="464"/>
                  </a:lnTo>
                  <a:lnTo>
                    <a:pt x="0" y="268"/>
                  </a:lnTo>
                  <a:lnTo>
                    <a:pt x="0" y="49"/>
                  </a:lnTo>
                  <a:close/>
                </a:path>
              </a:pathLst>
            </a:custGeom>
            <a:solidFill>
              <a:srgbClr val="D2E5C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8" name="pg1247"/>
            <p:cNvSpPr/>
            <p:nvPr/>
          </p:nvSpPr>
          <p:spPr>
            <a:xfrm>
              <a:off x="5116397" y="2344199"/>
              <a:ext cx="1035" cy="943"/>
            </a:xfrm>
            <a:custGeom>
              <a:avLst/>
              <a:pathLst>
                <a:path w="1035" h="943">
                  <a:moveTo>
                    <a:pt x="1035" y="781"/>
                  </a:moveTo>
                  <a:lnTo>
                    <a:pt x="712" y="943"/>
                  </a:lnTo>
                  <a:lnTo>
                    <a:pt x="174" y="781"/>
                  </a:lnTo>
                  <a:lnTo>
                    <a:pt x="0" y="650"/>
                  </a:lnTo>
                  <a:lnTo>
                    <a:pt x="120" y="391"/>
                  </a:lnTo>
                  <a:lnTo>
                    <a:pt x="442" y="0"/>
                  </a:lnTo>
                  <a:lnTo>
                    <a:pt x="724" y="129"/>
                  </a:lnTo>
                  <a:lnTo>
                    <a:pt x="925" y="227"/>
                  </a:lnTo>
                  <a:close/>
                </a:path>
              </a:pathLst>
            </a:custGeom>
            <a:solidFill>
              <a:srgbClr val="D2E5C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9" name="pg1248"/>
            <p:cNvSpPr/>
            <p:nvPr/>
          </p:nvSpPr>
          <p:spPr>
            <a:xfrm>
              <a:off x="5120477" y="2338034"/>
              <a:ext cx="3539" cy="4259"/>
            </a:xfrm>
            <a:custGeom>
              <a:avLst/>
              <a:pathLst>
                <a:path w="3539" h="4259">
                  <a:moveTo>
                    <a:pt x="1284" y="3448"/>
                  </a:moveTo>
                  <a:lnTo>
                    <a:pt x="906" y="4259"/>
                  </a:lnTo>
                  <a:lnTo>
                    <a:pt x="0" y="3546"/>
                  </a:lnTo>
                  <a:lnTo>
                    <a:pt x="59" y="1875"/>
                  </a:lnTo>
                  <a:lnTo>
                    <a:pt x="163" y="1403"/>
                  </a:lnTo>
                  <a:lnTo>
                    <a:pt x="2632" y="0"/>
                  </a:lnTo>
                  <a:lnTo>
                    <a:pt x="3357" y="926"/>
                  </a:lnTo>
                  <a:lnTo>
                    <a:pt x="3539" y="1664"/>
                  </a:lnTo>
                  <a:close/>
                </a:path>
              </a:pathLst>
            </a:custGeom>
            <a:solidFill>
              <a:srgbClr val="D2E5C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0" name="pg1249"/>
            <p:cNvSpPr/>
            <p:nvPr/>
          </p:nvSpPr>
          <p:spPr>
            <a:xfrm>
              <a:off x="5106066" y="2319133"/>
              <a:ext cx="13912" cy="24689"/>
            </a:xfrm>
            <a:custGeom>
              <a:avLst/>
              <a:pathLst>
                <a:path w="13912" h="24689">
                  <a:moveTo>
                    <a:pt x="9523" y="73"/>
                  </a:moveTo>
                  <a:lnTo>
                    <a:pt x="11331" y="2232"/>
                  </a:lnTo>
                  <a:lnTo>
                    <a:pt x="13912" y="1764"/>
                  </a:lnTo>
                  <a:lnTo>
                    <a:pt x="13284" y="3708"/>
                  </a:lnTo>
                  <a:lnTo>
                    <a:pt x="12313" y="3677"/>
                  </a:lnTo>
                  <a:lnTo>
                    <a:pt x="10603" y="6476"/>
                  </a:lnTo>
                  <a:lnTo>
                    <a:pt x="9100" y="6840"/>
                  </a:lnTo>
                  <a:lnTo>
                    <a:pt x="8361" y="7511"/>
                  </a:lnTo>
                  <a:lnTo>
                    <a:pt x="5945" y="11714"/>
                  </a:lnTo>
                  <a:lnTo>
                    <a:pt x="5619" y="13367"/>
                  </a:lnTo>
                  <a:lnTo>
                    <a:pt x="4153" y="16530"/>
                  </a:lnTo>
                  <a:lnTo>
                    <a:pt x="1957" y="19355"/>
                  </a:lnTo>
                  <a:lnTo>
                    <a:pt x="1580" y="24689"/>
                  </a:lnTo>
                  <a:lnTo>
                    <a:pt x="159" y="22548"/>
                  </a:lnTo>
                  <a:lnTo>
                    <a:pt x="0" y="20382"/>
                  </a:lnTo>
                  <a:lnTo>
                    <a:pt x="433" y="18593"/>
                  </a:lnTo>
                  <a:lnTo>
                    <a:pt x="2926" y="14806"/>
                  </a:lnTo>
                  <a:lnTo>
                    <a:pt x="3926" y="12665"/>
                  </a:lnTo>
                  <a:lnTo>
                    <a:pt x="4231" y="10966"/>
                  </a:lnTo>
                  <a:lnTo>
                    <a:pt x="5189" y="9075"/>
                  </a:lnTo>
                  <a:lnTo>
                    <a:pt x="5655" y="7433"/>
                  </a:lnTo>
                  <a:lnTo>
                    <a:pt x="6267" y="6722"/>
                  </a:lnTo>
                  <a:lnTo>
                    <a:pt x="8359" y="0"/>
                  </a:lnTo>
                  <a:close/>
                </a:path>
              </a:pathLst>
            </a:custGeom>
            <a:solidFill>
              <a:srgbClr val="D2E5C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1" name="pg1250"/>
            <p:cNvSpPr/>
            <p:nvPr/>
          </p:nvSpPr>
          <p:spPr>
            <a:xfrm>
              <a:off x="5123997" y="2288806"/>
              <a:ext cx="23638" cy="33159"/>
            </a:xfrm>
            <a:custGeom>
              <a:avLst/>
              <a:pathLst>
                <a:path w="23638" h="33159">
                  <a:moveTo>
                    <a:pt x="20743" y="6171"/>
                  </a:moveTo>
                  <a:lnTo>
                    <a:pt x="18490" y="8252"/>
                  </a:lnTo>
                  <a:lnTo>
                    <a:pt x="16633" y="9148"/>
                  </a:lnTo>
                  <a:lnTo>
                    <a:pt x="13501" y="13483"/>
                  </a:lnTo>
                  <a:lnTo>
                    <a:pt x="12386" y="15840"/>
                  </a:lnTo>
                  <a:lnTo>
                    <a:pt x="10805" y="16780"/>
                  </a:lnTo>
                  <a:lnTo>
                    <a:pt x="9266" y="16231"/>
                  </a:lnTo>
                  <a:lnTo>
                    <a:pt x="8828" y="17189"/>
                  </a:lnTo>
                  <a:lnTo>
                    <a:pt x="8678" y="18908"/>
                  </a:lnTo>
                  <a:lnTo>
                    <a:pt x="8112" y="20415"/>
                  </a:lnTo>
                  <a:lnTo>
                    <a:pt x="5029" y="25082"/>
                  </a:lnTo>
                  <a:lnTo>
                    <a:pt x="3777" y="28748"/>
                  </a:lnTo>
                  <a:lnTo>
                    <a:pt x="2449" y="29407"/>
                  </a:lnTo>
                  <a:lnTo>
                    <a:pt x="0" y="33159"/>
                  </a:lnTo>
                  <a:lnTo>
                    <a:pt x="439" y="29944"/>
                  </a:lnTo>
                  <a:lnTo>
                    <a:pt x="935" y="28389"/>
                  </a:lnTo>
                  <a:lnTo>
                    <a:pt x="2967" y="25504"/>
                  </a:lnTo>
                  <a:lnTo>
                    <a:pt x="3136" y="22464"/>
                  </a:lnTo>
                  <a:lnTo>
                    <a:pt x="4254" y="19809"/>
                  </a:lnTo>
                  <a:lnTo>
                    <a:pt x="6495" y="17175"/>
                  </a:lnTo>
                  <a:lnTo>
                    <a:pt x="8047" y="13711"/>
                  </a:lnTo>
                  <a:lnTo>
                    <a:pt x="9267" y="12807"/>
                  </a:lnTo>
                  <a:lnTo>
                    <a:pt x="10626" y="9920"/>
                  </a:lnTo>
                  <a:lnTo>
                    <a:pt x="12041" y="8889"/>
                  </a:lnTo>
                  <a:lnTo>
                    <a:pt x="11884" y="6683"/>
                  </a:lnTo>
                  <a:lnTo>
                    <a:pt x="12510" y="4230"/>
                  </a:lnTo>
                  <a:lnTo>
                    <a:pt x="13004" y="4394"/>
                  </a:lnTo>
                  <a:lnTo>
                    <a:pt x="14120" y="7811"/>
                  </a:lnTo>
                  <a:lnTo>
                    <a:pt x="15022" y="7926"/>
                  </a:lnTo>
                  <a:lnTo>
                    <a:pt x="17388" y="7211"/>
                  </a:lnTo>
                  <a:lnTo>
                    <a:pt x="20899" y="1235"/>
                  </a:lnTo>
                  <a:lnTo>
                    <a:pt x="22048" y="171"/>
                  </a:lnTo>
                  <a:lnTo>
                    <a:pt x="22853" y="0"/>
                  </a:lnTo>
                  <a:lnTo>
                    <a:pt x="23335" y="486"/>
                  </a:lnTo>
                  <a:lnTo>
                    <a:pt x="23505" y="1193"/>
                  </a:lnTo>
                  <a:lnTo>
                    <a:pt x="23496" y="2084"/>
                  </a:lnTo>
                  <a:lnTo>
                    <a:pt x="23223" y="3337"/>
                  </a:lnTo>
                  <a:lnTo>
                    <a:pt x="23638" y="4839"/>
                  </a:lnTo>
                  <a:lnTo>
                    <a:pt x="23073" y="5983"/>
                  </a:lnTo>
                  <a:close/>
                </a:path>
              </a:pathLst>
            </a:custGeom>
            <a:solidFill>
              <a:srgbClr val="D2E5C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2" name="pg1251"/>
            <p:cNvSpPr/>
            <p:nvPr/>
          </p:nvSpPr>
          <p:spPr>
            <a:xfrm>
              <a:off x="3917708" y="2285243"/>
              <a:ext cx="847" cy="5233"/>
            </a:xfrm>
            <a:custGeom>
              <a:avLst/>
              <a:pathLst>
                <a:path w="847" h="5233">
                  <a:moveTo>
                    <a:pt x="797" y="4693"/>
                  </a:moveTo>
                  <a:lnTo>
                    <a:pt x="610" y="5233"/>
                  </a:lnTo>
                  <a:lnTo>
                    <a:pt x="33" y="2511"/>
                  </a:lnTo>
                  <a:lnTo>
                    <a:pt x="0" y="854"/>
                  </a:lnTo>
                  <a:lnTo>
                    <a:pt x="360" y="0"/>
                  </a:lnTo>
                  <a:lnTo>
                    <a:pt x="847" y="2748"/>
                  </a:lnTo>
                  <a:close/>
                </a:path>
              </a:pathLst>
            </a:custGeom>
            <a:solidFill>
              <a:srgbClr val="D2E5C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3" name="pg1252"/>
            <p:cNvSpPr/>
            <p:nvPr/>
          </p:nvSpPr>
          <p:spPr>
            <a:xfrm>
              <a:off x="5155070" y="2268507"/>
              <a:ext cx="13479" cy="18381"/>
            </a:xfrm>
            <a:custGeom>
              <a:avLst/>
              <a:pathLst>
                <a:path w="13479" h="18381">
                  <a:moveTo>
                    <a:pt x="2932" y="16883"/>
                  </a:moveTo>
                  <a:lnTo>
                    <a:pt x="1118" y="18381"/>
                  </a:lnTo>
                  <a:lnTo>
                    <a:pt x="0" y="18322"/>
                  </a:lnTo>
                  <a:lnTo>
                    <a:pt x="2667" y="11040"/>
                  </a:lnTo>
                  <a:lnTo>
                    <a:pt x="4256" y="9968"/>
                  </a:lnTo>
                  <a:lnTo>
                    <a:pt x="6279" y="5658"/>
                  </a:lnTo>
                  <a:lnTo>
                    <a:pt x="10502" y="386"/>
                  </a:lnTo>
                  <a:lnTo>
                    <a:pt x="10987" y="0"/>
                  </a:lnTo>
                  <a:lnTo>
                    <a:pt x="13479" y="144"/>
                  </a:lnTo>
                  <a:lnTo>
                    <a:pt x="9597" y="5943"/>
                  </a:lnTo>
                  <a:lnTo>
                    <a:pt x="9115" y="8280"/>
                  </a:lnTo>
                  <a:lnTo>
                    <a:pt x="7429" y="10757"/>
                  </a:lnTo>
                  <a:lnTo>
                    <a:pt x="6179" y="11552"/>
                  </a:lnTo>
                  <a:lnTo>
                    <a:pt x="5317" y="12714"/>
                  </a:lnTo>
                  <a:close/>
                </a:path>
              </a:pathLst>
            </a:custGeom>
            <a:solidFill>
              <a:srgbClr val="D2E5C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4" name="pg1253"/>
            <p:cNvSpPr/>
            <p:nvPr/>
          </p:nvSpPr>
          <p:spPr>
            <a:xfrm>
              <a:off x="5182714" y="2241027"/>
              <a:ext cx="6989" cy="10528"/>
            </a:xfrm>
            <a:custGeom>
              <a:avLst/>
              <a:pathLst>
                <a:path w="6989" h="10528">
                  <a:moveTo>
                    <a:pt x="3494" y="7276"/>
                  </a:moveTo>
                  <a:lnTo>
                    <a:pt x="1222" y="10528"/>
                  </a:lnTo>
                  <a:lnTo>
                    <a:pt x="472" y="10492"/>
                  </a:lnTo>
                  <a:lnTo>
                    <a:pt x="98" y="9296"/>
                  </a:lnTo>
                  <a:lnTo>
                    <a:pt x="0" y="8590"/>
                  </a:lnTo>
                  <a:lnTo>
                    <a:pt x="1816" y="8108"/>
                  </a:lnTo>
                  <a:lnTo>
                    <a:pt x="3954" y="3794"/>
                  </a:lnTo>
                  <a:lnTo>
                    <a:pt x="5490" y="973"/>
                  </a:lnTo>
                  <a:lnTo>
                    <a:pt x="6329" y="0"/>
                  </a:lnTo>
                  <a:lnTo>
                    <a:pt x="6989" y="35"/>
                  </a:lnTo>
                  <a:close/>
                </a:path>
              </a:pathLst>
            </a:custGeom>
            <a:solidFill>
              <a:srgbClr val="D2E5C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5" name="pg1254"/>
            <p:cNvSpPr/>
            <p:nvPr/>
          </p:nvSpPr>
          <p:spPr>
            <a:xfrm>
              <a:off x="5198178" y="2221367"/>
              <a:ext cx="1423" cy="3032"/>
            </a:xfrm>
            <a:custGeom>
              <a:avLst/>
              <a:pathLst>
                <a:path w="1423" h="3032">
                  <a:moveTo>
                    <a:pt x="1423" y="1353"/>
                  </a:moveTo>
                  <a:lnTo>
                    <a:pt x="847" y="3032"/>
                  </a:lnTo>
                  <a:lnTo>
                    <a:pt x="241" y="2814"/>
                  </a:lnTo>
                  <a:lnTo>
                    <a:pt x="0" y="2387"/>
                  </a:lnTo>
                  <a:lnTo>
                    <a:pt x="790" y="346"/>
                  </a:lnTo>
                  <a:lnTo>
                    <a:pt x="1156" y="0"/>
                  </a:lnTo>
                  <a:close/>
                </a:path>
              </a:pathLst>
            </a:custGeom>
            <a:solidFill>
              <a:srgbClr val="D2E5C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6" name="pg1255"/>
            <p:cNvSpPr/>
            <p:nvPr/>
          </p:nvSpPr>
          <p:spPr>
            <a:xfrm>
              <a:off x="5210463" y="2188976"/>
              <a:ext cx="2877" cy="4909"/>
            </a:xfrm>
            <a:custGeom>
              <a:avLst/>
              <a:pathLst>
                <a:path w="2877" h="4909">
                  <a:moveTo>
                    <a:pt x="1084" y="3387"/>
                  </a:moveTo>
                  <a:lnTo>
                    <a:pt x="617" y="4909"/>
                  </a:lnTo>
                  <a:lnTo>
                    <a:pt x="102" y="4409"/>
                  </a:lnTo>
                  <a:lnTo>
                    <a:pt x="0" y="3912"/>
                  </a:lnTo>
                  <a:lnTo>
                    <a:pt x="1211" y="2151"/>
                  </a:lnTo>
                  <a:lnTo>
                    <a:pt x="1634" y="14"/>
                  </a:lnTo>
                  <a:lnTo>
                    <a:pt x="2519" y="0"/>
                  </a:lnTo>
                  <a:lnTo>
                    <a:pt x="2877" y="379"/>
                  </a:lnTo>
                  <a:lnTo>
                    <a:pt x="2588" y="1411"/>
                  </a:lnTo>
                  <a:close/>
                </a:path>
              </a:pathLst>
            </a:custGeom>
            <a:solidFill>
              <a:srgbClr val="D2E5C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7" name="pg1256"/>
            <p:cNvSpPr/>
            <p:nvPr/>
          </p:nvSpPr>
          <p:spPr>
            <a:xfrm>
              <a:off x="5218003" y="2167051"/>
              <a:ext cx="3518" cy="11206"/>
            </a:xfrm>
            <a:custGeom>
              <a:avLst/>
              <a:pathLst>
                <a:path w="3518" h="11206">
                  <a:moveTo>
                    <a:pt x="2431" y="9896"/>
                  </a:moveTo>
                  <a:lnTo>
                    <a:pt x="1266" y="11206"/>
                  </a:lnTo>
                  <a:lnTo>
                    <a:pt x="0" y="10427"/>
                  </a:lnTo>
                  <a:lnTo>
                    <a:pt x="25" y="7869"/>
                  </a:lnTo>
                  <a:lnTo>
                    <a:pt x="2607" y="0"/>
                  </a:lnTo>
                  <a:lnTo>
                    <a:pt x="3518" y="489"/>
                  </a:lnTo>
                  <a:lnTo>
                    <a:pt x="3319" y="2379"/>
                  </a:lnTo>
                  <a:lnTo>
                    <a:pt x="2332" y="5279"/>
                  </a:lnTo>
                  <a:lnTo>
                    <a:pt x="2668" y="8835"/>
                  </a:lnTo>
                  <a:close/>
                </a:path>
              </a:pathLst>
            </a:custGeom>
            <a:solidFill>
              <a:srgbClr val="D2E5C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8" name="pg1257"/>
            <p:cNvSpPr/>
            <p:nvPr/>
          </p:nvSpPr>
          <p:spPr>
            <a:xfrm>
              <a:off x="5225122" y="2133809"/>
              <a:ext cx="11306" cy="21589"/>
            </a:xfrm>
            <a:custGeom>
              <a:avLst/>
              <a:pathLst>
                <a:path w="11306" h="21589">
                  <a:moveTo>
                    <a:pt x="8847" y="13878"/>
                  </a:moveTo>
                  <a:lnTo>
                    <a:pt x="7278" y="16837"/>
                  </a:lnTo>
                  <a:lnTo>
                    <a:pt x="5025" y="17570"/>
                  </a:lnTo>
                  <a:lnTo>
                    <a:pt x="3915" y="18505"/>
                  </a:lnTo>
                  <a:lnTo>
                    <a:pt x="3093" y="20509"/>
                  </a:lnTo>
                  <a:lnTo>
                    <a:pt x="2462" y="21589"/>
                  </a:lnTo>
                  <a:lnTo>
                    <a:pt x="1140" y="21000"/>
                  </a:lnTo>
                  <a:lnTo>
                    <a:pt x="584" y="20012"/>
                  </a:lnTo>
                  <a:lnTo>
                    <a:pt x="584" y="16520"/>
                  </a:lnTo>
                  <a:lnTo>
                    <a:pt x="0" y="14991"/>
                  </a:lnTo>
                  <a:lnTo>
                    <a:pt x="283" y="14007"/>
                  </a:lnTo>
                  <a:lnTo>
                    <a:pt x="1604" y="14142"/>
                  </a:lnTo>
                  <a:lnTo>
                    <a:pt x="2909" y="11906"/>
                  </a:lnTo>
                  <a:lnTo>
                    <a:pt x="5911" y="10966"/>
                  </a:lnTo>
                  <a:lnTo>
                    <a:pt x="7039" y="8553"/>
                  </a:lnTo>
                  <a:lnTo>
                    <a:pt x="8404" y="2592"/>
                  </a:lnTo>
                  <a:lnTo>
                    <a:pt x="9829" y="441"/>
                  </a:lnTo>
                  <a:lnTo>
                    <a:pt x="10989" y="0"/>
                  </a:lnTo>
                  <a:lnTo>
                    <a:pt x="11306" y="2972"/>
                  </a:lnTo>
                  <a:lnTo>
                    <a:pt x="11035" y="6282"/>
                  </a:lnTo>
                  <a:lnTo>
                    <a:pt x="10350" y="9459"/>
                  </a:lnTo>
                  <a:close/>
                </a:path>
              </a:pathLst>
            </a:custGeom>
            <a:solidFill>
              <a:srgbClr val="D2E5C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9" name="pg1258"/>
            <p:cNvSpPr/>
            <p:nvPr/>
          </p:nvSpPr>
          <p:spPr>
            <a:xfrm>
              <a:off x="5236979" y="2131143"/>
              <a:ext cx="3894" cy="6746"/>
            </a:xfrm>
            <a:custGeom>
              <a:avLst/>
              <a:pathLst>
                <a:path w="3894" h="6746">
                  <a:moveTo>
                    <a:pt x="2889" y="6042"/>
                  </a:moveTo>
                  <a:lnTo>
                    <a:pt x="2406" y="6746"/>
                  </a:lnTo>
                  <a:lnTo>
                    <a:pt x="1923" y="6590"/>
                  </a:lnTo>
                  <a:lnTo>
                    <a:pt x="345" y="4726"/>
                  </a:lnTo>
                  <a:lnTo>
                    <a:pt x="0" y="3848"/>
                  </a:lnTo>
                  <a:lnTo>
                    <a:pt x="549" y="2286"/>
                  </a:lnTo>
                  <a:lnTo>
                    <a:pt x="2540" y="0"/>
                  </a:lnTo>
                  <a:lnTo>
                    <a:pt x="3508" y="75"/>
                  </a:lnTo>
                  <a:lnTo>
                    <a:pt x="3894" y="565"/>
                  </a:lnTo>
                  <a:lnTo>
                    <a:pt x="3840" y="3276"/>
                  </a:lnTo>
                  <a:close/>
                </a:path>
              </a:pathLst>
            </a:custGeom>
            <a:solidFill>
              <a:srgbClr val="D2E5C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0" name="pg1259"/>
            <p:cNvSpPr/>
            <p:nvPr/>
          </p:nvSpPr>
          <p:spPr>
            <a:xfrm>
              <a:off x="5228441" y="2129005"/>
              <a:ext cx="2269" cy="3660"/>
            </a:xfrm>
            <a:custGeom>
              <a:avLst/>
              <a:pathLst>
                <a:path w="2269" h="3660">
                  <a:moveTo>
                    <a:pt x="2162" y="3325"/>
                  </a:moveTo>
                  <a:lnTo>
                    <a:pt x="1049" y="3660"/>
                  </a:lnTo>
                  <a:lnTo>
                    <a:pt x="553" y="2871"/>
                  </a:lnTo>
                  <a:lnTo>
                    <a:pt x="196" y="1916"/>
                  </a:lnTo>
                  <a:lnTo>
                    <a:pt x="0" y="617"/>
                  </a:lnTo>
                  <a:lnTo>
                    <a:pt x="1232" y="0"/>
                  </a:lnTo>
                  <a:lnTo>
                    <a:pt x="2099" y="708"/>
                  </a:lnTo>
                  <a:lnTo>
                    <a:pt x="2269" y="2633"/>
                  </a:lnTo>
                  <a:close/>
                </a:path>
              </a:pathLst>
            </a:custGeom>
            <a:solidFill>
              <a:srgbClr val="D2E5C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1" name="pg1260"/>
            <p:cNvSpPr/>
            <p:nvPr/>
          </p:nvSpPr>
          <p:spPr>
            <a:xfrm>
              <a:off x="5060177" y="2026126"/>
              <a:ext cx="37206" cy="251139"/>
            </a:xfrm>
            <a:custGeom>
              <a:avLst/>
              <a:pathLst>
                <a:path w="37206" h="251139">
                  <a:moveTo>
                    <a:pt x="13408" y="655"/>
                  </a:moveTo>
                  <a:lnTo>
                    <a:pt x="16030" y="8130"/>
                  </a:lnTo>
                  <a:lnTo>
                    <a:pt x="16149" y="9763"/>
                  </a:lnTo>
                  <a:lnTo>
                    <a:pt x="15919" y="11444"/>
                  </a:lnTo>
                  <a:lnTo>
                    <a:pt x="15425" y="13607"/>
                  </a:lnTo>
                  <a:lnTo>
                    <a:pt x="15241" y="15889"/>
                  </a:lnTo>
                  <a:lnTo>
                    <a:pt x="15545" y="17882"/>
                  </a:lnTo>
                  <a:lnTo>
                    <a:pt x="15320" y="18375"/>
                  </a:lnTo>
                  <a:lnTo>
                    <a:pt x="17484" y="27404"/>
                  </a:lnTo>
                  <a:lnTo>
                    <a:pt x="19046" y="33097"/>
                  </a:lnTo>
                  <a:lnTo>
                    <a:pt x="19488" y="35424"/>
                  </a:lnTo>
                  <a:lnTo>
                    <a:pt x="19829" y="37874"/>
                  </a:lnTo>
                  <a:lnTo>
                    <a:pt x="20277" y="42935"/>
                  </a:lnTo>
                  <a:lnTo>
                    <a:pt x="20374" y="50708"/>
                  </a:lnTo>
                  <a:lnTo>
                    <a:pt x="20264" y="53263"/>
                  </a:lnTo>
                  <a:lnTo>
                    <a:pt x="19917" y="55757"/>
                  </a:lnTo>
                  <a:lnTo>
                    <a:pt x="19541" y="57249"/>
                  </a:lnTo>
                  <a:lnTo>
                    <a:pt x="18770" y="58306"/>
                  </a:lnTo>
                  <a:lnTo>
                    <a:pt x="18420" y="61070"/>
                  </a:lnTo>
                  <a:lnTo>
                    <a:pt x="18216" y="68919"/>
                  </a:lnTo>
                  <a:lnTo>
                    <a:pt x="18643" y="73034"/>
                  </a:lnTo>
                  <a:lnTo>
                    <a:pt x="19374" y="75888"/>
                  </a:lnTo>
                  <a:lnTo>
                    <a:pt x="19912" y="78948"/>
                  </a:lnTo>
                  <a:lnTo>
                    <a:pt x="19970" y="82256"/>
                  </a:lnTo>
                  <a:lnTo>
                    <a:pt x="20226" y="83708"/>
                  </a:lnTo>
                  <a:lnTo>
                    <a:pt x="21412" y="85559"/>
                  </a:lnTo>
                  <a:lnTo>
                    <a:pt x="21871" y="87011"/>
                  </a:lnTo>
                  <a:lnTo>
                    <a:pt x="22016" y="89067"/>
                  </a:lnTo>
                  <a:lnTo>
                    <a:pt x="22084" y="92101"/>
                  </a:lnTo>
                  <a:lnTo>
                    <a:pt x="22277" y="92756"/>
                  </a:lnTo>
                  <a:lnTo>
                    <a:pt x="22830" y="93665"/>
                  </a:lnTo>
                  <a:lnTo>
                    <a:pt x="25290" y="115518"/>
                  </a:lnTo>
                  <a:lnTo>
                    <a:pt x="26265" y="122140"/>
                  </a:lnTo>
                  <a:lnTo>
                    <a:pt x="29092" y="133572"/>
                  </a:lnTo>
                  <a:lnTo>
                    <a:pt x="30230" y="140495"/>
                  </a:lnTo>
                  <a:lnTo>
                    <a:pt x="30940" y="143796"/>
                  </a:lnTo>
                  <a:lnTo>
                    <a:pt x="31431" y="147274"/>
                  </a:lnTo>
                  <a:lnTo>
                    <a:pt x="31823" y="150841"/>
                  </a:lnTo>
                  <a:lnTo>
                    <a:pt x="32666" y="154706"/>
                  </a:lnTo>
                  <a:lnTo>
                    <a:pt x="33769" y="158531"/>
                  </a:lnTo>
                  <a:lnTo>
                    <a:pt x="35903" y="161936"/>
                  </a:lnTo>
                  <a:lnTo>
                    <a:pt x="36862" y="163845"/>
                  </a:lnTo>
                  <a:lnTo>
                    <a:pt x="37119" y="165373"/>
                  </a:lnTo>
                  <a:lnTo>
                    <a:pt x="37206" y="170670"/>
                  </a:lnTo>
                  <a:lnTo>
                    <a:pt x="36705" y="169539"/>
                  </a:lnTo>
                  <a:lnTo>
                    <a:pt x="36075" y="165512"/>
                  </a:lnTo>
                  <a:lnTo>
                    <a:pt x="35044" y="163186"/>
                  </a:lnTo>
                  <a:lnTo>
                    <a:pt x="33526" y="160443"/>
                  </a:lnTo>
                  <a:lnTo>
                    <a:pt x="31966" y="157979"/>
                  </a:lnTo>
                  <a:lnTo>
                    <a:pt x="30037" y="153878"/>
                  </a:lnTo>
                  <a:lnTo>
                    <a:pt x="29101" y="152678"/>
                  </a:lnTo>
                  <a:lnTo>
                    <a:pt x="28115" y="151876"/>
                  </a:lnTo>
                  <a:lnTo>
                    <a:pt x="26303" y="150922"/>
                  </a:lnTo>
                  <a:lnTo>
                    <a:pt x="25245" y="150821"/>
                  </a:lnTo>
                  <a:lnTo>
                    <a:pt x="20978" y="151451"/>
                  </a:lnTo>
                  <a:lnTo>
                    <a:pt x="19200" y="152274"/>
                  </a:lnTo>
                  <a:lnTo>
                    <a:pt x="17600" y="154165"/>
                  </a:lnTo>
                  <a:lnTo>
                    <a:pt x="16647" y="156925"/>
                  </a:lnTo>
                  <a:lnTo>
                    <a:pt x="15975" y="162470"/>
                  </a:lnTo>
                  <a:lnTo>
                    <a:pt x="12066" y="182295"/>
                  </a:lnTo>
                  <a:lnTo>
                    <a:pt x="11131" y="187457"/>
                  </a:lnTo>
                  <a:lnTo>
                    <a:pt x="10786" y="192990"/>
                  </a:lnTo>
                  <a:lnTo>
                    <a:pt x="10920" y="197335"/>
                  </a:lnTo>
                  <a:lnTo>
                    <a:pt x="11189" y="198927"/>
                  </a:lnTo>
                  <a:lnTo>
                    <a:pt x="12300" y="203273"/>
                  </a:lnTo>
                  <a:lnTo>
                    <a:pt x="13217" y="205771"/>
                  </a:lnTo>
                  <a:lnTo>
                    <a:pt x="13892" y="206841"/>
                  </a:lnTo>
                  <a:lnTo>
                    <a:pt x="14662" y="207561"/>
                  </a:lnTo>
                  <a:lnTo>
                    <a:pt x="15168" y="208446"/>
                  </a:lnTo>
                  <a:lnTo>
                    <a:pt x="15593" y="209602"/>
                  </a:lnTo>
                  <a:lnTo>
                    <a:pt x="16388" y="212558"/>
                  </a:lnTo>
                  <a:lnTo>
                    <a:pt x="17408" y="219116"/>
                  </a:lnTo>
                  <a:lnTo>
                    <a:pt x="18489" y="223747"/>
                  </a:lnTo>
                  <a:lnTo>
                    <a:pt x="18973" y="225200"/>
                  </a:lnTo>
                  <a:lnTo>
                    <a:pt x="20204" y="224831"/>
                  </a:lnTo>
                  <a:lnTo>
                    <a:pt x="21004" y="224881"/>
                  </a:lnTo>
                  <a:lnTo>
                    <a:pt x="21771" y="225285"/>
                  </a:lnTo>
                  <a:lnTo>
                    <a:pt x="22239" y="226465"/>
                  </a:lnTo>
                  <a:lnTo>
                    <a:pt x="22905" y="231694"/>
                  </a:lnTo>
                  <a:lnTo>
                    <a:pt x="23373" y="236689"/>
                  </a:lnTo>
                  <a:lnTo>
                    <a:pt x="23397" y="238029"/>
                  </a:lnTo>
                  <a:lnTo>
                    <a:pt x="22519" y="241886"/>
                  </a:lnTo>
                  <a:lnTo>
                    <a:pt x="22299" y="243528"/>
                  </a:lnTo>
                  <a:lnTo>
                    <a:pt x="22198" y="245265"/>
                  </a:lnTo>
                  <a:lnTo>
                    <a:pt x="21969" y="246635"/>
                  </a:lnTo>
                  <a:lnTo>
                    <a:pt x="21581" y="247841"/>
                  </a:lnTo>
                  <a:lnTo>
                    <a:pt x="21422" y="242127"/>
                  </a:lnTo>
                  <a:lnTo>
                    <a:pt x="20833" y="238095"/>
                  </a:lnTo>
                  <a:lnTo>
                    <a:pt x="20612" y="234616"/>
                  </a:lnTo>
                  <a:lnTo>
                    <a:pt x="19761" y="232170"/>
                  </a:lnTo>
                  <a:lnTo>
                    <a:pt x="16903" y="231176"/>
                  </a:lnTo>
                  <a:lnTo>
                    <a:pt x="14240" y="230802"/>
                  </a:lnTo>
                  <a:lnTo>
                    <a:pt x="13828" y="230361"/>
                  </a:lnTo>
                  <a:lnTo>
                    <a:pt x="13241" y="228870"/>
                  </a:lnTo>
                  <a:lnTo>
                    <a:pt x="12565" y="227683"/>
                  </a:lnTo>
                  <a:lnTo>
                    <a:pt x="11881" y="227524"/>
                  </a:lnTo>
                  <a:lnTo>
                    <a:pt x="11177" y="227980"/>
                  </a:lnTo>
                  <a:lnTo>
                    <a:pt x="9968" y="229651"/>
                  </a:lnTo>
                  <a:lnTo>
                    <a:pt x="9086" y="232297"/>
                  </a:lnTo>
                  <a:lnTo>
                    <a:pt x="8398" y="235134"/>
                  </a:lnTo>
                  <a:lnTo>
                    <a:pt x="7838" y="238122"/>
                  </a:lnTo>
                  <a:lnTo>
                    <a:pt x="6675" y="246062"/>
                  </a:lnTo>
                  <a:lnTo>
                    <a:pt x="5957" y="248709"/>
                  </a:lnTo>
                  <a:lnTo>
                    <a:pt x="5073" y="251139"/>
                  </a:lnTo>
                  <a:lnTo>
                    <a:pt x="4323" y="249822"/>
                  </a:lnTo>
                  <a:lnTo>
                    <a:pt x="3665" y="248289"/>
                  </a:lnTo>
                  <a:lnTo>
                    <a:pt x="3279" y="246079"/>
                  </a:lnTo>
                  <a:lnTo>
                    <a:pt x="3113" y="243642"/>
                  </a:lnTo>
                  <a:lnTo>
                    <a:pt x="2066" y="235359"/>
                  </a:lnTo>
                  <a:lnTo>
                    <a:pt x="2506" y="228175"/>
                  </a:lnTo>
                  <a:lnTo>
                    <a:pt x="4267" y="218243"/>
                  </a:lnTo>
                  <a:lnTo>
                    <a:pt x="4604" y="214993"/>
                  </a:lnTo>
                  <a:lnTo>
                    <a:pt x="4339" y="211909"/>
                  </a:lnTo>
                  <a:lnTo>
                    <a:pt x="3940" y="208864"/>
                  </a:lnTo>
                  <a:lnTo>
                    <a:pt x="3676" y="203070"/>
                  </a:lnTo>
                  <a:lnTo>
                    <a:pt x="3695" y="201780"/>
                  </a:lnTo>
                  <a:lnTo>
                    <a:pt x="4323" y="198436"/>
                  </a:lnTo>
                  <a:lnTo>
                    <a:pt x="5059" y="195253"/>
                  </a:lnTo>
                  <a:lnTo>
                    <a:pt x="5951" y="192481"/>
                  </a:lnTo>
                  <a:lnTo>
                    <a:pt x="6348" y="189194"/>
                  </a:lnTo>
                  <a:lnTo>
                    <a:pt x="5782" y="181018"/>
                  </a:lnTo>
                  <a:lnTo>
                    <a:pt x="4483" y="175492"/>
                  </a:lnTo>
                  <a:lnTo>
                    <a:pt x="2881" y="170244"/>
                  </a:lnTo>
                  <a:lnTo>
                    <a:pt x="2586" y="168847"/>
                  </a:lnTo>
                  <a:lnTo>
                    <a:pt x="2503" y="167425"/>
                  </a:lnTo>
                  <a:lnTo>
                    <a:pt x="3884" y="160863"/>
                  </a:lnTo>
                  <a:lnTo>
                    <a:pt x="4378" y="157722"/>
                  </a:lnTo>
                  <a:lnTo>
                    <a:pt x="4943" y="150819"/>
                  </a:lnTo>
                  <a:lnTo>
                    <a:pt x="5458" y="147049"/>
                  </a:lnTo>
                  <a:lnTo>
                    <a:pt x="5867" y="143223"/>
                  </a:lnTo>
                  <a:lnTo>
                    <a:pt x="5999" y="124087"/>
                  </a:lnTo>
                  <a:lnTo>
                    <a:pt x="5876" y="121269"/>
                  </a:lnTo>
                  <a:lnTo>
                    <a:pt x="4999" y="115274"/>
                  </a:lnTo>
                  <a:lnTo>
                    <a:pt x="4938" y="111862"/>
                  </a:lnTo>
                  <a:lnTo>
                    <a:pt x="5358" y="107548"/>
                  </a:lnTo>
                  <a:lnTo>
                    <a:pt x="5928" y="104187"/>
                  </a:lnTo>
                  <a:lnTo>
                    <a:pt x="6667" y="100987"/>
                  </a:lnTo>
                  <a:lnTo>
                    <a:pt x="6652" y="94366"/>
                  </a:lnTo>
                  <a:lnTo>
                    <a:pt x="5238" y="88254"/>
                  </a:lnTo>
                  <a:lnTo>
                    <a:pt x="4205" y="85562"/>
                  </a:lnTo>
                  <a:lnTo>
                    <a:pt x="2584" y="82326"/>
                  </a:lnTo>
                  <a:lnTo>
                    <a:pt x="1353" y="80548"/>
                  </a:lnTo>
                  <a:lnTo>
                    <a:pt x="749" y="79185"/>
                  </a:lnTo>
                  <a:lnTo>
                    <a:pt x="1353" y="78727"/>
                  </a:lnTo>
                  <a:lnTo>
                    <a:pt x="1794" y="77622"/>
                  </a:lnTo>
                  <a:lnTo>
                    <a:pt x="733" y="75921"/>
                  </a:lnTo>
                  <a:lnTo>
                    <a:pt x="92" y="73363"/>
                  </a:lnTo>
                  <a:lnTo>
                    <a:pt x="0" y="63328"/>
                  </a:lnTo>
                  <a:lnTo>
                    <a:pt x="262" y="60781"/>
                  </a:lnTo>
                  <a:lnTo>
                    <a:pt x="1056" y="57953"/>
                  </a:lnTo>
                  <a:lnTo>
                    <a:pt x="1736" y="54976"/>
                  </a:lnTo>
                  <a:lnTo>
                    <a:pt x="2373" y="47946"/>
                  </a:lnTo>
                  <a:lnTo>
                    <a:pt x="2593" y="40694"/>
                  </a:lnTo>
                  <a:lnTo>
                    <a:pt x="2169" y="37752"/>
                  </a:lnTo>
                  <a:lnTo>
                    <a:pt x="1982" y="31812"/>
                  </a:lnTo>
                  <a:lnTo>
                    <a:pt x="2335" y="30336"/>
                  </a:lnTo>
                  <a:lnTo>
                    <a:pt x="3700" y="28358"/>
                  </a:lnTo>
                  <a:lnTo>
                    <a:pt x="5863" y="27200"/>
                  </a:lnTo>
                  <a:lnTo>
                    <a:pt x="6325" y="27542"/>
                  </a:lnTo>
                  <a:lnTo>
                    <a:pt x="8020" y="29863"/>
                  </a:lnTo>
                  <a:lnTo>
                    <a:pt x="8648" y="29950"/>
                  </a:lnTo>
                  <a:lnTo>
                    <a:pt x="9301" y="29707"/>
                  </a:lnTo>
                  <a:lnTo>
                    <a:pt x="10545" y="28622"/>
                  </a:lnTo>
                  <a:lnTo>
                    <a:pt x="11244" y="25983"/>
                  </a:lnTo>
                  <a:lnTo>
                    <a:pt x="10338" y="24481"/>
                  </a:lnTo>
                  <a:lnTo>
                    <a:pt x="10867" y="22560"/>
                  </a:lnTo>
                  <a:lnTo>
                    <a:pt x="12415" y="21917"/>
                  </a:lnTo>
                  <a:lnTo>
                    <a:pt x="12528" y="20268"/>
                  </a:lnTo>
                  <a:lnTo>
                    <a:pt x="11968" y="20074"/>
                  </a:lnTo>
                  <a:lnTo>
                    <a:pt x="12457" y="17732"/>
                  </a:lnTo>
                  <a:lnTo>
                    <a:pt x="12737" y="15377"/>
                  </a:lnTo>
                  <a:lnTo>
                    <a:pt x="12301" y="13229"/>
                  </a:lnTo>
                  <a:lnTo>
                    <a:pt x="9819" y="7906"/>
                  </a:lnTo>
                  <a:lnTo>
                    <a:pt x="8215" y="4001"/>
                  </a:lnTo>
                  <a:lnTo>
                    <a:pt x="10856" y="4052"/>
                  </a:lnTo>
                  <a:lnTo>
                    <a:pt x="11636" y="3324"/>
                  </a:lnTo>
                  <a:lnTo>
                    <a:pt x="12252" y="1711"/>
                  </a:lnTo>
                  <a:lnTo>
                    <a:pt x="12576" y="0"/>
                  </a:lnTo>
                  <a:close/>
                </a:path>
              </a:pathLst>
            </a:custGeom>
            <a:solidFill>
              <a:srgbClr val="D2E5C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2" name="pg1261"/>
            <p:cNvSpPr/>
            <p:nvPr/>
          </p:nvSpPr>
          <p:spPr>
            <a:xfrm>
              <a:off x="5374372" y="2013100"/>
              <a:ext cx="7797" cy="10170"/>
            </a:xfrm>
            <a:custGeom>
              <a:avLst/>
              <a:pathLst>
                <a:path w="7797" h="10170">
                  <a:moveTo>
                    <a:pt x="7282" y="8626"/>
                  </a:moveTo>
                  <a:lnTo>
                    <a:pt x="7797" y="10170"/>
                  </a:lnTo>
                  <a:lnTo>
                    <a:pt x="2874" y="4706"/>
                  </a:lnTo>
                  <a:lnTo>
                    <a:pt x="567" y="1830"/>
                  </a:lnTo>
                  <a:lnTo>
                    <a:pt x="0" y="31"/>
                  </a:lnTo>
                  <a:lnTo>
                    <a:pt x="855" y="0"/>
                  </a:lnTo>
                  <a:lnTo>
                    <a:pt x="1839" y="1748"/>
                  </a:lnTo>
                  <a:lnTo>
                    <a:pt x="3280" y="2563"/>
                  </a:lnTo>
                  <a:lnTo>
                    <a:pt x="5375" y="4918"/>
                  </a:lnTo>
                  <a:close/>
                </a:path>
              </a:pathLst>
            </a:custGeom>
            <a:solidFill>
              <a:srgbClr val="D2E5C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3" name="pg1262"/>
            <p:cNvSpPr/>
            <p:nvPr/>
          </p:nvSpPr>
          <p:spPr>
            <a:xfrm>
              <a:off x="4999897" y="2005687"/>
              <a:ext cx="5654" cy="5432"/>
            </a:xfrm>
            <a:custGeom>
              <a:avLst/>
              <a:pathLst>
                <a:path w="5654" h="5432">
                  <a:moveTo>
                    <a:pt x="5654" y="217"/>
                  </a:moveTo>
                  <a:lnTo>
                    <a:pt x="4151" y="5350"/>
                  </a:lnTo>
                  <a:lnTo>
                    <a:pt x="3105" y="5432"/>
                  </a:lnTo>
                  <a:lnTo>
                    <a:pt x="2292" y="4348"/>
                  </a:lnTo>
                  <a:lnTo>
                    <a:pt x="615" y="4780"/>
                  </a:lnTo>
                  <a:lnTo>
                    <a:pt x="0" y="4481"/>
                  </a:lnTo>
                  <a:lnTo>
                    <a:pt x="983" y="2908"/>
                  </a:lnTo>
                  <a:lnTo>
                    <a:pt x="3425" y="445"/>
                  </a:lnTo>
                  <a:lnTo>
                    <a:pt x="4422" y="474"/>
                  </a:lnTo>
                  <a:lnTo>
                    <a:pt x="5379" y="0"/>
                  </a:lnTo>
                  <a:close/>
                </a:path>
              </a:pathLst>
            </a:custGeom>
            <a:solidFill>
              <a:srgbClr val="D2E5C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4" name="pg1263"/>
            <p:cNvSpPr/>
            <p:nvPr/>
          </p:nvSpPr>
          <p:spPr>
            <a:xfrm>
              <a:off x="5006213" y="2003051"/>
              <a:ext cx="11861" cy="16067"/>
            </a:xfrm>
            <a:custGeom>
              <a:avLst/>
              <a:pathLst>
                <a:path w="11861" h="16067">
                  <a:moveTo>
                    <a:pt x="8623" y="3084"/>
                  </a:moveTo>
                  <a:lnTo>
                    <a:pt x="9729" y="4246"/>
                  </a:lnTo>
                  <a:lnTo>
                    <a:pt x="11445" y="4047"/>
                  </a:lnTo>
                  <a:lnTo>
                    <a:pt x="11861" y="4830"/>
                  </a:lnTo>
                  <a:lnTo>
                    <a:pt x="10524" y="6090"/>
                  </a:lnTo>
                  <a:lnTo>
                    <a:pt x="9551" y="8750"/>
                  </a:lnTo>
                  <a:lnTo>
                    <a:pt x="9241" y="11119"/>
                  </a:lnTo>
                  <a:lnTo>
                    <a:pt x="8854" y="12056"/>
                  </a:lnTo>
                  <a:lnTo>
                    <a:pt x="7765" y="13222"/>
                  </a:lnTo>
                  <a:lnTo>
                    <a:pt x="6792" y="14777"/>
                  </a:lnTo>
                  <a:lnTo>
                    <a:pt x="5954" y="15772"/>
                  </a:lnTo>
                  <a:lnTo>
                    <a:pt x="5218" y="16067"/>
                  </a:lnTo>
                  <a:lnTo>
                    <a:pt x="3566" y="10968"/>
                  </a:lnTo>
                  <a:lnTo>
                    <a:pt x="2800" y="9563"/>
                  </a:lnTo>
                  <a:lnTo>
                    <a:pt x="526" y="11956"/>
                  </a:lnTo>
                  <a:lnTo>
                    <a:pt x="0" y="12010"/>
                  </a:lnTo>
                  <a:lnTo>
                    <a:pt x="515" y="9042"/>
                  </a:lnTo>
                  <a:lnTo>
                    <a:pt x="1846" y="5801"/>
                  </a:lnTo>
                  <a:lnTo>
                    <a:pt x="2469" y="5348"/>
                  </a:lnTo>
                  <a:lnTo>
                    <a:pt x="3787" y="1002"/>
                  </a:lnTo>
                  <a:lnTo>
                    <a:pt x="4197" y="0"/>
                  </a:lnTo>
                  <a:lnTo>
                    <a:pt x="8257" y="2569"/>
                  </a:lnTo>
                  <a:close/>
                </a:path>
              </a:pathLst>
            </a:custGeom>
            <a:solidFill>
              <a:srgbClr val="D2E5C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5" name="pg1264"/>
            <p:cNvSpPr/>
            <p:nvPr/>
          </p:nvSpPr>
          <p:spPr>
            <a:xfrm>
              <a:off x="3572649" y="2000402"/>
              <a:ext cx="39326" cy="27674"/>
            </a:xfrm>
            <a:custGeom>
              <a:avLst/>
              <a:pathLst>
                <a:path w="39326" h="27674">
                  <a:moveTo>
                    <a:pt x="19881" y="666"/>
                  </a:moveTo>
                  <a:lnTo>
                    <a:pt x="20634" y="656"/>
                  </a:lnTo>
                  <a:lnTo>
                    <a:pt x="21752" y="329"/>
                  </a:lnTo>
                  <a:lnTo>
                    <a:pt x="22457" y="1543"/>
                  </a:lnTo>
                  <a:lnTo>
                    <a:pt x="23768" y="2699"/>
                  </a:lnTo>
                  <a:lnTo>
                    <a:pt x="25328" y="3732"/>
                  </a:lnTo>
                  <a:lnTo>
                    <a:pt x="27659" y="5494"/>
                  </a:lnTo>
                  <a:lnTo>
                    <a:pt x="30077" y="6589"/>
                  </a:lnTo>
                  <a:lnTo>
                    <a:pt x="30876" y="6716"/>
                  </a:lnTo>
                  <a:lnTo>
                    <a:pt x="33417" y="6572"/>
                  </a:lnTo>
                  <a:lnTo>
                    <a:pt x="36109" y="6723"/>
                  </a:lnTo>
                  <a:lnTo>
                    <a:pt x="36842" y="9336"/>
                  </a:lnTo>
                  <a:lnTo>
                    <a:pt x="38171" y="10573"/>
                  </a:lnTo>
                  <a:lnTo>
                    <a:pt x="39246" y="12274"/>
                  </a:lnTo>
                  <a:lnTo>
                    <a:pt x="39326" y="13243"/>
                  </a:lnTo>
                  <a:lnTo>
                    <a:pt x="37844" y="19326"/>
                  </a:lnTo>
                  <a:lnTo>
                    <a:pt x="37537" y="21385"/>
                  </a:lnTo>
                  <a:lnTo>
                    <a:pt x="37481" y="23451"/>
                  </a:lnTo>
                  <a:lnTo>
                    <a:pt x="38023" y="26034"/>
                  </a:lnTo>
                  <a:lnTo>
                    <a:pt x="38533" y="27477"/>
                  </a:lnTo>
                  <a:lnTo>
                    <a:pt x="38114" y="27674"/>
                  </a:lnTo>
                  <a:lnTo>
                    <a:pt x="31248" y="27386"/>
                  </a:lnTo>
                  <a:lnTo>
                    <a:pt x="24737" y="26895"/>
                  </a:lnTo>
                  <a:lnTo>
                    <a:pt x="18721" y="26442"/>
                  </a:lnTo>
                  <a:lnTo>
                    <a:pt x="12922" y="26004"/>
                  </a:lnTo>
                  <a:lnTo>
                    <a:pt x="7358" y="25587"/>
                  </a:lnTo>
                  <a:lnTo>
                    <a:pt x="3898" y="25195"/>
                  </a:lnTo>
                  <a:lnTo>
                    <a:pt x="485" y="24809"/>
                  </a:lnTo>
                  <a:lnTo>
                    <a:pt x="0" y="24451"/>
                  </a:lnTo>
                  <a:lnTo>
                    <a:pt x="1878" y="21920"/>
                  </a:lnTo>
                  <a:lnTo>
                    <a:pt x="3101" y="19290"/>
                  </a:lnTo>
                  <a:lnTo>
                    <a:pt x="4140" y="15858"/>
                  </a:lnTo>
                  <a:lnTo>
                    <a:pt x="4251" y="13480"/>
                  </a:lnTo>
                  <a:lnTo>
                    <a:pt x="4510" y="10799"/>
                  </a:lnTo>
                  <a:lnTo>
                    <a:pt x="6132" y="9756"/>
                  </a:lnTo>
                  <a:lnTo>
                    <a:pt x="9655" y="9910"/>
                  </a:lnTo>
                  <a:lnTo>
                    <a:pt x="11162" y="8622"/>
                  </a:lnTo>
                  <a:lnTo>
                    <a:pt x="13095" y="5437"/>
                  </a:lnTo>
                  <a:lnTo>
                    <a:pt x="15128" y="1614"/>
                  </a:lnTo>
                  <a:lnTo>
                    <a:pt x="15787" y="0"/>
                  </a:lnTo>
                  <a:lnTo>
                    <a:pt x="16494" y="229"/>
                  </a:lnTo>
                  <a:lnTo>
                    <a:pt x="15294" y="3044"/>
                  </a:lnTo>
                  <a:lnTo>
                    <a:pt x="12070" y="8991"/>
                  </a:lnTo>
                  <a:lnTo>
                    <a:pt x="13081" y="9780"/>
                  </a:lnTo>
                  <a:lnTo>
                    <a:pt x="14254" y="10036"/>
                  </a:lnTo>
                  <a:lnTo>
                    <a:pt x="15637" y="11145"/>
                  </a:lnTo>
                  <a:lnTo>
                    <a:pt x="16958" y="11346"/>
                  </a:lnTo>
                  <a:lnTo>
                    <a:pt x="19310" y="10385"/>
                  </a:lnTo>
                  <a:lnTo>
                    <a:pt x="19724" y="5286"/>
                  </a:lnTo>
                  <a:close/>
                </a:path>
              </a:pathLst>
            </a:custGeom>
            <a:solidFill>
              <a:srgbClr val="D2E5C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6" name="pg1265"/>
            <p:cNvSpPr/>
            <p:nvPr/>
          </p:nvSpPr>
          <p:spPr>
            <a:xfrm>
              <a:off x="5353770" y="1998487"/>
              <a:ext cx="10958" cy="19424"/>
            </a:xfrm>
            <a:custGeom>
              <a:avLst/>
              <a:pathLst>
                <a:path w="10958" h="19424">
                  <a:moveTo>
                    <a:pt x="10958" y="15140"/>
                  </a:moveTo>
                  <a:lnTo>
                    <a:pt x="10895" y="19424"/>
                  </a:lnTo>
                  <a:lnTo>
                    <a:pt x="9386" y="17251"/>
                  </a:lnTo>
                  <a:lnTo>
                    <a:pt x="8684" y="15501"/>
                  </a:lnTo>
                  <a:lnTo>
                    <a:pt x="7686" y="15169"/>
                  </a:lnTo>
                  <a:lnTo>
                    <a:pt x="6992" y="14387"/>
                  </a:lnTo>
                  <a:lnTo>
                    <a:pt x="5835" y="12261"/>
                  </a:lnTo>
                  <a:lnTo>
                    <a:pt x="4492" y="9488"/>
                  </a:lnTo>
                  <a:lnTo>
                    <a:pt x="4037" y="8123"/>
                  </a:lnTo>
                  <a:lnTo>
                    <a:pt x="3841" y="6375"/>
                  </a:lnTo>
                  <a:lnTo>
                    <a:pt x="2934" y="4756"/>
                  </a:lnTo>
                  <a:lnTo>
                    <a:pt x="0" y="1682"/>
                  </a:lnTo>
                  <a:lnTo>
                    <a:pt x="967" y="1315"/>
                  </a:lnTo>
                  <a:lnTo>
                    <a:pt x="2195" y="0"/>
                  </a:lnTo>
                  <a:lnTo>
                    <a:pt x="5616" y="812"/>
                  </a:lnTo>
                  <a:lnTo>
                    <a:pt x="6394" y="1167"/>
                  </a:lnTo>
                  <a:lnTo>
                    <a:pt x="5836" y="3224"/>
                  </a:lnTo>
                  <a:lnTo>
                    <a:pt x="6056" y="5497"/>
                  </a:lnTo>
                  <a:lnTo>
                    <a:pt x="7961" y="10219"/>
                  </a:lnTo>
                  <a:lnTo>
                    <a:pt x="8877" y="11865"/>
                  </a:lnTo>
                  <a:lnTo>
                    <a:pt x="10070" y="13112"/>
                  </a:lnTo>
                  <a:close/>
                </a:path>
              </a:pathLst>
            </a:custGeom>
            <a:solidFill>
              <a:srgbClr val="D2E5C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7" name="pg1266"/>
            <p:cNvSpPr/>
            <p:nvPr/>
          </p:nvSpPr>
          <p:spPr>
            <a:xfrm>
              <a:off x="5167539" y="1885944"/>
              <a:ext cx="3138" cy="4513"/>
            </a:xfrm>
            <a:custGeom>
              <a:avLst/>
              <a:pathLst>
                <a:path w="3138" h="4513">
                  <a:moveTo>
                    <a:pt x="1459" y="4178"/>
                  </a:moveTo>
                  <a:lnTo>
                    <a:pt x="498" y="4513"/>
                  </a:lnTo>
                  <a:lnTo>
                    <a:pt x="18" y="3705"/>
                  </a:lnTo>
                  <a:lnTo>
                    <a:pt x="0" y="3135"/>
                  </a:lnTo>
                  <a:lnTo>
                    <a:pt x="1489" y="1859"/>
                  </a:lnTo>
                  <a:lnTo>
                    <a:pt x="2388" y="0"/>
                  </a:lnTo>
                  <a:lnTo>
                    <a:pt x="2955" y="1113"/>
                  </a:lnTo>
                  <a:lnTo>
                    <a:pt x="3138" y="1918"/>
                  </a:lnTo>
                  <a:close/>
                </a:path>
              </a:pathLst>
            </a:custGeom>
            <a:solidFill>
              <a:srgbClr val="D2E5C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8" name="pg1267"/>
            <p:cNvSpPr/>
            <p:nvPr/>
          </p:nvSpPr>
          <p:spPr>
            <a:xfrm>
              <a:off x="5325449" y="1883976"/>
              <a:ext cx="15043" cy="21198"/>
            </a:xfrm>
            <a:custGeom>
              <a:avLst/>
              <a:pathLst>
                <a:path w="15043" h="21198">
                  <a:moveTo>
                    <a:pt x="2533" y="18420"/>
                  </a:moveTo>
                  <a:lnTo>
                    <a:pt x="537" y="21198"/>
                  </a:lnTo>
                  <a:lnTo>
                    <a:pt x="243" y="20746"/>
                  </a:lnTo>
                  <a:lnTo>
                    <a:pt x="55" y="20111"/>
                  </a:lnTo>
                  <a:lnTo>
                    <a:pt x="0" y="19141"/>
                  </a:lnTo>
                  <a:lnTo>
                    <a:pt x="1822" y="17312"/>
                  </a:lnTo>
                  <a:lnTo>
                    <a:pt x="3647" y="12653"/>
                  </a:lnTo>
                  <a:lnTo>
                    <a:pt x="4353" y="8776"/>
                  </a:lnTo>
                  <a:lnTo>
                    <a:pt x="4135" y="7517"/>
                  </a:lnTo>
                  <a:lnTo>
                    <a:pt x="4066" y="6255"/>
                  </a:lnTo>
                  <a:lnTo>
                    <a:pt x="9443" y="3858"/>
                  </a:lnTo>
                  <a:lnTo>
                    <a:pt x="13285" y="0"/>
                  </a:lnTo>
                  <a:lnTo>
                    <a:pt x="13959" y="165"/>
                  </a:lnTo>
                  <a:lnTo>
                    <a:pt x="14649" y="3384"/>
                  </a:lnTo>
                  <a:lnTo>
                    <a:pt x="15043" y="7564"/>
                  </a:lnTo>
                  <a:lnTo>
                    <a:pt x="14484" y="10081"/>
                  </a:lnTo>
                  <a:lnTo>
                    <a:pt x="10378" y="11484"/>
                  </a:lnTo>
                  <a:lnTo>
                    <a:pt x="6493" y="14272"/>
                  </a:lnTo>
                  <a:close/>
                </a:path>
              </a:pathLst>
            </a:custGeom>
            <a:solidFill>
              <a:srgbClr val="D2E5C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9" name="pg1268"/>
            <p:cNvSpPr/>
            <p:nvPr/>
          </p:nvSpPr>
          <p:spPr>
            <a:xfrm>
              <a:off x="3766725" y="1707544"/>
              <a:ext cx="4015" cy="6527"/>
            </a:xfrm>
            <a:custGeom>
              <a:avLst/>
              <a:pathLst>
                <a:path w="4015" h="6527">
                  <a:moveTo>
                    <a:pt x="3500" y="457"/>
                  </a:moveTo>
                  <a:lnTo>
                    <a:pt x="3894" y="1621"/>
                  </a:lnTo>
                  <a:lnTo>
                    <a:pt x="4015" y="3534"/>
                  </a:lnTo>
                  <a:lnTo>
                    <a:pt x="3637" y="4759"/>
                  </a:lnTo>
                  <a:lnTo>
                    <a:pt x="3819" y="5794"/>
                  </a:lnTo>
                  <a:lnTo>
                    <a:pt x="3044" y="6527"/>
                  </a:lnTo>
                  <a:lnTo>
                    <a:pt x="1842" y="4135"/>
                  </a:lnTo>
                  <a:lnTo>
                    <a:pt x="1127" y="4100"/>
                  </a:lnTo>
                  <a:lnTo>
                    <a:pt x="361" y="3071"/>
                  </a:lnTo>
                  <a:lnTo>
                    <a:pt x="0" y="1373"/>
                  </a:lnTo>
                  <a:lnTo>
                    <a:pt x="692" y="900"/>
                  </a:lnTo>
                  <a:lnTo>
                    <a:pt x="972" y="1194"/>
                  </a:lnTo>
                  <a:lnTo>
                    <a:pt x="2439" y="0"/>
                  </a:lnTo>
                  <a:close/>
                </a:path>
              </a:pathLst>
            </a:custGeom>
            <a:solidFill>
              <a:srgbClr val="D2E5C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0" name="pg1269"/>
            <p:cNvSpPr/>
            <p:nvPr/>
          </p:nvSpPr>
          <p:spPr>
            <a:xfrm>
              <a:off x="4180364" y="1661639"/>
              <a:ext cx="7808" cy="7722"/>
            </a:xfrm>
            <a:custGeom>
              <a:avLst/>
              <a:pathLst>
                <a:path w="7808" h="7722">
                  <a:moveTo>
                    <a:pt x="6719" y="7354"/>
                  </a:moveTo>
                  <a:lnTo>
                    <a:pt x="4574" y="7722"/>
                  </a:lnTo>
                  <a:lnTo>
                    <a:pt x="2218" y="5488"/>
                  </a:lnTo>
                  <a:lnTo>
                    <a:pt x="0" y="1037"/>
                  </a:lnTo>
                  <a:lnTo>
                    <a:pt x="406" y="0"/>
                  </a:lnTo>
                  <a:lnTo>
                    <a:pt x="1792" y="356"/>
                  </a:lnTo>
                  <a:lnTo>
                    <a:pt x="4034" y="431"/>
                  </a:lnTo>
                  <a:lnTo>
                    <a:pt x="5462" y="1164"/>
                  </a:lnTo>
                  <a:lnTo>
                    <a:pt x="7401" y="1630"/>
                  </a:lnTo>
                  <a:lnTo>
                    <a:pt x="7169" y="3660"/>
                  </a:lnTo>
                  <a:lnTo>
                    <a:pt x="7164" y="4480"/>
                  </a:lnTo>
                  <a:lnTo>
                    <a:pt x="7808" y="5377"/>
                  </a:lnTo>
                  <a:lnTo>
                    <a:pt x="7188" y="6899"/>
                  </a:lnTo>
                  <a:close/>
                </a:path>
              </a:pathLst>
            </a:custGeom>
            <a:solidFill>
              <a:srgbClr val="D2E5C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1" name="pg1270"/>
            <p:cNvSpPr/>
            <p:nvPr/>
          </p:nvSpPr>
          <p:spPr>
            <a:xfrm>
              <a:off x="3851196" y="1660326"/>
              <a:ext cx="3090" cy="3174"/>
            </a:xfrm>
            <a:custGeom>
              <a:avLst/>
              <a:pathLst>
                <a:path w="3090" h="3174">
                  <a:moveTo>
                    <a:pt x="3090" y="2771"/>
                  </a:moveTo>
                  <a:lnTo>
                    <a:pt x="2626" y="3174"/>
                  </a:lnTo>
                  <a:lnTo>
                    <a:pt x="210" y="1786"/>
                  </a:lnTo>
                  <a:lnTo>
                    <a:pt x="0" y="743"/>
                  </a:lnTo>
                  <a:lnTo>
                    <a:pt x="103" y="294"/>
                  </a:lnTo>
                  <a:lnTo>
                    <a:pt x="1065" y="0"/>
                  </a:lnTo>
                  <a:lnTo>
                    <a:pt x="2088" y="392"/>
                  </a:lnTo>
                  <a:lnTo>
                    <a:pt x="2811" y="1778"/>
                  </a:lnTo>
                  <a:close/>
                </a:path>
              </a:pathLst>
            </a:custGeom>
            <a:solidFill>
              <a:srgbClr val="D2E5C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2" name="pg1271"/>
            <p:cNvSpPr/>
            <p:nvPr/>
          </p:nvSpPr>
          <p:spPr>
            <a:xfrm>
              <a:off x="3922111" y="1580079"/>
              <a:ext cx="24425" cy="22991"/>
            </a:xfrm>
            <a:custGeom>
              <a:avLst/>
              <a:pathLst>
                <a:path w="24425" h="22991">
                  <a:moveTo>
                    <a:pt x="24208" y="9622"/>
                  </a:moveTo>
                  <a:lnTo>
                    <a:pt x="24425" y="12480"/>
                  </a:lnTo>
                  <a:lnTo>
                    <a:pt x="23665" y="13664"/>
                  </a:lnTo>
                  <a:lnTo>
                    <a:pt x="22980" y="13996"/>
                  </a:lnTo>
                  <a:lnTo>
                    <a:pt x="22693" y="12206"/>
                  </a:lnTo>
                  <a:lnTo>
                    <a:pt x="22121" y="11396"/>
                  </a:lnTo>
                  <a:lnTo>
                    <a:pt x="20011" y="13532"/>
                  </a:lnTo>
                  <a:lnTo>
                    <a:pt x="19024" y="15881"/>
                  </a:lnTo>
                  <a:lnTo>
                    <a:pt x="16421" y="19251"/>
                  </a:lnTo>
                  <a:lnTo>
                    <a:pt x="10988" y="21653"/>
                  </a:lnTo>
                  <a:lnTo>
                    <a:pt x="7696" y="22698"/>
                  </a:lnTo>
                  <a:lnTo>
                    <a:pt x="4730" y="22991"/>
                  </a:lnTo>
                  <a:lnTo>
                    <a:pt x="1953" y="20872"/>
                  </a:lnTo>
                  <a:lnTo>
                    <a:pt x="452" y="16808"/>
                  </a:lnTo>
                  <a:lnTo>
                    <a:pt x="190" y="15572"/>
                  </a:lnTo>
                  <a:lnTo>
                    <a:pt x="0" y="13914"/>
                  </a:lnTo>
                  <a:lnTo>
                    <a:pt x="17" y="12250"/>
                  </a:lnTo>
                  <a:lnTo>
                    <a:pt x="213" y="9672"/>
                  </a:lnTo>
                  <a:lnTo>
                    <a:pt x="501" y="7150"/>
                  </a:lnTo>
                  <a:lnTo>
                    <a:pt x="1645" y="4892"/>
                  </a:lnTo>
                  <a:lnTo>
                    <a:pt x="4296" y="2221"/>
                  </a:lnTo>
                  <a:lnTo>
                    <a:pt x="6899" y="487"/>
                  </a:lnTo>
                  <a:lnTo>
                    <a:pt x="8220" y="57"/>
                  </a:lnTo>
                  <a:lnTo>
                    <a:pt x="11533" y="0"/>
                  </a:lnTo>
                  <a:lnTo>
                    <a:pt x="20931" y="5963"/>
                  </a:lnTo>
                  <a:lnTo>
                    <a:pt x="23015" y="7509"/>
                  </a:lnTo>
                  <a:close/>
                </a:path>
              </a:pathLst>
            </a:custGeom>
            <a:solidFill>
              <a:srgbClr val="D2E5C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3" name="pg1272"/>
            <p:cNvSpPr/>
            <p:nvPr/>
          </p:nvSpPr>
          <p:spPr>
            <a:xfrm>
              <a:off x="4150585" y="1578184"/>
              <a:ext cx="3888" cy="3925"/>
            </a:xfrm>
            <a:custGeom>
              <a:avLst/>
              <a:pathLst>
                <a:path w="3888" h="3925">
                  <a:moveTo>
                    <a:pt x="3888" y="1345"/>
                  </a:moveTo>
                  <a:lnTo>
                    <a:pt x="2901" y="3925"/>
                  </a:lnTo>
                  <a:lnTo>
                    <a:pt x="877" y="3788"/>
                  </a:lnTo>
                  <a:lnTo>
                    <a:pt x="260" y="3201"/>
                  </a:lnTo>
                  <a:lnTo>
                    <a:pt x="0" y="2724"/>
                  </a:lnTo>
                  <a:lnTo>
                    <a:pt x="2318" y="0"/>
                  </a:lnTo>
                  <a:lnTo>
                    <a:pt x="3693" y="96"/>
                  </a:lnTo>
                  <a:close/>
                </a:path>
              </a:pathLst>
            </a:custGeom>
            <a:solidFill>
              <a:srgbClr val="D2E5C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4" name="pg1273"/>
            <p:cNvSpPr/>
            <p:nvPr/>
          </p:nvSpPr>
          <p:spPr>
            <a:xfrm>
              <a:off x="5296877" y="1576290"/>
              <a:ext cx="6519" cy="21860"/>
            </a:xfrm>
            <a:custGeom>
              <a:avLst/>
              <a:pathLst>
                <a:path w="6519" h="21860">
                  <a:moveTo>
                    <a:pt x="4683" y="21821"/>
                  </a:moveTo>
                  <a:lnTo>
                    <a:pt x="4139" y="21860"/>
                  </a:lnTo>
                  <a:lnTo>
                    <a:pt x="4551" y="19899"/>
                  </a:lnTo>
                  <a:lnTo>
                    <a:pt x="4610" y="19025"/>
                  </a:lnTo>
                  <a:lnTo>
                    <a:pt x="3427" y="17582"/>
                  </a:lnTo>
                  <a:lnTo>
                    <a:pt x="1215" y="16484"/>
                  </a:lnTo>
                  <a:lnTo>
                    <a:pt x="654" y="15637"/>
                  </a:lnTo>
                  <a:lnTo>
                    <a:pt x="520" y="13073"/>
                  </a:lnTo>
                  <a:lnTo>
                    <a:pt x="996" y="9037"/>
                  </a:lnTo>
                  <a:lnTo>
                    <a:pt x="0" y="6908"/>
                  </a:lnTo>
                  <a:lnTo>
                    <a:pt x="340" y="5012"/>
                  </a:lnTo>
                  <a:lnTo>
                    <a:pt x="2931" y="2911"/>
                  </a:lnTo>
                  <a:lnTo>
                    <a:pt x="3984" y="1292"/>
                  </a:lnTo>
                  <a:lnTo>
                    <a:pt x="5147" y="0"/>
                  </a:lnTo>
                  <a:lnTo>
                    <a:pt x="5336" y="160"/>
                  </a:lnTo>
                  <a:lnTo>
                    <a:pt x="6519" y="1389"/>
                  </a:lnTo>
                  <a:lnTo>
                    <a:pt x="6416" y="4093"/>
                  </a:lnTo>
                  <a:lnTo>
                    <a:pt x="5575" y="5996"/>
                  </a:lnTo>
                  <a:lnTo>
                    <a:pt x="3553" y="6671"/>
                  </a:lnTo>
                  <a:lnTo>
                    <a:pt x="3267" y="7981"/>
                  </a:lnTo>
                  <a:lnTo>
                    <a:pt x="3532" y="10242"/>
                  </a:lnTo>
                  <a:lnTo>
                    <a:pt x="3591" y="13149"/>
                  </a:lnTo>
                  <a:lnTo>
                    <a:pt x="3795" y="15750"/>
                  </a:lnTo>
                  <a:lnTo>
                    <a:pt x="5020" y="18422"/>
                  </a:lnTo>
                  <a:lnTo>
                    <a:pt x="5291" y="19794"/>
                  </a:lnTo>
                  <a:lnTo>
                    <a:pt x="5166" y="21035"/>
                  </a:lnTo>
                  <a:close/>
                </a:path>
              </a:pathLst>
            </a:custGeom>
            <a:solidFill>
              <a:srgbClr val="D2E5C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5" name="pg1274"/>
            <p:cNvSpPr/>
            <p:nvPr/>
          </p:nvSpPr>
          <p:spPr>
            <a:xfrm>
              <a:off x="5378605" y="1565174"/>
              <a:ext cx="20044" cy="13126"/>
            </a:xfrm>
            <a:custGeom>
              <a:avLst/>
              <a:pathLst>
                <a:path w="20044" h="13126">
                  <a:moveTo>
                    <a:pt x="17207" y="12860"/>
                  </a:moveTo>
                  <a:lnTo>
                    <a:pt x="13733" y="13126"/>
                  </a:lnTo>
                  <a:lnTo>
                    <a:pt x="6814" y="10381"/>
                  </a:lnTo>
                  <a:lnTo>
                    <a:pt x="4332" y="8934"/>
                  </a:lnTo>
                  <a:lnTo>
                    <a:pt x="2483" y="7087"/>
                  </a:lnTo>
                  <a:lnTo>
                    <a:pt x="395" y="5793"/>
                  </a:lnTo>
                  <a:lnTo>
                    <a:pt x="0" y="5283"/>
                  </a:lnTo>
                  <a:lnTo>
                    <a:pt x="305" y="4214"/>
                  </a:lnTo>
                  <a:lnTo>
                    <a:pt x="924" y="3386"/>
                  </a:lnTo>
                  <a:lnTo>
                    <a:pt x="3299" y="1204"/>
                  </a:lnTo>
                  <a:lnTo>
                    <a:pt x="4965" y="215"/>
                  </a:lnTo>
                  <a:lnTo>
                    <a:pt x="6935" y="0"/>
                  </a:lnTo>
                  <a:lnTo>
                    <a:pt x="19328" y="3931"/>
                  </a:lnTo>
                  <a:lnTo>
                    <a:pt x="19887" y="4716"/>
                  </a:lnTo>
                  <a:lnTo>
                    <a:pt x="20044" y="5422"/>
                  </a:lnTo>
                  <a:lnTo>
                    <a:pt x="19856" y="6987"/>
                  </a:lnTo>
                  <a:lnTo>
                    <a:pt x="18811" y="7271"/>
                  </a:lnTo>
                  <a:lnTo>
                    <a:pt x="18405" y="8300"/>
                  </a:lnTo>
                  <a:lnTo>
                    <a:pt x="17970" y="11434"/>
                  </a:lnTo>
                  <a:lnTo>
                    <a:pt x="17756" y="12249"/>
                  </a:lnTo>
                  <a:close/>
                </a:path>
              </a:pathLst>
            </a:custGeom>
            <a:solidFill>
              <a:srgbClr val="D2E5C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6" name="pg1275"/>
            <p:cNvSpPr/>
            <p:nvPr/>
          </p:nvSpPr>
          <p:spPr>
            <a:xfrm>
              <a:off x="4046350" y="1551891"/>
              <a:ext cx="24467" cy="22974"/>
            </a:xfrm>
            <a:custGeom>
              <a:avLst/>
              <a:pathLst>
                <a:path w="24467" h="22974">
                  <a:moveTo>
                    <a:pt x="24099" y="15670"/>
                  </a:moveTo>
                  <a:lnTo>
                    <a:pt x="24467" y="17129"/>
                  </a:lnTo>
                  <a:lnTo>
                    <a:pt x="24425" y="19841"/>
                  </a:lnTo>
                  <a:lnTo>
                    <a:pt x="23974" y="21844"/>
                  </a:lnTo>
                  <a:lnTo>
                    <a:pt x="22596" y="22158"/>
                  </a:lnTo>
                  <a:lnTo>
                    <a:pt x="21240" y="22974"/>
                  </a:lnTo>
                  <a:lnTo>
                    <a:pt x="18928" y="22107"/>
                  </a:lnTo>
                  <a:lnTo>
                    <a:pt x="17628" y="22700"/>
                  </a:lnTo>
                  <a:lnTo>
                    <a:pt x="16327" y="22738"/>
                  </a:lnTo>
                  <a:lnTo>
                    <a:pt x="15253" y="22427"/>
                  </a:lnTo>
                  <a:lnTo>
                    <a:pt x="14185" y="21988"/>
                  </a:lnTo>
                  <a:lnTo>
                    <a:pt x="13469" y="21469"/>
                  </a:lnTo>
                  <a:lnTo>
                    <a:pt x="13505" y="19925"/>
                  </a:lnTo>
                  <a:lnTo>
                    <a:pt x="12547" y="17699"/>
                  </a:lnTo>
                  <a:lnTo>
                    <a:pt x="11072" y="16983"/>
                  </a:lnTo>
                  <a:lnTo>
                    <a:pt x="9692" y="16746"/>
                  </a:lnTo>
                  <a:lnTo>
                    <a:pt x="8180" y="16053"/>
                  </a:lnTo>
                  <a:lnTo>
                    <a:pt x="7427" y="16381"/>
                  </a:lnTo>
                  <a:lnTo>
                    <a:pt x="6470" y="17194"/>
                  </a:lnTo>
                  <a:lnTo>
                    <a:pt x="5846" y="16914"/>
                  </a:lnTo>
                  <a:lnTo>
                    <a:pt x="2523" y="12238"/>
                  </a:lnTo>
                  <a:lnTo>
                    <a:pt x="1963" y="11144"/>
                  </a:lnTo>
                  <a:lnTo>
                    <a:pt x="1615" y="9928"/>
                  </a:lnTo>
                  <a:lnTo>
                    <a:pt x="1158" y="9145"/>
                  </a:lnTo>
                  <a:lnTo>
                    <a:pt x="0" y="5860"/>
                  </a:lnTo>
                  <a:lnTo>
                    <a:pt x="571" y="4340"/>
                  </a:lnTo>
                  <a:lnTo>
                    <a:pt x="1734" y="3379"/>
                  </a:lnTo>
                  <a:lnTo>
                    <a:pt x="2498" y="3121"/>
                  </a:lnTo>
                  <a:lnTo>
                    <a:pt x="3914" y="952"/>
                  </a:lnTo>
                  <a:lnTo>
                    <a:pt x="6486" y="0"/>
                  </a:lnTo>
                  <a:lnTo>
                    <a:pt x="7007" y="138"/>
                  </a:lnTo>
                  <a:lnTo>
                    <a:pt x="7497" y="829"/>
                  </a:lnTo>
                  <a:lnTo>
                    <a:pt x="10198" y="3058"/>
                  </a:lnTo>
                  <a:lnTo>
                    <a:pt x="11613" y="4557"/>
                  </a:lnTo>
                  <a:lnTo>
                    <a:pt x="12870" y="6389"/>
                  </a:lnTo>
                  <a:lnTo>
                    <a:pt x="14177" y="7924"/>
                  </a:lnTo>
                  <a:lnTo>
                    <a:pt x="18071" y="10544"/>
                  </a:lnTo>
                  <a:lnTo>
                    <a:pt x="20708" y="13070"/>
                  </a:lnTo>
                  <a:lnTo>
                    <a:pt x="23393" y="14856"/>
                  </a:lnTo>
                  <a:close/>
                </a:path>
              </a:pathLst>
            </a:custGeom>
            <a:solidFill>
              <a:srgbClr val="D2E5C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7" name="pg1276"/>
            <p:cNvSpPr/>
            <p:nvPr/>
          </p:nvSpPr>
          <p:spPr>
            <a:xfrm>
              <a:off x="4142894" y="1542805"/>
              <a:ext cx="2117" cy="8013"/>
            </a:xfrm>
            <a:custGeom>
              <a:avLst/>
              <a:pathLst>
                <a:path w="2117" h="8013">
                  <a:moveTo>
                    <a:pt x="2024" y="6823"/>
                  </a:moveTo>
                  <a:lnTo>
                    <a:pt x="2117" y="8013"/>
                  </a:lnTo>
                  <a:lnTo>
                    <a:pt x="1474" y="7616"/>
                  </a:lnTo>
                  <a:lnTo>
                    <a:pt x="655" y="6253"/>
                  </a:lnTo>
                  <a:lnTo>
                    <a:pt x="156" y="4635"/>
                  </a:lnTo>
                  <a:lnTo>
                    <a:pt x="0" y="1340"/>
                  </a:lnTo>
                  <a:lnTo>
                    <a:pt x="284" y="458"/>
                  </a:lnTo>
                  <a:lnTo>
                    <a:pt x="553" y="0"/>
                  </a:lnTo>
                  <a:lnTo>
                    <a:pt x="829" y="98"/>
                  </a:lnTo>
                  <a:lnTo>
                    <a:pt x="766" y="2182"/>
                  </a:lnTo>
                  <a:close/>
                </a:path>
              </a:pathLst>
            </a:custGeom>
            <a:solidFill>
              <a:srgbClr val="D2E5C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8" name="pg1277"/>
            <p:cNvSpPr/>
            <p:nvPr/>
          </p:nvSpPr>
          <p:spPr>
            <a:xfrm>
              <a:off x="5289005" y="1538037"/>
              <a:ext cx="3437" cy="3787"/>
            </a:xfrm>
            <a:custGeom>
              <a:avLst/>
              <a:pathLst>
                <a:path w="3437" h="3787">
                  <a:moveTo>
                    <a:pt x="3437" y="3289"/>
                  </a:moveTo>
                  <a:lnTo>
                    <a:pt x="2613" y="3787"/>
                  </a:lnTo>
                  <a:lnTo>
                    <a:pt x="827" y="3377"/>
                  </a:lnTo>
                  <a:lnTo>
                    <a:pt x="0" y="2452"/>
                  </a:lnTo>
                  <a:lnTo>
                    <a:pt x="42" y="336"/>
                  </a:lnTo>
                  <a:lnTo>
                    <a:pt x="141" y="0"/>
                  </a:lnTo>
                  <a:lnTo>
                    <a:pt x="1571" y="302"/>
                  </a:lnTo>
                  <a:lnTo>
                    <a:pt x="2535" y="1491"/>
                  </a:lnTo>
                  <a:close/>
                </a:path>
              </a:pathLst>
            </a:custGeom>
            <a:solidFill>
              <a:srgbClr val="D2E5C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9" name="pg1278"/>
            <p:cNvSpPr/>
            <p:nvPr/>
          </p:nvSpPr>
          <p:spPr>
            <a:xfrm>
              <a:off x="3970385" y="1524159"/>
              <a:ext cx="11764" cy="12854"/>
            </a:xfrm>
            <a:custGeom>
              <a:avLst/>
              <a:pathLst>
                <a:path w="11764" h="12854">
                  <a:moveTo>
                    <a:pt x="8085" y="1144"/>
                  </a:moveTo>
                  <a:lnTo>
                    <a:pt x="9192" y="3322"/>
                  </a:lnTo>
                  <a:lnTo>
                    <a:pt x="10166" y="4898"/>
                  </a:lnTo>
                  <a:lnTo>
                    <a:pt x="10987" y="4781"/>
                  </a:lnTo>
                  <a:lnTo>
                    <a:pt x="11611" y="5567"/>
                  </a:lnTo>
                  <a:lnTo>
                    <a:pt x="11764" y="7209"/>
                  </a:lnTo>
                  <a:lnTo>
                    <a:pt x="10135" y="10007"/>
                  </a:lnTo>
                  <a:lnTo>
                    <a:pt x="9850" y="11014"/>
                  </a:lnTo>
                  <a:lnTo>
                    <a:pt x="10553" y="11950"/>
                  </a:lnTo>
                  <a:lnTo>
                    <a:pt x="10738" y="12460"/>
                  </a:lnTo>
                  <a:lnTo>
                    <a:pt x="9540" y="12854"/>
                  </a:lnTo>
                  <a:lnTo>
                    <a:pt x="9318" y="11585"/>
                  </a:lnTo>
                  <a:lnTo>
                    <a:pt x="8650" y="10345"/>
                  </a:lnTo>
                  <a:lnTo>
                    <a:pt x="7257" y="9392"/>
                  </a:lnTo>
                  <a:lnTo>
                    <a:pt x="6692" y="8532"/>
                  </a:lnTo>
                  <a:lnTo>
                    <a:pt x="6075" y="6590"/>
                  </a:lnTo>
                  <a:lnTo>
                    <a:pt x="3738" y="4529"/>
                  </a:lnTo>
                  <a:lnTo>
                    <a:pt x="2262" y="4859"/>
                  </a:lnTo>
                  <a:lnTo>
                    <a:pt x="604" y="3940"/>
                  </a:lnTo>
                  <a:lnTo>
                    <a:pt x="118" y="3510"/>
                  </a:lnTo>
                  <a:lnTo>
                    <a:pt x="0" y="2324"/>
                  </a:lnTo>
                  <a:lnTo>
                    <a:pt x="691" y="1385"/>
                  </a:lnTo>
                  <a:lnTo>
                    <a:pt x="3324" y="550"/>
                  </a:lnTo>
                  <a:lnTo>
                    <a:pt x="4601" y="601"/>
                  </a:lnTo>
                  <a:lnTo>
                    <a:pt x="5969" y="1435"/>
                  </a:lnTo>
                  <a:lnTo>
                    <a:pt x="5855" y="411"/>
                  </a:lnTo>
                  <a:lnTo>
                    <a:pt x="6000" y="0"/>
                  </a:lnTo>
                  <a:lnTo>
                    <a:pt x="6543" y="115"/>
                  </a:lnTo>
                  <a:close/>
                </a:path>
              </a:pathLst>
            </a:custGeom>
            <a:solidFill>
              <a:srgbClr val="D2E5C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0" name="pg1279"/>
            <p:cNvSpPr/>
            <p:nvPr/>
          </p:nvSpPr>
          <p:spPr>
            <a:xfrm>
              <a:off x="5510708" y="1518471"/>
              <a:ext cx="47203" cy="22874"/>
            </a:xfrm>
            <a:custGeom>
              <a:avLst/>
              <a:pathLst>
                <a:path w="47203" h="22874">
                  <a:moveTo>
                    <a:pt x="2842" y="22746"/>
                  </a:moveTo>
                  <a:lnTo>
                    <a:pt x="2001" y="22874"/>
                  </a:lnTo>
                  <a:lnTo>
                    <a:pt x="242" y="17599"/>
                  </a:lnTo>
                  <a:lnTo>
                    <a:pt x="0" y="16217"/>
                  </a:lnTo>
                  <a:lnTo>
                    <a:pt x="677" y="14494"/>
                  </a:lnTo>
                  <a:lnTo>
                    <a:pt x="2445" y="12360"/>
                  </a:lnTo>
                  <a:lnTo>
                    <a:pt x="3202" y="10787"/>
                  </a:lnTo>
                  <a:lnTo>
                    <a:pt x="7394" y="8027"/>
                  </a:lnTo>
                  <a:lnTo>
                    <a:pt x="11204" y="4389"/>
                  </a:lnTo>
                  <a:lnTo>
                    <a:pt x="13254" y="3840"/>
                  </a:lnTo>
                  <a:lnTo>
                    <a:pt x="15332" y="2152"/>
                  </a:lnTo>
                  <a:lnTo>
                    <a:pt x="16717" y="1727"/>
                  </a:lnTo>
                  <a:lnTo>
                    <a:pt x="18607" y="1335"/>
                  </a:lnTo>
                  <a:lnTo>
                    <a:pt x="20482" y="538"/>
                  </a:lnTo>
                  <a:lnTo>
                    <a:pt x="22245" y="406"/>
                  </a:lnTo>
                  <a:lnTo>
                    <a:pt x="24004" y="872"/>
                  </a:lnTo>
                  <a:lnTo>
                    <a:pt x="25778" y="724"/>
                  </a:lnTo>
                  <a:lnTo>
                    <a:pt x="27544" y="0"/>
                  </a:lnTo>
                  <a:lnTo>
                    <a:pt x="28976" y="87"/>
                  </a:lnTo>
                  <a:lnTo>
                    <a:pt x="30409" y="565"/>
                  </a:lnTo>
                  <a:lnTo>
                    <a:pt x="35741" y="1626"/>
                  </a:lnTo>
                  <a:lnTo>
                    <a:pt x="36782" y="1979"/>
                  </a:lnTo>
                  <a:lnTo>
                    <a:pt x="38474" y="3385"/>
                  </a:lnTo>
                  <a:lnTo>
                    <a:pt x="39459" y="3862"/>
                  </a:lnTo>
                  <a:lnTo>
                    <a:pt x="40401" y="4686"/>
                  </a:lnTo>
                  <a:lnTo>
                    <a:pt x="41398" y="6076"/>
                  </a:lnTo>
                  <a:lnTo>
                    <a:pt x="43321" y="7570"/>
                  </a:lnTo>
                  <a:lnTo>
                    <a:pt x="46159" y="9293"/>
                  </a:lnTo>
                  <a:lnTo>
                    <a:pt x="46792" y="9842"/>
                  </a:lnTo>
                  <a:lnTo>
                    <a:pt x="47203" y="11141"/>
                  </a:lnTo>
                  <a:lnTo>
                    <a:pt x="46897" y="12685"/>
                  </a:lnTo>
                  <a:lnTo>
                    <a:pt x="43263" y="15619"/>
                  </a:lnTo>
                  <a:lnTo>
                    <a:pt x="40327" y="16377"/>
                  </a:lnTo>
                  <a:lnTo>
                    <a:pt x="34656" y="17179"/>
                  </a:lnTo>
                  <a:lnTo>
                    <a:pt x="26992" y="19394"/>
                  </a:lnTo>
                  <a:lnTo>
                    <a:pt x="23838" y="20010"/>
                  </a:lnTo>
                  <a:lnTo>
                    <a:pt x="22728" y="19879"/>
                  </a:lnTo>
                  <a:lnTo>
                    <a:pt x="19958" y="18453"/>
                  </a:lnTo>
                  <a:lnTo>
                    <a:pt x="16717" y="17823"/>
                  </a:lnTo>
                  <a:lnTo>
                    <a:pt x="15270" y="18335"/>
                  </a:lnTo>
                  <a:lnTo>
                    <a:pt x="12422" y="20603"/>
                  </a:lnTo>
                  <a:lnTo>
                    <a:pt x="6388" y="21154"/>
                  </a:lnTo>
                  <a:close/>
                </a:path>
              </a:pathLst>
            </a:custGeom>
            <a:solidFill>
              <a:srgbClr val="D2E5C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1" name="pg1280"/>
            <p:cNvSpPr/>
            <p:nvPr/>
          </p:nvSpPr>
          <p:spPr>
            <a:xfrm>
              <a:off x="5004155" y="1518716"/>
              <a:ext cx="10917" cy="4865"/>
            </a:xfrm>
            <a:custGeom>
              <a:avLst/>
              <a:pathLst>
                <a:path w="10917" h="4865">
                  <a:moveTo>
                    <a:pt x="10917" y="2370"/>
                  </a:moveTo>
                  <a:lnTo>
                    <a:pt x="7894" y="4865"/>
                  </a:lnTo>
                  <a:lnTo>
                    <a:pt x="6688" y="4549"/>
                  </a:lnTo>
                  <a:lnTo>
                    <a:pt x="5456" y="3347"/>
                  </a:lnTo>
                  <a:lnTo>
                    <a:pt x="4798" y="3084"/>
                  </a:lnTo>
                  <a:lnTo>
                    <a:pt x="4133" y="3267"/>
                  </a:lnTo>
                  <a:lnTo>
                    <a:pt x="3414" y="3762"/>
                  </a:lnTo>
                  <a:lnTo>
                    <a:pt x="2455" y="3899"/>
                  </a:lnTo>
                  <a:lnTo>
                    <a:pt x="178" y="2532"/>
                  </a:lnTo>
                  <a:lnTo>
                    <a:pt x="0" y="1714"/>
                  </a:lnTo>
                  <a:lnTo>
                    <a:pt x="216" y="1334"/>
                  </a:lnTo>
                  <a:lnTo>
                    <a:pt x="797" y="937"/>
                  </a:lnTo>
                  <a:lnTo>
                    <a:pt x="1268" y="908"/>
                  </a:lnTo>
                  <a:lnTo>
                    <a:pt x="2654" y="235"/>
                  </a:lnTo>
                  <a:lnTo>
                    <a:pt x="9173" y="0"/>
                  </a:lnTo>
                  <a:lnTo>
                    <a:pt x="9671" y="142"/>
                  </a:lnTo>
                  <a:lnTo>
                    <a:pt x="10599" y="1333"/>
                  </a:lnTo>
                  <a:close/>
                </a:path>
              </a:pathLst>
            </a:custGeom>
            <a:solidFill>
              <a:srgbClr val="D2E5C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2" name="pg1281"/>
            <p:cNvSpPr/>
            <p:nvPr/>
          </p:nvSpPr>
          <p:spPr>
            <a:xfrm>
              <a:off x="4270571" y="1487887"/>
              <a:ext cx="18208" cy="10322"/>
            </a:xfrm>
            <a:custGeom>
              <a:avLst/>
              <a:pathLst>
                <a:path w="18208" h="10322">
                  <a:moveTo>
                    <a:pt x="9279" y="10044"/>
                  </a:moveTo>
                  <a:lnTo>
                    <a:pt x="3345" y="10322"/>
                  </a:lnTo>
                  <a:lnTo>
                    <a:pt x="424" y="9856"/>
                  </a:lnTo>
                  <a:lnTo>
                    <a:pt x="0" y="9283"/>
                  </a:lnTo>
                  <a:lnTo>
                    <a:pt x="390" y="7848"/>
                  </a:lnTo>
                  <a:lnTo>
                    <a:pt x="3393" y="5673"/>
                  </a:lnTo>
                  <a:lnTo>
                    <a:pt x="4745" y="4286"/>
                  </a:lnTo>
                  <a:lnTo>
                    <a:pt x="6175" y="1947"/>
                  </a:lnTo>
                  <a:lnTo>
                    <a:pt x="8623" y="10"/>
                  </a:lnTo>
                  <a:lnTo>
                    <a:pt x="10693" y="0"/>
                  </a:lnTo>
                  <a:lnTo>
                    <a:pt x="17159" y="2304"/>
                  </a:lnTo>
                  <a:lnTo>
                    <a:pt x="18059" y="3749"/>
                  </a:lnTo>
                  <a:lnTo>
                    <a:pt x="18208" y="4396"/>
                  </a:lnTo>
                  <a:lnTo>
                    <a:pt x="15641" y="6329"/>
                  </a:lnTo>
                  <a:lnTo>
                    <a:pt x="13846" y="7054"/>
                  </a:lnTo>
                  <a:lnTo>
                    <a:pt x="11087" y="9534"/>
                  </a:lnTo>
                  <a:close/>
                </a:path>
              </a:pathLst>
            </a:custGeom>
            <a:solidFill>
              <a:srgbClr val="D2E5C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3" name="pg1282"/>
            <p:cNvSpPr/>
            <p:nvPr/>
          </p:nvSpPr>
          <p:spPr>
            <a:xfrm>
              <a:off x="4292046" y="1474202"/>
              <a:ext cx="11067" cy="11336"/>
            </a:xfrm>
            <a:custGeom>
              <a:avLst/>
              <a:pathLst>
                <a:path w="11067" h="11336">
                  <a:moveTo>
                    <a:pt x="10581" y="11004"/>
                  </a:moveTo>
                  <a:lnTo>
                    <a:pt x="9718" y="11336"/>
                  </a:lnTo>
                  <a:lnTo>
                    <a:pt x="3014" y="10127"/>
                  </a:lnTo>
                  <a:lnTo>
                    <a:pt x="695" y="8596"/>
                  </a:lnTo>
                  <a:lnTo>
                    <a:pt x="0" y="7198"/>
                  </a:lnTo>
                  <a:lnTo>
                    <a:pt x="288" y="5970"/>
                  </a:lnTo>
                  <a:lnTo>
                    <a:pt x="6472" y="0"/>
                  </a:lnTo>
                  <a:lnTo>
                    <a:pt x="8815" y="1646"/>
                  </a:lnTo>
                  <a:lnTo>
                    <a:pt x="9497" y="3286"/>
                  </a:lnTo>
                  <a:lnTo>
                    <a:pt x="11067" y="5191"/>
                  </a:lnTo>
                  <a:lnTo>
                    <a:pt x="11025" y="9603"/>
                  </a:lnTo>
                  <a:close/>
                </a:path>
              </a:pathLst>
            </a:custGeom>
            <a:solidFill>
              <a:srgbClr val="D2E5C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4" name="pg1283"/>
            <p:cNvSpPr/>
            <p:nvPr/>
          </p:nvSpPr>
          <p:spPr>
            <a:xfrm>
              <a:off x="4236801" y="1473134"/>
              <a:ext cx="10497" cy="7880"/>
            </a:xfrm>
            <a:custGeom>
              <a:avLst/>
              <a:pathLst>
                <a:path w="10497" h="7880">
                  <a:moveTo>
                    <a:pt x="6829" y="7595"/>
                  </a:moveTo>
                  <a:lnTo>
                    <a:pt x="6558" y="7880"/>
                  </a:lnTo>
                  <a:lnTo>
                    <a:pt x="5945" y="7367"/>
                  </a:lnTo>
                  <a:lnTo>
                    <a:pt x="4077" y="6583"/>
                  </a:lnTo>
                  <a:lnTo>
                    <a:pt x="980" y="4583"/>
                  </a:lnTo>
                  <a:lnTo>
                    <a:pt x="0" y="3219"/>
                  </a:lnTo>
                  <a:lnTo>
                    <a:pt x="514" y="1657"/>
                  </a:lnTo>
                  <a:lnTo>
                    <a:pt x="1198" y="631"/>
                  </a:lnTo>
                  <a:lnTo>
                    <a:pt x="3760" y="0"/>
                  </a:lnTo>
                  <a:lnTo>
                    <a:pt x="6089" y="256"/>
                  </a:lnTo>
                  <a:lnTo>
                    <a:pt x="7618" y="659"/>
                  </a:lnTo>
                  <a:lnTo>
                    <a:pt x="10497" y="2008"/>
                  </a:lnTo>
                  <a:lnTo>
                    <a:pt x="7828" y="2888"/>
                  </a:lnTo>
                  <a:lnTo>
                    <a:pt x="6667" y="4770"/>
                  </a:lnTo>
                  <a:lnTo>
                    <a:pt x="6824" y="5944"/>
                  </a:lnTo>
                  <a:lnTo>
                    <a:pt x="7275" y="6582"/>
                  </a:lnTo>
                  <a:close/>
                </a:path>
              </a:pathLst>
            </a:custGeom>
            <a:solidFill>
              <a:srgbClr val="D2E5C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5" name="pg1284"/>
            <p:cNvSpPr/>
            <p:nvPr/>
          </p:nvSpPr>
          <p:spPr>
            <a:xfrm>
              <a:off x="4791810" y="1472035"/>
              <a:ext cx="7566" cy="3628"/>
            </a:xfrm>
            <a:custGeom>
              <a:avLst/>
              <a:pathLst>
                <a:path w="7566" h="3628">
                  <a:moveTo>
                    <a:pt x="7566" y="2299"/>
                  </a:moveTo>
                  <a:lnTo>
                    <a:pt x="4478" y="3628"/>
                  </a:lnTo>
                  <a:lnTo>
                    <a:pt x="1848" y="3612"/>
                  </a:lnTo>
                  <a:lnTo>
                    <a:pt x="0" y="1281"/>
                  </a:lnTo>
                  <a:lnTo>
                    <a:pt x="1480" y="360"/>
                  </a:lnTo>
                  <a:lnTo>
                    <a:pt x="3948" y="0"/>
                  </a:lnTo>
                  <a:lnTo>
                    <a:pt x="5338" y="323"/>
                  </a:lnTo>
                  <a:lnTo>
                    <a:pt x="7268" y="1784"/>
                  </a:lnTo>
                  <a:close/>
                </a:path>
              </a:pathLst>
            </a:custGeom>
            <a:solidFill>
              <a:srgbClr val="D2E5C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6" name="pg1285"/>
            <p:cNvSpPr/>
            <p:nvPr/>
          </p:nvSpPr>
          <p:spPr>
            <a:xfrm>
              <a:off x="3960498" y="1465535"/>
              <a:ext cx="75521" cy="83465"/>
            </a:xfrm>
            <a:custGeom>
              <a:avLst/>
              <a:pathLst>
                <a:path w="75521" h="83465">
                  <a:moveTo>
                    <a:pt x="47423" y="2344"/>
                  </a:moveTo>
                  <a:lnTo>
                    <a:pt x="53120" y="3517"/>
                  </a:lnTo>
                  <a:lnTo>
                    <a:pt x="57390" y="3885"/>
                  </a:lnTo>
                  <a:lnTo>
                    <a:pt x="59983" y="4790"/>
                  </a:lnTo>
                  <a:lnTo>
                    <a:pt x="60947" y="5510"/>
                  </a:lnTo>
                  <a:lnTo>
                    <a:pt x="60556" y="7342"/>
                  </a:lnTo>
                  <a:lnTo>
                    <a:pt x="59791" y="8095"/>
                  </a:lnTo>
                  <a:lnTo>
                    <a:pt x="58015" y="10479"/>
                  </a:lnTo>
                  <a:lnTo>
                    <a:pt x="57747" y="11950"/>
                  </a:lnTo>
                  <a:lnTo>
                    <a:pt x="58063" y="14262"/>
                  </a:lnTo>
                  <a:lnTo>
                    <a:pt x="57790" y="15943"/>
                  </a:lnTo>
                  <a:lnTo>
                    <a:pt x="57195" y="17169"/>
                  </a:lnTo>
                  <a:lnTo>
                    <a:pt x="56733" y="17677"/>
                  </a:lnTo>
                  <a:lnTo>
                    <a:pt x="53515" y="17674"/>
                  </a:lnTo>
                  <a:lnTo>
                    <a:pt x="52341" y="18357"/>
                  </a:lnTo>
                  <a:lnTo>
                    <a:pt x="52281" y="19682"/>
                  </a:lnTo>
                  <a:lnTo>
                    <a:pt x="52068" y="21154"/>
                  </a:lnTo>
                  <a:lnTo>
                    <a:pt x="51037" y="23301"/>
                  </a:lnTo>
                  <a:lnTo>
                    <a:pt x="48903" y="24001"/>
                  </a:lnTo>
                  <a:lnTo>
                    <a:pt x="48440" y="24778"/>
                  </a:lnTo>
                  <a:lnTo>
                    <a:pt x="48606" y="26189"/>
                  </a:lnTo>
                  <a:lnTo>
                    <a:pt x="47863" y="27260"/>
                  </a:lnTo>
                  <a:lnTo>
                    <a:pt x="47907" y="28927"/>
                  </a:lnTo>
                  <a:lnTo>
                    <a:pt x="48283" y="29838"/>
                  </a:lnTo>
                  <a:lnTo>
                    <a:pt x="48389" y="31736"/>
                  </a:lnTo>
                  <a:lnTo>
                    <a:pt x="49839" y="34483"/>
                  </a:lnTo>
                  <a:lnTo>
                    <a:pt x="49556" y="35615"/>
                  </a:lnTo>
                  <a:lnTo>
                    <a:pt x="48440" y="37845"/>
                  </a:lnTo>
                  <a:lnTo>
                    <a:pt x="48095" y="40563"/>
                  </a:lnTo>
                  <a:lnTo>
                    <a:pt x="47155" y="42913"/>
                  </a:lnTo>
                  <a:lnTo>
                    <a:pt x="49266" y="44867"/>
                  </a:lnTo>
                  <a:lnTo>
                    <a:pt x="50187" y="47405"/>
                  </a:lnTo>
                  <a:lnTo>
                    <a:pt x="51004" y="50167"/>
                  </a:lnTo>
                  <a:lnTo>
                    <a:pt x="53510" y="55554"/>
                  </a:lnTo>
                  <a:lnTo>
                    <a:pt x="56238" y="60340"/>
                  </a:lnTo>
                  <a:lnTo>
                    <a:pt x="61250" y="67379"/>
                  </a:lnTo>
                  <a:lnTo>
                    <a:pt x="66617" y="72709"/>
                  </a:lnTo>
                  <a:lnTo>
                    <a:pt x="68699" y="74215"/>
                  </a:lnTo>
                  <a:lnTo>
                    <a:pt x="73793" y="76690"/>
                  </a:lnTo>
                  <a:lnTo>
                    <a:pt x="74681" y="77472"/>
                  </a:lnTo>
                  <a:lnTo>
                    <a:pt x="75521" y="78566"/>
                  </a:lnTo>
                  <a:lnTo>
                    <a:pt x="73349" y="80568"/>
                  </a:lnTo>
                  <a:lnTo>
                    <a:pt x="71113" y="81307"/>
                  </a:lnTo>
                  <a:lnTo>
                    <a:pt x="70909" y="82220"/>
                  </a:lnTo>
                  <a:lnTo>
                    <a:pt x="69677" y="82693"/>
                  </a:lnTo>
                  <a:lnTo>
                    <a:pt x="63619" y="80997"/>
                  </a:lnTo>
                  <a:lnTo>
                    <a:pt x="63289" y="80735"/>
                  </a:lnTo>
                  <a:lnTo>
                    <a:pt x="62642" y="79492"/>
                  </a:lnTo>
                  <a:lnTo>
                    <a:pt x="61928" y="78566"/>
                  </a:lnTo>
                  <a:lnTo>
                    <a:pt x="60413" y="78408"/>
                  </a:lnTo>
                  <a:lnTo>
                    <a:pt x="58881" y="78981"/>
                  </a:lnTo>
                  <a:lnTo>
                    <a:pt x="59792" y="80105"/>
                  </a:lnTo>
                  <a:lnTo>
                    <a:pt x="60796" y="80453"/>
                  </a:lnTo>
                  <a:lnTo>
                    <a:pt x="62553" y="82562"/>
                  </a:lnTo>
                  <a:lnTo>
                    <a:pt x="61802" y="83364"/>
                  </a:lnTo>
                  <a:lnTo>
                    <a:pt x="61008" y="83465"/>
                  </a:lnTo>
                  <a:lnTo>
                    <a:pt x="57448" y="80662"/>
                  </a:lnTo>
                  <a:lnTo>
                    <a:pt x="57110" y="81008"/>
                  </a:lnTo>
                  <a:lnTo>
                    <a:pt x="56774" y="81829"/>
                  </a:lnTo>
                  <a:lnTo>
                    <a:pt x="55000" y="80916"/>
                  </a:lnTo>
                  <a:lnTo>
                    <a:pt x="54581" y="81594"/>
                  </a:lnTo>
                  <a:lnTo>
                    <a:pt x="53236" y="81911"/>
                  </a:lnTo>
                  <a:lnTo>
                    <a:pt x="52138" y="81134"/>
                  </a:lnTo>
                  <a:lnTo>
                    <a:pt x="52134" y="80148"/>
                  </a:lnTo>
                  <a:lnTo>
                    <a:pt x="51901" y="79648"/>
                  </a:lnTo>
                  <a:lnTo>
                    <a:pt x="46412" y="80421"/>
                  </a:lnTo>
                  <a:lnTo>
                    <a:pt x="44154" y="80399"/>
                  </a:lnTo>
                  <a:lnTo>
                    <a:pt x="41905" y="80063"/>
                  </a:lnTo>
                  <a:lnTo>
                    <a:pt x="39200" y="78180"/>
                  </a:lnTo>
                  <a:lnTo>
                    <a:pt x="38750" y="79026"/>
                  </a:lnTo>
                  <a:lnTo>
                    <a:pt x="38664" y="80005"/>
                  </a:lnTo>
                  <a:lnTo>
                    <a:pt x="37643" y="79614"/>
                  </a:lnTo>
                  <a:lnTo>
                    <a:pt x="35391" y="78097"/>
                  </a:lnTo>
                  <a:lnTo>
                    <a:pt x="33768" y="77499"/>
                  </a:lnTo>
                  <a:lnTo>
                    <a:pt x="27954" y="76035"/>
                  </a:lnTo>
                  <a:lnTo>
                    <a:pt x="23825" y="74289"/>
                  </a:lnTo>
                  <a:lnTo>
                    <a:pt x="24851" y="73490"/>
                  </a:lnTo>
                  <a:lnTo>
                    <a:pt x="26628" y="73074"/>
                  </a:lnTo>
                  <a:lnTo>
                    <a:pt x="26653" y="72005"/>
                  </a:lnTo>
                  <a:lnTo>
                    <a:pt x="26372" y="70532"/>
                  </a:lnTo>
                  <a:lnTo>
                    <a:pt x="26314" y="69007"/>
                  </a:lnTo>
                  <a:lnTo>
                    <a:pt x="27322" y="67984"/>
                  </a:lnTo>
                  <a:lnTo>
                    <a:pt x="29595" y="68471"/>
                  </a:lnTo>
                  <a:lnTo>
                    <a:pt x="29318" y="66808"/>
                  </a:lnTo>
                  <a:lnTo>
                    <a:pt x="30390" y="66486"/>
                  </a:lnTo>
                  <a:lnTo>
                    <a:pt x="32482" y="67443"/>
                  </a:lnTo>
                  <a:lnTo>
                    <a:pt x="33235" y="66844"/>
                  </a:lnTo>
                  <a:lnTo>
                    <a:pt x="29950" y="64752"/>
                  </a:lnTo>
                  <a:lnTo>
                    <a:pt x="26351" y="61786"/>
                  </a:lnTo>
                  <a:lnTo>
                    <a:pt x="26733" y="60719"/>
                  </a:lnTo>
                  <a:lnTo>
                    <a:pt x="25430" y="60431"/>
                  </a:lnTo>
                  <a:lnTo>
                    <a:pt x="24147" y="60501"/>
                  </a:lnTo>
                  <a:lnTo>
                    <a:pt x="23039" y="58757"/>
                  </a:lnTo>
                  <a:lnTo>
                    <a:pt x="23203" y="56450"/>
                  </a:lnTo>
                  <a:lnTo>
                    <a:pt x="24167" y="54887"/>
                  </a:lnTo>
                  <a:lnTo>
                    <a:pt x="23585" y="54547"/>
                  </a:lnTo>
                  <a:lnTo>
                    <a:pt x="18041" y="55925"/>
                  </a:lnTo>
                  <a:lnTo>
                    <a:pt x="15235" y="55610"/>
                  </a:lnTo>
                  <a:lnTo>
                    <a:pt x="12068" y="54688"/>
                  </a:lnTo>
                  <a:lnTo>
                    <a:pt x="9157" y="56066"/>
                  </a:lnTo>
                  <a:lnTo>
                    <a:pt x="6206" y="56525"/>
                  </a:lnTo>
                  <a:lnTo>
                    <a:pt x="4679" y="56034"/>
                  </a:lnTo>
                  <a:lnTo>
                    <a:pt x="3205" y="55034"/>
                  </a:lnTo>
                  <a:lnTo>
                    <a:pt x="1972" y="53675"/>
                  </a:lnTo>
                  <a:lnTo>
                    <a:pt x="1008" y="51401"/>
                  </a:lnTo>
                  <a:lnTo>
                    <a:pt x="122" y="47598"/>
                  </a:lnTo>
                  <a:lnTo>
                    <a:pt x="0" y="46158"/>
                  </a:lnTo>
                  <a:lnTo>
                    <a:pt x="182" y="42942"/>
                  </a:lnTo>
                  <a:lnTo>
                    <a:pt x="653" y="41600"/>
                  </a:lnTo>
                  <a:lnTo>
                    <a:pt x="1875" y="38899"/>
                  </a:lnTo>
                  <a:lnTo>
                    <a:pt x="2736" y="38067"/>
                  </a:lnTo>
                  <a:lnTo>
                    <a:pt x="4592" y="36803"/>
                  </a:lnTo>
                  <a:lnTo>
                    <a:pt x="5567" y="36475"/>
                  </a:lnTo>
                  <a:lnTo>
                    <a:pt x="7800" y="37127"/>
                  </a:lnTo>
                  <a:lnTo>
                    <a:pt x="10035" y="37169"/>
                  </a:lnTo>
                  <a:lnTo>
                    <a:pt x="11013" y="36454"/>
                  </a:lnTo>
                  <a:lnTo>
                    <a:pt x="11920" y="35190"/>
                  </a:lnTo>
                  <a:lnTo>
                    <a:pt x="12593" y="33547"/>
                  </a:lnTo>
                  <a:lnTo>
                    <a:pt x="14106" y="32610"/>
                  </a:lnTo>
                  <a:lnTo>
                    <a:pt x="14544" y="32110"/>
                  </a:lnTo>
                  <a:lnTo>
                    <a:pt x="15030" y="31049"/>
                  </a:lnTo>
                  <a:lnTo>
                    <a:pt x="15564" y="29450"/>
                  </a:lnTo>
                  <a:lnTo>
                    <a:pt x="15663" y="28091"/>
                  </a:lnTo>
                  <a:lnTo>
                    <a:pt x="16088" y="26732"/>
                  </a:lnTo>
                  <a:lnTo>
                    <a:pt x="17489" y="24755"/>
                  </a:lnTo>
                  <a:lnTo>
                    <a:pt x="16996" y="23532"/>
                  </a:lnTo>
                  <a:lnTo>
                    <a:pt x="17189" y="22704"/>
                  </a:lnTo>
                  <a:lnTo>
                    <a:pt x="18134" y="21238"/>
                  </a:lnTo>
                  <a:lnTo>
                    <a:pt x="15288" y="20841"/>
                  </a:lnTo>
                  <a:lnTo>
                    <a:pt x="14336" y="20199"/>
                  </a:lnTo>
                  <a:lnTo>
                    <a:pt x="13404" y="19215"/>
                  </a:lnTo>
                  <a:lnTo>
                    <a:pt x="13673" y="18293"/>
                  </a:lnTo>
                  <a:lnTo>
                    <a:pt x="14023" y="17619"/>
                  </a:lnTo>
                  <a:lnTo>
                    <a:pt x="16862" y="15140"/>
                  </a:lnTo>
                  <a:lnTo>
                    <a:pt x="18092" y="14410"/>
                  </a:lnTo>
                  <a:lnTo>
                    <a:pt x="19446" y="14008"/>
                  </a:lnTo>
                  <a:lnTo>
                    <a:pt x="20795" y="14018"/>
                  </a:lnTo>
                  <a:lnTo>
                    <a:pt x="22240" y="14298"/>
                  </a:lnTo>
                  <a:lnTo>
                    <a:pt x="23657" y="13914"/>
                  </a:lnTo>
                  <a:lnTo>
                    <a:pt x="22164" y="12248"/>
                  </a:lnTo>
                  <a:lnTo>
                    <a:pt x="22040" y="11123"/>
                  </a:lnTo>
                  <a:lnTo>
                    <a:pt x="21453" y="8381"/>
                  </a:lnTo>
                  <a:lnTo>
                    <a:pt x="21563" y="7094"/>
                  </a:lnTo>
                  <a:lnTo>
                    <a:pt x="22211" y="6048"/>
                  </a:lnTo>
                  <a:lnTo>
                    <a:pt x="23509" y="4819"/>
                  </a:lnTo>
                  <a:lnTo>
                    <a:pt x="25393" y="4410"/>
                  </a:lnTo>
                  <a:lnTo>
                    <a:pt x="26873" y="3764"/>
                  </a:lnTo>
                  <a:lnTo>
                    <a:pt x="28330" y="2788"/>
                  </a:lnTo>
                  <a:lnTo>
                    <a:pt x="29700" y="2620"/>
                  </a:lnTo>
                  <a:lnTo>
                    <a:pt x="32447" y="3285"/>
                  </a:lnTo>
                  <a:lnTo>
                    <a:pt x="33804" y="3140"/>
                  </a:lnTo>
                  <a:lnTo>
                    <a:pt x="35331" y="2605"/>
                  </a:lnTo>
                  <a:lnTo>
                    <a:pt x="39577" y="520"/>
                  </a:lnTo>
                  <a:lnTo>
                    <a:pt x="41135" y="0"/>
                  </a:lnTo>
                  <a:lnTo>
                    <a:pt x="42801" y="129"/>
                  </a:lnTo>
                  <a:lnTo>
                    <a:pt x="45004" y="910"/>
                  </a:lnTo>
                  <a:close/>
                </a:path>
              </a:pathLst>
            </a:custGeom>
            <a:solidFill>
              <a:srgbClr val="D2E5C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7" name="pg1286"/>
            <p:cNvSpPr/>
            <p:nvPr/>
          </p:nvSpPr>
          <p:spPr>
            <a:xfrm>
              <a:off x="4185858" y="1461789"/>
              <a:ext cx="20844" cy="14102"/>
            </a:xfrm>
            <a:custGeom>
              <a:avLst/>
              <a:pathLst>
                <a:path w="20844" h="14102">
                  <a:moveTo>
                    <a:pt x="9186" y="12392"/>
                  </a:moveTo>
                  <a:lnTo>
                    <a:pt x="5609" y="13778"/>
                  </a:lnTo>
                  <a:lnTo>
                    <a:pt x="4609" y="13885"/>
                  </a:lnTo>
                  <a:lnTo>
                    <a:pt x="2419" y="13536"/>
                  </a:lnTo>
                  <a:lnTo>
                    <a:pt x="1469" y="14102"/>
                  </a:lnTo>
                  <a:lnTo>
                    <a:pt x="0" y="12702"/>
                  </a:lnTo>
                  <a:lnTo>
                    <a:pt x="124" y="11458"/>
                  </a:lnTo>
                  <a:lnTo>
                    <a:pt x="798" y="10199"/>
                  </a:lnTo>
                  <a:lnTo>
                    <a:pt x="1201" y="8571"/>
                  </a:lnTo>
                  <a:lnTo>
                    <a:pt x="923" y="4580"/>
                  </a:lnTo>
                  <a:lnTo>
                    <a:pt x="2796" y="2058"/>
                  </a:lnTo>
                  <a:lnTo>
                    <a:pt x="5239" y="1086"/>
                  </a:lnTo>
                  <a:lnTo>
                    <a:pt x="12432" y="0"/>
                  </a:lnTo>
                  <a:lnTo>
                    <a:pt x="13444" y="301"/>
                  </a:lnTo>
                  <a:lnTo>
                    <a:pt x="14881" y="1076"/>
                  </a:lnTo>
                  <a:lnTo>
                    <a:pt x="15983" y="1969"/>
                  </a:lnTo>
                  <a:lnTo>
                    <a:pt x="17440" y="4201"/>
                  </a:lnTo>
                  <a:lnTo>
                    <a:pt x="18583" y="5091"/>
                  </a:lnTo>
                  <a:lnTo>
                    <a:pt x="20345" y="6833"/>
                  </a:lnTo>
                  <a:lnTo>
                    <a:pt x="20844" y="8557"/>
                  </a:lnTo>
                  <a:lnTo>
                    <a:pt x="20792" y="10059"/>
                  </a:lnTo>
                  <a:lnTo>
                    <a:pt x="17495" y="10399"/>
                  </a:lnTo>
                  <a:lnTo>
                    <a:pt x="11780" y="11665"/>
                  </a:lnTo>
                  <a:close/>
                </a:path>
              </a:pathLst>
            </a:custGeom>
            <a:solidFill>
              <a:srgbClr val="D2E5C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8" name="pg1287"/>
            <p:cNvSpPr/>
            <p:nvPr/>
          </p:nvSpPr>
          <p:spPr>
            <a:xfrm>
              <a:off x="4260967" y="1460582"/>
              <a:ext cx="8201" cy="3420"/>
            </a:xfrm>
            <a:custGeom>
              <a:avLst/>
              <a:pathLst>
                <a:path w="8201" h="3420">
                  <a:moveTo>
                    <a:pt x="8201" y="3234"/>
                  </a:moveTo>
                  <a:lnTo>
                    <a:pt x="7023" y="3420"/>
                  </a:lnTo>
                  <a:lnTo>
                    <a:pt x="1844" y="2335"/>
                  </a:lnTo>
                  <a:lnTo>
                    <a:pt x="0" y="938"/>
                  </a:lnTo>
                  <a:lnTo>
                    <a:pt x="687" y="28"/>
                  </a:lnTo>
                  <a:lnTo>
                    <a:pt x="2042" y="0"/>
                  </a:lnTo>
                  <a:close/>
                </a:path>
              </a:pathLst>
            </a:custGeom>
            <a:solidFill>
              <a:srgbClr val="D2E5C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9" name="pg1288"/>
            <p:cNvSpPr/>
            <p:nvPr/>
          </p:nvSpPr>
          <p:spPr>
            <a:xfrm>
              <a:off x="4251964" y="1460039"/>
              <a:ext cx="8619" cy="4176"/>
            </a:xfrm>
            <a:custGeom>
              <a:avLst/>
              <a:pathLst>
                <a:path w="8619" h="4176">
                  <a:moveTo>
                    <a:pt x="1942" y="3456"/>
                  </a:moveTo>
                  <a:lnTo>
                    <a:pt x="0" y="4176"/>
                  </a:lnTo>
                  <a:lnTo>
                    <a:pt x="373" y="2843"/>
                  </a:lnTo>
                  <a:lnTo>
                    <a:pt x="2746" y="975"/>
                  </a:lnTo>
                  <a:lnTo>
                    <a:pt x="7139" y="0"/>
                  </a:lnTo>
                  <a:lnTo>
                    <a:pt x="8471" y="405"/>
                  </a:lnTo>
                  <a:lnTo>
                    <a:pt x="8619" y="720"/>
                  </a:lnTo>
                  <a:lnTo>
                    <a:pt x="6783" y="2722"/>
                  </a:lnTo>
                  <a:lnTo>
                    <a:pt x="5884" y="3383"/>
                  </a:lnTo>
                  <a:close/>
                </a:path>
              </a:pathLst>
            </a:custGeom>
            <a:solidFill>
              <a:srgbClr val="D2E5C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0" name="pg1289"/>
            <p:cNvSpPr/>
            <p:nvPr/>
          </p:nvSpPr>
          <p:spPr>
            <a:xfrm>
              <a:off x="5036104" y="1449954"/>
              <a:ext cx="46381" cy="20512"/>
            </a:xfrm>
            <a:custGeom>
              <a:avLst/>
              <a:pathLst>
                <a:path w="46381" h="20512">
                  <a:moveTo>
                    <a:pt x="30459" y="562"/>
                  </a:moveTo>
                  <a:lnTo>
                    <a:pt x="33508" y="1872"/>
                  </a:lnTo>
                  <a:lnTo>
                    <a:pt x="35996" y="3305"/>
                  </a:lnTo>
                  <a:lnTo>
                    <a:pt x="44583" y="10229"/>
                  </a:lnTo>
                  <a:lnTo>
                    <a:pt x="45399" y="11645"/>
                  </a:lnTo>
                  <a:lnTo>
                    <a:pt x="46048" y="13475"/>
                  </a:lnTo>
                  <a:lnTo>
                    <a:pt x="46381" y="19753"/>
                  </a:lnTo>
                  <a:lnTo>
                    <a:pt x="45896" y="20200"/>
                  </a:lnTo>
                  <a:lnTo>
                    <a:pt x="42749" y="20512"/>
                  </a:lnTo>
                  <a:lnTo>
                    <a:pt x="38463" y="19801"/>
                  </a:lnTo>
                  <a:lnTo>
                    <a:pt x="35359" y="19550"/>
                  </a:lnTo>
                  <a:lnTo>
                    <a:pt x="32377" y="19563"/>
                  </a:lnTo>
                  <a:lnTo>
                    <a:pt x="29746" y="18712"/>
                  </a:lnTo>
                  <a:lnTo>
                    <a:pt x="23291" y="17850"/>
                  </a:lnTo>
                  <a:lnTo>
                    <a:pt x="18246" y="15534"/>
                  </a:lnTo>
                  <a:lnTo>
                    <a:pt x="13021" y="13855"/>
                  </a:lnTo>
                  <a:lnTo>
                    <a:pt x="11909" y="13679"/>
                  </a:lnTo>
                  <a:lnTo>
                    <a:pt x="8615" y="14171"/>
                  </a:lnTo>
                  <a:lnTo>
                    <a:pt x="4160" y="16355"/>
                  </a:lnTo>
                  <a:lnTo>
                    <a:pt x="2919" y="16539"/>
                  </a:lnTo>
                  <a:lnTo>
                    <a:pt x="1218" y="16539"/>
                  </a:lnTo>
                  <a:lnTo>
                    <a:pt x="0" y="14455"/>
                  </a:lnTo>
                  <a:lnTo>
                    <a:pt x="2858" y="13780"/>
                  </a:lnTo>
                  <a:lnTo>
                    <a:pt x="5723" y="13516"/>
                  </a:lnTo>
                  <a:lnTo>
                    <a:pt x="8471" y="12763"/>
                  </a:lnTo>
                  <a:lnTo>
                    <a:pt x="11066" y="10353"/>
                  </a:lnTo>
                  <a:lnTo>
                    <a:pt x="12332" y="8444"/>
                  </a:lnTo>
                  <a:lnTo>
                    <a:pt x="14603" y="4060"/>
                  </a:lnTo>
                  <a:lnTo>
                    <a:pt x="15819" y="2464"/>
                  </a:lnTo>
                  <a:lnTo>
                    <a:pt x="17052" y="1450"/>
                  </a:lnTo>
                  <a:lnTo>
                    <a:pt x="18334" y="1136"/>
                  </a:lnTo>
                  <a:lnTo>
                    <a:pt x="19820" y="1272"/>
                  </a:lnTo>
                  <a:lnTo>
                    <a:pt x="24330" y="317"/>
                  </a:lnTo>
                  <a:lnTo>
                    <a:pt x="27376" y="0"/>
                  </a:lnTo>
                  <a:close/>
                </a:path>
              </a:pathLst>
            </a:custGeom>
            <a:solidFill>
              <a:srgbClr val="D2E5C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1" name="pg1290"/>
            <p:cNvSpPr/>
            <p:nvPr/>
          </p:nvSpPr>
          <p:spPr>
            <a:xfrm>
              <a:off x="4849033" y="1449124"/>
              <a:ext cx="3865" cy="2810"/>
            </a:xfrm>
            <a:custGeom>
              <a:avLst/>
              <a:pathLst>
                <a:path w="3865" h="2810">
                  <a:moveTo>
                    <a:pt x="2525" y="2745"/>
                  </a:moveTo>
                  <a:lnTo>
                    <a:pt x="1779" y="2810"/>
                  </a:lnTo>
                  <a:lnTo>
                    <a:pt x="373" y="2021"/>
                  </a:lnTo>
                  <a:lnTo>
                    <a:pt x="0" y="966"/>
                  </a:lnTo>
                  <a:lnTo>
                    <a:pt x="9" y="433"/>
                  </a:lnTo>
                  <a:lnTo>
                    <a:pt x="1144" y="0"/>
                  </a:lnTo>
                  <a:lnTo>
                    <a:pt x="2582" y="271"/>
                  </a:lnTo>
                  <a:lnTo>
                    <a:pt x="3670" y="1259"/>
                  </a:lnTo>
                  <a:lnTo>
                    <a:pt x="3865" y="1624"/>
                  </a:lnTo>
                  <a:close/>
                </a:path>
              </a:pathLst>
            </a:custGeom>
            <a:solidFill>
              <a:srgbClr val="D2E5C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2" name="pg1291"/>
            <p:cNvSpPr/>
            <p:nvPr/>
          </p:nvSpPr>
          <p:spPr>
            <a:xfrm>
              <a:off x="4343044" y="1442961"/>
              <a:ext cx="9756" cy="3311"/>
            </a:xfrm>
            <a:custGeom>
              <a:avLst/>
              <a:pathLst>
                <a:path w="9756" h="3311">
                  <a:moveTo>
                    <a:pt x="8911" y="2359"/>
                  </a:moveTo>
                  <a:lnTo>
                    <a:pt x="8263" y="3048"/>
                  </a:lnTo>
                  <a:lnTo>
                    <a:pt x="7705" y="2953"/>
                  </a:lnTo>
                  <a:lnTo>
                    <a:pt x="7225" y="3311"/>
                  </a:lnTo>
                  <a:lnTo>
                    <a:pt x="4158" y="2253"/>
                  </a:lnTo>
                  <a:lnTo>
                    <a:pt x="0" y="1773"/>
                  </a:lnTo>
                  <a:lnTo>
                    <a:pt x="1037" y="670"/>
                  </a:lnTo>
                  <a:lnTo>
                    <a:pt x="4046" y="0"/>
                  </a:lnTo>
                  <a:lnTo>
                    <a:pt x="8478" y="864"/>
                  </a:lnTo>
                  <a:lnTo>
                    <a:pt x="9756" y="1836"/>
                  </a:lnTo>
                  <a:close/>
                </a:path>
              </a:pathLst>
            </a:custGeom>
            <a:solidFill>
              <a:srgbClr val="D2E5C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3" name="pg1292"/>
            <p:cNvSpPr/>
            <p:nvPr/>
          </p:nvSpPr>
          <p:spPr>
            <a:xfrm>
              <a:off x="4337092" y="1442670"/>
              <a:ext cx="4638" cy="3102"/>
            </a:xfrm>
            <a:custGeom>
              <a:avLst/>
              <a:pathLst>
                <a:path w="4638" h="3102">
                  <a:moveTo>
                    <a:pt x="4638" y="2085"/>
                  </a:moveTo>
                  <a:lnTo>
                    <a:pt x="3453" y="3102"/>
                  </a:lnTo>
                  <a:lnTo>
                    <a:pt x="1812" y="2531"/>
                  </a:lnTo>
                  <a:lnTo>
                    <a:pt x="635" y="1838"/>
                  </a:lnTo>
                  <a:lnTo>
                    <a:pt x="0" y="896"/>
                  </a:lnTo>
                  <a:lnTo>
                    <a:pt x="646" y="359"/>
                  </a:lnTo>
                  <a:lnTo>
                    <a:pt x="2391" y="0"/>
                  </a:lnTo>
                  <a:lnTo>
                    <a:pt x="3432" y="380"/>
                  </a:lnTo>
                  <a:lnTo>
                    <a:pt x="4382" y="1483"/>
                  </a:lnTo>
                  <a:close/>
                </a:path>
              </a:pathLst>
            </a:custGeom>
            <a:solidFill>
              <a:srgbClr val="D2E5C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4" name="pg1293"/>
            <p:cNvSpPr/>
            <p:nvPr/>
          </p:nvSpPr>
          <p:spPr>
            <a:xfrm>
              <a:off x="4983717" y="1439954"/>
              <a:ext cx="10629" cy="10884"/>
            </a:xfrm>
            <a:custGeom>
              <a:avLst/>
              <a:pathLst>
                <a:path w="10629" h="10884">
                  <a:moveTo>
                    <a:pt x="9877" y="10039"/>
                  </a:moveTo>
                  <a:lnTo>
                    <a:pt x="8953" y="10884"/>
                  </a:lnTo>
                  <a:lnTo>
                    <a:pt x="8097" y="9581"/>
                  </a:lnTo>
                  <a:lnTo>
                    <a:pt x="3991" y="5728"/>
                  </a:lnTo>
                  <a:lnTo>
                    <a:pt x="3002" y="3898"/>
                  </a:lnTo>
                  <a:lnTo>
                    <a:pt x="751" y="2177"/>
                  </a:lnTo>
                  <a:lnTo>
                    <a:pt x="188" y="1526"/>
                  </a:lnTo>
                  <a:lnTo>
                    <a:pt x="0" y="0"/>
                  </a:lnTo>
                  <a:lnTo>
                    <a:pt x="2940" y="988"/>
                  </a:lnTo>
                  <a:lnTo>
                    <a:pt x="7919" y="4817"/>
                  </a:lnTo>
                  <a:lnTo>
                    <a:pt x="10629" y="7931"/>
                  </a:lnTo>
                  <a:close/>
                </a:path>
              </a:pathLst>
            </a:custGeom>
            <a:solidFill>
              <a:srgbClr val="D2E5C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5" name="pg1294"/>
            <p:cNvSpPr/>
            <p:nvPr/>
          </p:nvSpPr>
          <p:spPr>
            <a:xfrm>
              <a:off x="5041174" y="1439351"/>
              <a:ext cx="12137" cy="10493"/>
            </a:xfrm>
            <a:custGeom>
              <a:avLst/>
              <a:pathLst>
                <a:path w="12137" h="10493">
                  <a:moveTo>
                    <a:pt x="11074" y="8105"/>
                  </a:moveTo>
                  <a:lnTo>
                    <a:pt x="4943" y="10493"/>
                  </a:lnTo>
                  <a:lnTo>
                    <a:pt x="3752" y="10404"/>
                  </a:lnTo>
                  <a:lnTo>
                    <a:pt x="994" y="7954"/>
                  </a:lnTo>
                  <a:lnTo>
                    <a:pt x="0" y="2644"/>
                  </a:lnTo>
                  <a:lnTo>
                    <a:pt x="1121" y="1095"/>
                  </a:lnTo>
                  <a:lnTo>
                    <a:pt x="2421" y="488"/>
                  </a:lnTo>
                  <a:lnTo>
                    <a:pt x="3727" y="216"/>
                  </a:lnTo>
                  <a:lnTo>
                    <a:pt x="9111" y="0"/>
                  </a:lnTo>
                  <a:lnTo>
                    <a:pt x="10271" y="269"/>
                  </a:lnTo>
                  <a:lnTo>
                    <a:pt x="11419" y="917"/>
                  </a:lnTo>
                  <a:lnTo>
                    <a:pt x="11918" y="1904"/>
                  </a:lnTo>
                  <a:lnTo>
                    <a:pt x="12137" y="3130"/>
                  </a:lnTo>
                  <a:lnTo>
                    <a:pt x="11520" y="6600"/>
                  </a:lnTo>
                  <a:close/>
                </a:path>
              </a:pathLst>
            </a:custGeom>
            <a:solidFill>
              <a:srgbClr val="D2E5C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6" name="pg1295"/>
            <p:cNvSpPr/>
            <p:nvPr/>
          </p:nvSpPr>
          <p:spPr>
            <a:xfrm>
              <a:off x="4362199" y="1432207"/>
              <a:ext cx="5891" cy="3419"/>
            </a:xfrm>
            <a:custGeom>
              <a:avLst/>
              <a:pathLst>
                <a:path w="5891" h="3419">
                  <a:moveTo>
                    <a:pt x="4503" y="1657"/>
                  </a:moveTo>
                  <a:lnTo>
                    <a:pt x="3912" y="3419"/>
                  </a:lnTo>
                  <a:lnTo>
                    <a:pt x="480" y="2517"/>
                  </a:lnTo>
                  <a:lnTo>
                    <a:pt x="0" y="1804"/>
                  </a:lnTo>
                  <a:lnTo>
                    <a:pt x="1838" y="741"/>
                  </a:lnTo>
                  <a:lnTo>
                    <a:pt x="3539" y="93"/>
                  </a:lnTo>
                  <a:lnTo>
                    <a:pt x="5891" y="0"/>
                  </a:lnTo>
                  <a:close/>
                </a:path>
              </a:pathLst>
            </a:custGeom>
            <a:solidFill>
              <a:srgbClr val="D2E5C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7" name="pg1296"/>
            <p:cNvSpPr/>
            <p:nvPr/>
          </p:nvSpPr>
          <p:spPr>
            <a:xfrm>
              <a:off x="4692642" y="1431219"/>
              <a:ext cx="22958" cy="13412"/>
            </a:xfrm>
            <a:custGeom>
              <a:avLst/>
              <a:pathLst>
                <a:path w="22958" h="13412">
                  <a:moveTo>
                    <a:pt x="22958" y="4389"/>
                  </a:moveTo>
                  <a:lnTo>
                    <a:pt x="22542" y="5791"/>
                  </a:lnTo>
                  <a:lnTo>
                    <a:pt x="21885" y="6850"/>
                  </a:lnTo>
                  <a:lnTo>
                    <a:pt x="21394" y="8163"/>
                  </a:lnTo>
                  <a:lnTo>
                    <a:pt x="20557" y="9150"/>
                  </a:lnTo>
                  <a:lnTo>
                    <a:pt x="17966" y="10405"/>
                  </a:lnTo>
                  <a:lnTo>
                    <a:pt x="15939" y="13180"/>
                  </a:lnTo>
                  <a:lnTo>
                    <a:pt x="15587" y="13412"/>
                  </a:lnTo>
                  <a:lnTo>
                    <a:pt x="8438" y="11900"/>
                  </a:lnTo>
                  <a:lnTo>
                    <a:pt x="7332" y="11398"/>
                  </a:lnTo>
                  <a:lnTo>
                    <a:pt x="4980" y="9743"/>
                  </a:lnTo>
                  <a:lnTo>
                    <a:pt x="1700" y="8156"/>
                  </a:lnTo>
                  <a:lnTo>
                    <a:pt x="0" y="5788"/>
                  </a:lnTo>
                  <a:lnTo>
                    <a:pt x="812" y="5338"/>
                  </a:lnTo>
                  <a:lnTo>
                    <a:pt x="1634" y="5160"/>
                  </a:lnTo>
                  <a:lnTo>
                    <a:pt x="4586" y="5471"/>
                  </a:lnTo>
                  <a:lnTo>
                    <a:pt x="5433" y="4733"/>
                  </a:lnTo>
                  <a:lnTo>
                    <a:pt x="5842" y="2738"/>
                  </a:lnTo>
                  <a:lnTo>
                    <a:pt x="5922" y="1558"/>
                  </a:lnTo>
                  <a:lnTo>
                    <a:pt x="6144" y="656"/>
                  </a:lnTo>
                  <a:lnTo>
                    <a:pt x="7081" y="0"/>
                  </a:lnTo>
                  <a:lnTo>
                    <a:pt x="17651" y="2050"/>
                  </a:lnTo>
                  <a:lnTo>
                    <a:pt x="21727" y="3189"/>
                  </a:lnTo>
                  <a:close/>
                </a:path>
              </a:pathLst>
            </a:custGeom>
            <a:solidFill>
              <a:srgbClr val="D2E5C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8" name="pg1297"/>
            <p:cNvSpPr/>
            <p:nvPr/>
          </p:nvSpPr>
          <p:spPr>
            <a:xfrm>
              <a:off x="4384978" y="1418104"/>
              <a:ext cx="10550" cy="4788"/>
            </a:xfrm>
            <a:custGeom>
              <a:avLst/>
              <a:pathLst>
                <a:path w="10550" h="4788">
                  <a:moveTo>
                    <a:pt x="4808" y="340"/>
                  </a:moveTo>
                  <a:lnTo>
                    <a:pt x="5831" y="881"/>
                  </a:lnTo>
                  <a:lnTo>
                    <a:pt x="9042" y="25"/>
                  </a:lnTo>
                  <a:lnTo>
                    <a:pt x="9671" y="302"/>
                  </a:lnTo>
                  <a:lnTo>
                    <a:pt x="10550" y="1563"/>
                  </a:lnTo>
                  <a:lnTo>
                    <a:pt x="9178" y="3868"/>
                  </a:lnTo>
                  <a:lnTo>
                    <a:pt x="8147" y="4788"/>
                  </a:lnTo>
                  <a:lnTo>
                    <a:pt x="5281" y="4270"/>
                  </a:lnTo>
                  <a:lnTo>
                    <a:pt x="1607" y="4194"/>
                  </a:lnTo>
                  <a:lnTo>
                    <a:pt x="0" y="2934"/>
                  </a:lnTo>
                  <a:lnTo>
                    <a:pt x="878" y="1591"/>
                  </a:lnTo>
                  <a:lnTo>
                    <a:pt x="2996" y="793"/>
                  </a:lnTo>
                  <a:lnTo>
                    <a:pt x="4227" y="0"/>
                  </a:lnTo>
                  <a:close/>
                </a:path>
              </a:pathLst>
            </a:custGeom>
            <a:solidFill>
              <a:srgbClr val="D2E5C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9" name="pg1298"/>
            <p:cNvSpPr/>
            <p:nvPr/>
          </p:nvSpPr>
          <p:spPr>
            <a:xfrm>
              <a:off x="4326991" y="1402655"/>
              <a:ext cx="8787" cy="7933"/>
            </a:xfrm>
            <a:custGeom>
              <a:avLst/>
              <a:pathLst>
                <a:path w="8787" h="7933">
                  <a:moveTo>
                    <a:pt x="8187" y="2843"/>
                  </a:moveTo>
                  <a:lnTo>
                    <a:pt x="8631" y="3801"/>
                  </a:lnTo>
                  <a:lnTo>
                    <a:pt x="8787" y="4878"/>
                  </a:lnTo>
                  <a:lnTo>
                    <a:pt x="8271" y="5220"/>
                  </a:lnTo>
                  <a:lnTo>
                    <a:pt x="6697" y="5161"/>
                  </a:lnTo>
                  <a:lnTo>
                    <a:pt x="5824" y="7933"/>
                  </a:lnTo>
                  <a:lnTo>
                    <a:pt x="4929" y="7471"/>
                  </a:lnTo>
                  <a:lnTo>
                    <a:pt x="4387" y="5883"/>
                  </a:lnTo>
                  <a:lnTo>
                    <a:pt x="2401" y="6947"/>
                  </a:lnTo>
                  <a:lnTo>
                    <a:pt x="1879" y="6698"/>
                  </a:lnTo>
                  <a:lnTo>
                    <a:pt x="959" y="5456"/>
                  </a:lnTo>
                  <a:lnTo>
                    <a:pt x="384" y="5202"/>
                  </a:lnTo>
                  <a:lnTo>
                    <a:pt x="0" y="4364"/>
                  </a:lnTo>
                  <a:lnTo>
                    <a:pt x="2577" y="1897"/>
                  </a:lnTo>
                  <a:lnTo>
                    <a:pt x="4163" y="3208"/>
                  </a:lnTo>
                  <a:lnTo>
                    <a:pt x="5191" y="3122"/>
                  </a:lnTo>
                  <a:lnTo>
                    <a:pt x="4986" y="1643"/>
                  </a:lnTo>
                  <a:lnTo>
                    <a:pt x="5023" y="529"/>
                  </a:lnTo>
                  <a:lnTo>
                    <a:pt x="6353" y="63"/>
                  </a:lnTo>
                  <a:lnTo>
                    <a:pt x="8105" y="0"/>
                  </a:lnTo>
                  <a:close/>
                </a:path>
              </a:pathLst>
            </a:custGeom>
            <a:solidFill>
              <a:srgbClr val="D2E5C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0" name="pg1299"/>
            <p:cNvSpPr/>
            <p:nvPr/>
          </p:nvSpPr>
          <p:spPr>
            <a:xfrm>
              <a:off x="5114870" y="1400700"/>
              <a:ext cx="56961" cy="23914"/>
            </a:xfrm>
            <a:custGeom>
              <a:avLst/>
              <a:pathLst>
                <a:path w="56961" h="23914">
                  <a:moveTo>
                    <a:pt x="7881" y="6235"/>
                  </a:moveTo>
                  <a:lnTo>
                    <a:pt x="11112" y="6426"/>
                  </a:lnTo>
                  <a:lnTo>
                    <a:pt x="15782" y="4249"/>
                  </a:lnTo>
                  <a:lnTo>
                    <a:pt x="16433" y="4174"/>
                  </a:lnTo>
                  <a:lnTo>
                    <a:pt x="27834" y="4971"/>
                  </a:lnTo>
                  <a:lnTo>
                    <a:pt x="28766" y="5742"/>
                  </a:lnTo>
                  <a:lnTo>
                    <a:pt x="28887" y="7248"/>
                  </a:lnTo>
                  <a:lnTo>
                    <a:pt x="28525" y="8049"/>
                  </a:lnTo>
                  <a:lnTo>
                    <a:pt x="28353" y="9141"/>
                  </a:lnTo>
                  <a:lnTo>
                    <a:pt x="29756" y="10206"/>
                  </a:lnTo>
                  <a:lnTo>
                    <a:pt x="33437" y="10450"/>
                  </a:lnTo>
                  <a:lnTo>
                    <a:pt x="35765" y="9447"/>
                  </a:lnTo>
                  <a:lnTo>
                    <a:pt x="42616" y="9964"/>
                  </a:lnTo>
                  <a:lnTo>
                    <a:pt x="48205" y="10712"/>
                  </a:lnTo>
                  <a:lnTo>
                    <a:pt x="50359" y="12344"/>
                  </a:lnTo>
                  <a:lnTo>
                    <a:pt x="52023" y="13221"/>
                  </a:lnTo>
                  <a:lnTo>
                    <a:pt x="53404" y="14240"/>
                  </a:lnTo>
                  <a:lnTo>
                    <a:pt x="54408" y="13640"/>
                  </a:lnTo>
                  <a:lnTo>
                    <a:pt x="55351" y="12601"/>
                  </a:lnTo>
                  <a:lnTo>
                    <a:pt x="56163" y="12392"/>
                  </a:lnTo>
                  <a:lnTo>
                    <a:pt x="56961" y="12565"/>
                  </a:lnTo>
                  <a:lnTo>
                    <a:pt x="54815" y="18828"/>
                  </a:lnTo>
                  <a:lnTo>
                    <a:pt x="54010" y="19586"/>
                  </a:lnTo>
                  <a:lnTo>
                    <a:pt x="50975" y="21127"/>
                  </a:lnTo>
                  <a:lnTo>
                    <a:pt x="44965" y="23239"/>
                  </a:lnTo>
                  <a:lnTo>
                    <a:pt x="42025" y="23910"/>
                  </a:lnTo>
                  <a:lnTo>
                    <a:pt x="35363" y="23914"/>
                  </a:lnTo>
                  <a:lnTo>
                    <a:pt x="26182" y="23088"/>
                  </a:lnTo>
                  <a:lnTo>
                    <a:pt x="23690" y="22342"/>
                  </a:lnTo>
                  <a:lnTo>
                    <a:pt x="22221" y="21407"/>
                  </a:lnTo>
                  <a:lnTo>
                    <a:pt x="19406" y="19201"/>
                  </a:lnTo>
                  <a:lnTo>
                    <a:pt x="18016" y="18404"/>
                  </a:lnTo>
                  <a:lnTo>
                    <a:pt x="13509" y="17655"/>
                  </a:lnTo>
                  <a:lnTo>
                    <a:pt x="12132" y="17237"/>
                  </a:lnTo>
                  <a:lnTo>
                    <a:pt x="9461" y="15344"/>
                  </a:lnTo>
                  <a:lnTo>
                    <a:pt x="6761" y="13816"/>
                  </a:lnTo>
                  <a:lnTo>
                    <a:pt x="0" y="11331"/>
                  </a:lnTo>
                  <a:lnTo>
                    <a:pt x="458" y="8457"/>
                  </a:lnTo>
                  <a:lnTo>
                    <a:pt x="1329" y="5556"/>
                  </a:lnTo>
                  <a:lnTo>
                    <a:pt x="2369" y="2981"/>
                  </a:lnTo>
                  <a:lnTo>
                    <a:pt x="3533" y="696"/>
                  </a:lnTo>
                  <a:lnTo>
                    <a:pt x="4740" y="0"/>
                  </a:lnTo>
                  <a:lnTo>
                    <a:pt x="7342" y="2108"/>
                  </a:lnTo>
                  <a:lnTo>
                    <a:pt x="7308" y="4524"/>
                  </a:lnTo>
                  <a:close/>
                </a:path>
              </a:pathLst>
            </a:custGeom>
            <a:solidFill>
              <a:srgbClr val="D2E5C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1" name="pg1300"/>
            <p:cNvSpPr/>
            <p:nvPr/>
          </p:nvSpPr>
          <p:spPr>
            <a:xfrm>
              <a:off x="4984508" y="1392915"/>
              <a:ext cx="8738" cy="13689"/>
            </a:xfrm>
            <a:custGeom>
              <a:avLst/>
              <a:pathLst>
                <a:path w="8738" h="13689">
                  <a:moveTo>
                    <a:pt x="6053" y="12874"/>
                  </a:moveTo>
                  <a:lnTo>
                    <a:pt x="3582" y="13689"/>
                  </a:lnTo>
                  <a:lnTo>
                    <a:pt x="0" y="13465"/>
                  </a:lnTo>
                  <a:lnTo>
                    <a:pt x="257" y="11288"/>
                  </a:lnTo>
                  <a:lnTo>
                    <a:pt x="871" y="10324"/>
                  </a:lnTo>
                  <a:lnTo>
                    <a:pt x="1714" y="7942"/>
                  </a:lnTo>
                  <a:lnTo>
                    <a:pt x="1331" y="6169"/>
                  </a:lnTo>
                  <a:lnTo>
                    <a:pt x="1541" y="3997"/>
                  </a:lnTo>
                  <a:lnTo>
                    <a:pt x="1973" y="2332"/>
                  </a:lnTo>
                  <a:lnTo>
                    <a:pt x="3006" y="0"/>
                  </a:lnTo>
                  <a:lnTo>
                    <a:pt x="4098" y="1381"/>
                  </a:lnTo>
                  <a:lnTo>
                    <a:pt x="4841" y="3428"/>
                  </a:lnTo>
                  <a:lnTo>
                    <a:pt x="5518" y="4458"/>
                  </a:lnTo>
                  <a:lnTo>
                    <a:pt x="8231" y="6491"/>
                  </a:lnTo>
                  <a:lnTo>
                    <a:pt x="8738" y="7082"/>
                  </a:lnTo>
                  <a:lnTo>
                    <a:pt x="6476" y="9554"/>
                  </a:lnTo>
                  <a:lnTo>
                    <a:pt x="6254" y="10611"/>
                  </a:lnTo>
                  <a:lnTo>
                    <a:pt x="6929" y="12023"/>
                  </a:lnTo>
                  <a:close/>
                </a:path>
              </a:pathLst>
            </a:custGeom>
            <a:solidFill>
              <a:srgbClr val="D2E5C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2" name="pg1301"/>
            <p:cNvSpPr/>
            <p:nvPr/>
          </p:nvSpPr>
          <p:spPr>
            <a:xfrm>
              <a:off x="5192991" y="1382586"/>
              <a:ext cx="3989" cy="3221"/>
            </a:xfrm>
            <a:custGeom>
              <a:avLst/>
              <a:pathLst>
                <a:path w="3989" h="3221">
                  <a:moveTo>
                    <a:pt x="3989" y="2159"/>
                  </a:moveTo>
                  <a:lnTo>
                    <a:pt x="2775" y="3221"/>
                  </a:lnTo>
                  <a:lnTo>
                    <a:pt x="0" y="1513"/>
                  </a:lnTo>
                  <a:lnTo>
                    <a:pt x="1025" y="591"/>
                  </a:lnTo>
                  <a:lnTo>
                    <a:pt x="2935" y="0"/>
                  </a:lnTo>
                  <a:lnTo>
                    <a:pt x="3369" y="285"/>
                  </a:lnTo>
                  <a:lnTo>
                    <a:pt x="3719" y="927"/>
                  </a:lnTo>
                  <a:close/>
                </a:path>
              </a:pathLst>
            </a:custGeom>
            <a:solidFill>
              <a:srgbClr val="D2E5C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3" name="pg1302"/>
            <p:cNvSpPr/>
            <p:nvPr/>
          </p:nvSpPr>
          <p:spPr>
            <a:xfrm>
              <a:off x="5002737" y="1382441"/>
              <a:ext cx="102522" cy="45599"/>
            </a:xfrm>
            <a:custGeom>
              <a:avLst/>
              <a:pathLst>
                <a:path w="102522" h="45599">
                  <a:moveTo>
                    <a:pt x="37793" y="10955"/>
                  </a:moveTo>
                  <a:lnTo>
                    <a:pt x="39053" y="11520"/>
                  </a:lnTo>
                  <a:lnTo>
                    <a:pt x="40543" y="11148"/>
                  </a:lnTo>
                  <a:lnTo>
                    <a:pt x="41940" y="11933"/>
                  </a:lnTo>
                  <a:lnTo>
                    <a:pt x="43247" y="15067"/>
                  </a:lnTo>
                  <a:lnTo>
                    <a:pt x="43861" y="15853"/>
                  </a:lnTo>
                  <a:lnTo>
                    <a:pt x="44537" y="16422"/>
                  </a:lnTo>
                  <a:lnTo>
                    <a:pt x="45203" y="16712"/>
                  </a:lnTo>
                  <a:lnTo>
                    <a:pt x="47143" y="16813"/>
                  </a:lnTo>
                  <a:lnTo>
                    <a:pt x="48037" y="16184"/>
                  </a:lnTo>
                  <a:lnTo>
                    <a:pt x="48705" y="14751"/>
                  </a:lnTo>
                  <a:lnTo>
                    <a:pt x="48660" y="13302"/>
                  </a:lnTo>
                  <a:lnTo>
                    <a:pt x="48491" y="11842"/>
                  </a:lnTo>
                  <a:lnTo>
                    <a:pt x="48482" y="9835"/>
                  </a:lnTo>
                  <a:lnTo>
                    <a:pt x="48781" y="8048"/>
                  </a:lnTo>
                  <a:lnTo>
                    <a:pt x="49208" y="6950"/>
                  </a:lnTo>
                  <a:lnTo>
                    <a:pt x="49784" y="6227"/>
                  </a:lnTo>
                  <a:lnTo>
                    <a:pt x="53034" y="4016"/>
                  </a:lnTo>
                  <a:lnTo>
                    <a:pt x="55302" y="1848"/>
                  </a:lnTo>
                  <a:lnTo>
                    <a:pt x="58433" y="2708"/>
                  </a:lnTo>
                  <a:lnTo>
                    <a:pt x="61591" y="4614"/>
                  </a:lnTo>
                  <a:lnTo>
                    <a:pt x="67184" y="8749"/>
                  </a:lnTo>
                  <a:lnTo>
                    <a:pt x="69733" y="9936"/>
                  </a:lnTo>
                  <a:lnTo>
                    <a:pt x="72868" y="11015"/>
                  </a:lnTo>
                  <a:lnTo>
                    <a:pt x="76017" y="11408"/>
                  </a:lnTo>
                  <a:lnTo>
                    <a:pt x="77553" y="11151"/>
                  </a:lnTo>
                  <a:lnTo>
                    <a:pt x="80585" y="10026"/>
                  </a:lnTo>
                  <a:lnTo>
                    <a:pt x="82119" y="9929"/>
                  </a:lnTo>
                  <a:lnTo>
                    <a:pt x="101246" y="18146"/>
                  </a:lnTo>
                  <a:lnTo>
                    <a:pt x="101910" y="18782"/>
                  </a:lnTo>
                  <a:lnTo>
                    <a:pt x="102522" y="19775"/>
                  </a:lnTo>
                  <a:lnTo>
                    <a:pt x="98421" y="20978"/>
                  </a:lnTo>
                  <a:lnTo>
                    <a:pt x="95736" y="23155"/>
                  </a:lnTo>
                  <a:lnTo>
                    <a:pt x="94805" y="24647"/>
                  </a:lnTo>
                  <a:lnTo>
                    <a:pt x="95871" y="25861"/>
                  </a:lnTo>
                  <a:lnTo>
                    <a:pt x="96715" y="27503"/>
                  </a:lnTo>
                  <a:lnTo>
                    <a:pt x="90918" y="32427"/>
                  </a:lnTo>
                  <a:lnTo>
                    <a:pt x="88581" y="33701"/>
                  </a:lnTo>
                  <a:lnTo>
                    <a:pt x="86188" y="34130"/>
                  </a:lnTo>
                  <a:lnTo>
                    <a:pt x="81388" y="32968"/>
                  </a:lnTo>
                  <a:lnTo>
                    <a:pt x="78588" y="33001"/>
                  </a:lnTo>
                  <a:lnTo>
                    <a:pt x="75836" y="31995"/>
                  </a:lnTo>
                  <a:lnTo>
                    <a:pt x="72811" y="29025"/>
                  </a:lnTo>
                  <a:lnTo>
                    <a:pt x="71568" y="27536"/>
                  </a:lnTo>
                  <a:lnTo>
                    <a:pt x="70464" y="25473"/>
                  </a:lnTo>
                  <a:lnTo>
                    <a:pt x="70100" y="22186"/>
                  </a:lnTo>
                  <a:lnTo>
                    <a:pt x="70525" y="19358"/>
                  </a:lnTo>
                  <a:lnTo>
                    <a:pt x="72147" y="18554"/>
                  </a:lnTo>
                  <a:lnTo>
                    <a:pt x="73590" y="16738"/>
                  </a:lnTo>
                  <a:lnTo>
                    <a:pt x="73790" y="15951"/>
                  </a:lnTo>
                  <a:lnTo>
                    <a:pt x="73051" y="14373"/>
                  </a:lnTo>
                  <a:lnTo>
                    <a:pt x="68295" y="14148"/>
                  </a:lnTo>
                  <a:lnTo>
                    <a:pt x="65326" y="15011"/>
                  </a:lnTo>
                  <a:lnTo>
                    <a:pt x="62624" y="15928"/>
                  </a:lnTo>
                  <a:lnTo>
                    <a:pt x="63415" y="21929"/>
                  </a:lnTo>
                  <a:lnTo>
                    <a:pt x="63997" y="23847"/>
                  </a:lnTo>
                  <a:lnTo>
                    <a:pt x="64800" y="25221"/>
                  </a:lnTo>
                  <a:lnTo>
                    <a:pt x="69090" y="31512"/>
                  </a:lnTo>
                  <a:lnTo>
                    <a:pt x="70067" y="32404"/>
                  </a:lnTo>
                  <a:lnTo>
                    <a:pt x="72904" y="33606"/>
                  </a:lnTo>
                  <a:lnTo>
                    <a:pt x="75320" y="36327"/>
                  </a:lnTo>
                  <a:lnTo>
                    <a:pt x="71058" y="39357"/>
                  </a:lnTo>
                  <a:lnTo>
                    <a:pt x="69203" y="40254"/>
                  </a:lnTo>
                  <a:lnTo>
                    <a:pt x="67335" y="40756"/>
                  </a:lnTo>
                  <a:lnTo>
                    <a:pt x="66185" y="40516"/>
                  </a:lnTo>
                  <a:lnTo>
                    <a:pt x="65076" y="39885"/>
                  </a:lnTo>
                  <a:lnTo>
                    <a:pt x="63818" y="38416"/>
                  </a:lnTo>
                  <a:lnTo>
                    <a:pt x="62792" y="36898"/>
                  </a:lnTo>
                  <a:lnTo>
                    <a:pt x="61419" y="35708"/>
                  </a:lnTo>
                  <a:lnTo>
                    <a:pt x="58507" y="35965"/>
                  </a:lnTo>
                  <a:lnTo>
                    <a:pt x="55845" y="37011"/>
                  </a:lnTo>
                  <a:lnTo>
                    <a:pt x="53170" y="37719"/>
                  </a:lnTo>
                  <a:lnTo>
                    <a:pt x="45252" y="38941"/>
                  </a:lnTo>
                  <a:lnTo>
                    <a:pt x="42852" y="39703"/>
                  </a:lnTo>
                  <a:lnTo>
                    <a:pt x="40464" y="39973"/>
                  </a:lnTo>
                  <a:lnTo>
                    <a:pt x="37333" y="38559"/>
                  </a:lnTo>
                  <a:lnTo>
                    <a:pt x="34252" y="36520"/>
                  </a:lnTo>
                  <a:lnTo>
                    <a:pt x="33314" y="36512"/>
                  </a:lnTo>
                  <a:lnTo>
                    <a:pt x="32395" y="37057"/>
                  </a:lnTo>
                  <a:lnTo>
                    <a:pt x="31691" y="38285"/>
                  </a:lnTo>
                  <a:lnTo>
                    <a:pt x="31255" y="40243"/>
                  </a:lnTo>
                  <a:lnTo>
                    <a:pt x="30253" y="42860"/>
                  </a:lnTo>
                  <a:lnTo>
                    <a:pt x="28980" y="44704"/>
                  </a:lnTo>
                  <a:lnTo>
                    <a:pt x="27636" y="45506"/>
                  </a:lnTo>
                  <a:lnTo>
                    <a:pt x="26220" y="45599"/>
                  </a:lnTo>
                  <a:lnTo>
                    <a:pt x="24789" y="45092"/>
                  </a:lnTo>
                  <a:lnTo>
                    <a:pt x="23374" y="44287"/>
                  </a:lnTo>
                  <a:lnTo>
                    <a:pt x="13949" y="41434"/>
                  </a:lnTo>
                  <a:lnTo>
                    <a:pt x="12841" y="40562"/>
                  </a:lnTo>
                  <a:lnTo>
                    <a:pt x="11789" y="39266"/>
                  </a:lnTo>
                  <a:lnTo>
                    <a:pt x="8961" y="35197"/>
                  </a:lnTo>
                  <a:lnTo>
                    <a:pt x="7561" y="34251"/>
                  </a:lnTo>
                  <a:lnTo>
                    <a:pt x="6085" y="33848"/>
                  </a:lnTo>
                  <a:lnTo>
                    <a:pt x="3294" y="31794"/>
                  </a:lnTo>
                  <a:lnTo>
                    <a:pt x="713" y="28505"/>
                  </a:lnTo>
                  <a:lnTo>
                    <a:pt x="178" y="27461"/>
                  </a:lnTo>
                  <a:lnTo>
                    <a:pt x="0" y="25830"/>
                  </a:lnTo>
                  <a:lnTo>
                    <a:pt x="423" y="24654"/>
                  </a:lnTo>
                  <a:lnTo>
                    <a:pt x="2661" y="25209"/>
                  </a:lnTo>
                  <a:lnTo>
                    <a:pt x="4169" y="25148"/>
                  </a:lnTo>
                  <a:lnTo>
                    <a:pt x="3261" y="19068"/>
                  </a:lnTo>
                  <a:lnTo>
                    <a:pt x="3914" y="13305"/>
                  </a:lnTo>
                  <a:lnTo>
                    <a:pt x="5006" y="12353"/>
                  </a:lnTo>
                  <a:lnTo>
                    <a:pt x="9248" y="13005"/>
                  </a:lnTo>
                  <a:lnTo>
                    <a:pt x="7871" y="11119"/>
                  </a:lnTo>
                  <a:lnTo>
                    <a:pt x="6745" y="8570"/>
                  </a:lnTo>
                  <a:lnTo>
                    <a:pt x="7469" y="7224"/>
                  </a:lnTo>
                  <a:lnTo>
                    <a:pt x="8259" y="6250"/>
                  </a:lnTo>
                  <a:lnTo>
                    <a:pt x="10075" y="5437"/>
                  </a:lnTo>
                  <a:lnTo>
                    <a:pt x="12545" y="5080"/>
                  </a:lnTo>
                  <a:lnTo>
                    <a:pt x="13296" y="4504"/>
                  </a:lnTo>
                  <a:lnTo>
                    <a:pt x="13995" y="3521"/>
                  </a:lnTo>
                  <a:lnTo>
                    <a:pt x="15355" y="2504"/>
                  </a:lnTo>
                  <a:lnTo>
                    <a:pt x="18073" y="2057"/>
                  </a:lnTo>
                  <a:lnTo>
                    <a:pt x="22745" y="0"/>
                  </a:lnTo>
                  <a:lnTo>
                    <a:pt x="24031" y="87"/>
                  </a:lnTo>
                  <a:lnTo>
                    <a:pt x="25226" y="1170"/>
                  </a:lnTo>
                  <a:lnTo>
                    <a:pt x="26342" y="2699"/>
                  </a:lnTo>
                  <a:lnTo>
                    <a:pt x="27587" y="3516"/>
                  </a:lnTo>
                  <a:lnTo>
                    <a:pt x="31453" y="5504"/>
                  </a:lnTo>
                  <a:lnTo>
                    <a:pt x="34071" y="7287"/>
                  </a:lnTo>
                  <a:close/>
                </a:path>
              </a:pathLst>
            </a:custGeom>
            <a:solidFill>
              <a:srgbClr val="D2E5C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4" name="pg1303"/>
            <p:cNvSpPr/>
            <p:nvPr/>
          </p:nvSpPr>
          <p:spPr>
            <a:xfrm>
              <a:off x="4495303" y="1379319"/>
              <a:ext cx="15877" cy="5426"/>
            </a:xfrm>
            <a:custGeom>
              <a:avLst/>
              <a:pathLst>
                <a:path w="15877" h="5426">
                  <a:moveTo>
                    <a:pt x="14884" y="805"/>
                  </a:moveTo>
                  <a:lnTo>
                    <a:pt x="15877" y="1227"/>
                  </a:lnTo>
                  <a:lnTo>
                    <a:pt x="15581" y="2485"/>
                  </a:lnTo>
                  <a:lnTo>
                    <a:pt x="14327" y="2116"/>
                  </a:lnTo>
                  <a:lnTo>
                    <a:pt x="12670" y="2754"/>
                  </a:lnTo>
                  <a:lnTo>
                    <a:pt x="12702" y="3778"/>
                  </a:lnTo>
                  <a:lnTo>
                    <a:pt x="12058" y="5426"/>
                  </a:lnTo>
                  <a:lnTo>
                    <a:pt x="9721" y="4429"/>
                  </a:lnTo>
                  <a:lnTo>
                    <a:pt x="6500" y="4288"/>
                  </a:lnTo>
                  <a:lnTo>
                    <a:pt x="4478" y="3301"/>
                  </a:lnTo>
                  <a:lnTo>
                    <a:pt x="0" y="2678"/>
                  </a:lnTo>
                  <a:lnTo>
                    <a:pt x="133" y="1292"/>
                  </a:lnTo>
                  <a:lnTo>
                    <a:pt x="837" y="481"/>
                  </a:lnTo>
                  <a:lnTo>
                    <a:pt x="3452" y="1647"/>
                  </a:lnTo>
                  <a:lnTo>
                    <a:pt x="5790" y="339"/>
                  </a:lnTo>
                  <a:lnTo>
                    <a:pt x="10235" y="989"/>
                  </a:lnTo>
                  <a:lnTo>
                    <a:pt x="11694" y="0"/>
                  </a:lnTo>
                  <a:close/>
                </a:path>
              </a:pathLst>
            </a:custGeom>
            <a:solidFill>
              <a:srgbClr val="D2E5C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5" name="pg1304"/>
            <p:cNvSpPr/>
            <p:nvPr/>
          </p:nvSpPr>
          <p:spPr>
            <a:xfrm>
              <a:off x="4512710" y="1377846"/>
              <a:ext cx="3822" cy="4928"/>
            </a:xfrm>
            <a:custGeom>
              <a:avLst/>
              <a:pathLst>
                <a:path w="3822" h="4928">
                  <a:moveTo>
                    <a:pt x="1396" y="4611"/>
                  </a:moveTo>
                  <a:lnTo>
                    <a:pt x="712" y="4928"/>
                  </a:lnTo>
                  <a:lnTo>
                    <a:pt x="184" y="4712"/>
                  </a:lnTo>
                  <a:lnTo>
                    <a:pt x="0" y="4381"/>
                  </a:lnTo>
                  <a:lnTo>
                    <a:pt x="10" y="2877"/>
                  </a:lnTo>
                  <a:lnTo>
                    <a:pt x="1140" y="917"/>
                  </a:lnTo>
                  <a:lnTo>
                    <a:pt x="1168" y="307"/>
                  </a:lnTo>
                  <a:lnTo>
                    <a:pt x="1688" y="0"/>
                  </a:lnTo>
                  <a:lnTo>
                    <a:pt x="3057" y="349"/>
                  </a:lnTo>
                  <a:lnTo>
                    <a:pt x="3728" y="1177"/>
                  </a:lnTo>
                  <a:lnTo>
                    <a:pt x="3822" y="1555"/>
                  </a:lnTo>
                  <a:lnTo>
                    <a:pt x="2862" y="3507"/>
                  </a:lnTo>
                  <a:close/>
                </a:path>
              </a:pathLst>
            </a:custGeom>
            <a:solidFill>
              <a:srgbClr val="D2E5C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6" name="pg1305"/>
            <p:cNvSpPr/>
            <p:nvPr/>
          </p:nvSpPr>
          <p:spPr>
            <a:xfrm>
              <a:off x="4698316" y="1369319"/>
              <a:ext cx="8432" cy="5725"/>
            </a:xfrm>
            <a:custGeom>
              <a:avLst/>
              <a:pathLst>
                <a:path w="8432" h="5725">
                  <a:moveTo>
                    <a:pt x="6204" y="676"/>
                  </a:moveTo>
                  <a:lnTo>
                    <a:pt x="8087" y="2683"/>
                  </a:lnTo>
                  <a:lnTo>
                    <a:pt x="8432" y="3966"/>
                  </a:lnTo>
                  <a:lnTo>
                    <a:pt x="7863" y="4270"/>
                  </a:lnTo>
                  <a:lnTo>
                    <a:pt x="7526" y="4752"/>
                  </a:lnTo>
                  <a:lnTo>
                    <a:pt x="7383" y="5655"/>
                  </a:lnTo>
                  <a:lnTo>
                    <a:pt x="6857" y="5725"/>
                  </a:lnTo>
                  <a:lnTo>
                    <a:pt x="5190" y="4728"/>
                  </a:lnTo>
                  <a:lnTo>
                    <a:pt x="3996" y="3126"/>
                  </a:lnTo>
                  <a:lnTo>
                    <a:pt x="2253" y="2791"/>
                  </a:lnTo>
                  <a:lnTo>
                    <a:pt x="411" y="1206"/>
                  </a:lnTo>
                  <a:lnTo>
                    <a:pt x="0" y="520"/>
                  </a:lnTo>
                  <a:lnTo>
                    <a:pt x="514" y="323"/>
                  </a:lnTo>
                  <a:lnTo>
                    <a:pt x="3808" y="751"/>
                  </a:lnTo>
                  <a:lnTo>
                    <a:pt x="5182" y="0"/>
                  </a:lnTo>
                  <a:close/>
                </a:path>
              </a:pathLst>
            </a:custGeom>
            <a:solidFill>
              <a:srgbClr val="D2E5C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7" name="pg1306"/>
            <p:cNvSpPr/>
            <p:nvPr/>
          </p:nvSpPr>
          <p:spPr>
            <a:xfrm>
              <a:off x="4519669" y="1367460"/>
              <a:ext cx="3388" cy="3612"/>
            </a:xfrm>
            <a:custGeom>
              <a:avLst/>
              <a:pathLst>
                <a:path w="3388" h="3612">
                  <a:moveTo>
                    <a:pt x="3388" y="3171"/>
                  </a:moveTo>
                  <a:lnTo>
                    <a:pt x="2740" y="3612"/>
                  </a:lnTo>
                  <a:lnTo>
                    <a:pt x="1462" y="3426"/>
                  </a:lnTo>
                  <a:lnTo>
                    <a:pt x="381" y="2300"/>
                  </a:lnTo>
                  <a:lnTo>
                    <a:pt x="0" y="504"/>
                  </a:lnTo>
                  <a:lnTo>
                    <a:pt x="868" y="0"/>
                  </a:lnTo>
                  <a:close/>
                </a:path>
              </a:pathLst>
            </a:custGeom>
            <a:solidFill>
              <a:srgbClr val="D2E5C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8" name="pg1307"/>
            <p:cNvSpPr/>
            <p:nvPr/>
          </p:nvSpPr>
          <p:spPr>
            <a:xfrm>
              <a:off x="5142292" y="1365233"/>
              <a:ext cx="12282" cy="3954"/>
            </a:xfrm>
            <a:custGeom>
              <a:avLst/>
              <a:pathLst>
                <a:path w="12282" h="3954">
                  <a:moveTo>
                    <a:pt x="9159" y="3609"/>
                  </a:moveTo>
                  <a:lnTo>
                    <a:pt x="0" y="3954"/>
                  </a:lnTo>
                  <a:lnTo>
                    <a:pt x="603" y="3106"/>
                  </a:lnTo>
                  <a:lnTo>
                    <a:pt x="3911" y="1048"/>
                  </a:lnTo>
                  <a:lnTo>
                    <a:pt x="12282" y="0"/>
                  </a:lnTo>
                  <a:lnTo>
                    <a:pt x="10599" y="1030"/>
                  </a:lnTo>
                  <a:lnTo>
                    <a:pt x="9824" y="3104"/>
                  </a:lnTo>
                  <a:close/>
                </a:path>
              </a:pathLst>
            </a:custGeom>
            <a:solidFill>
              <a:srgbClr val="D2E5C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9" name="pg1308"/>
            <p:cNvSpPr/>
            <p:nvPr/>
          </p:nvSpPr>
          <p:spPr>
            <a:xfrm>
              <a:off x="3988946" y="1358451"/>
              <a:ext cx="184987" cy="109755"/>
            </a:xfrm>
            <a:custGeom>
              <a:avLst/>
              <a:pathLst>
                <a:path w="184987" h="109755">
                  <a:moveTo>
                    <a:pt x="170650" y="22870"/>
                  </a:moveTo>
                  <a:lnTo>
                    <a:pt x="165774" y="25125"/>
                  </a:lnTo>
                  <a:lnTo>
                    <a:pt x="162870" y="26695"/>
                  </a:lnTo>
                  <a:lnTo>
                    <a:pt x="160021" y="27755"/>
                  </a:lnTo>
                  <a:lnTo>
                    <a:pt x="157148" y="28501"/>
                  </a:lnTo>
                  <a:lnTo>
                    <a:pt x="152578" y="30373"/>
                  </a:lnTo>
                  <a:lnTo>
                    <a:pt x="144494" y="32708"/>
                  </a:lnTo>
                  <a:lnTo>
                    <a:pt x="139405" y="34635"/>
                  </a:lnTo>
                  <a:lnTo>
                    <a:pt x="133835" y="36148"/>
                  </a:lnTo>
                  <a:lnTo>
                    <a:pt x="127962" y="38174"/>
                  </a:lnTo>
                  <a:lnTo>
                    <a:pt x="122072" y="39565"/>
                  </a:lnTo>
                  <a:lnTo>
                    <a:pt x="120611" y="39679"/>
                  </a:lnTo>
                  <a:lnTo>
                    <a:pt x="116434" y="41619"/>
                  </a:lnTo>
                  <a:lnTo>
                    <a:pt x="113135" y="42427"/>
                  </a:lnTo>
                  <a:lnTo>
                    <a:pt x="101193" y="46800"/>
                  </a:lnTo>
                  <a:lnTo>
                    <a:pt x="95710" y="49995"/>
                  </a:lnTo>
                  <a:lnTo>
                    <a:pt x="94129" y="50255"/>
                  </a:lnTo>
                  <a:lnTo>
                    <a:pt x="92538" y="50136"/>
                  </a:lnTo>
                  <a:lnTo>
                    <a:pt x="91232" y="51136"/>
                  </a:lnTo>
                  <a:lnTo>
                    <a:pt x="89995" y="52863"/>
                  </a:lnTo>
                  <a:lnTo>
                    <a:pt x="87415" y="54603"/>
                  </a:lnTo>
                  <a:lnTo>
                    <a:pt x="86118" y="56164"/>
                  </a:lnTo>
                  <a:lnTo>
                    <a:pt x="84778" y="57412"/>
                  </a:lnTo>
                  <a:lnTo>
                    <a:pt x="84000" y="57813"/>
                  </a:lnTo>
                  <a:lnTo>
                    <a:pt x="82518" y="57688"/>
                  </a:lnTo>
                  <a:lnTo>
                    <a:pt x="81809" y="57822"/>
                  </a:lnTo>
                  <a:lnTo>
                    <a:pt x="79387" y="59216"/>
                  </a:lnTo>
                  <a:lnTo>
                    <a:pt x="78951" y="60304"/>
                  </a:lnTo>
                  <a:lnTo>
                    <a:pt x="81556" y="61031"/>
                  </a:lnTo>
                  <a:lnTo>
                    <a:pt x="82123" y="62258"/>
                  </a:lnTo>
                  <a:lnTo>
                    <a:pt x="81365" y="63123"/>
                  </a:lnTo>
                  <a:lnTo>
                    <a:pt x="79678" y="64256"/>
                  </a:lnTo>
                  <a:lnTo>
                    <a:pt x="78724" y="65450"/>
                  </a:lnTo>
                  <a:lnTo>
                    <a:pt x="76988" y="66654"/>
                  </a:lnTo>
                  <a:lnTo>
                    <a:pt x="75797" y="66986"/>
                  </a:lnTo>
                  <a:lnTo>
                    <a:pt x="72932" y="66948"/>
                  </a:lnTo>
                  <a:lnTo>
                    <a:pt x="72779" y="68439"/>
                  </a:lnTo>
                  <a:lnTo>
                    <a:pt x="73228" y="69355"/>
                  </a:lnTo>
                  <a:lnTo>
                    <a:pt x="72999" y="70165"/>
                  </a:lnTo>
                  <a:lnTo>
                    <a:pt x="72040" y="70959"/>
                  </a:lnTo>
                  <a:lnTo>
                    <a:pt x="71089" y="70854"/>
                  </a:lnTo>
                  <a:lnTo>
                    <a:pt x="66752" y="68512"/>
                  </a:lnTo>
                  <a:lnTo>
                    <a:pt x="66044" y="69316"/>
                  </a:lnTo>
                  <a:lnTo>
                    <a:pt x="65739" y="70939"/>
                  </a:lnTo>
                  <a:lnTo>
                    <a:pt x="65606" y="72680"/>
                  </a:lnTo>
                  <a:lnTo>
                    <a:pt x="65056" y="73992"/>
                  </a:lnTo>
                  <a:lnTo>
                    <a:pt x="64318" y="74641"/>
                  </a:lnTo>
                  <a:lnTo>
                    <a:pt x="62951" y="75317"/>
                  </a:lnTo>
                  <a:lnTo>
                    <a:pt x="58154" y="74246"/>
                  </a:lnTo>
                  <a:lnTo>
                    <a:pt x="57758" y="75272"/>
                  </a:lnTo>
                  <a:lnTo>
                    <a:pt x="58487" y="76524"/>
                  </a:lnTo>
                  <a:lnTo>
                    <a:pt x="59507" y="79296"/>
                  </a:lnTo>
                  <a:lnTo>
                    <a:pt x="59743" y="80441"/>
                  </a:lnTo>
                  <a:lnTo>
                    <a:pt x="59168" y="82269"/>
                  </a:lnTo>
                  <a:lnTo>
                    <a:pt x="57018" y="85181"/>
                  </a:lnTo>
                  <a:lnTo>
                    <a:pt x="48803" y="88580"/>
                  </a:lnTo>
                  <a:lnTo>
                    <a:pt x="48938" y="89759"/>
                  </a:lnTo>
                  <a:lnTo>
                    <a:pt x="49852" y="92007"/>
                  </a:lnTo>
                  <a:lnTo>
                    <a:pt x="50081" y="93408"/>
                  </a:lnTo>
                  <a:lnTo>
                    <a:pt x="49748" y="94748"/>
                  </a:lnTo>
                  <a:lnTo>
                    <a:pt x="48664" y="95809"/>
                  </a:lnTo>
                  <a:lnTo>
                    <a:pt x="47463" y="95839"/>
                  </a:lnTo>
                  <a:lnTo>
                    <a:pt x="46808" y="95623"/>
                  </a:lnTo>
                  <a:lnTo>
                    <a:pt x="44917" y="94141"/>
                  </a:lnTo>
                  <a:lnTo>
                    <a:pt x="43267" y="93774"/>
                  </a:lnTo>
                  <a:lnTo>
                    <a:pt x="42996" y="94468"/>
                  </a:lnTo>
                  <a:lnTo>
                    <a:pt x="45109" y="96493"/>
                  </a:lnTo>
                  <a:lnTo>
                    <a:pt x="46063" y="99088"/>
                  </a:lnTo>
                  <a:lnTo>
                    <a:pt x="45054" y="100504"/>
                  </a:lnTo>
                  <a:lnTo>
                    <a:pt x="41089" y="103633"/>
                  </a:lnTo>
                  <a:lnTo>
                    <a:pt x="39010" y="107706"/>
                  </a:lnTo>
                  <a:lnTo>
                    <a:pt x="34993" y="109546"/>
                  </a:lnTo>
                  <a:lnTo>
                    <a:pt x="32509" y="109755"/>
                  </a:lnTo>
                  <a:lnTo>
                    <a:pt x="30046" y="109256"/>
                  </a:lnTo>
                  <a:lnTo>
                    <a:pt x="27685" y="108317"/>
                  </a:lnTo>
                  <a:lnTo>
                    <a:pt x="21770" y="107993"/>
                  </a:lnTo>
                  <a:lnTo>
                    <a:pt x="18491" y="106953"/>
                  </a:lnTo>
                  <a:lnTo>
                    <a:pt x="15160" y="105127"/>
                  </a:lnTo>
                  <a:lnTo>
                    <a:pt x="12257" y="105258"/>
                  </a:lnTo>
                  <a:lnTo>
                    <a:pt x="9785" y="106171"/>
                  </a:lnTo>
                  <a:lnTo>
                    <a:pt x="6544" y="108166"/>
                  </a:lnTo>
                  <a:lnTo>
                    <a:pt x="4492" y="104325"/>
                  </a:lnTo>
                  <a:lnTo>
                    <a:pt x="5383" y="102521"/>
                  </a:lnTo>
                  <a:lnTo>
                    <a:pt x="923" y="97938"/>
                  </a:lnTo>
                  <a:lnTo>
                    <a:pt x="0" y="95898"/>
                  </a:lnTo>
                  <a:lnTo>
                    <a:pt x="1078" y="94883"/>
                  </a:lnTo>
                  <a:lnTo>
                    <a:pt x="2444" y="94239"/>
                  </a:lnTo>
                  <a:lnTo>
                    <a:pt x="5010" y="92365"/>
                  </a:lnTo>
                  <a:lnTo>
                    <a:pt x="7597" y="90890"/>
                  </a:lnTo>
                  <a:lnTo>
                    <a:pt x="10271" y="90427"/>
                  </a:lnTo>
                  <a:lnTo>
                    <a:pt x="10722" y="90183"/>
                  </a:lnTo>
                  <a:lnTo>
                    <a:pt x="11827" y="87985"/>
                  </a:lnTo>
                  <a:lnTo>
                    <a:pt x="13020" y="86159"/>
                  </a:lnTo>
                  <a:lnTo>
                    <a:pt x="14105" y="85174"/>
                  </a:lnTo>
                  <a:lnTo>
                    <a:pt x="15355" y="83474"/>
                  </a:lnTo>
                  <a:lnTo>
                    <a:pt x="19231" y="76589"/>
                  </a:lnTo>
                  <a:lnTo>
                    <a:pt x="20151" y="76101"/>
                  </a:lnTo>
                  <a:lnTo>
                    <a:pt x="28218" y="74767"/>
                  </a:lnTo>
                  <a:lnTo>
                    <a:pt x="28935" y="74330"/>
                  </a:lnTo>
                  <a:lnTo>
                    <a:pt x="26623" y="72968"/>
                  </a:lnTo>
                  <a:lnTo>
                    <a:pt x="24238" y="72996"/>
                  </a:lnTo>
                  <a:lnTo>
                    <a:pt x="23139" y="72556"/>
                  </a:lnTo>
                  <a:lnTo>
                    <a:pt x="22515" y="71539"/>
                  </a:lnTo>
                  <a:lnTo>
                    <a:pt x="22172" y="70441"/>
                  </a:lnTo>
                  <a:lnTo>
                    <a:pt x="23116" y="69596"/>
                  </a:lnTo>
                  <a:lnTo>
                    <a:pt x="26212" y="65465"/>
                  </a:lnTo>
                  <a:lnTo>
                    <a:pt x="29919" y="62468"/>
                  </a:lnTo>
                  <a:lnTo>
                    <a:pt x="33342" y="60708"/>
                  </a:lnTo>
                  <a:lnTo>
                    <a:pt x="32486" y="60239"/>
                  </a:lnTo>
                  <a:lnTo>
                    <a:pt x="31408" y="59041"/>
                  </a:lnTo>
                  <a:lnTo>
                    <a:pt x="27240" y="59340"/>
                  </a:lnTo>
                  <a:lnTo>
                    <a:pt x="25596" y="57704"/>
                  </a:lnTo>
                  <a:lnTo>
                    <a:pt x="25084" y="56762"/>
                  </a:lnTo>
                  <a:lnTo>
                    <a:pt x="24949" y="55749"/>
                  </a:lnTo>
                  <a:lnTo>
                    <a:pt x="26297" y="54465"/>
                  </a:lnTo>
                  <a:lnTo>
                    <a:pt x="27697" y="53700"/>
                  </a:lnTo>
                  <a:lnTo>
                    <a:pt x="29241" y="53927"/>
                  </a:lnTo>
                  <a:lnTo>
                    <a:pt x="30782" y="54584"/>
                  </a:lnTo>
                  <a:lnTo>
                    <a:pt x="32005" y="55356"/>
                  </a:lnTo>
                  <a:lnTo>
                    <a:pt x="33178" y="56600"/>
                  </a:lnTo>
                  <a:lnTo>
                    <a:pt x="34214" y="56551"/>
                  </a:lnTo>
                  <a:lnTo>
                    <a:pt x="37943" y="52218"/>
                  </a:lnTo>
                  <a:lnTo>
                    <a:pt x="37370" y="51233"/>
                  </a:lnTo>
                  <a:lnTo>
                    <a:pt x="37129" y="49735"/>
                  </a:lnTo>
                  <a:lnTo>
                    <a:pt x="37555" y="49056"/>
                  </a:lnTo>
                  <a:lnTo>
                    <a:pt x="39322" y="48356"/>
                  </a:lnTo>
                  <a:lnTo>
                    <a:pt x="40517" y="48098"/>
                  </a:lnTo>
                  <a:lnTo>
                    <a:pt x="43128" y="48411"/>
                  </a:lnTo>
                  <a:lnTo>
                    <a:pt x="46846" y="49356"/>
                  </a:lnTo>
                  <a:lnTo>
                    <a:pt x="47148" y="48907"/>
                  </a:lnTo>
                  <a:lnTo>
                    <a:pt x="48082" y="46010"/>
                  </a:lnTo>
                  <a:lnTo>
                    <a:pt x="48998" y="44467"/>
                  </a:lnTo>
                  <a:lnTo>
                    <a:pt x="52779" y="41931"/>
                  </a:lnTo>
                  <a:lnTo>
                    <a:pt x="52522" y="41149"/>
                  </a:lnTo>
                  <a:lnTo>
                    <a:pt x="52349" y="39846"/>
                  </a:lnTo>
                  <a:lnTo>
                    <a:pt x="56737" y="38171"/>
                  </a:lnTo>
                  <a:lnTo>
                    <a:pt x="59593" y="36486"/>
                  </a:lnTo>
                  <a:lnTo>
                    <a:pt x="62378" y="34182"/>
                  </a:lnTo>
                  <a:lnTo>
                    <a:pt x="63761" y="33681"/>
                  </a:lnTo>
                  <a:lnTo>
                    <a:pt x="65171" y="33622"/>
                  </a:lnTo>
                  <a:lnTo>
                    <a:pt x="68049" y="32638"/>
                  </a:lnTo>
                  <a:lnTo>
                    <a:pt x="73355" y="31491"/>
                  </a:lnTo>
                  <a:lnTo>
                    <a:pt x="76453" y="30368"/>
                  </a:lnTo>
                  <a:lnTo>
                    <a:pt x="77453" y="27924"/>
                  </a:lnTo>
                  <a:lnTo>
                    <a:pt x="79416" y="27047"/>
                  </a:lnTo>
                  <a:lnTo>
                    <a:pt x="83400" y="26680"/>
                  </a:lnTo>
                  <a:lnTo>
                    <a:pt x="84916" y="26816"/>
                  </a:lnTo>
                  <a:lnTo>
                    <a:pt x="85777" y="27858"/>
                  </a:lnTo>
                  <a:lnTo>
                    <a:pt x="87495" y="27784"/>
                  </a:lnTo>
                  <a:lnTo>
                    <a:pt x="88172" y="27253"/>
                  </a:lnTo>
                  <a:lnTo>
                    <a:pt x="88857" y="26348"/>
                  </a:lnTo>
                  <a:lnTo>
                    <a:pt x="88650" y="24896"/>
                  </a:lnTo>
                  <a:lnTo>
                    <a:pt x="88619" y="23007"/>
                  </a:lnTo>
                  <a:lnTo>
                    <a:pt x="90112" y="21808"/>
                  </a:lnTo>
                  <a:lnTo>
                    <a:pt x="90657" y="21557"/>
                  </a:lnTo>
                  <a:lnTo>
                    <a:pt x="95140" y="21071"/>
                  </a:lnTo>
                  <a:lnTo>
                    <a:pt x="97792" y="21291"/>
                  </a:lnTo>
                  <a:lnTo>
                    <a:pt x="103279" y="22751"/>
                  </a:lnTo>
                  <a:lnTo>
                    <a:pt x="106128" y="23080"/>
                  </a:lnTo>
                  <a:lnTo>
                    <a:pt x="109918" y="22645"/>
                  </a:lnTo>
                  <a:lnTo>
                    <a:pt x="112227" y="22897"/>
                  </a:lnTo>
                  <a:lnTo>
                    <a:pt x="118987" y="20744"/>
                  </a:lnTo>
                  <a:lnTo>
                    <a:pt x="130410" y="18716"/>
                  </a:lnTo>
                  <a:lnTo>
                    <a:pt x="133385" y="17302"/>
                  </a:lnTo>
                  <a:lnTo>
                    <a:pt x="136339" y="15579"/>
                  </a:lnTo>
                  <a:lnTo>
                    <a:pt x="137836" y="15213"/>
                  </a:lnTo>
                  <a:lnTo>
                    <a:pt x="139351" y="15126"/>
                  </a:lnTo>
                  <a:lnTo>
                    <a:pt x="140724" y="14586"/>
                  </a:lnTo>
                  <a:lnTo>
                    <a:pt x="143389" y="13112"/>
                  </a:lnTo>
                  <a:lnTo>
                    <a:pt x="144711" y="12792"/>
                  </a:lnTo>
                  <a:lnTo>
                    <a:pt x="146152" y="12773"/>
                  </a:lnTo>
                  <a:lnTo>
                    <a:pt x="147465" y="11767"/>
                  </a:lnTo>
                  <a:lnTo>
                    <a:pt x="148635" y="9563"/>
                  </a:lnTo>
                  <a:lnTo>
                    <a:pt x="149903" y="7844"/>
                  </a:lnTo>
                  <a:lnTo>
                    <a:pt x="153343" y="5629"/>
                  </a:lnTo>
                  <a:lnTo>
                    <a:pt x="159237" y="2592"/>
                  </a:lnTo>
                  <a:lnTo>
                    <a:pt x="164536" y="1412"/>
                  </a:lnTo>
                  <a:lnTo>
                    <a:pt x="167843" y="112"/>
                  </a:lnTo>
                  <a:lnTo>
                    <a:pt x="169267" y="0"/>
                  </a:lnTo>
                  <a:lnTo>
                    <a:pt x="173721" y="619"/>
                  </a:lnTo>
                  <a:lnTo>
                    <a:pt x="179430" y="2301"/>
                  </a:lnTo>
                  <a:lnTo>
                    <a:pt x="182031" y="4163"/>
                  </a:lnTo>
                  <a:lnTo>
                    <a:pt x="184154" y="6559"/>
                  </a:lnTo>
                  <a:lnTo>
                    <a:pt x="184622" y="7417"/>
                  </a:lnTo>
                  <a:lnTo>
                    <a:pt x="184987" y="8980"/>
                  </a:lnTo>
                  <a:lnTo>
                    <a:pt x="184363" y="10397"/>
                  </a:lnTo>
                  <a:lnTo>
                    <a:pt x="183967" y="11851"/>
                  </a:lnTo>
                  <a:lnTo>
                    <a:pt x="184476" y="12960"/>
                  </a:lnTo>
                  <a:lnTo>
                    <a:pt x="180318" y="16611"/>
                  </a:lnTo>
                  <a:lnTo>
                    <a:pt x="176220" y="20628"/>
                  </a:lnTo>
                  <a:lnTo>
                    <a:pt x="175526" y="21473"/>
                  </a:lnTo>
                  <a:close/>
                </a:path>
              </a:pathLst>
            </a:custGeom>
            <a:solidFill>
              <a:srgbClr val="D2E5C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0" name="pg1309"/>
            <p:cNvSpPr/>
            <p:nvPr/>
          </p:nvSpPr>
          <p:spPr>
            <a:xfrm>
              <a:off x="4494806" y="1352721"/>
              <a:ext cx="15741" cy="6813"/>
            </a:xfrm>
            <a:custGeom>
              <a:avLst/>
              <a:pathLst>
                <a:path w="15741" h="6813">
                  <a:moveTo>
                    <a:pt x="12371" y="5285"/>
                  </a:moveTo>
                  <a:lnTo>
                    <a:pt x="11982" y="5857"/>
                  </a:lnTo>
                  <a:lnTo>
                    <a:pt x="11450" y="6304"/>
                  </a:lnTo>
                  <a:lnTo>
                    <a:pt x="10006" y="5997"/>
                  </a:lnTo>
                  <a:lnTo>
                    <a:pt x="7121" y="6813"/>
                  </a:lnTo>
                  <a:lnTo>
                    <a:pt x="6038" y="6349"/>
                  </a:lnTo>
                  <a:lnTo>
                    <a:pt x="5003" y="5442"/>
                  </a:lnTo>
                  <a:lnTo>
                    <a:pt x="1142" y="5732"/>
                  </a:lnTo>
                  <a:lnTo>
                    <a:pt x="0" y="5515"/>
                  </a:lnTo>
                  <a:lnTo>
                    <a:pt x="1832" y="4403"/>
                  </a:lnTo>
                  <a:lnTo>
                    <a:pt x="7114" y="3189"/>
                  </a:lnTo>
                  <a:lnTo>
                    <a:pt x="15332" y="0"/>
                  </a:lnTo>
                  <a:lnTo>
                    <a:pt x="15741" y="1520"/>
                  </a:lnTo>
                  <a:lnTo>
                    <a:pt x="15733" y="2243"/>
                  </a:lnTo>
                  <a:lnTo>
                    <a:pt x="14064" y="3969"/>
                  </a:lnTo>
                  <a:close/>
                </a:path>
              </a:pathLst>
            </a:custGeom>
            <a:solidFill>
              <a:srgbClr val="D2E5C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1" name="pg1310"/>
            <p:cNvSpPr/>
            <p:nvPr/>
          </p:nvSpPr>
          <p:spPr>
            <a:xfrm>
              <a:off x="4420115" y="1349603"/>
              <a:ext cx="6555" cy="3754"/>
            </a:xfrm>
            <a:custGeom>
              <a:avLst/>
              <a:pathLst>
                <a:path w="6555" h="3754">
                  <a:moveTo>
                    <a:pt x="4540" y="3611"/>
                  </a:moveTo>
                  <a:lnTo>
                    <a:pt x="1923" y="3754"/>
                  </a:lnTo>
                  <a:lnTo>
                    <a:pt x="458" y="2987"/>
                  </a:lnTo>
                  <a:lnTo>
                    <a:pt x="0" y="2488"/>
                  </a:lnTo>
                  <a:lnTo>
                    <a:pt x="716" y="1154"/>
                  </a:lnTo>
                  <a:lnTo>
                    <a:pt x="1704" y="282"/>
                  </a:lnTo>
                  <a:lnTo>
                    <a:pt x="5782" y="0"/>
                  </a:lnTo>
                  <a:lnTo>
                    <a:pt x="6555" y="907"/>
                  </a:lnTo>
                  <a:lnTo>
                    <a:pt x="6387" y="1670"/>
                  </a:lnTo>
                  <a:close/>
                </a:path>
              </a:pathLst>
            </a:custGeom>
            <a:solidFill>
              <a:srgbClr val="D2E5C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2" name="pg1311"/>
            <p:cNvSpPr/>
            <p:nvPr/>
          </p:nvSpPr>
          <p:spPr>
            <a:xfrm>
              <a:off x="4641043" y="1348537"/>
              <a:ext cx="4996" cy="3120"/>
            </a:xfrm>
            <a:custGeom>
              <a:avLst/>
              <a:pathLst>
                <a:path w="4996" h="3120">
                  <a:moveTo>
                    <a:pt x="1769" y="3086"/>
                  </a:moveTo>
                  <a:lnTo>
                    <a:pt x="398" y="3120"/>
                  </a:lnTo>
                  <a:lnTo>
                    <a:pt x="0" y="1716"/>
                  </a:lnTo>
                  <a:lnTo>
                    <a:pt x="1180" y="14"/>
                  </a:lnTo>
                  <a:lnTo>
                    <a:pt x="2643" y="0"/>
                  </a:lnTo>
                  <a:lnTo>
                    <a:pt x="3950" y="504"/>
                  </a:lnTo>
                  <a:lnTo>
                    <a:pt x="4384" y="810"/>
                  </a:lnTo>
                  <a:lnTo>
                    <a:pt x="4814" y="1397"/>
                  </a:lnTo>
                  <a:lnTo>
                    <a:pt x="4996" y="2329"/>
                  </a:lnTo>
                  <a:close/>
                </a:path>
              </a:pathLst>
            </a:custGeom>
            <a:solidFill>
              <a:srgbClr val="D2E5C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3" name="pg1312"/>
            <p:cNvSpPr/>
            <p:nvPr/>
          </p:nvSpPr>
          <p:spPr>
            <a:xfrm>
              <a:off x="3667071" y="1337209"/>
              <a:ext cx="1985527" cy="1079462"/>
            </a:xfrm>
            <a:custGeom>
              <a:avLst/>
              <a:pathLst>
                <a:path w="1985527" h="1079462">
                  <a:moveTo>
                    <a:pt x="1259370" y="1046861"/>
                  </a:moveTo>
                  <a:lnTo>
                    <a:pt x="1259012" y="1046115"/>
                  </a:lnTo>
                  <a:lnTo>
                    <a:pt x="1258934" y="1044793"/>
                  </a:lnTo>
                  <a:lnTo>
                    <a:pt x="1258524" y="1043519"/>
                  </a:lnTo>
                  <a:lnTo>
                    <a:pt x="1257746" y="1041774"/>
                  </a:lnTo>
                  <a:lnTo>
                    <a:pt x="1257415" y="1039980"/>
                  </a:lnTo>
                  <a:lnTo>
                    <a:pt x="1258116" y="1039037"/>
                  </a:lnTo>
                  <a:lnTo>
                    <a:pt x="1258020" y="1037385"/>
                  </a:lnTo>
                  <a:lnTo>
                    <a:pt x="1257338" y="1035875"/>
                  </a:lnTo>
                  <a:lnTo>
                    <a:pt x="1256347" y="1035543"/>
                  </a:lnTo>
                  <a:lnTo>
                    <a:pt x="1256111" y="1035121"/>
                  </a:lnTo>
                  <a:lnTo>
                    <a:pt x="1256170" y="1034317"/>
                  </a:lnTo>
                  <a:lnTo>
                    <a:pt x="1256511" y="1033479"/>
                  </a:lnTo>
                  <a:lnTo>
                    <a:pt x="1257001" y="1032779"/>
                  </a:lnTo>
                  <a:lnTo>
                    <a:pt x="1258028" y="1031818"/>
                  </a:lnTo>
                  <a:lnTo>
                    <a:pt x="1259798" y="1031103"/>
                  </a:lnTo>
                  <a:lnTo>
                    <a:pt x="1260783" y="1030482"/>
                  </a:lnTo>
                  <a:lnTo>
                    <a:pt x="1261579" y="1030290"/>
                  </a:lnTo>
                  <a:lnTo>
                    <a:pt x="1262484" y="1030632"/>
                  </a:lnTo>
                  <a:lnTo>
                    <a:pt x="1263248" y="1029706"/>
                  </a:lnTo>
                  <a:lnTo>
                    <a:pt x="1264016" y="1029140"/>
                  </a:lnTo>
                  <a:lnTo>
                    <a:pt x="1264198" y="1027543"/>
                  </a:lnTo>
                  <a:lnTo>
                    <a:pt x="1264230" y="1025126"/>
                  </a:lnTo>
                  <a:lnTo>
                    <a:pt x="1264509" y="1024406"/>
                  </a:lnTo>
                  <a:lnTo>
                    <a:pt x="1264832" y="1023367"/>
                  </a:lnTo>
                  <a:lnTo>
                    <a:pt x="1265320" y="1022050"/>
                  </a:lnTo>
                  <a:lnTo>
                    <a:pt x="1265763" y="1018635"/>
                  </a:lnTo>
                  <a:lnTo>
                    <a:pt x="1266097" y="1016275"/>
                  </a:lnTo>
                  <a:lnTo>
                    <a:pt x="1266316" y="1015080"/>
                  </a:lnTo>
                  <a:lnTo>
                    <a:pt x="1266371" y="1013455"/>
                  </a:lnTo>
                  <a:lnTo>
                    <a:pt x="1266153" y="1012392"/>
                  </a:lnTo>
                  <a:lnTo>
                    <a:pt x="1265730" y="1011760"/>
                  </a:lnTo>
                  <a:lnTo>
                    <a:pt x="1265404" y="1011313"/>
                  </a:lnTo>
                  <a:lnTo>
                    <a:pt x="1265375" y="1009495"/>
                  </a:lnTo>
                  <a:lnTo>
                    <a:pt x="1265418" y="1007019"/>
                  </a:lnTo>
                  <a:lnTo>
                    <a:pt x="1265304" y="1005427"/>
                  </a:lnTo>
                  <a:lnTo>
                    <a:pt x="1265780" y="996616"/>
                  </a:lnTo>
                  <a:lnTo>
                    <a:pt x="1266291" y="994588"/>
                  </a:lnTo>
                  <a:lnTo>
                    <a:pt x="1264713" y="982839"/>
                  </a:lnTo>
                  <a:lnTo>
                    <a:pt x="1264240" y="979102"/>
                  </a:lnTo>
                  <a:lnTo>
                    <a:pt x="1263920" y="977210"/>
                  </a:lnTo>
                  <a:lnTo>
                    <a:pt x="1263228" y="974446"/>
                  </a:lnTo>
                  <a:lnTo>
                    <a:pt x="1262788" y="973065"/>
                  </a:lnTo>
                  <a:lnTo>
                    <a:pt x="1262957" y="971753"/>
                  </a:lnTo>
                  <a:lnTo>
                    <a:pt x="1263583" y="970437"/>
                  </a:lnTo>
                  <a:lnTo>
                    <a:pt x="1264184" y="969813"/>
                  </a:lnTo>
                  <a:lnTo>
                    <a:pt x="1265958" y="969513"/>
                  </a:lnTo>
                  <a:lnTo>
                    <a:pt x="1266450" y="969041"/>
                  </a:lnTo>
                  <a:lnTo>
                    <a:pt x="1268627" y="967625"/>
                  </a:lnTo>
                  <a:lnTo>
                    <a:pt x="1269121" y="966766"/>
                  </a:lnTo>
                  <a:lnTo>
                    <a:pt x="1270233" y="964682"/>
                  </a:lnTo>
                  <a:lnTo>
                    <a:pt x="1270663" y="963118"/>
                  </a:lnTo>
                  <a:lnTo>
                    <a:pt x="1271151" y="961085"/>
                  </a:lnTo>
                  <a:lnTo>
                    <a:pt x="1272224" y="959984"/>
                  </a:lnTo>
                  <a:lnTo>
                    <a:pt x="1272868" y="958133"/>
                  </a:lnTo>
                  <a:lnTo>
                    <a:pt x="1273562" y="957495"/>
                  </a:lnTo>
                  <a:lnTo>
                    <a:pt x="1274262" y="959065"/>
                  </a:lnTo>
                  <a:lnTo>
                    <a:pt x="1275094" y="959944"/>
                  </a:lnTo>
                  <a:lnTo>
                    <a:pt x="1276189" y="960476"/>
                  </a:lnTo>
                  <a:lnTo>
                    <a:pt x="1277578" y="961147"/>
                  </a:lnTo>
                  <a:lnTo>
                    <a:pt x="1279791" y="962427"/>
                  </a:lnTo>
                  <a:lnTo>
                    <a:pt x="1282059" y="963525"/>
                  </a:lnTo>
                  <a:lnTo>
                    <a:pt x="1283480" y="964385"/>
                  </a:lnTo>
                  <a:lnTo>
                    <a:pt x="1284181" y="964773"/>
                  </a:lnTo>
                  <a:lnTo>
                    <a:pt x="1285589" y="965347"/>
                  </a:lnTo>
                  <a:lnTo>
                    <a:pt x="1286199" y="965793"/>
                  </a:lnTo>
                  <a:lnTo>
                    <a:pt x="1286775" y="966269"/>
                  </a:lnTo>
                  <a:lnTo>
                    <a:pt x="1287698" y="964950"/>
                  </a:lnTo>
                  <a:lnTo>
                    <a:pt x="1288938" y="963291"/>
                  </a:lnTo>
                  <a:lnTo>
                    <a:pt x="1288735" y="960639"/>
                  </a:lnTo>
                  <a:lnTo>
                    <a:pt x="1288937" y="957655"/>
                  </a:lnTo>
                  <a:lnTo>
                    <a:pt x="1289822" y="952532"/>
                  </a:lnTo>
                  <a:lnTo>
                    <a:pt x="1290809" y="951042"/>
                  </a:lnTo>
                  <a:lnTo>
                    <a:pt x="1291328" y="950811"/>
                  </a:lnTo>
                  <a:lnTo>
                    <a:pt x="1291887" y="950245"/>
                  </a:lnTo>
                  <a:lnTo>
                    <a:pt x="1292874" y="949286"/>
                  </a:lnTo>
                  <a:lnTo>
                    <a:pt x="1293229" y="947911"/>
                  </a:lnTo>
                  <a:lnTo>
                    <a:pt x="1293028" y="946319"/>
                  </a:lnTo>
                  <a:lnTo>
                    <a:pt x="1293353" y="944765"/>
                  </a:lnTo>
                  <a:lnTo>
                    <a:pt x="1293462" y="943206"/>
                  </a:lnTo>
                  <a:lnTo>
                    <a:pt x="1293808" y="941186"/>
                  </a:lnTo>
                  <a:lnTo>
                    <a:pt x="1294272" y="940624"/>
                  </a:lnTo>
                  <a:lnTo>
                    <a:pt x="1294965" y="939959"/>
                  </a:lnTo>
                  <a:lnTo>
                    <a:pt x="1295450" y="938928"/>
                  </a:lnTo>
                  <a:lnTo>
                    <a:pt x="1295912" y="937340"/>
                  </a:lnTo>
                  <a:lnTo>
                    <a:pt x="1296222" y="935547"/>
                  </a:lnTo>
                  <a:lnTo>
                    <a:pt x="1296094" y="933475"/>
                  </a:lnTo>
                  <a:lnTo>
                    <a:pt x="1296698" y="932110"/>
                  </a:lnTo>
                  <a:lnTo>
                    <a:pt x="1297704" y="930978"/>
                  </a:lnTo>
                  <a:lnTo>
                    <a:pt x="1298052" y="930284"/>
                  </a:lnTo>
                  <a:lnTo>
                    <a:pt x="1298216" y="928471"/>
                  </a:lnTo>
                  <a:lnTo>
                    <a:pt x="1298283" y="927675"/>
                  </a:lnTo>
                  <a:lnTo>
                    <a:pt x="1298557" y="926762"/>
                  </a:lnTo>
                  <a:lnTo>
                    <a:pt x="1298361" y="924882"/>
                  </a:lnTo>
                  <a:lnTo>
                    <a:pt x="1298116" y="922856"/>
                  </a:lnTo>
                  <a:lnTo>
                    <a:pt x="1299224" y="919454"/>
                  </a:lnTo>
                  <a:lnTo>
                    <a:pt x="1300018" y="916531"/>
                  </a:lnTo>
                  <a:lnTo>
                    <a:pt x="1300212" y="912247"/>
                  </a:lnTo>
                  <a:lnTo>
                    <a:pt x="1300303" y="911543"/>
                  </a:lnTo>
                  <a:lnTo>
                    <a:pt x="1300612" y="909510"/>
                  </a:lnTo>
                  <a:lnTo>
                    <a:pt x="1300795" y="908702"/>
                  </a:lnTo>
                  <a:lnTo>
                    <a:pt x="1301411" y="906017"/>
                  </a:lnTo>
                  <a:lnTo>
                    <a:pt x="1302206" y="904271"/>
                  </a:lnTo>
                  <a:lnTo>
                    <a:pt x="1302049" y="902316"/>
                  </a:lnTo>
                  <a:lnTo>
                    <a:pt x="1301728" y="900410"/>
                  </a:lnTo>
                  <a:lnTo>
                    <a:pt x="1301786" y="899126"/>
                  </a:lnTo>
                  <a:lnTo>
                    <a:pt x="1302487" y="897636"/>
                  </a:lnTo>
                  <a:lnTo>
                    <a:pt x="1302911" y="896894"/>
                  </a:lnTo>
                  <a:lnTo>
                    <a:pt x="1303286" y="895835"/>
                  </a:lnTo>
                  <a:lnTo>
                    <a:pt x="1303879" y="895364"/>
                  </a:lnTo>
                  <a:lnTo>
                    <a:pt x="1304404" y="895106"/>
                  </a:lnTo>
                  <a:lnTo>
                    <a:pt x="1305635" y="894836"/>
                  </a:lnTo>
                  <a:lnTo>
                    <a:pt x="1306346" y="893720"/>
                  </a:lnTo>
                  <a:lnTo>
                    <a:pt x="1307008" y="892575"/>
                  </a:lnTo>
                  <a:lnTo>
                    <a:pt x="1308222" y="889592"/>
                  </a:lnTo>
                  <a:lnTo>
                    <a:pt x="1308616" y="887830"/>
                  </a:lnTo>
                  <a:lnTo>
                    <a:pt x="1308911" y="886915"/>
                  </a:lnTo>
                  <a:lnTo>
                    <a:pt x="1308256" y="884374"/>
                  </a:lnTo>
                  <a:lnTo>
                    <a:pt x="1307667" y="882222"/>
                  </a:lnTo>
                  <a:lnTo>
                    <a:pt x="1306948" y="879239"/>
                  </a:lnTo>
                  <a:lnTo>
                    <a:pt x="1306640" y="877841"/>
                  </a:lnTo>
                  <a:lnTo>
                    <a:pt x="1307120" y="876057"/>
                  </a:lnTo>
                  <a:lnTo>
                    <a:pt x="1307630" y="874956"/>
                  </a:lnTo>
                  <a:lnTo>
                    <a:pt x="1307899" y="873976"/>
                  </a:lnTo>
                  <a:lnTo>
                    <a:pt x="1308040" y="872288"/>
                  </a:lnTo>
                  <a:lnTo>
                    <a:pt x="1307849" y="871004"/>
                  </a:lnTo>
                  <a:lnTo>
                    <a:pt x="1306611" y="869000"/>
                  </a:lnTo>
                  <a:lnTo>
                    <a:pt x="1305301" y="868007"/>
                  </a:lnTo>
                  <a:lnTo>
                    <a:pt x="1303824" y="867607"/>
                  </a:lnTo>
                  <a:lnTo>
                    <a:pt x="1303317" y="867472"/>
                  </a:lnTo>
                  <a:lnTo>
                    <a:pt x="1302251" y="867871"/>
                  </a:lnTo>
                  <a:lnTo>
                    <a:pt x="1297819" y="870418"/>
                  </a:lnTo>
                  <a:lnTo>
                    <a:pt x="1295742" y="872369"/>
                  </a:lnTo>
                  <a:lnTo>
                    <a:pt x="1294541" y="874576"/>
                  </a:lnTo>
                  <a:lnTo>
                    <a:pt x="1293263" y="875635"/>
                  </a:lnTo>
                  <a:lnTo>
                    <a:pt x="1291225" y="875507"/>
                  </a:lnTo>
                  <a:lnTo>
                    <a:pt x="1289310" y="875384"/>
                  </a:lnTo>
                  <a:lnTo>
                    <a:pt x="1287800" y="876603"/>
                  </a:lnTo>
                  <a:lnTo>
                    <a:pt x="1286058" y="879124"/>
                  </a:lnTo>
                  <a:lnTo>
                    <a:pt x="1284787" y="880277"/>
                  </a:lnTo>
                  <a:lnTo>
                    <a:pt x="1283987" y="880065"/>
                  </a:lnTo>
                  <a:lnTo>
                    <a:pt x="1283130" y="881754"/>
                  </a:lnTo>
                  <a:lnTo>
                    <a:pt x="1282216" y="885347"/>
                  </a:lnTo>
                  <a:lnTo>
                    <a:pt x="1281172" y="886928"/>
                  </a:lnTo>
                  <a:lnTo>
                    <a:pt x="1280001" y="886500"/>
                  </a:lnTo>
                  <a:lnTo>
                    <a:pt x="1277193" y="886840"/>
                  </a:lnTo>
                  <a:lnTo>
                    <a:pt x="1272750" y="887947"/>
                  </a:lnTo>
                  <a:lnTo>
                    <a:pt x="1269965" y="887902"/>
                  </a:lnTo>
                  <a:lnTo>
                    <a:pt x="1268838" y="886703"/>
                  </a:lnTo>
                  <a:lnTo>
                    <a:pt x="1267072" y="886549"/>
                  </a:lnTo>
                  <a:lnTo>
                    <a:pt x="1264666" y="887440"/>
                  </a:lnTo>
                  <a:lnTo>
                    <a:pt x="1263214" y="887624"/>
                  </a:lnTo>
                  <a:lnTo>
                    <a:pt x="1262716" y="887096"/>
                  </a:lnTo>
                  <a:lnTo>
                    <a:pt x="1262362" y="885604"/>
                  </a:lnTo>
                  <a:lnTo>
                    <a:pt x="1262150" y="883148"/>
                  </a:lnTo>
                  <a:lnTo>
                    <a:pt x="1261336" y="880591"/>
                  </a:lnTo>
                  <a:lnTo>
                    <a:pt x="1259922" y="877938"/>
                  </a:lnTo>
                  <a:lnTo>
                    <a:pt x="1259672" y="874735"/>
                  </a:lnTo>
                  <a:lnTo>
                    <a:pt x="1260587" y="870984"/>
                  </a:lnTo>
                  <a:lnTo>
                    <a:pt x="1260795" y="868415"/>
                  </a:lnTo>
                  <a:lnTo>
                    <a:pt x="1260298" y="867029"/>
                  </a:lnTo>
                  <a:lnTo>
                    <a:pt x="1260095" y="865789"/>
                  </a:lnTo>
                  <a:lnTo>
                    <a:pt x="1259027" y="864223"/>
                  </a:lnTo>
                  <a:lnTo>
                    <a:pt x="1258272" y="861526"/>
                  </a:lnTo>
                  <a:lnTo>
                    <a:pt x="1257722" y="860703"/>
                  </a:lnTo>
                  <a:lnTo>
                    <a:pt x="1257887" y="858409"/>
                  </a:lnTo>
                  <a:lnTo>
                    <a:pt x="1258515" y="855659"/>
                  </a:lnTo>
                  <a:lnTo>
                    <a:pt x="1257734" y="853059"/>
                  </a:lnTo>
                  <a:lnTo>
                    <a:pt x="1255323" y="852906"/>
                  </a:lnTo>
                  <a:lnTo>
                    <a:pt x="1253382" y="852159"/>
                  </a:lnTo>
                  <a:lnTo>
                    <a:pt x="1251445" y="849777"/>
                  </a:lnTo>
                  <a:lnTo>
                    <a:pt x="1248465" y="843081"/>
                  </a:lnTo>
                  <a:lnTo>
                    <a:pt x="1246985" y="840727"/>
                  </a:lnTo>
                  <a:lnTo>
                    <a:pt x="1246013" y="840487"/>
                  </a:lnTo>
                  <a:lnTo>
                    <a:pt x="1245310" y="839400"/>
                  </a:lnTo>
                  <a:lnTo>
                    <a:pt x="1244877" y="837468"/>
                  </a:lnTo>
                  <a:lnTo>
                    <a:pt x="1244177" y="837449"/>
                  </a:lnTo>
                  <a:lnTo>
                    <a:pt x="1243494" y="837449"/>
                  </a:lnTo>
                  <a:lnTo>
                    <a:pt x="1243073" y="838250"/>
                  </a:lnTo>
                  <a:lnTo>
                    <a:pt x="1242582" y="838501"/>
                  </a:lnTo>
                  <a:lnTo>
                    <a:pt x="1241834" y="837768"/>
                  </a:lnTo>
                  <a:lnTo>
                    <a:pt x="1241063" y="837687"/>
                  </a:lnTo>
                  <a:lnTo>
                    <a:pt x="1240270" y="838259"/>
                  </a:lnTo>
                  <a:lnTo>
                    <a:pt x="1239600" y="837887"/>
                  </a:lnTo>
                  <a:lnTo>
                    <a:pt x="1239053" y="836569"/>
                  </a:lnTo>
                  <a:lnTo>
                    <a:pt x="1238054" y="835692"/>
                  </a:lnTo>
                  <a:lnTo>
                    <a:pt x="1236604" y="835254"/>
                  </a:lnTo>
                  <a:lnTo>
                    <a:pt x="1236007" y="834339"/>
                  </a:lnTo>
                  <a:lnTo>
                    <a:pt x="1236259" y="832946"/>
                  </a:lnTo>
                  <a:lnTo>
                    <a:pt x="1235991" y="831909"/>
                  </a:lnTo>
                  <a:lnTo>
                    <a:pt x="1235198" y="831224"/>
                  </a:lnTo>
                  <a:lnTo>
                    <a:pt x="1233039" y="831398"/>
                  </a:lnTo>
                  <a:lnTo>
                    <a:pt x="1229509" y="832431"/>
                  </a:lnTo>
                  <a:lnTo>
                    <a:pt x="1226614" y="832156"/>
                  </a:lnTo>
                  <a:lnTo>
                    <a:pt x="1224355" y="830574"/>
                  </a:lnTo>
                  <a:lnTo>
                    <a:pt x="1223098" y="829114"/>
                  </a:lnTo>
                  <a:lnTo>
                    <a:pt x="1222842" y="827778"/>
                  </a:lnTo>
                  <a:lnTo>
                    <a:pt x="1222191" y="826494"/>
                  </a:lnTo>
                  <a:lnTo>
                    <a:pt x="1221144" y="825265"/>
                  </a:lnTo>
                  <a:lnTo>
                    <a:pt x="1220555" y="823148"/>
                  </a:lnTo>
                  <a:lnTo>
                    <a:pt x="1220425" y="820146"/>
                  </a:lnTo>
                  <a:lnTo>
                    <a:pt x="1220675" y="817290"/>
                  </a:lnTo>
                  <a:lnTo>
                    <a:pt x="1221625" y="813233"/>
                  </a:lnTo>
                  <a:lnTo>
                    <a:pt x="1219249" y="810586"/>
                  </a:lnTo>
                  <a:lnTo>
                    <a:pt x="1218541" y="809062"/>
                  </a:lnTo>
                  <a:lnTo>
                    <a:pt x="1218711" y="807778"/>
                  </a:lnTo>
                  <a:lnTo>
                    <a:pt x="1218585" y="806759"/>
                  </a:lnTo>
                  <a:lnTo>
                    <a:pt x="1218161" y="806007"/>
                  </a:lnTo>
                  <a:lnTo>
                    <a:pt x="1218188" y="804806"/>
                  </a:lnTo>
                  <a:lnTo>
                    <a:pt x="1218663" y="803153"/>
                  </a:lnTo>
                  <a:lnTo>
                    <a:pt x="1218659" y="801048"/>
                  </a:lnTo>
                  <a:lnTo>
                    <a:pt x="1218173" y="798489"/>
                  </a:lnTo>
                  <a:lnTo>
                    <a:pt x="1216848" y="794899"/>
                  </a:lnTo>
                  <a:lnTo>
                    <a:pt x="1214680" y="790276"/>
                  </a:lnTo>
                  <a:lnTo>
                    <a:pt x="1213515" y="786900"/>
                  </a:lnTo>
                  <a:lnTo>
                    <a:pt x="1213353" y="784768"/>
                  </a:lnTo>
                  <a:lnTo>
                    <a:pt x="1213063" y="783059"/>
                  </a:lnTo>
                  <a:lnTo>
                    <a:pt x="1212657" y="782136"/>
                  </a:lnTo>
                  <a:lnTo>
                    <a:pt x="1212406" y="780555"/>
                  </a:lnTo>
                  <a:lnTo>
                    <a:pt x="1212576" y="778803"/>
                  </a:lnTo>
                  <a:lnTo>
                    <a:pt x="1212327" y="777678"/>
                  </a:lnTo>
                  <a:lnTo>
                    <a:pt x="1212015" y="776620"/>
                  </a:lnTo>
                  <a:lnTo>
                    <a:pt x="1212061" y="774917"/>
                  </a:lnTo>
                  <a:lnTo>
                    <a:pt x="1211683" y="773753"/>
                  </a:lnTo>
                  <a:lnTo>
                    <a:pt x="1210887" y="773125"/>
                  </a:lnTo>
                  <a:lnTo>
                    <a:pt x="1210637" y="771837"/>
                  </a:lnTo>
                  <a:lnTo>
                    <a:pt x="1210785" y="769086"/>
                  </a:lnTo>
                  <a:lnTo>
                    <a:pt x="1210211" y="766773"/>
                  </a:lnTo>
                  <a:lnTo>
                    <a:pt x="1208467" y="762502"/>
                  </a:lnTo>
                  <a:lnTo>
                    <a:pt x="1207949" y="759385"/>
                  </a:lnTo>
                  <a:lnTo>
                    <a:pt x="1207796" y="756573"/>
                  </a:lnTo>
                  <a:lnTo>
                    <a:pt x="1207056" y="755198"/>
                  </a:lnTo>
                  <a:lnTo>
                    <a:pt x="1207016" y="753972"/>
                  </a:lnTo>
                  <a:lnTo>
                    <a:pt x="1206918" y="751844"/>
                  </a:lnTo>
                  <a:lnTo>
                    <a:pt x="1206465" y="751261"/>
                  </a:lnTo>
                  <a:lnTo>
                    <a:pt x="1206196" y="750511"/>
                  </a:lnTo>
                  <a:lnTo>
                    <a:pt x="1206409" y="749613"/>
                  </a:lnTo>
                  <a:lnTo>
                    <a:pt x="1206058" y="748498"/>
                  </a:lnTo>
                  <a:lnTo>
                    <a:pt x="1205140" y="747166"/>
                  </a:lnTo>
                  <a:lnTo>
                    <a:pt x="1204718" y="746013"/>
                  </a:lnTo>
                  <a:lnTo>
                    <a:pt x="1204614" y="744970"/>
                  </a:lnTo>
                  <a:lnTo>
                    <a:pt x="1204153" y="744158"/>
                  </a:lnTo>
                  <a:lnTo>
                    <a:pt x="1202804" y="743369"/>
                  </a:lnTo>
                  <a:lnTo>
                    <a:pt x="1202440" y="742279"/>
                  </a:lnTo>
                  <a:lnTo>
                    <a:pt x="1202528" y="741310"/>
                  </a:lnTo>
                  <a:lnTo>
                    <a:pt x="1202818" y="740409"/>
                  </a:lnTo>
                  <a:lnTo>
                    <a:pt x="1202977" y="739863"/>
                  </a:lnTo>
                  <a:lnTo>
                    <a:pt x="1202928" y="739157"/>
                  </a:lnTo>
                  <a:lnTo>
                    <a:pt x="1202831" y="738460"/>
                  </a:lnTo>
                  <a:lnTo>
                    <a:pt x="1202297" y="737621"/>
                  </a:lnTo>
                  <a:lnTo>
                    <a:pt x="1201533" y="736651"/>
                  </a:lnTo>
                  <a:lnTo>
                    <a:pt x="1200683" y="734557"/>
                  </a:lnTo>
                  <a:lnTo>
                    <a:pt x="1199597" y="733990"/>
                  </a:lnTo>
                  <a:lnTo>
                    <a:pt x="1198931" y="733990"/>
                  </a:lnTo>
                  <a:lnTo>
                    <a:pt x="1198354" y="732806"/>
                  </a:lnTo>
                  <a:lnTo>
                    <a:pt x="1198531" y="732053"/>
                  </a:lnTo>
                  <a:lnTo>
                    <a:pt x="1198487" y="730652"/>
                  </a:lnTo>
                  <a:lnTo>
                    <a:pt x="1197967" y="729512"/>
                  </a:lnTo>
                  <a:lnTo>
                    <a:pt x="1197321" y="729063"/>
                  </a:lnTo>
                  <a:lnTo>
                    <a:pt x="1196711" y="729354"/>
                  </a:lnTo>
                  <a:lnTo>
                    <a:pt x="1195206" y="728287"/>
                  </a:lnTo>
                  <a:lnTo>
                    <a:pt x="1192806" y="725861"/>
                  </a:lnTo>
                  <a:lnTo>
                    <a:pt x="1190971" y="724743"/>
                  </a:lnTo>
                  <a:lnTo>
                    <a:pt x="1189702" y="724931"/>
                  </a:lnTo>
                  <a:lnTo>
                    <a:pt x="1188919" y="725659"/>
                  </a:lnTo>
                  <a:lnTo>
                    <a:pt x="1188621" y="726928"/>
                  </a:lnTo>
                  <a:lnTo>
                    <a:pt x="1187770" y="726806"/>
                  </a:lnTo>
                  <a:lnTo>
                    <a:pt x="1185668" y="724537"/>
                  </a:lnTo>
                  <a:lnTo>
                    <a:pt x="1183548" y="723976"/>
                  </a:lnTo>
                  <a:lnTo>
                    <a:pt x="1182369" y="722755"/>
                  </a:lnTo>
                  <a:lnTo>
                    <a:pt x="1181421" y="720689"/>
                  </a:lnTo>
                  <a:lnTo>
                    <a:pt x="1180550" y="719825"/>
                  </a:lnTo>
                  <a:lnTo>
                    <a:pt x="1179750" y="720162"/>
                  </a:lnTo>
                  <a:lnTo>
                    <a:pt x="1177806" y="718776"/>
                  </a:lnTo>
                  <a:lnTo>
                    <a:pt x="1174712" y="715662"/>
                  </a:lnTo>
                  <a:lnTo>
                    <a:pt x="1173090" y="714612"/>
                  </a:lnTo>
                  <a:lnTo>
                    <a:pt x="1172505" y="715199"/>
                  </a:lnTo>
                  <a:lnTo>
                    <a:pt x="1172200" y="715205"/>
                  </a:lnTo>
                  <a:lnTo>
                    <a:pt x="1171648" y="715117"/>
                  </a:lnTo>
                  <a:lnTo>
                    <a:pt x="1170850" y="715078"/>
                  </a:lnTo>
                  <a:lnTo>
                    <a:pt x="1169455" y="714343"/>
                  </a:lnTo>
                  <a:lnTo>
                    <a:pt x="1167561" y="714669"/>
                  </a:lnTo>
                  <a:lnTo>
                    <a:pt x="1165166" y="716054"/>
                  </a:lnTo>
                  <a:lnTo>
                    <a:pt x="1162572" y="716917"/>
                  </a:lnTo>
                  <a:lnTo>
                    <a:pt x="1159782" y="717258"/>
                  </a:lnTo>
                  <a:lnTo>
                    <a:pt x="1158129" y="717095"/>
                  </a:lnTo>
                  <a:lnTo>
                    <a:pt x="1157612" y="716430"/>
                  </a:lnTo>
                  <a:lnTo>
                    <a:pt x="1154579" y="717421"/>
                  </a:lnTo>
                  <a:lnTo>
                    <a:pt x="1150375" y="719426"/>
                  </a:lnTo>
                  <a:lnTo>
                    <a:pt x="1146250" y="721393"/>
                  </a:lnTo>
                  <a:lnTo>
                    <a:pt x="1141131" y="722353"/>
                  </a:lnTo>
                  <a:lnTo>
                    <a:pt x="1137702" y="725684"/>
                  </a:lnTo>
                  <a:lnTo>
                    <a:pt x="1134255" y="731705"/>
                  </a:lnTo>
                  <a:lnTo>
                    <a:pt x="1131780" y="735492"/>
                  </a:lnTo>
                  <a:lnTo>
                    <a:pt x="1130273" y="737049"/>
                  </a:lnTo>
                  <a:lnTo>
                    <a:pt x="1129661" y="739088"/>
                  </a:lnTo>
                  <a:lnTo>
                    <a:pt x="1129945" y="741608"/>
                  </a:lnTo>
                  <a:lnTo>
                    <a:pt x="1131226" y="742507"/>
                  </a:lnTo>
                  <a:lnTo>
                    <a:pt x="1133509" y="741783"/>
                  </a:lnTo>
                  <a:lnTo>
                    <a:pt x="1135472" y="742136"/>
                  </a:lnTo>
                  <a:lnTo>
                    <a:pt x="1137118" y="743566"/>
                  </a:lnTo>
                  <a:lnTo>
                    <a:pt x="1137643" y="745725"/>
                  </a:lnTo>
                  <a:lnTo>
                    <a:pt x="1137047" y="748612"/>
                  </a:lnTo>
                  <a:lnTo>
                    <a:pt x="1137231" y="751448"/>
                  </a:lnTo>
                  <a:lnTo>
                    <a:pt x="1138195" y="754239"/>
                  </a:lnTo>
                  <a:lnTo>
                    <a:pt x="1138259" y="757458"/>
                  </a:lnTo>
                  <a:lnTo>
                    <a:pt x="1137426" y="761107"/>
                  </a:lnTo>
                  <a:lnTo>
                    <a:pt x="1135343" y="764786"/>
                  </a:lnTo>
                  <a:lnTo>
                    <a:pt x="1132009" y="768495"/>
                  </a:lnTo>
                  <a:lnTo>
                    <a:pt x="1129936" y="772110"/>
                  </a:lnTo>
                  <a:lnTo>
                    <a:pt x="1128719" y="777386"/>
                  </a:lnTo>
                  <a:lnTo>
                    <a:pt x="1126844" y="781969"/>
                  </a:lnTo>
                  <a:lnTo>
                    <a:pt x="1126155" y="784555"/>
                  </a:lnTo>
                  <a:lnTo>
                    <a:pt x="1126026" y="786677"/>
                  </a:lnTo>
                  <a:lnTo>
                    <a:pt x="1125281" y="788969"/>
                  </a:lnTo>
                  <a:lnTo>
                    <a:pt x="1123922" y="791432"/>
                  </a:lnTo>
                  <a:lnTo>
                    <a:pt x="1123177" y="793904"/>
                  </a:lnTo>
                  <a:lnTo>
                    <a:pt x="1123049" y="796382"/>
                  </a:lnTo>
                  <a:lnTo>
                    <a:pt x="1122366" y="798640"/>
                  </a:lnTo>
                  <a:lnTo>
                    <a:pt x="1121127" y="800678"/>
                  </a:lnTo>
                  <a:lnTo>
                    <a:pt x="1120354" y="802832"/>
                  </a:lnTo>
                  <a:lnTo>
                    <a:pt x="1120052" y="805101"/>
                  </a:lnTo>
                  <a:lnTo>
                    <a:pt x="1119575" y="806628"/>
                  </a:lnTo>
                  <a:lnTo>
                    <a:pt x="1118929" y="807411"/>
                  </a:lnTo>
                  <a:lnTo>
                    <a:pt x="1119272" y="808185"/>
                  </a:lnTo>
                  <a:lnTo>
                    <a:pt x="1120609" y="808951"/>
                  </a:lnTo>
                  <a:lnTo>
                    <a:pt x="1121154" y="811166"/>
                  </a:lnTo>
                  <a:lnTo>
                    <a:pt x="1120908" y="814830"/>
                  </a:lnTo>
                  <a:lnTo>
                    <a:pt x="1120101" y="817446"/>
                  </a:lnTo>
                  <a:lnTo>
                    <a:pt x="1118731" y="819013"/>
                  </a:lnTo>
                  <a:lnTo>
                    <a:pt x="1116684" y="820033"/>
                  </a:lnTo>
                  <a:lnTo>
                    <a:pt x="1113960" y="820506"/>
                  </a:lnTo>
                  <a:lnTo>
                    <a:pt x="1110250" y="824004"/>
                  </a:lnTo>
                  <a:lnTo>
                    <a:pt x="1107021" y="828487"/>
                  </a:lnTo>
                  <a:lnTo>
                    <a:pt x="1103204" y="833785"/>
                  </a:lnTo>
                  <a:lnTo>
                    <a:pt x="1102463" y="833783"/>
                  </a:lnTo>
                  <a:lnTo>
                    <a:pt x="1101071" y="833124"/>
                  </a:lnTo>
                  <a:lnTo>
                    <a:pt x="1098375" y="830950"/>
                  </a:lnTo>
                  <a:lnTo>
                    <a:pt x="1095553" y="830494"/>
                  </a:lnTo>
                  <a:lnTo>
                    <a:pt x="1092824" y="828481"/>
                  </a:lnTo>
                  <a:lnTo>
                    <a:pt x="1091206" y="827156"/>
                  </a:lnTo>
                  <a:lnTo>
                    <a:pt x="1088700" y="824616"/>
                  </a:lnTo>
                  <a:lnTo>
                    <a:pt x="1088069" y="823041"/>
                  </a:lnTo>
                  <a:lnTo>
                    <a:pt x="1087089" y="821763"/>
                  </a:lnTo>
                  <a:lnTo>
                    <a:pt x="1084652" y="820056"/>
                  </a:lnTo>
                  <a:lnTo>
                    <a:pt x="1083014" y="819134"/>
                  </a:lnTo>
                  <a:lnTo>
                    <a:pt x="1082012" y="819089"/>
                  </a:lnTo>
                  <a:lnTo>
                    <a:pt x="1079470" y="820822"/>
                  </a:lnTo>
                  <a:lnTo>
                    <a:pt x="1077876" y="822189"/>
                  </a:lnTo>
                  <a:lnTo>
                    <a:pt x="1076933" y="822936"/>
                  </a:lnTo>
                  <a:lnTo>
                    <a:pt x="1075351" y="822776"/>
                  </a:lnTo>
                  <a:lnTo>
                    <a:pt x="1073416" y="822467"/>
                  </a:lnTo>
                  <a:lnTo>
                    <a:pt x="1072634" y="822016"/>
                  </a:lnTo>
                  <a:lnTo>
                    <a:pt x="1071531" y="820919"/>
                  </a:lnTo>
                  <a:lnTo>
                    <a:pt x="1069380" y="817653"/>
                  </a:lnTo>
                  <a:lnTo>
                    <a:pt x="1068226" y="815314"/>
                  </a:lnTo>
                  <a:lnTo>
                    <a:pt x="1066717" y="813999"/>
                  </a:lnTo>
                  <a:lnTo>
                    <a:pt x="1065055" y="812503"/>
                  </a:lnTo>
                  <a:lnTo>
                    <a:pt x="1064223" y="812148"/>
                  </a:lnTo>
                  <a:lnTo>
                    <a:pt x="1062750" y="812274"/>
                  </a:lnTo>
                  <a:lnTo>
                    <a:pt x="1060706" y="811859"/>
                  </a:lnTo>
                  <a:lnTo>
                    <a:pt x="1059618" y="811300"/>
                  </a:lnTo>
                  <a:lnTo>
                    <a:pt x="1058701" y="811806"/>
                  </a:lnTo>
                  <a:lnTo>
                    <a:pt x="1056859" y="813359"/>
                  </a:lnTo>
                  <a:lnTo>
                    <a:pt x="1054549" y="816420"/>
                  </a:lnTo>
                  <a:lnTo>
                    <a:pt x="1052737" y="817590"/>
                  </a:lnTo>
                  <a:lnTo>
                    <a:pt x="1050809" y="819201"/>
                  </a:lnTo>
                  <a:lnTo>
                    <a:pt x="1049240" y="821134"/>
                  </a:lnTo>
                  <a:lnTo>
                    <a:pt x="1047699" y="823122"/>
                  </a:lnTo>
                  <a:lnTo>
                    <a:pt x="1045811" y="825402"/>
                  </a:lnTo>
                  <a:lnTo>
                    <a:pt x="1044933" y="828494"/>
                  </a:lnTo>
                  <a:lnTo>
                    <a:pt x="1044488" y="830748"/>
                  </a:lnTo>
                  <a:lnTo>
                    <a:pt x="1042773" y="832137"/>
                  </a:lnTo>
                  <a:lnTo>
                    <a:pt x="1041452" y="833486"/>
                  </a:lnTo>
                  <a:lnTo>
                    <a:pt x="1040122" y="833968"/>
                  </a:lnTo>
                  <a:lnTo>
                    <a:pt x="1037655" y="833228"/>
                  </a:lnTo>
                  <a:lnTo>
                    <a:pt x="1036196" y="833752"/>
                  </a:lnTo>
                  <a:lnTo>
                    <a:pt x="1032595" y="836422"/>
                  </a:lnTo>
                  <a:lnTo>
                    <a:pt x="1030825" y="836665"/>
                  </a:lnTo>
                  <a:lnTo>
                    <a:pt x="1029593" y="837031"/>
                  </a:lnTo>
                  <a:lnTo>
                    <a:pt x="1028400" y="837204"/>
                  </a:lnTo>
                  <a:lnTo>
                    <a:pt x="1026441" y="837835"/>
                  </a:lnTo>
                  <a:lnTo>
                    <a:pt x="1025675" y="838292"/>
                  </a:lnTo>
                  <a:lnTo>
                    <a:pt x="1024668" y="838833"/>
                  </a:lnTo>
                  <a:lnTo>
                    <a:pt x="1023539" y="838442"/>
                  </a:lnTo>
                  <a:lnTo>
                    <a:pt x="1021925" y="839966"/>
                  </a:lnTo>
                  <a:lnTo>
                    <a:pt x="1017339" y="844048"/>
                  </a:lnTo>
                  <a:lnTo>
                    <a:pt x="1015899" y="844733"/>
                  </a:lnTo>
                  <a:lnTo>
                    <a:pt x="1014940" y="844892"/>
                  </a:lnTo>
                  <a:lnTo>
                    <a:pt x="1013703" y="843430"/>
                  </a:lnTo>
                  <a:lnTo>
                    <a:pt x="1012463" y="842457"/>
                  </a:lnTo>
                  <a:lnTo>
                    <a:pt x="1011166" y="842579"/>
                  </a:lnTo>
                  <a:lnTo>
                    <a:pt x="1009685" y="843922"/>
                  </a:lnTo>
                  <a:lnTo>
                    <a:pt x="1007182" y="842882"/>
                  </a:lnTo>
                  <a:lnTo>
                    <a:pt x="1004207" y="841886"/>
                  </a:lnTo>
                  <a:lnTo>
                    <a:pt x="1001505" y="840983"/>
                  </a:lnTo>
                  <a:lnTo>
                    <a:pt x="1000591" y="840201"/>
                  </a:lnTo>
                  <a:lnTo>
                    <a:pt x="997947" y="839061"/>
                  </a:lnTo>
                  <a:lnTo>
                    <a:pt x="994086" y="839048"/>
                  </a:lnTo>
                  <a:lnTo>
                    <a:pt x="991808" y="839039"/>
                  </a:lnTo>
                  <a:lnTo>
                    <a:pt x="990353" y="839419"/>
                  </a:lnTo>
                  <a:lnTo>
                    <a:pt x="989242" y="838866"/>
                  </a:lnTo>
                  <a:lnTo>
                    <a:pt x="987834" y="837245"/>
                  </a:lnTo>
                  <a:lnTo>
                    <a:pt x="985471" y="833450"/>
                  </a:lnTo>
                  <a:lnTo>
                    <a:pt x="984069" y="832332"/>
                  </a:lnTo>
                  <a:lnTo>
                    <a:pt x="983286" y="831405"/>
                  </a:lnTo>
                  <a:lnTo>
                    <a:pt x="982991" y="829843"/>
                  </a:lnTo>
                  <a:lnTo>
                    <a:pt x="982453" y="829647"/>
                  </a:lnTo>
                  <a:lnTo>
                    <a:pt x="982103" y="828539"/>
                  </a:lnTo>
                  <a:lnTo>
                    <a:pt x="982128" y="827070"/>
                  </a:lnTo>
                  <a:lnTo>
                    <a:pt x="982081" y="823870"/>
                  </a:lnTo>
                  <a:lnTo>
                    <a:pt x="982239" y="821633"/>
                  </a:lnTo>
                  <a:lnTo>
                    <a:pt x="981858" y="820951"/>
                  </a:lnTo>
                  <a:lnTo>
                    <a:pt x="980276" y="820590"/>
                  </a:lnTo>
                  <a:lnTo>
                    <a:pt x="978377" y="819908"/>
                  </a:lnTo>
                  <a:lnTo>
                    <a:pt x="974917" y="819802"/>
                  </a:lnTo>
                  <a:lnTo>
                    <a:pt x="973531" y="819722"/>
                  </a:lnTo>
                  <a:lnTo>
                    <a:pt x="972431" y="818433"/>
                  </a:lnTo>
                  <a:lnTo>
                    <a:pt x="971178" y="816853"/>
                  </a:lnTo>
                  <a:lnTo>
                    <a:pt x="969972" y="813597"/>
                  </a:lnTo>
                  <a:lnTo>
                    <a:pt x="968904" y="812072"/>
                  </a:lnTo>
                  <a:lnTo>
                    <a:pt x="967167" y="810171"/>
                  </a:lnTo>
                  <a:lnTo>
                    <a:pt x="965500" y="809692"/>
                  </a:lnTo>
                  <a:lnTo>
                    <a:pt x="962990" y="810024"/>
                  </a:lnTo>
                  <a:lnTo>
                    <a:pt x="961155" y="810408"/>
                  </a:lnTo>
                  <a:lnTo>
                    <a:pt x="959506" y="809581"/>
                  </a:lnTo>
                  <a:lnTo>
                    <a:pt x="958457" y="808537"/>
                  </a:lnTo>
                  <a:lnTo>
                    <a:pt x="956979" y="807430"/>
                  </a:lnTo>
                  <a:lnTo>
                    <a:pt x="954753" y="807170"/>
                  </a:lnTo>
                  <a:lnTo>
                    <a:pt x="952913" y="806370"/>
                  </a:lnTo>
                  <a:lnTo>
                    <a:pt x="950988" y="805410"/>
                  </a:lnTo>
                  <a:lnTo>
                    <a:pt x="949563" y="805801"/>
                  </a:lnTo>
                  <a:lnTo>
                    <a:pt x="948579" y="806714"/>
                  </a:lnTo>
                  <a:lnTo>
                    <a:pt x="947467" y="807886"/>
                  </a:lnTo>
                  <a:lnTo>
                    <a:pt x="946032" y="808094"/>
                  </a:lnTo>
                  <a:lnTo>
                    <a:pt x="942478" y="809307"/>
                  </a:lnTo>
                  <a:lnTo>
                    <a:pt x="941394" y="810036"/>
                  </a:lnTo>
                  <a:lnTo>
                    <a:pt x="939809" y="810362"/>
                  </a:lnTo>
                  <a:lnTo>
                    <a:pt x="938439" y="811274"/>
                  </a:lnTo>
                  <a:lnTo>
                    <a:pt x="937294" y="813071"/>
                  </a:lnTo>
                  <a:lnTo>
                    <a:pt x="936316" y="814402"/>
                  </a:lnTo>
                  <a:lnTo>
                    <a:pt x="935085" y="814851"/>
                  </a:lnTo>
                  <a:lnTo>
                    <a:pt x="933620" y="814761"/>
                  </a:lnTo>
                  <a:lnTo>
                    <a:pt x="932373" y="814331"/>
                  </a:lnTo>
                  <a:lnTo>
                    <a:pt x="931720" y="814206"/>
                  </a:lnTo>
                  <a:lnTo>
                    <a:pt x="930753" y="814862"/>
                  </a:lnTo>
                  <a:lnTo>
                    <a:pt x="929652" y="815314"/>
                  </a:lnTo>
                  <a:lnTo>
                    <a:pt x="927987" y="814534"/>
                  </a:lnTo>
                  <a:lnTo>
                    <a:pt x="927072" y="813881"/>
                  </a:lnTo>
                  <a:lnTo>
                    <a:pt x="925648" y="813490"/>
                  </a:lnTo>
                  <a:lnTo>
                    <a:pt x="924788" y="811600"/>
                  </a:lnTo>
                  <a:lnTo>
                    <a:pt x="923909" y="810818"/>
                  </a:lnTo>
                  <a:lnTo>
                    <a:pt x="922419" y="810525"/>
                  </a:lnTo>
                  <a:lnTo>
                    <a:pt x="920228" y="809561"/>
                  </a:lnTo>
                  <a:lnTo>
                    <a:pt x="919080" y="808577"/>
                  </a:lnTo>
                  <a:lnTo>
                    <a:pt x="918079" y="807968"/>
                  </a:lnTo>
                  <a:lnTo>
                    <a:pt x="916409" y="805777"/>
                  </a:lnTo>
                  <a:lnTo>
                    <a:pt x="915472" y="803875"/>
                  </a:lnTo>
                  <a:lnTo>
                    <a:pt x="914709" y="803565"/>
                  </a:lnTo>
                  <a:lnTo>
                    <a:pt x="913851" y="803327"/>
                  </a:lnTo>
                  <a:lnTo>
                    <a:pt x="913266" y="802119"/>
                  </a:lnTo>
                  <a:lnTo>
                    <a:pt x="913234" y="800655"/>
                  </a:lnTo>
                  <a:lnTo>
                    <a:pt x="913448" y="799743"/>
                  </a:lnTo>
                  <a:lnTo>
                    <a:pt x="913610" y="798179"/>
                  </a:lnTo>
                  <a:lnTo>
                    <a:pt x="913122" y="796694"/>
                  </a:lnTo>
                  <a:lnTo>
                    <a:pt x="912616" y="796029"/>
                  </a:lnTo>
                  <a:lnTo>
                    <a:pt x="912372" y="794899"/>
                  </a:lnTo>
                  <a:lnTo>
                    <a:pt x="912508" y="792771"/>
                  </a:lnTo>
                  <a:lnTo>
                    <a:pt x="912314" y="790618"/>
                  </a:lnTo>
                  <a:lnTo>
                    <a:pt x="912122" y="788362"/>
                  </a:lnTo>
                  <a:lnTo>
                    <a:pt x="911603" y="786682"/>
                  </a:lnTo>
                  <a:lnTo>
                    <a:pt x="911486" y="783475"/>
                  </a:lnTo>
                  <a:lnTo>
                    <a:pt x="911702" y="782152"/>
                  </a:lnTo>
                  <a:lnTo>
                    <a:pt x="911648" y="780588"/>
                  </a:lnTo>
                  <a:lnTo>
                    <a:pt x="911110" y="779415"/>
                  </a:lnTo>
                  <a:lnTo>
                    <a:pt x="909498" y="778565"/>
                  </a:lnTo>
                  <a:lnTo>
                    <a:pt x="907572" y="777418"/>
                  </a:lnTo>
                  <a:lnTo>
                    <a:pt x="904522" y="776054"/>
                  </a:lnTo>
                  <a:lnTo>
                    <a:pt x="903223" y="775928"/>
                  </a:lnTo>
                  <a:lnTo>
                    <a:pt x="902210" y="776484"/>
                  </a:lnTo>
                  <a:lnTo>
                    <a:pt x="901275" y="775831"/>
                  </a:lnTo>
                  <a:lnTo>
                    <a:pt x="900285" y="774692"/>
                  </a:lnTo>
                  <a:lnTo>
                    <a:pt x="898604" y="773518"/>
                  </a:lnTo>
                  <a:lnTo>
                    <a:pt x="896389" y="772004"/>
                  </a:lnTo>
                  <a:lnTo>
                    <a:pt x="894039" y="770310"/>
                  </a:lnTo>
                  <a:lnTo>
                    <a:pt x="891912" y="768777"/>
                  </a:lnTo>
                  <a:lnTo>
                    <a:pt x="891092" y="768405"/>
                  </a:lnTo>
                  <a:lnTo>
                    <a:pt x="888184" y="768293"/>
                  </a:lnTo>
                  <a:lnTo>
                    <a:pt x="885798" y="768078"/>
                  </a:lnTo>
                  <a:lnTo>
                    <a:pt x="884422" y="767534"/>
                  </a:lnTo>
                  <a:lnTo>
                    <a:pt x="882792" y="765406"/>
                  </a:lnTo>
                  <a:lnTo>
                    <a:pt x="881955" y="764103"/>
                  </a:lnTo>
                  <a:lnTo>
                    <a:pt x="880659" y="763486"/>
                  </a:lnTo>
                  <a:lnTo>
                    <a:pt x="879677" y="763268"/>
                  </a:lnTo>
                  <a:lnTo>
                    <a:pt x="878150" y="762570"/>
                  </a:lnTo>
                  <a:lnTo>
                    <a:pt x="875337" y="760344"/>
                  </a:lnTo>
                  <a:lnTo>
                    <a:pt x="874304" y="759280"/>
                  </a:lnTo>
                  <a:lnTo>
                    <a:pt x="873607" y="759264"/>
                  </a:lnTo>
                  <a:lnTo>
                    <a:pt x="872679" y="757305"/>
                  </a:lnTo>
                  <a:lnTo>
                    <a:pt x="871887" y="756845"/>
                  </a:lnTo>
                  <a:lnTo>
                    <a:pt x="871345" y="758240"/>
                  </a:lnTo>
                  <a:lnTo>
                    <a:pt x="870783" y="761567"/>
                  </a:lnTo>
                  <a:lnTo>
                    <a:pt x="870266" y="763115"/>
                  </a:lnTo>
                  <a:lnTo>
                    <a:pt x="868809" y="766185"/>
                  </a:lnTo>
                  <a:lnTo>
                    <a:pt x="865301" y="768654"/>
                  </a:lnTo>
                  <a:lnTo>
                    <a:pt x="864697" y="769935"/>
                  </a:lnTo>
                  <a:lnTo>
                    <a:pt x="864376" y="771108"/>
                  </a:lnTo>
                  <a:lnTo>
                    <a:pt x="863897" y="772768"/>
                  </a:lnTo>
                  <a:lnTo>
                    <a:pt x="863683" y="774919"/>
                  </a:lnTo>
                  <a:lnTo>
                    <a:pt x="863253" y="775506"/>
                  </a:lnTo>
                  <a:lnTo>
                    <a:pt x="862259" y="775571"/>
                  </a:lnTo>
                  <a:lnTo>
                    <a:pt x="861461" y="776564"/>
                  </a:lnTo>
                  <a:lnTo>
                    <a:pt x="860870" y="778718"/>
                  </a:lnTo>
                  <a:lnTo>
                    <a:pt x="860355" y="779563"/>
                  </a:lnTo>
                  <a:lnTo>
                    <a:pt x="860067" y="781572"/>
                  </a:lnTo>
                  <a:lnTo>
                    <a:pt x="860117" y="782450"/>
                  </a:lnTo>
                  <a:lnTo>
                    <a:pt x="860001" y="783421"/>
                  </a:lnTo>
                  <a:lnTo>
                    <a:pt x="859916" y="784978"/>
                  </a:lnTo>
                  <a:lnTo>
                    <a:pt x="859000" y="788333"/>
                  </a:lnTo>
                  <a:lnTo>
                    <a:pt x="858873" y="790295"/>
                  </a:lnTo>
                  <a:lnTo>
                    <a:pt x="859249" y="791533"/>
                  </a:lnTo>
                  <a:lnTo>
                    <a:pt x="860025" y="793194"/>
                  </a:lnTo>
                  <a:lnTo>
                    <a:pt x="860431" y="794139"/>
                  </a:lnTo>
                  <a:lnTo>
                    <a:pt x="860566" y="795247"/>
                  </a:lnTo>
                  <a:lnTo>
                    <a:pt x="860538" y="796681"/>
                  </a:lnTo>
                  <a:lnTo>
                    <a:pt x="861017" y="798663"/>
                  </a:lnTo>
                  <a:lnTo>
                    <a:pt x="861365" y="800360"/>
                  </a:lnTo>
                  <a:lnTo>
                    <a:pt x="861964" y="801566"/>
                  </a:lnTo>
                  <a:lnTo>
                    <a:pt x="862770" y="802608"/>
                  </a:lnTo>
                  <a:lnTo>
                    <a:pt x="863690" y="802944"/>
                  </a:lnTo>
                  <a:lnTo>
                    <a:pt x="864409" y="803651"/>
                  </a:lnTo>
                  <a:lnTo>
                    <a:pt x="864569" y="805019"/>
                  </a:lnTo>
                  <a:lnTo>
                    <a:pt x="864382" y="806909"/>
                  </a:lnTo>
                  <a:lnTo>
                    <a:pt x="864053" y="810472"/>
                  </a:lnTo>
                  <a:lnTo>
                    <a:pt x="863440" y="812681"/>
                  </a:lnTo>
                  <a:lnTo>
                    <a:pt x="863076" y="814073"/>
                  </a:lnTo>
                  <a:lnTo>
                    <a:pt x="862489" y="816259"/>
                  </a:lnTo>
                  <a:lnTo>
                    <a:pt x="862263" y="817109"/>
                  </a:lnTo>
                  <a:lnTo>
                    <a:pt x="861050" y="818987"/>
                  </a:lnTo>
                  <a:lnTo>
                    <a:pt x="860230" y="819504"/>
                  </a:lnTo>
                  <a:lnTo>
                    <a:pt x="859222" y="820981"/>
                  </a:lnTo>
                  <a:lnTo>
                    <a:pt x="858389" y="821047"/>
                  </a:lnTo>
                  <a:lnTo>
                    <a:pt x="857598" y="821045"/>
                  </a:lnTo>
                  <a:lnTo>
                    <a:pt x="856749" y="821371"/>
                  </a:lnTo>
                  <a:lnTo>
                    <a:pt x="855998" y="822024"/>
                  </a:lnTo>
                  <a:lnTo>
                    <a:pt x="855406" y="824044"/>
                  </a:lnTo>
                  <a:lnTo>
                    <a:pt x="853914" y="826115"/>
                  </a:lnTo>
                  <a:lnTo>
                    <a:pt x="853200" y="827048"/>
                  </a:lnTo>
                  <a:lnTo>
                    <a:pt x="851357" y="827363"/>
                  </a:lnTo>
                  <a:lnTo>
                    <a:pt x="850484" y="826449"/>
                  </a:lnTo>
                  <a:lnTo>
                    <a:pt x="850005" y="825170"/>
                  </a:lnTo>
                  <a:lnTo>
                    <a:pt x="849414" y="824435"/>
                  </a:lnTo>
                  <a:lnTo>
                    <a:pt x="848641" y="822871"/>
                  </a:lnTo>
                  <a:lnTo>
                    <a:pt x="845302" y="822021"/>
                  </a:lnTo>
                  <a:lnTo>
                    <a:pt x="844431" y="822427"/>
                  </a:lnTo>
                  <a:lnTo>
                    <a:pt x="843921" y="823001"/>
                  </a:lnTo>
                  <a:lnTo>
                    <a:pt x="843249" y="822584"/>
                  </a:lnTo>
                  <a:lnTo>
                    <a:pt x="842792" y="821811"/>
                  </a:lnTo>
                  <a:lnTo>
                    <a:pt x="842312" y="822023"/>
                  </a:lnTo>
                  <a:lnTo>
                    <a:pt x="841273" y="822480"/>
                  </a:lnTo>
                  <a:lnTo>
                    <a:pt x="840467" y="822330"/>
                  </a:lnTo>
                  <a:lnTo>
                    <a:pt x="839427" y="820765"/>
                  </a:lnTo>
                  <a:lnTo>
                    <a:pt x="837989" y="819926"/>
                  </a:lnTo>
                  <a:lnTo>
                    <a:pt x="837426" y="819446"/>
                  </a:lnTo>
                  <a:lnTo>
                    <a:pt x="836854" y="819444"/>
                  </a:lnTo>
                  <a:lnTo>
                    <a:pt x="836501" y="820189"/>
                  </a:lnTo>
                  <a:lnTo>
                    <a:pt x="835845" y="820590"/>
                  </a:lnTo>
                  <a:lnTo>
                    <a:pt x="835402" y="819687"/>
                  </a:lnTo>
                  <a:lnTo>
                    <a:pt x="834824" y="819026"/>
                  </a:lnTo>
                  <a:lnTo>
                    <a:pt x="834061" y="819039"/>
                  </a:lnTo>
                  <a:lnTo>
                    <a:pt x="833067" y="820413"/>
                  </a:lnTo>
                  <a:lnTo>
                    <a:pt x="831353" y="821068"/>
                  </a:lnTo>
                  <a:lnTo>
                    <a:pt x="830810" y="822031"/>
                  </a:lnTo>
                  <a:lnTo>
                    <a:pt x="829825" y="821904"/>
                  </a:lnTo>
                  <a:lnTo>
                    <a:pt x="829141" y="821146"/>
                  </a:lnTo>
                  <a:lnTo>
                    <a:pt x="828456" y="821059"/>
                  </a:lnTo>
                  <a:lnTo>
                    <a:pt x="826466" y="821068"/>
                  </a:lnTo>
                  <a:lnTo>
                    <a:pt x="825799" y="821316"/>
                  </a:lnTo>
                  <a:lnTo>
                    <a:pt x="824981" y="820544"/>
                  </a:lnTo>
                  <a:lnTo>
                    <a:pt x="824598" y="819165"/>
                  </a:lnTo>
                  <a:lnTo>
                    <a:pt x="823591" y="818116"/>
                  </a:lnTo>
                  <a:lnTo>
                    <a:pt x="822140" y="817984"/>
                  </a:lnTo>
                  <a:lnTo>
                    <a:pt x="821005" y="818130"/>
                  </a:lnTo>
                  <a:lnTo>
                    <a:pt x="820486" y="818579"/>
                  </a:lnTo>
                  <a:lnTo>
                    <a:pt x="819746" y="818707"/>
                  </a:lnTo>
                  <a:lnTo>
                    <a:pt x="819135" y="816810"/>
                  </a:lnTo>
                  <a:lnTo>
                    <a:pt x="818309" y="815484"/>
                  </a:lnTo>
                  <a:lnTo>
                    <a:pt x="817841" y="814511"/>
                  </a:lnTo>
                  <a:lnTo>
                    <a:pt x="817131" y="814100"/>
                  </a:lnTo>
                  <a:lnTo>
                    <a:pt x="816576" y="812854"/>
                  </a:lnTo>
                  <a:lnTo>
                    <a:pt x="816481" y="810443"/>
                  </a:lnTo>
                  <a:lnTo>
                    <a:pt x="816145" y="807444"/>
                  </a:lnTo>
                  <a:lnTo>
                    <a:pt x="815751" y="804298"/>
                  </a:lnTo>
                  <a:lnTo>
                    <a:pt x="815313" y="802967"/>
                  </a:lnTo>
                  <a:lnTo>
                    <a:pt x="813177" y="802481"/>
                  </a:lnTo>
                  <a:lnTo>
                    <a:pt x="812130" y="802599"/>
                  </a:lnTo>
                  <a:lnTo>
                    <a:pt x="809760" y="802340"/>
                  </a:lnTo>
                  <a:lnTo>
                    <a:pt x="808134" y="802161"/>
                  </a:lnTo>
                  <a:lnTo>
                    <a:pt x="807690" y="802106"/>
                  </a:lnTo>
                  <a:lnTo>
                    <a:pt x="806173" y="801754"/>
                  </a:lnTo>
                  <a:lnTo>
                    <a:pt x="804780" y="801428"/>
                  </a:lnTo>
                  <a:lnTo>
                    <a:pt x="803363" y="801219"/>
                  </a:lnTo>
                  <a:lnTo>
                    <a:pt x="802779" y="801486"/>
                  </a:lnTo>
                  <a:lnTo>
                    <a:pt x="801323" y="801564"/>
                  </a:lnTo>
                  <a:lnTo>
                    <a:pt x="800186" y="800067"/>
                  </a:lnTo>
                  <a:lnTo>
                    <a:pt x="799709" y="798355"/>
                  </a:lnTo>
                  <a:lnTo>
                    <a:pt x="799622" y="797397"/>
                  </a:lnTo>
                  <a:lnTo>
                    <a:pt x="799351" y="796413"/>
                  </a:lnTo>
                  <a:lnTo>
                    <a:pt x="798317" y="796091"/>
                  </a:lnTo>
                  <a:lnTo>
                    <a:pt x="797377" y="796400"/>
                  </a:lnTo>
                  <a:lnTo>
                    <a:pt x="796881" y="798401"/>
                  </a:lnTo>
                  <a:lnTo>
                    <a:pt x="796183" y="799220"/>
                  </a:lnTo>
                  <a:lnTo>
                    <a:pt x="795516" y="799070"/>
                  </a:lnTo>
                  <a:lnTo>
                    <a:pt x="794934" y="797972"/>
                  </a:lnTo>
                  <a:lnTo>
                    <a:pt x="793807" y="796801"/>
                  </a:lnTo>
                  <a:lnTo>
                    <a:pt x="793075" y="795678"/>
                  </a:lnTo>
                  <a:lnTo>
                    <a:pt x="792203" y="793873"/>
                  </a:lnTo>
                  <a:lnTo>
                    <a:pt x="791484" y="794297"/>
                  </a:lnTo>
                  <a:lnTo>
                    <a:pt x="791279" y="795408"/>
                  </a:lnTo>
                  <a:lnTo>
                    <a:pt x="791113" y="796502"/>
                  </a:lnTo>
                  <a:lnTo>
                    <a:pt x="790224" y="798707"/>
                  </a:lnTo>
                  <a:lnTo>
                    <a:pt x="789147" y="798961"/>
                  </a:lnTo>
                  <a:lnTo>
                    <a:pt x="787349" y="798795"/>
                  </a:lnTo>
                  <a:lnTo>
                    <a:pt x="785494" y="798913"/>
                  </a:lnTo>
                  <a:lnTo>
                    <a:pt x="784300" y="799743"/>
                  </a:lnTo>
                  <a:lnTo>
                    <a:pt x="783421" y="801232"/>
                  </a:lnTo>
                  <a:lnTo>
                    <a:pt x="782966" y="802402"/>
                  </a:lnTo>
                  <a:lnTo>
                    <a:pt x="782050" y="802801"/>
                  </a:lnTo>
                  <a:lnTo>
                    <a:pt x="781133" y="803979"/>
                  </a:lnTo>
                  <a:lnTo>
                    <a:pt x="780750" y="805579"/>
                  </a:lnTo>
                  <a:lnTo>
                    <a:pt x="779845" y="805518"/>
                  </a:lnTo>
                  <a:lnTo>
                    <a:pt x="779355" y="805716"/>
                  </a:lnTo>
                  <a:lnTo>
                    <a:pt x="778541" y="806041"/>
                  </a:lnTo>
                  <a:lnTo>
                    <a:pt x="776457" y="806921"/>
                  </a:lnTo>
                  <a:lnTo>
                    <a:pt x="775955" y="807131"/>
                  </a:lnTo>
                  <a:lnTo>
                    <a:pt x="774683" y="808648"/>
                  </a:lnTo>
                  <a:lnTo>
                    <a:pt x="773719" y="809842"/>
                  </a:lnTo>
                  <a:lnTo>
                    <a:pt x="772776" y="810368"/>
                  </a:lnTo>
                  <a:lnTo>
                    <a:pt x="772211" y="811743"/>
                  </a:lnTo>
                  <a:lnTo>
                    <a:pt x="771488" y="812838"/>
                  </a:lnTo>
                  <a:lnTo>
                    <a:pt x="769804" y="813105"/>
                  </a:lnTo>
                  <a:lnTo>
                    <a:pt x="767951" y="814477"/>
                  </a:lnTo>
                  <a:lnTo>
                    <a:pt x="767299" y="814941"/>
                  </a:lnTo>
                  <a:lnTo>
                    <a:pt x="766241" y="815960"/>
                  </a:lnTo>
                  <a:lnTo>
                    <a:pt x="764769" y="816355"/>
                  </a:lnTo>
                  <a:lnTo>
                    <a:pt x="764159" y="816638"/>
                  </a:lnTo>
                  <a:lnTo>
                    <a:pt x="763565" y="817361"/>
                  </a:lnTo>
                  <a:lnTo>
                    <a:pt x="763229" y="819872"/>
                  </a:lnTo>
                  <a:lnTo>
                    <a:pt x="762018" y="820782"/>
                  </a:lnTo>
                  <a:lnTo>
                    <a:pt x="760388" y="820942"/>
                  </a:lnTo>
                  <a:lnTo>
                    <a:pt x="759164" y="822274"/>
                  </a:lnTo>
                  <a:lnTo>
                    <a:pt x="759047" y="824630"/>
                  </a:lnTo>
                  <a:lnTo>
                    <a:pt x="759477" y="826781"/>
                  </a:lnTo>
                  <a:lnTo>
                    <a:pt x="759289" y="827757"/>
                  </a:lnTo>
                  <a:lnTo>
                    <a:pt x="758376" y="828282"/>
                  </a:lnTo>
                  <a:lnTo>
                    <a:pt x="757106" y="829439"/>
                  </a:lnTo>
                  <a:lnTo>
                    <a:pt x="756139" y="830888"/>
                  </a:lnTo>
                  <a:lnTo>
                    <a:pt x="754964" y="830899"/>
                  </a:lnTo>
                  <a:lnTo>
                    <a:pt x="754290" y="830429"/>
                  </a:lnTo>
                  <a:lnTo>
                    <a:pt x="753791" y="831355"/>
                  </a:lnTo>
                  <a:lnTo>
                    <a:pt x="753511" y="833231"/>
                  </a:lnTo>
                  <a:lnTo>
                    <a:pt x="752652" y="834143"/>
                  </a:lnTo>
                  <a:lnTo>
                    <a:pt x="751420" y="834987"/>
                  </a:lnTo>
                  <a:lnTo>
                    <a:pt x="750959" y="834663"/>
                  </a:lnTo>
                  <a:lnTo>
                    <a:pt x="750652" y="833956"/>
                  </a:lnTo>
                  <a:lnTo>
                    <a:pt x="750101" y="833010"/>
                  </a:lnTo>
                  <a:lnTo>
                    <a:pt x="749658" y="833366"/>
                  </a:lnTo>
                  <a:lnTo>
                    <a:pt x="749615" y="834728"/>
                  </a:lnTo>
                  <a:lnTo>
                    <a:pt x="749266" y="835707"/>
                  </a:lnTo>
                  <a:lnTo>
                    <a:pt x="748244" y="835771"/>
                  </a:lnTo>
                  <a:lnTo>
                    <a:pt x="747451" y="835230"/>
                  </a:lnTo>
                  <a:lnTo>
                    <a:pt x="746847" y="834593"/>
                  </a:lnTo>
                  <a:lnTo>
                    <a:pt x="745764" y="834698"/>
                  </a:lnTo>
                  <a:lnTo>
                    <a:pt x="744644" y="834989"/>
                  </a:lnTo>
                  <a:lnTo>
                    <a:pt x="743924" y="834689"/>
                  </a:lnTo>
                  <a:lnTo>
                    <a:pt x="743247" y="834994"/>
                  </a:lnTo>
                  <a:lnTo>
                    <a:pt x="741477" y="835610"/>
                  </a:lnTo>
                  <a:lnTo>
                    <a:pt x="740782" y="837685"/>
                  </a:lnTo>
                  <a:lnTo>
                    <a:pt x="740767" y="840139"/>
                  </a:lnTo>
                  <a:lnTo>
                    <a:pt x="740541" y="841384"/>
                  </a:lnTo>
                  <a:lnTo>
                    <a:pt x="739478" y="842463"/>
                  </a:lnTo>
                  <a:lnTo>
                    <a:pt x="738985" y="843434"/>
                  </a:lnTo>
                  <a:lnTo>
                    <a:pt x="738335" y="844095"/>
                  </a:lnTo>
                  <a:lnTo>
                    <a:pt x="736867" y="844161"/>
                  </a:lnTo>
                  <a:lnTo>
                    <a:pt x="736236" y="844058"/>
                  </a:lnTo>
                  <a:lnTo>
                    <a:pt x="735088" y="844607"/>
                  </a:lnTo>
                  <a:lnTo>
                    <a:pt x="733970" y="845046"/>
                  </a:lnTo>
                  <a:lnTo>
                    <a:pt x="733229" y="845340"/>
                  </a:lnTo>
                  <a:lnTo>
                    <a:pt x="732746" y="846255"/>
                  </a:lnTo>
                  <a:lnTo>
                    <a:pt x="732021" y="846694"/>
                  </a:lnTo>
                  <a:lnTo>
                    <a:pt x="730878" y="846422"/>
                  </a:lnTo>
                  <a:lnTo>
                    <a:pt x="730561" y="844594"/>
                  </a:lnTo>
                  <a:lnTo>
                    <a:pt x="729791" y="842570"/>
                  </a:lnTo>
                  <a:lnTo>
                    <a:pt x="728747" y="841872"/>
                  </a:lnTo>
                  <a:lnTo>
                    <a:pt x="727803" y="841435"/>
                  </a:lnTo>
                  <a:lnTo>
                    <a:pt x="726955" y="840468"/>
                  </a:lnTo>
                  <a:lnTo>
                    <a:pt x="726369" y="839441"/>
                  </a:lnTo>
                  <a:lnTo>
                    <a:pt x="724653" y="834541"/>
                  </a:lnTo>
                  <a:lnTo>
                    <a:pt x="723462" y="832452"/>
                  </a:lnTo>
                  <a:lnTo>
                    <a:pt x="722391" y="832330"/>
                  </a:lnTo>
                  <a:lnTo>
                    <a:pt x="722242" y="830941"/>
                  </a:lnTo>
                  <a:lnTo>
                    <a:pt x="722864" y="829553"/>
                  </a:lnTo>
                  <a:lnTo>
                    <a:pt x="723661" y="828404"/>
                  </a:lnTo>
                  <a:lnTo>
                    <a:pt x="723637" y="826835"/>
                  </a:lnTo>
                  <a:lnTo>
                    <a:pt x="722988" y="825989"/>
                  </a:lnTo>
                  <a:lnTo>
                    <a:pt x="722192" y="826230"/>
                  </a:lnTo>
                  <a:lnTo>
                    <a:pt x="721121" y="828044"/>
                  </a:lnTo>
                  <a:lnTo>
                    <a:pt x="719850" y="830091"/>
                  </a:lnTo>
                  <a:lnTo>
                    <a:pt x="718319" y="831597"/>
                  </a:lnTo>
                  <a:lnTo>
                    <a:pt x="717707" y="832814"/>
                  </a:lnTo>
                  <a:lnTo>
                    <a:pt x="716960" y="834203"/>
                  </a:lnTo>
                  <a:lnTo>
                    <a:pt x="715889" y="834021"/>
                  </a:lnTo>
                  <a:lnTo>
                    <a:pt x="715116" y="834082"/>
                  </a:lnTo>
                  <a:lnTo>
                    <a:pt x="714444" y="834203"/>
                  </a:lnTo>
                  <a:lnTo>
                    <a:pt x="713946" y="832692"/>
                  </a:lnTo>
                  <a:lnTo>
                    <a:pt x="713299" y="832512"/>
                  </a:lnTo>
                  <a:lnTo>
                    <a:pt x="708643" y="831069"/>
                  </a:lnTo>
                  <a:lnTo>
                    <a:pt x="707097" y="830521"/>
                  </a:lnTo>
                  <a:lnTo>
                    <a:pt x="706126" y="831244"/>
                  </a:lnTo>
                  <a:lnTo>
                    <a:pt x="705404" y="830761"/>
                  </a:lnTo>
                  <a:lnTo>
                    <a:pt x="705130" y="829312"/>
                  </a:lnTo>
                  <a:lnTo>
                    <a:pt x="704232" y="826774"/>
                  </a:lnTo>
                  <a:lnTo>
                    <a:pt x="703501" y="824679"/>
                  </a:lnTo>
                  <a:lnTo>
                    <a:pt x="702578" y="822536"/>
                  </a:lnTo>
                  <a:lnTo>
                    <a:pt x="702266" y="820854"/>
                  </a:lnTo>
                  <a:lnTo>
                    <a:pt x="702565" y="819104"/>
                  </a:lnTo>
                  <a:lnTo>
                    <a:pt x="702440" y="817593"/>
                  </a:lnTo>
                  <a:lnTo>
                    <a:pt x="701643" y="816808"/>
                  </a:lnTo>
                  <a:lnTo>
                    <a:pt x="700606" y="816710"/>
                  </a:lnTo>
                  <a:lnTo>
                    <a:pt x="697783" y="813428"/>
                  </a:lnTo>
                  <a:lnTo>
                    <a:pt x="696463" y="812945"/>
                  </a:lnTo>
                  <a:lnTo>
                    <a:pt x="695268" y="812341"/>
                  </a:lnTo>
                  <a:lnTo>
                    <a:pt x="694321" y="812341"/>
                  </a:lnTo>
                  <a:lnTo>
                    <a:pt x="693523" y="810891"/>
                  </a:lnTo>
                  <a:lnTo>
                    <a:pt x="692752" y="806482"/>
                  </a:lnTo>
                  <a:lnTo>
                    <a:pt x="692526" y="804026"/>
                  </a:lnTo>
                  <a:lnTo>
                    <a:pt x="691592" y="801539"/>
                  </a:lnTo>
                  <a:lnTo>
                    <a:pt x="690410" y="799408"/>
                  </a:lnTo>
                  <a:lnTo>
                    <a:pt x="689712" y="796518"/>
                  </a:lnTo>
                  <a:lnTo>
                    <a:pt x="688672" y="795237"/>
                  </a:lnTo>
                  <a:lnTo>
                    <a:pt x="686942" y="793194"/>
                  </a:lnTo>
                  <a:lnTo>
                    <a:pt x="685280" y="791758"/>
                  </a:lnTo>
                  <a:lnTo>
                    <a:pt x="682549" y="790020"/>
                  </a:lnTo>
                  <a:lnTo>
                    <a:pt x="681530" y="790020"/>
                  </a:lnTo>
                  <a:lnTo>
                    <a:pt x="680147" y="790178"/>
                  </a:lnTo>
                  <a:lnTo>
                    <a:pt x="679325" y="791024"/>
                  </a:lnTo>
                  <a:lnTo>
                    <a:pt x="678429" y="792895"/>
                  </a:lnTo>
                  <a:lnTo>
                    <a:pt x="677208" y="793018"/>
                  </a:lnTo>
                  <a:lnTo>
                    <a:pt x="675279" y="793010"/>
                  </a:lnTo>
                  <a:lnTo>
                    <a:pt x="674764" y="793716"/>
                  </a:lnTo>
                  <a:lnTo>
                    <a:pt x="674452" y="794992"/>
                  </a:lnTo>
                  <a:lnTo>
                    <a:pt x="673462" y="796612"/>
                  </a:lnTo>
                  <a:lnTo>
                    <a:pt x="672027" y="797909"/>
                  </a:lnTo>
                  <a:lnTo>
                    <a:pt x="669984" y="797486"/>
                  </a:lnTo>
                  <a:lnTo>
                    <a:pt x="668590" y="798150"/>
                  </a:lnTo>
                  <a:lnTo>
                    <a:pt x="667202" y="798404"/>
                  </a:lnTo>
                  <a:lnTo>
                    <a:pt x="665199" y="796763"/>
                  </a:lnTo>
                  <a:lnTo>
                    <a:pt x="662985" y="796821"/>
                  </a:lnTo>
                  <a:lnTo>
                    <a:pt x="661545" y="797568"/>
                  </a:lnTo>
                  <a:lnTo>
                    <a:pt x="659498" y="797547"/>
                  </a:lnTo>
                  <a:lnTo>
                    <a:pt x="659078" y="796622"/>
                  </a:lnTo>
                  <a:lnTo>
                    <a:pt x="659323" y="795069"/>
                  </a:lnTo>
                  <a:lnTo>
                    <a:pt x="659154" y="793670"/>
                  </a:lnTo>
                  <a:lnTo>
                    <a:pt x="658818" y="792526"/>
                  </a:lnTo>
                  <a:lnTo>
                    <a:pt x="658552" y="791145"/>
                  </a:lnTo>
                  <a:lnTo>
                    <a:pt x="657709" y="790852"/>
                  </a:lnTo>
                  <a:lnTo>
                    <a:pt x="655338" y="791446"/>
                  </a:lnTo>
                  <a:lnTo>
                    <a:pt x="654691" y="790783"/>
                  </a:lnTo>
                  <a:lnTo>
                    <a:pt x="654765" y="789418"/>
                  </a:lnTo>
                  <a:lnTo>
                    <a:pt x="655190" y="787721"/>
                  </a:lnTo>
                  <a:lnTo>
                    <a:pt x="655538" y="785528"/>
                  </a:lnTo>
                  <a:lnTo>
                    <a:pt x="655370" y="784213"/>
                  </a:lnTo>
                  <a:lnTo>
                    <a:pt x="654146" y="784372"/>
                  </a:lnTo>
                  <a:lnTo>
                    <a:pt x="653401" y="784251"/>
                  </a:lnTo>
                  <a:lnTo>
                    <a:pt x="653016" y="782686"/>
                  </a:lnTo>
                  <a:lnTo>
                    <a:pt x="652325" y="781543"/>
                  </a:lnTo>
                  <a:lnTo>
                    <a:pt x="651542" y="781482"/>
                  </a:lnTo>
                  <a:lnTo>
                    <a:pt x="650593" y="781189"/>
                  </a:lnTo>
                  <a:lnTo>
                    <a:pt x="649560" y="781664"/>
                  </a:lnTo>
                  <a:lnTo>
                    <a:pt x="649011" y="783234"/>
                  </a:lnTo>
                  <a:lnTo>
                    <a:pt x="648344" y="783459"/>
                  </a:lnTo>
                  <a:lnTo>
                    <a:pt x="647617" y="783898"/>
                  </a:lnTo>
                  <a:lnTo>
                    <a:pt x="647093" y="784442"/>
                  </a:lnTo>
                  <a:lnTo>
                    <a:pt x="646769" y="785830"/>
                  </a:lnTo>
                  <a:lnTo>
                    <a:pt x="646917" y="787122"/>
                  </a:lnTo>
                  <a:lnTo>
                    <a:pt x="647144" y="789930"/>
                  </a:lnTo>
                  <a:lnTo>
                    <a:pt x="646795" y="791446"/>
                  </a:lnTo>
                  <a:lnTo>
                    <a:pt x="645840" y="792250"/>
                  </a:lnTo>
                  <a:lnTo>
                    <a:pt x="644928" y="792087"/>
                  </a:lnTo>
                  <a:lnTo>
                    <a:pt x="644316" y="792466"/>
                  </a:lnTo>
                  <a:lnTo>
                    <a:pt x="643183" y="794045"/>
                  </a:lnTo>
                  <a:lnTo>
                    <a:pt x="642685" y="794588"/>
                  </a:lnTo>
                  <a:lnTo>
                    <a:pt x="642511" y="795554"/>
                  </a:lnTo>
                  <a:lnTo>
                    <a:pt x="642436" y="797004"/>
                  </a:lnTo>
                  <a:lnTo>
                    <a:pt x="641465" y="796521"/>
                  </a:lnTo>
                  <a:lnTo>
                    <a:pt x="639922" y="791175"/>
                  </a:lnTo>
                  <a:lnTo>
                    <a:pt x="638176" y="785131"/>
                  </a:lnTo>
                  <a:lnTo>
                    <a:pt x="636201" y="778691"/>
                  </a:lnTo>
                  <a:lnTo>
                    <a:pt x="635159" y="775288"/>
                  </a:lnTo>
                  <a:lnTo>
                    <a:pt x="631258" y="764207"/>
                  </a:lnTo>
                  <a:lnTo>
                    <a:pt x="629349" y="758909"/>
                  </a:lnTo>
                  <a:lnTo>
                    <a:pt x="626051" y="749760"/>
                  </a:lnTo>
                  <a:lnTo>
                    <a:pt x="623053" y="741445"/>
                  </a:lnTo>
                  <a:lnTo>
                    <a:pt x="619672" y="732839"/>
                  </a:lnTo>
                  <a:lnTo>
                    <a:pt x="617666" y="727955"/>
                  </a:lnTo>
                  <a:lnTo>
                    <a:pt x="615551" y="722807"/>
                  </a:lnTo>
                  <a:lnTo>
                    <a:pt x="614813" y="721382"/>
                  </a:lnTo>
                  <a:lnTo>
                    <a:pt x="613655" y="719558"/>
                  </a:lnTo>
                  <a:lnTo>
                    <a:pt x="610790" y="716023"/>
                  </a:lnTo>
                  <a:lnTo>
                    <a:pt x="606685" y="710960"/>
                  </a:lnTo>
                  <a:lnTo>
                    <a:pt x="602886" y="706453"/>
                  </a:lnTo>
                  <a:lnTo>
                    <a:pt x="599900" y="702910"/>
                  </a:lnTo>
                  <a:lnTo>
                    <a:pt x="599137" y="701413"/>
                  </a:lnTo>
                  <a:lnTo>
                    <a:pt x="598792" y="700546"/>
                  </a:lnTo>
                  <a:lnTo>
                    <a:pt x="598473" y="699579"/>
                  </a:lnTo>
                  <a:lnTo>
                    <a:pt x="598028" y="697858"/>
                  </a:lnTo>
                  <a:lnTo>
                    <a:pt x="598023" y="696735"/>
                  </a:lnTo>
                  <a:lnTo>
                    <a:pt x="600861" y="696920"/>
                  </a:lnTo>
                  <a:lnTo>
                    <a:pt x="601452" y="695820"/>
                  </a:lnTo>
                  <a:lnTo>
                    <a:pt x="602499" y="691701"/>
                  </a:lnTo>
                  <a:lnTo>
                    <a:pt x="603088" y="688140"/>
                  </a:lnTo>
                  <a:lnTo>
                    <a:pt x="602138" y="688303"/>
                  </a:lnTo>
                  <a:lnTo>
                    <a:pt x="600385" y="689774"/>
                  </a:lnTo>
                  <a:lnTo>
                    <a:pt x="599455" y="690838"/>
                  </a:lnTo>
                  <a:lnTo>
                    <a:pt x="598934" y="691293"/>
                  </a:lnTo>
                  <a:lnTo>
                    <a:pt x="596133" y="691994"/>
                  </a:lnTo>
                  <a:lnTo>
                    <a:pt x="594596" y="693572"/>
                  </a:lnTo>
                  <a:lnTo>
                    <a:pt x="591429" y="696249"/>
                  </a:lnTo>
                  <a:lnTo>
                    <a:pt x="589141" y="697820"/>
                  </a:lnTo>
                  <a:lnTo>
                    <a:pt x="588701" y="698080"/>
                  </a:lnTo>
                  <a:lnTo>
                    <a:pt x="586025" y="698563"/>
                  </a:lnTo>
                  <a:lnTo>
                    <a:pt x="585549" y="699188"/>
                  </a:lnTo>
                  <a:lnTo>
                    <a:pt x="585478" y="700570"/>
                  </a:lnTo>
                  <a:lnTo>
                    <a:pt x="585292" y="702095"/>
                  </a:lnTo>
                  <a:lnTo>
                    <a:pt x="583380" y="704350"/>
                  </a:lnTo>
                  <a:lnTo>
                    <a:pt x="581332" y="706333"/>
                  </a:lnTo>
                  <a:lnTo>
                    <a:pt x="580562" y="706554"/>
                  </a:lnTo>
                  <a:lnTo>
                    <a:pt x="579317" y="706116"/>
                  </a:lnTo>
                  <a:lnTo>
                    <a:pt x="578676" y="706363"/>
                  </a:lnTo>
                  <a:lnTo>
                    <a:pt x="576814" y="708470"/>
                  </a:lnTo>
                  <a:lnTo>
                    <a:pt x="574017" y="711635"/>
                  </a:lnTo>
                  <a:lnTo>
                    <a:pt x="573755" y="712922"/>
                  </a:lnTo>
                  <a:lnTo>
                    <a:pt x="573741" y="714488"/>
                  </a:lnTo>
                  <a:lnTo>
                    <a:pt x="573417" y="715855"/>
                  </a:lnTo>
                  <a:lnTo>
                    <a:pt x="572794" y="716352"/>
                  </a:lnTo>
                  <a:lnTo>
                    <a:pt x="571889" y="715167"/>
                  </a:lnTo>
                  <a:lnTo>
                    <a:pt x="571068" y="713727"/>
                  </a:lnTo>
                  <a:lnTo>
                    <a:pt x="569346" y="712694"/>
                  </a:lnTo>
                  <a:lnTo>
                    <a:pt x="566791" y="712449"/>
                  </a:lnTo>
                  <a:lnTo>
                    <a:pt x="565233" y="712950"/>
                  </a:lnTo>
                  <a:lnTo>
                    <a:pt x="564158" y="713733"/>
                  </a:lnTo>
                  <a:lnTo>
                    <a:pt x="562049" y="716906"/>
                  </a:lnTo>
                  <a:lnTo>
                    <a:pt x="561281" y="717536"/>
                  </a:lnTo>
                  <a:lnTo>
                    <a:pt x="560854" y="717334"/>
                  </a:lnTo>
                  <a:lnTo>
                    <a:pt x="560733" y="715803"/>
                  </a:lnTo>
                  <a:lnTo>
                    <a:pt x="560305" y="714711"/>
                  </a:lnTo>
                  <a:lnTo>
                    <a:pt x="559804" y="713079"/>
                  </a:lnTo>
                  <a:lnTo>
                    <a:pt x="560047" y="709863"/>
                  </a:lnTo>
                  <a:lnTo>
                    <a:pt x="561190" y="706783"/>
                  </a:lnTo>
                  <a:lnTo>
                    <a:pt x="563076" y="705103"/>
                  </a:lnTo>
                  <a:lnTo>
                    <a:pt x="564596" y="703297"/>
                  </a:lnTo>
                  <a:lnTo>
                    <a:pt x="565042" y="701325"/>
                  </a:lnTo>
                  <a:lnTo>
                    <a:pt x="565004" y="699960"/>
                  </a:lnTo>
                  <a:lnTo>
                    <a:pt x="564444" y="699337"/>
                  </a:lnTo>
                  <a:lnTo>
                    <a:pt x="563853" y="699221"/>
                  </a:lnTo>
                  <a:lnTo>
                    <a:pt x="563512" y="699883"/>
                  </a:lnTo>
                  <a:lnTo>
                    <a:pt x="562485" y="701232"/>
                  </a:lnTo>
                  <a:lnTo>
                    <a:pt x="560961" y="702310"/>
                  </a:lnTo>
                  <a:lnTo>
                    <a:pt x="559693" y="702524"/>
                  </a:lnTo>
                  <a:lnTo>
                    <a:pt x="559124" y="702459"/>
                  </a:lnTo>
                  <a:lnTo>
                    <a:pt x="557776" y="701781"/>
                  </a:lnTo>
                  <a:lnTo>
                    <a:pt x="555275" y="698041"/>
                  </a:lnTo>
                  <a:lnTo>
                    <a:pt x="553166" y="697533"/>
                  </a:lnTo>
                  <a:lnTo>
                    <a:pt x="551718" y="697243"/>
                  </a:lnTo>
                  <a:lnTo>
                    <a:pt x="551236" y="697620"/>
                  </a:lnTo>
                  <a:lnTo>
                    <a:pt x="551011" y="698540"/>
                  </a:lnTo>
                  <a:lnTo>
                    <a:pt x="551150" y="699543"/>
                  </a:lnTo>
                  <a:lnTo>
                    <a:pt x="551438" y="700531"/>
                  </a:lnTo>
                  <a:lnTo>
                    <a:pt x="551276" y="701332"/>
                  </a:lnTo>
                  <a:lnTo>
                    <a:pt x="550597" y="701928"/>
                  </a:lnTo>
                  <a:lnTo>
                    <a:pt x="549580" y="702931"/>
                  </a:lnTo>
                  <a:lnTo>
                    <a:pt x="549062" y="702263"/>
                  </a:lnTo>
                  <a:lnTo>
                    <a:pt x="548803" y="699627"/>
                  </a:lnTo>
                  <a:lnTo>
                    <a:pt x="548855" y="697576"/>
                  </a:lnTo>
                  <a:lnTo>
                    <a:pt x="548150" y="695851"/>
                  </a:lnTo>
                  <a:lnTo>
                    <a:pt x="547415" y="693171"/>
                  </a:lnTo>
                  <a:lnTo>
                    <a:pt x="546402" y="691590"/>
                  </a:lnTo>
                  <a:lnTo>
                    <a:pt x="545419" y="692098"/>
                  </a:lnTo>
                  <a:lnTo>
                    <a:pt x="544935" y="694367"/>
                  </a:lnTo>
                  <a:lnTo>
                    <a:pt x="544189" y="695135"/>
                  </a:lnTo>
                  <a:lnTo>
                    <a:pt x="542762" y="694668"/>
                  </a:lnTo>
                  <a:lnTo>
                    <a:pt x="540200" y="695952"/>
                  </a:lnTo>
                  <a:lnTo>
                    <a:pt x="536048" y="696533"/>
                  </a:lnTo>
                  <a:lnTo>
                    <a:pt x="533083" y="694942"/>
                  </a:lnTo>
                  <a:lnTo>
                    <a:pt x="532590" y="693515"/>
                  </a:lnTo>
                  <a:lnTo>
                    <a:pt x="533802" y="690454"/>
                  </a:lnTo>
                  <a:lnTo>
                    <a:pt x="533895" y="687755"/>
                  </a:lnTo>
                  <a:lnTo>
                    <a:pt x="533888" y="685296"/>
                  </a:lnTo>
                  <a:lnTo>
                    <a:pt x="534209" y="683503"/>
                  </a:lnTo>
                  <a:lnTo>
                    <a:pt x="533486" y="680083"/>
                  </a:lnTo>
                  <a:lnTo>
                    <a:pt x="531848" y="673126"/>
                  </a:lnTo>
                  <a:lnTo>
                    <a:pt x="530853" y="667881"/>
                  </a:lnTo>
                  <a:lnTo>
                    <a:pt x="529392" y="663947"/>
                  </a:lnTo>
                  <a:lnTo>
                    <a:pt x="528756" y="662645"/>
                  </a:lnTo>
                  <a:lnTo>
                    <a:pt x="525687" y="663319"/>
                  </a:lnTo>
                  <a:lnTo>
                    <a:pt x="524845" y="664182"/>
                  </a:lnTo>
                  <a:lnTo>
                    <a:pt x="524288" y="665391"/>
                  </a:lnTo>
                  <a:lnTo>
                    <a:pt x="523336" y="666238"/>
                  </a:lnTo>
                  <a:lnTo>
                    <a:pt x="521984" y="666863"/>
                  </a:lnTo>
                  <a:lnTo>
                    <a:pt x="520826" y="666440"/>
                  </a:lnTo>
                  <a:lnTo>
                    <a:pt x="519538" y="665781"/>
                  </a:lnTo>
                  <a:lnTo>
                    <a:pt x="518179" y="664404"/>
                  </a:lnTo>
                  <a:lnTo>
                    <a:pt x="516595" y="662581"/>
                  </a:lnTo>
                  <a:lnTo>
                    <a:pt x="513585" y="661118"/>
                  </a:lnTo>
                  <a:lnTo>
                    <a:pt x="510583" y="660656"/>
                  </a:lnTo>
                  <a:lnTo>
                    <a:pt x="507296" y="660151"/>
                  </a:lnTo>
                  <a:lnTo>
                    <a:pt x="505659" y="661074"/>
                  </a:lnTo>
                  <a:lnTo>
                    <a:pt x="504074" y="662547"/>
                  </a:lnTo>
                  <a:lnTo>
                    <a:pt x="501782" y="665611"/>
                  </a:lnTo>
                  <a:lnTo>
                    <a:pt x="500730" y="665918"/>
                  </a:lnTo>
                  <a:lnTo>
                    <a:pt x="499066" y="666152"/>
                  </a:lnTo>
                  <a:lnTo>
                    <a:pt x="497899" y="666908"/>
                  </a:lnTo>
                  <a:lnTo>
                    <a:pt x="498132" y="668258"/>
                  </a:lnTo>
                  <a:lnTo>
                    <a:pt x="498360" y="670114"/>
                  </a:lnTo>
                  <a:lnTo>
                    <a:pt x="497938" y="671574"/>
                  </a:lnTo>
                  <a:lnTo>
                    <a:pt x="497285" y="672351"/>
                  </a:lnTo>
                  <a:lnTo>
                    <a:pt x="496286" y="672858"/>
                  </a:lnTo>
                  <a:lnTo>
                    <a:pt x="494654" y="673031"/>
                  </a:lnTo>
                  <a:lnTo>
                    <a:pt x="493313" y="673331"/>
                  </a:lnTo>
                  <a:lnTo>
                    <a:pt x="491649" y="675433"/>
                  </a:lnTo>
                  <a:lnTo>
                    <a:pt x="489105" y="675963"/>
                  </a:lnTo>
                  <a:lnTo>
                    <a:pt x="486335" y="676722"/>
                  </a:lnTo>
                  <a:lnTo>
                    <a:pt x="484397" y="677922"/>
                  </a:lnTo>
                  <a:lnTo>
                    <a:pt x="480207" y="679408"/>
                  </a:lnTo>
                  <a:lnTo>
                    <a:pt x="477780" y="680072"/>
                  </a:lnTo>
                  <a:lnTo>
                    <a:pt x="473725" y="681492"/>
                  </a:lnTo>
                  <a:lnTo>
                    <a:pt x="470459" y="681724"/>
                  </a:lnTo>
                  <a:lnTo>
                    <a:pt x="469966" y="680726"/>
                  </a:lnTo>
                  <a:lnTo>
                    <a:pt x="467451" y="682930"/>
                  </a:lnTo>
                  <a:lnTo>
                    <a:pt x="464637" y="682795"/>
                  </a:lnTo>
                  <a:lnTo>
                    <a:pt x="464118" y="683681"/>
                  </a:lnTo>
                  <a:lnTo>
                    <a:pt x="463433" y="684533"/>
                  </a:lnTo>
                  <a:lnTo>
                    <a:pt x="462674" y="684914"/>
                  </a:lnTo>
                  <a:lnTo>
                    <a:pt x="461718" y="685963"/>
                  </a:lnTo>
                  <a:lnTo>
                    <a:pt x="461167" y="688178"/>
                  </a:lnTo>
                  <a:lnTo>
                    <a:pt x="460748" y="690444"/>
                  </a:lnTo>
                  <a:lnTo>
                    <a:pt x="459901" y="691160"/>
                  </a:lnTo>
                  <a:lnTo>
                    <a:pt x="458768" y="690316"/>
                  </a:lnTo>
                  <a:lnTo>
                    <a:pt x="457932" y="689492"/>
                  </a:lnTo>
                  <a:lnTo>
                    <a:pt x="456500" y="690322"/>
                  </a:lnTo>
                  <a:lnTo>
                    <a:pt x="454558" y="690804"/>
                  </a:lnTo>
                  <a:lnTo>
                    <a:pt x="453037" y="690511"/>
                  </a:lnTo>
                  <a:lnTo>
                    <a:pt x="452258" y="689860"/>
                  </a:lnTo>
                  <a:lnTo>
                    <a:pt x="449067" y="690947"/>
                  </a:lnTo>
                  <a:lnTo>
                    <a:pt x="447404" y="692261"/>
                  </a:lnTo>
                  <a:lnTo>
                    <a:pt x="447093" y="692946"/>
                  </a:lnTo>
                  <a:lnTo>
                    <a:pt x="446685" y="693320"/>
                  </a:lnTo>
                  <a:lnTo>
                    <a:pt x="444773" y="694225"/>
                  </a:lnTo>
                  <a:lnTo>
                    <a:pt x="443239" y="693972"/>
                  </a:lnTo>
                  <a:lnTo>
                    <a:pt x="442998" y="694025"/>
                  </a:lnTo>
                  <a:lnTo>
                    <a:pt x="441543" y="694655"/>
                  </a:lnTo>
                  <a:lnTo>
                    <a:pt x="439491" y="695799"/>
                  </a:lnTo>
                  <a:lnTo>
                    <a:pt x="438017" y="696175"/>
                  </a:lnTo>
                  <a:lnTo>
                    <a:pt x="436781" y="696158"/>
                  </a:lnTo>
                  <a:lnTo>
                    <a:pt x="435992" y="697097"/>
                  </a:lnTo>
                  <a:lnTo>
                    <a:pt x="435351" y="698103"/>
                  </a:lnTo>
                  <a:lnTo>
                    <a:pt x="429974" y="699165"/>
                  </a:lnTo>
                  <a:lnTo>
                    <a:pt x="429432" y="699899"/>
                  </a:lnTo>
                  <a:lnTo>
                    <a:pt x="428344" y="700823"/>
                  </a:lnTo>
                  <a:lnTo>
                    <a:pt x="422753" y="701134"/>
                  </a:lnTo>
                  <a:lnTo>
                    <a:pt x="422291" y="701805"/>
                  </a:lnTo>
                  <a:lnTo>
                    <a:pt x="422088" y="702560"/>
                  </a:lnTo>
                  <a:lnTo>
                    <a:pt x="421394" y="702794"/>
                  </a:lnTo>
                  <a:lnTo>
                    <a:pt x="417365" y="701362"/>
                  </a:lnTo>
                  <a:lnTo>
                    <a:pt x="414142" y="699756"/>
                  </a:lnTo>
                  <a:lnTo>
                    <a:pt x="412891" y="700637"/>
                  </a:lnTo>
                  <a:lnTo>
                    <a:pt x="411827" y="702281"/>
                  </a:lnTo>
                  <a:lnTo>
                    <a:pt x="411455" y="704685"/>
                  </a:lnTo>
                  <a:lnTo>
                    <a:pt x="411455" y="706738"/>
                  </a:lnTo>
                  <a:lnTo>
                    <a:pt x="411455" y="708497"/>
                  </a:lnTo>
                  <a:lnTo>
                    <a:pt x="410972" y="709768"/>
                  </a:lnTo>
                  <a:lnTo>
                    <a:pt x="409899" y="711335"/>
                  </a:lnTo>
                  <a:lnTo>
                    <a:pt x="409825" y="712390"/>
                  </a:lnTo>
                  <a:lnTo>
                    <a:pt x="411276" y="713531"/>
                  </a:lnTo>
                  <a:lnTo>
                    <a:pt x="413097" y="714480"/>
                  </a:lnTo>
                  <a:lnTo>
                    <a:pt x="414172" y="714061"/>
                  </a:lnTo>
                  <a:lnTo>
                    <a:pt x="415072" y="713414"/>
                  </a:lnTo>
                  <a:lnTo>
                    <a:pt x="415854" y="713615"/>
                  </a:lnTo>
                  <a:lnTo>
                    <a:pt x="416402" y="714377"/>
                  </a:lnTo>
                  <a:lnTo>
                    <a:pt x="416595" y="715298"/>
                  </a:lnTo>
                  <a:lnTo>
                    <a:pt x="416493" y="715941"/>
                  </a:lnTo>
                  <a:lnTo>
                    <a:pt x="416151" y="716440"/>
                  </a:lnTo>
                  <a:lnTo>
                    <a:pt x="414962" y="717292"/>
                  </a:lnTo>
                  <a:lnTo>
                    <a:pt x="413873" y="717000"/>
                  </a:lnTo>
                  <a:lnTo>
                    <a:pt x="412865" y="717585"/>
                  </a:lnTo>
                  <a:lnTo>
                    <a:pt x="412342" y="718758"/>
                  </a:lnTo>
                  <a:lnTo>
                    <a:pt x="412059" y="720810"/>
                  </a:lnTo>
                  <a:lnTo>
                    <a:pt x="412503" y="722276"/>
                  </a:lnTo>
                  <a:lnTo>
                    <a:pt x="413865" y="722629"/>
                  </a:lnTo>
                  <a:lnTo>
                    <a:pt x="415399" y="723687"/>
                  </a:lnTo>
                  <a:lnTo>
                    <a:pt x="417097" y="724188"/>
                  </a:lnTo>
                  <a:lnTo>
                    <a:pt x="418117" y="724010"/>
                  </a:lnTo>
                  <a:lnTo>
                    <a:pt x="419413" y="725622"/>
                  </a:lnTo>
                  <a:lnTo>
                    <a:pt x="422441" y="727574"/>
                  </a:lnTo>
                  <a:lnTo>
                    <a:pt x="423251" y="729064"/>
                  </a:lnTo>
                  <a:lnTo>
                    <a:pt x="423271" y="730601"/>
                  </a:lnTo>
                  <a:lnTo>
                    <a:pt x="422715" y="731763"/>
                  </a:lnTo>
                  <a:lnTo>
                    <a:pt x="421948" y="732423"/>
                  </a:lnTo>
                  <a:lnTo>
                    <a:pt x="420905" y="732064"/>
                  </a:lnTo>
                  <a:lnTo>
                    <a:pt x="418842" y="731666"/>
                  </a:lnTo>
                  <a:lnTo>
                    <a:pt x="416578" y="731396"/>
                  </a:lnTo>
                  <a:lnTo>
                    <a:pt x="414960" y="730880"/>
                  </a:lnTo>
                  <a:lnTo>
                    <a:pt x="412597" y="731084"/>
                  </a:lnTo>
                  <a:lnTo>
                    <a:pt x="410654" y="731575"/>
                  </a:lnTo>
                  <a:lnTo>
                    <a:pt x="410155" y="732731"/>
                  </a:lnTo>
                  <a:lnTo>
                    <a:pt x="409402" y="734893"/>
                  </a:lnTo>
                  <a:lnTo>
                    <a:pt x="408775" y="736097"/>
                  </a:lnTo>
                  <a:lnTo>
                    <a:pt x="407667" y="738304"/>
                  </a:lnTo>
                  <a:lnTo>
                    <a:pt x="407326" y="740342"/>
                  </a:lnTo>
                  <a:lnTo>
                    <a:pt x="407897" y="743473"/>
                  </a:lnTo>
                  <a:lnTo>
                    <a:pt x="409825" y="748645"/>
                  </a:lnTo>
                  <a:lnTo>
                    <a:pt x="410009" y="750356"/>
                  </a:lnTo>
                  <a:lnTo>
                    <a:pt x="409315" y="752020"/>
                  </a:lnTo>
                  <a:lnTo>
                    <a:pt x="407984" y="753414"/>
                  </a:lnTo>
                  <a:lnTo>
                    <a:pt x="406057" y="755853"/>
                  </a:lnTo>
                  <a:lnTo>
                    <a:pt x="403974" y="755986"/>
                  </a:lnTo>
                  <a:lnTo>
                    <a:pt x="403074" y="756599"/>
                  </a:lnTo>
                  <a:lnTo>
                    <a:pt x="400736" y="759586"/>
                  </a:lnTo>
                  <a:lnTo>
                    <a:pt x="398687" y="761006"/>
                  </a:lnTo>
                  <a:lnTo>
                    <a:pt x="398257" y="762283"/>
                  </a:lnTo>
                  <a:lnTo>
                    <a:pt x="398711" y="763542"/>
                  </a:lnTo>
                  <a:lnTo>
                    <a:pt x="401305" y="765197"/>
                  </a:lnTo>
                  <a:lnTo>
                    <a:pt x="402611" y="767018"/>
                  </a:lnTo>
                  <a:lnTo>
                    <a:pt x="402987" y="769060"/>
                  </a:lnTo>
                  <a:lnTo>
                    <a:pt x="403552" y="770618"/>
                  </a:lnTo>
                  <a:lnTo>
                    <a:pt x="405571" y="771629"/>
                  </a:lnTo>
                  <a:lnTo>
                    <a:pt x="409753" y="773990"/>
                  </a:lnTo>
                  <a:lnTo>
                    <a:pt x="409994" y="774236"/>
                  </a:lnTo>
                  <a:lnTo>
                    <a:pt x="410256" y="775310"/>
                  </a:lnTo>
                  <a:lnTo>
                    <a:pt x="414500" y="776802"/>
                  </a:lnTo>
                  <a:lnTo>
                    <a:pt x="415088" y="777604"/>
                  </a:lnTo>
                  <a:lnTo>
                    <a:pt x="416836" y="780267"/>
                  </a:lnTo>
                  <a:lnTo>
                    <a:pt x="417206" y="783072"/>
                  </a:lnTo>
                  <a:lnTo>
                    <a:pt x="416318" y="785811"/>
                  </a:lnTo>
                  <a:lnTo>
                    <a:pt x="415743" y="790148"/>
                  </a:lnTo>
                  <a:lnTo>
                    <a:pt x="414822" y="793966"/>
                  </a:lnTo>
                  <a:lnTo>
                    <a:pt x="412840" y="796514"/>
                  </a:lnTo>
                  <a:lnTo>
                    <a:pt x="409372" y="798857"/>
                  </a:lnTo>
                  <a:lnTo>
                    <a:pt x="405664" y="799796"/>
                  </a:lnTo>
                  <a:lnTo>
                    <a:pt x="404085" y="799634"/>
                  </a:lnTo>
                  <a:lnTo>
                    <a:pt x="403065" y="799340"/>
                  </a:lnTo>
                  <a:lnTo>
                    <a:pt x="401399" y="798601"/>
                  </a:lnTo>
                  <a:lnTo>
                    <a:pt x="400164" y="796662"/>
                  </a:lnTo>
                  <a:lnTo>
                    <a:pt x="399255" y="794759"/>
                  </a:lnTo>
                  <a:lnTo>
                    <a:pt x="398602" y="794283"/>
                  </a:lnTo>
                  <a:lnTo>
                    <a:pt x="397953" y="794596"/>
                  </a:lnTo>
                  <a:lnTo>
                    <a:pt x="397342" y="795791"/>
                  </a:lnTo>
                  <a:lnTo>
                    <a:pt x="396521" y="799014"/>
                  </a:lnTo>
                  <a:lnTo>
                    <a:pt x="395602" y="802210"/>
                  </a:lnTo>
                  <a:lnTo>
                    <a:pt x="394856" y="803335"/>
                  </a:lnTo>
                  <a:lnTo>
                    <a:pt x="392076" y="804845"/>
                  </a:lnTo>
                  <a:lnTo>
                    <a:pt x="391768" y="804306"/>
                  </a:lnTo>
                  <a:lnTo>
                    <a:pt x="392086" y="802187"/>
                  </a:lnTo>
                  <a:lnTo>
                    <a:pt x="391735" y="801552"/>
                  </a:lnTo>
                  <a:lnTo>
                    <a:pt x="391214" y="801076"/>
                  </a:lnTo>
                  <a:lnTo>
                    <a:pt x="387784" y="800263"/>
                  </a:lnTo>
                  <a:lnTo>
                    <a:pt x="386485" y="799663"/>
                  </a:lnTo>
                  <a:lnTo>
                    <a:pt x="385517" y="799430"/>
                  </a:lnTo>
                  <a:lnTo>
                    <a:pt x="384284" y="798889"/>
                  </a:lnTo>
                  <a:lnTo>
                    <a:pt x="383435" y="797625"/>
                  </a:lnTo>
                  <a:lnTo>
                    <a:pt x="381613" y="793751"/>
                  </a:lnTo>
                  <a:lnTo>
                    <a:pt x="380186" y="790715"/>
                  </a:lnTo>
                  <a:lnTo>
                    <a:pt x="377891" y="787974"/>
                  </a:lnTo>
                  <a:lnTo>
                    <a:pt x="375811" y="787444"/>
                  </a:lnTo>
                  <a:lnTo>
                    <a:pt x="375643" y="787724"/>
                  </a:lnTo>
                  <a:lnTo>
                    <a:pt x="374064" y="787825"/>
                  </a:lnTo>
                  <a:lnTo>
                    <a:pt x="371429" y="787229"/>
                  </a:lnTo>
                  <a:lnTo>
                    <a:pt x="370648" y="788474"/>
                  </a:lnTo>
                  <a:lnTo>
                    <a:pt x="370065" y="790422"/>
                  </a:lnTo>
                  <a:lnTo>
                    <a:pt x="369295" y="792071"/>
                  </a:lnTo>
                  <a:lnTo>
                    <a:pt x="368125" y="792946"/>
                  </a:lnTo>
                  <a:lnTo>
                    <a:pt x="366716" y="793143"/>
                  </a:lnTo>
                  <a:lnTo>
                    <a:pt x="365135" y="791439"/>
                  </a:lnTo>
                  <a:lnTo>
                    <a:pt x="363508" y="788795"/>
                  </a:lnTo>
                  <a:lnTo>
                    <a:pt x="361469" y="787933"/>
                  </a:lnTo>
                  <a:lnTo>
                    <a:pt x="359494" y="788513"/>
                  </a:lnTo>
                  <a:lnTo>
                    <a:pt x="358771" y="788926"/>
                  </a:lnTo>
                  <a:lnTo>
                    <a:pt x="356698" y="790425"/>
                  </a:lnTo>
                  <a:lnTo>
                    <a:pt x="356048" y="789727"/>
                  </a:lnTo>
                  <a:lnTo>
                    <a:pt x="355128" y="789282"/>
                  </a:lnTo>
                  <a:lnTo>
                    <a:pt x="353107" y="791748"/>
                  </a:lnTo>
                  <a:lnTo>
                    <a:pt x="350894" y="794450"/>
                  </a:lnTo>
                  <a:lnTo>
                    <a:pt x="350413" y="796470"/>
                  </a:lnTo>
                  <a:lnTo>
                    <a:pt x="349745" y="798324"/>
                  </a:lnTo>
                  <a:lnTo>
                    <a:pt x="348276" y="800090"/>
                  </a:lnTo>
                  <a:lnTo>
                    <a:pt x="346673" y="801618"/>
                  </a:lnTo>
                  <a:lnTo>
                    <a:pt x="345315" y="802185"/>
                  </a:lnTo>
                  <a:lnTo>
                    <a:pt x="343561" y="801626"/>
                  </a:lnTo>
                  <a:lnTo>
                    <a:pt x="341353" y="799750"/>
                  </a:lnTo>
                  <a:lnTo>
                    <a:pt x="339331" y="797402"/>
                  </a:lnTo>
                  <a:lnTo>
                    <a:pt x="337133" y="793707"/>
                  </a:lnTo>
                  <a:lnTo>
                    <a:pt x="335343" y="791592"/>
                  </a:lnTo>
                  <a:lnTo>
                    <a:pt x="333627" y="789916"/>
                  </a:lnTo>
                  <a:lnTo>
                    <a:pt x="332584" y="789517"/>
                  </a:lnTo>
                  <a:lnTo>
                    <a:pt x="331748" y="790148"/>
                  </a:lnTo>
                  <a:lnTo>
                    <a:pt x="331420" y="791454"/>
                  </a:lnTo>
                  <a:lnTo>
                    <a:pt x="331658" y="792481"/>
                  </a:lnTo>
                  <a:lnTo>
                    <a:pt x="332153" y="793409"/>
                  </a:lnTo>
                  <a:lnTo>
                    <a:pt x="332539" y="796329"/>
                  </a:lnTo>
                  <a:lnTo>
                    <a:pt x="332687" y="799901"/>
                  </a:lnTo>
                  <a:lnTo>
                    <a:pt x="332518" y="801927"/>
                  </a:lnTo>
                  <a:lnTo>
                    <a:pt x="332031" y="803136"/>
                  </a:lnTo>
                  <a:lnTo>
                    <a:pt x="331532" y="803576"/>
                  </a:lnTo>
                  <a:lnTo>
                    <a:pt x="331070" y="803417"/>
                  </a:lnTo>
                  <a:lnTo>
                    <a:pt x="330511" y="802158"/>
                  </a:lnTo>
                  <a:lnTo>
                    <a:pt x="330168" y="799495"/>
                  </a:lnTo>
                  <a:lnTo>
                    <a:pt x="329902" y="796351"/>
                  </a:lnTo>
                  <a:lnTo>
                    <a:pt x="328395" y="792399"/>
                  </a:lnTo>
                  <a:lnTo>
                    <a:pt x="327094" y="789986"/>
                  </a:lnTo>
                  <a:lnTo>
                    <a:pt x="326468" y="788655"/>
                  </a:lnTo>
                  <a:lnTo>
                    <a:pt x="325271" y="786456"/>
                  </a:lnTo>
                  <a:lnTo>
                    <a:pt x="324239" y="785097"/>
                  </a:lnTo>
                  <a:lnTo>
                    <a:pt x="322041" y="783544"/>
                  </a:lnTo>
                  <a:lnTo>
                    <a:pt x="320964" y="782419"/>
                  </a:lnTo>
                  <a:lnTo>
                    <a:pt x="319094" y="778053"/>
                  </a:lnTo>
                  <a:lnTo>
                    <a:pt x="318045" y="776724"/>
                  </a:lnTo>
                  <a:lnTo>
                    <a:pt x="316698" y="775606"/>
                  </a:lnTo>
                  <a:lnTo>
                    <a:pt x="315591" y="775274"/>
                  </a:lnTo>
                  <a:lnTo>
                    <a:pt x="315348" y="775529"/>
                  </a:lnTo>
                  <a:lnTo>
                    <a:pt x="313045" y="776157"/>
                  </a:lnTo>
                  <a:lnTo>
                    <a:pt x="311391" y="776062"/>
                  </a:lnTo>
                  <a:lnTo>
                    <a:pt x="310390" y="775245"/>
                  </a:lnTo>
                  <a:lnTo>
                    <a:pt x="309264" y="775140"/>
                  </a:lnTo>
                  <a:lnTo>
                    <a:pt x="308131" y="775689"/>
                  </a:lnTo>
                  <a:lnTo>
                    <a:pt x="307919" y="775653"/>
                  </a:lnTo>
                  <a:lnTo>
                    <a:pt x="307352" y="775627"/>
                  </a:lnTo>
                  <a:lnTo>
                    <a:pt x="306438" y="774725"/>
                  </a:lnTo>
                  <a:lnTo>
                    <a:pt x="305546" y="772300"/>
                  </a:lnTo>
                  <a:lnTo>
                    <a:pt x="304425" y="769728"/>
                  </a:lnTo>
                  <a:lnTo>
                    <a:pt x="303061" y="768898"/>
                  </a:lnTo>
                  <a:lnTo>
                    <a:pt x="300477" y="769981"/>
                  </a:lnTo>
                  <a:lnTo>
                    <a:pt x="297653" y="773482"/>
                  </a:lnTo>
                  <a:lnTo>
                    <a:pt x="295626" y="775558"/>
                  </a:lnTo>
                  <a:lnTo>
                    <a:pt x="293973" y="775616"/>
                  </a:lnTo>
                  <a:lnTo>
                    <a:pt x="293029" y="775933"/>
                  </a:lnTo>
                  <a:lnTo>
                    <a:pt x="292402" y="775813"/>
                  </a:lnTo>
                  <a:lnTo>
                    <a:pt x="291873" y="775161"/>
                  </a:lnTo>
                  <a:lnTo>
                    <a:pt x="291746" y="773897"/>
                  </a:lnTo>
                  <a:lnTo>
                    <a:pt x="291493" y="772293"/>
                  </a:lnTo>
                  <a:lnTo>
                    <a:pt x="290196" y="770727"/>
                  </a:lnTo>
                  <a:lnTo>
                    <a:pt x="288421" y="769718"/>
                  </a:lnTo>
                  <a:lnTo>
                    <a:pt x="286770" y="768608"/>
                  </a:lnTo>
                  <a:lnTo>
                    <a:pt x="285692" y="768312"/>
                  </a:lnTo>
                  <a:lnTo>
                    <a:pt x="285231" y="769909"/>
                  </a:lnTo>
                  <a:lnTo>
                    <a:pt x="283864" y="772450"/>
                  </a:lnTo>
                  <a:lnTo>
                    <a:pt x="282308" y="774919"/>
                  </a:lnTo>
                  <a:lnTo>
                    <a:pt x="280327" y="778934"/>
                  </a:lnTo>
                  <a:lnTo>
                    <a:pt x="279785" y="780357"/>
                  </a:lnTo>
                  <a:lnTo>
                    <a:pt x="279025" y="781305"/>
                  </a:lnTo>
                  <a:lnTo>
                    <a:pt x="277294" y="782336"/>
                  </a:lnTo>
                  <a:lnTo>
                    <a:pt x="275191" y="784033"/>
                  </a:lnTo>
                  <a:lnTo>
                    <a:pt x="273850" y="785962"/>
                  </a:lnTo>
                  <a:lnTo>
                    <a:pt x="271949" y="786837"/>
                  </a:lnTo>
                  <a:lnTo>
                    <a:pt x="269899" y="787389"/>
                  </a:lnTo>
                  <a:lnTo>
                    <a:pt x="269004" y="789061"/>
                  </a:lnTo>
                  <a:lnTo>
                    <a:pt x="268454" y="791790"/>
                  </a:lnTo>
                  <a:lnTo>
                    <a:pt x="267771" y="794241"/>
                  </a:lnTo>
                  <a:lnTo>
                    <a:pt x="264544" y="797954"/>
                  </a:lnTo>
                  <a:lnTo>
                    <a:pt x="262778" y="800362"/>
                  </a:lnTo>
                  <a:lnTo>
                    <a:pt x="261494" y="801640"/>
                  </a:lnTo>
                  <a:lnTo>
                    <a:pt x="260596" y="801476"/>
                  </a:lnTo>
                  <a:lnTo>
                    <a:pt x="259626" y="801092"/>
                  </a:lnTo>
                  <a:lnTo>
                    <a:pt x="259260" y="801304"/>
                  </a:lnTo>
                  <a:lnTo>
                    <a:pt x="259759" y="803146"/>
                  </a:lnTo>
                  <a:lnTo>
                    <a:pt x="260179" y="808955"/>
                  </a:lnTo>
                  <a:lnTo>
                    <a:pt x="260775" y="812657"/>
                  </a:lnTo>
                  <a:lnTo>
                    <a:pt x="261206" y="814786"/>
                  </a:lnTo>
                  <a:lnTo>
                    <a:pt x="261610" y="816458"/>
                  </a:lnTo>
                  <a:lnTo>
                    <a:pt x="261919" y="819020"/>
                  </a:lnTo>
                  <a:lnTo>
                    <a:pt x="261516" y="820519"/>
                  </a:lnTo>
                  <a:lnTo>
                    <a:pt x="260892" y="821526"/>
                  </a:lnTo>
                  <a:lnTo>
                    <a:pt x="258954" y="823111"/>
                  </a:lnTo>
                  <a:lnTo>
                    <a:pt x="256934" y="824476"/>
                  </a:lnTo>
                  <a:lnTo>
                    <a:pt x="255724" y="823597"/>
                  </a:lnTo>
                  <a:lnTo>
                    <a:pt x="254381" y="821420"/>
                  </a:lnTo>
                  <a:lnTo>
                    <a:pt x="253852" y="820294"/>
                  </a:lnTo>
                  <a:lnTo>
                    <a:pt x="252382" y="816642"/>
                  </a:lnTo>
                  <a:lnTo>
                    <a:pt x="249809" y="811066"/>
                  </a:lnTo>
                  <a:lnTo>
                    <a:pt x="248056" y="808239"/>
                  </a:lnTo>
                  <a:lnTo>
                    <a:pt x="246762" y="807188"/>
                  </a:lnTo>
                  <a:lnTo>
                    <a:pt x="245592" y="807508"/>
                  </a:lnTo>
                  <a:lnTo>
                    <a:pt x="244685" y="808831"/>
                  </a:lnTo>
                  <a:lnTo>
                    <a:pt x="244041" y="810008"/>
                  </a:lnTo>
                  <a:lnTo>
                    <a:pt x="243433" y="811326"/>
                  </a:lnTo>
                  <a:lnTo>
                    <a:pt x="243046" y="812982"/>
                  </a:lnTo>
                  <a:lnTo>
                    <a:pt x="243082" y="815265"/>
                  </a:lnTo>
                  <a:lnTo>
                    <a:pt x="243052" y="817680"/>
                  </a:lnTo>
                  <a:lnTo>
                    <a:pt x="242481" y="819382"/>
                  </a:lnTo>
                  <a:lnTo>
                    <a:pt x="241034" y="821209"/>
                  </a:lnTo>
                  <a:lnTo>
                    <a:pt x="239357" y="823760"/>
                  </a:lnTo>
                  <a:lnTo>
                    <a:pt x="238108" y="828363"/>
                  </a:lnTo>
                  <a:lnTo>
                    <a:pt x="237299" y="834117"/>
                  </a:lnTo>
                  <a:lnTo>
                    <a:pt x="237042" y="838110"/>
                  </a:lnTo>
                  <a:lnTo>
                    <a:pt x="237662" y="839979"/>
                  </a:lnTo>
                  <a:lnTo>
                    <a:pt x="238887" y="841494"/>
                  </a:lnTo>
                  <a:lnTo>
                    <a:pt x="239676" y="843051"/>
                  </a:lnTo>
                  <a:lnTo>
                    <a:pt x="239836" y="844516"/>
                  </a:lnTo>
                  <a:lnTo>
                    <a:pt x="239628" y="846052"/>
                  </a:lnTo>
                  <a:lnTo>
                    <a:pt x="238994" y="847825"/>
                  </a:lnTo>
                  <a:lnTo>
                    <a:pt x="237662" y="849855"/>
                  </a:lnTo>
                  <a:lnTo>
                    <a:pt x="235830" y="854703"/>
                  </a:lnTo>
                  <a:lnTo>
                    <a:pt x="234691" y="861549"/>
                  </a:lnTo>
                  <a:lnTo>
                    <a:pt x="235322" y="866325"/>
                  </a:lnTo>
                  <a:lnTo>
                    <a:pt x="237664" y="868945"/>
                  </a:lnTo>
                  <a:lnTo>
                    <a:pt x="239507" y="870101"/>
                  </a:lnTo>
                  <a:lnTo>
                    <a:pt x="240242" y="871637"/>
                  </a:lnTo>
                  <a:lnTo>
                    <a:pt x="240905" y="874754"/>
                  </a:lnTo>
                  <a:lnTo>
                    <a:pt x="240814" y="877912"/>
                  </a:lnTo>
                  <a:lnTo>
                    <a:pt x="240591" y="880052"/>
                  </a:lnTo>
                  <a:lnTo>
                    <a:pt x="241048" y="882148"/>
                  </a:lnTo>
                  <a:lnTo>
                    <a:pt x="241917" y="884638"/>
                  </a:lnTo>
                  <a:lnTo>
                    <a:pt x="243018" y="886162"/>
                  </a:lnTo>
                  <a:lnTo>
                    <a:pt x="244175" y="885343"/>
                  </a:lnTo>
                  <a:lnTo>
                    <a:pt x="245328" y="884301"/>
                  </a:lnTo>
                  <a:lnTo>
                    <a:pt x="246769" y="884712"/>
                  </a:lnTo>
                  <a:lnTo>
                    <a:pt x="250845" y="885578"/>
                  </a:lnTo>
                  <a:lnTo>
                    <a:pt x="252982" y="886029"/>
                  </a:lnTo>
                  <a:lnTo>
                    <a:pt x="253677" y="887111"/>
                  </a:lnTo>
                  <a:lnTo>
                    <a:pt x="255001" y="890623"/>
                  </a:lnTo>
                  <a:lnTo>
                    <a:pt x="256676" y="894567"/>
                  </a:lnTo>
                  <a:lnTo>
                    <a:pt x="258376" y="898570"/>
                  </a:lnTo>
                  <a:lnTo>
                    <a:pt x="258962" y="900305"/>
                  </a:lnTo>
                  <a:lnTo>
                    <a:pt x="260348" y="905086"/>
                  </a:lnTo>
                  <a:lnTo>
                    <a:pt x="261779" y="909387"/>
                  </a:lnTo>
                  <a:lnTo>
                    <a:pt x="263334" y="914716"/>
                  </a:lnTo>
                  <a:lnTo>
                    <a:pt x="263223" y="916158"/>
                  </a:lnTo>
                  <a:lnTo>
                    <a:pt x="262410" y="916760"/>
                  </a:lnTo>
                  <a:lnTo>
                    <a:pt x="261103" y="916614"/>
                  </a:lnTo>
                  <a:lnTo>
                    <a:pt x="260094" y="915832"/>
                  </a:lnTo>
                  <a:lnTo>
                    <a:pt x="259528" y="915186"/>
                  </a:lnTo>
                  <a:lnTo>
                    <a:pt x="259018" y="914972"/>
                  </a:lnTo>
                  <a:lnTo>
                    <a:pt x="258447" y="915232"/>
                  </a:lnTo>
                  <a:lnTo>
                    <a:pt x="257961" y="915906"/>
                  </a:lnTo>
                  <a:lnTo>
                    <a:pt x="257764" y="916961"/>
                  </a:lnTo>
                  <a:lnTo>
                    <a:pt x="257847" y="918399"/>
                  </a:lnTo>
                  <a:lnTo>
                    <a:pt x="258237" y="919709"/>
                  </a:lnTo>
                  <a:lnTo>
                    <a:pt x="258784" y="920552"/>
                  </a:lnTo>
                  <a:lnTo>
                    <a:pt x="259078" y="920866"/>
                  </a:lnTo>
                  <a:lnTo>
                    <a:pt x="261078" y="922595"/>
                  </a:lnTo>
                  <a:lnTo>
                    <a:pt x="263329" y="924540"/>
                  </a:lnTo>
                  <a:lnTo>
                    <a:pt x="266075" y="927297"/>
                  </a:lnTo>
                  <a:lnTo>
                    <a:pt x="266659" y="927642"/>
                  </a:lnTo>
                  <a:lnTo>
                    <a:pt x="266826" y="928988"/>
                  </a:lnTo>
                  <a:lnTo>
                    <a:pt x="265358" y="929279"/>
                  </a:lnTo>
                  <a:lnTo>
                    <a:pt x="265177" y="930854"/>
                  </a:lnTo>
                  <a:lnTo>
                    <a:pt x="264799" y="932014"/>
                  </a:lnTo>
                  <a:lnTo>
                    <a:pt x="261513" y="934635"/>
                  </a:lnTo>
                  <a:lnTo>
                    <a:pt x="260692" y="934628"/>
                  </a:lnTo>
                  <a:lnTo>
                    <a:pt x="259974" y="935058"/>
                  </a:lnTo>
                  <a:lnTo>
                    <a:pt x="260018" y="936755"/>
                  </a:lnTo>
                  <a:lnTo>
                    <a:pt x="260214" y="938307"/>
                  </a:lnTo>
                  <a:lnTo>
                    <a:pt x="260777" y="939952"/>
                  </a:lnTo>
                  <a:lnTo>
                    <a:pt x="260533" y="940653"/>
                  </a:lnTo>
                  <a:lnTo>
                    <a:pt x="260047" y="940888"/>
                  </a:lnTo>
                  <a:lnTo>
                    <a:pt x="259410" y="940389"/>
                  </a:lnTo>
                  <a:lnTo>
                    <a:pt x="258821" y="939529"/>
                  </a:lnTo>
                  <a:lnTo>
                    <a:pt x="258190" y="939314"/>
                  </a:lnTo>
                  <a:lnTo>
                    <a:pt x="257577" y="939529"/>
                  </a:lnTo>
                  <a:lnTo>
                    <a:pt x="254781" y="944171"/>
                  </a:lnTo>
                  <a:lnTo>
                    <a:pt x="253582" y="945376"/>
                  </a:lnTo>
                  <a:lnTo>
                    <a:pt x="252286" y="945849"/>
                  </a:lnTo>
                  <a:lnTo>
                    <a:pt x="249572" y="947561"/>
                  </a:lnTo>
                  <a:lnTo>
                    <a:pt x="248765" y="947475"/>
                  </a:lnTo>
                  <a:lnTo>
                    <a:pt x="247999" y="946878"/>
                  </a:lnTo>
                  <a:lnTo>
                    <a:pt x="247374" y="947748"/>
                  </a:lnTo>
                  <a:lnTo>
                    <a:pt x="247173" y="949896"/>
                  </a:lnTo>
                  <a:lnTo>
                    <a:pt x="246450" y="948411"/>
                  </a:lnTo>
                  <a:lnTo>
                    <a:pt x="245650" y="947232"/>
                  </a:lnTo>
                  <a:lnTo>
                    <a:pt x="245297" y="946836"/>
                  </a:lnTo>
                  <a:lnTo>
                    <a:pt x="245101" y="947069"/>
                  </a:lnTo>
                  <a:lnTo>
                    <a:pt x="245843" y="949374"/>
                  </a:lnTo>
                  <a:lnTo>
                    <a:pt x="245908" y="951486"/>
                  </a:lnTo>
                  <a:lnTo>
                    <a:pt x="245725" y="952647"/>
                  </a:lnTo>
                  <a:lnTo>
                    <a:pt x="245410" y="953706"/>
                  </a:lnTo>
                  <a:lnTo>
                    <a:pt x="244993" y="954357"/>
                  </a:lnTo>
                  <a:lnTo>
                    <a:pt x="244489" y="954712"/>
                  </a:lnTo>
                  <a:lnTo>
                    <a:pt x="244221" y="958443"/>
                  </a:lnTo>
                  <a:lnTo>
                    <a:pt x="243735" y="960720"/>
                  </a:lnTo>
                  <a:lnTo>
                    <a:pt x="243064" y="962737"/>
                  </a:lnTo>
                  <a:lnTo>
                    <a:pt x="242154" y="966436"/>
                  </a:lnTo>
                  <a:lnTo>
                    <a:pt x="241423" y="968051"/>
                  </a:lnTo>
                  <a:lnTo>
                    <a:pt x="240853" y="969933"/>
                  </a:lnTo>
                  <a:lnTo>
                    <a:pt x="240476" y="972561"/>
                  </a:lnTo>
                  <a:lnTo>
                    <a:pt x="239933" y="971944"/>
                  </a:lnTo>
                  <a:lnTo>
                    <a:pt x="239490" y="970815"/>
                  </a:lnTo>
                  <a:lnTo>
                    <a:pt x="239256" y="972307"/>
                  </a:lnTo>
                  <a:lnTo>
                    <a:pt x="238936" y="973578"/>
                  </a:lnTo>
                  <a:lnTo>
                    <a:pt x="237519" y="975479"/>
                  </a:lnTo>
                  <a:lnTo>
                    <a:pt x="236472" y="977303"/>
                  </a:lnTo>
                  <a:lnTo>
                    <a:pt x="235995" y="980135"/>
                  </a:lnTo>
                  <a:lnTo>
                    <a:pt x="235886" y="981830"/>
                  </a:lnTo>
                  <a:lnTo>
                    <a:pt x="236053" y="983357"/>
                  </a:lnTo>
                  <a:lnTo>
                    <a:pt x="236445" y="984273"/>
                  </a:lnTo>
                  <a:lnTo>
                    <a:pt x="238427" y="985263"/>
                  </a:lnTo>
                  <a:lnTo>
                    <a:pt x="239742" y="986560"/>
                  </a:lnTo>
                  <a:lnTo>
                    <a:pt x="240949" y="988970"/>
                  </a:lnTo>
                  <a:lnTo>
                    <a:pt x="242256" y="991018"/>
                  </a:lnTo>
                  <a:lnTo>
                    <a:pt x="243196" y="993655"/>
                  </a:lnTo>
                  <a:lnTo>
                    <a:pt x="243860" y="996899"/>
                  </a:lnTo>
                  <a:lnTo>
                    <a:pt x="244685" y="1003207"/>
                  </a:lnTo>
                  <a:lnTo>
                    <a:pt x="245095" y="1009851"/>
                  </a:lnTo>
                  <a:lnTo>
                    <a:pt x="246311" y="1001588"/>
                  </a:lnTo>
                  <a:lnTo>
                    <a:pt x="247333" y="1000112"/>
                  </a:lnTo>
                  <a:lnTo>
                    <a:pt x="247106" y="1002436"/>
                  </a:lnTo>
                  <a:lnTo>
                    <a:pt x="246376" y="1006012"/>
                  </a:lnTo>
                  <a:lnTo>
                    <a:pt x="245658" y="1011190"/>
                  </a:lnTo>
                  <a:lnTo>
                    <a:pt x="245424" y="1014973"/>
                  </a:lnTo>
                  <a:lnTo>
                    <a:pt x="245690" y="1018251"/>
                  </a:lnTo>
                  <a:lnTo>
                    <a:pt x="245705" y="1019788"/>
                  </a:lnTo>
                  <a:lnTo>
                    <a:pt x="245099" y="1025216"/>
                  </a:lnTo>
                  <a:lnTo>
                    <a:pt x="245412" y="1026259"/>
                  </a:lnTo>
                  <a:lnTo>
                    <a:pt x="245902" y="1027223"/>
                  </a:lnTo>
                  <a:lnTo>
                    <a:pt x="247192" y="1029104"/>
                  </a:lnTo>
                  <a:lnTo>
                    <a:pt x="248096" y="1031838"/>
                  </a:lnTo>
                  <a:lnTo>
                    <a:pt x="248323" y="1035686"/>
                  </a:lnTo>
                  <a:lnTo>
                    <a:pt x="248835" y="1036748"/>
                  </a:lnTo>
                  <a:lnTo>
                    <a:pt x="249477" y="1037673"/>
                  </a:lnTo>
                  <a:lnTo>
                    <a:pt x="252619" y="1045349"/>
                  </a:lnTo>
                  <a:lnTo>
                    <a:pt x="254428" y="1050454"/>
                  </a:lnTo>
                  <a:lnTo>
                    <a:pt x="255335" y="1053430"/>
                  </a:lnTo>
                  <a:lnTo>
                    <a:pt x="256319" y="1057177"/>
                  </a:lnTo>
                  <a:lnTo>
                    <a:pt x="256838" y="1058047"/>
                  </a:lnTo>
                  <a:lnTo>
                    <a:pt x="257452" y="1058604"/>
                  </a:lnTo>
                  <a:lnTo>
                    <a:pt x="258623" y="1060396"/>
                  </a:lnTo>
                  <a:lnTo>
                    <a:pt x="257963" y="1062321"/>
                  </a:lnTo>
                  <a:lnTo>
                    <a:pt x="256890" y="1065749"/>
                  </a:lnTo>
                  <a:lnTo>
                    <a:pt x="256412" y="1067564"/>
                  </a:lnTo>
                  <a:lnTo>
                    <a:pt x="255275" y="1069245"/>
                  </a:lnTo>
                  <a:lnTo>
                    <a:pt x="253376" y="1071025"/>
                  </a:lnTo>
                  <a:lnTo>
                    <a:pt x="252325" y="1071796"/>
                  </a:lnTo>
                  <a:lnTo>
                    <a:pt x="251199" y="1075481"/>
                  </a:lnTo>
                  <a:lnTo>
                    <a:pt x="249949" y="1079063"/>
                  </a:lnTo>
                  <a:lnTo>
                    <a:pt x="249095" y="1079462"/>
                  </a:lnTo>
                  <a:lnTo>
                    <a:pt x="246667" y="1078905"/>
                  </a:lnTo>
                  <a:lnTo>
                    <a:pt x="245799" y="1078581"/>
                  </a:lnTo>
                  <a:lnTo>
                    <a:pt x="243326" y="1077005"/>
                  </a:lnTo>
                  <a:lnTo>
                    <a:pt x="242637" y="1076039"/>
                  </a:lnTo>
                  <a:lnTo>
                    <a:pt x="241956" y="1071887"/>
                  </a:lnTo>
                  <a:lnTo>
                    <a:pt x="241192" y="1070101"/>
                  </a:lnTo>
                  <a:lnTo>
                    <a:pt x="240234" y="1068959"/>
                  </a:lnTo>
                  <a:lnTo>
                    <a:pt x="239578" y="1067990"/>
                  </a:lnTo>
                  <a:lnTo>
                    <a:pt x="239306" y="1066988"/>
                  </a:lnTo>
                  <a:lnTo>
                    <a:pt x="238612" y="1065540"/>
                  </a:lnTo>
                  <a:lnTo>
                    <a:pt x="237329" y="1063383"/>
                  </a:lnTo>
                  <a:lnTo>
                    <a:pt x="236399" y="1061338"/>
                  </a:lnTo>
                  <a:lnTo>
                    <a:pt x="235680" y="1060784"/>
                  </a:lnTo>
                  <a:lnTo>
                    <a:pt x="234775" y="1061506"/>
                  </a:lnTo>
                  <a:lnTo>
                    <a:pt x="234230" y="1061708"/>
                  </a:lnTo>
                  <a:lnTo>
                    <a:pt x="233996" y="1061347"/>
                  </a:lnTo>
                  <a:lnTo>
                    <a:pt x="233820" y="1059630"/>
                  </a:lnTo>
                  <a:lnTo>
                    <a:pt x="232506" y="1059023"/>
                  </a:lnTo>
                  <a:lnTo>
                    <a:pt x="232283" y="1058619"/>
                  </a:lnTo>
                  <a:lnTo>
                    <a:pt x="230531" y="1056972"/>
                  </a:lnTo>
                  <a:lnTo>
                    <a:pt x="229859" y="1056099"/>
                  </a:lnTo>
                  <a:lnTo>
                    <a:pt x="229214" y="1056036"/>
                  </a:lnTo>
                  <a:lnTo>
                    <a:pt x="227858" y="1055542"/>
                  </a:lnTo>
                  <a:lnTo>
                    <a:pt x="226707" y="1054755"/>
                  </a:lnTo>
                  <a:lnTo>
                    <a:pt x="226175" y="1053711"/>
                  </a:lnTo>
                  <a:lnTo>
                    <a:pt x="225390" y="1052552"/>
                  </a:lnTo>
                  <a:lnTo>
                    <a:pt x="223935" y="1051106"/>
                  </a:lnTo>
                  <a:lnTo>
                    <a:pt x="222862" y="1049741"/>
                  </a:lnTo>
                  <a:lnTo>
                    <a:pt x="222810" y="1048865"/>
                  </a:lnTo>
                  <a:lnTo>
                    <a:pt x="223469" y="1045241"/>
                  </a:lnTo>
                  <a:lnTo>
                    <a:pt x="223947" y="1041764"/>
                  </a:lnTo>
                  <a:lnTo>
                    <a:pt x="223675" y="1041082"/>
                  </a:lnTo>
                  <a:lnTo>
                    <a:pt x="223070" y="1040504"/>
                  </a:lnTo>
                  <a:lnTo>
                    <a:pt x="221940" y="1039970"/>
                  </a:lnTo>
                  <a:lnTo>
                    <a:pt x="219269" y="1040146"/>
                  </a:lnTo>
                  <a:lnTo>
                    <a:pt x="217617" y="1036646"/>
                  </a:lnTo>
                  <a:lnTo>
                    <a:pt x="217033" y="1035855"/>
                  </a:lnTo>
                  <a:lnTo>
                    <a:pt x="215952" y="1035290"/>
                  </a:lnTo>
                  <a:lnTo>
                    <a:pt x="214390" y="1034222"/>
                  </a:lnTo>
                  <a:lnTo>
                    <a:pt x="213508" y="1033450"/>
                  </a:lnTo>
                  <a:lnTo>
                    <a:pt x="213258" y="1033733"/>
                  </a:lnTo>
                  <a:lnTo>
                    <a:pt x="212290" y="1037575"/>
                  </a:lnTo>
                  <a:lnTo>
                    <a:pt x="211324" y="1034832"/>
                  </a:lnTo>
                  <a:lnTo>
                    <a:pt x="210745" y="1034091"/>
                  </a:lnTo>
                  <a:lnTo>
                    <a:pt x="209918" y="1033684"/>
                  </a:lnTo>
                  <a:lnTo>
                    <a:pt x="209058" y="1033679"/>
                  </a:lnTo>
                  <a:lnTo>
                    <a:pt x="206908" y="1035013"/>
                  </a:lnTo>
                  <a:lnTo>
                    <a:pt x="205327" y="1036487"/>
                  </a:lnTo>
                  <a:lnTo>
                    <a:pt x="204145" y="1037588"/>
                  </a:lnTo>
                  <a:lnTo>
                    <a:pt x="202950" y="1038201"/>
                  </a:lnTo>
                  <a:lnTo>
                    <a:pt x="202374" y="1039060"/>
                  </a:lnTo>
                  <a:lnTo>
                    <a:pt x="200772" y="1038912"/>
                  </a:lnTo>
                  <a:lnTo>
                    <a:pt x="199966" y="1038253"/>
                  </a:lnTo>
                  <a:lnTo>
                    <a:pt x="199704" y="1037569"/>
                  </a:lnTo>
                  <a:lnTo>
                    <a:pt x="199845" y="1036372"/>
                  </a:lnTo>
                  <a:lnTo>
                    <a:pt x="200399" y="1035028"/>
                  </a:lnTo>
                  <a:lnTo>
                    <a:pt x="200440" y="1034295"/>
                  </a:lnTo>
                  <a:lnTo>
                    <a:pt x="200244" y="1033727"/>
                  </a:lnTo>
                  <a:lnTo>
                    <a:pt x="198299" y="1031933"/>
                  </a:lnTo>
                  <a:lnTo>
                    <a:pt x="197504" y="1030847"/>
                  </a:lnTo>
                  <a:lnTo>
                    <a:pt x="194946" y="1029305"/>
                  </a:lnTo>
                  <a:lnTo>
                    <a:pt x="191792" y="1026575"/>
                  </a:lnTo>
                  <a:lnTo>
                    <a:pt x="190708" y="1024784"/>
                  </a:lnTo>
                  <a:lnTo>
                    <a:pt x="190603" y="1023548"/>
                  </a:lnTo>
                  <a:lnTo>
                    <a:pt x="189365" y="1022333"/>
                  </a:lnTo>
                  <a:lnTo>
                    <a:pt x="187789" y="1021241"/>
                  </a:lnTo>
                  <a:lnTo>
                    <a:pt x="186565" y="1021551"/>
                  </a:lnTo>
                  <a:lnTo>
                    <a:pt x="185417" y="1021668"/>
                  </a:lnTo>
                  <a:lnTo>
                    <a:pt x="183625" y="1019626"/>
                  </a:lnTo>
                  <a:lnTo>
                    <a:pt x="181927" y="1019512"/>
                  </a:lnTo>
                  <a:lnTo>
                    <a:pt x="180008" y="1020125"/>
                  </a:lnTo>
                  <a:lnTo>
                    <a:pt x="179588" y="1020368"/>
                  </a:lnTo>
                  <a:lnTo>
                    <a:pt x="179128" y="1020633"/>
                  </a:lnTo>
                  <a:lnTo>
                    <a:pt x="173407" y="1019773"/>
                  </a:lnTo>
                  <a:lnTo>
                    <a:pt x="171946" y="1018087"/>
                  </a:lnTo>
                  <a:lnTo>
                    <a:pt x="170697" y="1016400"/>
                  </a:lnTo>
                  <a:lnTo>
                    <a:pt x="167344" y="1015187"/>
                  </a:lnTo>
                  <a:lnTo>
                    <a:pt x="165624" y="1013898"/>
                  </a:lnTo>
                  <a:lnTo>
                    <a:pt x="163914" y="1012070"/>
                  </a:lnTo>
                  <a:lnTo>
                    <a:pt x="162042" y="1010476"/>
                  </a:lnTo>
                  <a:lnTo>
                    <a:pt x="160468" y="1011122"/>
                  </a:lnTo>
                  <a:lnTo>
                    <a:pt x="158315" y="1010215"/>
                  </a:lnTo>
                  <a:lnTo>
                    <a:pt x="155974" y="1009415"/>
                  </a:lnTo>
                  <a:lnTo>
                    <a:pt x="155175" y="1009907"/>
                  </a:lnTo>
                  <a:lnTo>
                    <a:pt x="154433" y="1011924"/>
                  </a:lnTo>
                  <a:lnTo>
                    <a:pt x="153880" y="1013846"/>
                  </a:lnTo>
                  <a:lnTo>
                    <a:pt x="152604" y="1012281"/>
                  </a:lnTo>
                  <a:lnTo>
                    <a:pt x="148254" y="1004743"/>
                  </a:lnTo>
                  <a:lnTo>
                    <a:pt x="145971" y="999738"/>
                  </a:lnTo>
                  <a:lnTo>
                    <a:pt x="138511" y="988190"/>
                  </a:lnTo>
                  <a:lnTo>
                    <a:pt x="137519" y="987306"/>
                  </a:lnTo>
                  <a:lnTo>
                    <a:pt x="133570" y="985638"/>
                  </a:lnTo>
                  <a:lnTo>
                    <a:pt x="131978" y="984302"/>
                  </a:lnTo>
                  <a:lnTo>
                    <a:pt x="127959" y="976053"/>
                  </a:lnTo>
                  <a:lnTo>
                    <a:pt x="126173" y="977160"/>
                  </a:lnTo>
                  <a:lnTo>
                    <a:pt x="124559" y="976880"/>
                  </a:lnTo>
                  <a:lnTo>
                    <a:pt x="123616" y="976158"/>
                  </a:lnTo>
                  <a:lnTo>
                    <a:pt x="122595" y="974974"/>
                  </a:lnTo>
                  <a:lnTo>
                    <a:pt x="121876" y="973407"/>
                  </a:lnTo>
                  <a:lnTo>
                    <a:pt x="121044" y="969960"/>
                  </a:lnTo>
                  <a:lnTo>
                    <a:pt x="120078" y="967982"/>
                  </a:lnTo>
                  <a:lnTo>
                    <a:pt x="116905" y="965098"/>
                  </a:lnTo>
                  <a:lnTo>
                    <a:pt x="113326" y="963417"/>
                  </a:lnTo>
                  <a:lnTo>
                    <a:pt x="113044" y="962682"/>
                  </a:lnTo>
                  <a:lnTo>
                    <a:pt x="112941" y="961672"/>
                  </a:lnTo>
                  <a:lnTo>
                    <a:pt x="116035" y="959714"/>
                  </a:lnTo>
                  <a:lnTo>
                    <a:pt x="116866" y="958593"/>
                  </a:lnTo>
                  <a:lnTo>
                    <a:pt x="115279" y="957106"/>
                  </a:lnTo>
                  <a:lnTo>
                    <a:pt x="114677" y="956861"/>
                  </a:lnTo>
                  <a:lnTo>
                    <a:pt x="114175" y="956165"/>
                  </a:lnTo>
                  <a:lnTo>
                    <a:pt x="115069" y="955047"/>
                  </a:lnTo>
                  <a:lnTo>
                    <a:pt x="115948" y="954535"/>
                  </a:lnTo>
                  <a:lnTo>
                    <a:pt x="117312" y="955819"/>
                  </a:lnTo>
                  <a:lnTo>
                    <a:pt x="118844" y="958204"/>
                  </a:lnTo>
                  <a:lnTo>
                    <a:pt x="120185" y="959107"/>
                  </a:lnTo>
                  <a:lnTo>
                    <a:pt x="120803" y="957966"/>
                  </a:lnTo>
                  <a:lnTo>
                    <a:pt x="125470" y="956008"/>
                  </a:lnTo>
                  <a:lnTo>
                    <a:pt x="125784" y="954455"/>
                  </a:lnTo>
                  <a:lnTo>
                    <a:pt x="125771" y="952722"/>
                  </a:lnTo>
                  <a:lnTo>
                    <a:pt x="125314" y="952783"/>
                  </a:lnTo>
                  <a:lnTo>
                    <a:pt x="125016" y="952394"/>
                  </a:lnTo>
                  <a:lnTo>
                    <a:pt x="125046" y="950467"/>
                  </a:lnTo>
                  <a:lnTo>
                    <a:pt x="125738" y="947827"/>
                  </a:lnTo>
                  <a:lnTo>
                    <a:pt x="127831" y="943527"/>
                  </a:lnTo>
                  <a:lnTo>
                    <a:pt x="128954" y="937554"/>
                  </a:lnTo>
                  <a:lnTo>
                    <a:pt x="129943" y="936194"/>
                  </a:lnTo>
                  <a:lnTo>
                    <a:pt x="130669" y="937100"/>
                  </a:lnTo>
                  <a:lnTo>
                    <a:pt x="130619" y="938495"/>
                  </a:lnTo>
                  <a:lnTo>
                    <a:pt x="130739" y="939531"/>
                  </a:lnTo>
                  <a:lnTo>
                    <a:pt x="131388" y="937521"/>
                  </a:lnTo>
                  <a:lnTo>
                    <a:pt x="132007" y="934803"/>
                  </a:lnTo>
                  <a:lnTo>
                    <a:pt x="133570" y="934787"/>
                  </a:lnTo>
                  <a:lnTo>
                    <a:pt x="134649" y="935240"/>
                  </a:lnTo>
                  <a:lnTo>
                    <a:pt x="135769" y="934930"/>
                  </a:lnTo>
                  <a:lnTo>
                    <a:pt x="133611" y="930455"/>
                  </a:lnTo>
                  <a:lnTo>
                    <a:pt x="130717" y="925952"/>
                  </a:lnTo>
                  <a:lnTo>
                    <a:pt x="129496" y="926291"/>
                  </a:lnTo>
                  <a:lnTo>
                    <a:pt x="128720" y="925593"/>
                  </a:lnTo>
                  <a:lnTo>
                    <a:pt x="127449" y="921882"/>
                  </a:lnTo>
                  <a:lnTo>
                    <a:pt x="126924" y="918807"/>
                  </a:lnTo>
                  <a:lnTo>
                    <a:pt x="128153" y="918877"/>
                  </a:lnTo>
                  <a:lnTo>
                    <a:pt x="129379" y="919343"/>
                  </a:lnTo>
                  <a:lnTo>
                    <a:pt x="131713" y="917196"/>
                  </a:lnTo>
                  <a:lnTo>
                    <a:pt x="132572" y="916883"/>
                  </a:lnTo>
                  <a:lnTo>
                    <a:pt x="133955" y="917561"/>
                  </a:lnTo>
                  <a:lnTo>
                    <a:pt x="135875" y="917994"/>
                  </a:lnTo>
                  <a:lnTo>
                    <a:pt x="135717" y="915969"/>
                  </a:lnTo>
                  <a:lnTo>
                    <a:pt x="135116" y="913579"/>
                  </a:lnTo>
                  <a:lnTo>
                    <a:pt x="137457" y="911807"/>
                  </a:lnTo>
                  <a:lnTo>
                    <a:pt x="139532" y="910829"/>
                  </a:lnTo>
                  <a:lnTo>
                    <a:pt x="143502" y="907363"/>
                  </a:lnTo>
                  <a:lnTo>
                    <a:pt x="145256" y="906751"/>
                  </a:lnTo>
                  <a:lnTo>
                    <a:pt x="145480" y="905961"/>
                  </a:lnTo>
                  <a:lnTo>
                    <a:pt x="145533" y="904930"/>
                  </a:lnTo>
                  <a:lnTo>
                    <a:pt x="144937" y="902160"/>
                  </a:lnTo>
                  <a:lnTo>
                    <a:pt x="144342" y="900111"/>
                  </a:lnTo>
                  <a:lnTo>
                    <a:pt x="142246" y="900012"/>
                  </a:lnTo>
                  <a:lnTo>
                    <a:pt x="141083" y="902864"/>
                  </a:lnTo>
                  <a:lnTo>
                    <a:pt x="137913" y="903802"/>
                  </a:lnTo>
                  <a:lnTo>
                    <a:pt x="136502" y="903613"/>
                  </a:lnTo>
                  <a:lnTo>
                    <a:pt x="137622" y="901785"/>
                  </a:lnTo>
                  <a:lnTo>
                    <a:pt x="138740" y="901087"/>
                  </a:lnTo>
                  <a:lnTo>
                    <a:pt x="139055" y="900325"/>
                  </a:lnTo>
                  <a:lnTo>
                    <a:pt x="136805" y="900990"/>
                  </a:lnTo>
                  <a:lnTo>
                    <a:pt x="135677" y="902869"/>
                  </a:lnTo>
                  <a:lnTo>
                    <a:pt x="132382" y="905353"/>
                  </a:lnTo>
                  <a:lnTo>
                    <a:pt x="132278" y="904049"/>
                  </a:lnTo>
                  <a:lnTo>
                    <a:pt x="132224" y="902877"/>
                  </a:lnTo>
                  <a:lnTo>
                    <a:pt x="132465" y="901769"/>
                  </a:lnTo>
                  <a:lnTo>
                    <a:pt x="133003" y="901053"/>
                  </a:lnTo>
                  <a:lnTo>
                    <a:pt x="133191" y="900401"/>
                  </a:lnTo>
                  <a:lnTo>
                    <a:pt x="133191" y="899880"/>
                  </a:lnTo>
                  <a:lnTo>
                    <a:pt x="132707" y="899554"/>
                  </a:lnTo>
                  <a:lnTo>
                    <a:pt x="132305" y="899293"/>
                  </a:lnTo>
                  <a:lnTo>
                    <a:pt x="132224" y="898576"/>
                  </a:lnTo>
                  <a:lnTo>
                    <a:pt x="132358" y="897927"/>
                  </a:lnTo>
                  <a:lnTo>
                    <a:pt x="132734" y="897014"/>
                  </a:lnTo>
                  <a:lnTo>
                    <a:pt x="132896" y="895972"/>
                  </a:lnTo>
                  <a:lnTo>
                    <a:pt x="132923" y="893886"/>
                  </a:lnTo>
                  <a:lnTo>
                    <a:pt x="133272" y="891532"/>
                  </a:lnTo>
                  <a:lnTo>
                    <a:pt x="134265" y="890032"/>
                  </a:lnTo>
                  <a:lnTo>
                    <a:pt x="135996" y="889664"/>
                  </a:lnTo>
                  <a:lnTo>
                    <a:pt x="137577" y="888378"/>
                  </a:lnTo>
                  <a:lnTo>
                    <a:pt x="138531" y="886954"/>
                  </a:lnTo>
                  <a:lnTo>
                    <a:pt x="139791" y="883323"/>
                  </a:lnTo>
                  <a:lnTo>
                    <a:pt x="140742" y="882787"/>
                  </a:lnTo>
                  <a:lnTo>
                    <a:pt x="142661" y="882984"/>
                  </a:lnTo>
                  <a:lnTo>
                    <a:pt x="143888" y="883311"/>
                  </a:lnTo>
                  <a:lnTo>
                    <a:pt x="146722" y="883419"/>
                  </a:lnTo>
                  <a:lnTo>
                    <a:pt x="149982" y="883199"/>
                  </a:lnTo>
                  <a:lnTo>
                    <a:pt x="150926" y="883092"/>
                  </a:lnTo>
                  <a:lnTo>
                    <a:pt x="151447" y="881829"/>
                  </a:lnTo>
                  <a:lnTo>
                    <a:pt x="151411" y="879557"/>
                  </a:lnTo>
                  <a:lnTo>
                    <a:pt x="151877" y="877463"/>
                  </a:lnTo>
                  <a:lnTo>
                    <a:pt x="152743" y="873532"/>
                  </a:lnTo>
                  <a:lnTo>
                    <a:pt x="153669" y="871476"/>
                  </a:lnTo>
                  <a:lnTo>
                    <a:pt x="153631" y="870561"/>
                  </a:lnTo>
                  <a:lnTo>
                    <a:pt x="153147" y="870176"/>
                  </a:lnTo>
                  <a:lnTo>
                    <a:pt x="152515" y="869984"/>
                  </a:lnTo>
                  <a:lnTo>
                    <a:pt x="152285" y="869559"/>
                  </a:lnTo>
                  <a:lnTo>
                    <a:pt x="152315" y="868698"/>
                  </a:lnTo>
                  <a:lnTo>
                    <a:pt x="152801" y="867855"/>
                  </a:lnTo>
                  <a:lnTo>
                    <a:pt x="152713" y="866123"/>
                  </a:lnTo>
                  <a:lnTo>
                    <a:pt x="152408" y="864198"/>
                  </a:lnTo>
                  <a:lnTo>
                    <a:pt x="152141" y="862468"/>
                  </a:lnTo>
                  <a:lnTo>
                    <a:pt x="151285" y="861608"/>
                  </a:lnTo>
                  <a:lnTo>
                    <a:pt x="149814" y="861037"/>
                  </a:lnTo>
                  <a:lnTo>
                    <a:pt x="150127" y="858932"/>
                  </a:lnTo>
                  <a:lnTo>
                    <a:pt x="150544" y="856659"/>
                  </a:lnTo>
                  <a:lnTo>
                    <a:pt x="151169" y="855397"/>
                  </a:lnTo>
                  <a:lnTo>
                    <a:pt x="151620" y="854639"/>
                  </a:lnTo>
                  <a:lnTo>
                    <a:pt x="152975" y="855052"/>
                  </a:lnTo>
                  <a:lnTo>
                    <a:pt x="153955" y="854649"/>
                  </a:lnTo>
                  <a:lnTo>
                    <a:pt x="154188" y="854215"/>
                  </a:lnTo>
                  <a:lnTo>
                    <a:pt x="154012" y="853348"/>
                  </a:lnTo>
                  <a:lnTo>
                    <a:pt x="152484" y="852563"/>
                  </a:lnTo>
                  <a:lnTo>
                    <a:pt x="151138" y="851485"/>
                  </a:lnTo>
                  <a:lnTo>
                    <a:pt x="150557" y="850152"/>
                  </a:lnTo>
                  <a:lnTo>
                    <a:pt x="150324" y="848724"/>
                  </a:lnTo>
                  <a:lnTo>
                    <a:pt x="151213" y="847877"/>
                  </a:lnTo>
                  <a:lnTo>
                    <a:pt x="152800" y="847064"/>
                  </a:lnTo>
                  <a:lnTo>
                    <a:pt x="153856" y="845121"/>
                  </a:lnTo>
                  <a:lnTo>
                    <a:pt x="154997" y="843039"/>
                  </a:lnTo>
                  <a:lnTo>
                    <a:pt x="155470" y="841524"/>
                  </a:lnTo>
                  <a:lnTo>
                    <a:pt x="155708" y="839879"/>
                  </a:lnTo>
                  <a:lnTo>
                    <a:pt x="155682" y="838058"/>
                  </a:lnTo>
                  <a:lnTo>
                    <a:pt x="154849" y="836206"/>
                  </a:lnTo>
                  <a:lnTo>
                    <a:pt x="154849" y="834269"/>
                  </a:lnTo>
                  <a:lnTo>
                    <a:pt x="155301" y="832922"/>
                  </a:lnTo>
                  <a:lnTo>
                    <a:pt x="155127" y="831912"/>
                  </a:lnTo>
                  <a:lnTo>
                    <a:pt x="154518" y="831325"/>
                  </a:lnTo>
                  <a:lnTo>
                    <a:pt x="153638" y="831501"/>
                  </a:lnTo>
                  <a:lnTo>
                    <a:pt x="152643" y="832183"/>
                  </a:lnTo>
                  <a:lnTo>
                    <a:pt x="151470" y="832055"/>
                  </a:lnTo>
                  <a:lnTo>
                    <a:pt x="149593" y="829730"/>
                  </a:lnTo>
                  <a:lnTo>
                    <a:pt x="147597" y="827445"/>
                  </a:lnTo>
                  <a:lnTo>
                    <a:pt x="146447" y="827367"/>
                  </a:lnTo>
                  <a:lnTo>
                    <a:pt x="145649" y="827031"/>
                  </a:lnTo>
                  <a:lnTo>
                    <a:pt x="144955" y="825852"/>
                  </a:lnTo>
                  <a:lnTo>
                    <a:pt x="144538" y="824337"/>
                  </a:lnTo>
                  <a:lnTo>
                    <a:pt x="144087" y="823665"/>
                  </a:lnTo>
                  <a:lnTo>
                    <a:pt x="143358" y="824085"/>
                  </a:lnTo>
                  <a:lnTo>
                    <a:pt x="142295" y="824774"/>
                  </a:lnTo>
                  <a:lnTo>
                    <a:pt x="140962" y="824588"/>
                  </a:lnTo>
                  <a:lnTo>
                    <a:pt x="139235" y="822826"/>
                  </a:lnTo>
                  <a:lnTo>
                    <a:pt x="137664" y="820801"/>
                  </a:lnTo>
                  <a:lnTo>
                    <a:pt x="136496" y="820750"/>
                  </a:lnTo>
                  <a:lnTo>
                    <a:pt x="135268" y="820470"/>
                  </a:lnTo>
                  <a:lnTo>
                    <a:pt x="132921" y="817862"/>
                  </a:lnTo>
                  <a:lnTo>
                    <a:pt x="132313" y="817888"/>
                  </a:lnTo>
                  <a:lnTo>
                    <a:pt x="131933" y="818658"/>
                  </a:lnTo>
                  <a:lnTo>
                    <a:pt x="131752" y="820752"/>
                  </a:lnTo>
                  <a:lnTo>
                    <a:pt x="131558" y="821199"/>
                  </a:lnTo>
                  <a:lnTo>
                    <a:pt x="131141" y="821541"/>
                  </a:lnTo>
                  <a:lnTo>
                    <a:pt x="130341" y="821772"/>
                  </a:lnTo>
                  <a:lnTo>
                    <a:pt x="129164" y="820466"/>
                  </a:lnTo>
                  <a:lnTo>
                    <a:pt x="126165" y="816185"/>
                  </a:lnTo>
                  <a:lnTo>
                    <a:pt x="124957" y="813057"/>
                  </a:lnTo>
                  <a:lnTo>
                    <a:pt x="124679" y="810785"/>
                  </a:lnTo>
                  <a:lnTo>
                    <a:pt x="123693" y="809340"/>
                  </a:lnTo>
                  <a:lnTo>
                    <a:pt x="122736" y="807250"/>
                  </a:lnTo>
                  <a:lnTo>
                    <a:pt x="121765" y="807068"/>
                  </a:lnTo>
                  <a:lnTo>
                    <a:pt x="120689" y="807737"/>
                  </a:lnTo>
                  <a:lnTo>
                    <a:pt x="119667" y="808745"/>
                  </a:lnTo>
                  <a:lnTo>
                    <a:pt x="119182" y="809022"/>
                  </a:lnTo>
                  <a:lnTo>
                    <a:pt x="117442" y="809375"/>
                  </a:lnTo>
                  <a:lnTo>
                    <a:pt x="114646" y="810785"/>
                  </a:lnTo>
                  <a:lnTo>
                    <a:pt x="113882" y="812132"/>
                  </a:lnTo>
                  <a:lnTo>
                    <a:pt x="112944" y="813226"/>
                  </a:lnTo>
                  <a:lnTo>
                    <a:pt x="112216" y="812468"/>
                  </a:lnTo>
                  <a:lnTo>
                    <a:pt x="111486" y="811121"/>
                  </a:lnTo>
                  <a:lnTo>
                    <a:pt x="109890" y="810637"/>
                  </a:lnTo>
                  <a:lnTo>
                    <a:pt x="109125" y="811121"/>
                  </a:lnTo>
                  <a:lnTo>
                    <a:pt x="108361" y="810196"/>
                  </a:lnTo>
                  <a:lnTo>
                    <a:pt x="107704" y="808540"/>
                  </a:lnTo>
                  <a:lnTo>
                    <a:pt x="106814" y="807336"/>
                  </a:lnTo>
                  <a:lnTo>
                    <a:pt x="105490" y="807007"/>
                  </a:lnTo>
                  <a:lnTo>
                    <a:pt x="104057" y="806492"/>
                  </a:lnTo>
                  <a:lnTo>
                    <a:pt x="102911" y="807419"/>
                  </a:lnTo>
                  <a:lnTo>
                    <a:pt x="101419" y="809185"/>
                  </a:lnTo>
                  <a:lnTo>
                    <a:pt x="100412" y="808512"/>
                  </a:lnTo>
                  <a:lnTo>
                    <a:pt x="99856" y="806407"/>
                  </a:lnTo>
                  <a:lnTo>
                    <a:pt x="99161" y="805818"/>
                  </a:lnTo>
                  <a:lnTo>
                    <a:pt x="98224" y="803461"/>
                  </a:lnTo>
                  <a:lnTo>
                    <a:pt x="97982" y="801356"/>
                  </a:lnTo>
                  <a:lnTo>
                    <a:pt x="98224" y="800431"/>
                  </a:lnTo>
                  <a:lnTo>
                    <a:pt x="98572" y="799254"/>
                  </a:lnTo>
                  <a:lnTo>
                    <a:pt x="98572" y="797906"/>
                  </a:lnTo>
                  <a:lnTo>
                    <a:pt x="98295" y="796727"/>
                  </a:lnTo>
                  <a:lnTo>
                    <a:pt x="97878" y="795801"/>
                  </a:lnTo>
                  <a:lnTo>
                    <a:pt x="97426" y="792687"/>
                  </a:lnTo>
                  <a:lnTo>
                    <a:pt x="97044" y="791340"/>
                  </a:lnTo>
                  <a:lnTo>
                    <a:pt x="96975" y="790246"/>
                  </a:lnTo>
                  <a:lnTo>
                    <a:pt x="97288" y="789235"/>
                  </a:lnTo>
                  <a:lnTo>
                    <a:pt x="97009" y="788562"/>
                  </a:lnTo>
                  <a:lnTo>
                    <a:pt x="96488" y="788477"/>
                  </a:lnTo>
                  <a:lnTo>
                    <a:pt x="95622" y="788562"/>
                  </a:lnTo>
                  <a:lnTo>
                    <a:pt x="95135" y="788057"/>
                  </a:lnTo>
                  <a:lnTo>
                    <a:pt x="94613" y="786288"/>
                  </a:lnTo>
                  <a:lnTo>
                    <a:pt x="94336" y="784521"/>
                  </a:lnTo>
                  <a:lnTo>
                    <a:pt x="93989" y="783849"/>
                  </a:lnTo>
                  <a:lnTo>
                    <a:pt x="93089" y="783898"/>
                  </a:lnTo>
                  <a:lnTo>
                    <a:pt x="91606" y="784268"/>
                  </a:lnTo>
                  <a:lnTo>
                    <a:pt x="90287" y="784856"/>
                  </a:lnTo>
                  <a:lnTo>
                    <a:pt x="89702" y="784770"/>
                  </a:lnTo>
                  <a:lnTo>
                    <a:pt x="88538" y="783857"/>
                  </a:lnTo>
                  <a:lnTo>
                    <a:pt x="87005" y="782854"/>
                  </a:lnTo>
                  <a:lnTo>
                    <a:pt x="83875" y="782655"/>
                  </a:lnTo>
                  <a:lnTo>
                    <a:pt x="83627" y="782313"/>
                  </a:lnTo>
                  <a:lnTo>
                    <a:pt x="83804" y="781679"/>
                  </a:lnTo>
                  <a:lnTo>
                    <a:pt x="84441" y="780650"/>
                  </a:lnTo>
                  <a:lnTo>
                    <a:pt x="84372" y="779807"/>
                  </a:lnTo>
                  <a:lnTo>
                    <a:pt x="83822" y="779126"/>
                  </a:lnTo>
                  <a:lnTo>
                    <a:pt x="83538" y="777451"/>
                  </a:lnTo>
                  <a:lnTo>
                    <a:pt x="83571" y="775555"/>
                  </a:lnTo>
                  <a:lnTo>
                    <a:pt x="83469" y="773495"/>
                  </a:lnTo>
                  <a:lnTo>
                    <a:pt x="82809" y="771895"/>
                  </a:lnTo>
                  <a:lnTo>
                    <a:pt x="82427" y="770801"/>
                  </a:lnTo>
                  <a:lnTo>
                    <a:pt x="82496" y="769791"/>
                  </a:lnTo>
                  <a:lnTo>
                    <a:pt x="83935" y="769404"/>
                  </a:lnTo>
                  <a:lnTo>
                    <a:pt x="85643" y="768687"/>
                  </a:lnTo>
                  <a:lnTo>
                    <a:pt x="85929" y="767949"/>
                  </a:lnTo>
                  <a:lnTo>
                    <a:pt x="85869" y="766799"/>
                  </a:lnTo>
                  <a:lnTo>
                    <a:pt x="82399" y="760912"/>
                  </a:lnTo>
                  <a:lnTo>
                    <a:pt x="81208" y="755702"/>
                  </a:lnTo>
                  <a:lnTo>
                    <a:pt x="80071" y="752880"/>
                  </a:lnTo>
                  <a:lnTo>
                    <a:pt x="78813" y="750984"/>
                  </a:lnTo>
                  <a:lnTo>
                    <a:pt x="77794" y="750122"/>
                  </a:lnTo>
                  <a:lnTo>
                    <a:pt x="76309" y="750482"/>
                  </a:lnTo>
                  <a:lnTo>
                    <a:pt x="74340" y="750447"/>
                  </a:lnTo>
                  <a:lnTo>
                    <a:pt x="72333" y="749863"/>
                  </a:lnTo>
                  <a:lnTo>
                    <a:pt x="70642" y="750251"/>
                  </a:lnTo>
                  <a:lnTo>
                    <a:pt x="67611" y="752735"/>
                  </a:lnTo>
                  <a:lnTo>
                    <a:pt x="66475" y="752845"/>
                  </a:lnTo>
                  <a:lnTo>
                    <a:pt x="64512" y="752063"/>
                  </a:lnTo>
                  <a:lnTo>
                    <a:pt x="62836" y="751193"/>
                  </a:lnTo>
                  <a:lnTo>
                    <a:pt x="61953" y="751232"/>
                  </a:lnTo>
                  <a:lnTo>
                    <a:pt x="61415" y="751599"/>
                  </a:lnTo>
                  <a:lnTo>
                    <a:pt x="61070" y="752269"/>
                  </a:lnTo>
                  <a:lnTo>
                    <a:pt x="60093" y="756941"/>
                  </a:lnTo>
                  <a:lnTo>
                    <a:pt x="59288" y="757859"/>
                  </a:lnTo>
                  <a:lnTo>
                    <a:pt x="58136" y="758815"/>
                  </a:lnTo>
                  <a:lnTo>
                    <a:pt x="57153" y="758980"/>
                  </a:lnTo>
                  <a:lnTo>
                    <a:pt x="56327" y="758932"/>
                  </a:lnTo>
                  <a:lnTo>
                    <a:pt x="55130" y="758215"/>
                  </a:lnTo>
                  <a:lnTo>
                    <a:pt x="53995" y="757373"/>
                  </a:lnTo>
                  <a:lnTo>
                    <a:pt x="53762" y="757324"/>
                  </a:lnTo>
                  <a:lnTo>
                    <a:pt x="53704" y="756592"/>
                  </a:lnTo>
                  <a:lnTo>
                    <a:pt x="52876" y="753790"/>
                  </a:lnTo>
                  <a:lnTo>
                    <a:pt x="52379" y="752562"/>
                  </a:lnTo>
                  <a:lnTo>
                    <a:pt x="51790" y="751894"/>
                  </a:lnTo>
                  <a:lnTo>
                    <a:pt x="51495" y="751082"/>
                  </a:lnTo>
                  <a:lnTo>
                    <a:pt x="51486" y="747722"/>
                  </a:lnTo>
                  <a:lnTo>
                    <a:pt x="51595" y="744576"/>
                  </a:lnTo>
                  <a:lnTo>
                    <a:pt x="51965" y="744171"/>
                  </a:lnTo>
                  <a:lnTo>
                    <a:pt x="50872" y="741606"/>
                  </a:lnTo>
                  <a:lnTo>
                    <a:pt x="50789" y="739663"/>
                  </a:lnTo>
                  <a:lnTo>
                    <a:pt x="51326" y="738697"/>
                  </a:lnTo>
                  <a:lnTo>
                    <a:pt x="51343" y="737876"/>
                  </a:lnTo>
                  <a:lnTo>
                    <a:pt x="50981" y="736723"/>
                  </a:lnTo>
                  <a:lnTo>
                    <a:pt x="49855" y="734844"/>
                  </a:lnTo>
                  <a:lnTo>
                    <a:pt x="48761" y="732728"/>
                  </a:lnTo>
                  <a:lnTo>
                    <a:pt x="48056" y="731063"/>
                  </a:lnTo>
                  <a:lnTo>
                    <a:pt x="47613" y="730268"/>
                  </a:lnTo>
                  <a:lnTo>
                    <a:pt x="48151" y="728962"/>
                  </a:lnTo>
                  <a:lnTo>
                    <a:pt x="48902" y="726655"/>
                  </a:lnTo>
                  <a:lnTo>
                    <a:pt x="49192" y="725300"/>
                  </a:lnTo>
                  <a:lnTo>
                    <a:pt x="49552" y="724968"/>
                  </a:lnTo>
                  <a:lnTo>
                    <a:pt x="51320" y="724778"/>
                  </a:lnTo>
                  <a:lnTo>
                    <a:pt x="52603" y="724824"/>
                  </a:lnTo>
                  <a:lnTo>
                    <a:pt x="53568" y="725319"/>
                  </a:lnTo>
                  <a:lnTo>
                    <a:pt x="53934" y="726421"/>
                  </a:lnTo>
                  <a:lnTo>
                    <a:pt x="54815" y="727623"/>
                  </a:lnTo>
                  <a:lnTo>
                    <a:pt x="57322" y="728118"/>
                  </a:lnTo>
                  <a:lnTo>
                    <a:pt x="58377" y="728067"/>
                  </a:lnTo>
                  <a:lnTo>
                    <a:pt x="59701" y="726968"/>
                  </a:lnTo>
                  <a:lnTo>
                    <a:pt x="61841" y="724538"/>
                  </a:lnTo>
                  <a:lnTo>
                    <a:pt x="62366" y="722774"/>
                  </a:lnTo>
                  <a:lnTo>
                    <a:pt x="63691" y="721530"/>
                  </a:lnTo>
                  <a:lnTo>
                    <a:pt x="64500" y="721042"/>
                  </a:lnTo>
                  <a:lnTo>
                    <a:pt x="65230" y="720823"/>
                  </a:lnTo>
                  <a:lnTo>
                    <a:pt x="65302" y="719786"/>
                  </a:lnTo>
                  <a:lnTo>
                    <a:pt x="65256" y="718367"/>
                  </a:lnTo>
                  <a:lnTo>
                    <a:pt x="65004" y="717519"/>
                  </a:lnTo>
                  <a:lnTo>
                    <a:pt x="62370" y="714599"/>
                  </a:lnTo>
                  <a:lnTo>
                    <a:pt x="62038" y="713645"/>
                  </a:lnTo>
                  <a:lnTo>
                    <a:pt x="61828" y="712521"/>
                  </a:lnTo>
                  <a:lnTo>
                    <a:pt x="62142" y="711456"/>
                  </a:lnTo>
                  <a:lnTo>
                    <a:pt x="62133" y="710286"/>
                  </a:lnTo>
                  <a:lnTo>
                    <a:pt x="59088" y="707676"/>
                  </a:lnTo>
                  <a:lnTo>
                    <a:pt x="56551" y="707214"/>
                  </a:lnTo>
                  <a:lnTo>
                    <a:pt x="54462" y="707360"/>
                  </a:lnTo>
                  <a:lnTo>
                    <a:pt x="53651" y="706813"/>
                  </a:lnTo>
                  <a:lnTo>
                    <a:pt x="54002" y="705497"/>
                  </a:lnTo>
                  <a:lnTo>
                    <a:pt x="54517" y="703133"/>
                  </a:lnTo>
                  <a:lnTo>
                    <a:pt x="54669" y="701189"/>
                  </a:lnTo>
                  <a:lnTo>
                    <a:pt x="54525" y="700305"/>
                  </a:lnTo>
                  <a:lnTo>
                    <a:pt x="54111" y="699560"/>
                  </a:lnTo>
                  <a:lnTo>
                    <a:pt x="52118" y="697927"/>
                  </a:lnTo>
                  <a:lnTo>
                    <a:pt x="49378" y="695422"/>
                  </a:lnTo>
                  <a:lnTo>
                    <a:pt x="48104" y="692593"/>
                  </a:lnTo>
                  <a:lnTo>
                    <a:pt x="47451" y="689639"/>
                  </a:lnTo>
                  <a:lnTo>
                    <a:pt x="46711" y="687827"/>
                  </a:lnTo>
                  <a:lnTo>
                    <a:pt x="45371" y="686680"/>
                  </a:lnTo>
                  <a:lnTo>
                    <a:pt x="45458" y="685933"/>
                  </a:lnTo>
                  <a:lnTo>
                    <a:pt x="46347" y="683160"/>
                  </a:lnTo>
                  <a:lnTo>
                    <a:pt x="46313" y="682734"/>
                  </a:lnTo>
                  <a:lnTo>
                    <a:pt x="45937" y="682050"/>
                  </a:lnTo>
                  <a:lnTo>
                    <a:pt x="44266" y="680649"/>
                  </a:lnTo>
                  <a:lnTo>
                    <a:pt x="42007" y="678068"/>
                  </a:lnTo>
                  <a:lnTo>
                    <a:pt x="41912" y="677396"/>
                  </a:lnTo>
                  <a:lnTo>
                    <a:pt x="42076" y="675772"/>
                  </a:lnTo>
                  <a:lnTo>
                    <a:pt x="42386" y="674175"/>
                  </a:lnTo>
                  <a:lnTo>
                    <a:pt x="42836" y="673415"/>
                  </a:lnTo>
                  <a:lnTo>
                    <a:pt x="44188" y="670171"/>
                  </a:lnTo>
                  <a:lnTo>
                    <a:pt x="44188" y="669069"/>
                  </a:lnTo>
                  <a:lnTo>
                    <a:pt x="43958" y="667597"/>
                  </a:lnTo>
                  <a:lnTo>
                    <a:pt x="42965" y="665061"/>
                  </a:lnTo>
                  <a:lnTo>
                    <a:pt x="42198" y="663427"/>
                  </a:lnTo>
                  <a:lnTo>
                    <a:pt x="42150" y="662592"/>
                  </a:lnTo>
                  <a:lnTo>
                    <a:pt x="42277" y="661904"/>
                  </a:lnTo>
                  <a:lnTo>
                    <a:pt x="42775" y="661014"/>
                  </a:lnTo>
                  <a:lnTo>
                    <a:pt x="43247" y="659920"/>
                  </a:lnTo>
                  <a:lnTo>
                    <a:pt x="43347" y="656140"/>
                  </a:lnTo>
                  <a:lnTo>
                    <a:pt x="43324" y="654820"/>
                  </a:lnTo>
                  <a:lnTo>
                    <a:pt x="43024" y="654041"/>
                  </a:lnTo>
                  <a:lnTo>
                    <a:pt x="42704" y="653711"/>
                  </a:lnTo>
                  <a:lnTo>
                    <a:pt x="42031" y="653901"/>
                  </a:lnTo>
                  <a:lnTo>
                    <a:pt x="41067" y="653280"/>
                  </a:lnTo>
                  <a:lnTo>
                    <a:pt x="40343" y="652295"/>
                  </a:lnTo>
                  <a:lnTo>
                    <a:pt x="39896" y="651976"/>
                  </a:lnTo>
                  <a:lnTo>
                    <a:pt x="39422" y="650970"/>
                  </a:lnTo>
                  <a:lnTo>
                    <a:pt x="38066" y="648946"/>
                  </a:lnTo>
                  <a:lnTo>
                    <a:pt x="37832" y="648413"/>
                  </a:lnTo>
                  <a:lnTo>
                    <a:pt x="35119" y="646688"/>
                  </a:lnTo>
                  <a:lnTo>
                    <a:pt x="32792" y="646948"/>
                  </a:lnTo>
                  <a:lnTo>
                    <a:pt x="31504" y="646687"/>
                  </a:lnTo>
                  <a:lnTo>
                    <a:pt x="30829" y="647069"/>
                  </a:lnTo>
                  <a:lnTo>
                    <a:pt x="30126" y="648168"/>
                  </a:lnTo>
                  <a:lnTo>
                    <a:pt x="29154" y="648898"/>
                  </a:lnTo>
                  <a:lnTo>
                    <a:pt x="28428" y="648918"/>
                  </a:lnTo>
                  <a:lnTo>
                    <a:pt x="27763" y="649467"/>
                  </a:lnTo>
                  <a:lnTo>
                    <a:pt x="25962" y="651435"/>
                  </a:lnTo>
                  <a:lnTo>
                    <a:pt x="25118" y="650244"/>
                  </a:lnTo>
                  <a:lnTo>
                    <a:pt x="24392" y="648486"/>
                  </a:lnTo>
                  <a:lnTo>
                    <a:pt x="24632" y="646998"/>
                  </a:lnTo>
                  <a:lnTo>
                    <a:pt x="24935" y="645629"/>
                  </a:lnTo>
                  <a:lnTo>
                    <a:pt x="24912" y="644708"/>
                  </a:lnTo>
                  <a:lnTo>
                    <a:pt x="24655" y="643925"/>
                  </a:lnTo>
                  <a:lnTo>
                    <a:pt x="23534" y="643063"/>
                  </a:lnTo>
                  <a:lnTo>
                    <a:pt x="21150" y="641489"/>
                  </a:lnTo>
                  <a:lnTo>
                    <a:pt x="20471" y="641471"/>
                  </a:lnTo>
                  <a:lnTo>
                    <a:pt x="19444" y="642052"/>
                  </a:lnTo>
                  <a:lnTo>
                    <a:pt x="17583" y="643811"/>
                  </a:lnTo>
                  <a:lnTo>
                    <a:pt x="16926" y="643433"/>
                  </a:lnTo>
                  <a:lnTo>
                    <a:pt x="16317" y="642036"/>
                  </a:lnTo>
                  <a:lnTo>
                    <a:pt x="15660" y="640289"/>
                  </a:lnTo>
                  <a:lnTo>
                    <a:pt x="14771" y="639396"/>
                  </a:lnTo>
                  <a:lnTo>
                    <a:pt x="12858" y="639484"/>
                  </a:lnTo>
                  <a:lnTo>
                    <a:pt x="12676" y="639552"/>
                  </a:lnTo>
                  <a:lnTo>
                    <a:pt x="11752" y="640562"/>
                  </a:lnTo>
                  <a:lnTo>
                    <a:pt x="11362" y="640462"/>
                  </a:lnTo>
                  <a:lnTo>
                    <a:pt x="9700" y="637891"/>
                  </a:lnTo>
                  <a:lnTo>
                    <a:pt x="10010" y="636490"/>
                  </a:lnTo>
                  <a:lnTo>
                    <a:pt x="10360" y="634419"/>
                  </a:lnTo>
                  <a:lnTo>
                    <a:pt x="10234" y="632789"/>
                  </a:lnTo>
                  <a:lnTo>
                    <a:pt x="9960" y="630683"/>
                  </a:lnTo>
                  <a:lnTo>
                    <a:pt x="9248" y="627024"/>
                  </a:lnTo>
                  <a:lnTo>
                    <a:pt x="9154" y="625989"/>
                  </a:lnTo>
                  <a:lnTo>
                    <a:pt x="7989" y="624389"/>
                  </a:lnTo>
                  <a:lnTo>
                    <a:pt x="7795" y="623046"/>
                  </a:lnTo>
                  <a:lnTo>
                    <a:pt x="7183" y="621320"/>
                  </a:lnTo>
                  <a:lnTo>
                    <a:pt x="6582" y="620216"/>
                  </a:lnTo>
                  <a:lnTo>
                    <a:pt x="6454" y="617761"/>
                  </a:lnTo>
                  <a:lnTo>
                    <a:pt x="6053" y="616896"/>
                  </a:lnTo>
                  <a:lnTo>
                    <a:pt x="5534" y="616492"/>
                  </a:lnTo>
                  <a:lnTo>
                    <a:pt x="3701" y="617198"/>
                  </a:lnTo>
                  <a:lnTo>
                    <a:pt x="3503" y="617126"/>
                  </a:lnTo>
                  <a:lnTo>
                    <a:pt x="4377" y="613213"/>
                  </a:lnTo>
                  <a:lnTo>
                    <a:pt x="4453" y="610951"/>
                  </a:lnTo>
                  <a:lnTo>
                    <a:pt x="5006" y="608573"/>
                  </a:lnTo>
                  <a:lnTo>
                    <a:pt x="5637" y="607634"/>
                  </a:lnTo>
                  <a:lnTo>
                    <a:pt x="5829" y="606818"/>
                  </a:lnTo>
                  <a:lnTo>
                    <a:pt x="5926" y="605246"/>
                  </a:lnTo>
                  <a:lnTo>
                    <a:pt x="5809" y="603898"/>
                  </a:lnTo>
                  <a:lnTo>
                    <a:pt x="5422" y="603200"/>
                  </a:lnTo>
                  <a:lnTo>
                    <a:pt x="3909" y="601688"/>
                  </a:lnTo>
                  <a:lnTo>
                    <a:pt x="2275" y="599865"/>
                  </a:lnTo>
                  <a:lnTo>
                    <a:pt x="1939" y="597550"/>
                  </a:lnTo>
                  <a:lnTo>
                    <a:pt x="1435" y="597081"/>
                  </a:lnTo>
                  <a:lnTo>
                    <a:pt x="0" y="596960"/>
                  </a:lnTo>
                  <a:lnTo>
                    <a:pt x="28" y="596304"/>
                  </a:lnTo>
                  <a:lnTo>
                    <a:pt x="241" y="594465"/>
                  </a:lnTo>
                  <a:lnTo>
                    <a:pt x="585" y="592862"/>
                  </a:lnTo>
                  <a:lnTo>
                    <a:pt x="1706" y="591143"/>
                  </a:lnTo>
                  <a:lnTo>
                    <a:pt x="1983" y="589984"/>
                  </a:lnTo>
                  <a:lnTo>
                    <a:pt x="2317" y="588943"/>
                  </a:lnTo>
                  <a:lnTo>
                    <a:pt x="4885" y="587714"/>
                  </a:lnTo>
                  <a:lnTo>
                    <a:pt x="5179" y="587249"/>
                  </a:lnTo>
                  <a:lnTo>
                    <a:pt x="5198" y="586837"/>
                  </a:lnTo>
                  <a:lnTo>
                    <a:pt x="5079" y="586440"/>
                  </a:lnTo>
                  <a:lnTo>
                    <a:pt x="4509" y="585809"/>
                  </a:lnTo>
                  <a:lnTo>
                    <a:pt x="3917" y="584948"/>
                  </a:lnTo>
                  <a:lnTo>
                    <a:pt x="3560" y="582605"/>
                  </a:lnTo>
                  <a:lnTo>
                    <a:pt x="2670" y="578936"/>
                  </a:lnTo>
                  <a:lnTo>
                    <a:pt x="1834" y="576476"/>
                  </a:lnTo>
                  <a:lnTo>
                    <a:pt x="1655" y="575036"/>
                  </a:lnTo>
                  <a:lnTo>
                    <a:pt x="1872" y="573375"/>
                  </a:lnTo>
                  <a:lnTo>
                    <a:pt x="2170" y="571743"/>
                  </a:lnTo>
                  <a:lnTo>
                    <a:pt x="2186" y="570155"/>
                  </a:lnTo>
                  <a:lnTo>
                    <a:pt x="915" y="561355"/>
                  </a:lnTo>
                  <a:lnTo>
                    <a:pt x="1002" y="559753"/>
                  </a:lnTo>
                  <a:lnTo>
                    <a:pt x="1371" y="558156"/>
                  </a:lnTo>
                  <a:lnTo>
                    <a:pt x="1963" y="556827"/>
                  </a:lnTo>
                  <a:lnTo>
                    <a:pt x="3288" y="555093"/>
                  </a:lnTo>
                  <a:lnTo>
                    <a:pt x="4943" y="551930"/>
                  </a:lnTo>
                  <a:lnTo>
                    <a:pt x="6063" y="547774"/>
                  </a:lnTo>
                  <a:lnTo>
                    <a:pt x="6650" y="545263"/>
                  </a:lnTo>
                  <a:lnTo>
                    <a:pt x="7144" y="544690"/>
                  </a:lnTo>
                  <a:lnTo>
                    <a:pt x="8097" y="544552"/>
                  </a:lnTo>
                  <a:lnTo>
                    <a:pt x="8459" y="543780"/>
                  </a:lnTo>
                  <a:lnTo>
                    <a:pt x="8645" y="543324"/>
                  </a:lnTo>
                  <a:lnTo>
                    <a:pt x="9461" y="542901"/>
                  </a:lnTo>
                  <a:lnTo>
                    <a:pt x="9739" y="542403"/>
                  </a:lnTo>
                  <a:lnTo>
                    <a:pt x="9518" y="541556"/>
                  </a:lnTo>
                  <a:lnTo>
                    <a:pt x="8700" y="540076"/>
                  </a:lnTo>
                  <a:lnTo>
                    <a:pt x="8050" y="539157"/>
                  </a:lnTo>
                  <a:lnTo>
                    <a:pt x="8677" y="537097"/>
                  </a:lnTo>
                  <a:lnTo>
                    <a:pt x="8461" y="534344"/>
                  </a:lnTo>
                  <a:lnTo>
                    <a:pt x="8068" y="532051"/>
                  </a:lnTo>
                  <a:lnTo>
                    <a:pt x="8604" y="530373"/>
                  </a:lnTo>
                  <a:lnTo>
                    <a:pt x="9496" y="530226"/>
                  </a:lnTo>
                  <a:lnTo>
                    <a:pt x="10487" y="532054"/>
                  </a:lnTo>
                  <a:lnTo>
                    <a:pt x="11975" y="533003"/>
                  </a:lnTo>
                  <a:lnTo>
                    <a:pt x="13061" y="531776"/>
                  </a:lnTo>
                  <a:lnTo>
                    <a:pt x="13429" y="529407"/>
                  </a:lnTo>
                  <a:lnTo>
                    <a:pt x="14212" y="528363"/>
                  </a:lnTo>
                  <a:lnTo>
                    <a:pt x="15257" y="529294"/>
                  </a:lnTo>
                  <a:lnTo>
                    <a:pt x="17009" y="529630"/>
                  </a:lnTo>
                  <a:lnTo>
                    <a:pt x="18462" y="529476"/>
                  </a:lnTo>
                  <a:lnTo>
                    <a:pt x="19442" y="528978"/>
                  </a:lnTo>
                  <a:lnTo>
                    <a:pt x="19860" y="528209"/>
                  </a:lnTo>
                  <a:lnTo>
                    <a:pt x="20248" y="526827"/>
                  </a:lnTo>
                  <a:lnTo>
                    <a:pt x="21049" y="525071"/>
                  </a:lnTo>
                  <a:lnTo>
                    <a:pt x="21879" y="523925"/>
                  </a:lnTo>
                  <a:lnTo>
                    <a:pt x="28247" y="525228"/>
                  </a:lnTo>
                  <a:lnTo>
                    <a:pt x="33765" y="527653"/>
                  </a:lnTo>
                  <a:lnTo>
                    <a:pt x="34183" y="526746"/>
                  </a:lnTo>
                  <a:lnTo>
                    <a:pt x="34376" y="525185"/>
                  </a:lnTo>
                  <a:lnTo>
                    <a:pt x="33003" y="523841"/>
                  </a:lnTo>
                  <a:lnTo>
                    <a:pt x="31989" y="523139"/>
                  </a:lnTo>
                  <a:lnTo>
                    <a:pt x="30715" y="520347"/>
                  </a:lnTo>
                  <a:lnTo>
                    <a:pt x="28874" y="518147"/>
                  </a:lnTo>
                  <a:lnTo>
                    <a:pt x="27023" y="517953"/>
                  </a:lnTo>
                  <a:lnTo>
                    <a:pt x="24599" y="518719"/>
                  </a:lnTo>
                  <a:lnTo>
                    <a:pt x="20927" y="518261"/>
                  </a:lnTo>
                  <a:lnTo>
                    <a:pt x="17802" y="514121"/>
                  </a:lnTo>
                  <a:lnTo>
                    <a:pt x="15736" y="512828"/>
                  </a:lnTo>
                  <a:lnTo>
                    <a:pt x="14262" y="509647"/>
                  </a:lnTo>
                  <a:lnTo>
                    <a:pt x="13889" y="507957"/>
                  </a:lnTo>
                  <a:lnTo>
                    <a:pt x="15483" y="509391"/>
                  </a:lnTo>
                  <a:lnTo>
                    <a:pt x="15701" y="507877"/>
                  </a:lnTo>
                  <a:lnTo>
                    <a:pt x="15826" y="505864"/>
                  </a:lnTo>
                  <a:lnTo>
                    <a:pt x="14940" y="504636"/>
                  </a:lnTo>
                  <a:lnTo>
                    <a:pt x="14147" y="503904"/>
                  </a:lnTo>
                  <a:lnTo>
                    <a:pt x="10083" y="507045"/>
                  </a:lnTo>
                  <a:lnTo>
                    <a:pt x="5431" y="508076"/>
                  </a:lnTo>
                  <a:lnTo>
                    <a:pt x="9749" y="501879"/>
                  </a:lnTo>
                  <a:lnTo>
                    <a:pt x="12863" y="497415"/>
                  </a:lnTo>
                  <a:lnTo>
                    <a:pt x="13444" y="496744"/>
                  </a:lnTo>
                  <a:lnTo>
                    <a:pt x="14822" y="495545"/>
                  </a:lnTo>
                  <a:lnTo>
                    <a:pt x="15976" y="494285"/>
                  </a:lnTo>
                  <a:lnTo>
                    <a:pt x="16905" y="492633"/>
                  </a:lnTo>
                  <a:lnTo>
                    <a:pt x="19999" y="489374"/>
                  </a:lnTo>
                  <a:lnTo>
                    <a:pt x="23152" y="485865"/>
                  </a:lnTo>
                  <a:lnTo>
                    <a:pt x="26085" y="481242"/>
                  </a:lnTo>
                  <a:lnTo>
                    <a:pt x="27146" y="479788"/>
                  </a:lnTo>
                  <a:lnTo>
                    <a:pt x="28495" y="478232"/>
                  </a:lnTo>
                  <a:lnTo>
                    <a:pt x="31458" y="473343"/>
                  </a:lnTo>
                  <a:lnTo>
                    <a:pt x="32393" y="471989"/>
                  </a:lnTo>
                  <a:lnTo>
                    <a:pt x="36007" y="465859"/>
                  </a:lnTo>
                  <a:lnTo>
                    <a:pt x="38118" y="462804"/>
                  </a:lnTo>
                  <a:lnTo>
                    <a:pt x="39165" y="461050"/>
                  </a:lnTo>
                  <a:lnTo>
                    <a:pt x="43676" y="455252"/>
                  </a:lnTo>
                  <a:lnTo>
                    <a:pt x="46735" y="450595"/>
                  </a:lnTo>
                  <a:lnTo>
                    <a:pt x="47940" y="448041"/>
                  </a:lnTo>
                  <a:lnTo>
                    <a:pt x="49120" y="444382"/>
                  </a:lnTo>
                  <a:lnTo>
                    <a:pt x="49789" y="441886"/>
                  </a:lnTo>
                  <a:lnTo>
                    <a:pt x="50967" y="438657"/>
                  </a:lnTo>
                  <a:lnTo>
                    <a:pt x="50998" y="437587"/>
                  </a:lnTo>
                  <a:lnTo>
                    <a:pt x="50666" y="436591"/>
                  </a:lnTo>
                  <a:lnTo>
                    <a:pt x="49785" y="435043"/>
                  </a:lnTo>
                  <a:lnTo>
                    <a:pt x="48563" y="433259"/>
                  </a:lnTo>
                  <a:lnTo>
                    <a:pt x="47475" y="431078"/>
                  </a:lnTo>
                  <a:lnTo>
                    <a:pt x="46663" y="429116"/>
                  </a:lnTo>
                  <a:lnTo>
                    <a:pt x="44152" y="426387"/>
                  </a:lnTo>
                  <a:lnTo>
                    <a:pt x="40258" y="422935"/>
                  </a:lnTo>
                  <a:lnTo>
                    <a:pt x="37373" y="420377"/>
                  </a:lnTo>
                  <a:lnTo>
                    <a:pt x="32947" y="414911"/>
                  </a:lnTo>
                  <a:lnTo>
                    <a:pt x="32168" y="413548"/>
                  </a:lnTo>
                  <a:lnTo>
                    <a:pt x="32322" y="413188"/>
                  </a:lnTo>
                  <a:lnTo>
                    <a:pt x="34834" y="411534"/>
                  </a:lnTo>
                  <a:lnTo>
                    <a:pt x="37334" y="407273"/>
                  </a:lnTo>
                  <a:lnTo>
                    <a:pt x="38413" y="405113"/>
                  </a:lnTo>
                  <a:lnTo>
                    <a:pt x="38683" y="403438"/>
                  </a:lnTo>
                  <a:lnTo>
                    <a:pt x="38706" y="401552"/>
                  </a:lnTo>
                  <a:lnTo>
                    <a:pt x="38533" y="399812"/>
                  </a:lnTo>
                  <a:lnTo>
                    <a:pt x="38218" y="398733"/>
                  </a:lnTo>
                  <a:lnTo>
                    <a:pt x="37032" y="397377"/>
                  </a:lnTo>
                  <a:lnTo>
                    <a:pt x="33589" y="394903"/>
                  </a:lnTo>
                  <a:lnTo>
                    <a:pt x="32782" y="392621"/>
                  </a:lnTo>
                  <a:lnTo>
                    <a:pt x="32109" y="390230"/>
                  </a:lnTo>
                  <a:lnTo>
                    <a:pt x="32096" y="389242"/>
                  </a:lnTo>
                  <a:lnTo>
                    <a:pt x="33736" y="386674"/>
                  </a:lnTo>
                  <a:lnTo>
                    <a:pt x="33809" y="385389"/>
                  </a:lnTo>
                  <a:lnTo>
                    <a:pt x="33616" y="384075"/>
                  </a:lnTo>
                  <a:lnTo>
                    <a:pt x="33160" y="383115"/>
                  </a:lnTo>
                  <a:lnTo>
                    <a:pt x="29630" y="381955"/>
                  </a:lnTo>
                  <a:lnTo>
                    <a:pt x="28636" y="380730"/>
                  </a:lnTo>
                  <a:lnTo>
                    <a:pt x="27854" y="378780"/>
                  </a:lnTo>
                  <a:lnTo>
                    <a:pt x="27448" y="377106"/>
                  </a:lnTo>
                  <a:lnTo>
                    <a:pt x="27408" y="376115"/>
                  </a:lnTo>
                  <a:lnTo>
                    <a:pt x="27671" y="375006"/>
                  </a:lnTo>
                  <a:lnTo>
                    <a:pt x="28860" y="373799"/>
                  </a:lnTo>
                  <a:lnTo>
                    <a:pt x="29966" y="372984"/>
                  </a:lnTo>
                  <a:lnTo>
                    <a:pt x="30163" y="371886"/>
                  </a:lnTo>
                  <a:lnTo>
                    <a:pt x="30153" y="370697"/>
                  </a:lnTo>
                  <a:lnTo>
                    <a:pt x="29963" y="370123"/>
                  </a:lnTo>
                  <a:lnTo>
                    <a:pt x="27759" y="369557"/>
                  </a:lnTo>
                  <a:lnTo>
                    <a:pt x="27548" y="369235"/>
                  </a:lnTo>
                  <a:lnTo>
                    <a:pt x="27494" y="368824"/>
                  </a:lnTo>
                  <a:lnTo>
                    <a:pt x="27606" y="368332"/>
                  </a:lnTo>
                  <a:lnTo>
                    <a:pt x="28797" y="366216"/>
                  </a:lnTo>
                  <a:lnTo>
                    <a:pt x="28957" y="362183"/>
                  </a:lnTo>
                  <a:lnTo>
                    <a:pt x="30071" y="359367"/>
                  </a:lnTo>
                  <a:lnTo>
                    <a:pt x="28810" y="357718"/>
                  </a:lnTo>
                  <a:lnTo>
                    <a:pt x="28907" y="357427"/>
                  </a:lnTo>
                  <a:lnTo>
                    <a:pt x="30841" y="356563"/>
                  </a:lnTo>
                  <a:lnTo>
                    <a:pt x="32625" y="356354"/>
                  </a:lnTo>
                  <a:lnTo>
                    <a:pt x="33433" y="356030"/>
                  </a:lnTo>
                  <a:lnTo>
                    <a:pt x="33524" y="354712"/>
                  </a:lnTo>
                  <a:lnTo>
                    <a:pt x="33338" y="352932"/>
                  </a:lnTo>
                  <a:lnTo>
                    <a:pt x="31499" y="345946"/>
                  </a:lnTo>
                  <a:lnTo>
                    <a:pt x="31095" y="343933"/>
                  </a:lnTo>
                  <a:lnTo>
                    <a:pt x="29877" y="341392"/>
                  </a:lnTo>
                  <a:lnTo>
                    <a:pt x="28868" y="339684"/>
                  </a:lnTo>
                  <a:lnTo>
                    <a:pt x="28261" y="338464"/>
                  </a:lnTo>
                  <a:lnTo>
                    <a:pt x="27284" y="336079"/>
                  </a:lnTo>
                  <a:lnTo>
                    <a:pt x="26719" y="333631"/>
                  </a:lnTo>
                  <a:lnTo>
                    <a:pt x="25744" y="330898"/>
                  </a:lnTo>
                  <a:lnTo>
                    <a:pt x="24608" y="328391"/>
                  </a:lnTo>
                  <a:lnTo>
                    <a:pt x="23659" y="326072"/>
                  </a:lnTo>
                  <a:lnTo>
                    <a:pt x="21219" y="321530"/>
                  </a:lnTo>
                  <a:lnTo>
                    <a:pt x="20892" y="320273"/>
                  </a:lnTo>
                  <a:lnTo>
                    <a:pt x="20926" y="319136"/>
                  </a:lnTo>
                  <a:lnTo>
                    <a:pt x="21145" y="317933"/>
                  </a:lnTo>
                  <a:lnTo>
                    <a:pt x="23050" y="314221"/>
                  </a:lnTo>
                  <a:lnTo>
                    <a:pt x="24810" y="311123"/>
                  </a:lnTo>
                  <a:lnTo>
                    <a:pt x="27059" y="307490"/>
                  </a:lnTo>
                  <a:lnTo>
                    <a:pt x="29232" y="304474"/>
                  </a:lnTo>
                  <a:lnTo>
                    <a:pt x="31555" y="300898"/>
                  </a:lnTo>
                  <a:lnTo>
                    <a:pt x="32127" y="297328"/>
                  </a:lnTo>
                  <a:lnTo>
                    <a:pt x="32018" y="296728"/>
                  </a:lnTo>
                  <a:lnTo>
                    <a:pt x="30097" y="294795"/>
                  </a:lnTo>
                  <a:lnTo>
                    <a:pt x="26473" y="289621"/>
                  </a:lnTo>
                  <a:lnTo>
                    <a:pt x="24275" y="285697"/>
                  </a:lnTo>
                  <a:lnTo>
                    <a:pt x="20852" y="284040"/>
                  </a:lnTo>
                  <a:lnTo>
                    <a:pt x="16248" y="281917"/>
                  </a:lnTo>
                  <a:lnTo>
                    <a:pt x="14724" y="277143"/>
                  </a:lnTo>
                  <a:lnTo>
                    <a:pt x="13634" y="273095"/>
                  </a:lnTo>
                  <a:lnTo>
                    <a:pt x="13739" y="271638"/>
                  </a:lnTo>
                  <a:lnTo>
                    <a:pt x="17063" y="264731"/>
                  </a:lnTo>
                  <a:lnTo>
                    <a:pt x="17375" y="263478"/>
                  </a:lnTo>
                  <a:lnTo>
                    <a:pt x="17316" y="262703"/>
                  </a:lnTo>
                  <a:lnTo>
                    <a:pt x="16975" y="262218"/>
                  </a:lnTo>
                  <a:lnTo>
                    <a:pt x="16501" y="261950"/>
                  </a:lnTo>
                  <a:lnTo>
                    <a:pt x="13424" y="261751"/>
                  </a:lnTo>
                  <a:lnTo>
                    <a:pt x="12944" y="260809"/>
                  </a:lnTo>
                  <a:lnTo>
                    <a:pt x="14796" y="260097"/>
                  </a:lnTo>
                  <a:lnTo>
                    <a:pt x="16333" y="259128"/>
                  </a:lnTo>
                  <a:lnTo>
                    <a:pt x="18853" y="257691"/>
                  </a:lnTo>
                  <a:lnTo>
                    <a:pt x="19668" y="257327"/>
                  </a:lnTo>
                  <a:lnTo>
                    <a:pt x="21529" y="256500"/>
                  </a:lnTo>
                  <a:lnTo>
                    <a:pt x="22167" y="255863"/>
                  </a:lnTo>
                  <a:lnTo>
                    <a:pt x="22643" y="255110"/>
                  </a:lnTo>
                  <a:lnTo>
                    <a:pt x="24387" y="249980"/>
                  </a:lnTo>
                  <a:lnTo>
                    <a:pt x="24817" y="249167"/>
                  </a:lnTo>
                  <a:lnTo>
                    <a:pt x="30233" y="247326"/>
                  </a:lnTo>
                  <a:lnTo>
                    <a:pt x="32199" y="246379"/>
                  </a:lnTo>
                  <a:lnTo>
                    <a:pt x="33336" y="245186"/>
                  </a:lnTo>
                  <a:lnTo>
                    <a:pt x="33879" y="244258"/>
                  </a:lnTo>
                  <a:lnTo>
                    <a:pt x="34268" y="243154"/>
                  </a:lnTo>
                  <a:lnTo>
                    <a:pt x="34547" y="241938"/>
                  </a:lnTo>
                  <a:lnTo>
                    <a:pt x="34666" y="240821"/>
                  </a:lnTo>
                  <a:lnTo>
                    <a:pt x="34219" y="239364"/>
                  </a:lnTo>
                  <a:lnTo>
                    <a:pt x="34468" y="239188"/>
                  </a:lnTo>
                  <a:lnTo>
                    <a:pt x="35045" y="239249"/>
                  </a:lnTo>
                  <a:lnTo>
                    <a:pt x="36899" y="240699"/>
                  </a:lnTo>
                  <a:lnTo>
                    <a:pt x="39772" y="242240"/>
                  </a:lnTo>
                  <a:lnTo>
                    <a:pt x="41886" y="242359"/>
                  </a:lnTo>
                  <a:lnTo>
                    <a:pt x="42762" y="242066"/>
                  </a:lnTo>
                  <a:lnTo>
                    <a:pt x="43200" y="241393"/>
                  </a:lnTo>
                  <a:lnTo>
                    <a:pt x="43514" y="240075"/>
                  </a:lnTo>
                  <a:lnTo>
                    <a:pt x="43534" y="238718"/>
                  </a:lnTo>
                  <a:lnTo>
                    <a:pt x="42871" y="234826"/>
                  </a:lnTo>
                  <a:lnTo>
                    <a:pt x="45062" y="235246"/>
                  </a:lnTo>
                  <a:lnTo>
                    <a:pt x="49977" y="237600"/>
                  </a:lnTo>
                  <a:lnTo>
                    <a:pt x="51125" y="237383"/>
                  </a:lnTo>
                  <a:lnTo>
                    <a:pt x="52578" y="236672"/>
                  </a:lnTo>
                  <a:lnTo>
                    <a:pt x="54070" y="233871"/>
                  </a:lnTo>
                  <a:lnTo>
                    <a:pt x="55176" y="233392"/>
                  </a:lnTo>
                  <a:lnTo>
                    <a:pt x="56621" y="234044"/>
                  </a:lnTo>
                  <a:lnTo>
                    <a:pt x="57019" y="233294"/>
                  </a:lnTo>
                  <a:lnTo>
                    <a:pt x="56273" y="230971"/>
                  </a:lnTo>
                  <a:lnTo>
                    <a:pt x="56458" y="229797"/>
                  </a:lnTo>
                  <a:lnTo>
                    <a:pt x="61419" y="232307"/>
                  </a:lnTo>
                  <a:lnTo>
                    <a:pt x="63537" y="234145"/>
                  </a:lnTo>
                  <a:lnTo>
                    <a:pt x="68123" y="235760"/>
                  </a:lnTo>
                  <a:lnTo>
                    <a:pt x="68929" y="236638"/>
                  </a:lnTo>
                  <a:lnTo>
                    <a:pt x="68987" y="238164"/>
                  </a:lnTo>
                  <a:lnTo>
                    <a:pt x="68768" y="239474"/>
                  </a:lnTo>
                  <a:lnTo>
                    <a:pt x="67798" y="240197"/>
                  </a:lnTo>
                  <a:lnTo>
                    <a:pt x="65839" y="240078"/>
                  </a:lnTo>
                  <a:lnTo>
                    <a:pt x="58800" y="238060"/>
                  </a:lnTo>
                  <a:lnTo>
                    <a:pt x="57761" y="239285"/>
                  </a:lnTo>
                  <a:lnTo>
                    <a:pt x="58612" y="240347"/>
                  </a:lnTo>
                  <a:lnTo>
                    <a:pt x="60675" y="241599"/>
                  </a:lnTo>
                  <a:lnTo>
                    <a:pt x="61250" y="243819"/>
                  </a:lnTo>
                  <a:lnTo>
                    <a:pt x="64407" y="243514"/>
                  </a:lnTo>
                  <a:lnTo>
                    <a:pt x="67417" y="244359"/>
                  </a:lnTo>
                  <a:lnTo>
                    <a:pt x="68831" y="244085"/>
                  </a:lnTo>
                  <a:lnTo>
                    <a:pt x="69089" y="244809"/>
                  </a:lnTo>
                  <a:lnTo>
                    <a:pt x="68122" y="246649"/>
                  </a:lnTo>
                  <a:lnTo>
                    <a:pt x="68576" y="247122"/>
                  </a:lnTo>
                  <a:lnTo>
                    <a:pt x="71952" y="245337"/>
                  </a:lnTo>
                  <a:lnTo>
                    <a:pt x="73524" y="244848"/>
                  </a:lnTo>
                  <a:lnTo>
                    <a:pt x="74370" y="245324"/>
                  </a:lnTo>
                  <a:lnTo>
                    <a:pt x="74484" y="246802"/>
                  </a:lnTo>
                  <a:lnTo>
                    <a:pt x="73927" y="248660"/>
                  </a:lnTo>
                  <a:lnTo>
                    <a:pt x="73867" y="250074"/>
                  </a:lnTo>
                  <a:lnTo>
                    <a:pt x="72828" y="253489"/>
                  </a:lnTo>
                  <a:lnTo>
                    <a:pt x="71227" y="254524"/>
                  </a:lnTo>
                  <a:lnTo>
                    <a:pt x="70554" y="255946"/>
                  </a:lnTo>
                  <a:lnTo>
                    <a:pt x="72897" y="255075"/>
                  </a:lnTo>
                  <a:lnTo>
                    <a:pt x="74143" y="254124"/>
                  </a:lnTo>
                  <a:lnTo>
                    <a:pt x="76475" y="249432"/>
                  </a:lnTo>
                  <a:lnTo>
                    <a:pt x="77174" y="248809"/>
                  </a:lnTo>
                  <a:lnTo>
                    <a:pt x="83816" y="248724"/>
                  </a:lnTo>
                  <a:lnTo>
                    <a:pt x="85320" y="249025"/>
                  </a:lnTo>
                  <a:lnTo>
                    <a:pt x="91550" y="251237"/>
                  </a:lnTo>
                  <a:lnTo>
                    <a:pt x="93324" y="251439"/>
                  </a:lnTo>
                  <a:lnTo>
                    <a:pt x="95351" y="251156"/>
                  </a:lnTo>
                  <a:lnTo>
                    <a:pt x="96050" y="250129"/>
                  </a:lnTo>
                  <a:lnTo>
                    <a:pt x="96740" y="249838"/>
                  </a:lnTo>
                  <a:lnTo>
                    <a:pt x="103663" y="252310"/>
                  </a:lnTo>
                  <a:lnTo>
                    <a:pt x="112930" y="257874"/>
                  </a:lnTo>
                  <a:lnTo>
                    <a:pt x="126486" y="267074"/>
                  </a:lnTo>
                  <a:lnTo>
                    <a:pt x="134128" y="275259"/>
                  </a:lnTo>
                  <a:lnTo>
                    <a:pt x="135012" y="277017"/>
                  </a:lnTo>
                  <a:lnTo>
                    <a:pt x="137774" y="278014"/>
                  </a:lnTo>
                  <a:lnTo>
                    <a:pt x="138368" y="277339"/>
                  </a:lnTo>
                  <a:lnTo>
                    <a:pt x="139904" y="277925"/>
                  </a:lnTo>
                  <a:lnTo>
                    <a:pt x="148891" y="285406"/>
                  </a:lnTo>
                  <a:lnTo>
                    <a:pt x="151991" y="285794"/>
                  </a:lnTo>
                  <a:lnTo>
                    <a:pt x="151582" y="284212"/>
                  </a:lnTo>
                  <a:lnTo>
                    <a:pt x="151052" y="282732"/>
                  </a:lnTo>
                  <a:lnTo>
                    <a:pt x="151820" y="283069"/>
                  </a:lnTo>
                  <a:lnTo>
                    <a:pt x="152872" y="284142"/>
                  </a:lnTo>
                  <a:lnTo>
                    <a:pt x="154580" y="287071"/>
                  </a:lnTo>
                  <a:lnTo>
                    <a:pt x="156662" y="289243"/>
                  </a:lnTo>
                  <a:lnTo>
                    <a:pt x="158783" y="292493"/>
                  </a:lnTo>
                  <a:lnTo>
                    <a:pt x="160552" y="293740"/>
                  </a:lnTo>
                  <a:lnTo>
                    <a:pt x="162145" y="294201"/>
                  </a:lnTo>
                  <a:lnTo>
                    <a:pt x="163483" y="295119"/>
                  </a:lnTo>
                  <a:lnTo>
                    <a:pt x="165922" y="295992"/>
                  </a:lnTo>
                  <a:lnTo>
                    <a:pt x="167074" y="303949"/>
                  </a:lnTo>
                  <a:lnTo>
                    <a:pt x="167963" y="305668"/>
                  </a:lnTo>
                  <a:lnTo>
                    <a:pt x="167963" y="309187"/>
                  </a:lnTo>
                  <a:lnTo>
                    <a:pt x="169521" y="310619"/>
                  </a:lnTo>
                  <a:lnTo>
                    <a:pt x="170704" y="310879"/>
                  </a:lnTo>
                  <a:lnTo>
                    <a:pt x="170649" y="313486"/>
                  </a:lnTo>
                  <a:lnTo>
                    <a:pt x="169690" y="319607"/>
                  </a:lnTo>
                  <a:lnTo>
                    <a:pt x="168634" y="322211"/>
                  </a:lnTo>
                  <a:lnTo>
                    <a:pt x="160501" y="333426"/>
                  </a:lnTo>
                  <a:lnTo>
                    <a:pt x="155403" y="337760"/>
                  </a:lnTo>
                  <a:lnTo>
                    <a:pt x="145480" y="342722"/>
                  </a:lnTo>
                  <a:lnTo>
                    <a:pt x="137739" y="344584"/>
                  </a:lnTo>
                  <a:lnTo>
                    <a:pt x="134615" y="344719"/>
                  </a:lnTo>
                  <a:lnTo>
                    <a:pt x="128559" y="343799"/>
                  </a:lnTo>
                  <a:lnTo>
                    <a:pt x="125239" y="342794"/>
                  </a:lnTo>
                  <a:lnTo>
                    <a:pt x="121175" y="339974"/>
                  </a:lnTo>
                  <a:lnTo>
                    <a:pt x="117384" y="338570"/>
                  </a:lnTo>
                  <a:lnTo>
                    <a:pt x="114778" y="337949"/>
                  </a:lnTo>
                  <a:lnTo>
                    <a:pt x="109946" y="337691"/>
                  </a:lnTo>
                  <a:lnTo>
                    <a:pt x="99466" y="334928"/>
                  </a:lnTo>
                  <a:lnTo>
                    <a:pt x="97644" y="333957"/>
                  </a:lnTo>
                  <a:lnTo>
                    <a:pt x="91070" y="328565"/>
                  </a:lnTo>
                  <a:lnTo>
                    <a:pt x="88458" y="330088"/>
                  </a:lnTo>
                  <a:lnTo>
                    <a:pt x="86902" y="330361"/>
                  </a:lnTo>
                  <a:lnTo>
                    <a:pt x="85848" y="328505"/>
                  </a:lnTo>
                  <a:lnTo>
                    <a:pt x="86272" y="328014"/>
                  </a:lnTo>
                  <a:lnTo>
                    <a:pt x="86524" y="327381"/>
                  </a:lnTo>
                  <a:lnTo>
                    <a:pt x="82801" y="325843"/>
                  </a:lnTo>
                  <a:lnTo>
                    <a:pt x="79725" y="325740"/>
                  </a:lnTo>
                  <a:lnTo>
                    <a:pt x="78091" y="324433"/>
                  </a:lnTo>
                  <a:lnTo>
                    <a:pt x="76090" y="323439"/>
                  </a:lnTo>
                  <a:lnTo>
                    <a:pt x="75207" y="324038"/>
                  </a:lnTo>
                  <a:lnTo>
                    <a:pt x="74708" y="324032"/>
                  </a:lnTo>
                  <a:lnTo>
                    <a:pt x="70664" y="321686"/>
                  </a:lnTo>
                  <a:lnTo>
                    <a:pt x="68857" y="319784"/>
                  </a:lnTo>
                  <a:lnTo>
                    <a:pt x="66976" y="316438"/>
                  </a:lnTo>
                  <a:lnTo>
                    <a:pt x="67435" y="315268"/>
                  </a:lnTo>
                  <a:lnTo>
                    <a:pt x="67986" y="314509"/>
                  </a:lnTo>
                  <a:lnTo>
                    <a:pt x="61520" y="312563"/>
                  </a:lnTo>
                  <a:lnTo>
                    <a:pt x="55370" y="312304"/>
                  </a:lnTo>
                  <a:lnTo>
                    <a:pt x="56439" y="313238"/>
                  </a:lnTo>
                  <a:lnTo>
                    <a:pt x="59103" y="313729"/>
                  </a:lnTo>
                  <a:lnTo>
                    <a:pt x="60798" y="315069"/>
                  </a:lnTo>
                  <a:lnTo>
                    <a:pt x="62752" y="316961"/>
                  </a:lnTo>
                  <a:lnTo>
                    <a:pt x="62297" y="319548"/>
                  </a:lnTo>
                  <a:lnTo>
                    <a:pt x="65012" y="322111"/>
                  </a:lnTo>
                  <a:lnTo>
                    <a:pt x="67095" y="324553"/>
                  </a:lnTo>
                  <a:lnTo>
                    <a:pt x="67157" y="325307"/>
                  </a:lnTo>
                  <a:lnTo>
                    <a:pt x="67965" y="325818"/>
                  </a:lnTo>
                  <a:lnTo>
                    <a:pt x="71034" y="326532"/>
                  </a:lnTo>
                  <a:lnTo>
                    <a:pt x="71568" y="328780"/>
                  </a:lnTo>
                  <a:lnTo>
                    <a:pt x="71063" y="329666"/>
                  </a:lnTo>
                  <a:lnTo>
                    <a:pt x="71483" y="330914"/>
                  </a:lnTo>
                  <a:lnTo>
                    <a:pt x="73773" y="332314"/>
                  </a:lnTo>
                  <a:lnTo>
                    <a:pt x="75142" y="332695"/>
                  </a:lnTo>
                  <a:lnTo>
                    <a:pt x="76828" y="333544"/>
                  </a:lnTo>
                  <a:lnTo>
                    <a:pt x="76064" y="335260"/>
                  </a:lnTo>
                  <a:lnTo>
                    <a:pt x="74646" y="336374"/>
                  </a:lnTo>
                  <a:lnTo>
                    <a:pt x="73228" y="336886"/>
                  </a:lnTo>
                  <a:lnTo>
                    <a:pt x="73901" y="337297"/>
                  </a:lnTo>
                  <a:lnTo>
                    <a:pt x="75740" y="337139"/>
                  </a:lnTo>
                  <a:lnTo>
                    <a:pt x="82394" y="339968"/>
                  </a:lnTo>
                  <a:lnTo>
                    <a:pt x="85893" y="342829"/>
                  </a:lnTo>
                  <a:lnTo>
                    <a:pt x="89452" y="348046"/>
                  </a:lnTo>
                  <a:lnTo>
                    <a:pt x="90604" y="350626"/>
                  </a:lnTo>
                  <a:lnTo>
                    <a:pt x="90687" y="352050"/>
                  </a:lnTo>
                  <a:lnTo>
                    <a:pt x="90490" y="353471"/>
                  </a:lnTo>
                  <a:lnTo>
                    <a:pt x="89975" y="355006"/>
                  </a:lnTo>
                  <a:lnTo>
                    <a:pt x="89741" y="356550"/>
                  </a:lnTo>
                  <a:lnTo>
                    <a:pt x="88525" y="361105"/>
                  </a:lnTo>
                  <a:lnTo>
                    <a:pt x="87652" y="362678"/>
                  </a:lnTo>
                  <a:lnTo>
                    <a:pt x="85974" y="364479"/>
                  </a:lnTo>
                  <a:lnTo>
                    <a:pt x="87552" y="367960"/>
                  </a:lnTo>
                  <a:lnTo>
                    <a:pt x="89199" y="371205"/>
                  </a:lnTo>
                  <a:lnTo>
                    <a:pt x="90813" y="376587"/>
                  </a:lnTo>
                  <a:lnTo>
                    <a:pt x="91101" y="378752"/>
                  </a:lnTo>
                  <a:lnTo>
                    <a:pt x="91168" y="382077"/>
                  </a:lnTo>
                  <a:lnTo>
                    <a:pt x="92626" y="383384"/>
                  </a:lnTo>
                  <a:lnTo>
                    <a:pt x="92056" y="383895"/>
                  </a:lnTo>
                  <a:lnTo>
                    <a:pt x="91481" y="384840"/>
                  </a:lnTo>
                  <a:lnTo>
                    <a:pt x="91618" y="389174"/>
                  </a:lnTo>
                  <a:lnTo>
                    <a:pt x="93639" y="392713"/>
                  </a:lnTo>
                  <a:lnTo>
                    <a:pt x="96670" y="395009"/>
                  </a:lnTo>
                  <a:lnTo>
                    <a:pt x="98473" y="395475"/>
                  </a:lnTo>
                  <a:lnTo>
                    <a:pt x="101094" y="394543"/>
                  </a:lnTo>
                  <a:lnTo>
                    <a:pt x="102983" y="395812"/>
                  </a:lnTo>
                  <a:lnTo>
                    <a:pt x="107180" y="400137"/>
                  </a:lnTo>
                  <a:lnTo>
                    <a:pt x="109075" y="404706"/>
                  </a:lnTo>
                  <a:lnTo>
                    <a:pt x="109843" y="405638"/>
                  </a:lnTo>
                  <a:lnTo>
                    <a:pt x="114094" y="407345"/>
                  </a:lnTo>
                  <a:lnTo>
                    <a:pt x="117280" y="408395"/>
                  </a:lnTo>
                  <a:lnTo>
                    <a:pt x="122125" y="411137"/>
                  </a:lnTo>
                  <a:lnTo>
                    <a:pt x="122971" y="411236"/>
                  </a:lnTo>
                  <a:lnTo>
                    <a:pt x="125325" y="408871"/>
                  </a:lnTo>
                  <a:lnTo>
                    <a:pt x="129379" y="407225"/>
                  </a:lnTo>
                  <a:lnTo>
                    <a:pt x="130632" y="404958"/>
                  </a:lnTo>
                  <a:lnTo>
                    <a:pt x="130528" y="403032"/>
                  </a:lnTo>
                  <a:lnTo>
                    <a:pt x="129491" y="399604"/>
                  </a:lnTo>
                  <a:lnTo>
                    <a:pt x="129205" y="396263"/>
                  </a:lnTo>
                  <a:lnTo>
                    <a:pt x="127863" y="394898"/>
                  </a:lnTo>
                  <a:lnTo>
                    <a:pt x="126608" y="393992"/>
                  </a:lnTo>
                  <a:lnTo>
                    <a:pt x="122818" y="394683"/>
                  </a:lnTo>
                  <a:lnTo>
                    <a:pt x="121111" y="394554"/>
                  </a:lnTo>
                  <a:lnTo>
                    <a:pt x="119821" y="393651"/>
                  </a:lnTo>
                  <a:lnTo>
                    <a:pt x="118075" y="391268"/>
                  </a:lnTo>
                  <a:lnTo>
                    <a:pt x="114771" y="385473"/>
                  </a:lnTo>
                  <a:lnTo>
                    <a:pt x="113003" y="383544"/>
                  </a:lnTo>
                  <a:lnTo>
                    <a:pt x="112448" y="382349"/>
                  </a:lnTo>
                  <a:lnTo>
                    <a:pt x="111833" y="380683"/>
                  </a:lnTo>
                  <a:lnTo>
                    <a:pt x="111910" y="377986"/>
                  </a:lnTo>
                  <a:lnTo>
                    <a:pt x="113353" y="378080"/>
                  </a:lnTo>
                  <a:lnTo>
                    <a:pt x="114973" y="376552"/>
                  </a:lnTo>
                  <a:lnTo>
                    <a:pt x="116154" y="371080"/>
                  </a:lnTo>
                  <a:lnTo>
                    <a:pt x="118194" y="370384"/>
                  </a:lnTo>
                  <a:lnTo>
                    <a:pt x="119299" y="370432"/>
                  </a:lnTo>
                  <a:lnTo>
                    <a:pt x="124019" y="372974"/>
                  </a:lnTo>
                  <a:lnTo>
                    <a:pt x="129884" y="379755"/>
                  </a:lnTo>
                  <a:lnTo>
                    <a:pt x="131180" y="380469"/>
                  </a:lnTo>
                  <a:lnTo>
                    <a:pt x="132551" y="380569"/>
                  </a:lnTo>
                  <a:lnTo>
                    <a:pt x="134792" y="380396"/>
                  </a:lnTo>
                  <a:lnTo>
                    <a:pt x="135156" y="381280"/>
                  </a:lnTo>
                  <a:lnTo>
                    <a:pt x="136362" y="382341"/>
                  </a:lnTo>
                  <a:lnTo>
                    <a:pt x="137241" y="382476"/>
                  </a:lnTo>
                  <a:lnTo>
                    <a:pt x="142609" y="384626"/>
                  </a:lnTo>
                  <a:lnTo>
                    <a:pt x="148872" y="388862"/>
                  </a:lnTo>
                  <a:lnTo>
                    <a:pt x="151195" y="388670"/>
                  </a:lnTo>
                  <a:lnTo>
                    <a:pt x="152109" y="386326"/>
                  </a:lnTo>
                  <a:lnTo>
                    <a:pt x="152299" y="385317"/>
                  </a:lnTo>
                  <a:lnTo>
                    <a:pt x="154849" y="382947"/>
                  </a:lnTo>
                  <a:lnTo>
                    <a:pt x="156627" y="382554"/>
                  </a:lnTo>
                  <a:lnTo>
                    <a:pt x="159114" y="383416"/>
                  </a:lnTo>
                  <a:lnTo>
                    <a:pt x="159566" y="382712"/>
                  </a:lnTo>
                  <a:lnTo>
                    <a:pt x="158719" y="379237"/>
                  </a:lnTo>
                  <a:lnTo>
                    <a:pt x="157572" y="376229"/>
                  </a:lnTo>
                  <a:lnTo>
                    <a:pt x="155883" y="374303"/>
                  </a:lnTo>
                  <a:lnTo>
                    <a:pt x="152882" y="368644"/>
                  </a:lnTo>
                  <a:lnTo>
                    <a:pt x="151683" y="365835"/>
                  </a:lnTo>
                  <a:lnTo>
                    <a:pt x="151086" y="362936"/>
                  </a:lnTo>
                  <a:lnTo>
                    <a:pt x="151477" y="360372"/>
                  </a:lnTo>
                  <a:lnTo>
                    <a:pt x="151908" y="358504"/>
                  </a:lnTo>
                  <a:lnTo>
                    <a:pt x="158139" y="353960"/>
                  </a:lnTo>
                  <a:lnTo>
                    <a:pt x="160393" y="351239"/>
                  </a:lnTo>
                  <a:lnTo>
                    <a:pt x="162573" y="347704"/>
                  </a:lnTo>
                  <a:lnTo>
                    <a:pt x="163582" y="346981"/>
                  </a:lnTo>
                  <a:lnTo>
                    <a:pt x="167258" y="346000"/>
                  </a:lnTo>
                  <a:lnTo>
                    <a:pt x="172130" y="342976"/>
                  </a:lnTo>
                  <a:lnTo>
                    <a:pt x="175848" y="338961"/>
                  </a:lnTo>
                  <a:lnTo>
                    <a:pt x="179537" y="332856"/>
                  </a:lnTo>
                  <a:lnTo>
                    <a:pt x="181084" y="331268"/>
                  </a:lnTo>
                  <a:lnTo>
                    <a:pt x="182341" y="331413"/>
                  </a:lnTo>
                  <a:lnTo>
                    <a:pt x="184012" y="332369"/>
                  </a:lnTo>
                  <a:lnTo>
                    <a:pt x="185857" y="334139"/>
                  </a:lnTo>
                  <a:lnTo>
                    <a:pt x="188348" y="334469"/>
                  </a:lnTo>
                  <a:lnTo>
                    <a:pt x="190778" y="334185"/>
                  </a:lnTo>
                  <a:lnTo>
                    <a:pt x="193548" y="334345"/>
                  </a:lnTo>
                  <a:lnTo>
                    <a:pt x="197419" y="337130"/>
                  </a:lnTo>
                  <a:lnTo>
                    <a:pt x="198058" y="338019"/>
                  </a:lnTo>
                  <a:lnTo>
                    <a:pt x="198665" y="339208"/>
                  </a:lnTo>
                  <a:lnTo>
                    <a:pt x="197413" y="341500"/>
                  </a:lnTo>
                  <a:lnTo>
                    <a:pt x="197310" y="342978"/>
                  </a:lnTo>
                  <a:lnTo>
                    <a:pt x="198310" y="342288"/>
                  </a:lnTo>
                  <a:lnTo>
                    <a:pt x="199688" y="341943"/>
                  </a:lnTo>
                  <a:lnTo>
                    <a:pt x="200989" y="342416"/>
                  </a:lnTo>
                  <a:lnTo>
                    <a:pt x="202212" y="343708"/>
                  </a:lnTo>
                  <a:lnTo>
                    <a:pt x="203096" y="345154"/>
                  </a:lnTo>
                  <a:lnTo>
                    <a:pt x="204165" y="346370"/>
                  </a:lnTo>
                  <a:lnTo>
                    <a:pt x="204507" y="344716"/>
                  </a:lnTo>
                  <a:lnTo>
                    <a:pt x="204664" y="343292"/>
                  </a:lnTo>
                  <a:lnTo>
                    <a:pt x="204077" y="339678"/>
                  </a:lnTo>
                  <a:lnTo>
                    <a:pt x="205583" y="334595"/>
                  </a:lnTo>
                  <a:lnTo>
                    <a:pt x="206749" y="332390"/>
                  </a:lnTo>
                  <a:lnTo>
                    <a:pt x="208848" y="326773"/>
                  </a:lnTo>
                  <a:lnTo>
                    <a:pt x="208220" y="323143"/>
                  </a:lnTo>
                  <a:lnTo>
                    <a:pt x="208125" y="318914"/>
                  </a:lnTo>
                  <a:lnTo>
                    <a:pt x="207815" y="316951"/>
                  </a:lnTo>
                  <a:lnTo>
                    <a:pt x="206449" y="314130"/>
                  </a:lnTo>
                  <a:lnTo>
                    <a:pt x="203800" y="312130"/>
                  </a:lnTo>
                  <a:lnTo>
                    <a:pt x="201130" y="311501"/>
                  </a:lnTo>
                  <a:lnTo>
                    <a:pt x="200241" y="309555"/>
                  </a:lnTo>
                  <a:lnTo>
                    <a:pt x="200403" y="307336"/>
                  </a:lnTo>
                  <a:lnTo>
                    <a:pt x="201142" y="304093"/>
                  </a:lnTo>
                  <a:lnTo>
                    <a:pt x="203337" y="297257"/>
                  </a:lnTo>
                  <a:lnTo>
                    <a:pt x="205640" y="287655"/>
                  </a:lnTo>
                  <a:lnTo>
                    <a:pt x="205715" y="285420"/>
                  </a:lnTo>
                  <a:lnTo>
                    <a:pt x="205499" y="284198"/>
                  </a:lnTo>
                  <a:lnTo>
                    <a:pt x="205653" y="282962"/>
                  </a:lnTo>
                  <a:lnTo>
                    <a:pt x="205387" y="280027"/>
                  </a:lnTo>
                  <a:lnTo>
                    <a:pt x="204954" y="277860"/>
                  </a:lnTo>
                  <a:lnTo>
                    <a:pt x="195629" y="269544"/>
                  </a:lnTo>
                  <a:lnTo>
                    <a:pt x="195069" y="268738"/>
                  </a:lnTo>
                  <a:lnTo>
                    <a:pt x="194766" y="267628"/>
                  </a:lnTo>
                  <a:lnTo>
                    <a:pt x="195742" y="267381"/>
                  </a:lnTo>
                  <a:lnTo>
                    <a:pt x="196458" y="267437"/>
                  </a:lnTo>
                  <a:lnTo>
                    <a:pt x="203478" y="271308"/>
                  </a:lnTo>
                  <a:lnTo>
                    <a:pt x="205029" y="271517"/>
                  </a:lnTo>
                  <a:lnTo>
                    <a:pt x="216032" y="270441"/>
                  </a:lnTo>
                  <a:lnTo>
                    <a:pt x="221410" y="271376"/>
                  </a:lnTo>
                  <a:lnTo>
                    <a:pt x="225951" y="273351"/>
                  </a:lnTo>
                  <a:lnTo>
                    <a:pt x="229198" y="278916"/>
                  </a:lnTo>
                  <a:lnTo>
                    <a:pt x="232504" y="284014"/>
                  </a:lnTo>
                  <a:lnTo>
                    <a:pt x="235598" y="288398"/>
                  </a:lnTo>
                  <a:lnTo>
                    <a:pt x="235682" y="291993"/>
                  </a:lnTo>
                  <a:lnTo>
                    <a:pt x="232494" y="292736"/>
                  </a:lnTo>
                  <a:lnTo>
                    <a:pt x="229390" y="292899"/>
                  </a:lnTo>
                  <a:lnTo>
                    <a:pt x="221524" y="294689"/>
                  </a:lnTo>
                  <a:lnTo>
                    <a:pt x="219640" y="296719"/>
                  </a:lnTo>
                  <a:lnTo>
                    <a:pt x="214342" y="302967"/>
                  </a:lnTo>
                  <a:lnTo>
                    <a:pt x="213887" y="304867"/>
                  </a:lnTo>
                  <a:lnTo>
                    <a:pt x="214342" y="306709"/>
                  </a:lnTo>
                  <a:lnTo>
                    <a:pt x="216772" y="308661"/>
                  </a:lnTo>
                  <a:lnTo>
                    <a:pt x="221932" y="311591"/>
                  </a:lnTo>
                  <a:lnTo>
                    <a:pt x="224251" y="317395"/>
                  </a:lnTo>
                  <a:lnTo>
                    <a:pt x="225870" y="320294"/>
                  </a:lnTo>
                  <a:lnTo>
                    <a:pt x="227097" y="321415"/>
                  </a:lnTo>
                  <a:lnTo>
                    <a:pt x="228291" y="321699"/>
                  </a:lnTo>
                  <a:lnTo>
                    <a:pt x="230896" y="321719"/>
                  </a:lnTo>
                  <a:lnTo>
                    <a:pt x="232734" y="322423"/>
                  </a:lnTo>
                  <a:lnTo>
                    <a:pt x="233268" y="322979"/>
                  </a:lnTo>
                  <a:lnTo>
                    <a:pt x="233999" y="322423"/>
                  </a:lnTo>
                  <a:lnTo>
                    <a:pt x="235686" y="322230"/>
                  </a:lnTo>
                  <a:lnTo>
                    <a:pt x="245505" y="319148"/>
                  </a:lnTo>
                  <a:lnTo>
                    <a:pt x="247448" y="317786"/>
                  </a:lnTo>
                  <a:lnTo>
                    <a:pt x="248096" y="315744"/>
                  </a:lnTo>
                  <a:lnTo>
                    <a:pt x="248815" y="308930"/>
                  </a:lnTo>
                  <a:lnTo>
                    <a:pt x="249683" y="306564"/>
                  </a:lnTo>
                  <a:lnTo>
                    <a:pt x="250523" y="303639"/>
                  </a:lnTo>
                  <a:lnTo>
                    <a:pt x="250211" y="301847"/>
                  </a:lnTo>
                  <a:lnTo>
                    <a:pt x="250115" y="299813"/>
                  </a:lnTo>
                  <a:lnTo>
                    <a:pt x="255038" y="297856"/>
                  </a:lnTo>
                  <a:lnTo>
                    <a:pt x="259610" y="296530"/>
                  </a:lnTo>
                  <a:lnTo>
                    <a:pt x="261796" y="296937"/>
                  </a:lnTo>
                  <a:lnTo>
                    <a:pt x="262341" y="295464"/>
                  </a:lnTo>
                  <a:lnTo>
                    <a:pt x="260937" y="292637"/>
                  </a:lnTo>
                  <a:lnTo>
                    <a:pt x="260120" y="291242"/>
                  </a:lnTo>
                  <a:lnTo>
                    <a:pt x="260834" y="290600"/>
                  </a:lnTo>
                  <a:lnTo>
                    <a:pt x="261886" y="291375"/>
                  </a:lnTo>
                  <a:lnTo>
                    <a:pt x="263267" y="291845"/>
                  </a:lnTo>
                  <a:lnTo>
                    <a:pt x="265721" y="291355"/>
                  </a:lnTo>
                  <a:lnTo>
                    <a:pt x="275178" y="285601"/>
                  </a:lnTo>
                  <a:lnTo>
                    <a:pt x="278858" y="282344"/>
                  </a:lnTo>
                  <a:lnTo>
                    <a:pt x="281062" y="281073"/>
                  </a:lnTo>
                  <a:lnTo>
                    <a:pt x="284540" y="278137"/>
                  </a:lnTo>
                  <a:lnTo>
                    <a:pt x="286240" y="277185"/>
                  </a:lnTo>
                  <a:lnTo>
                    <a:pt x="289160" y="276790"/>
                  </a:lnTo>
                  <a:lnTo>
                    <a:pt x="292300" y="275634"/>
                  </a:lnTo>
                  <a:lnTo>
                    <a:pt x="295719" y="273451"/>
                  </a:lnTo>
                  <a:lnTo>
                    <a:pt x="300326" y="271605"/>
                  </a:lnTo>
                  <a:lnTo>
                    <a:pt x="301069" y="271530"/>
                  </a:lnTo>
                  <a:lnTo>
                    <a:pt x="301960" y="271805"/>
                  </a:lnTo>
                  <a:lnTo>
                    <a:pt x="303868" y="273952"/>
                  </a:lnTo>
                  <a:lnTo>
                    <a:pt x="303162" y="275156"/>
                  </a:lnTo>
                  <a:lnTo>
                    <a:pt x="302627" y="276466"/>
                  </a:lnTo>
                  <a:lnTo>
                    <a:pt x="303549" y="277156"/>
                  </a:lnTo>
                  <a:lnTo>
                    <a:pt x="304318" y="277488"/>
                  </a:lnTo>
                  <a:lnTo>
                    <a:pt x="305225" y="277133"/>
                  </a:lnTo>
                  <a:lnTo>
                    <a:pt x="306179" y="276234"/>
                  </a:lnTo>
                  <a:lnTo>
                    <a:pt x="308553" y="274915"/>
                  </a:lnTo>
                  <a:lnTo>
                    <a:pt x="309198" y="273223"/>
                  </a:lnTo>
                  <a:lnTo>
                    <a:pt x="308284" y="272569"/>
                  </a:lnTo>
                  <a:lnTo>
                    <a:pt x="307095" y="270020"/>
                  </a:lnTo>
                  <a:lnTo>
                    <a:pt x="305693" y="269495"/>
                  </a:lnTo>
                  <a:lnTo>
                    <a:pt x="304583" y="269555"/>
                  </a:lnTo>
                  <a:lnTo>
                    <a:pt x="308722" y="265919"/>
                  </a:lnTo>
                  <a:lnTo>
                    <a:pt x="317610" y="260561"/>
                  </a:lnTo>
                  <a:lnTo>
                    <a:pt x="322351" y="258098"/>
                  </a:lnTo>
                  <a:lnTo>
                    <a:pt x="327030" y="257878"/>
                  </a:lnTo>
                  <a:lnTo>
                    <a:pt x="330751" y="258203"/>
                  </a:lnTo>
                  <a:lnTo>
                    <a:pt x="329351" y="259018"/>
                  </a:lnTo>
                  <a:lnTo>
                    <a:pt x="323234" y="260145"/>
                  </a:lnTo>
                  <a:lnTo>
                    <a:pt x="322299" y="260711"/>
                  </a:lnTo>
                  <a:lnTo>
                    <a:pt x="322306" y="261384"/>
                  </a:lnTo>
                  <a:lnTo>
                    <a:pt x="323784" y="261781"/>
                  </a:lnTo>
                  <a:lnTo>
                    <a:pt x="324407" y="262578"/>
                  </a:lnTo>
                  <a:lnTo>
                    <a:pt x="323903" y="263536"/>
                  </a:lnTo>
                  <a:lnTo>
                    <a:pt x="323439" y="263842"/>
                  </a:lnTo>
                  <a:lnTo>
                    <a:pt x="322741" y="266577"/>
                  </a:lnTo>
                  <a:lnTo>
                    <a:pt x="321826" y="268792"/>
                  </a:lnTo>
                  <a:lnTo>
                    <a:pt x="323762" y="271659"/>
                  </a:lnTo>
                  <a:lnTo>
                    <a:pt x="323922" y="274656"/>
                  </a:lnTo>
                  <a:lnTo>
                    <a:pt x="322687" y="276218"/>
                  </a:lnTo>
                  <a:lnTo>
                    <a:pt x="320987" y="275631"/>
                  </a:lnTo>
                  <a:lnTo>
                    <a:pt x="319484" y="276678"/>
                  </a:lnTo>
                  <a:lnTo>
                    <a:pt x="316753" y="277384"/>
                  </a:lnTo>
                  <a:lnTo>
                    <a:pt x="316153" y="278316"/>
                  </a:lnTo>
                  <a:lnTo>
                    <a:pt x="315753" y="279622"/>
                  </a:lnTo>
                  <a:lnTo>
                    <a:pt x="317491" y="279936"/>
                  </a:lnTo>
                  <a:lnTo>
                    <a:pt x="318856" y="279853"/>
                  </a:lnTo>
                  <a:lnTo>
                    <a:pt x="323713" y="280694"/>
                  </a:lnTo>
                  <a:lnTo>
                    <a:pt x="324373" y="280808"/>
                  </a:lnTo>
                  <a:lnTo>
                    <a:pt x="325974" y="279871"/>
                  </a:lnTo>
                  <a:lnTo>
                    <a:pt x="327603" y="279657"/>
                  </a:lnTo>
                  <a:lnTo>
                    <a:pt x="329566" y="279397"/>
                  </a:lnTo>
                  <a:lnTo>
                    <a:pt x="330568" y="278834"/>
                  </a:lnTo>
                  <a:lnTo>
                    <a:pt x="331605" y="279457"/>
                  </a:lnTo>
                  <a:lnTo>
                    <a:pt x="333515" y="282083"/>
                  </a:lnTo>
                  <a:lnTo>
                    <a:pt x="335262" y="281561"/>
                  </a:lnTo>
                  <a:lnTo>
                    <a:pt x="336014" y="276479"/>
                  </a:lnTo>
                  <a:lnTo>
                    <a:pt x="338791" y="273341"/>
                  </a:lnTo>
                  <a:lnTo>
                    <a:pt x="342047" y="270747"/>
                  </a:lnTo>
                  <a:lnTo>
                    <a:pt x="345182" y="270509"/>
                  </a:lnTo>
                  <a:lnTo>
                    <a:pt x="348221" y="268694"/>
                  </a:lnTo>
                  <a:lnTo>
                    <a:pt x="349671" y="268352"/>
                  </a:lnTo>
                  <a:lnTo>
                    <a:pt x="352499" y="269085"/>
                  </a:lnTo>
                  <a:lnTo>
                    <a:pt x="356698" y="269233"/>
                  </a:lnTo>
                  <a:lnTo>
                    <a:pt x="360222" y="270780"/>
                  </a:lnTo>
                  <a:lnTo>
                    <a:pt x="362873" y="271155"/>
                  </a:lnTo>
                  <a:lnTo>
                    <a:pt x="366742" y="268570"/>
                  </a:lnTo>
                  <a:lnTo>
                    <a:pt x="375623" y="261234"/>
                  </a:lnTo>
                  <a:lnTo>
                    <a:pt x="376402" y="262883"/>
                  </a:lnTo>
                  <a:lnTo>
                    <a:pt x="377827" y="260452"/>
                  </a:lnTo>
                  <a:lnTo>
                    <a:pt x="384713" y="257864"/>
                  </a:lnTo>
                  <a:lnTo>
                    <a:pt x="386400" y="257798"/>
                  </a:lnTo>
                  <a:lnTo>
                    <a:pt x="386431" y="258787"/>
                  </a:lnTo>
                  <a:lnTo>
                    <a:pt x="387044" y="261041"/>
                  </a:lnTo>
                  <a:lnTo>
                    <a:pt x="388387" y="262420"/>
                  </a:lnTo>
                  <a:lnTo>
                    <a:pt x="390216" y="265707"/>
                  </a:lnTo>
                  <a:lnTo>
                    <a:pt x="389337" y="266592"/>
                  </a:lnTo>
                  <a:lnTo>
                    <a:pt x="388413" y="267098"/>
                  </a:lnTo>
                  <a:lnTo>
                    <a:pt x="387070" y="269314"/>
                  </a:lnTo>
                  <a:lnTo>
                    <a:pt x="386908" y="274396"/>
                  </a:lnTo>
                  <a:lnTo>
                    <a:pt x="389488" y="275697"/>
                  </a:lnTo>
                  <a:lnTo>
                    <a:pt x="393066" y="277150"/>
                  </a:lnTo>
                  <a:lnTo>
                    <a:pt x="394545" y="277136"/>
                  </a:lnTo>
                  <a:lnTo>
                    <a:pt x="395786" y="276287"/>
                  </a:lnTo>
                  <a:lnTo>
                    <a:pt x="396167" y="275823"/>
                  </a:lnTo>
                  <a:lnTo>
                    <a:pt x="396637" y="275058"/>
                  </a:lnTo>
                  <a:lnTo>
                    <a:pt x="396948" y="273598"/>
                  </a:lnTo>
                  <a:lnTo>
                    <a:pt x="397174" y="272441"/>
                  </a:lnTo>
                  <a:lnTo>
                    <a:pt x="396245" y="269650"/>
                  </a:lnTo>
                  <a:lnTo>
                    <a:pt x="396621" y="266654"/>
                  </a:lnTo>
                  <a:lnTo>
                    <a:pt x="399841" y="266856"/>
                  </a:lnTo>
                  <a:lnTo>
                    <a:pt x="403850" y="265986"/>
                  </a:lnTo>
                  <a:lnTo>
                    <a:pt x="405660" y="264270"/>
                  </a:lnTo>
                  <a:lnTo>
                    <a:pt x="407822" y="261073"/>
                  </a:lnTo>
                  <a:lnTo>
                    <a:pt x="409266" y="258367"/>
                  </a:lnTo>
                  <a:lnTo>
                    <a:pt x="408352" y="253677"/>
                  </a:lnTo>
                  <a:lnTo>
                    <a:pt x="405987" y="254719"/>
                  </a:lnTo>
                  <a:lnTo>
                    <a:pt x="401999" y="244472"/>
                  </a:lnTo>
                  <a:lnTo>
                    <a:pt x="399967" y="240515"/>
                  </a:lnTo>
                  <a:lnTo>
                    <a:pt x="401258" y="238692"/>
                  </a:lnTo>
                  <a:lnTo>
                    <a:pt x="404697" y="237519"/>
                  </a:lnTo>
                  <a:lnTo>
                    <a:pt x="407796" y="233712"/>
                  </a:lnTo>
                  <a:lnTo>
                    <a:pt x="408967" y="232945"/>
                  </a:lnTo>
                  <a:lnTo>
                    <a:pt x="410269" y="232817"/>
                  </a:lnTo>
                  <a:lnTo>
                    <a:pt x="419466" y="235429"/>
                  </a:lnTo>
                  <a:lnTo>
                    <a:pt x="429956" y="236018"/>
                  </a:lnTo>
                  <a:lnTo>
                    <a:pt x="438855" y="238022"/>
                  </a:lnTo>
                  <a:lnTo>
                    <a:pt x="448958" y="242178"/>
                  </a:lnTo>
                  <a:lnTo>
                    <a:pt x="453854" y="245104"/>
                  </a:lnTo>
                  <a:lnTo>
                    <a:pt x="457953" y="248362"/>
                  </a:lnTo>
                  <a:lnTo>
                    <a:pt x="457560" y="250654"/>
                  </a:lnTo>
                  <a:lnTo>
                    <a:pt x="459209" y="250003"/>
                  </a:lnTo>
                  <a:lnTo>
                    <a:pt x="462807" y="252026"/>
                  </a:lnTo>
                  <a:lnTo>
                    <a:pt x="465258" y="252852"/>
                  </a:lnTo>
                  <a:lnTo>
                    <a:pt x="467791" y="254066"/>
                  </a:lnTo>
                  <a:lnTo>
                    <a:pt x="468729" y="255701"/>
                  </a:lnTo>
                  <a:lnTo>
                    <a:pt x="472045" y="256903"/>
                  </a:lnTo>
                  <a:lnTo>
                    <a:pt x="475467" y="259119"/>
                  </a:lnTo>
                  <a:lnTo>
                    <a:pt x="476083" y="259517"/>
                  </a:lnTo>
                  <a:lnTo>
                    <a:pt x="480230" y="261168"/>
                  </a:lnTo>
                  <a:lnTo>
                    <a:pt x="483228" y="261712"/>
                  </a:lnTo>
                  <a:lnTo>
                    <a:pt x="485017" y="265247"/>
                  </a:lnTo>
                  <a:lnTo>
                    <a:pt x="490994" y="270408"/>
                  </a:lnTo>
                  <a:lnTo>
                    <a:pt x="492105" y="272347"/>
                  </a:lnTo>
                  <a:lnTo>
                    <a:pt x="497299" y="275598"/>
                  </a:lnTo>
                  <a:lnTo>
                    <a:pt x="499910" y="278240"/>
                  </a:lnTo>
                  <a:lnTo>
                    <a:pt x="501531" y="277229"/>
                  </a:lnTo>
                  <a:lnTo>
                    <a:pt x="505495" y="270759"/>
                  </a:lnTo>
                  <a:lnTo>
                    <a:pt x="507869" y="263355"/>
                  </a:lnTo>
                  <a:lnTo>
                    <a:pt x="509286" y="259435"/>
                  </a:lnTo>
                  <a:lnTo>
                    <a:pt x="506652" y="259271"/>
                  </a:lnTo>
                  <a:lnTo>
                    <a:pt x="504683" y="260418"/>
                  </a:lnTo>
                  <a:lnTo>
                    <a:pt x="503424" y="260122"/>
                  </a:lnTo>
                  <a:lnTo>
                    <a:pt x="502001" y="258949"/>
                  </a:lnTo>
                  <a:lnTo>
                    <a:pt x="499713" y="255980"/>
                  </a:lnTo>
                  <a:lnTo>
                    <a:pt x="496816" y="250996"/>
                  </a:lnTo>
                  <a:lnTo>
                    <a:pt x="496276" y="245542"/>
                  </a:lnTo>
                  <a:lnTo>
                    <a:pt x="495457" y="243792"/>
                  </a:lnTo>
                  <a:lnTo>
                    <a:pt x="492635" y="242316"/>
                  </a:lnTo>
                  <a:lnTo>
                    <a:pt x="490805" y="240707"/>
                  </a:lnTo>
                  <a:lnTo>
                    <a:pt x="483984" y="237478"/>
                  </a:lnTo>
                  <a:lnTo>
                    <a:pt x="482761" y="238605"/>
                  </a:lnTo>
                  <a:lnTo>
                    <a:pt x="482397" y="240345"/>
                  </a:lnTo>
                  <a:lnTo>
                    <a:pt x="481940" y="241612"/>
                  </a:lnTo>
                  <a:lnTo>
                    <a:pt x="481252" y="239976"/>
                  </a:lnTo>
                  <a:lnTo>
                    <a:pt x="480810" y="238497"/>
                  </a:lnTo>
                  <a:lnTo>
                    <a:pt x="480797" y="236106"/>
                  </a:lnTo>
                  <a:lnTo>
                    <a:pt x="481154" y="233091"/>
                  </a:lnTo>
                  <a:lnTo>
                    <a:pt x="482301" y="228006"/>
                  </a:lnTo>
                  <a:lnTo>
                    <a:pt x="484040" y="228262"/>
                  </a:lnTo>
                  <a:lnTo>
                    <a:pt x="484959" y="227523"/>
                  </a:lnTo>
                  <a:lnTo>
                    <a:pt x="486115" y="225235"/>
                  </a:lnTo>
                  <a:lnTo>
                    <a:pt x="485605" y="223356"/>
                  </a:lnTo>
                  <a:lnTo>
                    <a:pt x="484984" y="221929"/>
                  </a:lnTo>
                  <a:lnTo>
                    <a:pt x="485110" y="219707"/>
                  </a:lnTo>
                  <a:lnTo>
                    <a:pt x="486207" y="213650"/>
                  </a:lnTo>
                  <a:lnTo>
                    <a:pt x="486669" y="206599"/>
                  </a:lnTo>
                  <a:lnTo>
                    <a:pt x="485777" y="204835"/>
                  </a:lnTo>
                  <a:lnTo>
                    <a:pt x="484946" y="203679"/>
                  </a:lnTo>
                  <a:lnTo>
                    <a:pt x="481035" y="204866"/>
                  </a:lnTo>
                  <a:lnTo>
                    <a:pt x="479570" y="204241"/>
                  </a:lnTo>
                  <a:lnTo>
                    <a:pt x="479240" y="202877"/>
                  </a:lnTo>
                  <a:lnTo>
                    <a:pt x="479130" y="201816"/>
                  </a:lnTo>
                  <a:lnTo>
                    <a:pt x="480259" y="199991"/>
                  </a:lnTo>
                  <a:lnTo>
                    <a:pt x="481335" y="196996"/>
                  </a:lnTo>
                  <a:lnTo>
                    <a:pt x="479452" y="197646"/>
                  </a:lnTo>
                  <a:lnTo>
                    <a:pt x="478807" y="196473"/>
                  </a:lnTo>
                  <a:lnTo>
                    <a:pt x="480372" y="194745"/>
                  </a:lnTo>
                  <a:lnTo>
                    <a:pt x="482194" y="190535"/>
                  </a:lnTo>
                  <a:lnTo>
                    <a:pt x="486541" y="188600"/>
                  </a:lnTo>
                  <a:lnTo>
                    <a:pt x="489802" y="186704"/>
                  </a:lnTo>
                  <a:lnTo>
                    <a:pt x="494891" y="182674"/>
                  </a:lnTo>
                  <a:lnTo>
                    <a:pt x="498667" y="178702"/>
                  </a:lnTo>
                  <a:lnTo>
                    <a:pt x="501107" y="173684"/>
                  </a:lnTo>
                  <a:lnTo>
                    <a:pt x="502789" y="168953"/>
                  </a:lnTo>
                  <a:lnTo>
                    <a:pt x="505498" y="157759"/>
                  </a:lnTo>
                  <a:lnTo>
                    <a:pt x="508049" y="149534"/>
                  </a:lnTo>
                  <a:lnTo>
                    <a:pt x="512343" y="141095"/>
                  </a:lnTo>
                  <a:lnTo>
                    <a:pt x="515029" y="140314"/>
                  </a:lnTo>
                  <a:lnTo>
                    <a:pt x="516035" y="140444"/>
                  </a:lnTo>
                  <a:lnTo>
                    <a:pt x="516214" y="141069"/>
                  </a:lnTo>
                  <a:lnTo>
                    <a:pt x="515602" y="141794"/>
                  </a:lnTo>
                  <a:lnTo>
                    <a:pt x="515435" y="142807"/>
                  </a:lnTo>
                  <a:lnTo>
                    <a:pt x="516571" y="143180"/>
                  </a:lnTo>
                  <a:lnTo>
                    <a:pt x="518389" y="143250"/>
                  </a:lnTo>
                  <a:lnTo>
                    <a:pt x="521859" y="142701"/>
                  </a:lnTo>
                  <a:lnTo>
                    <a:pt x="527748" y="143019"/>
                  </a:lnTo>
                  <a:lnTo>
                    <a:pt x="538044" y="142331"/>
                  </a:lnTo>
                  <a:lnTo>
                    <a:pt x="539467" y="142673"/>
                  </a:lnTo>
                  <a:lnTo>
                    <a:pt x="543277" y="145109"/>
                  </a:lnTo>
                  <a:lnTo>
                    <a:pt x="545365" y="144833"/>
                  </a:lnTo>
                  <a:lnTo>
                    <a:pt x="549575" y="145976"/>
                  </a:lnTo>
                  <a:lnTo>
                    <a:pt x="551859" y="147331"/>
                  </a:lnTo>
                  <a:lnTo>
                    <a:pt x="554032" y="148899"/>
                  </a:lnTo>
                  <a:lnTo>
                    <a:pt x="553731" y="155058"/>
                  </a:lnTo>
                  <a:lnTo>
                    <a:pt x="553311" y="159189"/>
                  </a:lnTo>
                  <a:lnTo>
                    <a:pt x="551745" y="166982"/>
                  </a:lnTo>
                  <a:lnTo>
                    <a:pt x="551132" y="168959"/>
                  </a:lnTo>
                  <a:lnTo>
                    <a:pt x="548705" y="174600"/>
                  </a:lnTo>
                  <a:lnTo>
                    <a:pt x="547541" y="178327"/>
                  </a:lnTo>
                  <a:lnTo>
                    <a:pt x="545715" y="180878"/>
                  </a:lnTo>
                  <a:lnTo>
                    <a:pt x="543062" y="182687"/>
                  </a:lnTo>
                  <a:lnTo>
                    <a:pt x="542726" y="183768"/>
                  </a:lnTo>
                  <a:lnTo>
                    <a:pt x="542517" y="185363"/>
                  </a:lnTo>
                  <a:lnTo>
                    <a:pt x="545101" y="189816"/>
                  </a:lnTo>
                  <a:lnTo>
                    <a:pt x="551220" y="194413"/>
                  </a:lnTo>
                  <a:lnTo>
                    <a:pt x="552721" y="199965"/>
                  </a:lnTo>
                  <a:lnTo>
                    <a:pt x="553051" y="204113"/>
                  </a:lnTo>
                  <a:lnTo>
                    <a:pt x="552666" y="214914"/>
                  </a:lnTo>
                  <a:lnTo>
                    <a:pt x="552097" y="216507"/>
                  </a:lnTo>
                  <a:lnTo>
                    <a:pt x="550983" y="218217"/>
                  </a:lnTo>
                  <a:lnTo>
                    <a:pt x="549856" y="220303"/>
                  </a:lnTo>
                  <a:lnTo>
                    <a:pt x="550590" y="223330"/>
                  </a:lnTo>
                  <a:lnTo>
                    <a:pt x="551440" y="234538"/>
                  </a:lnTo>
                  <a:lnTo>
                    <a:pt x="551638" y="243674"/>
                  </a:lnTo>
                  <a:lnTo>
                    <a:pt x="550927" y="246795"/>
                  </a:lnTo>
                  <a:lnTo>
                    <a:pt x="550558" y="253419"/>
                  </a:lnTo>
                  <a:lnTo>
                    <a:pt x="550562" y="255597"/>
                  </a:lnTo>
                  <a:lnTo>
                    <a:pt x="551164" y="258901"/>
                  </a:lnTo>
                  <a:lnTo>
                    <a:pt x="552402" y="261674"/>
                  </a:lnTo>
                  <a:lnTo>
                    <a:pt x="554030" y="263436"/>
                  </a:lnTo>
                  <a:lnTo>
                    <a:pt x="558646" y="266641"/>
                  </a:lnTo>
                  <a:lnTo>
                    <a:pt x="563001" y="270549"/>
                  </a:lnTo>
                  <a:lnTo>
                    <a:pt x="563311" y="271787"/>
                  </a:lnTo>
                  <a:lnTo>
                    <a:pt x="563533" y="273286"/>
                  </a:lnTo>
                  <a:lnTo>
                    <a:pt x="561992" y="274797"/>
                  </a:lnTo>
                  <a:lnTo>
                    <a:pt x="559569" y="278824"/>
                  </a:lnTo>
                  <a:lnTo>
                    <a:pt x="558022" y="282167"/>
                  </a:lnTo>
                  <a:lnTo>
                    <a:pt x="557899" y="284839"/>
                  </a:lnTo>
                  <a:lnTo>
                    <a:pt x="558431" y="288322"/>
                  </a:lnTo>
                  <a:lnTo>
                    <a:pt x="558176" y="291514"/>
                  </a:lnTo>
                  <a:lnTo>
                    <a:pt x="557136" y="294412"/>
                  </a:lnTo>
                  <a:lnTo>
                    <a:pt x="555697" y="296502"/>
                  </a:lnTo>
                  <a:lnTo>
                    <a:pt x="551378" y="299731"/>
                  </a:lnTo>
                  <a:lnTo>
                    <a:pt x="542276" y="316849"/>
                  </a:lnTo>
                  <a:lnTo>
                    <a:pt x="540091" y="318856"/>
                  </a:lnTo>
                  <a:lnTo>
                    <a:pt x="536399" y="318212"/>
                  </a:lnTo>
                  <a:lnTo>
                    <a:pt x="537419" y="320651"/>
                  </a:lnTo>
                  <a:lnTo>
                    <a:pt x="538665" y="324153"/>
                  </a:lnTo>
                  <a:lnTo>
                    <a:pt x="538523" y="326439"/>
                  </a:lnTo>
                  <a:lnTo>
                    <a:pt x="536116" y="326332"/>
                  </a:lnTo>
                  <a:lnTo>
                    <a:pt x="532747" y="328761"/>
                  </a:lnTo>
                  <a:lnTo>
                    <a:pt x="531210" y="330427"/>
                  </a:lnTo>
                  <a:lnTo>
                    <a:pt x="528595" y="331275"/>
                  </a:lnTo>
                  <a:lnTo>
                    <a:pt x="526603" y="330411"/>
                  </a:lnTo>
                  <a:lnTo>
                    <a:pt x="524426" y="328821"/>
                  </a:lnTo>
                  <a:lnTo>
                    <a:pt x="524744" y="327488"/>
                  </a:lnTo>
                  <a:lnTo>
                    <a:pt x="525154" y="326877"/>
                  </a:lnTo>
                  <a:lnTo>
                    <a:pt x="526682" y="325913"/>
                  </a:lnTo>
                  <a:lnTo>
                    <a:pt x="528178" y="324600"/>
                  </a:lnTo>
                  <a:lnTo>
                    <a:pt x="527448" y="324338"/>
                  </a:lnTo>
                  <a:lnTo>
                    <a:pt x="526818" y="324351"/>
                  </a:lnTo>
                  <a:lnTo>
                    <a:pt x="525171" y="326019"/>
                  </a:lnTo>
                  <a:lnTo>
                    <a:pt x="523214" y="326359"/>
                  </a:lnTo>
                  <a:lnTo>
                    <a:pt x="520903" y="324333"/>
                  </a:lnTo>
                  <a:lnTo>
                    <a:pt x="519134" y="322099"/>
                  </a:lnTo>
                  <a:lnTo>
                    <a:pt x="518263" y="321641"/>
                  </a:lnTo>
                  <a:lnTo>
                    <a:pt x="516597" y="322553"/>
                  </a:lnTo>
                  <a:lnTo>
                    <a:pt x="510227" y="322139"/>
                  </a:lnTo>
                  <a:lnTo>
                    <a:pt x="508532" y="322514"/>
                  </a:lnTo>
                  <a:lnTo>
                    <a:pt x="507737" y="323329"/>
                  </a:lnTo>
                  <a:lnTo>
                    <a:pt x="508197" y="323979"/>
                  </a:lnTo>
                  <a:lnTo>
                    <a:pt x="508684" y="325242"/>
                  </a:lnTo>
                  <a:lnTo>
                    <a:pt x="509327" y="327691"/>
                  </a:lnTo>
                  <a:lnTo>
                    <a:pt x="509942" y="329525"/>
                  </a:lnTo>
                  <a:lnTo>
                    <a:pt x="512594" y="331532"/>
                  </a:lnTo>
                  <a:lnTo>
                    <a:pt x="516116" y="332305"/>
                  </a:lnTo>
                  <a:lnTo>
                    <a:pt x="519546" y="334762"/>
                  </a:lnTo>
                  <a:lnTo>
                    <a:pt x="523897" y="336507"/>
                  </a:lnTo>
                  <a:lnTo>
                    <a:pt x="533721" y="335789"/>
                  </a:lnTo>
                  <a:lnTo>
                    <a:pt x="536311" y="336003"/>
                  </a:lnTo>
                  <a:lnTo>
                    <a:pt x="538841" y="336762"/>
                  </a:lnTo>
                  <a:lnTo>
                    <a:pt x="543123" y="339333"/>
                  </a:lnTo>
                  <a:lnTo>
                    <a:pt x="544958" y="339138"/>
                  </a:lnTo>
                  <a:lnTo>
                    <a:pt x="548054" y="336810"/>
                  </a:lnTo>
                  <a:lnTo>
                    <a:pt x="548814" y="331656"/>
                  </a:lnTo>
                  <a:lnTo>
                    <a:pt x="549221" y="330053"/>
                  </a:lnTo>
                  <a:lnTo>
                    <a:pt x="560485" y="322782"/>
                  </a:lnTo>
                  <a:lnTo>
                    <a:pt x="562581" y="321179"/>
                  </a:lnTo>
                  <a:lnTo>
                    <a:pt x="565975" y="317213"/>
                  </a:lnTo>
                  <a:lnTo>
                    <a:pt x="567087" y="314564"/>
                  </a:lnTo>
                  <a:lnTo>
                    <a:pt x="568341" y="307392"/>
                  </a:lnTo>
                  <a:lnTo>
                    <a:pt x="569417" y="304838"/>
                  </a:lnTo>
                  <a:lnTo>
                    <a:pt x="576749" y="296549"/>
                  </a:lnTo>
                  <a:lnTo>
                    <a:pt x="577888" y="294429"/>
                  </a:lnTo>
                  <a:lnTo>
                    <a:pt x="578104" y="290554"/>
                  </a:lnTo>
                  <a:lnTo>
                    <a:pt x="577994" y="287941"/>
                  </a:lnTo>
                  <a:lnTo>
                    <a:pt x="577560" y="285353"/>
                  </a:lnTo>
                  <a:lnTo>
                    <a:pt x="576217" y="281075"/>
                  </a:lnTo>
                  <a:lnTo>
                    <a:pt x="574740" y="278570"/>
                  </a:lnTo>
                  <a:lnTo>
                    <a:pt x="573279" y="275097"/>
                  </a:lnTo>
                  <a:lnTo>
                    <a:pt x="574371" y="268056"/>
                  </a:lnTo>
                  <a:lnTo>
                    <a:pt x="575573" y="265328"/>
                  </a:lnTo>
                  <a:lnTo>
                    <a:pt x="582215" y="262062"/>
                  </a:lnTo>
                  <a:lnTo>
                    <a:pt x="587881" y="260897"/>
                  </a:lnTo>
                  <a:lnTo>
                    <a:pt x="594194" y="258694"/>
                  </a:lnTo>
                  <a:lnTo>
                    <a:pt x="596735" y="258228"/>
                  </a:lnTo>
                  <a:lnTo>
                    <a:pt x="598480" y="258619"/>
                  </a:lnTo>
                  <a:lnTo>
                    <a:pt x="600266" y="261002"/>
                  </a:lnTo>
                  <a:lnTo>
                    <a:pt x="601842" y="264569"/>
                  </a:lnTo>
                  <a:lnTo>
                    <a:pt x="606432" y="269909"/>
                  </a:lnTo>
                  <a:lnTo>
                    <a:pt x="607977" y="273650"/>
                  </a:lnTo>
                  <a:lnTo>
                    <a:pt x="608252" y="278201"/>
                  </a:lnTo>
                  <a:lnTo>
                    <a:pt x="608099" y="289268"/>
                  </a:lnTo>
                  <a:lnTo>
                    <a:pt x="607196" y="294070"/>
                  </a:lnTo>
                  <a:lnTo>
                    <a:pt x="609033" y="295337"/>
                  </a:lnTo>
                  <a:lnTo>
                    <a:pt x="609892" y="296429"/>
                  </a:lnTo>
                  <a:lnTo>
                    <a:pt x="612130" y="298047"/>
                  </a:lnTo>
                  <a:lnTo>
                    <a:pt x="613298" y="299653"/>
                  </a:lnTo>
                  <a:lnTo>
                    <a:pt x="614474" y="300224"/>
                  </a:lnTo>
                  <a:lnTo>
                    <a:pt x="617082" y="300552"/>
                  </a:lnTo>
                  <a:lnTo>
                    <a:pt x="624443" y="299981"/>
                  </a:lnTo>
                  <a:lnTo>
                    <a:pt x="628500" y="299667"/>
                  </a:lnTo>
                  <a:lnTo>
                    <a:pt x="628075" y="298957"/>
                  </a:lnTo>
                  <a:lnTo>
                    <a:pt x="627484" y="298423"/>
                  </a:lnTo>
                  <a:lnTo>
                    <a:pt x="624072" y="298189"/>
                  </a:lnTo>
                  <a:lnTo>
                    <a:pt x="619223" y="297029"/>
                  </a:lnTo>
                  <a:lnTo>
                    <a:pt x="612240" y="294856"/>
                  </a:lnTo>
                  <a:lnTo>
                    <a:pt x="611410" y="290196"/>
                  </a:lnTo>
                  <a:lnTo>
                    <a:pt x="611602" y="287299"/>
                  </a:lnTo>
                  <a:lnTo>
                    <a:pt x="613173" y="281900"/>
                  </a:lnTo>
                  <a:lnTo>
                    <a:pt x="614295" y="280955"/>
                  </a:lnTo>
                  <a:lnTo>
                    <a:pt x="615653" y="280590"/>
                  </a:lnTo>
                  <a:lnTo>
                    <a:pt x="617199" y="279859"/>
                  </a:lnTo>
                  <a:lnTo>
                    <a:pt x="616755" y="276384"/>
                  </a:lnTo>
                  <a:lnTo>
                    <a:pt x="616123" y="273275"/>
                  </a:lnTo>
                  <a:lnTo>
                    <a:pt x="614641" y="268896"/>
                  </a:lnTo>
                  <a:lnTo>
                    <a:pt x="613001" y="260842"/>
                  </a:lnTo>
                  <a:lnTo>
                    <a:pt x="610754" y="260780"/>
                  </a:lnTo>
                  <a:lnTo>
                    <a:pt x="609072" y="259199"/>
                  </a:lnTo>
                  <a:lnTo>
                    <a:pt x="600743" y="254508"/>
                  </a:lnTo>
                  <a:lnTo>
                    <a:pt x="592896" y="251031"/>
                  </a:lnTo>
                  <a:lnTo>
                    <a:pt x="587535" y="250536"/>
                  </a:lnTo>
                  <a:lnTo>
                    <a:pt x="585815" y="250925"/>
                  </a:lnTo>
                  <a:lnTo>
                    <a:pt x="581349" y="254540"/>
                  </a:lnTo>
                  <a:lnTo>
                    <a:pt x="578440" y="255300"/>
                  </a:lnTo>
                  <a:lnTo>
                    <a:pt x="572928" y="253704"/>
                  </a:lnTo>
                  <a:lnTo>
                    <a:pt x="568234" y="254589"/>
                  </a:lnTo>
                  <a:lnTo>
                    <a:pt x="566511" y="253745"/>
                  </a:lnTo>
                  <a:lnTo>
                    <a:pt x="565775" y="252119"/>
                  </a:lnTo>
                  <a:lnTo>
                    <a:pt x="567180" y="245626"/>
                  </a:lnTo>
                  <a:lnTo>
                    <a:pt x="566470" y="243087"/>
                  </a:lnTo>
                  <a:lnTo>
                    <a:pt x="564406" y="239742"/>
                  </a:lnTo>
                  <a:lnTo>
                    <a:pt x="563149" y="237079"/>
                  </a:lnTo>
                  <a:lnTo>
                    <a:pt x="563368" y="234249"/>
                  </a:lnTo>
                  <a:lnTo>
                    <a:pt x="566440" y="223236"/>
                  </a:lnTo>
                  <a:lnTo>
                    <a:pt x="567746" y="220365"/>
                  </a:lnTo>
                  <a:lnTo>
                    <a:pt x="571029" y="215265"/>
                  </a:lnTo>
                  <a:lnTo>
                    <a:pt x="572694" y="211327"/>
                  </a:lnTo>
                  <a:lnTo>
                    <a:pt x="572299" y="209114"/>
                  </a:lnTo>
                  <a:lnTo>
                    <a:pt x="565237" y="196849"/>
                  </a:lnTo>
                  <a:lnTo>
                    <a:pt x="563349" y="192481"/>
                  </a:lnTo>
                  <a:lnTo>
                    <a:pt x="562504" y="191091"/>
                  </a:lnTo>
                  <a:lnTo>
                    <a:pt x="560773" y="189429"/>
                  </a:lnTo>
                  <a:lnTo>
                    <a:pt x="558156" y="187496"/>
                  </a:lnTo>
                  <a:lnTo>
                    <a:pt x="557373" y="185732"/>
                  </a:lnTo>
                  <a:lnTo>
                    <a:pt x="564509" y="173908"/>
                  </a:lnTo>
                  <a:lnTo>
                    <a:pt x="567771" y="171848"/>
                  </a:lnTo>
                  <a:lnTo>
                    <a:pt x="572302" y="170576"/>
                  </a:lnTo>
                  <a:lnTo>
                    <a:pt x="574469" y="169417"/>
                  </a:lnTo>
                  <a:lnTo>
                    <a:pt x="578309" y="167043"/>
                  </a:lnTo>
                  <a:lnTo>
                    <a:pt x="580601" y="165050"/>
                  </a:lnTo>
                  <a:lnTo>
                    <a:pt x="581345" y="163443"/>
                  </a:lnTo>
                  <a:lnTo>
                    <a:pt x="581792" y="161554"/>
                  </a:lnTo>
                  <a:lnTo>
                    <a:pt x="581879" y="156899"/>
                  </a:lnTo>
                  <a:lnTo>
                    <a:pt x="581432" y="153113"/>
                  </a:lnTo>
                  <a:lnTo>
                    <a:pt x="580794" y="151026"/>
                  </a:lnTo>
                  <a:lnTo>
                    <a:pt x="579440" y="148346"/>
                  </a:lnTo>
                  <a:lnTo>
                    <a:pt x="578098" y="145339"/>
                  </a:lnTo>
                  <a:lnTo>
                    <a:pt x="579050" y="144555"/>
                  </a:lnTo>
                  <a:lnTo>
                    <a:pt x="579992" y="144100"/>
                  </a:lnTo>
                  <a:lnTo>
                    <a:pt x="582554" y="144132"/>
                  </a:lnTo>
                  <a:lnTo>
                    <a:pt x="585198" y="145790"/>
                  </a:lnTo>
                  <a:lnTo>
                    <a:pt x="586484" y="149088"/>
                  </a:lnTo>
                  <a:lnTo>
                    <a:pt x="588052" y="152160"/>
                  </a:lnTo>
                  <a:lnTo>
                    <a:pt x="588047" y="154196"/>
                  </a:lnTo>
                  <a:lnTo>
                    <a:pt x="587904" y="155819"/>
                  </a:lnTo>
                  <a:lnTo>
                    <a:pt x="588549" y="158034"/>
                  </a:lnTo>
                  <a:lnTo>
                    <a:pt x="589119" y="158987"/>
                  </a:lnTo>
                  <a:lnTo>
                    <a:pt x="589732" y="160576"/>
                  </a:lnTo>
                  <a:lnTo>
                    <a:pt x="589160" y="161838"/>
                  </a:lnTo>
                  <a:lnTo>
                    <a:pt x="588549" y="162464"/>
                  </a:lnTo>
                  <a:lnTo>
                    <a:pt x="587402" y="164282"/>
                  </a:lnTo>
                  <a:lnTo>
                    <a:pt x="585505" y="169826"/>
                  </a:lnTo>
                  <a:lnTo>
                    <a:pt x="584034" y="170543"/>
                  </a:lnTo>
                  <a:lnTo>
                    <a:pt x="583712" y="174844"/>
                  </a:lnTo>
                  <a:lnTo>
                    <a:pt x="586829" y="179534"/>
                  </a:lnTo>
                  <a:lnTo>
                    <a:pt x="586407" y="183088"/>
                  </a:lnTo>
                  <a:lnTo>
                    <a:pt x="585781" y="184261"/>
                  </a:lnTo>
                  <a:lnTo>
                    <a:pt x="584112" y="186170"/>
                  </a:lnTo>
                  <a:lnTo>
                    <a:pt x="584329" y="187695"/>
                  </a:lnTo>
                  <a:lnTo>
                    <a:pt x="584743" y="188780"/>
                  </a:lnTo>
                  <a:lnTo>
                    <a:pt x="589637" y="191021"/>
                  </a:lnTo>
                  <a:lnTo>
                    <a:pt x="594230" y="192420"/>
                  </a:lnTo>
                  <a:lnTo>
                    <a:pt x="601926" y="192908"/>
                  </a:lnTo>
                  <a:lnTo>
                    <a:pt x="604206" y="195100"/>
                  </a:lnTo>
                  <a:lnTo>
                    <a:pt x="605013" y="193528"/>
                  </a:lnTo>
                  <a:lnTo>
                    <a:pt x="612257" y="193916"/>
                  </a:lnTo>
                  <a:lnTo>
                    <a:pt x="618090" y="199282"/>
                  </a:lnTo>
                  <a:lnTo>
                    <a:pt x="621165" y="200934"/>
                  </a:lnTo>
                  <a:lnTo>
                    <a:pt x="623666" y="201484"/>
                  </a:lnTo>
                  <a:lnTo>
                    <a:pt x="628741" y="200835"/>
                  </a:lnTo>
                  <a:lnTo>
                    <a:pt x="629633" y="200350"/>
                  </a:lnTo>
                  <a:lnTo>
                    <a:pt x="630468" y="198819"/>
                  </a:lnTo>
                  <a:lnTo>
                    <a:pt x="628088" y="198962"/>
                  </a:lnTo>
                  <a:lnTo>
                    <a:pt x="627051" y="199660"/>
                  </a:lnTo>
                  <a:lnTo>
                    <a:pt x="626081" y="199588"/>
                  </a:lnTo>
                  <a:lnTo>
                    <a:pt x="624420" y="199059"/>
                  </a:lnTo>
                  <a:lnTo>
                    <a:pt x="623247" y="198128"/>
                  </a:lnTo>
                  <a:lnTo>
                    <a:pt x="621969" y="196305"/>
                  </a:lnTo>
                  <a:lnTo>
                    <a:pt x="619849" y="191009"/>
                  </a:lnTo>
                  <a:lnTo>
                    <a:pt x="616142" y="189302"/>
                  </a:lnTo>
                  <a:lnTo>
                    <a:pt x="613683" y="189996"/>
                  </a:lnTo>
                  <a:lnTo>
                    <a:pt x="610933" y="189672"/>
                  </a:lnTo>
                  <a:lnTo>
                    <a:pt x="606456" y="186782"/>
                  </a:lnTo>
                  <a:lnTo>
                    <a:pt x="603501" y="185682"/>
                  </a:lnTo>
                  <a:lnTo>
                    <a:pt x="598166" y="182553"/>
                  </a:lnTo>
                  <a:lnTo>
                    <a:pt x="596687" y="181283"/>
                  </a:lnTo>
                  <a:lnTo>
                    <a:pt x="595513" y="178701"/>
                  </a:lnTo>
                  <a:lnTo>
                    <a:pt x="594146" y="174382"/>
                  </a:lnTo>
                  <a:lnTo>
                    <a:pt x="593279" y="171977"/>
                  </a:lnTo>
                  <a:lnTo>
                    <a:pt x="594395" y="171498"/>
                  </a:lnTo>
                  <a:lnTo>
                    <a:pt x="598023" y="169152"/>
                  </a:lnTo>
                  <a:lnTo>
                    <a:pt x="603503" y="168354"/>
                  </a:lnTo>
                  <a:lnTo>
                    <a:pt x="605818" y="169205"/>
                  </a:lnTo>
                  <a:lnTo>
                    <a:pt x="611783" y="173996"/>
                  </a:lnTo>
                  <a:lnTo>
                    <a:pt x="614547" y="174163"/>
                  </a:lnTo>
                  <a:lnTo>
                    <a:pt x="619536" y="172075"/>
                  </a:lnTo>
                  <a:lnTo>
                    <a:pt x="620091" y="170739"/>
                  </a:lnTo>
                  <a:lnTo>
                    <a:pt x="618974" y="168009"/>
                  </a:lnTo>
                  <a:lnTo>
                    <a:pt x="617458" y="166610"/>
                  </a:lnTo>
                  <a:lnTo>
                    <a:pt x="614585" y="165952"/>
                  </a:lnTo>
                  <a:lnTo>
                    <a:pt x="611078" y="167210"/>
                  </a:lnTo>
                  <a:lnTo>
                    <a:pt x="610078" y="166145"/>
                  </a:lnTo>
                  <a:lnTo>
                    <a:pt x="610430" y="164704"/>
                  </a:lnTo>
                  <a:lnTo>
                    <a:pt x="610818" y="163652"/>
                  </a:lnTo>
                  <a:lnTo>
                    <a:pt x="612691" y="163378"/>
                  </a:lnTo>
                  <a:lnTo>
                    <a:pt x="614007" y="162557"/>
                  </a:lnTo>
                  <a:lnTo>
                    <a:pt x="616870" y="159616"/>
                  </a:lnTo>
                  <a:lnTo>
                    <a:pt x="620005" y="158176"/>
                  </a:lnTo>
                  <a:lnTo>
                    <a:pt x="623140" y="157658"/>
                  </a:lnTo>
                  <a:lnTo>
                    <a:pt x="634589" y="158078"/>
                  </a:lnTo>
                  <a:lnTo>
                    <a:pt x="641071" y="162739"/>
                  </a:lnTo>
                  <a:lnTo>
                    <a:pt x="647410" y="164805"/>
                  </a:lnTo>
                  <a:lnTo>
                    <a:pt x="650154" y="166425"/>
                  </a:lnTo>
                  <a:lnTo>
                    <a:pt x="650925" y="166695"/>
                  </a:lnTo>
                  <a:lnTo>
                    <a:pt x="651562" y="167725"/>
                  </a:lnTo>
                  <a:lnTo>
                    <a:pt x="652065" y="170210"/>
                  </a:lnTo>
                  <a:lnTo>
                    <a:pt x="660050" y="176830"/>
                  </a:lnTo>
                  <a:lnTo>
                    <a:pt x="661883" y="177722"/>
                  </a:lnTo>
                  <a:lnTo>
                    <a:pt x="666981" y="177992"/>
                  </a:lnTo>
                  <a:lnTo>
                    <a:pt x="672677" y="176463"/>
                  </a:lnTo>
                  <a:lnTo>
                    <a:pt x="675243" y="176300"/>
                  </a:lnTo>
                  <a:lnTo>
                    <a:pt x="678025" y="176756"/>
                  </a:lnTo>
                  <a:lnTo>
                    <a:pt x="679494" y="177588"/>
                  </a:lnTo>
                  <a:lnTo>
                    <a:pt x="681041" y="179135"/>
                  </a:lnTo>
                  <a:lnTo>
                    <a:pt x="680211" y="181084"/>
                  </a:lnTo>
                  <a:lnTo>
                    <a:pt x="679482" y="182258"/>
                  </a:lnTo>
                  <a:lnTo>
                    <a:pt x="677914" y="185541"/>
                  </a:lnTo>
                  <a:lnTo>
                    <a:pt x="677194" y="186470"/>
                  </a:lnTo>
                  <a:lnTo>
                    <a:pt x="672017" y="190224"/>
                  </a:lnTo>
                  <a:lnTo>
                    <a:pt x="669942" y="191195"/>
                  </a:lnTo>
                  <a:lnTo>
                    <a:pt x="669382" y="196117"/>
                  </a:lnTo>
                  <a:lnTo>
                    <a:pt x="669106" y="197218"/>
                  </a:lnTo>
                  <a:lnTo>
                    <a:pt x="668922" y="198946"/>
                  </a:lnTo>
                  <a:lnTo>
                    <a:pt x="669858" y="202441"/>
                  </a:lnTo>
                  <a:lnTo>
                    <a:pt x="670101" y="204570"/>
                  </a:lnTo>
                  <a:lnTo>
                    <a:pt x="669306" y="207544"/>
                  </a:lnTo>
                  <a:lnTo>
                    <a:pt x="667996" y="210753"/>
                  </a:lnTo>
                  <a:lnTo>
                    <a:pt x="668230" y="213314"/>
                  </a:lnTo>
                  <a:lnTo>
                    <a:pt x="668703" y="216735"/>
                  </a:lnTo>
                  <a:lnTo>
                    <a:pt x="668881" y="215713"/>
                  </a:lnTo>
                  <a:lnTo>
                    <a:pt x="668828" y="214158"/>
                  </a:lnTo>
                  <a:lnTo>
                    <a:pt x="669156" y="212365"/>
                  </a:lnTo>
                  <a:lnTo>
                    <a:pt x="671511" y="208036"/>
                  </a:lnTo>
                  <a:lnTo>
                    <a:pt x="673228" y="202131"/>
                  </a:lnTo>
                  <a:lnTo>
                    <a:pt x="674999" y="200590"/>
                  </a:lnTo>
                  <a:lnTo>
                    <a:pt x="676599" y="200213"/>
                  </a:lnTo>
                  <a:lnTo>
                    <a:pt x="678318" y="201969"/>
                  </a:lnTo>
                  <a:lnTo>
                    <a:pt x="678817" y="204338"/>
                  </a:lnTo>
                  <a:lnTo>
                    <a:pt x="678906" y="207899"/>
                  </a:lnTo>
                  <a:lnTo>
                    <a:pt x="678562" y="211274"/>
                  </a:lnTo>
                  <a:lnTo>
                    <a:pt x="677217" y="216389"/>
                  </a:lnTo>
                  <a:lnTo>
                    <a:pt x="675056" y="219963"/>
                  </a:lnTo>
                  <a:lnTo>
                    <a:pt x="674322" y="221994"/>
                  </a:lnTo>
                  <a:lnTo>
                    <a:pt x="675358" y="223875"/>
                  </a:lnTo>
                  <a:lnTo>
                    <a:pt x="676446" y="225338"/>
                  </a:lnTo>
                  <a:lnTo>
                    <a:pt x="677719" y="225819"/>
                  </a:lnTo>
                  <a:lnTo>
                    <a:pt x="679178" y="225679"/>
                  </a:lnTo>
                  <a:lnTo>
                    <a:pt x="679530" y="225190"/>
                  </a:lnTo>
                  <a:lnTo>
                    <a:pt x="679803" y="223783"/>
                  </a:lnTo>
                  <a:lnTo>
                    <a:pt x="679341" y="221894"/>
                  </a:lnTo>
                  <a:lnTo>
                    <a:pt x="679094" y="220251"/>
                  </a:lnTo>
                  <a:lnTo>
                    <a:pt x="681771" y="218932"/>
                  </a:lnTo>
                  <a:lnTo>
                    <a:pt x="684252" y="218225"/>
                  </a:lnTo>
                  <a:lnTo>
                    <a:pt x="686236" y="216065"/>
                  </a:lnTo>
                  <a:lnTo>
                    <a:pt x="686731" y="214646"/>
                  </a:lnTo>
                  <a:lnTo>
                    <a:pt x="687163" y="212279"/>
                  </a:lnTo>
                  <a:lnTo>
                    <a:pt x="686131" y="208564"/>
                  </a:lnTo>
                  <a:lnTo>
                    <a:pt x="685249" y="205795"/>
                  </a:lnTo>
                  <a:lnTo>
                    <a:pt x="682263" y="199217"/>
                  </a:lnTo>
                  <a:lnTo>
                    <a:pt x="680038" y="195817"/>
                  </a:lnTo>
                  <a:lnTo>
                    <a:pt x="681436" y="190726"/>
                  </a:lnTo>
                  <a:lnTo>
                    <a:pt x="683771" y="185063"/>
                  </a:lnTo>
                  <a:lnTo>
                    <a:pt x="684666" y="183683"/>
                  </a:lnTo>
                  <a:lnTo>
                    <a:pt x="684903" y="182814"/>
                  </a:lnTo>
                  <a:lnTo>
                    <a:pt x="685157" y="181315"/>
                  </a:lnTo>
                  <a:lnTo>
                    <a:pt x="684940" y="179677"/>
                  </a:lnTo>
                  <a:lnTo>
                    <a:pt x="684707" y="178669"/>
                  </a:lnTo>
                  <a:lnTo>
                    <a:pt x="682343" y="174425"/>
                  </a:lnTo>
                  <a:lnTo>
                    <a:pt x="680635" y="173032"/>
                  </a:lnTo>
                  <a:lnTo>
                    <a:pt x="675209" y="172201"/>
                  </a:lnTo>
                  <a:lnTo>
                    <a:pt x="673873" y="171538"/>
                  </a:lnTo>
                  <a:lnTo>
                    <a:pt x="669896" y="167207"/>
                  </a:lnTo>
                  <a:lnTo>
                    <a:pt x="669427" y="166223"/>
                  </a:lnTo>
                  <a:lnTo>
                    <a:pt x="668557" y="163089"/>
                  </a:lnTo>
                  <a:lnTo>
                    <a:pt x="668244" y="162310"/>
                  </a:lnTo>
                  <a:lnTo>
                    <a:pt x="667148" y="161486"/>
                  </a:lnTo>
                  <a:lnTo>
                    <a:pt x="663483" y="159678"/>
                  </a:lnTo>
                  <a:lnTo>
                    <a:pt x="660964" y="158937"/>
                  </a:lnTo>
                  <a:lnTo>
                    <a:pt x="657265" y="158726"/>
                  </a:lnTo>
                  <a:lnTo>
                    <a:pt x="655016" y="157813"/>
                  </a:lnTo>
                  <a:lnTo>
                    <a:pt x="651712" y="154901"/>
                  </a:lnTo>
                  <a:lnTo>
                    <a:pt x="651355" y="153965"/>
                  </a:lnTo>
                  <a:lnTo>
                    <a:pt x="650403" y="150184"/>
                  </a:lnTo>
                  <a:lnTo>
                    <a:pt x="649630" y="148290"/>
                  </a:lnTo>
                  <a:lnTo>
                    <a:pt x="649864" y="146896"/>
                  </a:lnTo>
                  <a:lnTo>
                    <a:pt x="651062" y="143894"/>
                  </a:lnTo>
                  <a:lnTo>
                    <a:pt x="651889" y="141282"/>
                  </a:lnTo>
                  <a:lnTo>
                    <a:pt x="650863" y="139034"/>
                  </a:lnTo>
                  <a:lnTo>
                    <a:pt x="649416" y="138328"/>
                  </a:lnTo>
                  <a:lnTo>
                    <a:pt x="647844" y="137237"/>
                  </a:lnTo>
                  <a:lnTo>
                    <a:pt x="647183" y="135194"/>
                  </a:lnTo>
                  <a:lnTo>
                    <a:pt x="646806" y="132950"/>
                  </a:lnTo>
                  <a:lnTo>
                    <a:pt x="646738" y="131221"/>
                  </a:lnTo>
                  <a:lnTo>
                    <a:pt x="646484" y="129236"/>
                  </a:lnTo>
                  <a:lnTo>
                    <a:pt x="647218" y="127555"/>
                  </a:lnTo>
                  <a:lnTo>
                    <a:pt x="648895" y="125773"/>
                  </a:lnTo>
                  <a:lnTo>
                    <a:pt x="648481" y="124563"/>
                  </a:lnTo>
                  <a:lnTo>
                    <a:pt x="648740" y="122983"/>
                  </a:lnTo>
                  <a:lnTo>
                    <a:pt x="659534" y="120856"/>
                  </a:lnTo>
                  <a:lnTo>
                    <a:pt x="663777" y="120312"/>
                  </a:lnTo>
                  <a:lnTo>
                    <a:pt x="684833" y="120086"/>
                  </a:lnTo>
                  <a:lnTo>
                    <a:pt x="686323" y="119496"/>
                  </a:lnTo>
                  <a:lnTo>
                    <a:pt x="695468" y="118445"/>
                  </a:lnTo>
                  <a:lnTo>
                    <a:pt x="699374" y="117239"/>
                  </a:lnTo>
                  <a:lnTo>
                    <a:pt x="703512" y="118519"/>
                  </a:lnTo>
                  <a:lnTo>
                    <a:pt x="705013" y="118460"/>
                  </a:lnTo>
                  <a:lnTo>
                    <a:pt x="708032" y="118073"/>
                  </a:lnTo>
                  <a:lnTo>
                    <a:pt x="710020" y="115503"/>
                  </a:lnTo>
                  <a:lnTo>
                    <a:pt x="714503" y="114459"/>
                  </a:lnTo>
                  <a:lnTo>
                    <a:pt x="721963" y="113355"/>
                  </a:lnTo>
                  <a:lnTo>
                    <a:pt x="725639" y="113567"/>
                  </a:lnTo>
                  <a:lnTo>
                    <a:pt x="726472" y="114346"/>
                  </a:lnTo>
                  <a:lnTo>
                    <a:pt x="727302" y="115427"/>
                  </a:lnTo>
                  <a:lnTo>
                    <a:pt x="723258" y="118598"/>
                  </a:lnTo>
                  <a:lnTo>
                    <a:pt x="719215" y="121467"/>
                  </a:lnTo>
                  <a:lnTo>
                    <a:pt x="715903" y="122691"/>
                  </a:lnTo>
                  <a:lnTo>
                    <a:pt x="712648" y="125219"/>
                  </a:lnTo>
                  <a:lnTo>
                    <a:pt x="712324" y="126219"/>
                  </a:lnTo>
                  <a:lnTo>
                    <a:pt x="712228" y="126828"/>
                  </a:lnTo>
                  <a:lnTo>
                    <a:pt x="712348" y="128798"/>
                  </a:lnTo>
                  <a:lnTo>
                    <a:pt x="712540" y="130119"/>
                  </a:lnTo>
                  <a:lnTo>
                    <a:pt x="715952" y="131725"/>
                  </a:lnTo>
                  <a:lnTo>
                    <a:pt x="718508" y="133996"/>
                  </a:lnTo>
                  <a:lnTo>
                    <a:pt x="721024" y="135629"/>
                  </a:lnTo>
                  <a:lnTo>
                    <a:pt x="723007" y="136625"/>
                  </a:lnTo>
                  <a:lnTo>
                    <a:pt x="723470" y="136062"/>
                  </a:lnTo>
                  <a:lnTo>
                    <a:pt x="716239" y="130716"/>
                  </a:lnTo>
                  <a:lnTo>
                    <a:pt x="714400" y="129525"/>
                  </a:lnTo>
                  <a:lnTo>
                    <a:pt x="713660" y="128244"/>
                  </a:lnTo>
                  <a:lnTo>
                    <a:pt x="714012" y="126292"/>
                  </a:lnTo>
                  <a:lnTo>
                    <a:pt x="714743" y="125424"/>
                  </a:lnTo>
                  <a:lnTo>
                    <a:pt x="715882" y="124440"/>
                  </a:lnTo>
                  <a:lnTo>
                    <a:pt x="716646" y="123981"/>
                  </a:lnTo>
                  <a:lnTo>
                    <a:pt x="719342" y="122971"/>
                  </a:lnTo>
                  <a:lnTo>
                    <a:pt x="728407" y="121606"/>
                  </a:lnTo>
                  <a:lnTo>
                    <a:pt x="730531" y="118957"/>
                  </a:lnTo>
                  <a:lnTo>
                    <a:pt x="731447" y="117444"/>
                  </a:lnTo>
                  <a:lnTo>
                    <a:pt x="733904" y="115824"/>
                  </a:lnTo>
                  <a:lnTo>
                    <a:pt x="733076" y="115182"/>
                  </a:lnTo>
                  <a:lnTo>
                    <a:pt x="731056" y="114780"/>
                  </a:lnTo>
                  <a:lnTo>
                    <a:pt x="729498" y="113817"/>
                  </a:lnTo>
                  <a:lnTo>
                    <a:pt x="723251" y="104460"/>
                  </a:lnTo>
                  <a:lnTo>
                    <a:pt x="721716" y="103029"/>
                  </a:lnTo>
                  <a:lnTo>
                    <a:pt x="716923" y="101975"/>
                  </a:lnTo>
                  <a:lnTo>
                    <a:pt x="714772" y="100893"/>
                  </a:lnTo>
                  <a:lnTo>
                    <a:pt x="716985" y="97731"/>
                  </a:lnTo>
                  <a:lnTo>
                    <a:pt x="719579" y="96931"/>
                  </a:lnTo>
                  <a:lnTo>
                    <a:pt x="721318" y="97105"/>
                  </a:lnTo>
                  <a:lnTo>
                    <a:pt x="722857" y="97991"/>
                  </a:lnTo>
                  <a:lnTo>
                    <a:pt x="725699" y="100618"/>
                  </a:lnTo>
                  <a:lnTo>
                    <a:pt x="729742" y="99479"/>
                  </a:lnTo>
                  <a:lnTo>
                    <a:pt x="728237" y="98306"/>
                  </a:lnTo>
                  <a:lnTo>
                    <a:pt x="725654" y="96943"/>
                  </a:lnTo>
                  <a:lnTo>
                    <a:pt x="723288" y="94793"/>
                  </a:lnTo>
                  <a:lnTo>
                    <a:pt x="719944" y="92930"/>
                  </a:lnTo>
                  <a:lnTo>
                    <a:pt x="716171" y="91658"/>
                  </a:lnTo>
                  <a:lnTo>
                    <a:pt x="712209" y="91169"/>
                  </a:lnTo>
                  <a:lnTo>
                    <a:pt x="713303" y="88358"/>
                  </a:lnTo>
                  <a:lnTo>
                    <a:pt x="715473" y="88713"/>
                  </a:lnTo>
                  <a:lnTo>
                    <a:pt x="716213" y="87850"/>
                  </a:lnTo>
                  <a:lnTo>
                    <a:pt x="717209" y="86113"/>
                  </a:lnTo>
                  <a:lnTo>
                    <a:pt x="722695" y="90066"/>
                  </a:lnTo>
                  <a:lnTo>
                    <a:pt x="725272" y="89019"/>
                  </a:lnTo>
                  <a:lnTo>
                    <a:pt x="727452" y="87217"/>
                  </a:lnTo>
                  <a:lnTo>
                    <a:pt x="732054" y="82428"/>
                  </a:lnTo>
                  <a:lnTo>
                    <a:pt x="732642" y="80291"/>
                  </a:lnTo>
                  <a:lnTo>
                    <a:pt x="730446" y="79130"/>
                  </a:lnTo>
                  <a:lnTo>
                    <a:pt x="728658" y="78547"/>
                  </a:lnTo>
                  <a:lnTo>
                    <a:pt x="726200" y="78670"/>
                  </a:lnTo>
                  <a:lnTo>
                    <a:pt x="725988" y="77349"/>
                  </a:lnTo>
                  <a:lnTo>
                    <a:pt x="727016" y="75664"/>
                  </a:lnTo>
                  <a:lnTo>
                    <a:pt x="729025" y="75016"/>
                  </a:lnTo>
                  <a:lnTo>
                    <a:pt x="735125" y="76853"/>
                  </a:lnTo>
                  <a:lnTo>
                    <a:pt x="745269" y="72099"/>
                  </a:lnTo>
                  <a:lnTo>
                    <a:pt x="748065" y="69773"/>
                  </a:lnTo>
                  <a:lnTo>
                    <a:pt x="755099" y="66791"/>
                  </a:lnTo>
                  <a:lnTo>
                    <a:pt x="758570" y="67141"/>
                  </a:lnTo>
                  <a:lnTo>
                    <a:pt x="765759" y="63217"/>
                  </a:lnTo>
                  <a:lnTo>
                    <a:pt x="775749" y="61488"/>
                  </a:lnTo>
                  <a:lnTo>
                    <a:pt x="781536" y="61485"/>
                  </a:lnTo>
                  <a:lnTo>
                    <a:pt x="785995" y="59298"/>
                  </a:lnTo>
                  <a:lnTo>
                    <a:pt x="792846" y="58531"/>
                  </a:lnTo>
                  <a:lnTo>
                    <a:pt x="795222" y="57660"/>
                  </a:lnTo>
                  <a:lnTo>
                    <a:pt x="806767" y="55444"/>
                  </a:lnTo>
                  <a:lnTo>
                    <a:pt x="813170" y="53707"/>
                  </a:lnTo>
                  <a:lnTo>
                    <a:pt x="814159" y="52338"/>
                  </a:lnTo>
                  <a:lnTo>
                    <a:pt x="808439" y="53450"/>
                  </a:lnTo>
                  <a:lnTo>
                    <a:pt x="807062" y="52425"/>
                  </a:lnTo>
                  <a:lnTo>
                    <a:pt x="805861" y="53117"/>
                  </a:lnTo>
                  <a:lnTo>
                    <a:pt x="805015" y="54051"/>
                  </a:lnTo>
                  <a:lnTo>
                    <a:pt x="802237" y="52345"/>
                  </a:lnTo>
                  <a:lnTo>
                    <a:pt x="801484" y="52769"/>
                  </a:lnTo>
                  <a:lnTo>
                    <a:pt x="800903" y="53709"/>
                  </a:lnTo>
                  <a:lnTo>
                    <a:pt x="799903" y="54009"/>
                  </a:lnTo>
                  <a:lnTo>
                    <a:pt x="798731" y="53794"/>
                  </a:lnTo>
                  <a:lnTo>
                    <a:pt x="798343" y="51739"/>
                  </a:lnTo>
                  <a:lnTo>
                    <a:pt x="799720" y="48914"/>
                  </a:lnTo>
                  <a:lnTo>
                    <a:pt x="801344" y="50370"/>
                  </a:lnTo>
                  <a:lnTo>
                    <a:pt x="803226" y="48214"/>
                  </a:lnTo>
                  <a:lnTo>
                    <a:pt x="804448" y="48157"/>
                  </a:lnTo>
                  <a:lnTo>
                    <a:pt x="807969" y="49533"/>
                  </a:lnTo>
                  <a:lnTo>
                    <a:pt x="810339" y="48139"/>
                  </a:lnTo>
                  <a:lnTo>
                    <a:pt x="813501" y="47481"/>
                  </a:lnTo>
                  <a:lnTo>
                    <a:pt x="816986" y="48096"/>
                  </a:lnTo>
                  <a:lnTo>
                    <a:pt x="818429" y="47943"/>
                  </a:lnTo>
                  <a:lnTo>
                    <a:pt x="819268" y="46649"/>
                  </a:lnTo>
                  <a:lnTo>
                    <a:pt x="824910" y="47779"/>
                  </a:lnTo>
                  <a:lnTo>
                    <a:pt x="828819" y="47008"/>
                  </a:lnTo>
                  <a:lnTo>
                    <a:pt x="831494" y="47076"/>
                  </a:lnTo>
                  <a:lnTo>
                    <a:pt x="835652" y="47790"/>
                  </a:lnTo>
                  <a:lnTo>
                    <a:pt x="837548" y="48711"/>
                  </a:lnTo>
                  <a:lnTo>
                    <a:pt x="836458" y="50847"/>
                  </a:lnTo>
                  <a:lnTo>
                    <a:pt x="832403" y="54319"/>
                  </a:lnTo>
                  <a:lnTo>
                    <a:pt x="833506" y="54906"/>
                  </a:lnTo>
                  <a:lnTo>
                    <a:pt x="835833" y="53319"/>
                  </a:lnTo>
                  <a:lnTo>
                    <a:pt x="842826" y="50969"/>
                  </a:lnTo>
                  <a:lnTo>
                    <a:pt x="843947" y="51432"/>
                  </a:lnTo>
                  <a:lnTo>
                    <a:pt x="843181" y="53449"/>
                  </a:lnTo>
                  <a:lnTo>
                    <a:pt x="842686" y="54348"/>
                  </a:lnTo>
                  <a:lnTo>
                    <a:pt x="847343" y="53171"/>
                  </a:lnTo>
                  <a:lnTo>
                    <a:pt x="851319" y="50581"/>
                  </a:lnTo>
                  <a:lnTo>
                    <a:pt x="853089" y="50146"/>
                  </a:lnTo>
                  <a:lnTo>
                    <a:pt x="854899" y="51718"/>
                  </a:lnTo>
                  <a:lnTo>
                    <a:pt x="856587" y="50275"/>
                  </a:lnTo>
                  <a:lnTo>
                    <a:pt x="856978" y="48828"/>
                  </a:lnTo>
                  <a:lnTo>
                    <a:pt x="860007" y="48513"/>
                  </a:lnTo>
                  <a:lnTo>
                    <a:pt x="861246" y="47183"/>
                  </a:lnTo>
                  <a:lnTo>
                    <a:pt x="863374" y="46216"/>
                  </a:lnTo>
                  <a:lnTo>
                    <a:pt x="865170" y="45797"/>
                  </a:lnTo>
                  <a:lnTo>
                    <a:pt x="869070" y="43962"/>
                  </a:lnTo>
                  <a:lnTo>
                    <a:pt x="870402" y="44514"/>
                  </a:lnTo>
                  <a:lnTo>
                    <a:pt x="873003" y="45000"/>
                  </a:lnTo>
                  <a:lnTo>
                    <a:pt x="875472" y="45884"/>
                  </a:lnTo>
                  <a:lnTo>
                    <a:pt x="880047" y="47903"/>
                  </a:lnTo>
                  <a:lnTo>
                    <a:pt x="880692" y="48701"/>
                  </a:lnTo>
                  <a:lnTo>
                    <a:pt x="881272" y="48828"/>
                  </a:lnTo>
                  <a:lnTo>
                    <a:pt x="882579" y="50283"/>
                  </a:lnTo>
                  <a:lnTo>
                    <a:pt x="881590" y="52423"/>
                  </a:lnTo>
                  <a:lnTo>
                    <a:pt x="880530" y="55505"/>
                  </a:lnTo>
                  <a:lnTo>
                    <a:pt x="878579" y="56949"/>
                  </a:lnTo>
                  <a:lnTo>
                    <a:pt x="879779" y="57085"/>
                  </a:lnTo>
                  <a:lnTo>
                    <a:pt x="880616" y="56710"/>
                  </a:lnTo>
                  <a:lnTo>
                    <a:pt x="882178" y="54660"/>
                  </a:lnTo>
                  <a:lnTo>
                    <a:pt x="883565" y="53194"/>
                  </a:lnTo>
                  <a:lnTo>
                    <a:pt x="883249" y="47117"/>
                  </a:lnTo>
                  <a:lnTo>
                    <a:pt x="880707" y="44036"/>
                  </a:lnTo>
                  <a:lnTo>
                    <a:pt x="878803" y="43004"/>
                  </a:lnTo>
                  <a:lnTo>
                    <a:pt x="874333" y="39777"/>
                  </a:lnTo>
                  <a:lnTo>
                    <a:pt x="872818" y="38403"/>
                  </a:lnTo>
                  <a:lnTo>
                    <a:pt x="870821" y="36930"/>
                  </a:lnTo>
                  <a:lnTo>
                    <a:pt x="871598" y="36076"/>
                  </a:lnTo>
                  <a:lnTo>
                    <a:pt x="880213" y="37203"/>
                  </a:lnTo>
                  <a:lnTo>
                    <a:pt x="884594" y="36657"/>
                  </a:lnTo>
                  <a:lnTo>
                    <a:pt x="889305" y="36975"/>
                  </a:lnTo>
                  <a:lnTo>
                    <a:pt x="895660" y="35614"/>
                  </a:lnTo>
                  <a:lnTo>
                    <a:pt x="898304" y="37031"/>
                  </a:lnTo>
                  <a:lnTo>
                    <a:pt x="901351" y="36982"/>
                  </a:lnTo>
                  <a:lnTo>
                    <a:pt x="904849" y="38155"/>
                  </a:lnTo>
                  <a:lnTo>
                    <a:pt x="905897" y="36787"/>
                  </a:lnTo>
                  <a:lnTo>
                    <a:pt x="900160" y="35304"/>
                  </a:lnTo>
                  <a:lnTo>
                    <a:pt x="897596" y="35457"/>
                  </a:lnTo>
                  <a:lnTo>
                    <a:pt x="896687" y="34682"/>
                  </a:lnTo>
                  <a:lnTo>
                    <a:pt x="897640" y="32958"/>
                  </a:lnTo>
                  <a:lnTo>
                    <a:pt x="898774" y="30331"/>
                  </a:lnTo>
                  <a:lnTo>
                    <a:pt x="897664" y="28045"/>
                  </a:lnTo>
                  <a:lnTo>
                    <a:pt x="896594" y="26829"/>
                  </a:lnTo>
                  <a:lnTo>
                    <a:pt x="896417" y="24519"/>
                  </a:lnTo>
                  <a:lnTo>
                    <a:pt x="897441" y="21866"/>
                  </a:lnTo>
                  <a:lnTo>
                    <a:pt x="899828" y="20740"/>
                  </a:lnTo>
                  <a:lnTo>
                    <a:pt x="901133" y="18583"/>
                  </a:lnTo>
                  <a:lnTo>
                    <a:pt x="903873" y="15731"/>
                  </a:lnTo>
                  <a:lnTo>
                    <a:pt x="917187" y="6557"/>
                  </a:lnTo>
                  <a:lnTo>
                    <a:pt x="923540" y="3073"/>
                  </a:lnTo>
                  <a:lnTo>
                    <a:pt x="925975" y="2641"/>
                  </a:lnTo>
                  <a:lnTo>
                    <a:pt x="928772" y="2911"/>
                  </a:lnTo>
                  <a:lnTo>
                    <a:pt x="934303" y="1"/>
                  </a:lnTo>
                  <a:lnTo>
                    <a:pt x="936379" y="0"/>
                  </a:lnTo>
                  <a:lnTo>
                    <a:pt x="944049" y="2315"/>
                  </a:lnTo>
                  <a:lnTo>
                    <a:pt x="945889" y="4011"/>
                  </a:lnTo>
                  <a:lnTo>
                    <a:pt x="950078" y="5355"/>
                  </a:lnTo>
                  <a:lnTo>
                    <a:pt x="954969" y="6064"/>
                  </a:lnTo>
                  <a:lnTo>
                    <a:pt x="957215" y="7139"/>
                  </a:lnTo>
                  <a:lnTo>
                    <a:pt x="958298" y="8358"/>
                  </a:lnTo>
                  <a:lnTo>
                    <a:pt x="959226" y="10044"/>
                  </a:lnTo>
                  <a:lnTo>
                    <a:pt x="955260" y="11183"/>
                  </a:lnTo>
                  <a:lnTo>
                    <a:pt x="951000" y="14556"/>
                  </a:lnTo>
                  <a:lnTo>
                    <a:pt x="945239" y="16422"/>
                  </a:lnTo>
                  <a:lnTo>
                    <a:pt x="938070" y="17664"/>
                  </a:lnTo>
                  <a:lnTo>
                    <a:pt x="936593" y="18576"/>
                  </a:lnTo>
                  <a:lnTo>
                    <a:pt x="950215" y="18856"/>
                  </a:lnTo>
                  <a:lnTo>
                    <a:pt x="954185" y="18609"/>
                  </a:lnTo>
                  <a:lnTo>
                    <a:pt x="954990" y="21541"/>
                  </a:lnTo>
                  <a:lnTo>
                    <a:pt x="956333" y="21658"/>
                  </a:lnTo>
                  <a:lnTo>
                    <a:pt x="960272" y="20245"/>
                  </a:lnTo>
                  <a:lnTo>
                    <a:pt x="962627" y="20170"/>
                  </a:lnTo>
                  <a:lnTo>
                    <a:pt x="967093" y="21177"/>
                  </a:lnTo>
                  <a:lnTo>
                    <a:pt x="968051" y="20645"/>
                  </a:lnTo>
                  <a:lnTo>
                    <a:pt x="969976" y="20568"/>
                  </a:lnTo>
                  <a:lnTo>
                    <a:pt x="974086" y="21851"/>
                  </a:lnTo>
                  <a:lnTo>
                    <a:pt x="975925" y="23754"/>
                  </a:lnTo>
                  <a:lnTo>
                    <a:pt x="973006" y="26843"/>
                  </a:lnTo>
                  <a:lnTo>
                    <a:pt x="969967" y="29549"/>
                  </a:lnTo>
                  <a:lnTo>
                    <a:pt x="966285" y="34190"/>
                  </a:lnTo>
                  <a:lnTo>
                    <a:pt x="965148" y="33809"/>
                  </a:lnTo>
                  <a:lnTo>
                    <a:pt x="963188" y="33715"/>
                  </a:lnTo>
                  <a:lnTo>
                    <a:pt x="963540" y="35996"/>
                  </a:lnTo>
                  <a:lnTo>
                    <a:pt x="966826" y="35924"/>
                  </a:lnTo>
                  <a:lnTo>
                    <a:pt x="968559" y="36947"/>
                  </a:lnTo>
                  <a:lnTo>
                    <a:pt x="972609" y="35647"/>
                  </a:lnTo>
                  <a:lnTo>
                    <a:pt x="978295" y="36060"/>
                  </a:lnTo>
                  <a:lnTo>
                    <a:pt x="979488" y="35699"/>
                  </a:lnTo>
                  <a:lnTo>
                    <a:pt x="981683" y="34300"/>
                  </a:lnTo>
                  <a:lnTo>
                    <a:pt x="982264" y="31612"/>
                  </a:lnTo>
                  <a:lnTo>
                    <a:pt x="983215" y="29904"/>
                  </a:lnTo>
                  <a:lnTo>
                    <a:pt x="985088" y="29331"/>
                  </a:lnTo>
                  <a:lnTo>
                    <a:pt x="987165" y="29872"/>
                  </a:lnTo>
                  <a:lnTo>
                    <a:pt x="990655" y="29854"/>
                  </a:lnTo>
                  <a:lnTo>
                    <a:pt x="999563" y="28995"/>
                  </a:lnTo>
                  <a:lnTo>
                    <a:pt x="1007019" y="30098"/>
                  </a:lnTo>
                  <a:lnTo>
                    <a:pt x="1012995" y="28723"/>
                  </a:lnTo>
                  <a:lnTo>
                    <a:pt x="1020836" y="29768"/>
                  </a:lnTo>
                  <a:lnTo>
                    <a:pt x="1024219" y="30843"/>
                  </a:lnTo>
                  <a:lnTo>
                    <a:pt x="1026756" y="32744"/>
                  </a:lnTo>
                  <a:lnTo>
                    <a:pt x="1029017" y="33299"/>
                  </a:lnTo>
                  <a:lnTo>
                    <a:pt x="1030876" y="34780"/>
                  </a:lnTo>
                  <a:lnTo>
                    <a:pt x="1032768" y="36940"/>
                  </a:lnTo>
                  <a:lnTo>
                    <a:pt x="1031828" y="38706"/>
                  </a:lnTo>
                  <a:lnTo>
                    <a:pt x="1030925" y="39891"/>
                  </a:lnTo>
                  <a:lnTo>
                    <a:pt x="1033363" y="38605"/>
                  </a:lnTo>
                  <a:lnTo>
                    <a:pt x="1035244" y="38289"/>
                  </a:lnTo>
                  <a:lnTo>
                    <a:pt x="1036660" y="39068"/>
                  </a:lnTo>
                  <a:lnTo>
                    <a:pt x="1039174" y="39800"/>
                  </a:lnTo>
                  <a:lnTo>
                    <a:pt x="1039962" y="44666"/>
                  </a:lnTo>
                  <a:lnTo>
                    <a:pt x="1040673" y="45610"/>
                  </a:lnTo>
                  <a:lnTo>
                    <a:pt x="1041354" y="47303"/>
                  </a:lnTo>
                  <a:lnTo>
                    <a:pt x="1040421" y="48852"/>
                  </a:lnTo>
                  <a:lnTo>
                    <a:pt x="1039621" y="49550"/>
                  </a:lnTo>
                  <a:lnTo>
                    <a:pt x="1041604" y="49402"/>
                  </a:lnTo>
                  <a:lnTo>
                    <a:pt x="1044379" y="47761"/>
                  </a:lnTo>
                  <a:lnTo>
                    <a:pt x="1044957" y="47206"/>
                  </a:lnTo>
                  <a:lnTo>
                    <a:pt x="1045643" y="45976"/>
                  </a:lnTo>
                  <a:lnTo>
                    <a:pt x="1044615" y="44773"/>
                  </a:lnTo>
                  <a:lnTo>
                    <a:pt x="1043664" y="44049"/>
                  </a:lnTo>
                  <a:lnTo>
                    <a:pt x="1044859" y="43507"/>
                  </a:lnTo>
                  <a:lnTo>
                    <a:pt x="1047133" y="43697"/>
                  </a:lnTo>
                  <a:lnTo>
                    <a:pt x="1048265" y="45848"/>
                  </a:lnTo>
                  <a:lnTo>
                    <a:pt x="1049023" y="47820"/>
                  </a:lnTo>
                  <a:lnTo>
                    <a:pt x="1050682" y="54335"/>
                  </a:lnTo>
                  <a:lnTo>
                    <a:pt x="1054258" y="53459"/>
                  </a:lnTo>
                  <a:lnTo>
                    <a:pt x="1054426" y="55388"/>
                  </a:lnTo>
                  <a:lnTo>
                    <a:pt x="1052935" y="59856"/>
                  </a:lnTo>
                  <a:lnTo>
                    <a:pt x="1051366" y="63169"/>
                  </a:lnTo>
                  <a:lnTo>
                    <a:pt x="1050728" y="63886"/>
                  </a:lnTo>
                  <a:lnTo>
                    <a:pt x="1049733" y="64018"/>
                  </a:lnTo>
                  <a:lnTo>
                    <a:pt x="1050114" y="62307"/>
                  </a:lnTo>
                  <a:lnTo>
                    <a:pt x="1049527" y="61278"/>
                  </a:lnTo>
                  <a:lnTo>
                    <a:pt x="1048583" y="60652"/>
                  </a:lnTo>
                  <a:lnTo>
                    <a:pt x="1045351" y="60037"/>
                  </a:lnTo>
                  <a:lnTo>
                    <a:pt x="1039291" y="55997"/>
                  </a:lnTo>
                  <a:lnTo>
                    <a:pt x="1037676" y="55569"/>
                  </a:lnTo>
                  <a:lnTo>
                    <a:pt x="1037304" y="55753"/>
                  </a:lnTo>
                  <a:lnTo>
                    <a:pt x="1037144" y="56151"/>
                  </a:lnTo>
                  <a:lnTo>
                    <a:pt x="1040515" y="58885"/>
                  </a:lnTo>
                  <a:lnTo>
                    <a:pt x="1043270" y="63782"/>
                  </a:lnTo>
                  <a:lnTo>
                    <a:pt x="1045779" y="62347"/>
                  </a:lnTo>
                  <a:lnTo>
                    <a:pt x="1046772" y="62615"/>
                  </a:lnTo>
                  <a:lnTo>
                    <a:pt x="1048152" y="64895"/>
                  </a:lnTo>
                  <a:lnTo>
                    <a:pt x="1050622" y="65847"/>
                  </a:lnTo>
                  <a:lnTo>
                    <a:pt x="1052661" y="67366"/>
                  </a:lnTo>
                  <a:lnTo>
                    <a:pt x="1051288" y="72025"/>
                  </a:lnTo>
                  <a:lnTo>
                    <a:pt x="1042895" y="80238"/>
                  </a:lnTo>
                  <a:lnTo>
                    <a:pt x="1033963" y="85021"/>
                  </a:lnTo>
                  <a:lnTo>
                    <a:pt x="1030018" y="88364"/>
                  </a:lnTo>
                  <a:lnTo>
                    <a:pt x="1023080" y="90775"/>
                  </a:lnTo>
                  <a:lnTo>
                    <a:pt x="1018129" y="94036"/>
                  </a:lnTo>
                  <a:lnTo>
                    <a:pt x="1011801" y="96460"/>
                  </a:lnTo>
                  <a:lnTo>
                    <a:pt x="1010002" y="99042"/>
                  </a:lnTo>
                  <a:lnTo>
                    <a:pt x="1005303" y="100717"/>
                  </a:lnTo>
                  <a:lnTo>
                    <a:pt x="1005621" y="101571"/>
                  </a:lnTo>
                  <a:lnTo>
                    <a:pt x="1006168" y="102509"/>
                  </a:lnTo>
                  <a:lnTo>
                    <a:pt x="1005590" y="104059"/>
                  </a:lnTo>
                  <a:lnTo>
                    <a:pt x="1004936" y="105232"/>
                  </a:lnTo>
                  <a:lnTo>
                    <a:pt x="1001287" y="107607"/>
                  </a:lnTo>
                  <a:lnTo>
                    <a:pt x="995976" y="109276"/>
                  </a:lnTo>
                  <a:lnTo>
                    <a:pt x="985306" y="119271"/>
                  </a:lnTo>
                  <a:lnTo>
                    <a:pt x="980016" y="121312"/>
                  </a:lnTo>
                  <a:lnTo>
                    <a:pt x="973991" y="121429"/>
                  </a:lnTo>
                  <a:lnTo>
                    <a:pt x="972722" y="122364"/>
                  </a:lnTo>
                  <a:lnTo>
                    <a:pt x="968180" y="128650"/>
                  </a:lnTo>
                  <a:lnTo>
                    <a:pt x="966780" y="130009"/>
                  </a:lnTo>
                  <a:lnTo>
                    <a:pt x="960799" y="130679"/>
                  </a:lnTo>
                  <a:lnTo>
                    <a:pt x="954565" y="140984"/>
                  </a:lnTo>
                  <a:lnTo>
                    <a:pt x="951100" y="144478"/>
                  </a:lnTo>
                  <a:lnTo>
                    <a:pt x="948067" y="146368"/>
                  </a:lnTo>
                  <a:lnTo>
                    <a:pt x="951221" y="145987"/>
                  </a:lnTo>
                  <a:lnTo>
                    <a:pt x="954944" y="144607"/>
                  </a:lnTo>
                  <a:lnTo>
                    <a:pt x="959313" y="141262"/>
                  </a:lnTo>
                  <a:lnTo>
                    <a:pt x="960445" y="139721"/>
                  </a:lnTo>
                  <a:lnTo>
                    <a:pt x="961045" y="137991"/>
                  </a:lnTo>
                  <a:lnTo>
                    <a:pt x="962339" y="136636"/>
                  </a:lnTo>
                  <a:lnTo>
                    <a:pt x="964325" y="135661"/>
                  </a:lnTo>
                  <a:lnTo>
                    <a:pt x="972013" y="134542"/>
                  </a:lnTo>
                  <a:lnTo>
                    <a:pt x="975181" y="134960"/>
                  </a:lnTo>
                  <a:lnTo>
                    <a:pt x="979832" y="134664"/>
                  </a:lnTo>
                  <a:lnTo>
                    <a:pt x="982890" y="132819"/>
                  </a:lnTo>
                  <a:lnTo>
                    <a:pt x="984714" y="132159"/>
                  </a:lnTo>
                  <a:lnTo>
                    <a:pt x="986352" y="131924"/>
                  </a:lnTo>
                  <a:lnTo>
                    <a:pt x="987158" y="130614"/>
                  </a:lnTo>
                  <a:lnTo>
                    <a:pt x="989887" y="130353"/>
                  </a:lnTo>
                  <a:lnTo>
                    <a:pt x="996158" y="128598"/>
                  </a:lnTo>
                  <a:lnTo>
                    <a:pt x="997080" y="127972"/>
                  </a:lnTo>
                  <a:lnTo>
                    <a:pt x="999096" y="125377"/>
                  </a:lnTo>
                  <a:lnTo>
                    <a:pt x="1002826" y="126365"/>
                  </a:lnTo>
                  <a:lnTo>
                    <a:pt x="1005485" y="125820"/>
                  </a:lnTo>
                  <a:lnTo>
                    <a:pt x="1012474" y="121197"/>
                  </a:lnTo>
                  <a:lnTo>
                    <a:pt x="1016674" y="119416"/>
                  </a:lnTo>
                  <a:lnTo>
                    <a:pt x="1017829" y="118188"/>
                  </a:lnTo>
                  <a:lnTo>
                    <a:pt x="1016989" y="117330"/>
                  </a:lnTo>
                  <a:lnTo>
                    <a:pt x="1016053" y="116734"/>
                  </a:lnTo>
                  <a:lnTo>
                    <a:pt x="1011981" y="118327"/>
                  </a:lnTo>
                  <a:lnTo>
                    <a:pt x="1008360" y="118843"/>
                  </a:lnTo>
                  <a:lnTo>
                    <a:pt x="1004235" y="118429"/>
                  </a:lnTo>
                  <a:lnTo>
                    <a:pt x="1003675" y="117803"/>
                  </a:lnTo>
                  <a:lnTo>
                    <a:pt x="1003174" y="116134"/>
                  </a:lnTo>
                  <a:lnTo>
                    <a:pt x="1004496" y="113740"/>
                  </a:lnTo>
                  <a:lnTo>
                    <a:pt x="1005654" y="112281"/>
                  </a:lnTo>
                  <a:lnTo>
                    <a:pt x="1008271" y="110397"/>
                  </a:lnTo>
                  <a:lnTo>
                    <a:pt x="1010435" y="109716"/>
                  </a:lnTo>
                  <a:lnTo>
                    <a:pt x="1018463" y="111771"/>
                  </a:lnTo>
                  <a:lnTo>
                    <a:pt x="1020122" y="112023"/>
                  </a:lnTo>
                  <a:lnTo>
                    <a:pt x="1021031" y="108670"/>
                  </a:lnTo>
                  <a:lnTo>
                    <a:pt x="1023597" y="108832"/>
                  </a:lnTo>
                  <a:lnTo>
                    <a:pt x="1026146" y="109389"/>
                  </a:lnTo>
                  <a:lnTo>
                    <a:pt x="1025042" y="110088"/>
                  </a:lnTo>
                  <a:lnTo>
                    <a:pt x="1022216" y="111161"/>
                  </a:lnTo>
                  <a:lnTo>
                    <a:pt x="1023086" y="113633"/>
                  </a:lnTo>
                  <a:lnTo>
                    <a:pt x="1024316" y="115322"/>
                  </a:lnTo>
                  <a:lnTo>
                    <a:pt x="1029231" y="117759"/>
                  </a:lnTo>
                  <a:lnTo>
                    <a:pt x="1033418" y="118832"/>
                  </a:lnTo>
                  <a:lnTo>
                    <a:pt x="1036498" y="118767"/>
                  </a:lnTo>
                  <a:lnTo>
                    <a:pt x="1041317" y="117734"/>
                  </a:lnTo>
                  <a:lnTo>
                    <a:pt x="1042055" y="116994"/>
                  </a:lnTo>
                  <a:lnTo>
                    <a:pt x="1043075" y="115088"/>
                  </a:lnTo>
                  <a:lnTo>
                    <a:pt x="1041811" y="111352"/>
                  </a:lnTo>
                  <a:lnTo>
                    <a:pt x="1043018" y="111836"/>
                  </a:lnTo>
                  <a:lnTo>
                    <a:pt x="1044210" y="112776"/>
                  </a:lnTo>
                  <a:lnTo>
                    <a:pt x="1046023" y="115036"/>
                  </a:lnTo>
                  <a:lnTo>
                    <a:pt x="1047794" y="118877"/>
                  </a:lnTo>
                  <a:lnTo>
                    <a:pt x="1048883" y="120644"/>
                  </a:lnTo>
                  <a:lnTo>
                    <a:pt x="1048252" y="122560"/>
                  </a:lnTo>
                  <a:lnTo>
                    <a:pt x="1045723" y="126200"/>
                  </a:lnTo>
                  <a:lnTo>
                    <a:pt x="1047186" y="128212"/>
                  </a:lnTo>
                  <a:lnTo>
                    <a:pt x="1049793" y="129554"/>
                  </a:lnTo>
                  <a:lnTo>
                    <a:pt x="1049753" y="135492"/>
                  </a:lnTo>
                  <a:lnTo>
                    <a:pt x="1049595" y="138366"/>
                  </a:lnTo>
                  <a:lnTo>
                    <a:pt x="1048312" y="141497"/>
                  </a:lnTo>
                  <a:lnTo>
                    <a:pt x="1046825" y="142817"/>
                  </a:lnTo>
                  <a:lnTo>
                    <a:pt x="1045368" y="144784"/>
                  </a:lnTo>
                  <a:lnTo>
                    <a:pt x="1045739" y="146592"/>
                  </a:lnTo>
                  <a:lnTo>
                    <a:pt x="1046079" y="147753"/>
                  </a:lnTo>
                  <a:lnTo>
                    <a:pt x="1047616" y="149905"/>
                  </a:lnTo>
                  <a:lnTo>
                    <a:pt x="1051910" y="150580"/>
                  </a:lnTo>
                  <a:lnTo>
                    <a:pt x="1052487" y="150000"/>
                  </a:lnTo>
                  <a:lnTo>
                    <a:pt x="1051489" y="149322"/>
                  </a:lnTo>
                  <a:lnTo>
                    <a:pt x="1048581" y="148319"/>
                  </a:lnTo>
                  <a:lnTo>
                    <a:pt x="1047444" y="147497"/>
                  </a:lnTo>
                  <a:lnTo>
                    <a:pt x="1046437" y="145517"/>
                  </a:lnTo>
                  <a:lnTo>
                    <a:pt x="1047607" y="143376"/>
                  </a:lnTo>
                  <a:lnTo>
                    <a:pt x="1048898" y="141784"/>
                  </a:lnTo>
                  <a:lnTo>
                    <a:pt x="1050425" y="138175"/>
                  </a:lnTo>
                  <a:lnTo>
                    <a:pt x="1050897" y="135577"/>
                  </a:lnTo>
                  <a:lnTo>
                    <a:pt x="1050622" y="132907"/>
                  </a:lnTo>
                  <a:lnTo>
                    <a:pt x="1051600" y="131696"/>
                  </a:lnTo>
                  <a:lnTo>
                    <a:pt x="1053137" y="130385"/>
                  </a:lnTo>
                  <a:lnTo>
                    <a:pt x="1053917" y="130131"/>
                  </a:lnTo>
                  <a:lnTo>
                    <a:pt x="1054611" y="129562"/>
                  </a:lnTo>
                  <a:lnTo>
                    <a:pt x="1053501" y="128923"/>
                  </a:lnTo>
                  <a:lnTo>
                    <a:pt x="1052480" y="128594"/>
                  </a:lnTo>
                  <a:lnTo>
                    <a:pt x="1050385" y="126966"/>
                  </a:lnTo>
                  <a:lnTo>
                    <a:pt x="1050030" y="124859"/>
                  </a:lnTo>
                  <a:lnTo>
                    <a:pt x="1054254" y="124019"/>
                  </a:lnTo>
                  <a:lnTo>
                    <a:pt x="1056736" y="122504"/>
                  </a:lnTo>
                  <a:lnTo>
                    <a:pt x="1065943" y="121839"/>
                  </a:lnTo>
                  <a:lnTo>
                    <a:pt x="1072300" y="119019"/>
                  </a:lnTo>
                  <a:lnTo>
                    <a:pt x="1086411" y="119803"/>
                  </a:lnTo>
                  <a:lnTo>
                    <a:pt x="1096320" y="122076"/>
                  </a:lnTo>
                  <a:lnTo>
                    <a:pt x="1110233" y="122352"/>
                  </a:lnTo>
                  <a:lnTo>
                    <a:pt x="1115360" y="123886"/>
                  </a:lnTo>
                  <a:lnTo>
                    <a:pt x="1115852" y="124463"/>
                  </a:lnTo>
                  <a:lnTo>
                    <a:pt x="1116159" y="125561"/>
                  </a:lnTo>
                  <a:lnTo>
                    <a:pt x="1113942" y="126055"/>
                  </a:lnTo>
                  <a:lnTo>
                    <a:pt x="1110317" y="126058"/>
                  </a:lnTo>
                  <a:lnTo>
                    <a:pt x="1109336" y="128929"/>
                  </a:lnTo>
                  <a:lnTo>
                    <a:pt x="1109990" y="132496"/>
                  </a:lnTo>
                  <a:lnTo>
                    <a:pt x="1116451" y="136315"/>
                  </a:lnTo>
                  <a:lnTo>
                    <a:pt x="1122117" y="137890"/>
                  </a:lnTo>
                  <a:lnTo>
                    <a:pt x="1126079" y="140398"/>
                  </a:lnTo>
                  <a:lnTo>
                    <a:pt x="1128166" y="140627"/>
                  </a:lnTo>
                  <a:lnTo>
                    <a:pt x="1136408" y="140339"/>
                  </a:lnTo>
                  <a:lnTo>
                    <a:pt x="1141274" y="141650"/>
                  </a:lnTo>
                  <a:lnTo>
                    <a:pt x="1145626" y="140642"/>
                  </a:lnTo>
                  <a:lnTo>
                    <a:pt x="1150422" y="140676"/>
                  </a:lnTo>
                  <a:lnTo>
                    <a:pt x="1152107" y="140936"/>
                  </a:lnTo>
                  <a:lnTo>
                    <a:pt x="1153858" y="142817"/>
                  </a:lnTo>
                  <a:lnTo>
                    <a:pt x="1156666" y="143310"/>
                  </a:lnTo>
                  <a:lnTo>
                    <a:pt x="1160046" y="143392"/>
                  </a:lnTo>
                  <a:lnTo>
                    <a:pt x="1161930" y="143006"/>
                  </a:lnTo>
                  <a:lnTo>
                    <a:pt x="1162660" y="142543"/>
                  </a:lnTo>
                  <a:lnTo>
                    <a:pt x="1162403" y="141810"/>
                  </a:lnTo>
                  <a:lnTo>
                    <a:pt x="1159613" y="140647"/>
                  </a:lnTo>
                  <a:lnTo>
                    <a:pt x="1159915" y="139287"/>
                  </a:lnTo>
                  <a:lnTo>
                    <a:pt x="1160993" y="138955"/>
                  </a:lnTo>
                  <a:lnTo>
                    <a:pt x="1165674" y="140825"/>
                  </a:lnTo>
                  <a:lnTo>
                    <a:pt x="1167637" y="141114"/>
                  </a:lnTo>
                  <a:lnTo>
                    <a:pt x="1169353" y="139727"/>
                  </a:lnTo>
                  <a:lnTo>
                    <a:pt x="1170614" y="137250"/>
                  </a:lnTo>
                  <a:lnTo>
                    <a:pt x="1171309" y="135520"/>
                  </a:lnTo>
                  <a:lnTo>
                    <a:pt x="1172043" y="134671"/>
                  </a:lnTo>
                  <a:lnTo>
                    <a:pt x="1172659" y="134540"/>
                  </a:lnTo>
                  <a:lnTo>
                    <a:pt x="1173266" y="134070"/>
                  </a:lnTo>
                  <a:lnTo>
                    <a:pt x="1171788" y="132050"/>
                  </a:lnTo>
                  <a:lnTo>
                    <a:pt x="1170361" y="129518"/>
                  </a:lnTo>
                  <a:lnTo>
                    <a:pt x="1170013" y="127887"/>
                  </a:lnTo>
                  <a:lnTo>
                    <a:pt x="1169615" y="127050"/>
                  </a:lnTo>
                  <a:lnTo>
                    <a:pt x="1169401" y="124033"/>
                  </a:lnTo>
                  <a:lnTo>
                    <a:pt x="1170755" y="120962"/>
                  </a:lnTo>
                  <a:lnTo>
                    <a:pt x="1171668" y="120090"/>
                  </a:lnTo>
                  <a:lnTo>
                    <a:pt x="1175394" y="121260"/>
                  </a:lnTo>
                  <a:lnTo>
                    <a:pt x="1177064" y="119412"/>
                  </a:lnTo>
                  <a:lnTo>
                    <a:pt x="1178102" y="118732"/>
                  </a:lnTo>
                  <a:lnTo>
                    <a:pt x="1182600" y="117476"/>
                  </a:lnTo>
                  <a:lnTo>
                    <a:pt x="1184466" y="117581"/>
                  </a:lnTo>
                  <a:lnTo>
                    <a:pt x="1187574" y="118748"/>
                  </a:lnTo>
                  <a:lnTo>
                    <a:pt x="1197578" y="124397"/>
                  </a:lnTo>
                  <a:lnTo>
                    <a:pt x="1197352" y="126560"/>
                  </a:lnTo>
                  <a:lnTo>
                    <a:pt x="1199739" y="125938"/>
                  </a:lnTo>
                  <a:lnTo>
                    <a:pt x="1200878" y="125062"/>
                  </a:lnTo>
                  <a:lnTo>
                    <a:pt x="1203553" y="124489"/>
                  </a:lnTo>
                  <a:lnTo>
                    <a:pt x="1205346" y="123582"/>
                  </a:lnTo>
                  <a:lnTo>
                    <a:pt x="1205852" y="123922"/>
                  </a:lnTo>
                  <a:lnTo>
                    <a:pt x="1206448" y="124820"/>
                  </a:lnTo>
                  <a:lnTo>
                    <a:pt x="1206009" y="126079"/>
                  </a:lnTo>
                  <a:lnTo>
                    <a:pt x="1205382" y="127377"/>
                  </a:lnTo>
                  <a:lnTo>
                    <a:pt x="1205809" y="128132"/>
                  </a:lnTo>
                  <a:lnTo>
                    <a:pt x="1206333" y="128293"/>
                  </a:lnTo>
                  <a:lnTo>
                    <a:pt x="1208978" y="129884"/>
                  </a:lnTo>
                  <a:lnTo>
                    <a:pt x="1212463" y="126951"/>
                  </a:lnTo>
                  <a:lnTo>
                    <a:pt x="1213885" y="124172"/>
                  </a:lnTo>
                  <a:lnTo>
                    <a:pt x="1214813" y="123603"/>
                  </a:lnTo>
                  <a:lnTo>
                    <a:pt x="1223454" y="125551"/>
                  </a:lnTo>
                  <a:lnTo>
                    <a:pt x="1226071" y="126615"/>
                  </a:lnTo>
                  <a:lnTo>
                    <a:pt x="1226581" y="127203"/>
                  </a:lnTo>
                  <a:lnTo>
                    <a:pt x="1226932" y="128233"/>
                  </a:lnTo>
                  <a:lnTo>
                    <a:pt x="1228346" y="129367"/>
                  </a:lnTo>
                  <a:lnTo>
                    <a:pt x="1230049" y="130012"/>
                  </a:lnTo>
                  <a:lnTo>
                    <a:pt x="1229838" y="130894"/>
                  </a:lnTo>
                  <a:lnTo>
                    <a:pt x="1229761" y="131877"/>
                  </a:lnTo>
                  <a:lnTo>
                    <a:pt x="1233773" y="132027"/>
                  </a:lnTo>
                  <a:lnTo>
                    <a:pt x="1235521" y="132884"/>
                  </a:lnTo>
                  <a:lnTo>
                    <a:pt x="1237449" y="134159"/>
                  </a:lnTo>
                  <a:lnTo>
                    <a:pt x="1237242" y="135663"/>
                  </a:lnTo>
                  <a:lnTo>
                    <a:pt x="1237750" y="136512"/>
                  </a:lnTo>
                  <a:lnTo>
                    <a:pt x="1239527" y="136603"/>
                  </a:lnTo>
                  <a:lnTo>
                    <a:pt x="1240032" y="136460"/>
                  </a:lnTo>
                  <a:lnTo>
                    <a:pt x="1239461" y="138439"/>
                  </a:lnTo>
                  <a:lnTo>
                    <a:pt x="1237021" y="140590"/>
                  </a:lnTo>
                  <a:lnTo>
                    <a:pt x="1235580" y="141457"/>
                  </a:lnTo>
                  <a:lnTo>
                    <a:pt x="1233919" y="142878"/>
                  </a:lnTo>
                  <a:lnTo>
                    <a:pt x="1234833" y="143152"/>
                  </a:lnTo>
                  <a:lnTo>
                    <a:pt x="1239017" y="143549"/>
                  </a:lnTo>
                  <a:lnTo>
                    <a:pt x="1241598" y="146407"/>
                  </a:lnTo>
                  <a:lnTo>
                    <a:pt x="1241857" y="148492"/>
                  </a:lnTo>
                  <a:lnTo>
                    <a:pt x="1240239" y="149326"/>
                  </a:lnTo>
                  <a:lnTo>
                    <a:pt x="1236555" y="152017"/>
                  </a:lnTo>
                  <a:lnTo>
                    <a:pt x="1234338" y="153073"/>
                  </a:lnTo>
                  <a:lnTo>
                    <a:pt x="1232816" y="153157"/>
                  </a:lnTo>
                  <a:lnTo>
                    <a:pt x="1231716" y="153516"/>
                  </a:lnTo>
                  <a:lnTo>
                    <a:pt x="1233315" y="154677"/>
                  </a:lnTo>
                  <a:lnTo>
                    <a:pt x="1240227" y="154976"/>
                  </a:lnTo>
                  <a:lnTo>
                    <a:pt x="1242235" y="156396"/>
                  </a:lnTo>
                  <a:lnTo>
                    <a:pt x="1243824" y="160007"/>
                  </a:lnTo>
                  <a:lnTo>
                    <a:pt x="1243811" y="164415"/>
                  </a:lnTo>
                  <a:lnTo>
                    <a:pt x="1242261" y="166610"/>
                  </a:lnTo>
                  <a:lnTo>
                    <a:pt x="1238013" y="166981"/>
                  </a:lnTo>
                  <a:lnTo>
                    <a:pt x="1232410" y="162074"/>
                  </a:lnTo>
                  <a:lnTo>
                    <a:pt x="1229019" y="160180"/>
                  </a:lnTo>
                  <a:lnTo>
                    <a:pt x="1224223" y="156504"/>
                  </a:lnTo>
                  <a:lnTo>
                    <a:pt x="1223280" y="157120"/>
                  </a:lnTo>
                  <a:lnTo>
                    <a:pt x="1224686" y="160221"/>
                  </a:lnTo>
                  <a:lnTo>
                    <a:pt x="1226942" y="161942"/>
                  </a:lnTo>
                  <a:lnTo>
                    <a:pt x="1230991" y="166719"/>
                  </a:lnTo>
                  <a:lnTo>
                    <a:pt x="1237726" y="176559"/>
                  </a:lnTo>
                  <a:lnTo>
                    <a:pt x="1239295" y="175759"/>
                  </a:lnTo>
                  <a:lnTo>
                    <a:pt x="1240227" y="174512"/>
                  </a:lnTo>
                  <a:lnTo>
                    <a:pt x="1240685" y="172915"/>
                  </a:lnTo>
                  <a:lnTo>
                    <a:pt x="1240288" y="170712"/>
                  </a:lnTo>
                  <a:lnTo>
                    <a:pt x="1241368" y="171784"/>
                  </a:lnTo>
                  <a:lnTo>
                    <a:pt x="1242362" y="173756"/>
                  </a:lnTo>
                  <a:lnTo>
                    <a:pt x="1244422" y="177033"/>
                  </a:lnTo>
                  <a:lnTo>
                    <a:pt x="1241660" y="176869"/>
                  </a:lnTo>
                  <a:lnTo>
                    <a:pt x="1238185" y="177971"/>
                  </a:lnTo>
                  <a:lnTo>
                    <a:pt x="1236896" y="179273"/>
                  </a:lnTo>
                  <a:lnTo>
                    <a:pt x="1237863" y="181097"/>
                  </a:lnTo>
                  <a:lnTo>
                    <a:pt x="1240442" y="181360"/>
                  </a:lnTo>
                  <a:lnTo>
                    <a:pt x="1241542" y="183843"/>
                  </a:lnTo>
                  <a:lnTo>
                    <a:pt x="1243557" y="186914"/>
                  </a:lnTo>
                  <a:lnTo>
                    <a:pt x="1248092" y="195346"/>
                  </a:lnTo>
                  <a:lnTo>
                    <a:pt x="1251310" y="196947"/>
                  </a:lnTo>
                  <a:lnTo>
                    <a:pt x="1254421" y="200435"/>
                  </a:lnTo>
                  <a:lnTo>
                    <a:pt x="1257539" y="202054"/>
                  </a:lnTo>
                  <a:lnTo>
                    <a:pt x="1259140" y="202178"/>
                  </a:lnTo>
                  <a:lnTo>
                    <a:pt x="1260220" y="199991"/>
                  </a:lnTo>
                  <a:lnTo>
                    <a:pt x="1261132" y="200773"/>
                  </a:lnTo>
                  <a:lnTo>
                    <a:pt x="1261938" y="204683"/>
                  </a:lnTo>
                  <a:lnTo>
                    <a:pt x="1263443" y="206381"/>
                  </a:lnTo>
                  <a:lnTo>
                    <a:pt x="1265099" y="206497"/>
                  </a:lnTo>
                  <a:lnTo>
                    <a:pt x="1266450" y="205807"/>
                  </a:lnTo>
                  <a:lnTo>
                    <a:pt x="1268449" y="203953"/>
                  </a:lnTo>
                  <a:lnTo>
                    <a:pt x="1270030" y="201803"/>
                  </a:lnTo>
                  <a:lnTo>
                    <a:pt x="1272553" y="195882"/>
                  </a:lnTo>
                  <a:lnTo>
                    <a:pt x="1274227" y="192891"/>
                  </a:lnTo>
                  <a:lnTo>
                    <a:pt x="1275798" y="191667"/>
                  </a:lnTo>
                  <a:lnTo>
                    <a:pt x="1275256" y="190214"/>
                  </a:lnTo>
                  <a:lnTo>
                    <a:pt x="1275413" y="188530"/>
                  </a:lnTo>
                  <a:lnTo>
                    <a:pt x="1276572" y="184577"/>
                  </a:lnTo>
                  <a:lnTo>
                    <a:pt x="1278142" y="179885"/>
                  </a:lnTo>
                  <a:lnTo>
                    <a:pt x="1279338" y="177419"/>
                  </a:lnTo>
                  <a:lnTo>
                    <a:pt x="1282220" y="172423"/>
                  </a:lnTo>
                  <a:lnTo>
                    <a:pt x="1283337" y="171517"/>
                  </a:lnTo>
                  <a:lnTo>
                    <a:pt x="1284091" y="173127"/>
                  </a:lnTo>
                  <a:lnTo>
                    <a:pt x="1284734" y="175277"/>
                  </a:lnTo>
                  <a:lnTo>
                    <a:pt x="1285161" y="176197"/>
                  </a:lnTo>
                  <a:lnTo>
                    <a:pt x="1285596" y="176564"/>
                  </a:lnTo>
                  <a:lnTo>
                    <a:pt x="1289150" y="180951"/>
                  </a:lnTo>
                  <a:lnTo>
                    <a:pt x="1292749" y="184371"/>
                  </a:lnTo>
                  <a:lnTo>
                    <a:pt x="1295950" y="186047"/>
                  </a:lnTo>
                  <a:lnTo>
                    <a:pt x="1300995" y="187681"/>
                  </a:lnTo>
                  <a:lnTo>
                    <a:pt x="1308307" y="187448"/>
                  </a:lnTo>
                  <a:lnTo>
                    <a:pt x="1309661" y="185268"/>
                  </a:lnTo>
                  <a:lnTo>
                    <a:pt x="1312202" y="183660"/>
                  </a:lnTo>
                  <a:lnTo>
                    <a:pt x="1316309" y="182818"/>
                  </a:lnTo>
                  <a:lnTo>
                    <a:pt x="1318744" y="180843"/>
                  </a:lnTo>
                  <a:lnTo>
                    <a:pt x="1322712" y="180246"/>
                  </a:lnTo>
                  <a:lnTo>
                    <a:pt x="1325217" y="180570"/>
                  </a:lnTo>
                  <a:lnTo>
                    <a:pt x="1329066" y="182013"/>
                  </a:lnTo>
                  <a:lnTo>
                    <a:pt x="1337715" y="186596"/>
                  </a:lnTo>
                  <a:lnTo>
                    <a:pt x="1340148" y="188258"/>
                  </a:lnTo>
                  <a:lnTo>
                    <a:pt x="1341392" y="190042"/>
                  </a:lnTo>
                  <a:lnTo>
                    <a:pt x="1344233" y="192727"/>
                  </a:lnTo>
                  <a:lnTo>
                    <a:pt x="1346027" y="194035"/>
                  </a:lnTo>
                  <a:lnTo>
                    <a:pt x="1347755" y="194937"/>
                  </a:lnTo>
                  <a:lnTo>
                    <a:pt x="1348390" y="194661"/>
                  </a:lnTo>
                  <a:lnTo>
                    <a:pt x="1348171" y="193895"/>
                  </a:lnTo>
                  <a:lnTo>
                    <a:pt x="1347296" y="193145"/>
                  </a:lnTo>
                  <a:lnTo>
                    <a:pt x="1346590" y="192177"/>
                  </a:lnTo>
                  <a:lnTo>
                    <a:pt x="1348646" y="191171"/>
                  </a:lnTo>
                  <a:lnTo>
                    <a:pt x="1348887" y="190432"/>
                  </a:lnTo>
                  <a:lnTo>
                    <a:pt x="1349595" y="189794"/>
                  </a:lnTo>
                  <a:lnTo>
                    <a:pt x="1352318" y="189259"/>
                  </a:lnTo>
                  <a:lnTo>
                    <a:pt x="1349675" y="188282"/>
                  </a:lnTo>
                  <a:lnTo>
                    <a:pt x="1348761" y="188140"/>
                  </a:lnTo>
                  <a:lnTo>
                    <a:pt x="1347496" y="187529"/>
                  </a:lnTo>
                  <a:lnTo>
                    <a:pt x="1347605" y="186179"/>
                  </a:lnTo>
                  <a:lnTo>
                    <a:pt x="1348439" y="185182"/>
                  </a:lnTo>
                  <a:lnTo>
                    <a:pt x="1349080" y="183337"/>
                  </a:lnTo>
                  <a:lnTo>
                    <a:pt x="1349934" y="182149"/>
                  </a:lnTo>
                  <a:lnTo>
                    <a:pt x="1351345" y="181257"/>
                  </a:lnTo>
                  <a:lnTo>
                    <a:pt x="1352367" y="181065"/>
                  </a:lnTo>
                  <a:lnTo>
                    <a:pt x="1354892" y="182250"/>
                  </a:lnTo>
                  <a:lnTo>
                    <a:pt x="1356657" y="180120"/>
                  </a:lnTo>
                  <a:lnTo>
                    <a:pt x="1357999" y="180292"/>
                  </a:lnTo>
                  <a:lnTo>
                    <a:pt x="1360738" y="182448"/>
                  </a:lnTo>
                  <a:lnTo>
                    <a:pt x="1363230" y="185736"/>
                  </a:lnTo>
                  <a:lnTo>
                    <a:pt x="1364581" y="185737"/>
                  </a:lnTo>
                  <a:lnTo>
                    <a:pt x="1368382" y="184421"/>
                  </a:lnTo>
                  <a:lnTo>
                    <a:pt x="1372672" y="184355"/>
                  </a:lnTo>
                  <a:lnTo>
                    <a:pt x="1372119" y="182400"/>
                  </a:lnTo>
                  <a:lnTo>
                    <a:pt x="1369150" y="178181"/>
                  </a:lnTo>
                  <a:lnTo>
                    <a:pt x="1369489" y="172729"/>
                  </a:lnTo>
                  <a:lnTo>
                    <a:pt x="1367410" y="171495"/>
                  </a:lnTo>
                  <a:lnTo>
                    <a:pt x="1365057" y="170767"/>
                  </a:lnTo>
                  <a:lnTo>
                    <a:pt x="1368481" y="169378"/>
                  </a:lnTo>
                  <a:lnTo>
                    <a:pt x="1371002" y="164939"/>
                  </a:lnTo>
                  <a:lnTo>
                    <a:pt x="1373037" y="164539"/>
                  </a:lnTo>
                  <a:lnTo>
                    <a:pt x="1375153" y="163676"/>
                  </a:lnTo>
                  <a:lnTo>
                    <a:pt x="1374503" y="163135"/>
                  </a:lnTo>
                  <a:lnTo>
                    <a:pt x="1368197" y="162661"/>
                  </a:lnTo>
                  <a:lnTo>
                    <a:pt x="1366836" y="163193"/>
                  </a:lnTo>
                  <a:lnTo>
                    <a:pt x="1365924" y="164499"/>
                  </a:lnTo>
                  <a:lnTo>
                    <a:pt x="1362827" y="164499"/>
                  </a:lnTo>
                  <a:lnTo>
                    <a:pt x="1362445" y="161516"/>
                  </a:lnTo>
                  <a:lnTo>
                    <a:pt x="1362394" y="159586"/>
                  </a:lnTo>
                  <a:lnTo>
                    <a:pt x="1366450" y="155545"/>
                  </a:lnTo>
                  <a:lnTo>
                    <a:pt x="1368005" y="154670"/>
                  </a:lnTo>
                  <a:lnTo>
                    <a:pt x="1378357" y="154758"/>
                  </a:lnTo>
                  <a:lnTo>
                    <a:pt x="1381458" y="153995"/>
                  </a:lnTo>
                  <a:lnTo>
                    <a:pt x="1386019" y="151987"/>
                  </a:lnTo>
                  <a:lnTo>
                    <a:pt x="1384848" y="150712"/>
                  </a:lnTo>
                  <a:lnTo>
                    <a:pt x="1384722" y="148143"/>
                  </a:lnTo>
                  <a:lnTo>
                    <a:pt x="1380816" y="144425"/>
                  </a:lnTo>
                  <a:lnTo>
                    <a:pt x="1381104" y="143574"/>
                  </a:lnTo>
                  <a:lnTo>
                    <a:pt x="1381495" y="143030"/>
                  </a:lnTo>
                  <a:lnTo>
                    <a:pt x="1382715" y="143002"/>
                  </a:lnTo>
                  <a:lnTo>
                    <a:pt x="1388828" y="143985"/>
                  </a:lnTo>
                  <a:lnTo>
                    <a:pt x="1391370" y="146025"/>
                  </a:lnTo>
                  <a:lnTo>
                    <a:pt x="1397988" y="148030"/>
                  </a:lnTo>
                  <a:lnTo>
                    <a:pt x="1415713" y="148697"/>
                  </a:lnTo>
                  <a:lnTo>
                    <a:pt x="1417726" y="149437"/>
                  </a:lnTo>
                  <a:lnTo>
                    <a:pt x="1425318" y="150329"/>
                  </a:lnTo>
                  <a:lnTo>
                    <a:pt x="1428545" y="151307"/>
                  </a:lnTo>
                  <a:lnTo>
                    <a:pt x="1436230" y="152480"/>
                  </a:lnTo>
                  <a:lnTo>
                    <a:pt x="1439721" y="153311"/>
                  </a:lnTo>
                  <a:lnTo>
                    <a:pt x="1442505" y="154633"/>
                  </a:lnTo>
                  <a:lnTo>
                    <a:pt x="1447004" y="155400"/>
                  </a:lnTo>
                  <a:lnTo>
                    <a:pt x="1449071" y="156262"/>
                  </a:lnTo>
                  <a:lnTo>
                    <a:pt x="1448850" y="158996"/>
                  </a:lnTo>
                  <a:lnTo>
                    <a:pt x="1439494" y="158631"/>
                  </a:lnTo>
                  <a:lnTo>
                    <a:pt x="1436396" y="157726"/>
                  </a:lnTo>
                  <a:lnTo>
                    <a:pt x="1432552" y="157621"/>
                  </a:lnTo>
                  <a:lnTo>
                    <a:pt x="1431076" y="158034"/>
                  </a:lnTo>
                  <a:lnTo>
                    <a:pt x="1428775" y="160302"/>
                  </a:lnTo>
                  <a:lnTo>
                    <a:pt x="1426013" y="161489"/>
                  </a:lnTo>
                  <a:lnTo>
                    <a:pt x="1423677" y="161682"/>
                  </a:lnTo>
                  <a:lnTo>
                    <a:pt x="1425208" y="163637"/>
                  </a:lnTo>
                  <a:lnTo>
                    <a:pt x="1427351" y="164165"/>
                  </a:lnTo>
                  <a:lnTo>
                    <a:pt x="1434279" y="161651"/>
                  </a:lnTo>
                  <a:lnTo>
                    <a:pt x="1453229" y="160392"/>
                  </a:lnTo>
                  <a:lnTo>
                    <a:pt x="1456126" y="160600"/>
                  </a:lnTo>
                  <a:lnTo>
                    <a:pt x="1455824" y="162339"/>
                  </a:lnTo>
                  <a:lnTo>
                    <a:pt x="1453291" y="165679"/>
                  </a:lnTo>
                  <a:lnTo>
                    <a:pt x="1450884" y="168280"/>
                  </a:lnTo>
                  <a:lnTo>
                    <a:pt x="1447369" y="170955"/>
                  </a:lnTo>
                  <a:lnTo>
                    <a:pt x="1446060" y="170941"/>
                  </a:lnTo>
                  <a:lnTo>
                    <a:pt x="1448795" y="165266"/>
                  </a:lnTo>
                  <a:lnTo>
                    <a:pt x="1447662" y="165001"/>
                  </a:lnTo>
                  <a:lnTo>
                    <a:pt x="1446616" y="165125"/>
                  </a:lnTo>
                  <a:lnTo>
                    <a:pt x="1443544" y="162773"/>
                  </a:lnTo>
                  <a:lnTo>
                    <a:pt x="1443047" y="162655"/>
                  </a:lnTo>
                  <a:lnTo>
                    <a:pt x="1442450" y="163232"/>
                  </a:lnTo>
                  <a:lnTo>
                    <a:pt x="1442456" y="164082"/>
                  </a:lnTo>
                  <a:lnTo>
                    <a:pt x="1441894" y="167350"/>
                  </a:lnTo>
                  <a:lnTo>
                    <a:pt x="1443024" y="168719"/>
                  </a:lnTo>
                  <a:lnTo>
                    <a:pt x="1443024" y="171064"/>
                  </a:lnTo>
                  <a:lnTo>
                    <a:pt x="1438764" y="172576"/>
                  </a:lnTo>
                  <a:lnTo>
                    <a:pt x="1437106" y="172443"/>
                  </a:lnTo>
                  <a:lnTo>
                    <a:pt x="1435334" y="171482"/>
                  </a:lnTo>
                  <a:lnTo>
                    <a:pt x="1434581" y="171514"/>
                  </a:lnTo>
                  <a:lnTo>
                    <a:pt x="1434373" y="172254"/>
                  </a:lnTo>
                  <a:lnTo>
                    <a:pt x="1434749" y="173624"/>
                  </a:lnTo>
                  <a:lnTo>
                    <a:pt x="1434700" y="174327"/>
                  </a:lnTo>
                  <a:lnTo>
                    <a:pt x="1434019" y="175425"/>
                  </a:lnTo>
                  <a:lnTo>
                    <a:pt x="1433675" y="176617"/>
                  </a:lnTo>
                  <a:lnTo>
                    <a:pt x="1434722" y="177976"/>
                  </a:lnTo>
                  <a:lnTo>
                    <a:pt x="1436100" y="178318"/>
                  </a:lnTo>
                  <a:lnTo>
                    <a:pt x="1443609" y="176821"/>
                  </a:lnTo>
                  <a:lnTo>
                    <a:pt x="1446881" y="174992"/>
                  </a:lnTo>
                  <a:lnTo>
                    <a:pt x="1450473" y="171632"/>
                  </a:lnTo>
                  <a:lnTo>
                    <a:pt x="1456893" y="163493"/>
                  </a:lnTo>
                  <a:lnTo>
                    <a:pt x="1459724" y="160700"/>
                  </a:lnTo>
                  <a:lnTo>
                    <a:pt x="1461367" y="159641"/>
                  </a:lnTo>
                  <a:lnTo>
                    <a:pt x="1463465" y="159256"/>
                  </a:lnTo>
                  <a:lnTo>
                    <a:pt x="1475263" y="160111"/>
                  </a:lnTo>
                  <a:lnTo>
                    <a:pt x="1482122" y="161873"/>
                  </a:lnTo>
                  <a:lnTo>
                    <a:pt x="1488663" y="164474"/>
                  </a:lnTo>
                  <a:lnTo>
                    <a:pt x="1491888" y="166633"/>
                  </a:lnTo>
                  <a:lnTo>
                    <a:pt x="1494288" y="169560"/>
                  </a:lnTo>
                  <a:lnTo>
                    <a:pt x="1494715" y="170792"/>
                  </a:lnTo>
                  <a:lnTo>
                    <a:pt x="1494943" y="172413"/>
                  </a:lnTo>
                  <a:lnTo>
                    <a:pt x="1493288" y="173968"/>
                  </a:lnTo>
                  <a:lnTo>
                    <a:pt x="1485959" y="174485"/>
                  </a:lnTo>
                  <a:lnTo>
                    <a:pt x="1483144" y="175365"/>
                  </a:lnTo>
                  <a:lnTo>
                    <a:pt x="1482128" y="176339"/>
                  </a:lnTo>
                  <a:lnTo>
                    <a:pt x="1482000" y="176890"/>
                  </a:lnTo>
                  <a:lnTo>
                    <a:pt x="1481616" y="177761"/>
                  </a:lnTo>
                  <a:lnTo>
                    <a:pt x="1482162" y="178476"/>
                  </a:lnTo>
                  <a:lnTo>
                    <a:pt x="1485449" y="178551"/>
                  </a:lnTo>
                  <a:lnTo>
                    <a:pt x="1488620" y="179258"/>
                  </a:lnTo>
                  <a:lnTo>
                    <a:pt x="1492996" y="181106"/>
                  </a:lnTo>
                  <a:lnTo>
                    <a:pt x="1493673" y="181719"/>
                  </a:lnTo>
                  <a:lnTo>
                    <a:pt x="1495060" y="183474"/>
                  </a:lnTo>
                  <a:lnTo>
                    <a:pt x="1495479" y="183784"/>
                  </a:lnTo>
                  <a:lnTo>
                    <a:pt x="1502047" y="183509"/>
                  </a:lnTo>
                  <a:lnTo>
                    <a:pt x="1502475" y="184137"/>
                  </a:lnTo>
                  <a:lnTo>
                    <a:pt x="1502876" y="185427"/>
                  </a:lnTo>
                  <a:lnTo>
                    <a:pt x="1501137" y="187477"/>
                  </a:lnTo>
                  <a:lnTo>
                    <a:pt x="1499427" y="188867"/>
                  </a:lnTo>
                  <a:lnTo>
                    <a:pt x="1495928" y="192184"/>
                  </a:lnTo>
                  <a:lnTo>
                    <a:pt x="1497699" y="190983"/>
                  </a:lnTo>
                  <a:lnTo>
                    <a:pt x="1504751" y="188155"/>
                  </a:lnTo>
                  <a:lnTo>
                    <a:pt x="1506532" y="187636"/>
                  </a:lnTo>
                  <a:lnTo>
                    <a:pt x="1508696" y="187835"/>
                  </a:lnTo>
                  <a:lnTo>
                    <a:pt x="1514023" y="190399"/>
                  </a:lnTo>
                  <a:lnTo>
                    <a:pt x="1516184" y="192442"/>
                  </a:lnTo>
                  <a:lnTo>
                    <a:pt x="1520243" y="198190"/>
                  </a:lnTo>
                  <a:lnTo>
                    <a:pt x="1519109" y="198805"/>
                  </a:lnTo>
                  <a:lnTo>
                    <a:pt x="1516211" y="199396"/>
                  </a:lnTo>
                  <a:lnTo>
                    <a:pt x="1525313" y="203770"/>
                  </a:lnTo>
                  <a:lnTo>
                    <a:pt x="1528841" y="203735"/>
                  </a:lnTo>
                  <a:lnTo>
                    <a:pt x="1536913" y="202465"/>
                  </a:lnTo>
                  <a:lnTo>
                    <a:pt x="1540977" y="202425"/>
                  </a:lnTo>
                  <a:lnTo>
                    <a:pt x="1548531" y="199633"/>
                  </a:lnTo>
                  <a:lnTo>
                    <a:pt x="1556033" y="197867"/>
                  </a:lnTo>
                  <a:lnTo>
                    <a:pt x="1562936" y="197737"/>
                  </a:lnTo>
                  <a:lnTo>
                    <a:pt x="1566584" y="196056"/>
                  </a:lnTo>
                  <a:lnTo>
                    <a:pt x="1576204" y="196108"/>
                  </a:lnTo>
                  <a:lnTo>
                    <a:pt x="1585500" y="196677"/>
                  </a:lnTo>
                  <a:lnTo>
                    <a:pt x="1592686" y="197718"/>
                  </a:lnTo>
                  <a:lnTo>
                    <a:pt x="1600792" y="200799"/>
                  </a:lnTo>
                  <a:lnTo>
                    <a:pt x="1608696" y="205062"/>
                  </a:lnTo>
                  <a:lnTo>
                    <a:pt x="1613294" y="209231"/>
                  </a:lnTo>
                  <a:lnTo>
                    <a:pt x="1614229" y="210552"/>
                  </a:lnTo>
                  <a:lnTo>
                    <a:pt x="1615535" y="213473"/>
                  </a:lnTo>
                  <a:lnTo>
                    <a:pt x="1616105" y="215909"/>
                  </a:lnTo>
                  <a:lnTo>
                    <a:pt x="1616688" y="219277"/>
                  </a:lnTo>
                  <a:lnTo>
                    <a:pt x="1616407" y="221886"/>
                  </a:lnTo>
                  <a:lnTo>
                    <a:pt x="1615265" y="223735"/>
                  </a:lnTo>
                  <a:lnTo>
                    <a:pt x="1614555" y="226021"/>
                  </a:lnTo>
                  <a:lnTo>
                    <a:pt x="1614649" y="228723"/>
                  </a:lnTo>
                  <a:lnTo>
                    <a:pt x="1613312" y="232263"/>
                  </a:lnTo>
                  <a:lnTo>
                    <a:pt x="1614568" y="234782"/>
                  </a:lnTo>
                  <a:lnTo>
                    <a:pt x="1618062" y="236412"/>
                  </a:lnTo>
                  <a:lnTo>
                    <a:pt x="1625621" y="238617"/>
                  </a:lnTo>
                  <a:lnTo>
                    <a:pt x="1627709" y="240060"/>
                  </a:lnTo>
                  <a:lnTo>
                    <a:pt x="1627930" y="244427"/>
                  </a:lnTo>
                  <a:lnTo>
                    <a:pt x="1628578" y="248093"/>
                  </a:lnTo>
                  <a:lnTo>
                    <a:pt x="1629230" y="255075"/>
                  </a:lnTo>
                  <a:lnTo>
                    <a:pt x="1630513" y="256828"/>
                  </a:lnTo>
                  <a:lnTo>
                    <a:pt x="1632573" y="258500"/>
                  </a:lnTo>
                  <a:lnTo>
                    <a:pt x="1632948" y="260779"/>
                  </a:lnTo>
                  <a:lnTo>
                    <a:pt x="1630369" y="268205"/>
                  </a:lnTo>
                  <a:lnTo>
                    <a:pt x="1628756" y="269574"/>
                  </a:lnTo>
                  <a:lnTo>
                    <a:pt x="1627042" y="271618"/>
                  </a:lnTo>
                  <a:lnTo>
                    <a:pt x="1630070" y="270904"/>
                  </a:lnTo>
                  <a:lnTo>
                    <a:pt x="1631602" y="268203"/>
                  </a:lnTo>
                  <a:lnTo>
                    <a:pt x="1633247" y="263207"/>
                  </a:lnTo>
                  <a:lnTo>
                    <a:pt x="1634833" y="262413"/>
                  </a:lnTo>
                  <a:lnTo>
                    <a:pt x="1635690" y="260779"/>
                  </a:lnTo>
                  <a:lnTo>
                    <a:pt x="1635690" y="256086"/>
                  </a:lnTo>
                  <a:lnTo>
                    <a:pt x="1634648" y="252016"/>
                  </a:lnTo>
                  <a:lnTo>
                    <a:pt x="1634648" y="249109"/>
                  </a:lnTo>
                  <a:lnTo>
                    <a:pt x="1635340" y="246761"/>
                  </a:lnTo>
                  <a:lnTo>
                    <a:pt x="1640315" y="241869"/>
                  </a:lnTo>
                  <a:lnTo>
                    <a:pt x="1643007" y="239905"/>
                  </a:lnTo>
                  <a:lnTo>
                    <a:pt x="1645563" y="238797"/>
                  </a:lnTo>
                  <a:lnTo>
                    <a:pt x="1652496" y="237802"/>
                  </a:lnTo>
                  <a:lnTo>
                    <a:pt x="1655625" y="236856"/>
                  </a:lnTo>
                  <a:lnTo>
                    <a:pt x="1659241" y="237491"/>
                  </a:lnTo>
                  <a:lnTo>
                    <a:pt x="1661767" y="237239"/>
                  </a:lnTo>
                  <a:lnTo>
                    <a:pt x="1664700" y="236253"/>
                  </a:lnTo>
                  <a:lnTo>
                    <a:pt x="1667303" y="236722"/>
                  </a:lnTo>
                  <a:lnTo>
                    <a:pt x="1671614" y="239977"/>
                  </a:lnTo>
                  <a:lnTo>
                    <a:pt x="1686817" y="240707"/>
                  </a:lnTo>
                  <a:lnTo>
                    <a:pt x="1689495" y="241843"/>
                  </a:lnTo>
                  <a:lnTo>
                    <a:pt x="1699730" y="243215"/>
                  </a:lnTo>
                  <a:lnTo>
                    <a:pt x="1700511" y="243205"/>
                  </a:lnTo>
                  <a:lnTo>
                    <a:pt x="1702812" y="241593"/>
                  </a:lnTo>
                  <a:lnTo>
                    <a:pt x="1709575" y="236101"/>
                  </a:lnTo>
                  <a:lnTo>
                    <a:pt x="1712362" y="236458"/>
                  </a:lnTo>
                  <a:lnTo>
                    <a:pt x="1713499" y="237317"/>
                  </a:lnTo>
                  <a:lnTo>
                    <a:pt x="1714688" y="239490"/>
                  </a:lnTo>
                  <a:lnTo>
                    <a:pt x="1715935" y="240915"/>
                  </a:lnTo>
                  <a:lnTo>
                    <a:pt x="1716910" y="244767"/>
                  </a:lnTo>
                  <a:lnTo>
                    <a:pt x="1717800" y="249954"/>
                  </a:lnTo>
                  <a:lnTo>
                    <a:pt x="1719263" y="250899"/>
                  </a:lnTo>
                  <a:lnTo>
                    <a:pt x="1721268" y="251228"/>
                  </a:lnTo>
                  <a:lnTo>
                    <a:pt x="1725639" y="253150"/>
                  </a:lnTo>
                  <a:lnTo>
                    <a:pt x="1730080" y="255626"/>
                  </a:lnTo>
                  <a:lnTo>
                    <a:pt x="1731348" y="260352"/>
                  </a:lnTo>
                  <a:lnTo>
                    <a:pt x="1733727" y="264299"/>
                  </a:lnTo>
                  <a:lnTo>
                    <a:pt x="1739282" y="263925"/>
                  </a:lnTo>
                  <a:lnTo>
                    <a:pt x="1745034" y="263136"/>
                  </a:lnTo>
                  <a:lnTo>
                    <a:pt x="1750613" y="256638"/>
                  </a:lnTo>
                  <a:lnTo>
                    <a:pt x="1750629" y="253996"/>
                  </a:lnTo>
                  <a:lnTo>
                    <a:pt x="1749253" y="250187"/>
                  </a:lnTo>
                  <a:lnTo>
                    <a:pt x="1747185" y="246504"/>
                  </a:lnTo>
                  <a:lnTo>
                    <a:pt x="1745577" y="240739"/>
                  </a:lnTo>
                  <a:lnTo>
                    <a:pt x="1740443" y="239462"/>
                  </a:lnTo>
                  <a:lnTo>
                    <a:pt x="1740933" y="237788"/>
                  </a:lnTo>
                  <a:lnTo>
                    <a:pt x="1742864" y="235786"/>
                  </a:lnTo>
                  <a:lnTo>
                    <a:pt x="1744613" y="232666"/>
                  </a:lnTo>
                  <a:lnTo>
                    <a:pt x="1744885" y="230263"/>
                  </a:lnTo>
                  <a:lnTo>
                    <a:pt x="1744415" y="225249"/>
                  </a:lnTo>
                  <a:lnTo>
                    <a:pt x="1749060" y="225589"/>
                  </a:lnTo>
                  <a:lnTo>
                    <a:pt x="1753675" y="226178"/>
                  </a:lnTo>
                  <a:lnTo>
                    <a:pt x="1762497" y="228417"/>
                  </a:lnTo>
                  <a:lnTo>
                    <a:pt x="1769676" y="229362"/>
                  </a:lnTo>
                  <a:lnTo>
                    <a:pt x="1773450" y="230798"/>
                  </a:lnTo>
                  <a:lnTo>
                    <a:pt x="1775730" y="232418"/>
                  </a:lnTo>
                  <a:lnTo>
                    <a:pt x="1778425" y="233633"/>
                  </a:lnTo>
                  <a:lnTo>
                    <a:pt x="1779349" y="230673"/>
                  </a:lnTo>
                  <a:lnTo>
                    <a:pt x="1780389" y="229999"/>
                  </a:lnTo>
                  <a:lnTo>
                    <a:pt x="1783981" y="231645"/>
                  </a:lnTo>
                  <a:lnTo>
                    <a:pt x="1786597" y="232147"/>
                  </a:lnTo>
                  <a:lnTo>
                    <a:pt x="1791123" y="231925"/>
                  </a:lnTo>
                  <a:lnTo>
                    <a:pt x="1796804" y="232692"/>
                  </a:lnTo>
                  <a:lnTo>
                    <a:pt x="1803020" y="232563"/>
                  </a:lnTo>
                  <a:lnTo>
                    <a:pt x="1808573" y="231260"/>
                  </a:lnTo>
                  <a:lnTo>
                    <a:pt x="1810648" y="231521"/>
                  </a:lnTo>
                  <a:lnTo>
                    <a:pt x="1812915" y="232556"/>
                  </a:lnTo>
                  <a:lnTo>
                    <a:pt x="1816607" y="235268"/>
                  </a:lnTo>
                  <a:lnTo>
                    <a:pt x="1822871" y="238888"/>
                  </a:lnTo>
                  <a:lnTo>
                    <a:pt x="1828600" y="239904"/>
                  </a:lnTo>
                  <a:lnTo>
                    <a:pt x="1835171" y="243332"/>
                  </a:lnTo>
                  <a:lnTo>
                    <a:pt x="1841376" y="244591"/>
                  </a:lnTo>
                  <a:lnTo>
                    <a:pt x="1846318" y="246535"/>
                  </a:lnTo>
                  <a:lnTo>
                    <a:pt x="1847032" y="247277"/>
                  </a:lnTo>
                  <a:lnTo>
                    <a:pt x="1847253" y="248344"/>
                  </a:lnTo>
                  <a:lnTo>
                    <a:pt x="1847566" y="249236"/>
                  </a:lnTo>
                  <a:lnTo>
                    <a:pt x="1851490" y="250304"/>
                  </a:lnTo>
                  <a:lnTo>
                    <a:pt x="1858748" y="257601"/>
                  </a:lnTo>
                  <a:lnTo>
                    <a:pt x="1860354" y="258465"/>
                  </a:lnTo>
                  <a:lnTo>
                    <a:pt x="1862809" y="259737"/>
                  </a:lnTo>
                  <a:lnTo>
                    <a:pt x="1865285" y="260740"/>
                  </a:lnTo>
                  <a:lnTo>
                    <a:pt x="1866271" y="260425"/>
                  </a:lnTo>
                  <a:lnTo>
                    <a:pt x="1866803" y="260565"/>
                  </a:lnTo>
                  <a:lnTo>
                    <a:pt x="1868203" y="262321"/>
                  </a:lnTo>
                  <a:lnTo>
                    <a:pt x="1869137" y="263142"/>
                  </a:lnTo>
                  <a:lnTo>
                    <a:pt x="1874078" y="265242"/>
                  </a:lnTo>
                  <a:lnTo>
                    <a:pt x="1876327" y="267576"/>
                  </a:lnTo>
                  <a:lnTo>
                    <a:pt x="1878165" y="270220"/>
                  </a:lnTo>
                  <a:lnTo>
                    <a:pt x="1877249" y="269705"/>
                  </a:lnTo>
                  <a:lnTo>
                    <a:pt x="1875570" y="268010"/>
                  </a:lnTo>
                  <a:lnTo>
                    <a:pt x="1875752" y="270002"/>
                  </a:lnTo>
                  <a:lnTo>
                    <a:pt x="1876287" y="271392"/>
                  </a:lnTo>
                  <a:lnTo>
                    <a:pt x="1878952" y="272699"/>
                  </a:lnTo>
                  <a:lnTo>
                    <a:pt x="1881749" y="273736"/>
                  </a:lnTo>
                  <a:lnTo>
                    <a:pt x="1883541" y="274973"/>
                  </a:lnTo>
                  <a:lnTo>
                    <a:pt x="1884135" y="276048"/>
                  </a:lnTo>
                  <a:lnTo>
                    <a:pt x="1884500" y="277988"/>
                  </a:lnTo>
                  <a:lnTo>
                    <a:pt x="1884048" y="279698"/>
                  </a:lnTo>
                  <a:lnTo>
                    <a:pt x="1885674" y="279059"/>
                  </a:lnTo>
                  <a:lnTo>
                    <a:pt x="1887205" y="277538"/>
                  </a:lnTo>
                  <a:lnTo>
                    <a:pt x="1886412" y="276349"/>
                  </a:lnTo>
                  <a:lnTo>
                    <a:pt x="1881261" y="272203"/>
                  </a:lnTo>
                  <a:lnTo>
                    <a:pt x="1880182" y="270810"/>
                  </a:lnTo>
                  <a:lnTo>
                    <a:pt x="1881683" y="271528"/>
                  </a:lnTo>
                  <a:lnTo>
                    <a:pt x="1888589" y="276805"/>
                  </a:lnTo>
                  <a:lnTo>
                    <a:pt x="1890490" y="278827"/>
                  </a:lnTo>
                  <a:lnTo>
                    <a:pt x="1889686" y="279218"/>
                  </a:lnTo>
                  <a:lnTo>
                    <a:pt x="1889123" y="280398"/>
                  </a:lnTo>
                  <a:lnTo>
                    <a:pt x="1889735" y="280900"/>
                  </a:lnTo>
                  <a:lnTo>
                    <a:pt x="1890567" y="280526"/>
                  </a:lnTo>
                  <a:lnTo>
                    <a:pt x="1891949" y="280281"/>
                  </a:lnTo>
                  <a:lnTo>
                    <a:pt x="1893291" y="280951"/>
                  </a:lnTo>
                  <a:lnTo>
                    <a:pt x="1894821" y="282365"/>
                  </a:lnTo>
                  <a:lnTo>
                    <a:pt x="1898046" y="284005"/>
                  </a:lnTo>
                  <a:lnTo>
                    <a:pt x="1917083" y="297038"/>
                  </a:lnTo>
                  <a:lnTo>
                    <a:pt x="1917513" y="299285"/>
                  </a:lnTo>
                  <a:lnTo>
                    <a:pt x="1918049" y="300335"/>
                  </a:lnTo>
                  <a:lnTo>
                    <a:pt x="1918370" y="301677"/>
                  </a:lnTo>
                  <a:lnTo>
                    <a:pt x="1918456" y="303876"/>
                  </a:lnTo>
                  <a:lnTo>
                    <a:pt x="1916723" y="306515"/>
                  </a:lnTo>
                  <a:lnTo>
                    <a:pt x="1919400" y="306278"/>
                  </a:lnTo>
                  <a:lnTo>
                    <a:pt x="1919793" y="305936"/>
                  </a:lnTo>
                  <a:lnTo>
                    <a:pt x="1920490" y="304858"/>
                  </a:lnTo>
                  <a:lnTo>
                    <a:pt x="1921257" y="304147"/>
                  </a:lnTo>
                  <a:lnTo>
                    <a:pt x="1922289" y="305031"/>
                  </a:lnTo>
                  <a:lnTo>
                    <a:pt x="1923120" y="306766"/>
                  </a:lnTo>
                  <a:lnTo>
                    <a:pt x="1922875" y="309141"/>
                  </a:lnTo>
                  <a:lnTo>
                    <a:pt x="1922138" y="311062"/>
                  </a:lnTo>
                  <a:lnTo>
                    <a:pt x="1922044" y="314326"/>
                  </a:lnTo>
                  <a:lnTo>
                    <a:pt x="1922691" y="317067"/>
                  </a:lnTo>
                  <a:lnTo>
                    <a:pt x="1923378" y="318216"/>
                  </a:lnTo>
                  <a:lnTo>
                    <a:pt x="1923927" y="319533"/>
                  </a:lnTo>
                  <a:lnTo>
                    <a:pt x="1924079" y="323448"/>
                  </a:lnTo>
                  <a:lnTo>
                    <a:pt x="1922873" y="325203"/>
                  </a:lnTo>
                  <a:lnTo>
                    <a:pt x="1922205" y="328210"/>
                  </a:lnTo>
                  <a:lnTo>
                    <a:pt x="1922944" y="328506"/>
                  </a:lnTo>
                  <a:lnTo>
                    <a:pt x="1925255" y="328793"/>
                  </a:lnTo>
                  <a:lnTo>
                    <a:pt x="1926013" y="329326"/>
                  </a:lnTo>
                  <a:lnTo>
                    <a:pt x="1927338" y="330728"/>
                  </a:lnTo>
                  <a:lnTo>
                    <a:pt x="1927655" y="332080"/>
                  </a:lnTo>
                  <a:lnTo>
                    <a:pt x="1927947" y="333921"/>
                  </a:lnTo>
                  <a:lnTo>
                    <a:pt x="1928374" y="335632"/>
                  </a:lnTo>
                  <a:lnTo>
                    <a:pt x="1928674" y="336452"/>
                  </a:lnTo>
                  <a:lnTo>
                    <a:pt x="1929016" y="336330"/>
                  </a:lnTo>
                  <a:lnTo>
                    <a:pt x="1930345" y="333963"/>
                  </a:lnTo>
                  <a:lnTo>
                    <a:pt x="1930967" y="333257"/>
                  </a:lnTo>
                  <a:lnTo>
                    <a:pt x="1932444" y="332644"/>
                  </a:lnTo>
                  <a:lnTo>
                    <a:pt x="1933261" y="335320"/>
                  </a:lnTo>
                  <a:lnTo>
                    <a:pt x="1932685" y="339839"/>
                  </a:lnTo>
                  <a:lnTo>
                    <a:pt x="1933167" y="339837"/>
                  </a:lnTo>
                  <a:lnTo>
                    <a:pt x="1933544" y="339361"/>
                  </a:lnTo>
                  <a:lnTo>
                    <a:pt x="1934020" y="338150"/>
                  </a:lnTo>
                  <a:lnTo>
                    <a:pt x="1934696" y="337449"/>
                  </a:lnTo>
                  <a:lnTo>
                    <a:pt x="1935524" y="335807"/>
                  </a:lnTo>
                  <a:lnTo>
                    <a:pt x="1936232" y="333780"/>
                  </a:lnTo>
                  <a:lnTo>
                    <a:pt x="1935396" y="332195"/>
                  </a:lnTo>
                  <a:lnTo>
                    <a:pt x="1934441" y="331205"/>
                  </a:lnTo>
                  <a:lnTo>
                    <a:pt x="1932236" y="330649"/>
                  </a:lnTo>
                  <a:lnTo>
                    <a:pt x="1931084" y="329464"/>
                  </a:lnTo>
                  <a:lnTo>
                    <a:pt x="1930655" y="327952"/>
                  </a:lnTo>
                  <a:lnTo>
                    <a:pt x="1931776" y="327339"/>
                  </a:lnTo>
                  <a:lnTo>
                    <a:pt x="1932739" y="326241"/>
                  </a:lnTo>
                  <a:lnTo>
                    <a:pt x="1933410" y="323616"/>
                  </a:lnTo>
                  <a:lnTo>
                    <a:pt x="1933247" y="322175"/>
                  </a:lnTo>
                  <a:lnTo>
                    <a:pt x="1932977" y="320754"/>
                  </a:lnTo>
                  <a:lnTo>
                    <a:pt x="1932424" y="318763"/>
                  </a:lnTo>
                  <a:lnTo>
                    <a:pt x="1931596" y="317606"/>
                  </a:lnTo>
                  <a:lnTo>
                    <a:pt x="1930021" y="317028"/>
                  </a:lnTo>
                  <a:lnTo>
                    <a:pt x="1929311" y="315900"/>
                  </a:lnTo>
                  <a:lnTo>
                    <a:pt x="1928226" y="315962"/>
                  </a:lnTo>
                  <a:lnTo>
                    <a:pt x="1927153" y="315625"/>
                  </a:lnTo>
                  <a:lnTo>
                    <a:pt x="1926719" y="315212"/>
                  </a:lnTo>
                  <a:lnTo>
                    <a:pt x="1926773" y="314397"/>
                  </a:lnTo>
                  <a:lnTo>
                    <a:pt x="1928022" y="314027"/>
                  </a:lnTo>
                  <a:lnTo>
                    <a:pt x="1934890" y="313929"/>
                  </a:lnTo>
                  <a:lnTo>
                    <a:pt x="1937381" y="312797"/>
                  </a:lnTo>
                  <a:lnTo>
                    <a:pt x="1938516" y="313152"/>
                  </a:lnTo>
                  <a:lnTo>
                    <a:pt x="1939644" y="313967"/>
                  </a:lnTo>
                  <a:lnTo>
                    <a:pt x="1943741" y="315033"/>
                  </a:lnTo>
                  <a:lnTo>
                    <a:pt x="1943622" y="315531"/>
                  </a:lnTo>
                  <a:lnTo>
                    <a:pt x="1942932" y="316037"/>
                  </a:lnTo>
                  <a:lnTo>
                    <a:pt x="1941721" y="318409"/>
                  </a:lnTo>
                  <a:lnTo>
                    <a:pt x="1941483" y="319757"/>
                  </a:lnTo>
                  <a:lnTo>
                    <a:pt x="1941431" y="321467"/>
                  </a:lnTo>
                  <a:lnTo>
                    <a:pt x="1942509" y="321800"/>
                  </a:lnTo>
                  <a:lnTo>
                    <a:pt x="1943527" y="321076"/>
                  </a:lnTo>
                  <a:lnTo>
                    <a:pt x="1943030" y="319698"/>
                  </a:lnTo>
                  <a:lnTo>
                    <a:pt x="1942882" y="318004"/>
                  </a:lnTo>
                  <a:lnTo>
                    <a:pt x="1943312" y="317264"/>
                  </a:lnTo>
                  <a:lnTo>
                    <a:pt x="1943875" y="317105"/>
                  </a:lnTo>
                  <a:lnTo>
                    <a:pt x="1944951" y="318379"/>
                  </a:lnTo>
                  <a:lnTo>
                    <a:pt x="1946120" y="318784"/>
                  </a:lnTo>
                  <a:lnTo>
                    <a:pt x="1950045" y="319291"/>
                  </a:lnTo>
                  <a:lnTo>
                    <a:pt x="1951156" y="319128"/>
                  </a:lnTo>
                  <a:lnTo>
                    <a:pt x="1951513" y="318478"/>
                  </a:lnTo>
                  <a:lnTo>
                    <a:pt x="1950747" y="317730"/>
                  </a:lnTo>
                  <a:lnTo>
                    <a:pt x="1945641" y="316070"/>
                  </a:lnTo>
                  <a:lnTo>
                    <a:pt x="1945573" y="315157"/>
                  </a:lnTo>
                  <a:lnTo>
                    <a:pt x="1950283" y="316283"/>
                  </a:lnTo>
                  <a:lnTo>
                    <a:pt x="1952400" y="317319"/>
                  </a:lnTo>
                  <a:lnTo>
                    <a:pt x="1954513" y="318092"/>
                  </a:lnTo>
                  <a:lnTo>
                    <a:pt x="1957468" y="317864"/>
                  </a:lnTo>
                  <a:lnTo>
                    <a:pt x="1960343" y="319092"/>
                  </a:lnTo>
                  <a:lnTo>
                    <a:pt x="1963097" y="322432"/>
                  </a:lnTo>
                  <a:lnTo>
                    <a:pt x="1965645" y="326626"/>
                  </a:lnTo>
                  <a:lnTo>
                    <a:pt x="1968219" y="329109"/>
                  </a:lnTo>
                  <a:lnTo>
                    <a:pt x="1970932" y="330970"/>
                  </a:lnTo>
                  <a:lnTo>
                    <a:pt x="1975454" y="336068"/>
                  </a:lnTo>
                  <a:lnTo>
                    <a:pt x="1976016" y="336469"/>
                  </a:lnTo>
                  <a:lnTo>
                    <a:pt x="1976460" y="337160"/>
                  </a:lnTo>
                  <a:lnTo>
                    <a:pt x="1975611" y="338023"/>
                  </a:lnTo>
                  <a:lnTo>
                    <a:pt x="1974859" y="339268"/>
                  </a:lnTo>
                  <a:lnTo>
                    <a:pt x="1976336" y="338407"/>
                  </a:lnTo>
                  <a:lnTo>
                    <a:pt x="1977825" y="337821"/>
                  </a:lnTo>
                  <a:lnTo>
                    <a:pt x="1978555" y="337935"/>
                  </a:lnTo>
                  <a:lnTo>
                    <a:pt x="1979216" y="338590"/>
                  </a:lnTo>
                  <a:lnTo>
                    <a:pt x="1979647" y="339637"/>
                  </a:lnTo>
                  <a:lnTo>
                    <a:pt x="1979887" y="340677"/>
                  </a:lnTo>
                  <a:lnTo>
                    <a:pt x="1979253" y="341621"/>
                  </a:lnTo>
                  <a:lnTo>
                    <a:pt x="1983581" y="341793"/>
                  </a:lnTo>
                  <a:lnTo>
                    <a:pt x="1984933" y="342395"/>
                  </a:lnTo>
                  <a:lnTo>
                    <a:pt x="1985527" y="344907"/>
                  </a:lnTo>
                  <a:lnTo>
                    <a:pt x="1984277" y="346655"/>
                  </a:lnTo>
                  <a:lnTo>
                    <a:pt x="1983546" y="346443"/>
                  </a:lnTo>
                  <a:lnTo>
                    <a:pt x="1982844" y="345707"/>
                  </a:lnTo>
                  <a:lnTo>
                    <a:pt x="1982179" y="345634"/>
                  </a:lnTo>
                  <a:lnTo>
                    <a:pt x="1980283" y="346386"/>
                  </a:lnTo>
                  <a:lnTo>
                    <a:pt x="1977339" y="348736"/>
                  </a:lnTo>
                  <a:lnTo>
                    <a:pt x="1975637" y="350600"/>
                  </a:lnTo>
                  <a:lnTo>
                    <a:pt x="1975364" y="351837"/>
                  </a:lnTo>
                  <a:lnTo>
                    <a:pt x="1975628" y="355185"/>
                  </a:lnTo>
                  <a:lnTo>
                    <a:pt x="1975389" y="356781"/>
                  </a:lnTo>
                  <a:lnTo>
                    <a:pt x="1974106" y="357807"/>
                  </a:lnTo>
                  <a:lnTo>
                    <a:pt x="1971296" y="357184"/>
                  </a:lnTo>
                  <a:lnTo>
                    <a:pt x="1970021" y="356526"/>
                  </a:lnTo>
                  <a:lnTo>
                    <a:pt x="1968588" y="355635"/>
                  </a:lnTo>
                  <a:lnTo>
                    <a:pt x="1967211" y="354399"/>
                  </a:lnTo>
                  <a:lnTo>
                    <a:pt x="1965446" y="352417"/>
                  </a:lnTo>
                  <a:lnTo>
                    <a:pt x="1964901" y="352227"/>
                  </a:lnTo>
                  <a:lnTo>
                    <a:pt x="1964540" y="352704"/>
                  </a:lnTo>
                  <a:lnTo>
                    <a:pt x="1965143" y="353959"/>
                  </a:lnTo>
                  <a:lnTo>
                    <a:pt x="1966343" y="355533"/>
                  </a:lnTo>
                  <a:lnTo>
                    <a:pt x="1968400" y="357614"/>
                  </a:lnTo>
                  <a:lnTo>
                    <a:pt x="1969378" y="359922"/>
                  </a:lnTo>
                  <a:lnTo>
                    <a:pt x="1968749" y="361072"/>
                  </a:lnTo>
                  <a:lnTo>
                    <a:pt x="1967967" y="361336"/>
                  </a:lnTo>
                  <a:lnTo>
                    <a:pt x="1967406" y="361316"/>
                  </a:lnTo>
                  <a:lnTo>
                    <a:pt x="1965605" y="360594"/>
                  </a:lnTo>
                  <a:lnTo>
                    <a:pt x="1964356" y="360420"/>
                  </a:lnTo>
                  <a:lnTo>
                    <a:pt x="1960406" y="361090"/>
                  </a:lnTo>
                  <a:lnTo>
                    <a:pt x="1958984" y="361518"/>
                  </a:lnTo>
                  <a:lnTo>
                    <a:pt x="1958496" y="361163"/>
                  </a:lnTo>
                  <a:lnTo>
                    <a:pt x="1958374" y="360154"/>
                  </a:lnTo>
                  <a:lnTo>
                    <a:pt x="1956249" y="359420"/>
                  </a:lnTo>
                  <a:lnTo>
                    <a:pt x="1955001" y="359316"/>
                  </a:lnTo>
                  <a:lnTo>
                    <a:pt x="1954411" y="358966"/>
                  </a:lnTo>
                  <a:lnTo>
                    <a:pt x="1953924" y="357925"/>
                  </a:lnTo>
                  <a:lnTo>
                    <a:pt x="1952542" y="356386"/>
                  </a:lnTo>
                  <a:lnTo>
                    <a:pt x="1950445" y="355783"/>
                  </a:lnTo>
                  <a:lnTo>
                    <a:pt x="1949087" y="355712"/>
                  </a:lnTo>
                  <a:lnTo>
                    <a:pt x="1948305" y="356048"/>
                  </a:lnTo>
                  <a:lnTo>
                    <a:pt x="1951069" y="358088"/>
                  </a:lnTo>
                  <a:lnTo>
                    <a:pt x="1953538" y="361517"/>
                  </a:lnTo>
                  <a:lnTo>
                    <a:pt x="1953074" y="362150"/>
                  </a:lnTo>
                  <a:lnTo>
                    <a:pt x="1952760" y="362889"/>
                  </a:lnTo>
                  <a:lnTo>
                    <a:pt x="1954126" y="362941"/>
                  </a:lnTo>
                  <a:lnTo>
                    <a:pt x="1955014" y="362707"/>
                  </a:lnTo>
                  <a:lnTo>
                    <a:pt x="1955273" y="363609"/>
                  </a:lnTo>
                  <a:lnTo>
                    <a:pt x="1954563" y="367227"/>
                  </a:lnTo>
                  <a:lnTo>
                    <a:pt x="1954082" y="368028"/>
                  </a:lnTo>
                  <a:lnTo>
                    <a:pt x="1949785" y="368829"/>
                  </a:lnTo>
                  <a:lnTo>
                    <a:pt x="1950866" y="369429"/>
                  </a:lnTo>
                  <a:lnTo>
                    <a:pt x="1951976" y="369617"/>
                  </a:lnTo>
                  <a:lnTo>
                    <a:pt x="1953236" y="369474"/>
                  </a:lnTo>
                  <a:lnTo>
                    <a:pt x="1954366" y="370094"/>
                  </a:lnTo>
                  <a:lnTo>
                    <a:pt x="1955125" y="372370"/>
                  </a:lnTo>
                  <a:lnTo>
                    <a:pt x="1955253" y="374750"/>
                  </a:lnTo>
                  <a:lnTo>
                    <a:pt x="1954143" y="376109"/>
                  </a:lnTo>
                  <a:lnTo>
                    <a:pt x="1952992" y="377214"/>
                  </a:lnTo>
                  <a:lnTo>
                    <a:pt x="1950627" y="378892"/>
                  </a:lnTo>
                  <a:lnTo>
                    <a:pt x="1948193" y="379633"/>
                  </a:lnTo>
                  <a:lnTo>
                    <a:pt x="1946915" y="379447"/>
                  </a:lnTo>
                  <a:lnTo>
                    <a:pt x="1945675" y="379819"/>
                  </a:lnTo>
                  <a:lnTo>
                    <a:pt x="1944857" y="380689"/>
                  </a:lnTo>
                  <a:lnTo>
                    <a:pt x="1944619" y="381570"/>
                  </a:lnTo>
                  <a:lnTo>
                    <a:pt x="1945688" y="380986"/>
                  </a:lnTo>
                  <a:lnTo>
                    <a:pt x="1946921" y="381312"/>
                  </a:lnTo>
                  <a:lnTo>
                    <a:pt x="1948089" y="382362"/>
                  </a:lnTo>
                  <a:lnTo>
                    <a:pt x="1947961" y="383229"/>
                  </a:lnTo>
                  <a:lnTo>
                    <a:pt x="1946852" y="384175"/>
                  </a:lnTo>
                  <a:lnTo>
                    <a:pt x="1946590" y="384892"/>
                  </a:lnTo>
                  <a:lnTo>
                    <a:pt x="1947016" y="386101"/>
                  </a:lnTo>
                  <a:lnTo>
                    <a:pt x="1946872" y="387140"/>
                  </a:lnTo>
                  <a:lnTo>
                    <a:pt x="1947442" y="387699"/>
                  </a:lnTo>
                  <a:lnTo>
                    <a:pt x="1948749" y="387896"/>
                  </a:lnTo>
                  <a:lnTo>
                    <a:pt x="1950343" y="388646"/>
                  </a:lnTo>
                  <a:lnTo>
                    <a:pt x="1951912" y="389641"/>
                  </a:lnTo>
                  <a:lnTo>
                    <a:pt x="1952530" y="390494"/>
                  </a:lnTo>
                  <a:lnTo>
                    <a:pt x="1953052" y="391696"/>
                  </a:lnTo>
                  <a:lnTo>
                    <a:pt x="1953236" y="392970"/>
                  </a:lnTo>
                  <a:lnTo>
                    <a:pt x="1952959" y="393491"/>
                  </a:lnTo>
                  <a:lnTo>
                    <a:pt x="1949385" y="393693"/>
                  </a:lnTo>
                  <a:lnTo>
                    <a:pt x="1948843" y="393540"/>
                  </a:lnTo>
                  <a:lnTo>
                    <a:pt x="1948639" y="392130"/>
                  </a:lnTo>
                  <a:lnTo>
                    <a:pt x="1948205" y="390979"/>
                  </a:lnTo>
                  <a:lnTo>
                    <a:pt x="1946844" y="390177"/>
                  </a:lnTo>
                  <a:lnTo>
                    <a:pt x="1946286" y="390729"/>
                  </a:lnTo>
                  <a:lnTo>
                    <a:pt x="1946690" y="394805"/>
                  </a:lnTo>
                  <a:lnTo>
                    <a:pt x="1946151" y="396039"/>
                  </a:lnTo>
                  <a:lnTo>
                    <a:pt x="1945553" y="396932"/>
                  </a:lnTo>
                  <a:lnTo>
                    <a:pt x="1943746" y="397456"/>
                  </a:lnTo>
                  <a:lnTo>
                    <a:pt x="1942307" y="397163"/>
                  </a:lnTo>
                  <a:lnTo>
                    <a:pt x="1941086" y="395235"/>
                  </a:lnTo>
                  <a:lnTo>
                    <a:pt x="1941088" y="393595"/>
                  </a:lnTo>
                  <a:lnTo>
                    <a:pt x="1941896" y="392641"/>
                  </a:lnTo>
                  <a:lnTo>
                    <a:pt x="1941895" y="391318"/>
                  </a:lnTo>
                  <a:lnTo>
                    <a:pt x="1941673" y="389779"/>
                  </a:lnTo>
                  <a:lnTo>
                    <a:pt x="1940842" y="391568"/>
                  </a:lnTo>
                  <a:lnTo>
                    <a:pt x="1939876" y="393057"/>
                  </a:lnTo>
                  <a:lnTo>
                    <a:pt x="1938308" y="394922"/>
                  </a:lnTo>
                  <a:lnTo>
                    <a:pt x="1937548" y="395163"/>
                  </a:lnTo>
                  <a:lnTo>
                    <a:pt x="1936771" y="394951"/>
                  </a:lnTo>
                  <a:lnTo>
                    <a:pt x="1934722" y="393615"/>
                  </a:lnTo>
                  <a:lnTo>
                    <a:pt x="1933460" y="392455"/>
                  </a:lnTo>
                  <a:lnTo>
                    <a:pt x="1930981" y="388649"/>
                  </a:lnTo>
                  <a:lnTo>
                    <a:pt x="1929601" y="386880"/>
                  </a:lnTo>
                  <a:lnTo>
                    <a:pt x="1926524" y="384512"/>
                  </a:lnTo>
                  <a:lnTo>
                    <a:pt x="1923356" y="382792"/>
                  </a:lnTo>
                  <a:lnTo>
                    <a:pt x="1920851" y="381678"/>
                  </a:lnTo>
                  <a:lnTo>
                    <a:pt x="1919512" y="381809"/>
                  </a:lnTo>
                  <a:lnTo>
                    <a:pt x="1918171" y="382260"/>
                  </a:lnTo>
                  <a:lnTo>
                    <a:pt x="1916474" y="382012"/>
                  </a:lnTo>
                  <a:lnTo>
                    <a:pt x="1915901" y="381589"/>
                  </a:lnTo>
                  <a:lnTo>
                    <a:pt x="1915401" y="380647"/>
                  </a:lnTo>
                  <a:lnTo>
                    <a:pt x="1914945" y="380100"/>
                  </a:lnTo>
                  <a:lnTo>
                    <a:pt x="1912565" y="377765"/>
                  </a:lnTo>
                  <a:lnTo>
                    <a:pt x="1910884" y="375852"/>
                  </a:lnTo>
                  <a:lnTo>
                    <a:pt x="1910815" y="374571"/>
                  </a:lnTo>
                  <a:lnTo>
                    <a:pt x="1911172" y="373055"/>
                  </a:lnTo>
                  <a:lnTo>
                    <a:pt x="1910856" y="369293"/>
                  </a:lnTo>
                  <a:lnTo>
                    <a:pt x="1910042" y="365757"/>
                  </a:lnTo>
                  <a:lnTo>
                    <a:pt x="1907966" y="362254"/>
                  </a:lnTo>
                  <a:lnTo>
                    <a:pt x="1902431" y="359993"/>
                  </a:lnTo>
                  <a:lnTo>
                    <a:pt x="1897865" y="358403"/>
                  </a:lnTo>
                  <a:lnTo>
                    <a:pt x="1896230" y="358041"/>
                  </a:lnTo>
                  <a:lnTo>
                    <a:pt x="1894780" y="358394"/>
                  </a:lnTo>
                  <a:lnTo>
                    <a:pt x="1890959" y="361288"/>
                  </a:lnTo>
                  <a:lnTo>
                    <a:pt x="1888401" y="361703"/>
                  </a:lnTo>
                  <a:lnTo>
                    <a:pt x="1880948" y="361845"/>
                  </a:lnTo>
                  <a:lnTo>
                    <a:pt x="1879701" y="361529"/>
                  </a:lnTo>
                  <a:lnTo>
                    <a:pt x="1878578" y="360299"/>
                  </a:lnTo>
                  <a:lnTo>
                    <a:pt x="1878319" y="358650"/>
                  </a:lnTo>
                  <a:lnTo>
                    <a:pt x="1878643" y="355588"/>
                  </a:lnTo>
                  <a:lnTo>
                    <a:pt x="1878606" y="354294"/>
                  </a:lnTo>
                  <a:lnTo>
                    <a:pt x="1878315" y="353857"/>
                  </a:lnTo>
                  <a:lnTo>
                    <a:pt x="1877921" y="353893"/>
                  </a:lnTo>
                  <a:lnTo>
                    <a:pt x="1876451" y="352670"/>
                  </a:lnTo>
                  <a:lnTo>
                    <a:pt x="1875087" y="350620"/>
                  </a:lnTo>
                  <a:lnTo>
                    <a:pt x="1874011" y="348501"/>
                  </a:lnTo>
                  <a:lnTo>
                    <a:pt x="1873284" y="345655"/>
                  </a:lnTo>
                  <a:lnTo>
                    <a:pt x="1874269" y="345514"/>
                  </a:lnTo>
                  <a:lnTo>
                    <a:pt x="1875628" y="346220"/>
                  </a:lnTo>
                  <a:lnTo>
                    <a:pt x="1875825" y="345523"/>
                  </a:lnTo>
                  <a:lnTo>
                    <a:pt x="1876273" y="342953"/>
                  </a:lnTo>
                  <a:lnTo>
                    <a:pt x="1877218" y="341718"/>
                  </a:lnTo>
                  <a:lnTo>
                    <a:pt x="1877580" y="340760"/>
                  </a:lnTo>
                  <a:lnTo>
                    <a:pt x="1878219" y="337270"/>
                  </a:lnTo>
                  <a:lnTo>
                    <a:pt x="1878311" y="334758"/>
                  </a:lnTo>
                  <a:lnTo>
                    <a:pt x="1877224" y="336128"/>
                  </a:lnTo>
                  <a:lnTo>
                    <a:pt x="1875554" y="339613"/>
                  </a:lnTo>
                  <a:lnTo>
                    <a:pt x="1874724" y="340634"/>
                  </a:lnTo>
                  <a:lnTo>
                    <a:pt x="1874149" y="341096"/>
                  </a:lnTo>
                  <a:lnTo>
                    <a:pt x="1873571" y="341307"/>
                  </a:lnTo>
                  <a:lnTo>
                    <a:pt x="1872223" y="340610"/>
                  </a:lnTo>
                  <a:lnTo>
                    <a:pt x="1871261" y="339770"/>
                  </a:lnTo>
                  <a:lnTo>
                    <a:pt x="1871239" y="336397"/>
                  </a:lnTo>
                  <a:lnTo>
                    <a:pt x="1870793" y="335541"/>
                  </a:lnTo>
                  <a:lnTo>
                    <a:pt x="1870367" y="336183"/>
                  </a:lnTo>
                  <a:lnTo>
                    <a:pt x="1870193" y="337388"/>
                  </a:lnTo>
                  <a:lnTo>
                    <a:pt x="1868968" y="337609"/>
                  </a:lnTo>
                  <a:lnTo>
                    <a:pt x="1868396" y="338128"/>
                  </a:lnTo>
                  <a:lnTo>
                    <a:pt x="1868687" y="340128"/>
                  </a:lnTo>
                  <a:lnTo>
                    <a:pt x="1868553" y="341819"/>
                  </a:lnTo>
                  <a:lnTo>
                    <a:pt x="1867390" y="342455"/>
                  </a:lnTo>
                  <a:lnTo>
                    <a:pt x="1865032" y="342845"/>
                  </a:lnTo>
                  <a:lnTo>
                    <a:pt x="1864213" y="341183"/>
                  </a:lnTo>
                  <a:lnTo>
                    <a:pt x="1863512" y="343499"/>
                  </a:lnTo>
                  <a:lnTo>
                    <a:pt x="1862991" y="346093"/>
                  </a:lnTo>
                  <a:lnTo>
                    <a:pt x="1862917" y="349553"/>
                  </a:lnTo>
                  <a:lnTo>
                    <a:pt x="1863665" y="352421"/>
                  </a:lnTo>
                  <a:lnTo>
                    <a:pt x="1864734" y="353787"/>
                  </a:lnTo>
                  <a:lnTo>
                    <a:pt x="1867068" y="355848"/>
                  </a:lnTo>
                  <a:lnTo>
                    <a:pt x="1868081" y="357302"/>
                  </a:lnTo>
                  <a:lnTo>
                    <a:pt x="1868344" y="359175"/>
                  </a:lnTo>
                  <a:lnTo>
                    <a:pt x="1868250" y="360903"/>
                  </a:lnTo>
                  <a:lnTo>
                    <a:pt x="1867037" y="363014"/>
                  </a:lnTo>
                  <a:lnTo>
                    <a:pt x="1866212" y="364758"/>
                  </a:lnTo>
                  <a:lnTo>
                    <a:pt x="1864800" y="368959"/>
                  </a:lnTo>
                  <a:lnTo>
                    <a:pt x="1863954" y="370641"/>
                  </a:lnTo>
                  <a:lnTo>
                    <a:pt x="1860354" y="374186"/>
                  </a:lnTo>
                  <a:lnTo>
                    <a:pt x="1858249" y="375163"/>
                  </a:lnTo>
                  <a:lnTo>
                    <a:pt x="1856105" y="378508"/>
                  </a:lnTo>
                  <a:lnTo>
                    <a:pt x="1853629" y="381432"/>
                  </a:lnTo>
                  <a:lnTo>
                    <a:pt x="1849995" y="382626"/>
                  </a:lnTo>
                  <a:lnTo>
                    <a:pt x="1844491" y="387073"/>
                  </a:lnTo>
                  <a:lnTo>
                    <a:pt x="1842311" y="387904"/>
                  </a:lnTo>
                  <a:lnTo>
                    <a:pt x="1839457" y="385857"/>
                  </a:lnTo>
                  <a:lnTo>
                    <a:pt x="1832916" y="384534"/>
                  </a:lnTo>
                  <a:lnTo>
                    <a:pt x="1830881" y="382736"/>
                  </a:lnTo>
                  <a:lnTo>
                    <a:pt x="1827899" y="378201"/>
                  </a:lnTo>
                  <a:lnTo>
                    <a:pt x="1826862" y="377543"/>
                  </a:lnTo>
                  <a:lnTo>
                    <a:pt x="1825976" y="375756"/>
                  </a:lnTo>
                  <a:lnTo>
                    <a:pt x="1822340" y="373752"/>
                  </a:lnTo>
                  <a:lnTo>
                    <a:pt x="1819220" y="375062"/>
                  </a:lnTo>
                  <a:lnTo>
                    <a:pt x="1816639" y="374068"/>
                  </a:lnTo>
                  <a:lnTo>
                    <a:pt x="1815761" y="374775"/>
                  </a:lnTo>
                  <a:lnTo>
                    <a:pt x="1817115" y="375427"/>
                  </a:lnTo>
                  <a:lnTo>
                    <a:pt x="1819472" y="375961"/>
                  </a:lnTo>
                  <a:lnTo>
                    <a:pt x="1823061" y="375699"/>
                  </a:lnTo>
                  <a:lnTo>
                    <a:pt x="1824247" y="376183"/>
                  </a:lnTo>
                  <a:lnTo>
                    <a:pt x="1825297" y="377738"/>
                  </a:lnTo>
                  <a:lnTo>
                    <a:pt x="1826508" y="380260"/>
                  </a:lnTo>
                  <a:lnTo>
                    <a:pt x="1825599" y="381940"/>
                  </a:lnTo>
                  <a:lnTo>
                    <a:pt x="1824630" y="382476"/>
                  </a:lnTo>
                  <a:lnTo>
                    <a:pt x="1821733" y="380628"/>
                  </a:lnTo>
                  <a:lnTo>
                    <a:pt x="1818389" y="380901"/>
                  </a:lnTo>
                  <a:lnTo>
                    <a:pt x="1816839" y="380452"/>
                  </a:lnTo>
                  <a:lnTo>
                    <a:pt x="1812350" y="377328"/>
                  </a:lnTo>
                  <a:lnTo>
                    <a:pt x="1808938" y="380781"/>
                  </a:lnTo>
                  <a:lnTo>
                    <a:pt x="1804250" y="382564"/>
                  </a:lnTo>
                  <a:lnTo>
                    <a:pt x="1800609" y="382766"/>
                  </a:lnTo>
                  <a:lnTo>
                    <a:pt x="1793919" y="385514"/>
                  </a:lnTo>
                  <a:lnTo>
                    <a:pt x="1795745" y="385586"/>
                  </a:lnTo>
                  <a:lnTo>
                    <a:pt x="1800601" y="383660"/>
                  </a:lnTo>
                  <a:lnTo>
                    <a:pt x="1803448" y="383660"/>
                  </a:lnTo>
                  <a:lnTo>
                    <a:pt x="1807680" y="382600"/>
                  </a:lnTo>
                  <a:lnTo>
                    <a:pt x="1809881" y="381335"/>
                  </a:lnTo>
                  <a:lnTo>
                    <a:pt x="1810946" y="380156"/>
                  </a:lnTo>
                  <a:lnTo>
                    <a:pt x="1812294" y="378988"/>
                  </a:lnTo>
                  <a:lnTo>
                    <a:pt x="1813667" y="379578"/>
                  </a:lnTo>
                  <a:lnTo>
                    <a:pt x="1814615" y="380811"/>
                  </a:lnTo>
                  <a:lnTo>
                    <a:pt x="1815272" y="382560"/>
                  </a:lnTo>
                  <a:lnTo>
                    <a:pt x="1815882" y="384886"/>
                  </a:lnTo>
                  <a:lnTo>
                    <a:pt x="1815056" y="386107"/>
                  </a:lnTo>
                  <a:lnTo>
                    <a:pt x="1814279" y="386753"/>
                  </a:lnTo>
                  <a:lnTo>
                    <a:pt x="1813322" y="388411"/>
                  </a:lnTo>
                  <a:lnTo>
                    <a:pt x="1817791" y="385557"/>
                  </a:lnTo>
                  <a:lnTo>
                    <a:pt x="1820513" y="387258"/>
                  </a:lnTo>
                  <a:lnTo>
                    <a:pt x="1821877" y="386994"/>
                  </a:lnTo>
                  <a:lnTo>
                    <a:pt x="1824399" y="384469"/>
                  </a:lnTo>
                  <a:lnTo>
                    <a:pt x="1828515" y="382850"/>
                  </a:lnTo>
                  <a:lnTo>
                    <a:pt x="1829002" y="383165"/>
                  </a:lnTo>
                  <a:lnTo>
                    <a:pt x="1829486" y="383950"/>
                  </a:lnTo>
                  <a:lnTo>
                    <a:pt x="1828787" y="388796"/>
                  </a:lnTo>
                  <a:lnTo>
                    <a:pt x="1829068" y="392588"/>
                  </a:lnTo>
                  <a:lnTo>
                    <a:pt x="1832171" y="396717"/>
                  </a:lnTo>
                  <a:lnTo>
                    <a:pt x="1835411" y="399154"/>
                  </a:lnTo>
                  <a:lnTo>
                    <a:pt x="1836524" y="399233"/>
                  </a:lnTo>
                  <a:lnTo>
                    <a:pt x="1837571" y="398770"/>
                  </a:lnTo>
                  <a:lnTo>
                    <a:pt x="1837978" y="396589"/>
                  </a:lnTo>
                  <a:lnTo>
                    <a:pt x="1838776" y="394954"/>
                  </a:lnTo>
                  <a:lnTo>
                    <a:pt x="1839794" y="396431"/>
                  </a:lnTo>
                  <a:lnTo>
                    <a:pt x="1840628" y="398013"/>
                  </a:lnTo>
                  <a:lnTo>
                    <a:pt x="1841794" y="401943"/>
                  </a:lnTo>
                  <a:lnTo>
                    <a:pt x="1841766" y="403092"/>
                  </a:lnTo>
                  <a:lnTo>
                    <a:pt x="1841480" y="405386"/>
                  </a:lnTo>
                  <a:lnTo>
                    <a:pt x="1842512" y="406442"/>
                  </a:lnTo>
                  <a:lnTo>
                    <a:pt x="1843905" y="406748"/>
                  </a:lnTo>
                  <a:lnTo>
                    <a:pt x="1844419" y="410381"/>
                  </a:lnTo>
                  <a:lnTo>
                    <a:pt x="1844894" y="415559"/>
                  </a:lnTo>
                  <a:lnTo>
                    <a:pt x="1844283" y="416042"/>
                  </a:lnTo>
                  <a:lnTo>
                    <a:pt x="1843608" y="416042"/>
                  </a:lnTo>
                  <a:lnTo>
                    <a:pt x="1841347" y="417377"/>
                  </a:lnTo>
                  <a:lnTo>
                    <a:pt x="1841660" y="418308"/>
                  </a:lnTo>
                  <a:lnTo>
                    <a:pt x="1843946" y="418823"/>
                  </a:lnTo>
                  <a:lnTo>
                    <a:pt x="1844589" y="419860"/>
                  </a:lnTo>
                  <a:lnTo>
                    <a:pt x="1844131" y="422271"/>
                  </a:lnTo>
                  <a:lnTo>
                    <a:pt x="1844251" y="423383"/>
                  </a:lnTo>
                  <a:lnTo>
                    <a:pt x="1845047" y="423606"/>
                  </a:lnTo>
                  <a:lnTo>
                    <a:pt x="1845567" y="422197"/>
                  </a:lnTo>
                  <a:lnTo>
                    <a:pt x="1845429" y="420193"/>
                  </a:lnTo>
                  <a:lnTo>
                    <a:pt x="1845643" y="419304"/>
                  </a:lnTo>
                  <a:lnTo>
                    <a:pt x="1847174" y="423444"/>
                  </a:lnTo>
                  <a:lnTo>
                    <a:pt x="1847210" y="425076"/>
                  </a:lnTo>
                  <a:lnTo>
                    <a:pt x="1848509" y="426926"/>
                  </a:lnTo>
                  <a:lnTo>
                    <a:pt x="1852217" y="429651"/>
                  </a:lnTo>
                  <a:lnTo>
                    <a:pt x="1852902" y="430921"/>
                  </a:lnTo>
                  <a:lnTo>
                    <a:pt x="1853103" y="432974"/>
                  </a:lnTo>
                  <a:lnTo>
                    <a:pt x="1852176" y="433560"/>
                  </a:lnTo>
                  <a:lnTo>
                    <a:pt x="1851330" y="435025"/>
                  </a:lnTo>
                  <a:lnTo>
                    <a:pt x="1851849" y="437048"/>
                  </a:lnTo>
                  <a:lnTo>
                    <a:pt x="1852811" y="438708"/>
                  </a:lnTo>
                  <a:lnTo>
                    <a:pt x="1854394" y="439325"/>
                  </a:lnTo>
                  <a:lnTo>
                    <a:pt x="1855120" y="441964"/>
                  </a:lnTo>
                  <a:lnTo>
                    <a:pt x="1855120" y="444505"/>
                  </a:lnTo>
                  <a:lnTo>
                    <a:pt x="1853983" y="446704"/>
                  </a:lnTo>
                  <a:lnTo>
                    <a:pt x="1851685" y="449740"/>
                  </a:lnTo>
                  <a:lnTo>
                    <a:pt x="1850323" y="450956"/>
                  </a:lnTo>
                  <a:lnTo>
                    <a:pt x="1849798" y="453106"/>
                  </a:lnTo>
                  <a:lnTo>
                    <a:pt x="1849638" y="455353"/>
                  </a:lnTo>
                  <a:lnTo>
                    <a:pt x="1848711" y="455255"/>
                  </a:lnTo>
                  <a:lnTo>
                    <a:pt x="1847726" y="454322"/>
                  </a:lnTo>
                  <a:lnTo>
                    <a:pt x="1836214" y="448657"/>
                  </a:lnTo>
                  <a:lnTo>
                    <a:pt x="1831873" y="447598"/>
                  </a:lnTo>
                  <a:lnTo>
                    <a:pt x="1828073" y="447461"/>
                  </a:lnTo>
                  <a:lnTo>
                    <a:pt x="1827358" y="447119"/>
                  </a:lnTo>
                  <a:lnTo>
                    <a:pt x="1827398" y="445776"/>
                  </a:lnTo>
                  <a:lnTo>
                    <a:pt x="1827641" y="444571"/>
                  </a:lnTo>
                  <a:lnTo>
                    <a:pt x="1828176" y="443043"/>
                  </a:lnTo>
                  <a:lnTo>
                    <a:pt x="1827923" y="441732"/>
                  </a:lnTo>
                  <a:lnTo>
                    <a:pt x="1827428" y="441647"/>
                  </a:lnTo>
                  <a:lnTo>
                    <a:pt x="1826945" y="442645"/>
                  </a:lnTo>
                  <a:lnTo>
                    <a:pt x="1825897" y="442648"/>
                  </a:lnTo>
                  <a:lnTo>
                    <a:pt x="1824904" y="441489"/>
                  </a:lnTo>
                  <a:lnTo>
                    <a:pt x="1824079" y="441853"/>
                  </a:lnTo>
                  <a:lnTo>
                    <a:pt x="1823671" y="443479"/>
                  </a:lnTo>
                  <a:lnTo>
                    <a:pt x="1823347" y="444335"/>
                  </a:lnTo>
                  <a:lnTo>
                    <a:pt x="1823363" y="445357"/>
                  </a:lnTo>
                  <a:lnTo>
                    <a:pt x="1823890" y="446305"/>
                  </a:lnTo>
                  <a:lnTo>
                    <a:pt x="1826104" y="447339"/>
                  </a:lnTo>
                  <a:lnTo>
                    <a:pt x="1825736" y="448243"/>
                  </a:lnTo>
                  <a:lnTo>
                    <a:pt x="1822664" y="448979"/>
                  </a:lnTo>
                  <a:lnTo>
                    <a:pt x="1820167" y="449875"/>
                  </a:lnTo>
                  <a:lnTo>
                    <a:pt x="1816925" y="452680"/>
                  </a:lnTo>
                  <a:lnTo>
                    <a:pt x="1815608" y="454595"/>
                  </a:lnTo>
                  <a:lnTo>
                    <a:pt x="1806899" y="459372"/>
                  </a:lnTo>
                  <a:lnTo>
                    <a:pt x="1804804" y="461040"/>
                  </a:lnTo>
                  <a:lnTo>
                    <a:pt x="1803876" y="461235"/>
                  </a:lnTo>
                  <a:lnTo>
                    <a:pt x="1802682" y="461794"/>
                  </a:lnTo>
                  <a:lnTo>
                    <a:pt x="1801762" y="463803"/>
                  </a:lnTo>
                  <a:lnTo>
                    <a:pt x="1796951" y="466626"/>
                  </a:lnTo>
                  <a:lnTo>
                    <a:pt x="1795945" y="466359"/>
                  </a:lnTo>
                  <a:lnTo>
                    <a:pt x="1794671" y="468731"/>
                  </a:lnTo>
                  <a:lnTo>
                    <a:pt x="1793499" y="470031"/>
                  </a:lnTo>
                  <a:lnTo>
                    <a:pt x="1790704" y="470212"/>
                  </a:lnTo>
                  <a:lnTo>
                    <a:pt x="1788923" y="470872"/>
                  </a:lnTo>
                  <a:lnTo>
                    <a:pt x="1785066" y="474293"/>
                  </a:lnTo>
                  <a:lnTo>
                    <a:pt x="1782641" y="473210"/>
                  </a:lnTo>
                  <a:lnTo>
                    <a:pt x="1779805" y="477918"/>
                  </a:lnTo>
                  <a:lnTo>
                    <a:pt x="1776650" y="482353"/>
                  </a:lnTo>
                  <a:lnTo>
                    <a:pt x="1775709" y="482366"/>
                  </a:lnTo>
                  <a:lnTo>
                    <a:pt x="1773295" y="480505"/>
                  </a:lnTo>
                  <a:lnTo>
                    <a:pt x="1772689" y="481482"/>
                  </a:lnTo>
                  <a:lnTo>
                    <a:pt x="1773068" y="483271"/>
                  </a:lnTo>
                  <a:lnTo>
                    <a:pt x="1773922" y="485161"/>
                  </a:lnTo>
                  <a:lnTo>
                    <a:pt x="1773432" y="485709"/>
                  </a:lnTo>
                  <a:lnTo>
                    <a:pt x="1772473" y="485188"/>
                  </a:lnTo>
                  <a:lnTo>
                    <a:pt x="1771761" y="485079"/>
                  </a:lnTo>
                  <a:lnTo>
                    <a:pt x="1771266" y="485647"/>
                  </a:lnTo>
                  <a:lnTo>
                    <a:pt x="1771350" y="487002"/>
                  </a:lnTo>
                  <a:lnTo>
                    <a:pt x="1769983" y="488742"/>
                  </a:lnTo>
                  <a:lnTo>
                    <a:pt x="1768914" y="488876"/>
                  </a:lnTo>
                  <a:lnTo>
                    <a:pt x="1767683" y="489423"/>
                  </a:lnTo>
                  <a:lnTo>
                    <a:pt x="1767273" y="490923"/>
                  </a:lnTo>
                  <a:lnTo>
                    <a:pt x="1767643" y="492544"/>
                  </a:lnTo>
                  <a:lnTo>
                    <a:pt x="1765455" y="494432"/>
                  </a:lnTo>
                  <a:lnTo>
                    <a:pt x="1763676" y="496861"/>
                  </a:lnTo>
                  <a:lnTo>
                    <a:pt x="1762828" y="497304"/>
                  </a:lnTo>
                  <a:lnTo>
                    <a:pt x="1761856" y="498384"/>
                  </a:lnTo>
                  <a:lnTo>
                    <a:pt x="1760791" y="499175"/>
                  </a:lnTo>
                  <a:lnTo>
                    <a:pt x="1759559" y="499005"/>
                  </a:lnTo>
                  <a:lnTo>
                    <a:pt x="1756638" y="502473"/>
                  </a:lnTo>
                  <a:lnTo>
                    <a:pt x="1750051" y="508465"/>
                  </a:lnTo>
                  <a:lnTo>
                    <a:pt x="1748223" y="509247"/>
                  </a:lnTo>
                  <a:lnTo>
                    <a:pt x="1745894" y="511067"/>
                  </a:lnTo>
                  <a:lnTo>
                    <a:pt x="1745669" y="512284"/>
                  </a:lnTo>
                  <a:lnTo>
                    <a:pt x="1745655" y="513786"/>
                  </a:lnTo>
                  <a:lnTo>
                    <a:pt x="1744725" y="516249"/>
                  </a:lnTo>
                  <a:lnTo>
                    <a:pt x="1743642" y="522505"/>
                  </a:lnTo>
                  <a:lnTo>
                    <a:pt x="1743314" y="523629"/>
                  </a:lnTo>
                  <a:lnTo>
                    <a:pt x="1742759" y="524936"/>
                  </a:lnTo>
                  <a:lnTo>
                    <a:pt x="1740360" y="524329"/>
                  </a:lnTo>
                  <a:lnTo>
                    <a:pt x="1738270" y="521936"/>
                  </a:lnTo>
                  <a:lnTo>
                    <a:pt x="1737595" y="520837"/>
                  </a:lnTo>
                  <a:lnTo>
                    <a:pt x="1737233" y="519549"/>
                  </a:lnTo>
                  <a:lnTo>
                    <a:pt x="1737105" y="517479"/>
                  </a:lnTo>
                  <a:lnTo>
                    <a:pt x="1736706" y="516523"/>
                  </a:lnTo>
                  <a:lnTo>
                    <a:pt x="1736224" y="516076"/>
                  </a:lnTo>
                  <a:lnTo>
                    <a:pt x="1733831" y="510974"/>
                  </a:lnTo>
                  <a:lnTo>
                    <a:pt x="1729654" y="507470"/>
                  </a:lnTo>
                  <a:lnTo>
                    <a:pt x="1729058" y="506308"/>
                  </a:lnTo>
                  <a:lnTo>
                    <a:pt x="1723714" y="507258"/>
                  </a:lnTo>
                  <a:lnTo>
                    <a:pt x="1722276" y="507285"/>
                  </a:lnTo>
                  <a:lnTo>
                    <a:pt x="1719747" y="506418"/>
                  </a:lnTo>
                  <a:lnTo>
                    <a:pt x="1715783" y="506959"/>
                  </a:lnTo>
                  <a:lnTo>
                    <a:pt x="1711012" y="508868"/>
                  </a:lnTo>
                  <a:lnTo>
                    <a:pt x="1709550" y="510061"/>
                  </a:lnTo>
                  <a:lnTo>
                    <a:pt x="1704684" y="511912"/>
                  </a:lnTo>
                  <a:lnTo>
                    <a:pt x="1701482" y="514845"/>
                  </a:lnTo>
                  <a:lnTo>
                    <a:pt x="1695248" y="525483"/>
                  </a:lnTo>
                  <a:lnTo>
                    <a:pt x="1693777" y="527688"/>
                  </a:lnTo>
                  <a:lnTo>
                    <a:pt x="1693060" y="528166"/>
                  </a:lnTo>
                  <a:lnTo>
                    <a:pt x="1692006" y="528366"/>
                  </a:lnTo>
                  <a:lnTo>
                    <a:pt x="1691548" y="526221"/>
                  </a:lnTo>
                  <a:lnTo>
                    <a:pt x="1691391" y="524528"/>
                  </a:lnTo>
                  <a:lnTo>
                    <a:pt x="1691785" y="521293"/>
                  </a:lnTo>
                  <a:lnTo>
                    <a:pt x="1692533" y="518649"/>
                  </a:lnTo>
                  <a:lnTo>
                    <a:pt x="1693297" y="513691"/>
                  </a:lnTo>
                  <a:lnTo>
                    <a:pt x="1693488" y="511677"/>
                  </a:lnTo>
                  <a:lnTo>
                    <a:pt x="1694025" y="509592"/>
                  </a:lnTo>
                  <a:lnTo>
                    <a:pt x="1691929" y="509723"/>
                  </a:lnTo>
                  <a:lnTo>
                    <a:pt x="1689026" y="513372"/>
                  </a:lnTo>
                  <a:lnTo>
                    <a:pt x="1684651" y="516930"/>
                  </a:lnTo>
                  <a:lnTo>
                    <a:pt x="1682613" y="517855"/>
                  </a:lnTo>
                  <a:lnTo>
                    <a:pt x="1681022" y="519931"/>
                  </a:lnTo>
                  <a:lnTo>
                    <a:pt x="1679893" y="520232"/>
                  </a:lnTo>
                  <a:lnTo>
                    <a:pt x="1678576" y="521005"/>
                  </a:lnTo>
                  <a:lnTo>
                    <a:pt x="1678443" y="525525"/>
                  </a:lnTo>
                  <a:lnTo>
                    <a:pt x="1677776" y="528033"/>
                  </a:lnTo>
                  <a:lnTo>
                    <a:pt x="1676982" y="528539"/>
                  </a:lnTo>
                  <a:lnTo>
                    <a:pt x="1675770" y="528617"/>
                  </a:lnTo>
                  <a:lnTo>
                    <a:pt x="1674857" y="527635"/>
                  </a:lnTo>
                  <a:lnTo>
                    <a:pt x="1673520" y="523993"/>
                  </a:lnTo>
                  <a:lnTo>
                    <a:pt x="1671760" y="522107"/>
                  </a:lnTo>
                  <a:lnTo>
                    <a:pt x="1670721" y="521770"/>
                  </a:lnTo>
                  <a:lnTo>
                    <a:pt x="1669951" y="522202"/>
                  </a:lnTo>
                  <a:lnTo>
                    <a:pt x="1668424" y="524693"/>
                  </a:lnTo>
                  <a:lnTo>
                    <a:pt x="1666739" y="526945"/>
                  </a:lnTo>
                  <a:lnTo>
                    <a:pt x="1667004" y="524380"/>
                  </a:lnTo>
                  <a:lnTo>
                    <a:pt x="1665573" y="523406"/>
                  </a:lnTo>
                  <a:lnTo>
                    <a:pt x="1664297" y="522823"/>
                  </a:lnTo>
                  <a:lnTo>
                    <a:pt x="1662678" y="522703"/>
                  </a:lnTo>
                  <a:lnTo>
                    <a:pt x="1662237" y="523090"/>
                  </a:lnTo>
                  <a:lnTo>
                    <a:pt x="1661581" y="524556"/>
                  </a:lnTo>
                  <a:lnTo>
                    <a:pt x="1660170" y="526457"/>
                  </a:lnTo>
                  <a:lnTo>
                    <a:pt x="1659189" y="527264"/>
                  </a:lnTo>
                  <a:lnTo>
                    <a:pt x="1658168" y="528795"/>
                  </a:lnTo>
                  <a:lnTo>
                    <a:pt x="1657618" y="530376"/>
                  </a:lnTo>
                  <a:lnTo>
                    <a:pt x="1657086" y="532622"/>
                  </a:lnTo>
                  <a:lnTo>
                    <a:pt x="1656450" y="538101"/>
                  </a:lnTo>
                  <a:lnTo>
                    <a:pt x="1656497" y="544526"/>
                  </a:lnTo>
                  <a:lnTo>
                    <a:pt x="1654206" y="549584"/>
                  </a:lnTo>
                  <a:lnTo>
                    <a:pt x="1653295" y="549085"/>
                  </a:lnTo>
                  <a:lnTo>
                    <a:pt x="1652865" y="549417"/>
                  </a:lnTo>
                  <a:lnTo>
                    <a:pt x="1652440" y="550089"/>
                  </a:lnTo>
                  <a:lnTo>
                    <a:pt x="1653223" y="552871"/>
                  </a:lnTo>
                  <a:lnTo>
                    <a:pt x="1652804" y="553867"/>
                  </a:lnTo>
                  <a:lnTo>
                    <a:pt x="1652374" y="554532"/>
                  </a:lnTo>
                  <a:lnTo>
                    <a:pt x="1651310" y="555262"/>
                  </a:lnTo>
                  <a:lnTo>
                    <a:pt x="1648825" y="559380"/>
                  </a:lnTo>
                  <a:lnTo>
                    <a:pt x="1646505" y="562078"/>
                  </a:lnTo>
                  <a:lnTo>
                    <a:pt x="1642710" y="569795"/>
                  </a:lnTo>
                  <a:lnTo>
                    <a:pt x="1641584" y="574954"/>
                  </a:lnTo>
                  <a:lnTo>
                    <a:pt x="1640497" y="580743"/>
                  </a:lnTo>
                  <a:lnTo>
                    <a:pt x="1641008" y="583579"/>
                  </a:lnTo>
                  <a:lnTo>
                    <a:pt x="1641467" y="585431"/>
                  </a:lnTo>
                  <a:lnTo>
                    <a:pt x="1642178" y="586720"/>
                  </a:lnTo>
                  <a:lnTo>
                    <a:pt x="1643391" y="588065"/>
                  </a:lnTo>
                  <a:lnTo>
                    <a:pt x="1645998" y="589565"/>
                  </a:lnTo>
                  <a:lnTo>
                    <a:pt x="1645764" y="590550"/>
                  </a:lnTo>
                  <a:lnTo>
                    <a:pt x="1645754" y="591371"/>
                  </a:lnTo>
                  <a:lnTo>
                    <a:pt x="1646675" y="589924"/>
                  </a:lnTo>
                  <a:lnTo>
                    <a:pt x="1647345" y="585850"/>
                  </a:lnTo>
                  <a:lnTo>
                    <a:pt x="1648958" y="584546"/>
                  </a:lnTo>
                  <a:lnTo>
                    <a:pt x="1649739" y="584609"/>
                  </a:lnTo>
                  <a:lnTo>
                    <a:pt x="1654939" y="587824"/>
                  </a:lnTo>
                  <a:lnTo>
                    <a:pt x="1655923" y="589210"/>
                  </a:lnTo>
                  <a:lnTo>
                    <a:pt x="1655778" y="592270"/>
                  </a:lnTo>
                  <a:lnTo>
                    <a:pt x="1655461" y="593730"/>
                  </a:lnTo>
                  <a:lnTo>
                    <a:pt x="1654497" y="595875"/>
                  </a:lnTo>
                  <a:lnTo>
                    <a:pt x="1652648" y="598456"/>
                  </a:lnTo>
                  <a:lnTo>
                    <a:pt x="1650481" y="601998"/>
                  </a:lnTo>
                  <a:lnTo>
                    <a:pt x="1650274" y="604171"/>
                  </a:lnTo>
                  <a:lnTo>
                    <a:pt x="1650265" y="605357"/>
                  </a:lnTo>
                  <a:lnTo>
                    <a:pt x="1650833" y="609528"/>
                  </a:lnTo>
                  <a:lnTo>
                    <a:pt x="1650915" y="611874"/>
                  </a:lnTo>
                  <a:lnTo>
                    <a:pt x="1650625" y="616247"/>
                  </a:lnTo>
                  <a:lnTo>
                    <a:pt x="1650766" y="618136"/>
                  </a:lnTo>
                  <a:lnTo>
                    <a:pt x="1651342" y="619750"/>
                  </a:lnTo>
                  <a:lnTo>
                    <a:pt x="1652222" y="620760"/>
                  </a:lnTo>
                  <a:lnTo>
                    <a:pt x="1653737" y="620209"/>
                  </a:lnTo>
                  <a:lnTo>
                    <a:pt x="1655187" y="620677"/>
                  </a:lnTo>
                  <a:lnTo>
                    <a:pt x="1656298" y="621783"/>
                  </a:lnTo>
                  <a:lnTo>
                    <a:pt x="1656136" y="625432"/>
                  </a:lnTo>
                  <a:lnTo>
                    <a:pt x="1656755" y="628885"/>
                  </a:lnTo>
                  <a:lnTo>
                    <a:pt x="1657261" y="635243"/>
                  </a:lnTo>
                  <a:lnTo>
                    <a:pt x="1656356" y="636981"/>
                  </a:lnTo>
                  <a:lnTo>
                    <a:pt x="1655478" y="638066"/>
                  </a:lnTo>
                  <a:lnTo>
                    <a:pt x="1653748" y="640794"/>
                  </a:lnTo>
                  <a:lnTo>
                    <a:pt x="1652826" y="641116"/>
                  </a:lnTo>
                  <a:lnTo>
                    <a:pt x="1651225" y="640175"/>
                  </a:lnTo>
                  <a:lnTo>
                    <a:pt x="1648639" y="635251"/>
                  </a:lnTo>
                  <a:lnTo>
                    <a:pt x="1649676" y="632338"/>
                  </a:lnTo>
                  <a:lnTo>
                    <a:pt x="1651870" y="630310"/>
                  </a:lnTo>
                  <a:lnTo>
                    <a:pt x="1652869" y="628846"/>
                  </a:lnTo>
                  <a:lnTo>
                    <a:pt x="1653639" y="626693"/>
                  </a:lnTo>
                  <a:lnTo>
                    <a:pt x="1652490" y="627102"/>
                  </a:lnTo>
                  <a:lnTo>
                    <a:pt x="1651680" y="628038"/>
                  </a:lnTo>
                  <a:lnTo>
                    <a:pt x="1649168" y="627633"/>
                  </a:lnTo>
                  <a:lnTo>
                    <a:pt x="1648163" y="628671"/>
                  </a:lnTo>
                  <a:lnTo>
                    <a:pt x="1646940" y="630320"/>
                  </a:lnTo>
                  <a:lnTo>
                    <a:pt x="1647421" y="634411"/>
                  </a:lnTo>
                  <a:lnTo>
                    <a:pt x="1646604" y="635155"/>
                  </a:lnTo>
                  <a:lnTo>
                    <a:pt x="1645055" y="636566"/>
                  </a:lnTo>
                  <a:lnTo>
                    <a:pt x="1642765" y="638324"/>
                  </a:lnTo>
                  <a:lnTo>
                    <a:pt x="1642019" y="639465"/>
                  </a:lnTo>
                  <a:lnTo>
                    <a:pt x="1640058" y="646831"/>
                  </a:lnTo>
                  <a:lnTo>
                    <a:pt x="1638249" y="652313"/>
                  </a:lnTo>
                  <a:lnTo>
                    <a:pt x="1637619" y="657003"/>
                  </a:lnTo>
                  <a:lnTo>
                    <a:pt x="1637686" y="661084"/>
                  </a:lnTo>
                  <a:lnTo>
                    <a:pt x="1638363" y="665596"/>
                  </a:lnTo>
                  <a:lnTo>
                    <a:pt x="1638842" y="667558"/>
                  </a:lnTo>
                  <a:lnTo>
                    <a:pt x="1640936" y="671722"/>
                  </a:lnTo>
                  <a:lnTo>
                    <a:pt x="1641962" y="675028"/>
                  </a:lnTo>
                  <a:lnTo>
                    <a:pt x="1642270" y="678987"/>
                  </a:lnTo>
                  <a:lnTo>
                    <a:pt x="1640581" y="680863"/>
                  </a:lnTo>
                  <a:lnTo>
                    <a:pt x="1637641" y="685464"/>
                  </a:lnTo>
                  <a:lnTo>
                    <a:pt x="1636411" y="685957"/>
                  </a:lnTo>
                  <a:lnTo>
                    <a:pt x="1632380" y="685830"/>
                  </a:lnTo>
                  <a:lnTo>
                    <a:pt x="1630380" y="683535"/>
                  </a:lnTo>
                  <a:lnTo>
                    <a:pt x="1628011" y="684122"/>
                  </a:lnTo>
                  <a:lnTo>
                    <a:pt x="1626026" y="685216"/>
                  </a:lnTo>
                  <a:lnTo>
                    <a:pt x="1622913" y="688481"/>
                  </a:lnTo>
                  <a:lnTo>
                    <a:pt x="1620130" y="692695"/>
                  </a:lnTo>
                  <a:lnTo>
                    <a:pt x="1617517" y="695623"/>
                  </a:lnTo>
                  <a:lnTo>
                    <a:pt x="1616733" y="697345"/>
                  </a:lnTo>
                  <a:lnTo>
                    <a:pt x="1615656" y="700964"/>
                  </a:lnTo>
                  <a:lnTo>
                    <a:pt x="1614705" y="707605"/>
                  </a:lnTo>
                  <a:lnTo>
                    <a:pt x="1615036" y="710885"/>
                  </a:lnTo>
                  <a:lnTo>
                    <a:pt x="1615565" y="712416"/>
                  </a:lnTo>
                  <a:lnTo>
                    <a:pt x="1616072" y="714444"/>
                  </a:lnTo>
                  <a:lnTo>
                    <a:pt x="1615380" y="717532"/>
                  </a:lnTo>
                  <a:lnTo>
                    <a:pt x="1615362" y="719510"/>
                  </a:lnTo>
                  <a:lnTo>
                    <a:pt x="1616636" y="722638"/>
                  </a:lnTo>
                  <a:lnTo>
                    <a:pt x="1616915" y="726932"/>
                  </a:lnTo>
                  <a:lnTo>
                    <a:pt x="1615969" y="727065"/>
                  </a:lnTo>
                  <a:lnTo>
                    <a:pt x="1613826" y="723974"/>
                  </a:lnTo>
                  <a:lnTo>
                    <a:pt x="1611563" y="723738"/>
                  </a:lnTo>
                  <a:lnTo>
                    <a:pt x="1606081" y="727300"/>
                  </a:lnTo>
                  <a:lnTo>
                    <a:pt x="1603838" y="729356"/>
                  </a:lnTo>
                  <a:lnTo>
                    <a:pt x="1601320" y="733452"/>
                  </a:lnTo>
                  <a:lnTo>
                    <a:pt x="1600568" y="732670"/>
                  </a:lnTo>
                  <a:lnTo>
                    <a:pt x="1600029" y="730324"/>
                  </a:lnTo>
                  <a:lnTo>
                    <a:pt x="1599117" y="729284"/>
                  </a:lnTo>
                  <a:lnTo>
                    <a:pt x="1597988" y="729805"/>
                  </a:lnTo>
                  <a:lnTo>
                    <a:pt x="1597504" y="732019"/>
                  </a:lnTo>
                  <a:lnTo>
                    <a:pt x="1599062" y="733061"/>
                  </a:lnTo>
                  <a:lnTo>
                    <a:pt x="1599655" y="734495"/>
                  </a:lnTo>
                  <a:lnTo>
                    <a:pt x="1598739" y="739968"/>
                  </a:lnTo>
                  <a:lnTo>
                    <a:pt x="1598094" y="741793"/>
                  </a:lnTo>
                  <a:lnTo>
                    <a:pt x="1598333" y="746709"/>
                  </a:lnTo>
                  <a:lnTo>
                    <a:pt x="1598245" y="748988"/>
                  </a:lnTo>
                  <a:lnTo>
                    <a:pt x="1597884" y="751298"/>
                  </a:lnTo>
                  <a:lnTo>
                    <a:pt x="1596277" y="757625"/>
                  </a:lnTo>
                  <a:lnTo>
                    <a:pt x="1593497" y="765936"/>
                  </a:lnTo>
                  <a:lnTo>
                    <a:pt x="1590081" y="771973"/>
                  </a:lnTo>
                  <a:lnTo>
                    <a:pt x="1587713" y="774063"/>
                  </a:lnTo>
                  <a:lnTo>
                    <a:pt x="1586519" y="775679"/>
                  </a:lnTo>
                  <a:lnTo>
                    <a:pt x="1586018" y="777776"/>
                  </a:lnTo>
                  <a:lnTo>
                    <a:pt x="1582513" y="783573"/>
                  </a:lnTo>
                  <a:lnTo>
                    <a:pt x="1578189" y="789665"/>
                  </a:lnTo>
                  <a:lnTo>
                    <a:pt x="1576974" y="790767"/>
                  </a:lnTo>
                  <a:lnTo>
                    <a:pt x="1576688" y="788468"/>
                  </a:lnTo>
                  <a:lnTo>
                    <a:pt x="1576556" y="786192"/>
                  </a:lnTo>
                  <a:lnTo>
                    <a:pt x="1576036" y="783156"/>
                  </a:lnTo>
                  <a:lnTo>
                    <a:pt x="1574484" y="780651"/>
                  </a:lnTo>
                  <a:lnTo>
                    <a:pt x="1574213" y="778623"/>
                  </a:lnTo>
                  <a:lnTo>
                    <a:pt x="1573959" y="775821"/>
                  </a:lnTo>
                  <a:lnTo>
                    <a:pt x="1573830" y="762880"/>
                  </a:lnTo>
                  <a:lnTo>
                    <a:pt x="1572460" y="749479"/>
                  </a:lnTo>
                  <a:lnTo>
                    <a:pt x="1572306" y="745259"/>
                  </a:lnTo>
                  <a:lnTo>
                    <a:pt x="1570647" y="741805"/>
                  </a:lnTo>
                  <a:lnTo>
                    <a:pt x="1569742" y="738229"/>
                  </a:lnTo>
                  <a:lnTo>
                    <a:pt x="1569206" y="734716"/>
                  </a:lnTo>
                  <a:lnTo>
                    <a:pt x="1569065" y="730569"/>
                  </a:lnTo>
                  <a:lnTo>
                    <a:pt x="1567254" y="708768"/>
                  </a:lnTo>
                  <a:lnTo>
                    <a:pt x="1566702" y="703336"/>
                  </a:lnTo>
                  <a:lnTo>
                    <a:pt x="1564283" y="685803"/>
                  </a:lnTo>
                  <a:lnTo>
                    <a:pt x="1563233" y="675666"/>
                  </a:lnTo>
                  <a:lnTo>
                    <a:pt x="1562546" y="665779"/>
                  </a:lnTo>
                  <a:lnTo>
                    <a:pt x="1562436" y="661366"/>
                  </a:lnTo>
                  <a:lnTo>
                    <a:pt x="1563515" y="648214"/>
                  </a:lnTo>
                  <a:lnTo>
                    <a:pt x="1564407" y="639980"/>
                  </a:lnTo>
                  <a:lnTo>
                    <a:pt x="1567648" y="621571"/>
                  </a:lnTo>
                  <a:lnTo>
                    <a:pt x="1568170" y="619893"/>
                  </a:lnTo>
                  <a:lnTo>
                    <a:pt x="1568683" y="619019"/>
                  </a:lnTo>
                  <a:lnTo>
                    <a:pt x="1574311" y="611939"/>
                  </a:lnTo>
                  <a:lnTo>
                    <a:pt x="1576738" y="608066"/>
                  </a:lnTo>
                  <a:lnTo>
                    <a:pt x="1578206" y="603990"/>
                  </a:lnTo>
                  <a:lnTo>
                    <a:pt x="1579765" y="598786"/>
                  </a:lnTo>
                  <a:lnTo>
                    <a:pt x="1579604" y="595990"/>
                  </a:lnTo>
                  <a:lnTo>
                    <a:pt x="1579417" y="594370"/>
                  </a:lnTo>
                  <a:lnTo>
                    <a:pt x="1578828" y="592563"/>
                  </a:lnTo>
                  <a:lnTo>
                    <a:pt x="1577508" y="590464"/>
                  </a:lnTo>
                  <a:lnTo>
                    <a:pt x="1577975" y="589528"/>
                  </a:lnTo>
                  <a:lnTo>
                    <a:pt x="1578488" y="588818"/>
                  </a:lnTo>
                  <a:lnTo>
                    <a:pt x="1579874" y="588034"/>
                  </a:lnTo>
                  <a:lnTo>
                    <a:pt x="1582690" y="589611"/>
                  </a:lnTo>
                  <a:lnTo>
                    <a:pt x="1585537" y="588947"/>
                  </a:lnTo>
                  <a:lnTo>
                    <a:pt x="1588170" y="582432"/>
                  </a:lnTo>
                  <a:lnTo>
                    <a:pt x="1591926" y="583432"/>
                  </a:lnTo>
                  <a:lnTo>
                    <a:pt x="1594800" y="582269"/>
                  </a:lnTo>
                  <a:lnTo>
                    <a:pt x="1595589" y="582751"/>
                  </a:lnTo>
                  <a:lnTo>
                    <a:pt x="1596148" y="580550"/>
                  </a:lnTo>
                  <a:lnTo>
                    <a:pt x="1597712" y="578204"/>
                  </a:lnTo>
                  <a:lnTo>
                    <a:pt x="1600608" y="574702"/>
                  </a:lnTo>
                  <a:lnTo>
                    <a:pt x="1604872" y="570489"/>
                  </a:lnTo>
                  <a:lnTo>
                    <a:pt x="1606990" y="567667"/>
                  </a:lnTo>
                  <a:lnTo>
                    <a:pt x="1608181" y="564975"/>
                  </a:lnTo>
                  <a:lnTo>
                    <a:pt x="1609939" y="562451"/>
                  </a:lnTo>
                  <a:lnTo>
                    <a:pt x="1611631" y="559269"/>
                  </a:lnTo>
                  <a:lnTo>
                    <a:pt x="1614749" y="549710"/>
                  </a:lnTo>
                  <a:lnTo>
                    <a:pt x="1620880" y="541823"/>
                  </a:lnTo>
                  <a:lnTo>
                    <a:pt x="1623282" y="537293"/>
                  </a:lnTo>
                  <a:lnTo>
                    <a:pt x="1625280" y="535689"/>
                  </a:lnTo>
                  <a:lnTo>
                    <a:pt x="1627033" y="534944"/>
                  </a:lnTo>
                  <a:lnTo>
                    <a:pt x="1631465" y="528480"/>
                  </a:lnTo>
                  <a:lnTo>
                    <a:pt x="1634273" y="523110"/>
                  </a:lnTo>
                  <a:lnTo>
                    <a:pt x="1637980" y="519418"/>
                  </a:lnTo>
                  <a:lnTo>
                    <a:pt x="1639107" y="517056"/>
                  </a:lnTo>
                  <a:lnTo>
                    <a:pt x="1641028" y="511502"/>
                  </a:lnTo>
                  <a:lnTo>
                    <a:pt x="1641815" y="510136"/>
                  </a:lnTo>
                  <a:lnTo>
                    <a:pt x="1644230" y="508058"/>
                  </a:lnTo>
                  <a:lnTo>
                    <a:pt x="1649676" y="504431"/>
                  </a:lnTo>
                  <a:lnTo>
                    <a:pt x="1652844" y="500784"/>
                  </a:lnTo>
                  <a:lnTo>
                    <a:pt x="1657465" y="500266"/>
                  </a:lnTo>
                  <a:lnTo>
                    <a:pt x="1658856" y="498808"/>
                  </a:lnTo>
                  <a:lnTo>
                    <a:pt x="1660303" y="497999"/>
                  </a:lnTo>
                  <a:lnTo>
                    <a:pt x="1661824" y="496827"/>
                  </a:lnTo>
                  <a:lnTo>
                    <a:pt x="1659917" y="493611"/>
                  </a:lnTo>
                  <a:lnTo>
                    <a:pt x="1660353" y="491876"/>
                  </a:lnTo>
                  <a:lnTo>
                    <a:pt x="1660723" y="491079"/>
                  </a:lnTo>
                  <a:lnTo>
                    <a:pt x="1664059" y="487263"/>
                  </a:lnTo>
                  <a:lnTo>
                    <a:pt x="1665425" y="484210"/>
                  </a:lnTo>
                  <a:lnTo>
                    <a:pt x="1665262" y="482897"/>
                  </a:lnTo>
                  <a:lnTo>
                    <a:pt x="1665026" y="481962"/>
                  </a:lnTo>
                  <a:lnTo>
                    <a:pt x="1662975" y="480736"/>
                  </a:lnTo>
                  <a:lnTo>
                    <a:pt x="1663373" y="477873"/>
                  </a:lnTo>
                  <a:lnTo>
                    <a:pt x="1663929" y="475453"/>
                  </a:lnTo>
                  <a:lnTo>
                    <a:pt x="1665596" y="473369"/>
                  </a:lnTo>
                  <a:lnTo>
                    <a:pt x="1666187" y="468547"/>
                  </a:lnTo>
                  <a:lnTo>
                    <a:pt x="1666263" y="463490"/>
                  </a:lnTo>
                  <a:lnTo>
                    <a:pt x="1667884" y="456185"/>
                  </a:lnTo>
                  <a:lnTo>
                    <a:pt x="1668862" y="454577"/>
                  </a:lnTo>
                  <a:lnTo>
                    <a:pt x="1672651" y="450915"/>
                  </a:lnTo>
                  <a:lnTo>
                    <a:pt x="1673532" y="450820"/>
                  </a:lnTo>
                  <a:lnTo>
                    <a:pt x="1676177" y="452058"/>
                  </a:lnTo>
                  <a:lnTo>
                    <a:pt x="1679058" y="452660"/>
                  </a:lnTo>
                  <a:lnTo>
                    <a:pt x="1680082" y="453769"/>
                  </a:lnTo>
                  <a:lnTo>
                    <a:pt x="1680296" y="452830"/>
                  </a:lnTo>
                  <a:lnTo>
                    <a:pt x="1680152" y="451576"/>
                  </a:lnTo>
                  <a:lnTo>
                    <a:pt x="1680963" y="451139"/>
                  </a:lnTo>
                  <a:lnTo>
                    <a:pt x="1682632" y="451609"/>
                  </a:lnTo>
                  <a:lnTo>
                    <a:pt x="1682379" y="450226"/>
                  </a:lnTo>
                  <a:lnTo>
                    <a:pt x="1678083" y="449543"/>
                  </a:lnTo>
                  <a:lnTo>
                    <a:pt x="1675015" y="447944"/>
                  </a:lnTo>
                  <a:lnTo>
                    <a:pt x="1672268" y="444860"/>
                  </a:lnTo>
                  <a:lnTo>
                    <a:pt x="1670457" y="443998"/>
                  </a:lnTo>
                  <a:lnTo>
                    <a:pt x="1668474" y="444237"/>
                  </a:lnTo>
                  <a:lnTo>
                    <a:pt x="1657214" y="448540"/>
                  </a:lnTo>
                  <a:lnTo>
                    <a:pt x="1656670" y="449708"/>
                  </a:lnTo>
                  <a:lnTo>
                    <a:pt x="1656148" y="451364"/>
                  </a:lnTo>
                  <a:lnTo>
                    <a:pt x="1656853" y="453798"/>
                  </a:lnTo>
                  <a:lnTo>
                    <a:pt x="1656316" y="454864"/>
                  </a:lnTo>
                  <a:lnTo>
                    <a:pt x="1655771" y="455558"/>
                  </a:lnTo>
                  <a:lnTo>
                    <a:pt x="1655164" y="457150"/>
                  </a:lnTo>
                  <a:lnTo>
                    <a:pt x="1654615" y="460301"/>
                  </a:lnTo>
                  <a:lnTo>
                    <a:pt x="1654768" y="463345"/>
                  </a:lnTo>
                  <a:lnTo>
                    <a:pt x="1653387" y="468039"/>
                  </a:lnTo>
                  <a:lnTo>
                    <a:pt x="1653284" y="470981"/>
                  </a:lnTo>
                  <a:lnTo>
                    <a:pt x="1655701" y="472604"/>
                  </a:lnTo>
                  <a:lnTo>
                    <a:pt x="1656313" y="473700"/>
                  </a:lnTo>
                  <a:lnTo>
                    <a:pt x="1655582" y="475316"/>
                  </a:lnTo>
                  <a:lnTo>
                    <a:pt x="1654864" y="476302"/>
                  </a:lnTo>
                  <a:lnTo>
                    <a:pt x="1654210" y="477509"/>
                  </a:lnTo>
                  <a:lnTo>
                    <a:pt x="1653747" y="477997"/>
                  </a:lnTo>
                  <a:lnTo>
                    <a:pt x="1653097" y="478289"/>
                  </a:lnTo>
                  <a:lnTo>
                    <a:pt x="1652217" y="476707"/>
                  </a:lnTo>
                  <a:lnTo>
                    <a:pt x="1651416" y="473536"/>
                  </a:lnTo>
                  <a:lnTo>
                    <a:pt x="1650153" y="473351"/>
                  </a:lnTo>
                  <a:lnTo>
                    <a:pt x="1649733" y="473829"/>
                  </a:lnTo>
                  <a:lnTo>
                    <a:pt x="1649503" y="475086"/>
                  </a:lnTo>
                  <a:lnTo>
                    <a:pt x="1648389" y="475160"/>
                  </a:lnTo>
                  <a:lnTo>
                    <a:pt x="1647156" y="474567"/>
                  </a:lnTo>
                  <a:lnTo>
                    <a:pt x="1645768" y="474804"/>
                  </a:lnTo>
                  <a:lnTo>
                    <a:pt x="1643280" y="478393"/>
                  </a:lnTo>
                  <a:lnTo>
                    <a:pt x="1629249" y="495466"/>
                  </a:lnTo>
                  <a:lnTo>
                    <a:pt x="1627761" y="497540"/>
                  </a:lnTo>
                  <a:lnTo>
                    <a:pt x="1625952" y="501658"/>
                  </a:lnTo>
                  <a:lnTo>
                    <a:pt x="1622484" y="502056"/>
                  </a:lnTo>
                  <a:lnTo>
                    <a:pt x="1621096" y="502981"/>
                  </a:lnTo>
                  <a:lnTo>
                    <a:pt x="1620111" y="504208"/>
                  </a:lnTo>
                  <a:lnTo>
                    <a:pt x="1618726" y="505053"/>
                  </a:lnTo>
                  <a:lnTo>
                    <a:pt x="1618771" y="503508"/>
                  </a:lnTo>
                  <a:lnTo>
                    <a:pt x="1619060" y="502358"/>
                  </a:lnTo>
                  <a:lnTo>
                    <a:pt x="1619361" y="499347"/>
                  </a:lnTo>
                  <a:lnTo>
                    <a:pt x="1621227" y="493616"/>
                  </a:lnTo>
                  <a:lnTo>
                    <a:pt x="1620037" y="493046"/>
                  </a:lnTo>
                  <a:lnTo>
                    <a:pt x="1618855" y="492961"/>
                  </a:lnTo>
                  <a:lnTo>
                    <a:pt x="1616658" y="494150"/>
                  </a:lnTo>
                  <a:lnTo>
                    <a:pt x="1615185" y="496041"/>
                  </a:lnTo>
                  <a:lnTo>
                    <a:pt x="1614056" y="495650"/>
                  </a:lnTo>
                  <a:lnTo>
                    <a:pt x="1614593" y="493956"/>
                  </a:lnTo>
                  <a:lnTo>
                    <a:pt x="1615991" y="490568"/>
                  </a:lnTo>
                  <a:lnTo>
                    <a:pt x="1615561" y="487441"/>
                  </a:lnTo>
                  <a:lnTo>
                    <a:pt x="1615185" y="485747"/>
                  </a:lnTo>
                  <a:lnTo>
                    <a:pt x="1615767" y="484797"/>
                  </a:lnTo>
                  <a:lnTo>
                    <a:pt x="1618592" y="478486"/>
                  </a:lnTo>
                  <a:lnTo>
                    <a:pt x="1619618" y="475233"/>
                  </a:lnTo>
                  <a:lnTo>
                    <a:pt x="1620478" y="470926"/>
                  </a:lnTo>
                  <a:lnTo>
                    <a:pt x="1620527" y="469590"/>
                  </a:lnTo>
                  <a:lnTo>
                    <a:pt x="1620380" y="467941"/>
                  </a:lnTo>
                  <a:lnTo>
                    <a:pt x="1619508" y="467661"/>
                  </a:lnTo>
                  <a:lnTo>
                    <a:pt x="1618834" y="467691"/>
                  </a:lnTo>
                  <a:lnTo>
                    <a:pt x="1613224" y="471959"/>
                  </a:lnTo>
                  <a:lnTo>
                    <a:pt x="1611154" y="473109"/>
                  </a:lnTo>
                  <a:lnTo>
                    <a:pt x="1610471" y="471278"/>
                  </a:lnTo>
                  <a:lnTo>
                    <a:pt x="1609578" y="470492"/>
                  </a:lnTo>
                  <a:lnTo>
                    <a:pt x="1608018" y="467356"/>
                  </a:lnTo>
                  <a:lnTo>
                    <a:pt x="1606729" y="466906"/>
                  </a:lnTo>
                  <a:lnTo>
                    <a:pt x="1605357" y="467117"/>
                  </a:lnTo>
                  <a:lnTo>
                    <a:pt x="1602281" y="469245"/>
                  </a:lnTo>
                  <a:lnTo>
                    <a:pt x="1598904" y="470408"/>
                  </a:lnTo>
                  <a:lnTo>
                    <a:pt x="1596302" y="469971"/>
                  </a:lnTo>
                  <a:lnTo>
                    <a:pt x="1594082" y="471768"/>
                  </a:lnTo>
                  <a:lnTo>
                    <a:pt x="1593090" y="472100"/>
                  </a:lnTo>
                  <a:lnTo>
                    <a:pt x="1589789" y="470870"/>
                  </a:lnTo>
                  <a:lnTo>
                    <a:pt x="1585768" y="470761"/>
                  </a:lnTo>
                  <a:lnTo>
                    <a:pt x="1584566" y="472294"/>
                  </a:lnTo>
                  <a:lnTo>
                    <a:pt x="1581074" y="474403"/>
                  </a:lnTo>
                  <a:lnTo>
                    <a:pt x="1578729" y="477668"/>
                  </a:lnTo>
                  <a:lnTo>
                    <a:pt x="1577496" y="478719"/>
                  </a:lnTo>
                  <a:lnTo>
                    <a:pt x="1576151" y="480167"/>
                  </a:lnTo>
                  <a:lnTo>
                    <a:pt x="1575535" y="486318"/>
                  </a:lnTo>
                  <a:lnTo>
                    <a:pt x="1573742" y="488282"/>
                  </a:lnTo>
                  <a:lnTo>
                    <a:pt x="1572055" y="489787"/>
                  </a:lnTo>
                  <a:lnTo>
                    <a:pt x="1568543" y="494499"/>
                  </a:lnTo>
                  <a:lnTo>
                    <a:pt x="1566073" y="500954"/>
                  </a:lnTo>
                  <a:lnTo>
                    <a:pt x="1564401" y="503754"/>
                  </a:lnTo>
                  <a:lnTo>
                    <a:pt x="1560888" y="507670"/>
                  </a:lnTo>
                  <a:lnTo>
                    <a:pt x="1555318" y="512788"/>
                  </a:lnTo>
                  <a:lnTo>
                    <a:pt x="1550533" y="521110"/>
                  </a:lnTo>
                  <a:lnTo>
                    <a:pt x="1548857" y="527352"/>
                  </a:lnTo>
                  <a:lnTo>
                    <a:pt x="1548237" y="527560"/>
                  </a:lnTo>
                  <a:lnTo>
                    <a:pt x="1547058" y="528842"/>
                  </a:lnTo>
                  <a:lnTo>
                    <a:pt x="1546735" y="531885"/>
                  </a:lnTo>
                  <a:lnTo>
                    <a:pt x="1546763" y="534012"/>
                  </a:lnTo>
                  <a:lnTo>
                    <a:pt x="1546036" y="535727"/>
                  </a:lnTo>
                  <a:lnTo>
                    <a:pt x="1545312" y="537850"/>
                  </a:lnTo>
                  <a:lnTo>
                    <a:pt x="1546081" y="539183"/>
                  </a:lnTo>
                  <a:lnTo>
                    <a:pt x="1546803" y="539427"/>
                  </a:lnTo>
                  <a:lnTo>
                    <a:pt x="1547845" y="539241"/>
                  </a:lnTo>
                  <a:lnTo>
                    <a:pt x="1550586" y="537508"/>
                  </a:lnTo>
                  <a:lnTo>
                    <a:pt x="1555324" y="540181"/>
                  </a:lnTo>
                  <a:lnTo>
                    <a:pt x="1557705" y="542825"/>
                  </a:lnTo>
                  <a:lnTo>
                    <a:pt x="1557539" y="545482"/>
                  </a:lnTo>
                  <a:lnTo>
                    <a:pt x="1557629" y="547849"/>
                  </a:lnTo>
                  <a:lnTo>
                    <a:pt x="1555877" y="547687"/>
                  </a:lnTo>
                  <a:lnTo>
                    <a:pt x="1553525" y="547925"/>
                  </a:lnTo>
                  <a:lnTo>
                    <a:pt x="1552060" y="549291"/>
                  </a:lnTo>
                  <a:lnTo>
                    <a:pt x="1549068" y="547068"/>
                  </a:lnTo>
                  <a:lnTo>
                    <a:pt x="1548068" y="547916"/>
                  </a:lnTo>
                  <a:lnTo>
                    <a:pt x="1546493" y="550258"/>
                  </a:lnTo>
                  <a:lnTo>
                    <a:pt x="1543620" y="551235"/>
                  </a:lnTo>
                  <a:lnTo>
                    <a:pt x="1542167" y="550094"/>
                  </a:lnTo>
                  <a:lnTo>
                    <a:pt x="1539772" y="546826"/>
                  </a:lnTo>
                  <a:lnTo>
                    <a:pt x="1535700" y="547120"/>
                  </a:lnTo>
                  <a:lnTo>
                    <a:pt x="1534626" y="550769"/>
                  </a:lnTo>
                  <a:lnTo>
                    <a:pt x="1533689" y="550677"/>
                  </a:lnTo>
                  <a:lnTo>
                    <a:pt x="1532246" y="551047"/>
                  </a:lnTo>
                  <a:lnTo>
                    <a:pt x="1529864" y="555268"/>
                  </a:lnTo>
                  <a:lnTo>
                    <a:pt x="1529079" y="555646"/>
                  </a:lnTo>
                  <a:lnTo>
                    <a:pt x="1526127" y="554823"/>
                  </a:lnTo>
                  <a:lnTo>
                    <a:pt x="1523995" y="552686"/>
                  </a:lnTo>
                  <a:lnTo>
                    <a:pt x="1523007" y="552558"/>
                  </a:lnTo>
                  <a:lnTo>
                    <a:pt x="1521126" y="553555"/>
                  </a:lnTo>
                  <a:lnTo>
                    <a:pt x="1520183" y="556113"/>
                  </a:lnTo>
                  <a:lnTo>
                    <a:pt x="1515512" y="557406"/>
                  </a:lnTo>
                  <a:lnTo>
                    <a:pt x="1510907" y="557158"/>
                  </a:lnTo>
                  <a:lnTo>
                    <a:pt x="1508400" y="551028"/>
                  </a:lnTo>
                  <a:lnTo>
                    <a:pt x="1513079" y="548621"/>
                  </a:lnTo>
                  <a:lnTo>
                    <a:pt x="1515864" y="549133"/>
                  </a:lnTo>
                  <a:lnTo>
                    <a:pt x="1518990" y="548737"/>
                  </a:lnTo>
                  <a:lnTo>
                    <a:pt x="1522288" y="546860"/>
                  </a:lnTo>
                  <a:lnTo>
                    <a:pt x="1521178" y="545254"/>
                  </a:lnTo>
                  <a:lnTo>
                    <a:pt x="1520385" y="544881"/>
                  </a:lnTo>
                  <a:lnTo>
                    <a:pt x="1518410" y="545073"/>
                  </a:lnTo>
                  <a:lnTo>
                    <a:pt x="1516651" y="543916"/>
                  </a:lnTo>
                  <a:lnTo>
                    <a:pt x="1512845" y="537980"/>
                  </a:lnTo>
                  <a:lnTo>
                    <a:pt x="1511169" y="536886"/>
                  </a:lnTo>
                  <a:lnTo>
                    <a:pt x="1509000" y="536232"/>
                  </a:lnTo>
                  <a:lnTo>
                    <a:pt x="1507334" y="536162"/>
                  </a:lnTo>
                  <a:lnTo>
                    <a:pt x="1506712" y="536584"/>
                  </a:lnTo>
                  <a:lnTo>
                    <a:pt x="1505851" y="538011"/>
                  </a:lnTo>
                  <a:lnTo>
                    <a:pt x="1505258" y="539418"/>
                  </a:lnTo>
                  <a:lnTo>
                    <a:pt x="1504773" y="539852"/>
                  </a:lnTo>
                  <a:lnTo>
                    <a:pt x="1503628" y="539604"/>
                  </a:lnTo>
                  <a:lnTo>
                    <a:pt x="1502235" y="538499"/>
                  </a:lnTo>
                  <a:lnTo>
                    <a:pt x="1500631" y="538858"/>
                  </a:lnTo>
                  <a:lnTo>
                    <a:pt x="1501317" y="537955"/>
                  </a:lnTo>
                  <a:lnTo>
                    <a:pt x="1502870" y="537027"/>
                  </a:lnTo>
                  <a:lnTo>
                    <a:pt x="1500310" y="536012"/>
                  </a:lnTo>
                  <a:lnTo>
                    <a:pt x="1498705" y="534589"/>
                  </a:lnTo>
                  <a:lnTo>
                    <a:pt x="1497206" y="534223"/>
                  </a:lnTo>
                  <a:lnTo>
                    <a:pt x="1490381" y="530702"/>
                  </a:lnTo>
                  <a:lnTo>
                    <a:pt x="1487724" y="530981"/>
                  </a:lnTo>
                  <a:lnTo>
                    <a:pt x="1486090" y="531941"/>
                  </a:lnTo>
                  <a:lnTo>
                    <a:pt x="1483345" y="534836"/>
                  </a:lnTo>
                  <a:lnTo>
                    <a:pt x="1484107" y="536955"/>
                  </a:lnTo>
                  <a:lnTo>
                    <a:pt x="1484688" y="537902"/>
                  </a:lnTo>
                  <a:lnTo>
                    <a:pt x="1485048" y="539042"/>
                  </a:lnTo>
                  <a:lnTo>
                    <a:pt x="1484171" y="539268"/>
                  </a:lnTo>
                  <a:lnTo>
                    <a:pt x="1481636" y="539431"/>
                  </a:lnTo>
                  <a:lnTo>
                    <a:pt x="1480077" y="537737"/>
                  </a:lnTo>
                  <a:lnTo>
                    <a:pt x="1479002" y="540213"/>
                  </a:lnTo>
                  <a:lnTo>
                    <a:pt x="1479432" y="542429"/>
                  </a:lnTo>
                  <a:lnTo>
                    <a:pt x="1481205" y="541647"/>
                  </a:lnTo>
                  <a:lnTo>
                    <a:pt x="1482119" y="542559"/>
                  </a:lnTo>
                  <a:lnTo>
                    <a:pt x="1481503" y="545113"/>
                  </a:lnTo>
                  <a:lnTo>
                    <a:pt x="1479219" y="545846"/>
                  </a:lnTo>
                  <a:lnTo>
                    <a:pt x="1476350" y="545716"/>
                  </a:lnTo>
                  <a:lnTo>
                    <a:pt x="1473500" y="541227"/>
                  </a:lnTo>
                  <a:lnTo>
                    <a:pt x="1468835" y="542001"/>
                  </a:lnTo>
                  <a:lnTo>
                    <a:pt x="1466559" y="544878"/>
                  </a:lnTo>
                  <a:lnTo>
                    <a:pt x="1464446" y="545531"/>
                  </a:lnTo>
                  <a:lnTo>
                    <a:pt x="1458664" y="542660"/>
                  </a:lnTo>
                  <a:lnTo>
                    <a:pt x="1455784" y="542447"/>
                  </a:lnTo>
                  <a:lnTo>
                    <a:pt x="1452536" y="539964"/>
                  </a:lnTo>
                  <a:lnTo>
                    <a:pt x="1451404" y="540747"/>
                  </a:lnTo>
                  <a:lnTo>
                    <a:pt x="1449321" y="546922"/>
                  </a:lnTo>
                  <a:lnTo>
                    <a:pt x="1446592" y="548427"/>
                  </a:lnTo>
                  <a:lnTo>
                    <a:pt x="1445155" y="547605"/>
                  </a:lnTo>
                  <a:lnTo>
                    <a:pt x="1443906" y="543706"/>
                  </a:lnTo>
                  <a:lnTo>
                    <a:pt x="1443020" y="542424"/>
                  </a:lnTo>
                  <a:lnTo>
                    <a:pt x="1440560" y="541248"/>
                  </a:lnTo>
                  <a:lnTo>
                    <a:pt x="1427505" y="542349"/>
                  </a:lnTo>
                  <a:lnTo>
                    <a:pt x="1423119" y="541402"/>
                  </a:lnTo>
                  <a:lnTo>
                    <a:pt x="1420015" y="541311"/>
                  </a:lnTo>
                  <a:lnTo>
                    <a:pt x="1415811" y="543312"/>
                  </a:lnTo>
                  <a:lnTo>
                    <a:pt x="1411769" y="542530"/>
                  </a:lnTo>
                  <a:lnTo>
                    <a:pt x="1404311" y="546371"/>
                  </a:lnTo>
                  <a:lnTo>
                    <a:pt x="1401266" y="548957"/>
                  </a:lnTo>
                  <a:lnTo>
                    <a:pt x="1397549" y="553477"/>
                  </a:lnTo>
                  <a:lnTo>
                    <a:pt x="1394250" y="560994"/>
                  </a:lnTo>
                  <a:lnTo>
                    <a:pt x="1392401" y="563838"/>
                  </a:lnTo>
                  <a:lnTo>
                    <a:pt x="1389282" y="567412"/>
                  </a:lnTo>
                  <a:lnTo>
                    <a:pt x="1384903" y="570699"/>
                  </a:lnTo>
                  <a:lnTo>
                    <a:pt x="1382496" y="574049"/>
                  </a:lnTo>
                  <a:lnTo>
                    <a:pt x="1381213" y="576747"/>
                  </a:lnTo>
                  <a:lnTo>
                    <a:pt x="1378899" y="586992"/>
                  </a:lnTo>
                  <a:lnTo>
                    <a:pt x="1378311" y="588522"/>
                  </a:lnTo>
                  <a:lnTo>
                    <a:pt x="1372894" y="592250"/>
                  </a:lnTo>
                  <a:lnTo>
                    <a:pt x="1371178" y="596333"/>
                  </a:lnTo>
                  <a:lnTo>
                    <a:pt x="1370468" y="597372"/>
                  </a:lnTo>
                  <a:lnTo>
                    <a:pt x="1368225" y="599099"/>
                  </a:lnTo>
                  <a:lnTo>
                    <a:pt x="1366853" y="601978"/>
                  </a:lnTo>
                  <a:lnTo>
                    <a:pt x="1366087" y="602823"/>
                  </a:lnTo>
                  <a:lnTo>
                    <a:pt x="1362892" y="604837"/>
                  </a:lnTo>
                  <a:lnTo>
                    <a:pt x="1360260" y="609961"/>
                  </a:lnTo>
                  <a:lnTo>
                    <a:pt x="1356560" y="613584"/>
                  </a:lnTo>
                  <a:lnTo>
                    <a:pt x="1351145" y="623528"/>
                  </a:lnTo>
                  <a:lnTo>
                    <a:pt x="1350686" y="624724"/>
                  </a:lnTo>
                  <a:lnTo>
                    <a:pt x="1350205" y="627378"/>
                  </a:lnTo>
                  <a:lnTo>
                    <a:pt x="1349391" y="629316"/>
                  </a:lnTo>
                  <a:lnTo>
                    <a:pt x="1344731" y="637996"/>
                  </a:lnTo>
                  <a:lnTo>
                    <a:pt x="1343286" y="638801"/>
                  </a:lnTo>
                  <a:lnTo>
                    <a:pt x="1340985" y="642860"/>
                  </a:lnTo>
                  <a:lnTo>
                    <a:pt x="1338617" y="645297"/>
                  </a:lnTo>
                  <a:lnTo>
                    <a:pt x="1336451" y="648164"/>
                  </a:lnTo>
                  <a:lnTo>
                    <a:pt x="1333788" y="651151"/>
                  </a:lnTo>
                  <a:lnTo>
                    <a:pt x="1329726" y="654622"/>
                  </a:lnTo>
                  <a:lnTo>
                    <a:pt x="1328396" y="656593"/>
                  </a:lnTo>
                  <a:lnTo>
                    <a:pt x="1326251" y="661255"/>
                  </a:lnTo>
                  <a:lnTo>
                    <a:pt x="1321079" y="666916"/>
                  </a:lnTo>
                  <a:lnTo>
                    <a:pt x="1318518" y="668301"/>
                  </a:lnTo>
                  <a:lnTo>
                    <a:pt x="1315128" y="673338"/>
                  </a:lnTo>
                  <a:lnTo>
                    <a:pt x="1314790" y="674523"/>
                  </a:lnTo>
                  <a:lnTo>
                    <a:pt x="1314507" y="676367"/>
                  </a:lnTo>
                  <a:lnTo>
                    <a:pt x="1315070" y="679597"/>
                  </a:lnTo>
                  <a:lnTo>
                    <a:pt x="1315895" y="680309"/>
                  </a:lnTo>
                  <a:lnTo>
                    <a:pt x="1317265" y="680750"/>
                  </a:lnTo>
                  <a:lnTo>
                    <a:pt x="1322307" y="683957"/>
                  </a:lnTo>
                  <a:lnTo>
                    <a:pt x="1327017" y="683067"/>
                  </a:lnTo>
                  <a:lnTo>
                    <a:pt x="1331188" y="683080"/>
                  </a:lnTo>
                  <a:lnTo>
                    <a:pt x="1332825" y="682764"/>
                  </a:lnTo>
                  <a:lnTo>
                    <a:pt x="1333833" y="682862"/>
                  </a:lnTo>
                  <a:lnTo>
                    <a:pt x="1334155" y="684621"/>
                  </a:lnTo>
                  <a:lnTo>
                    <a:pt x="1334115" y="687846"/>
                  </a:lnTo>
                  <a:lnTo>
                    <a:pt x="1333506" y="690772"/>
                  </a:lnTo>
                  <a:lnTo>
                    <a:pt x="1333006" y="699420"/>
                  </a:lnTo>
                  <a:lnTo>
                    <a:pt x="1332440" y="703242"/>
                  </a:lnTo>
                  <a:lnTo>
                    <a:pt x="1332877" y="707001"/>
                  </a:lnTo>
                  <a:lnTo>
                    <a:pt x="1333898" y="707654"/>
                  </a:lnTo>
                  <a:lnTo>
                    <a:pt x="1334920" y="705959"/>
                  </a:lnTo>
                  <a:lnTo>
                    <a:pt x="1336532" y="705699"/>
                  </a:lnTo>
                  <a:lnTo>
                    <a:pt x="1338197" y="706481"/>
                  </a:lnTo>
                  <a:lnTo>
                    <a:pt x="1339448" y="700466"/>
                  </a:lnTo>
                  <a:lnTo>
                    <a:pt x="1338406" y="699531"/>
                  </a:lnTo>
                  <a:lnTo>
                    <a:pt x="1337476" y="697413"/>
                  </a:lnTo>
                  <a:lnTo>
                    <a:pt x="1338029" y="695828"/>
                  </a:lnTo>
                  <a:lnTo>
                    <a:pt x="1340907" y="692870"/>
                  </a:lnTo>
                  <a:lnTo>
                    <a:pt x="1342703" y="692607"/>
                  </a:lnTo>
                  <a:lnTo>
                    <a:pt x="1344421" y="692841"/>
                  </a:lnTo>
                  <a:lnTo>
                    <a:pt x="1342558" y="696591"/>
                  </a:lnTo>
                  <a:lnTo>
                    <a:pt x="1341803" y="697357"/>
                  </a:lnTo>
                  <a:lnTo>
                    <a:pt x="1341220" y="697562"/>
                  </a:lnTo>
                  <a:lnTo>
                    <a:pt x="1340438" y="698241"/>
                  </a:lnTo>
                  <a:lnTo>
                    <a:pt x="1342110" y="700397"/>
                  </a:lnTo>
                  <a:lnTo>
                    <a:pt x="1343893" y="702085"/>
                  </a:lnTo>
                  <a:lnTo>
                    <a:pt x="1346477" y="702786"/>
                  </a:lnTo>
                  <a:lnTo>
                    <a:pt x="1345884" y="704069"/>
                  </a:lnTo>
                  <a:lnTo>
                    <a:pt x="1344162" y="705177"/>
                  </a:lnTo>
                  <a:lnTo>
                    <a:pt x="1342604" y="709868"/>
                  </a:lnTo>
                  <a:lnTo>
                    <a:pt x="1340126" y="712098"/>
                  </a:lnTo>
                  <a:lnTo>
                    <a:pt x="1339003" y="713646"/>
                  </a:lnTo>
                  <a:lnTo>
                    <a:pt x="1339396" y="714623"/>
                  </a:lnTo>
                  <a:lnTo>
                    <a:pt x="1340305" y="714835"/>
                  </a:lnTo>
                  <a:lnTo>
                    <a:pt x="1345300" y="714205"/>
                  </a:lnTo>
                  <a:lnTo>
                    <a:pt x="1347887" y="712926"/>
                  </a:lnTo>
                  <a:lnTo>
                    <a:pt x="1351573" y="709296"/>
                  </a:lnTo>
                  <a:lnTo>
                    <a:pt x="1353109" y="703893"/>
                  </a:lnTo>
                  <a:lnTo>
                    <a:pt x="1354506" y="702404"/>
                  </a:lnTo>
                  <a:lnTo>
                    <a:pt x="1354925" y="702398"/>
                  </a:lnTo>
                  <a:lnTo>
                    <a:pt x="1355415" y="702773"/>
                  </a:lnTo>
                  <a:lnTo>
                    <a:pt x="1355427" y="706566"/>
                  </a:lnTo>
                  <a:lnTo>
                    <a:pt x="1353451" y="710840"/>
                  </a:lnTo>
                  <a:lnTo>
                    <a:pt x="1352052" y="713255"/>
                  </a:lnTo>
                  <a:lnTo>
                    <a:pt x="1351534" y="715277"/>
                  </a:lnTo>
                  <a:lnTo>
                    <a:pt x="1352395" y="715310"/>
                  </a:lnTo>
                  <a:lnTo>
                    <a:pt x="1353983" y="714893"/>
                  </a:lnTo>
                  <a:lnTo>
                    <a:pt x="1354718" y="713918"/>
                  </a:lnTo>
                  <a:lnTo>
                    <a:pt x="1356543" y="708754"/>
                  </a:lnTo>
                  <a:lnTo>
                    <a:pt x="1357015" y="705062"/>
                  </a:lnTo>
                  <a:lnTo>
                    <a:pt x="1357286" y="699919"/>
                  </a:lnTo>
                  <a:lnTo>
                    <a:pt x="1357079" y="696849"/>
                  </a:lnTo>
                  <a:lnTo>
                    <a:pt x="1357216" y="694633"/>
                  </a:lnTo>
                  <a:lnTo>
                    <a:pt x="1356501" y="692397"/>
                  </a:lnTo>
                  <a:lnTo>
                    <a:pt x="1356970" y="691756"/>
                  </a:lnTo>
                  <a:lnTo>
                    <a:pt x="1361959" y="694776"/>
                  </a:lnTo>
                  <a:lnTo>
                    <a:pt x="1364575" y="695510"/>
                  </a:lnTo>
                  <a:lnTo>
                    <a:pt x="1369300" y="693023"/>
                  </a:lnTo>
                  <a:lnTo>
                    <a:pt x="1370373" y="693635"/>
                  </a:lnTo>
                  <a:lnTo>
                    <a:pt x="1371140" y="695145"/>
                  </a:lnTo>
                  <a:lnTo>
                    <a:pt x="1375043" y="699689"/>
                  </a:lnTo>
                  <a:lnTo>
                    <a:pt x="1375811" y="701182"/>
                  </a:lnTo>
                  <a:lnTo>
                    <a:pt x="1377095" y="706750"/>
                  </a:lnTo>
                  <a:lnTo>
                    <a:pt x="1381245" y="713137"/>
                  </a:lnTo>
                  <a:lnTo>
                    <a:pt x="1385122" y="716147"/>
                  </a:lnTo>
                  <a:lnTo>
                    <a:pt x="1385236" y="717339"/>
                  </a:lnTo>
                  <a:lnTo>
                    <a:pt x="1387705" y="720878"/>
                  </a:lnTo>
                  <a:lnTo>
                    <a:pt x="1389607" y="722110"/>
                  </a:lnTo>
                  <a:lnTo>
                    <a:pt x="1389952" y="725325"/>
                  </a:lnTo>
                  <a:lnTo>
                    <a:pt x="1389049" y="727887"/>
                  </a:lnTo>
                  <a:lnTo>
                    <a:pt x="1387262" y="730310"/>
                  </a:lnTo>
                  <a:lnTo>
                    <a:pt x="1383679" y="728057"/>
                  </a:lnTo>
                  <a:lnTo>
                    <a:pt x="1383098" y="728164"/>
                  </a:lnTo>
                  <a:lnTo>
                    <a:pt x="1383523" y="729584"/>
                  </a:lnTo>
                  <a:lnTo>
                    <a:pt x="1386111" y="733788"/>
                  </a:lnTo>
                  <a:lnTo>
                    <a:pt x="1388171" y="735485"/>
                  </a:lnTo>
                  <a:lnTo>
                    <a:pt x="1388293" y="741027"/>
                  </a:lnTo>
                  <a:lnTo>
                    <a:pt x="1388039" y="744054"/>
                  </a:lnTo>
                  <a:lnTo>
                    <a:pt x="1386666" y="747436"/>
                  </a:lnTo>
                  <a:lnTo>
                    <a:pt x="1387122" y="749424"/>
                  </a:lnTo>
                  <a:lnTo>
                    <a:pt x="1389070" y="752298"/>
                  </a:lnTo>
                  <a:lnTo>
                    <a:pt x="1390038" y="753386"/>
                  </a:lnTo>
                  <a:lnTo>
                    <a:pt x="1390966" y="755035"/>
                  </a:lnTo>
                  <a:lnTo>
                    <a:pt x="1389751" y="758619"/>
                  </a:lnTo>
                  <a:lnTo>
                    <a:pt x="1389524" y="762655"/>
                  </a:lnTo>
                  <a:lnTo>
                    <a:pt x="1388202" y="764427"/>
                  </a:lnTo>
                  <a:lnTo>
                    <a:pt x="1386629" y="768354"/>
                  </a:lnTo>
                  <a:lnTo>
                    <a:pt x="1384231" y="771541"/>
                  </a:lnTo>
                  <a:lnTo>
                    <a:pt x="1383085" y="777621"/>
                  </a:lnTo>
                  <a:lnTo>
                    <a:pt x="1381246" y="782996"/>
                  </a:lnTo>
                  <a:lnTo>
                    <a:pt x="1381039" y="788343"/>
                  </a:lnTo>
                  <a:lnTo>
                    <a:pt x="1380733" y="790250"/>
                  </a:lnTo>
                  <a:lnTo>
                    <a:pt x="1379213" y="795763"/>
                  </a:lnTo>
                  <a:lnTo>
                    <a:pt x="1378671" y="803275"/>
                  </a:lnTo>
                  <a:lnTo>
                    <a:pt x="1379391" y="815545"/>
                  </a:lnTo>
                  <a:lnTo>
                    <a:pt x="1379740" y="816256"/>
                  </a:lnTo>
                  <a:lnTo>
                    <a:pt x="1380476" y="816973"/>
                  </a:lnTo>
                  <a:lnTo>
                    <a:pt x="1380339" y="817821"/>
                  </a:lnTo>
                  <a:lnTo>
                    <a:pt x="1379990" y="818423"/>
                  </a:lnTo>
                  <a:lnTo>
                    <a:pt x="1378504" y="822024"/>
                  </a:lnTo>
                  <a:lnTo>
                    <a:pt x="1378527" y="824562"/>
                  </a:lnTo>
                  <a:lnTo>
                    <a:pt x="1379097" y="826451"/>
                  </a:lnTo>
                  <a:lnTo>
                    <a:pt x="1379168" y="831342"/>
                  </a:lnTo>
                  <a:lnTo>
                    <a:pt x="1378119" y="839162"/>
                  </a:lnTo>
                  <a:lnTo>
                    <a:pt x="1377729" y="840394"/>
                  </a:lnTo>
                  <a:lnTo>
                    <a:pt x="1377306" y="842432"/>
                  </a:lnTo>
                  <a:lnTo>
                    <a:pt x="1377114" y="844254"/>
                  </a:lnTo>
                  <a:lnTo>
                    <a:pt x="1376833" y="845411"/>
                  </a:lnTo>
                  <a:lnTo>
                    <a:pt x="1376631" y="847365"/>
                  </a:lnTo>
                  <a:lnTo>
                    <a:pt x="1376932" y="849110"/>
                  </a:lnTo>
                  <a:lnTo>
                    <a:pt x="1377476" y="850018"/>
                  </a:lnTo>
                  <a:lnTo>
                    <a:pt x="1375598" y="855669"/>
                  </a:lnTo>
                  <a:lnTo>
                    <a:pt x="1374945" y="863032"/>
                  </a:lnTo>
                  <a:lnTo>
                    <a:pt x="1374246" y="866017"/>
                  </a:lnTo>
                  <a:lnTo>
                    <a:pt x="1372846" y="868939"/>
                  </a:lnTo>
                  <a:lnTo>
                    <a:pt x="1369949" y="873171"/>
                  </a:lnTo>
                  <a:lnTo>
                    <a:pt x="1368920" y="875850"/>
                  </a:lnTo>
                  <a:lnTo>
                    <a:pt x="1367022" y="879237"/>
                  </a:lnTo>
                  <a:lnTo>
                    <a:pt x="1365220" y="881835"/>
                  </a:lnTo>
                  <a:lnTo>
                    <a:pt x="1362713" y="889296"/>
                  </a:lnTo>
                  <a:lnTo>
                    <a:pt x="1360695" y="896729"/>
                  </a:lnTo>
                  <a:lnTo>
                    <a:pt x="1355643" y="906364"/>
                  </a:lnTo>
                  <a:lnTo>
                    <a:pt x="1354946" y="908758"/>
                  </a:lnTo>
                  <a:lnTo>
                    <a:pt x="1354590" y="911311"/>
                  </a:lnTo>
                  <a:lnTo>
                    <a:pt x="1353266" y="915589"/>
                  </a:lnTo>
                  <a:lnTo>
                    <a:pt x="1352597" y="921547"/>
                  </a:lnTo>
                  <a:lnTo>
                    <a:pt x="1351052" y="923925"/>
                  </a:lnTo>
                  <a:lnTo>
                    <a:pt x="1349787" y="930196"/>
                  </a:lnTo>
                  <a:lnTo>
                    <a:pt x="1345677" y="939717"/>
                  </a:lnTo>
                  <a:lnTo>
                    <a:pt x="1344657" y="942972"/>
                  </a:lnTo>
                  <a:lnTo>
                    <a:pt x="1341486" y="948242"/>
                  </a:lnTo>
                  <a:lnTo>
                    <a:pt x="1338095" y="955526"/>
                  </a:lnTo>
                  <a:lnTo>
                    <a:pt x="1333909" y="962097"/>
                  </a:lnTo>
                  <a:lnTo>
                    <a:pt x="1333101" y="964789"/>
                  </a:lnTo>
                  <a:lnTo>
                    <a:pt x="1331479" y="967799"/>
                  </a:lnTo>
                  <a:lnTo>
                    <a:pt x="1329728" y="972410"/>
                  </a:lnTo>
                  <a:lnTo>
                    <a:pt x="1327178" y="976999"/>
                  </a:lnTo>
                  <a:lnTo>
                    <a:pt x="1326660" y="980096"/>
                  </a:lnTo>
                  <a:lnTo>
                    <a:pt x="1325851" y="982250"/>
                  </a:lnTo>
                  <a:lnTo>
                    <a:pt x="1323958" y="983706"/>
                  </a:lnTo>
                  <a:lnTo>
                    <a:pt x="1322588" y="985665"/>
                  </a:lnTo>
                  <a:lnTo>
                    <a:pt x="1318427" y="997545"/>
                  </a:lnTo>
                  <a:lnTo>
                    <a:pt x="1317890" y="999692"/>
                  </a:lnTo>
                  <a:lnTo>
                    <a:pt x="1317821" y="1001578"/>
                  </a:lnTo>
                  <a:lnTo>
                    <a:pt x="1315100" y="1006022"/>
                  </a:lnTo>
                  <a:lnTo>
                    <a:pt x="1313526" y="1010717"/>
                  </a:lnTo>
                  <a:lnTo>
                    <a:pt x="1310918" y="1013647"/>
                  </a:lnTo>
                  <a:lnTo>
                    <a:pt x="1308173" y="1017665"/>
                  </a:lnTo>
                  <a:lnTo>
                    <a:pt x="1301649" y="1025007"/>
                  </a:lnTo>
                  <a:lnTo>
                    <a:pt x="1299869" y="1027804"/>
                  </a:lnTo>
                  <a:lnTo>
                    <a:pt x="1296200" y="1031277"/>
                  </a:lnTo>
                  <a:lnTo>
                    <a:pt x="1294705" y="1031328"/>
                  </a:lnTo>
                  <a:lnTo>
                    <a:pt x="1291570" y="1033229"/>
                  </a:lnTo>
                  <a:lnTo>
                    <a:pt x="1289504" y="1035206"/>
                  </a:lnTo>
                  <a:lnTo>
                    <a:pt x="1288279" y="1034443"/>
                  </a:lnTo>
                  <a:lnTo>
                    <a:pt x="1287513" y="1031925"/>
                  </a:lnTo>
                  <a:lnTo>
                    <a:pt x="1286628" y="1032006"/>
                  </a:lnTo>
                  <a:lnTo>
                    <a:pt x="1285892" y="1032346"/>
                  </a:lnTo>
                  <a:lnTo>
                    <a:pt x="1284008" y="1029921"/>
                  </a:lnTo>
                  <a:lnTo>
                    <a:pt x="1282393" y="1030046"/>
                  </a:lnTo>
                  <a:lnTo>
                    <a:pt x="1281234" y="1028918"/>
                  </a:lnTo>
                  <a:lnTo>
                    <a:pt x="1279070" y="1029700"/>
                  </a:lnTo>
                  <a:lnTo>
                    <a:pt x="1279443" y="1019199"/>
                  </a:lnTo>
                  <a:lnTo>
                    <a:pt x="1279140" y="1016987"/>
                  </a:lnTo>
                  <a:lnTo>
                    <a:pt x="1278210" y="1019010"/>
                  </a:lnTo>
                  <a:lnTo>
                    <a:pt x="1275717" y="1022737"/>
                  </a:lnTo>
                  <a:lnTo>
                    <a:pt x="1274725" y="1023432"/>
                  </a:lnTo>
                  <a:lnTo>
                    <a:pt x="1273742" y="1023440"/>
                  </a:lnTo>
                  <a:lnTo>
                    <a:pt x="1274129" y="1021206"/>
                  </a:lnTo>
                  <a:lnTo>
                    <a:pt x="1275527" y="1017977"/>
                  </a:lnTo>
                  <a:lnTo>
                    <a:pt x="1275078" y="1017504"/>
                  </a:lnTo>
                  <a:lnTo>
                    <a:pt x="1274624" y="1017329"/>
                  </a:lnTo>
                  <a:lnTo>
                    <a:pt x="1272866" y="1018709"/>
                  </a:lnTo>
                  <a:lnTo>
                    <a:pt x="1271980" y="1020264"/>
                  </a:lnTo>
                  <a:lnTo>
                    <a:pt x="1269474" y="1026357"/>
                  </a:lnTo>
                  <a:lnTo>
                    <a:pt x="1267973" y="1031502"/>
                  </a:lnTo>
                  <a:lnTo>
                    <a:pt x="1266745" y="1032985"/>
                  </a:lnTo>
                  <a:lnTo>
                    <a:pt x="1266170" y="1035193"/>
                  </a:lnTo>
                  <a:lnTo>
                    <a:pt x="1265110" y="1037302"/>
                  </a:lnTo>
                  <a:lnTo>
                    <a:pt x="1263483" y="1036737"/>
                  </a:lnTo>
                  <a:lnTo>
                    <a:pt x="1262519" y="1037069"/>
                  </a:lnTo>
                  <a:lnTo>
                    <a:pt x="1260209" y="1035906"/>
                  </a:lnTo>
                  <a:lnTo>
                    <a:pt x="1259638" y="1036405"/>
                  </a:lnTo>
                  <a:lnTo>
                    <a:pt x="1261160" y="1040348"/>
                  </a:lnTo>
                  <a:lnTo>
                    <a:pt x="1259888" y="1046174"/>
                  </a:lnTo>
                  <a:close/>
                </a:path>
              </a:pathLst>
            </a:custGeom>
            <a:solidFill>
              <a:srgbClr val="D2E5C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4" name="pg1313"/>
            <p:cNvSpPr/>
            <p:nvPr/>
          </p:nvSpPr>
          <p:spPr>
            <a:xfrm>
              <a:off x="4630635" y="1323648"/>
              <a:ext cx="15599" cy="3889"/>
            </a:xfrm>
            <a:custGeom>
              <a:avLst/>
              <a:pathLst>
                <a:path w="15599" h="3889">
                  <a:moveTo>
                    <a:pt x="15599" y="1728"/>
                  </a:moveTo>
                  <a:lnTo>
                    <a:pt x="14511" y="3156"/>
                  </a:lnTo>
                  <a:lnTo>
                    <a:pt x="12992" y="3889"/>
                  </a:lnTo>
                  <a:lnTo>
                    <a:pt x="11313" y="2683"/>
                  </a:lnTo>
                  <a:lnTo>
                    <a:pt x="7143" y="2770"/>
                  </a:lnTo>
                  <a:lnTo>
                    <a:pt x="0" y="1464"/>
                  </a:lnTo>
                  <a:lnTo>
                    <a:pt x="2044" y="644"/>
                  </a:lnTo>
                  <a:lnTo>
                    <a:pt x="13317" y="0"/>
                  </a:lnTo>
                  <a:lnTo>
                    <a:pt x="14109" y="113"/>
                  </a:lnTo>
                  <a:close/>
                </a:path>
              </a:pathLst>
            </a:custGeom>
            <a:solidFill>
              <a:srgbClr val="D2E5C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5" name="pg1314"/>
            <p:cNvSpPr/>
            <p:nvPr/>
          </p:nvSpPr>
          <p:spPr>
            <a:xfrm>
              <a:off x="4625859" y="1319197"/>
              <a:ext cx="8482" cy="4178"/>
            </a:xfrm>
            <a:custGeom>
              <a:avLst/>
              <a:pathLst>
                <a:path w="8482" h="4178">
                  <a:moveTo>
                    <a:pt x="3007" y="3954"/>
                  </a:moveTo>
                  <a:lnTo>
                    <a:pt x="1553" y="4178"/>
                  </a:lnTo>
                  <a:lnTo>
                    <a:pt x="0" y="3543"/>
                  </a:lnTo>
                  <a:lnTo>
                    <a:pt x="423" y="2227"/>
                  </a:lnTo>
                  <a:lnTo>
                    <a:pt x="3984" y="1992"/>
                  </a:lnTo>
                  <a:lnTo>
                    <a:pt x="5279" y="0"/>
                  </a:lnTo>
                  <a:lnTo>
                    <a:pt x="7516" y="112"/>
                  </a:lnTo>
                  <a:lnTo>
                    <a:pt x="8135" y="690"/>
                  </a:lnTo>
                  <a:lnTo>
                    <a:pt x="8482" y="1354"/>
                  </a:lnTo>
                  <a:lnTo>
                    <a:pt x="8473" y="2217"/>
                  </a:lnTo>
                  <a:lnTo>
                    <a:pt x="7988" y="2217"/>
                  </a:lnTo>
                  <a:lnTo>
                    <a:pt x="5862" y="2315"/>
                  </a:lnTo>
                  <a:lnTo>
                    <a:pt x="5469" y="2807"/>
                  </a:lnTo>
                  <a:close/>
                </a:path>
              </a:pathLst>
            </a:custGeom>
            <a:solidFill>
              <a:srgbClr val="D2E5C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6" name="pg1315"/>
            <p:cNvSpPr/>
            <p:nvPr/>
          </p:nvSpPr>
          <p:spPr>
            <a:xfrm>
              <a:off x="4543760" y="1286895"/>
              <a:ext cx="73800" cy="43625"/>
            </a:xfrm>
            <a:custGeom>
              <a:avLst/>
              <a:pathLst>
                <a:path w="73800" h="43625">
                  <a:moveTo>
                    <a:pt x="43845" y="5296"/>
                  </a:moveTo>
                  <a:lnTo>
                    <a:pt x="42657" y="7587"/>
                  </a:lnTo>
                  <a:lnTo>
                    <a:pt x="42151" y="9666"/>
                  </a:lnTo>
                  <a:lnTo>
                    <a:pt x="38520" y="16445"/>
                  </a:lnTo>
                  <a:lnTo>
                    <a:pt x="38087" y="17663"/>
                  </a:lnTo>
                  <a:lnTo>
                    <a:pt x="40220" y="16603"/>
                  </a:lnTo>
                  <a:lnTo>
                    <a:pt x="42174" y="14291"/>
                  </a:lnTo>
                  <a:lnTo>
                    <a:pt x="43358" y="12376"/>
                  </a:lnTo>
                  <a:lnTo>
                    <a:pt x="44645" y="11153"/>
                  </a:lnTo>
                  <a:lnTo>
                    <a:pt x="46172" y="11131"/>
                  </a:lnTo>
                  <a:lnTo>
                    <a:pt x="47676" y="10694"/>
                  </a:lnTo>
                  <a:lnTo>
                    <a:pt x="50531" y="9074"/>
                  </a:lnTo>
                  <a:lnTo>
                    <a:pt x="53449" y="8368"/>
                  </a:lnTo>
                  <a:lnTo>
                    <a:pt x="55009" y="8390"/>
                  </a:lnTo>
                  <a:lnTo>
                    <a:pt x="56531" y="9159"/>
                  </a:lnTo>
                  <a:lnTo>
                    <a:pt x="57485" y="10952"/>
                  </a:lnTo>
                  <a:lnTo>
                    <a:pt x="58547" y="12411"/>
                  </a:lnTo>
                  <a:lnTo>
                    <a:pt x="62363" y="13477"/>
                  </a:lnTo>
                  <a:lnTo>
                    <a:pt x="62911" y="13867"/>
                  </a:lnTo>
                  <a:lnTo>
                    <a:pt x="63249" y="15066"/>
                  </a:lnTo>
                  <a:lnTo>
                    <a:pt x="62946" y="16345"/>
                  </a:lnTo>
                  <a:lnTo>
                    <a:pt x="65153" y="17671"/>
                  </a:lnTo>
                  <a:lnTo>
                    <a:pt x="68174" y="17088"/>
                  </a:lnTo>
                  <a:lnTo>
                    <a:pt x="69802" y="17430"/>
                  </a:lnTo>
                  <a:lnTo>
                    <a:pt x="71403" y="18153"/>
                  </a:lnTo>
                  <a:lnTo>
                    <a:pt x="72117" y="19303"/>
                  </a:lnTo>
                  <a:lnTo>
                    <a:pt x="72744" y="20690"/>
                  </a:lnTo>
                  <a:lnTo>
                    <a:pt x="73404" y="22665"/>
                  </a:lnTo>
                  <a:lnTo>
                    <a:pt x="73800" y="24799"/>
                  </a:lnTo>
                  <a:lnTo>
                    <a:pt x="73433" y="27578"/>
                  </a:lnTo>
                  <a:lnTo>
                    <a:pt x="67584" y="31926"/>
                  </a:lnTo>
                  <a:lnTo>
                    <a:pt x="66477" y="32310"/>
                  </a:lnTo>
                  <a:lnTo>
                    <a:pt x="63767" y="32030"/>
                  </a:lnTo>
                  <a:lnTo>
                    <a:pt x="61062" y="32449"/>
                  </a:lnTo>
                  <a:lnTo>
                    <a:pt x="54016" y="34718"/>
                  </a:lnTo>
                  <a:lnTo>
                    <a:pt x="45287" y="34789"/>
                  </a:lnTo>
                  <a:lnTo>
                    <a:pt x="42771" y="36797"/>
                  </a:lnTo>
                  <a:lnTo>
                    <a:pt x="42012" y="36738"/>
                  </a:lnTo>
                  <a:lnTo>
                    <a:pt x="41266" y="36389"/>
                  </a:lnTo>
                  <a:lnTo>
                    <a:pt x="40584" y="35712"/>
                  </a:lnTo>
                  <a:lnTo>
                    <a:pt x="35262" y="36282"/>
                  </a:lnTo>
                  <a:lnTo>
                    <a:pt x="29313" y="36607"/>
                  </a:lnTo>
                  <a:lnTo>
                    <a:pt x="23362" y="36677"/>
                  </a:lnTo>
                  <a:lnTo>
                    <a:pt x="21362" y="38125"/>
                  </a:lnTo>
                  <a:lnTo>
                    <a:pt x="15284" y="40945"/>
                  </a:lnTo>
                  <a:lnTo>
                    <a:pt x="9690" y="43088"/>
                  </a:lnTo>
                  <a:lnTo>
                    <a:pt x="6799" y="43625"/>
                  </a:lnTo>
                  <a:lnTo>
                    <a:pt x="2598" y="43056"/>
                  </a:lnTo>
                  <a:lnTo>
                    <a:pt x="1274" y="42329"/>
                  </a:lnTo>
                  <a:lnTo>
                    <a:pt x="0" y="41224"/>
                  </a:lnTo>
                  <a:lnTo>
                    <a:pt x="1847" y="39869"/>
                  </a:lnTo>
                  <a:lnTo>
                    <a:pt x="3150" y="37073"/>
                  </a:lnTo>
                  <a:lnTo>
                    <a:pt x="4763" y="35450"/>
                  </a:lnTo>
                  <a:lnTo>
                    <a:pt x="8919" y="32335"/>
                  </a:lnTo>
                  <a:lnTo>
                    <a:pt x="9389" y="31110"/>
                  </a:lnTo>
                  <a:lnTo>
                    <a:pt x="10193" y="28448"/>
                  </a:lnTo>
                  <a:lnTo>
                    <a:pt x="10674" y="27458"/>
                  </a:lnTo>
                  <a:lnTo>
                    <a:pt x="11308" y="26517"/>
                  </a:lnTo>
                  <a:lnTo>
                    <a:pt x="11823" y="25393"/>
                  </a:lnTo>
                  <a:lnTo>
                    <a:pt x="11889" y="23689"/>
                  </a:lnTo>
                  <a:lnTo>
                    <a:pt x="12149" y="22280"/>
                  </a:lnTo>
                  <a:lnTo>
                    <a:pt x="13762" y="20094"/>
                  </a:lnTo>
                  <a:lnTo>
                    <a:pt x="14972" y="19071"/>
                  </a:lnTo>
                  <a:lnTo>
                    <a:pt x="16239" y="18786"/>
                  </a:lnTo>
                  <a:lnTo>
                    <a:pt x="19359" y="19195"/>
                  </a:lnTo>
                  <a:lnTo>
                    <a:pt x="20336" y="19050"/>
                  </a:lnTo>
                  <a:lnTo>
                    <a:pt x="19631" y="18342"/>
                  </a:lnTo>
                  <a:lnTo>
                    <a:pt x="19123" y="15821"/>
                  </a:lnTo>
                  <a:lnTo>
                    <a:pt x="19224" y="14992"/>
                  </a:lnTo>
                  <a:lnTo>
                    <a:pt x="19673" y="13389"/>
                  </a:lnTo>
                  <a:lnTo>
                    <a:pt x="20453" y="12607"/>
                  </a:lnTo>
                  <a:lnTo>
                    <a:pt x="21251" y="12112"/>
                  </a:lnTo>
                  <a:lnTo>
                    <a:pt x="21706" y="9957"/>
                  </a:lnTo>
                  <a:lnTo>
                    <a:pt x="21512" y="9159"/>
                  </a:lnTo>
                  <a:lnTo>
                    <a:pt x="22689" y="8165"/>
                  </a:lnTo>
                  <a:lnTo>
                    <a:pt x="23265" y="6759"/>
                  </a:lnTo>
                  <a:lnTo>
                    <a:pt x="24658" y="5927"/>
                  </a:lnTo>
                  <a:lnTo>
                    <a:pt x="27493" y="5282"/>
                  </a:lnTo>
                  <a:lnTo>
                    <a:pt x="27642" y="3562"/>
                  </a:lnTo>
                  <a:lnTo>
                    <a:pt x="28073" y="2445"/>
                  </a:lnTo>
                  <a:lnTo>
                    <a:pt x="28716" y="2122"/>
                  </a:lnTo>
                  <a:lnTo>
                    <a:pt x="30153" y="1809"/>
                  </a:lnTo>
                  <a:lnTo>
                    <a:pt x="30920" y="1861"/>
                  </a:lnTo>
                  <a:lnTo>
                    <a:pt x="31991" y="3592"/>
                  </a:lnTo>
                  <a:lnTo>
                    <a:pt x="33126" y="5009"/>
                  </a:lnTo>
                  <a:lnTo>
                    <a:pt x="34628" y="5340"/>
                  </a:lnTo>
                  <a:lnTo>
                    <a:pt x="36124" y="5234"/>
                  </a:lnTo>
                  <a:lnTo>
                    <a:pt x="35222" y="3563"/>
                  </a:lnTo>
                  <a:lnTo>
                    <a:pt x="35264" y="1767"/>
                  </a:lnTo>
                  <a:lnTo>
                    <a:pt x="35805" y="598"/>
                  </a:lnTo>
                  <a:lnTo>
                    <a:pt x="36504" y="92"/>
                  </a:lnTo>
                  <a:lnTo>
                    <a:pt x="37996" y="0"/>
                  </a:lnTo>
                  <a:lnTo>
                    <a:pt x="42688" y="1213"/>
                  </a:lnTo>
                  <a:lnTo>
                    <a:pt x="45756" y="3004"/>
                  </a:lnTo>
                  <a:lnTo>
                    <a:pt x="46443" y="3961"/>
                  </a:lnTo>
                  <a:lnTo>
                    <a:pt x="45888" y="4452"/>
                  </a:lnTo>
                  <a:lnTo>
                    <a:pt x="44514" y="4787"/>
                  </a:lnTo>
                  <a:close/>
                </a:path>
              </a:pathLst>
            </a:custGeom>
            <a:solidFill>
              <a:srgbClr val="D2E5C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7" name="pg1316"/>
            <p:cNvSpPr/>
            <p:nvPr/>
          </p:nvSpPr>
          <p:spPr>
            <a:xfrm>
              <a:off x="4260583" y="1280061"/>
              <a:ext cx="18736" cy="5169"/>
            </a:xfrm>
            <a:custGeom>
              <a:avLst/>
              <a:pathLst>
                <a:path w="18736" h="5169">
                  <a:moveTo>
                    <a:pt x="2405" y="395"/>
                  </a:moveTo>
                  <a:lnTo>
                    <a:pt x="3912" y="1454"/>
                  </a:lnTo>
                  <a:lnTo>
                    <a:pt x="5067" y="629"/>
                  </a:lnTo>
                  <a:lnTo>
                    <a:pt x="15948" y="3180"/>
                  </a:lnTo>
                  <a:lnTo>
                    <a:pt x="18253" y="4137"/>
                  </a:lnTo>
                  <a:lnTo>
                    <a:pt x="18736" y="4803"/>
                  </a:lnTo>
                  <a:lnTo>
                    <a:pt x="9245" y="5169"/>
                  </a:lnTo>
                  <a:lnTo>
                    <a:pt x="7287" y="5054"/>
                  </a:lnTo>
                  <a:lnTo>
                    <a:pt x="7129" y="3546"/>
                  </a:lnTo>
                  <a:lnTo>
                    <a:pt x="4948" y="3516"/>
                  </a:lnTo>
                  <a:lnTo>
                    <a:pt x="1245" y="2532"/>
                  </a:lnTo>
                  <a:lnTo>
                    <a:pt x="247" y="1147"/>
                  </a:lnTo>
                  <a:lnTo>
                    <a:pt x="0" y="582"/>
                  </a:lnTo>
                  <a:lnTo>
                    <a:pt x="1180" y="0"/>
                  </a:lnTo>
                  <a:close/>
                </a:path>
              </a:pathLst>
            </a:custGeom>
            <a:solidFill>
              <a:srgbClr val="D2E5C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8" name="pg1317"/>
            <p:cNvSpPr/>
            <p:nvPr/>
          </p:nvSpPr>
          <p:spPr>
            <a:xfrm>
              <a:off x="4551417" y="1278981"/>
              <a:ext cx="4690" cy="2937"/>
            </a:xfrm>
            <a:custGeom>
              <a:avLst/>
              <a:pathLst>
                <a:path w="4690" h="2937">
                  <a:moveTo>
                    <a:pt x="2687" y="2565"/>
                  </a:moveTo>
                  <a:lnTo>
                    <a:pt x="0" y="2937"/>
                  </a:lnTo>
                  <a:lnTo>
                    <a:pt x="327" y="874"/>
                  </a:lnTo>
                  <a:lnTo>
                    <a:pt x="491" y="316"/>
                  </a:lnTo>
                  <a:lnTo>
                    <a:pt x="1863" y="0"/>
                  </a:lnTo>
                  <a:lnTo>
                    <a:pt x="2755" y="512"/>
                  </a:lnTo>
                  <a:lnTo>
                    <a:pt x="4690" y="908"/>
                  </a:lnTo>
                  <a:close/>
                </a:path>
              </a:pathLst>
            </a:custGeom>
            <a:solidFill>
              <a:srgbClr val="D2E5C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9" name="pg1318"/>
            <p:cNvSpPr/>
            <p:nvPr/>
          </p:nvSpPr>
          <p:spPr>
            <a:xfrm>
              <a:off x="4443620" y="1268601"/>
              <a:ext cx="33305" cy="11134"/>
            </a:xfrm>
            <a:custGeom>
              <a:avLst/>
              <a:pathLst>
                <a:path w="33305" h="11134">
                  <a:moveTo>
                    <a:pt x="19660" y="10847"/>
                  </a:moveTo>
                  <a:lnTo>
                    <a:pt x="16700" y="11134"/>
                  </a:lnTo>
                  <a:lnTo>
                    <a:pt x="13203" y="10863"/>
                  </a:lnTo>
                  <a:lnTo>
                    <a:pt x="7474" y="7733"/>
                  </a:lnTo>
                  <a:lnTo>
                    <a:pt x="3728" y="6406"/>
                  </a:lnTo>
                  <a:lnTo>
                    <a:pt x="679" y="4354"/>
                  </a:lnTo>
                  <a:lnTo>
                    <a:pt x="0" y="2092"/>
                  </a:lnTo>
                  <a:lnTo>
                    <a:pt x="1937" y="637"/>
                  </a:lnTo>
                  <a:lnTo>
                    <a:pt x="4334" y="91"/>
                  </a:lnTo>
                  <a:lnTo>
                    <a:pt x="8307" y="0"/>
                  </a:lnTo>
                  <a:lnTo>
                    <a:pt x="13444" y="202"/>
                  </a:lnTo>
                  <a:lnTo>
                    <a:pt x="18554" y="1647"/>
                  </a:lnTo>
                  <a:lnTo>
                    <a:pt x="29386" y="3285"/>
                  </a:lnTo>
                  <a:lnTo>
                    <a:pt x="33305" y="4366"/>
                  </a:lnTo>
                  <a:lnTo>
                    <a:pt x="30872" y="6960"/>
                  </a:lnTo>
                  <a:lnTo>
                    <a:pt x="28173" y="7931"/>
                  </a:lnTo>
                  <a:lnTo>
                    <a:pt x="25407" y="9299"/>
                  </a:lnTo>
                  <a:lnTo>
                    <a:pt x="22618" y="10277"/>
                  </a:lnTo>
                  <a:close/>
                </a:path>
              </a:pathLst>
            </a:custGeom>
            <a:solidFill>
              <a:srgbClr val="D2E5C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0" name="pg1319"/>
            <p:cNvSpPr/>
            <p:nvPr/>
          </p:nvSpPr>
          <p:spPr>
            <a:xfrm>
              <a:off x="3944201" y="1267362"/>
              <a:ext cx="16376" cy="5133"/>
            </a:xfrm>
            <a:custGeom>
              <a:avLst/>
              <a:pathLst>
                <a:path w="16376" h="5133">
                  <a:moveTo>
                    <a:pt x="16061" y="4432"/>
                  </a:moveTo>
                  <a:lnTo>
                    <a:pt x="16376" y="4795"/>
                  </a:lnTo>
                  <a:lnTo>
                    <a:pt x="16328" y="5133"/>
                  </a:lnTo>
                  <a:lnTo>
                    <a:pt x="12002" y="4794"/>
                  </a:lnTo>
                  <a:lnTo>
                    <a:pt x="4420" y="5018"/>
                  </a:lnTo>
                  <a:lnTo>
                    <a:pt x="0" y="3358"/>
                  </a:lnTo>
                  <a:lnTo>
                    <a:pt x="4646" y="1737"/>
                  </a:lnTo>
                  <a:lnTo>
                    <a:pt x="7121" y="1350"/>
                  </a:lnTo>
                  <a:lnTo>
                    <a:pt x="10297" y="0"/>
                  </a:lnTo>
                  <a:lnTo>
                    <a:pt x="14173" y="1347"/>
                  </a:lnTo>
                  <a:lnTo>
                    <a:pt x="13972" y="2478"/>
                  </a:lnTo>
                  <a:lnTo>
                    <a:pt x="14032" y="3042"/>
                  </a:lnTo>
                  <a:lnTo>
                    <a:pt x="15057" y="3602"/>
                  </a:lnTo>
                  <a:close/>
                </a:path>
              </a:pathLst>
            </a:custGeom>
            <a:solidFill>
              <a:srgbClr val="D2E5C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1" name="pg1320"/>
            <p:cNvSpPr/>
            <p:nvPr/>
          </p:nvSpPr>
          <p:spPr>
            <a:xfrm>
              <a:off x="4051788" y="1266634"/>
              <a:ext cx="12087" cy="5785"/>
            </a:xfrm>
            <a:custGeom>
              <a:avLst/>
              <a:pathLst>
                <a:path w="12087" h="5785">
                  <a:moveTo>
                    <a:pt x="9379" y="4817"/>
                  </a:moveTo>
                  <a:lnTo>
                    <a:pt x="5014" y="5785"/>
                  </a:lnTo>
                  <a:lnTo>
                    <a:pt x="3453" y="5492"/>
                  </a:lnTo>
                  <a:lnTo>
                    <a:pt x="3046" y="5039"/>
                  </a:lnTo>
                  <a:lnTo>
                    <a:pt x="2207" y="4571"/>
                  </a:lnTo>
                  <a:lnTo>
                    <a:pt x="0" y="3966"/>
                  </a:lnTo>
                  <a:lnTo>
                    <a:pt x="327" y="2261"/>
                  </a:lnTo>
                  <a:lnTo>
                    <a:pt x="1002" y="1918"/>
                  </a:lnTo>
                  <a:lnTo>
                    <a:pt x="7620" y="0"/>
                  </a:lnTo>
                  <a:lnTo>
                    <a:pt x="10754" y="1069"/>
                  </a:lnTo>
                  <a:lnTo>
                    <a:pt x="12087" y="3680"/>
                  </a:lnTo>
                  <a:close/>
                </a:path>
              </a:pathLst>
            </a:custGeom>
            <a:solidFill>
              <a:srgbClr val="D2E5C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2" name="pg1321"/>
            <p:cNvSpPr/>
            <p:nvPr/>
          </p:nvSpPr>
          <p:spPr>
            <a:xfrm>
              <a:off x="4468000" y="1265174"/>
              <a:ext cx="85193" cy="40791"/>
            </a:xfrm>
            <a:custGeom>
              <a:avLst/>
              <a:pathLst>
                <a:path w="85193" h="40791">
                  <a:moveTo>
                    <a:pt x="56106" y="295"/>
                  </a:moveTo>
                  <a:lnTo>
                    <a:pt x="58898" y="2164"/>
                  </a:lnTo>
                  <a:lnTo>
                    <a:pt x="60289" y="4296"/>
                  </a:lnTo>
                  <a:lnTo>
                    <a:pt x="58936" y="4860"/>
                  </a:lnTo>
                  <a:lnTo>
                    <a:pt x="57732" y="6263"/>
                  </a:lnTo>
                  <a:lnTo>
                    <a:pt x="57147" y="8049"/>
                  </a:lnTo>
                  <a:lnTo>
                    <a:pt x="55526" y="9391"/>
                  </a:lnTo>
                  <a:lnTo>
                    <a:pt x="55092" y="11621"/>
                  </a:lnTo>
                  <a:lnTo>
                    <a:pt x="55827" y="12044"/>
                  </a:lnTo>
                  <a:lnTo>
                    <a:pt x="56715" y="11431"/>
                  </a:lnTo>
                  <a:lnTo>
                    <a:pt x="58497" y="9326"/>
                  </a:lnTo>
                  <a:lnTo>
                    <a:pt x="60859" y="7894"/>
                  </a:lnTo>
                  <a:lnTo>
                    <a:pt x="63403" y="8691"/>
                  </a:lnTo>
                  <a:lnTo>
                    <a:pt x="64376" y="8389"/>
                  </a:lnTo>
                  <a:lnTo>
                    <a:pt x="66154" y="6356"/>
                  </a:lnTo>
                  <a:lnTo>
                    <a:pt x="65824" y="4702"/>
                  </a:lnTo>
                  <a:lnTo>
                    <a:pt x="66554" y="3683"/>
                  </a:lnTo>
                  <a:lnTo>
                    <a:pt x="67342" y="3429"/>
                  </a:lnTo>
                  <a:lnTo>
                    <a:pt x="70626" y="3630"/>
                  </a:lnTo>
                  <a:lnTo>
                    <a:pt x="75854" y="4488"/>
                  </a:lnTo>
                  <a:lnTo>
                    <a:pt x="76778" y="5374"/>
                  </a:lnTo>
                  <a:lnTo>
                    <a:pt x="78025" y="5853"/>
                  </a:lnTo>
                  <a:lnTo>
                    <a:pt x="78794" y="6706"/>
                  </a:lnTo>
                  <a:lnTo>
                    <a:pt x="81115" y="7338"/>
                  </a:lnTo>
                  <a:lnTo>
                    <a:pt x="82233" y="7980"/>
                  </a:lnTo>
                  <a:lnTo>
                    <a:pt x="83796" y="9434"/>
                  </a:lnTo>
                  <a:lnTo>
                    <a:pt x="85193" y="11558"/>
                  </a:lnTo>
                  <a:lnTo>
                    <a:pt x="83421" y="12703"/>
                  </a:lnTo>
                  <a:lnTo>
                    <a:pt x="82488" y="14754"/>
                  </a:lnTo>
                  <a:lnTo>
                    <a:pt x="82076" y="15223"/>
                  </a:lnTo>
                  <a:lnTo>
                    <a:pt x="81786" y="15956"/>
                  </a:lnTo>
                  <a:lnTo>
                    <a:pt x="81657" y="17745"/>
                  </a:lnTo>
                  <a:lnTo>
                    <a:pt x="81386" y="19297"/>
                  </a:lnTo>
                  <a:lnTo>
                    <a:pt x="81049" y="19987"/>
                  </a:lnTo>
                  <a:lnTo>
                    <a:pt x="80867" y="20825"/>
                  </a:lnTo>
                  <a:lnTo>
                    <a:pt x="81054" y="23141"/>
                  </a:lnTo>
                  <a:lnTo>
                    <a:pt x="80555" y="24966"/>
                  </a:lnTo>
                  <a:lnTo>
                    <a:pt x="78808" y="26348"/>
                  </a:lnTo>
                  <a:lnTo>
                    <a:pt x="76986" y="26402"/>
                  </a:lnTo>
                  <a:lnTo>
                    <a:pt x="74296" y="25470"/>
                  </a:lnTo>
                  <a:lnTo>
                    <a:pt x="73532" y="25497"/>
                  </a:lnTo>
                  <a:lnTo>
                    <a:pt x="72769" y="25862"/>
                  </a:lnTo>
                  <a:lnTo>
                    <a:pt x="76128" y="27807"/>
                  </a:lnTo>
                  <a:lnTo>
                    <a:pt x="78564" y="30674"/>
                  </a:lnTo>
                  <a:lnTo>
                    <a:pt x="81410" y="31339"/>
                  </a:lnTo>
                  <a:lnTo>
                    <a:pt x="82188" y="31688"/>
                  </a:lnTo>
                  <a:lnTo>
                    <a:pt x="83224" y="34332"/>
                  </a:lnTo>
                  <a:lnTo>
                    <a:pt x="83585" y="35660"/>
                  </a:lnTo>
                  <a:lnTo>
                    <a:pt x="78851" y="38872"/>
                  </a:lnTo>
                  <a:lnTo>
                    <a:pt x="77617" y="39419"/>
                  </a:lnTo>
                  <a:lnTo>
                    <a:pt x="70061" y="39891"/>
                  </a:lnTo>
                  <a:lnTo>
                    <a:pt x="65083" y="40791"/>
                  </a:lnTo>
                  <a:lnTo>
                    <a:pt x="63516" y="40577"/>
                  </a:lnTo>
                  <a:lnTo>
                    <a:pt x="60733" y="39810"/>
                  </a:lnTo>
                  <a:lnTo>
                    <a:pt x="58917" y="40129"/>
                  </a:lnTo>
                  <a:lnTo>
                    <a:pt x="56277" y="39622"/>
                  </a:lnTo>
                  <a:lnTo>
                    <a:pt x="54655" y="39645"/>
                  </a:lnTo>
                  <a:lnTo>
                    <a:pt x="50910" y="38420"/>
                  </a:lnTo>
                  <a:lnTo>
                    <a:pt x="47068" y="36473"/>
                  </a:lnTo>
                  <a:lnTo>
                    <a:pt x="46316" y="35590"/>
                  </a:lnTo>
                  <a:lnTo>
                    <a:pt x="45543" y="34965"/>
                  </a:lnTo>
                  <a:lnTo>
                    <a:pt x="40939" y="34431"/>
                  </a:lnTo>
                  <a:lnTo>
                    <a:pt x="39932" y="34052"/>
                  </a:lnTo>
                  <a:lnTo>
                    <a:pt x="33218" y="34478"/>
                  </a:lnTo>
                  <a:lnTo>
                    <a:pt x="32077" y="34166"/>
                  </a:lnTo>
                  <a:lnTo>
                    <a:pt x="29983" y="31622"/>
                  </a:lnTo>
                  <a:lnTo>
                    <a:pt x="28836" y="31586"/>
                  </a:lnTo>
                  <a:lnTo>
                    <a:pt x="25134" y="33054"/>
                  </a:lnTo>
                  <a:lnTo>
                    <a:pt x="23760" y="32964"/>
                  </a:lnTo>
                  <a:lnTo>
                    <a:pt x="20964" y="31961"/>
                  </a:lnTo>
                  <a:lnTo>
                    <a:pt x="19274" y="30753"/>
                  </a:lnTo>
                  <a:lnTo>
                    <a:pt x="19022" y="30358"/>
                  </a:lnTo>
                  <a:lnTo>
                    <a:pt x="18877" y="28836"/>
                  </a:lnTo>
                  <a:lnTo>
                    <a:pt x="17200" y="28061"/>
                  </a:lnTo>
                  <a:lnTo>
                    <a:pt x="15148" y="25434"/>
                  </a:lnTo>
                  <a:lnTo>
                    <a:pt x="13990" y="22632"/>
                  </a:lnTo>
                  <a:lnTo>
                    <a:pt x="8382" y="21182"/>
                  </a:lnTo>
                  <a:lnTo>
                    <a:pt x="4971" y="20847"/>
                  </a:lnTo>
                  <a:lnTo>
                    <a:pt x="2455" y="20975"/>
                  </a:lnTo>
                  <a:lnTo>
                    <a:pt x="0" y="19884"/>
                  </a:lnTo>
                  <a:lnTo>
                    <a:pt x="4069" y="15857"/>
                  </a:lnTo>
                  <a:lnTo>
                    <a:pt x="9462" y="13787"/>
                  </a:lnTo>
                  <a:lnTo>
                    <a:pt x="11789" y="12181"/>
                  </a:lnTo>
                  <a:lnTo>
                    <a:pt x="14457" y="10003"/>
                  </a:lnTo>
                  <a:lnTo>
                    <a:pt x="15556" y="6687"/>
                  </a:lnTo>
                  <a:lnTo>
                    <a:pt x="20092" y="4640"/>
                  </a:lnTo>
                  <a:lnTo>
                    <a:pt x="21257" y="3943"/>
                  </a:lnTo>
                  <a:lnTo>
                    <a:pt x="22862" y="2334"/>
                  </a:lnTo>
                  <a:lnTo>
                    <a:pt x="23356" y="2110"/>
                  </a:lnTo>
                  <a:lnTo>
                    <a:pt x="26940" y="4070"/>
                  </a:lnTo>
                  <a:lnTo>
                    <a:pt x="27630" y="3726"/>
                  </a:lnTo>
                  <a:lnTo>
                    <a:pt x="28273" y="2820"/>
                  </a:lnTo>
                  <a:lnTo>
                    <a:pt x="29575" y="1851"/>
                  </a:lnTo>
                  <a:lnTo>
                    <a:pt x="33965" y="1721"/>
                  </a:lnTo>
                  <a:lnTo>
                    <a:pt x="37679" y="2110"/>
                  </a:lnTo>
                  <a:lnTo>
                    <a:pt x="39078" y="1719"/>
                  </a:lnTo>
                  <a:lnTo>
                    <a:pt x="40776" y="1888"/>
                  </a:lnTo>
                  <a:lnTo>
                    <a:pt x="49354" y="449"/>
                  </a:lnTo>
                  <a:lnTo>
                    <a:pt x="55037" y="0"/>
                  </a:lnTo>
                  <a:close/>
                </a:path>
              </a:pathLst>
            </a:custGeom>
            <a:solidFill>
              <a:srgbClr val="D2E5C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3" name="pg1322"/>
            <p:cNvSpPr/>
            <p:nvPr/>
          </p:nvSpPr>
          <p:spPr>
            <a:xfrm>
              <a:off x="3937677" y="1263343"/>
              <a:ext cx="9299" cy="5007"/>
            </a:xfrm>
            <a:custGeom>
              <a:avLst/>
              <a:pathLst>
                <a:path w="9299" h="5007">
                  <a:moveTo>
                    <a:pt x="6041" y="4606"/>
                  </a:moveTo>
                  <a:lnTo>
                    <a:pt x="5055" y="5007"/>
                  </a:lnTo>
                  <a:lnTo>
                    <a:pt x="392" y="2780"/>
                  </a:lnTo>
                  <a:lnTo>
                    <a:pt x="0" y="2106"/>
                  </a:lnTo>
                  <a:lnTo>
                    <a:pt x="3993" y="0"/>
                  </a:lnTo>
                  <a:lnTo>
                    <a:pt x="8469" y="317"/>
                  </a:lnTo>
                  <a:lnTo>
                    <a:pt x="9188" y="1317"/>
                  </a:lnTo>
                  <a:lnTo>
                    <a:pt x="9299" y="1709"/>
                  </a:lnTo>
                  <a:lnTo>
                    <a:pt x="6291" y="3568"/>
                  </a:lnTo>
                  <a:close/>
                </a:path>
              </a:pathLst>
            </a:custGeom>
            <a:solidFill>
              <a:srgbClr val="D2E5C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4" name="pg1323"/>
            <p:cNvSpPr/>
            <p:nvPr/>
          </p:nvSpPr>
          <p:spPr>
            <a:xfrm>
              <a:off x="4003776" y="1260531"/>
              <a:ext cx="6093" cy="2912"/>
            </a:xfrm>
            <a:custGeom>
              <a:avLst/>
              <a:pathLst>
                <a:path w="6093" h="2912">
                  <a:moveTo>
                    <a:pt x="6093" y="1523"/>
                  </a:moveTo>
                  <a:lnTo>
                    <a:pt x="2625" y="2912"/>
                  </a:lnTo>
                  <a:lnTo>
                    <a:pt x="837" y="2866"/>
                  </a:lnTo>
                  <a:lnTo>
                    <a:pt x="0" y="2037"/>
                  </a:lnTo>
                  <a:lnTo>
                    <a:pt x="1363" y="881"/>
                  </a:lnTo>
                  <a:lnTo>
                    <a:pt x="3172" y="0"/>
                  </a:lnTo>
                  <a:lnTo>
                    <a:pt x="4552" y="227"/>
                  </a:lnTo>
                  <a:lnTo>
                    <a:pt x="5546" y="683"/>
                  </a:lnTo>
                  <a:close/>
                </a:path>
              </a:pathLst>
            </a:custGeom>
            <a:solidFill>
              <a:srgbClr val="D2E5C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5" name="pg1324"/>
            <p:cNvSpPr/>
            <p:nvPr/>
          </p:nvSpPr>
          <p:spPr>
            <a:xfrm>
              <a:off x="4012847" y="1259327"/>
              <a:ext cx="17045" cy="8707"/>
            </a:xfrm>
            <a:custGeom>
              <a:avLst/>
              <a:pathLst>
                <a:path w="17045" h="8707">
                  <a:moveTo>
                    <a:pt x="16509" y="450"/>
                  </a:moveTo>
                  <a:lnTo>
                    <a:pt x="17045" y="1452"/>
                  </a:lnTo>
                  <a:lnTo>
                    <a:pt x="17000" y="5088"/>
                  </a:lnTo>
                  <a:lnTo>
                    <a:pt x="16437" y="6700"/>
                  </a:lnTo>
                  <a:lnTo>
                    <a:pt x="16527" y="8022"/>
                  </a:lnTo>
                  <a:lnTo>
                    <a:pt x="15391" y="8707"/>
                  </a:lnTo>
                  <a:lnTo>
                    <a:pt x="5807" y="8560"/>
                  </a:lnTo>
                  <a:lnTo>
                    <a:pt x="1067" y="8244"/>
                  </a:lnTo>
                  <a:lnTo>
                    <a:pt x="0" y="7724"/>
                  </a:lnTo>
                  <a:lnTo>
                    <a:pt x="2660" y="5995"/>
                  </a:lnTo>
                  <a:lnTo>
                    <a:pt x="3512" y="4794"/>
                  </a:lnTo>
                  <a:lnTo>
                    <a:pt x="3239" y="1362"/>
                  </a:lnTo>
                  <a:lnTo>
                    <a:pt x="3660" y="734"/>
                  </a:lnTo>
                  <a:lnTo>
                    <a:pt x="11346" y="1059"/>
                  </a:lnTo>
                  <a:lnTo>
                    <a:pt x="11982" y="85"/>
                  </a:lnTo>
                  <a:lnTo>
                    <a:pt x="14874" y="0"/>
                  </a:lnTo>
                  <a:close/>
                </a:path>
              </a:pathLst>
            </a:custGeom>
            <a:solidFill>
              <a:srgbClr val="D2E5C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6" name="pg1325"/>
            <p:cNvSpPr/>
            <p:nvPr/>
          </p:nvSpPr>
          <p:spPr>
            <a:xfrm>
              <a:off x="3970062" y="1257953"/>
              <a:ext cx="19966" cy="7073"/>
            </a:xfrm>
            <a:custGeom>
              <a:avLst/>
              <a:pathLst>
                <a:path w="19966" h="7073">
                  <a:moveTo>
                    <a:pt x="15940" y="6720"/>
                  </a:moveTo>
                  <a:lnTo>
                    <a:pt x="7835" y="7073"/>
                  </a:lnTo>
                  <a:lnTo>
                    <a:pt x="5149" y="6907"/>
                  </a:lnTo>
                  <a:lnTo>
                    <a:pt x="4797" y="6544"/>
                  </a:lnTo>
                  <a:lnTo>
                    <a:pt x="4108" y="6228"/>
                  </a:lnTo>
                  <a:lnTo>
                    <a:pt x="1586" y="5892"/>
                  </a:lnTo>
                  <a:lnTo>
                    <a:pt x="0" y="4400"/>
                  </a:lnTo>
                  <a:lnTo>
                    <a:pt x="692" y="4028"/>
                  </a:lnTo>
                  <a:lnTo>
                    <a:pt x="4427" y="3419"/>
                  </a:lnTo>
                  <a:lnTo>
                    <a:pt x="5693" y="2781"/>
                  </a:lnTo>
                  <a:lnTo>
                    <a:pt x="6125" y="1923"/>
                  </a:lnTo>
                  <a:lnTo>
                    <a:pt x="7806" y="302"/>
                  </a:lnTo>
                  <a:lnTo>
                    <a:pt x="11849" y="0"/>
                  </a:lnTo>
                  <a:lnTo>
                    <a:pt x="13598" y="302"/>
                  </a:lnTo>
                  <a:lnTo>
                    <a:pt x="13802" y="1369"/>
                  </a:lnTo>
                  <a:lnTo>
                    <a:pt x="15511" y="2637"/>
                  </a:lnTo>
                  <a:lnTo>
                    <a:pt x="19966" y="4263"/>
                  </a:lnTo>
                  <a:lnTo>
                    <a:pt x="19067" y="5446"/>
                  </a:lnTo>
                  <a:lnTo>
                    <a:pt x="17544" y="5616"/>
                  </a:lnTo>
                  <a:close/>
                </a:path>
              </a:pathLst>
            </a:custGeom>
            <a:solidFill>
              <a:srgbClr val="D2E5C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7" name="pg1326"/>
            <p:cNvSpPr/>
            <p:nvPr/>
          </p:nvSpPr>
          <p:spPr>
            <a:xfrm>
              <a:off x="4028533" y="1255551"/>
              <a:ext cx="27352" cy="11520"/>
            </a:xfrm>
            <a:custGeom>
              <a:avLst/>
              <a:pathLst>
                <a:path w="27352" h="11520">
                  <a:moveTo>
                    <a:pt x="11518" y="10953"/>
                  </a:moveTo>
                  <a:lnTo>
                    <a:pt x="9615" y="11520"/>
                  </a:lnTo>
                  <a:lnTo>
                    <a:pt x="4645" y="10483"/>
                  </a:lnTo>
                  <a:lnTo>
                    <a:pt x="3914" y="9923"/>
                  </a:lnTo>
                  <a:lnTo>
                    <a:pt x="3294" y="8866"/>
                  </a:lnTo>
                  <a:lnTo>
                    <a:pt x="2473" y="4895"/>
                  </a:lnTo>
                  <a:lnTo>
                    <a:pt x="2444" y="3707"/>
                  </a:lnTo>
                  <a:lnTo>
                    <a:pt x="2133" y="2887"/>
                  </a:lnTo>
                  <a:lnTo>
                    <a:pt x="880" y="1439"/>
                  </a:lnTo>
                  <a:lnTo>
                    <a:pt x="0" y="757"/>
                  </a:lnTo>
                  <a:lnTo>
                    <a:pt x="778" y="0"/>
                  </a:lnTo>
                  <a:lnTo>
                    <a:pt x="6225" y="548"/>
                  </a:lnTo>
                  <a:lnTo>
                    <a:pt x="17907" y="862"/>
                  </a:lnTo>
                  <a:lnTo>
                    <a:pt x="23893" y="2306"/>
                  </a:lnTo>
                  <a:lnTo>
                    <a:pt x="25651" y="3117"/>
                  </a:lnTo>
                  <a:lnTo>
                    <a:pt x="27352" y="4453"/>
                  </a:lnTo>
                  <a:lnTo>
                    <a:pt x="16901" y="5176"/>
                  </a:lnTo>
                  <a:lnTo>
                    <a:pt x="15511" y="5795"/>
                  </a:lnTo>
                  <a:lnTo>
                    <a:pt x="15533" y="7263"/>
                  </a:lnTo>
                  <a:lnTo>
                    <a:pt x="15165" y="8632"/>
                  </a:lnTo>
                  <a:lnTo>
                    <a:pt x="14040" y="8788"/>
                  </a:lnTo>
                  <a:close/>
                </a:path>
              </a:pathLst>
            </a:custGeom>
            <a:solidFill>
              <a:srgbClr val="D2E5C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8" name="pg1327"/>
            <p:cNvSpPr/>
            <p:nvPr/>
          </p:nvSpPr>
          <p:spPr>
            <a:xfrm>
              <a:off x="3989544" y="1252261"/>
              <a:ext cx="7621" cy="5435"/>
            </a:xfrm>
            <a:custGeom>
              <a:avLst/>
              <a:pathLst>
                <a:path w="7621" h="5435">
                  <a:moveTo>
                    <a:pt x="7353" y="3914"/>
                  </a:moveTo>
                  <a:lnTo>
                    <a:pt x="5654" y="5435"/>
                  </a:lnTo>
                  <a:lnTo>
                    <a:pt x="0" y="3813"/>
                  </a:lnTo>
                  <a:lnTo>
                    <a:pt x="464" y="2997"/>
                  </a:lnTo>
                  <a:lnTo>
                    <a:pt x="1075" y="2654"/>
                  </a:lnTo>
                  <a:lnTo>
                    <a:pt x="1092" y="1855"/>
                  </a:lnTo>
                  <a:lnTo>
                    <a:pt x="572" y="1248"/>
                  </a:lnTo>
                  <a:lnTo>
                    <a:pt x="796" y="0"/>
                  </a:lnTo>
                  <a:lnTo>
                    <a:pt x="4446" y="913"/>
                  </a:lnTo>
                  <a:lnTo>
                    <a:pt x="4795" y="1285"/>
                  </a:lnTo>
                  <a:lnTo>
                    <a:pt x="7253" y="1924"/>
                  </a:lnTo>
                  <a:lnTo>
                    <a:pt x="7621" y="3149"/>
                  </a:lnTo>
                  <a:close/>
                </a:path>
              </a:pathLst>
            </a:custGeom>
            <a:solidFill>
              <a:srgbClr val="D2E5C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9" name="pg1328"/>
            <p:cNvSpPr/>
            <p:nvPr/>
          </p:nvSpPr>
          <p:spPr>
            <a:xfrm>
              <a:off x="3880993" y="1244921"/>
              <a:ext cx="46086" cy="12024"/>
            </a:xfrm>
            <a:custGeom>
              <a:avLst/>
              <a:pathLst>
                <a:path w="46086" h="12024">
                  <a:moveTo>
                    <a:pt x="30919" y="0"/>
                  </a:moveTo>
                  <a:lnTo>
                    <a:pt x="36495" y="1210"/>
                  </a:lnTo>
                  <a:lnTo>
                    <a:pt x="40684" y="891"/>
                  </a:lnTo>
                  <a:lnTo>
                    <a:pt x="41926" y="1024"/>
                  </a:lnTo>
                  <a:lnTo>
                    <a:pt x="43151" y="1408"/>
                  </a:lnTo>
                  <a:lnTo>
                    <a:pt x="44390" y="2204"/>
                  </a:lnTo>
                  <a:lnTo>
                    <a:pt x="46086" y="4015"/>
                  </a:lnTo>
                  <a:lnTo>
                    <a:pt x="46050" y="6512"/>
                  </a:lnTo>
                  <a:lnTo>
                    <a:pt x="45342" y="6629"/>
                  </a:lnTo>
                  <a:lnTo>
                    <a:pt x="38259" y="5481"/>
                  </a:lnTo>
                  <a:lnTo>
                    <a:pt x="35006" y="2878"/>
                  </a:lnTo>
                  <a:lnTo>
                    <a:pt x="34127" y="2614"/>
                  </a:lnTo>
                  <a:lnTo>
                    <a:pt x="32845" y="3301"/>
                  </a:lnTo>
                  <a:lnTo>
                    <a:pt x="31776" y="4896"/>
                  </a:lnTo>
                  <a:lnTo>
                    <a:pt x="30579" y="5293"/>
                  </a:lnTo>
                  <a:lnTo>
                    <a:pt x="29236" y="7312"/>
                  </a:lnTo>
                  <a:lnTo>
                    <a:pt x="27948" y="7054"/>
                  </a:lnTo>
                  <a:lnTo>
                    <a:pt x="27298" y="7228"/>
                  </a:lnTo>
                  <a:lnTo>
                    <a:pt x="25666" y="8615"/>
                  </a:lnTo>
                  <a:lnTo>
                    <a:pt x="21602" y="8638"/>
                  </a:lnTo>
                  <a:lnTo>
                    <a:pt x="20949" y="9248"/>
                  </a:lnTo>
                  <a:lnTo>
                    <a:pt x="19605" y="11173"/>
                  </a:lnTo>
                  <a:lnTo>
                    <a:pt x="17953" y="11727"/>
                  </a:lnTo>
                  <a:lnTo>
                    <a:pt x="15068" y="12024"/>
                  </a:lnTo>
                  <a:lnTo>
                    <a:pt x="14074" y="10929"/>
                  </a:lnTo>
                  <a:lnTo>
                    <a:pt x="13633" y="9242"/>
                  </a:lnTo>
                  <a:lnTo>
                    <a:pt x="12967" y="8397"/>
                  </a:lnTo>
                  <a:lnTo>
                    <a:pt x="8967" y="9358"/>
                  </a:lnTo>
                  <a:lnTo>
                    <a:pt x="5901" y="8668"/>
                  </a:lnTo>
                  <a:lnTo>
                    <a:pt x="2976" y="7532"/>
                  </a:lnTo>
                  <a:lnTo>
                    <a:pt x="0" y="7162"/>
                  </a:lnTo>
                  <a:lnTo>
                    <a:pt x="2675" y="5951"/>
                  </a:lnTo>
                  <a:lnTo>
                    <a:pt x="17335" y="3501"/>
                  </a:lnTo>
                  <a:lnTo>
                    <a:pt x="23084" y="2908"/>
                  </a:lnTo>
                  <a:lnTo>
                    <a:pt x="25783" y="1160"/>
                  </a:lnTo>
                  <a:lnTo>
                    <a:pt x="29826" y="21"/>
                  </a:lnTo>
                  <a:close/>
                </a:path>
              </a:pathLst>
            </a:custGeom>
            <a:solidFill>
              <a:srgbClr val="D2E5C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0" name="pg1329"/>
            <p:cNvSpPr/>
            <p:nvPr/>
          </p:nvSpPr>
          <p:spPr>
            <a:xfrm>
              <a:off x="4056284" y="1243761"/>
              <a:ext cx="35824" cy="14015"/>
            </a:xfrm>
            <a:custGeom>
              <a:avLst/>
              <a:pathLst>
                <a:path w="35824" h="14015">
                  <a:moveTo>
                    <a:pt x="35094" y="1718"/>
                  </a:moveTo>
                  <a:lnTo>
                    <a:pt x="35824" y="2911"/>
                  </a:lnTo>
                  <a:lnTo>
                    <a:pt x="35386" y="4807"/>
                  </a:lnTo>
                  <a:lnTo>
                    <a:pt x="34445" y="6182"/>
                  </a:lnTo>
                  <a:lnTo>
                    <a:pt x="33973" y="8154"/>
                  </a:lnTo>
                  <a:lnTo>
                    <a:pt x="30235" y="8625"/>
                  </a:lnTo>
                  <a:lnTo>
                    <a:pt x="29164" y="9059"/>
                  </a:lnTo>
                  <a:lnTo>
                    <a:pt x="28143" y="10577"/>
                  </a:lnTo>
                  <a:lnTo>
                    <a:pt x="24337" y="11470"/>
                  </a:lnTo>
                  <a:lnTo>
                    <a:pt x="21487" y="14015"/>
                  </a:lnTo>
                  <a:lnTo>
                    <a:pt x="17477" y="13540"/>
                  </a:lnTo>
                  <a:lnTo>
                    <a:pt x="12066" y="11774"/>
                  </a:lnTo>
                  <a:lnTo>
                    <a:pt x="7458" y="13203"/>
                  </a:lnTo>
                  <a:lnTo>
                    <a:pt x="4407" y="13641"/>
                  </a:lnTo>
                  <a:lnTo>
                    <a:pt x="709" y="11461"/>
                  </a:lnTo>
                  <a:lnTo>
                    <a:pt x="197" y="10974"/>
                  </a:lnTo>
                  <a:lnTo>
                    <a:pt x="0" y="9463"/>
                  </a:lnTo>
                  <a:lnTo>
                    <a:pt x="220" y="8130"/>
                  </a:lnTo>
                  <a:lnTo>
                    <a:pt x="1198" y="5329"/>
                  </a:lnTo>
                  <a:lnTo>
                    <a:pt x="2521" y="3735"/>
                  </a:lnTo>
                  <a:lnTo>
                    <a:pt x="3183" y="3230"/>
                  </a:lnTo>
                  <a:lnTo>
                    <a:pt x="3706" y="2258"/>
                  </a:lnTo>
                  <a:lnTo>
                    <a:pt x="5211" y="1670"/>
                  </a:lnTo>
                  <a:lnTo>
                    <a:pt x="9827" y="1310"/>
                  </a:lnTo>
                  <a:lnTo>
                    <a:pt x="11538" y="1630"/>
                  </a:lnTo>
                  <a:lnTo>
                    <a:pt x="12063" y="2702"/>
                  </a:lnTo>
                  <a:lnTo>
                    <a:pt x="14543" y="2620"/>
                  </a:lnTo>
                  <a:lnTo>
                    <a:pt x="18671" y="1960"/>
                  </a:lnTo>
                  <a:lnTo>
                    <a:pt x="24679" y="894"/>
                  </a:lnTo>
                  <a:lnTo>
                    <a:pt x="28143" y="0"/>
                  </a:lnTo>
                  <a:lnTo>
                    <a:pt x="31228" y="206"/>
                  </a:lnTo>
                  <a:lnTo>
                    <a:pt x="34303" y="777"/>
                  </a:lnTo>
                  <a:close/>
                </a:path>
              </a:pathLst>
            </a:custGeom>
            <a:solidFill>
              <a:srgbClr val="D2E5C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1" name="pg1330"/>
            <p:cNvSpPr/>
            <p:nvPr/>
          </p:nvSpPr>
          <p:spPr>
            <a:xfrm>
              <a:off x="3902192" y="1242747"/>
              <a:ext cx="61657" cy="24985"/>
            </a:xfrm>
            <a:custGeom>
              <a:avLst/>
              <a:pathLst>
                <a:path w="61657" h="24985">
                  <a:moveTo>
                    <a:pt x="44284" y="0"/>
                  </a:moveTo>
                  <a:lnTo>
                    <a:pt x="46153" y="483"/>
                  </a:lnTo>
                  <a:lnTo>
                    <a:pt x="50657" y="386"/>
                  </a:lnTo>
                  <a:lnTo>
                    <a:pt x="52078" y="1087"/>
                  </a:lnTo>
                  <a:lnTo>
                    <a:pt x="58624" y="5394"/>
                  </a:lnTo>
                  <a:lnTo>
                    <a:pt x="60285" y="5510"/>
                  </a:lnTo>
                  <a:lnTo>
                    <a:pt x="61657" y="7079"/>
                  </a:lnTo>
                  <a:lnTo>
                    <a:pt x="54863" y="9552"/>
                  </a:lnTo>
                  <a:lnTo>
                    <a:pt x="52604" y="11428"/>
                  </a:lnTo>
                  <a:lnTo>
                    <a:pt x="44303" y="11816"/>
                  </a:lnTo>
                  <a:lnTo>
                    <a:pt x="39018" y="12693"/>
                  </a:lnTo>
                  <a:lnTo>
                    <a:pt x="37845" y="13449"/>
                  </a:lnTo>
                  <a:lnTo>
                    <a:pt x="38386" y="14830"/>
                  </a:lnTo>
                  <a:lnTo>
                    <a:pt x="35848" y="16272"/>
                  </a:lnTo>
                  <a:lnTo>
                    <a:pt x="27441" y="16490"/>
                  </a:lnTo>
                  <a:lnTo>
                    <a:pt x="26404" y="16947"/>
                  </a:lnTo>
                  <a:lnTo>
                    <a:pt x="24771" y="18533"/>
                  </a:lnTo>
                  <a:lnTo>
                    <a:pt x="24917" y="18821"/>
                  </a:lnTo>
                  <a:lnTo>
                    <a:pt x="27756" y="19220"/>
                  </a:lnTo>
                  <a:lnTo>
                    <a:pt x="28215" y="19548"/>
                  </a:lnTo>
                  <a:lnTo>
                    <a:pt x="28595" y="20237"/>
                  </a:lnTo>
                  <a:lnTo>
                    <a:pt x="28838" y="21270"/>
                  </a:lnTo>
                  <a:lnTo>
                    <a:pt x="28434" y="22594"/>
                  </a:lnTo>
                  <a:lnTo>
                    <a:pt x="27390" y="22809"/>
                  </a:lnTo>
                  <a:lnTo>
                    <a:pt x="26238" y="22637"/>
                  </a:lnTo>
                  <a:lnTo>
                    <a:pt x="23610" y="21626"/>
                  </a:lnTo>
                  <a:lnTo>
                    <a:pt x="23279" y="21983"/>
                  </a:lnTo>
                  <a:lnTo>
                    <a:pt x="23011" y="22722"/>
                  </a:lnTo>
                  <a:lnTo>
                    <a:pt x="22209" y="24145"/>
                  </a:lnTo>
                  <a:lnTo>
                    <a:pt x="21227" y="24568"/>
                  </a:lnTo>
                  <a:lnTo>
                    <a:pt x="18558" y="23476"/>
                  </a:lnTo>
                  <a:lnTo>
                    <a:pt x="17689" y="23784"/>
                  </a:lnTo>
                  <a:lnTo>
                    <a:pt x="16834" y="24460"/>
                  </a:lnTo>
                  <a:lnTo>
                    <a:pt x="15788" y="24780"/>
                  </a:lnTo>
                  <a:lnTo>
                    <a:pt x="13319" y="24985"/>
                  </a:lnTo>
                  <a:lnTo>
                    <a:pt x="12040" y="24090"/>
                  </a:lnTo>
                  <a:lnTo>
                    <a:pt x="13146" y="22926"/>
                  </a:lnTo>
                  <a:lnTo>
                    <a:pt x="16246" y="21118"/>
                  </a:lnTo>
                  <a:lnTo>
                    <a:pt x="15216" y="20329"/>
                  </a:lnTo>
                  <a:lnTo>
                    <a:pt x="12162" y="20150"/>
                  </a:lnTo>
                  <a:lnTo>
                    <a:pt x="9748" y="20599"/>
                  </a:lnTo>
                  <a:lnTo>
                    <a:pt x="8514" y="21828"/>
                  </a:lnTo>
                  <a:lnTo>
                    <a:pt x="7363" y="22073"/>
                  </a:lnTo>
                  <a:lnTo>
                    <a:pt x="4223" y="21998"/>
                  </a:lnTo>
                  <a:lnTo>
                    <a:pt x="2455" y="20389"/>
                  </a:lnTo>
                  <a:lnTo>
                    <a:pt x="1142" y="19785"/>
                  </a:lnTo>
                  <a:lnTo>
                    <a:pt x="0" y="18524"/>
                  </a:lnTo>
                  <a:lnTo>
                    <a:pt x="9243" y="14256"/>
                  </a:lnTo>
                  <a:lnTo>
                    <a:pt x="12328" y="12608"/>
                  </a:lnTo>
                  <a:lnTo>
                    <a:pt x="15250" y="11766"/>
                  </a:lnTo>
                  <a:lnTo>
                    <a:pt x="19057" y="11327"/>
                  </a:lnTo>
                  <a:lnTo>
                    <a:pt x="20251" y="10805"/>
                  </a:lnTo>
                  <a:lnTo>
                    <a:pt x="21427" y="10591"/>
                  </a:lnTo>
                  <a:lnTo>
                    <a:pt x="22184" y="10909"/>
                  </a:lnTo>
                  <a:lnTo>
                    <a:pt x="24138" y="12379"/>
                  </a:lnTo>
                  <a:lnTo>
                    <a:pt x="29777" y="12158"/>
                  </a:lnTo>
                  <a:lnTo>
                    <a:pt x="30965" y="10891"/>
                  </a:lnTo>
                  <a:lnTo>
                    <a:pt x="31055" y="8014"/>
                  </a:lnTo>
                  <a:lnTo>
                    <a:pt x="30504" y="6357"/>
                  </a:lnTo>
                  <a:lnTo>
                    <a:pt x="31685" y="3127"/>
                  </a:lnTo>
                  <a:lnTo>
                    <a:pt x="34896" y="1829"/>
                  </a:lnTo>
                  <a:lnTo>
                    <a:pt x="42410" y="99"/>
                  </a:lnTo>
                  <a:close/>
                </a:path>
              </a:pathLst>
            </a:custGeom>
            <a:solidFill>
              <a:srgbClr val="D2E5C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2" name="pg1331"/>
            <p:cNvSpPr/>
            <p:nvPr/>
          </p:nvSpPr>
          <p:spPr>
            <a:xfrm>
              <a:off x="4296244" y="1241325"/>
              <a:ext cx="17675" cy="4826"/>
            </a:xfrm>
            <a:custGeom>
              <a:avLst/>
              <a:pathLst>
                <a:path w="17675" h="4826">
                  <a:moveTo>
                    <a:pt x="12784" y="3759"/>
                  </a:moveTo>
                  <a:lnTo>
                    <a:pt x="1473" y="4826"/>
                  </a:lnTo>
                  <a:lnTo>
                    <a:pt x="355" y="4153"/>
                  </a:lnTo>
                  <a:lnTo>
                    <a:pt x="0" y="3757"/>
                  </a:lnTo>
                  <a:lnTo>
                    <a:pt x="1611" y="1530"/>
                  </a:lnTo>
                  <a:lnTo>
                    <a:pt x="2921" y="444"/>
                  </a:lnTo>
                  <a:lnTo>
                    <a:pt x="10103" y="0"/>
                  </a:lnTo>
                  <a:lnTo>
                    <a:pt x="15867" y="755"/>
                  </a:lnTo>
                  <a:lnTo>
                    <a:pt x="17675" y="1409"/>
                  </a:lnTo>
                  <a:lnTo>
                    <a:pt x="17009" y="2741"/>
                  </a:lnTo>
                  <a:lnTo>
                    <a:pt x="16662" y="3175"/>
                  </a:lnTo>
                  <a:close/>
                </a:path>
              </a:pathLst>
            </a:custGeom>
            <a:solidFill>
              <a:srgbClr val="D2E5C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3" name="pg1332"/>
            <p:cNvSpPr/>
            <p:nvPr/>
          </p:nvSpPr>
          <p:spPr>
            <a:xfrm>
              <a:off x="4065669" y="1237525"/>
              <a:ext cx="18392" cy="5149"/>
            </a:xfrm>
            <a:custGeom>
              <a:avLst/>
              <a:pathLst>
                <a:path w="18392" h="5149">
                  <a:moveTo>
                    <a:pt x="13194" y="4539"/>
                  </a:moveTo>
                  <a:lnTo>
                    <a:pt x="9366" y="5149"/>
                  </a:lnTo>
                  <a:lnTo>
                    <a:pt x="3203" y="4386"/>
                  </a:lnTo>
                  <a:lnTo>
                    <a:pt x="0" y="3526"/>
                  </a:lnTo>
                  <a:lnTo>
                    <a:pt x="245" y="3096"/>
                  </a:lnTo>
                  <a:lnTo>
                    <a:pt x="1089" y="2579"/>
                  </a:lnTo>
                  <a:lnTo>
                    <a:pt x="6439" y="480"/>
                  </a:lnTo>
                  <a:lnTo>
                    <a:pt x="17052" y="0"/>
                  </a:lnTo>
                  <a:lnTo>
                    <a:pt x="18392" y="1585"/>
                  </a:lnTo>
                  <a:lnTo>
                    <a:pt x="17229" y="2745"/>
                  </a:lnTo>
                  <a:close/>
                </a:path>
              </a:pathLst>
            </a:custGeom>
            <a:solidFill>
              <a:srgbClr val="D2E5C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4" name="pg1333"/>
            <p:cNvSpPr/>
            <p:nvPr/>
          </p:nvSpPr>
          <p:spPr>
            <a:xfrm>
              <a:off x="3992389" y="1237171"/>
              <a:ext cx="44467" cy="14406"/>
            </a:xfrm>
            <a:custGeom>
              <a:avLst/>
              <a:pathLst>
                <a:path w="44467" h="14406">
                  <a:moveTo>
                    <a:pt x="8208" y="0"/>
                  </a:moveTo>
                  <a:lnTo>
                    <a:pt x="17370" y="2839"/>
                  </a:lnTo>
                  <a:lnTo>
                    <a:pt x="25894" y="2565"/>
                  </a:lnTo>
                  <a:lnTo>
                    <a:pt x="29576" y="3478"/>
                  </a:lnTo>
                  <a:lnTo>
                    <a:pt x="34907" y="6000"/>
                  </a:lnTo>
                  <a:lnTo>
                    <a:pt x="42927" y="8753"/>
                  </a:lnTo>
                  <a:lnTo>
                    <a:pt x="44467" y="9564"/>
                  </a:lnTo>
                  <a:lnTo>
                    <a:pt x="43081" y="10652"/>
                  </a:lnTo>
                  <a:lnTo>
                    <a:pt x="33750" y="13366"/>
                  </a:lnTo>
                  <a:lnTo>
                    <a:pt x="27666" y="14275"/>
                  </a:lnTo>
                  <a:lnTo>
                    <a:pt x="22399" y="14406"/>
                  </a:lnTo>
                  <a:lnTo>
                    <a:pt x="20317" y="14144"/>
                  </a:lnTo>
                  <a:lnTo>
                    <a:pt x="18222" y="12193"/>
                  </a:lnTo>
                  <a:lnTo>
                    <a:pt x="13061" y="10757"/>
                  </a:lnTo>
                  <a:lnTo>
                    <a:pt x="7589" y="11148"/>
                  </a:lnTo>
                  <a:lnTo>
                    <a:pt x="7043" y="10363"/>
                  </a:lnTo>
                  <a:lnTo>
                    <a:pt x="5940" y="9838"/>
                  </a:lnTo>
                  <a:lnTo>
                    <a:pt x="4029" y="9721"/>
                  </a:lnTo>
                  <a:lnTo>
                    <a:pt x="258" y="8934"/>
                  </a:lnTo>
                  <a:lnTo>
                    <a:pt x="0" y="7209"/>
                  </a:lnTo>
                  <a:lnTo>
                    <a:pt x="2377" y="6326"/>
                  </a:lnTo>
                  <a:lnTo>
                    <a:pt x="3922" y="6269"/>
                  </a:lnTo>
                  <a:lnTo>
                    <a:pt x="4526" y="3824"/>
                  </a:lnTo>
                  <a:lnTo>
                    <a:pt x="7173" y="82"/>
                  </a:lnTo>
                  <a:close/>
                </a:path>
              </a:pathLst>
            </a:custGeom>
            <a:solidFill>
              <a:srgbClr val="D2E5C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5" name="pg1334"/>
            <p:cNvSpPr/>
            <p:nvPr/>
          </p:nvSpPr>
          <p:spPr>
            <a:xfrm>
              <a:off x="4030968" y="1237097"/>
              <a:ext cx="20957" cy="10447"/>
            </a:xfrm>
            <a:custGeom>
              <a:avLst/>
              <a:pathLst>
                <a:path w="20957" h="10447">
                  <a:moveTo>
                    <a:pt x="17201" y="2269"/>
                  </a:moveTo>
                  <a:lnTo>
                    <a:pt x="18897" y="3767"/>
                  </a:lnTo>
                  <a:lnTo>
                    <a:pt x="19553" y="5462"/>
                  </a:lnTo>
                  <a:lnTo>
                    <a:pt x="20615" y="6524"/>
                  </a:lnTo>
                  <a:lnTo>
                    <a:pt x="20957" y="8473"/>
                  </a:lnTo>
                  <a:lnTo>
                    <a:pt x="20097" y="10018"/>
                  </a:lnTo>
                  <a:lnTo>
                    <a:pt x="17439" y="10356"/>
                  </a:lnTo>
                  <a:lnTo>
                    <a:pt x="13097" y="10447"/>
                  </a:lnTo>
                  <a:lnTo>
                    <a:pt x="8859" y="9606"/>
                  </a:lnTo>
                  <a:lnTo>
                    <a:pt x="6567" y="6778"/>
                  </a:lnTo>
                  <a:lnTo>
                    <a:pt x="2367" y="6008"/>
                  </a:lnTo>
                  <a:lnTo>
                    <a:pt x="0" y="2995"/>
                  </a:lnTo>
                  <a:lnTo>
                    <a:pt x="2429" y="2118"/>
                  </a:lnTo>
                  <a:lnTo>
                    <a:pt x="5427" y="2568"/>
                  </a:lnTo>
                  <a:lnTo>
                    <a:pt x="10219" y="0"/>
                  </a:lnTo>
                  <a:lnTo>
                    <a:pt x="10863" y="123"/>
                  </a:lnTo>
                  <a:lnTo>
                    <a:pt x="11931" y="705"/>
                  </a:lnTo>
                  <a:lnTo>
                    <a:pt x="15802" y="1675"/>
                  </a:lnTo>
                  <a:close/>
                </a:path>
              </a:pathLst>
            </a:custGeom>
            <a:solidFill>
              <a:srgbClr val="D2E5C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6" name="pg1335"/>
            <p:cNvSpPr/>
            <p:nvPr/>
          </p:nvSpPr>
          <p:spPr>
            <a:xfrm>
              <a:off x="3947578" y="1235555"/>
              <a:ext cx="7040" cy="3823"/>
            </a:xfrm>
            <a:custGeom>
              <a:avLst/>
              <a:pathLst>
                <a:path w="7040" h="3823">
                  <a:moveTo>
                    <a:pt x="4695" y="3641"/>
                  </a:moveTo>
                  <a:lnTo>
                    <a:pt x="3017" y="3823"/>
                  </a:lnTo>
                  <a:lnTo>
                    <a:pt x="1824" y="3696"/>
                  </a:lnTo>
                  <a:lnTo>
                    <a:pt x="529" y="2549"/>
                  </a:lnTo>
                  <a:lnTo>
                    <a:pt x="109" y="2007"/>
                  </a:lnTo>
                  <a:lnTo>
                    <a:pt x="0" y="1422"/>
                  </a:lnTo>
                  <a:lnTo>
                    <a:pt x="1175" y="1312"/>
                  </a:lnTo>
                  <a:lnTo>
                    <a:pt x="1675" y="780"/>
                  </a:lnTo>
                  <a:lnTo>
                    <a:pt x="1866" y="367"/>
                  </a:lnTo>
                  <a:lnTo>
                    <a:pt x="2721" y="36"/>
                  </a:lnTo>
                  <a:lnTo>
                    <a:pt x="4234" y="0"/>
                  </a:lnTo>
                  <a:lnTo>
                    <a:pt x="6217" y="584"/>
                  </a:lnTo>
                  <a:lnTo>
                    <a:pt x="7040" y="1846"/>
                  </a:lnTo>
                  <a:lnTo>
                    <a:pt x="5122" y="2920"/>
                  </a:lnTo>
                  <a:close/>
                </a:path>
              </a:pathLst>
            </a:custGeom>
            <a:solidFill>
              <a:srgbClr val="D2E5C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7" name="pg1336"/>
            <p:cNvSpPr/>
            <p:nvPr/>
          </p:nvSpPr>
          <p:spPr>
            <a:xfrm>
              <a:off x="4095675" y="1234732"/>
              <a:ext cx="35551" cy="14800"/>
            </a:xfrm>
            <a:custGeom>
              <a:avLst/>
              <a:pathLst>
                <a:path w="35551" h="14800">
                  <a:moveTo>
                    <a:pt x="10401" y="14726"/>
                  </a:moveTo>
                  <a:lnTo>
                    <a:pt x="8132" y="14800"/>
                  </a:lnTo>
                  <a:lnTo>
                    <a:pt x="5872" y="14350"/>
                  </a:lnTo>
                  <a:lnTo>
                    <a:pt x="2926" y="12877"/>
                  </a:lnTo>
                  <a:lnTo>
                    <a:pt x="0" y="11128"/>
                  </a:lnTo>
                  <a:lnTo>
                    <a:pt x="880" y="10207"/>
                  </a:lnTo>
                  <a:lnTo>
                    <a:pt x="3644" y="9003"/>
                  </a:lnTo>
                  <a:lnTo>
                    <a:pt x="7257" y="6846"/>
                  </a:lnTo>
                  <a:lnTo>
                    <a:pt x="13338" y="6429"/>
                  </a:lnTo>
                  <a:lnTo>
                    <a:pt x="16277" y="6421"/>
                  </a:lnTo>
                  <a:lnTo>
                    <a:pt x="19199" y="5914"/>
                  </a:lnTo>
                  <a:lnTo>
                    <a:pt x="20055" y="4808"/>
                  </a:lnTo>
                  <a:lnTo>
                    <a:pt x="20598" y="2722"/>
                  </a:lnTo>
                  <a:lnTo>
                    <a:pt x="21151" y="1597"/>
                  </a:lnTo>
                  <a:lnTo>
                    <a:pt x="21813" y="688"/>
                  </a:lnTo>
                  <a:lnTo>
                    <a:pt x="25045" y="0"/>
                  </a:lnTo>
                  <a:lnTo>
                    <a:pt x="27807" y="36"/>
                  </a:lnTo>
                  <a:lnTo>
                    <a:pt x="30558" y="857"/>
                  </a:lnTo>
                  <a:lnTo>
                    <a:pt x="32316" y="1608"/>
                  </a:lnTo>
                  <a:lnTo>
                    <a:pt x="33995" y="3015"/>
                  </a:lnTo>
                  <a:lnTo>
                    <a:pt x="34876" y="4188"/>
                  </a:lnTo>
                  <a:lnTo>
                    <a:pt x="34608" y="5622"/>
                  </a:lnTo>
                  <a:lnTo>
                    <a:pt x="34754" y="6810"/>
                  </a:lnTo>
                  <a:lnTo>
                    <a:pt x="35551" y="7912"/>
                  </a:lnTo>
                  <a:lnTo>
                    <a:pt x="30189" y="11216"/>
                  </a:lnTo>
                  <a:lnTo>
                    <a:pt x="24715" y="13092"/>
                  </a:lnTo>
                  <a:close/>
                </a:path>
              </a:pathLst>
            </a:custGeom>
            <a:solidFill>
              <a:srgbClr val="D2E5C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8" name="pg1337"/>
            <p:cNvSpPr/>
            <p:nvPr/>
          </p:nvSpPr>
          <p:spPr>
            <a:xfrm>
              <a:off x="4429371" y="1234282"/>
              <a:ext cx="20304" cy="4429"/>
            </a:xfrm>
            <a:custGeom>
              <a:avLst/>
              <a:pathLst>
                <a:path w="20304" h="4429">
                  <a:moveTo>
                    <a:pt x="20304" y="2142"/>
                  </a:moveTo>
                  <a:lnTo>
                    <a:pt x="16107" y="4429"/>
                  </a:lnTo>
                  <a:lnTo>
                    <a:pt x="909" y="2972"/>
                  </a:lnTo>
                  <a:lnTo>
                    <a:pt x="222" y="1920"/>
                  </a:lnTo>
                  <a:lnTo>
                    <a:pt x="0" y="1271"/>
                  </a:lnTo>
                  <a:lnTo>
                    <a:pt x="2056" y="0"/>
                  </a:lnTo>
                  <a:lnTo>
                    <a:pt x="14719" y="431"/>
                  </a:lnTo>
                  <a:lnTo>
                    <a:pt x="19215" y="880"/>
                  </a:lnTo>
                  <a:close/>
                </a:path>
              </a:pathLst>
            </a:custGeom>
            <a:solidFill>
              <a:srgbClr val="D2E5C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9" name="pg1338"/>
            <p:cNvSpPr/>
            <p:nvPr/>
          </p:nvSpPr>
          <p:spPr>
            <a:xfrm>
              <a:off x="4449147" y="1232310"/>
              <a:ext cx="77341" cy="37552"/>
            </a:xfrm>
            <a:custGeom>
              <a:avLst/>
              <a:pathLst>
                <a:path w="77341" h="37552">
                  <a:moveTo>
                    <a:pt x="60969" y="6053"/>
                  </a:moveTo>
                  <a:lnTo>
                    <a:pt x="61414" y="7398"/>
                  </a:lnTo>
                  <a:lnTo>
                    <a:pt x="63000" y="8459"/>
                  </a:lnTo>
                  <a:lnTo>
                    <a:pt x="63753" y="9532"/>
                  </a:lnTo>
                  <a:lnTo>
                    <a:pt x="71780" y="12960"/>
                  </a:lnTo>
                  <a:lnTo>
                    <a:pt x="75307" y="13407"/>
                  </a:lnTo>
                  <a:lnTo>
                    <a:pt x="76877" y="14247"/>
                  </a:lnTo>
                  <a:lnTo>
                    <a:pt x="77341" y="15282"/>
                  </a:lnTo>
                  <a:lnTo>
                    <a:pt x="77176" y="17208"/>
                  </a:lnTo>
                  <a:lnTo>
                    <a:pt x="75845" y="17191"/>
                  </a:lnTo>
                  <a:lnTo>
                    <a:pt x="74849" y="17799"/>
                  </a:lnTo>
                  <a:lnTo>
                    <a:pt x="69437" y="18557"/>
                  </a:lnTo>
                  <a:lnTo>
                    <a:pt x="68117" y="19691"/>
                  </a:lnTo>
                  <a:lnTo>
                    <a:pt x="67048" y="22011"/>
                  </a:lnTo>
                  <a:lnTo>
                    <a:pt x="67623" y="22474"/>
                  </a:lnTo>
                  <a:lnTo>
                    <a:pt x="68141" y="23162"/>
                  </a:lnTo>
                  <a:lnTo>
                    <a:pt x="69788" y="27110"/>
                  </a:lnTo>
                  <a:lnTo>
                    <a:pt x="70234" y="27715"/>
                  </a:lnTo>
                  <a:lnTo>
                    <a:pt x="71821" y="28287"/>
                  </a:lnTo>
                  <a:lnTo>
                    <a:pt x="70376" y="29776"/>
                  </a:lnTo>
                  <a:lnTo>
                    <a:pt x="68874" y="30714"/>
                  </a:lnTo>
                  <a:lnTo>
                    <a:pt x="52794" y="32607"/>
                  </a:lnTo>
                  <a:lnTo>
                    <a:pt x="41893" y="33392"/>
                  </a:lnTo>
                  <a:lnTo>
                    <a:pt x="38236" y="34207"/>
                  </a:lnTo>
                  <a:lnTo>
                    <a:pt x="37063" y="34111"/>
                  </a:lnTo>
                  <a:lnTo>
                    <a:pt x="34180" y="35589"/>
                  </a:lnTo>
                  <a:lnTo>
                    <a:pt x="28622" y="37537"/>
                  </a:lnTo>
                  <a:lnTo>
                    <a:pt x="25969" y="37552"/>
                  </a:lnTo>
                  <a:lnTo>
                    <a:pt x="18018" y="34819"/>
                  </a:lnTo>
                  <a:lnTo>
                    <a:pt x="8259" y="32538"/>
                  </a:lnTo>
                  <a:lnTo>
                    <a:pt x="6926" y="31237"/>
                  </a:lnTo>
                  <a:lnTo>
                    <a:pt x="4482" y="30470"/>
                  </a:lnTo>
                  <a:lnTo>
                    <a:pt x="1384" y="29860"/>
                  </a:lnTo>
                  <a:lnTo>
                    <a:pt x="0" y="27241"/>
                  </a:lnTo>
                  <a:lnTo>
                    <a:pt x="1998" y="25470"/>
                  </a:lnTo>
                  <a:lnTo>
                    <a:pt x="4543" y="23725"/>
                  </a:lnTo>
                  <a:lnTo>
                    <a:pt x="8809" y="23087"/>
                  </a:lnTo>
                  <a:lnTo>
                    <a:pt x="12846" y="22079"/>
                  </a:lnTo>
                  <a:lnTo>
                    <a:pt x="15879" y="19558"/>
                  </a:lnTo>
                  <a:lnTo>
                    <a:pt x="17759" y="17064"/>
                  </a:lnTo>
                  <a:lnTo>
                    <a:pt x="21189" y="14455"/>
                  </a:lnTo>
                  <a:lnTo>
                    <a:pt x="15223" y="15123"/>
                  </a:lnTo>
                  <a:lnTo>
                    <a:pt x="13025" y="14762"/>
                  </a:lnTo>
                  <a:lnTo>
                    <a:pt x="13239" y="13901"/>
                  </a:lnTo>
                  <a:lnTo>
                    <a:pt x="14460" y="12064"/>
                  </a:lnTo>
                  <a:lnTo>
                    <a:pt x="15122" y="11447"/>
                  </a:lnTo>
                  <a:lnTo>
                    <a:pt x="17242" y="10479"/>
                  </a:lnTo>
                  <a:lnTo>
                    <a:pt x="18784" y="8627"/>
                  </a:lnTo>
                  <a:lnTo>
                    <a:pt x="22361" y="7350"/>
                  </a:lnTo>
                  <a:lnTo>
                    <a:pt x="24051" y="7128"/>
                  </a:lnTo>
                  <a:lnTo>
                    <a:pt x="25750" y="7160"/>
                  </a:lnTo>
                  <a:lnTo>
                    <a:pt x="28823" y="6561"/>
                  </a:lnTo>
                  <a:lnTo>
                    <a:pt x="31885" y="5644"/>
                  </a:lnTo>
                  <a:lnTo>
                    <a:pt x="34753" y="5114"/>
                  </a:lnTo>
                  <a:lnTo>
                    <a:pt x="37631" y="4899"/>
                  </a:lnTo>
                  <a:lnTo>
                    <a:pt x="40389" y="4168"/>
                  </a:lnTo>
                  <a:lnTo>
                    <a:pt x="43107" y="2729"/>
                  </a:lnTo>
                  <a:lnTo>
                    <a:pt x="44309" y="279"/>
                  </a:lnTo>
                  <a:lnTo>
                    <a:pt x="52122" y="0"/>
                  </a:lnTo>
                  <a:lnTo>
                    <a:pt x="53357" y="587"/>
                  </a:lnTo>
                  <a:lnTo>
                    <a:pt x="54356" y="2040"/>
                  </a:lnTo>
                  <a:lnTo>
                    <a:pt x="55468" y="2591"/>
                  </a:lnTo>
                  <a:lnTo>
                    <a:pt x="56830" y="2852"/>
                  </a:lnTo>
                  <a:lnTo>
                    <a:pt x="60293" y="5354"/>
                  </a:lnTo>
                  <a:close/>
                </a:path>
              </a:pathLst>
            </a:custGeom>
            <a:solidFill>
              <a:srgbClr val="D2E5C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0" name="pg1339"/>
            <p:cNvSpPr/>
            <p:nvPr/>
          </p:nvSpPr>
          <p:spPr>
            <a:xfrm>
              <a:off x="4048021" y="1228845"/>
              <a:ext cx="9316" cy="3115"/>
            </a:xfrm>
            <a:custGeom>
              <a:avLst/>
              <a:pathLst>
                <a:path w="9316" h="3115">
                  <a:moveTo>
                    <a:pt x="8566" y="2732"/>
                  </a:moveTo>
                  <a:lnTo>
                    <a:pt x="5933" y="3115"/>
                  </a:lnTo>
                  <a:lnTo>
                    <a:pt x="1327" y="2487"/>
                  </a:lnTo>
                  <a:lnTo>
                    <a:pt x="0" y="1786"/>
                  </a:lnTo>
                  <a:lnTo>
                    <a:pt x="296" y="1103"/>
                  </a:lnTo>
                  <a:lnTo>
                    <a:pt x="3295" y="173"/>
                  </a:lnTo>
                  <a:lnTo>
                    <a:pt x="5665" y="0"/>
                  </a:lnTo>
                  <a:lnTo>
                    <a:pt x="8174" y="933"/>
                  </a:lnTo>
                  <a:lnTo>
                    <a:pt x="9316" y="2146"/>
                  </a:lnTo>
                  <a:close/>
                </a:path>
              </a:pathLst>
            </a:custGeom>
            <a:solidFill>
              <a:srgbClr val="D2E5C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1" name="pg1340"/>
            <p:cNvSpPr/>
            <p:nvPr/>
          </p:nvSpPr>
          <p:spPr>
            <a:xfrm>
              <a:off x="4009703" y="1223912"/>
              <a:ext cx="37754" cy="12679"/>
            </a:xfrm>
            <a:custGeom>
              <a:avLst/>
              <a:pathLst>
                <a:path w="37754" h="12679">
                  <a:moveTo>
                    <a:pt x="28569" y="549"/>
                  </a:moveTo>
                  <a:lnTo>
                    <a:pt x="29208" y="1719"/>
                  </a:lnTo>
                  <a:lnTo>
                    <a:pt x="31084" y="2389"/>
                  </a:lnTo>
                  <a:lnTo>
                    <a:pt x="36196" y="2969"/>
                  </a:lnTo>
                  <a:lnTo>
                    <a:pt x="37754" y="4321"/>
                  </a:lnTo>
                  <a:lnTo>
                    <a:pt x="35414" y="5250"/>
                  </a:lnTo>
                  <a:lnTo>
                    <a:pt x="29160" y="5808"/>
                  </a:lnTo>
                  <a:lnTo>
                    <a:pt x="29808" y="7723"/>
                  </a:lnTo>
                  <a:lnTo>
                    <a:pt x="31069" y="9154"/>
                  </a:lnTo>
                  <a:lnTo>
                    <a:pt x="29820" y="10848"/>
                  </a:lnTo>
                  <a:lnTo>
                    <a:pt x="28075" y="11669"/>
                  </a:lnTo>
                  <a:lnTo>
                    <a:pt x="24191" y="12679"/>
                  </a:lnTo>
                  <a:lnTo>
                    <a:pt x="20638" y="11411"/>
                  </a:lnTo>
                  <a:lnTo>
                    <a:pt x="16524" y="9653"/>
                  </a:lnTo>
                  <a:lnTo>
                    <a:pt x="14663" y="10825"/>
                  </a:lnTo>
                  <a:lnTo>
                    <a:pt x="12753" y="11506"/>
                  </a:lnTo>
                  <a:lnTo>
                    <a:pt x="10943" y="11407"/>
                  </a:lnTo>
                  <a:lnTo>
                    <a:pt x="8847" y="10066"/>
                  </a:lnTo>
                  <a:lnTo>
                    <a:pt x="3055" y="11115"/>
                  </a:lnTo>
                  <a:lnTo>
                    <a:pt x="1299" y="9945"/>
                  </a:lnTo>
                  <a:lnTo>
                    <a:pt x="0" y="7489"/>
                  </a:lnTo>
                  <a:lnTo>
                    <a:pt x="3850" y="6950"/>
                  </a:lnTo>
                  <a:lnTo>
                    <a:pt x="8419" y="7729"/>
                  </a:lnTo>
                  <a:lnTo>
                    <a:pt x="11439" y="5249"/>
                  </a:lnTo>
                  <a:lnTo>
                    <a:pt x="15267" y="4174"/>
                  </a:lnTo>
                  <a:lnTo>
                    <a:pt x="18366" y="1598"/>
                  </a:lnTo>
                  <a:lnTo>
                    <a:pt x="19810" y="692"/>
                  </a:lnTo>
                  <a:lnTo>
                    <a:pt x="23143" y="868"/>
                  </a:lnTo>
                  <a:lnTo>
                    <a:pt x="24257" y="643"/>
                  </a:lnTo>
                  <a:lnTo>
                    <a:pt x="27428" y="0"/>
                  </a:lnTo>
                  <a:close/>
                </a:path>
              </a:pathLst>
            </a:custGeom>
            <a:solidFill>
              <a:srgbClr val="D2E5C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2" name="pg1341"/>
            <p:cNvSpPr/>
            <p:nvPr/>
          </p:nvSpPr>
          <p:spPr>
            <a:xfrm>
              <a:off x="4090631" y="1219353"/>
              <a:ext cx="20425" cy="3615"/>
            </a:xfrm>
            <a:custGeom>
              <a:avLst/>
              <a:pathLst>
                <a:path w="20425" h="3615">
                  <a:moveTo>
                    <a:pt x="18823" y="3239"/>
                  </a:moveTo>
                  <a:lnTo>
                    <a:pt x="17331" y="3615"/>
                  </a:lnTo>
                  <a:lnTo>
                    <a:pt x="9487" y="3252"/>
                  </a:lnTo>
                  <a:lnTo>
                    <a:pt x="5686" y="2538"/>
                  </a:lnTo>
                  <a:lnTo>
                    <a:pt x="5177" y="2125"/>
                  </a:lnTo>
                  <a:lnTo>
                    <a:pt x="4981" y="1767"/>
                  </a:lnTo>
                  <a:lnTo>
                    <a:pt x="0" y="1170"/>
                  </a:lnTo>
                  <a:lnTo>
                    <a:pt x="2163" y="366"/>
                  </a:lnTo>
                  <a:lnTo>
                    <a:pt x="8390" y="0"/>
                  </a:lnTo>
                  <a:lnTo>
                    <a:pt x="19537" y="934"/>
                  </a:lnTo>
                  <a:lnTo>
                    <a:pt x="20242" y="1618"/>
                  </a:lnTo>
                  <a:lnTo>
                    <a:pt x="20425" y="2043"/>
                  </a:lnTo>
                  <a:close/>
                </a:path>
              </a:pathLst>
            </a:custGeom>
            <a:solidFill>
              <a:srgbClr val="D2E5C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3" name="pg1342"/>
            <p:cNvSpPr/>
            <p:nvPr/>
          </p:nvSpPr>
          <p:spPr>
            <a:xfrm>
              <a:off x="4039479" y="1215357"/>
              <a:ext cx="18271" cy="4684"/>
            </a:xfrm>
            <a:custGeom>
              <a:avLst/>
              <a:pathLst>
                <a:path w="18271" h="4684">
                  <a:moveTo>
                    <a:pt x="4705" y="4107"/>
                  </a:moveTo>
                  <a:lnTo>
                    <a:pt x="677" y="4684"/>
                  </a:lnTo>
                  <a:lnTo>
                    <a:pt x="138" y="4246"/>
                  </a:lnTo>
                  <a:lnTo>
                    <a:pt x="0" y="3908"/>
                  </a:lnTo>
                  <a:lnTo>
                    <a:pt x="436" y="3142"/>
                  </a:lnTo>
                  <a:lnTo>
                    <a:pt x="922" y="1689"/>
                  </a:lnTo>
                  <a:lnTo>
                    <a:pt x="2745" y="774"/>
                  </a:lnTo>
                  <a:lnTo>
                    <a:pt x="16483" y="0"/>
                  </a:lnTo>
                  <a:lnTo>
                    <a:pt x="18271" y="849"/>
                  </a:lnTo>
                  <a:lnTo>
                    <a:pt x="17641" y="2164"/>
                  </a:lnTo>
                  <a:lnTo>
                    <a:pt x="17636" y="2813"/>
                  </a:lnTo>
                  <a:close/>
                </a:path>
              </a:pathLst>
            </a:custGeom>
            <a:solidFill>
              <a:srgbClr val="D2E5C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4" name="pg1343"/>
            <p:cNvSpPr/>
            <p:nvPr/>
          </p:nvSpPr>
          <p:spPr>
            <a:xfrm>
              <a:off x="3685420" y="3665483"/>
              <a:ext cx="24605" cy="51578"/>
            </a:xfrm>
            <a:custGeom>
              <a:avLst/>
              <a:pathLst>
                <a:path w="24605" h="51578">
                  <a:moveTo>
                    <a:pt x="20137" y="124"/>
                  </a:moveTo>
                  <a:lnTo>
                    <a:pt x="19736" y="588"/>
                  </a:lnTo>
                  <a:lnTo>
                    <a:pt x="19653" y="2011"/>
                  </a:lnTo>
                  <a:lnTo>
                    <a:pt x="20114" y="4288"/>
                  </a:lnTo>
                  <a:lnTo>
                    <a:pt x="21623" y="8994"/>
                  </a:lnTo>
                  <a:lnTo>
                    <a:pt x="22584" y="9860"/>
                  </a:lnTo>
                  <a:lnTo>
                    <a:pt x="23211" y="11689"/>
                  </a:lnTo>
                  <a:lnTo>
                    <a:pt x="23825" y="14774"/>
                  </a:lnTo>
                  <a:lnTo>
                    <a:pt x="24007" y="18632"/>
                  </a:lnTo>
                  <a:lnTo>
                    <a:pt x="23754" y="23272"/>
                  </a:lnTo>
                  <a:lnTo>
                    <a:pt x="23905" y="26723"/>
                  </a:lnTo>
                  <a:lnTo>
                    <a:pt x="24460" y="28986"/>
                  </a:lnTo>
                  <a:lnTo>
                    <a:pt x="24605" y="31921"/>
                  </a:lnTo>
                  <a:lnTo>
                    <a:pt x="24342" y="35528"/>
                  </a:lnTo>
                  <a:lnTo>
                    <a:pt x="24022" y="37686"/>
                  </a:lnTo>
                  <a:lnTo>
                    <a:pt x="23643" y="38402"/>
                  </a:lnTo>
                  <a:lnTo>
                    <a:pt x="23215" y="38667"/>
                  </a:lnTo>
                  <a:lnTo>
                    <a:pt x="22634" y="38425"/>
                  </a:lnTo>
                  <a:lnTo>
                    <a:pt x="21925" y="38731"/>
                  </a:lnTo>
                  <a:lnTo>
                    <a:pt x="21153" y="39409"/>
                  </a:lnTo>
                  <a:lnTo>
                    <a:pt x="20669" y="39507"/>
                  </a:lnTo>
                  <a:lnTo>
                    <a:pt x="20368" y="39374"/>
                  </a:lnTo>
                  <a:lnTo>
                    <a:pt x="19799" y="38797"/>
                  </a:lnTo>
                  <a:lnTo>
                    <a:pt x="18900" y="36933"/>
                  </a:lnTo>
                  <a:lnTo>
                    <a:pt x="17225" y="37963"/>
                  </a:lnTo>
                  <a:lnTo>
                    <a:pt x="16771" y="37940"/>
                  </a:lnTo>
                  <a:lnTo>
                    <a:pt x="16156" y="38826"/>
                  </a:lnTo>
                  <a:lnTo>
                    <a:pt x="15656" y="39917"/>
                  </a:lnTo>
                  <a:lnTo>
                    <a:pt x="15351" y="39995"/>
                  </a:lnTo>
                  <a:lnTo>
                    <a:pt x="15042" y="39845"/>
                  </a:lnTo>
                  <a:lnTo>
                    <a:pt x="13598" y="37646"/>
                  </a:lnTo>
                  <a:lnTo>
                    <a:pt x="13071" y="37718"/>
                  </a:lnTo>
                  <a:lnTo>
                    <a:pt x="12854" y="43896"/>
                  </a:lnTo>
                  <a:lnTo>
                    <a:pt x="12613" y="47324"/>
                  </a:lnTo>
                  <a:lnTo>
                    <a:pt x="12315" y="48854"/>
                  </a:lnTo>
                  <a:lnTo>
                    <a:pt x="11282" y="50331"/>
                  </a:lnTo>
                  <a:lnTo>
                    <a:pt x="10242" y="51168"/>
                  </a:lnTo>
                  <a:lnTo>
                    <a:pt x="9673" y="51110"/>
                  </a:lnTo>
                  <a:lnTo>
                    <a:pt x="7386" y="51572"/>
                  </a:lnTo>
                  <a:lnTo>
                    <a:pt x="6491" y="51578"/>
                  </a:lnTo>
                  <a:lnTo>
                    <a:pt x="5998" y="51073"/>
                  </a:lnTo>
                  <a:lnTo>
                    <a:pt x="5355" y="47572"/>
                  </a:lnTo>
                  <a:lnTo>
                    <a:pt x="4142" y="46014"/>
                  </a:lnTo>
                  <a:lnTo>
                    <a:pt x="2978" y="45287"/>
                  </a:lnTo>
                  <a:lnTo>
                    <a:pt x="2505" y="45489"/>
                  </a:lnTo>
                  <a:lnTo>
                    <a:pt x="2083" y="47321"/>
                  </a:lnTo>
                  <a:lnTo>
                    <a:pt x="1910" y="48966"/>
                  </a:lnTo>
                  <a:lnTo>
                    <a:pt x="781" y="47838"/>
                  </a:lnTo>
                  <a:lnTo>
                    <a:pt x="442" y="46450"/>
                  </a:lnTo>
                  <a:lnTo>
                    <a:pt x="411" y="44101"/>
                  </a:lnTo>
                  <a:lnTo>
                    <a:pt x="0" y="40883"/>
                  </a:lnTo>
                  <a:lnTo>
                    <a:pt x="228" y="39513"/>
                  </a:lnTo>
                  <a:lnTo>
                    <a:pt x="671" y="38627"/>
                  </a:lnTo>
                  <a:lnTo>
                    <a:pt x="1607" y="36927"/>
                  </a:lnTo>
                  <a:lnTo>
                    <a:pt x="3032" y="34575"/>
                  </a:lnTo>
                  <a:lnTo>
                    <a:pt x="3338" y="33450"/>
                  </a:lnTo>
                  <a:lnTo>
                    <a:pt x="3539" y="31580"/>
                  </a:lnTo>
                  <a:lnTo>
                    <a:pt x="3449" y="27228"/>
                  </a:lnTo>
                  <a:lnTo>
                    <a:pt x="3312" y="23555"/>
                  </a:lnTo>
                  <a:lnTo>
                    <a:pt x="3481" y="22248"/>
                  </a:lnTo>
                  <a:lnTo>
                    <a:pt x="4131" y="19408"/>
                  </a:lnTo>
                  <a:lnTo>
                    <a:pt x="5003" y="16503"/>
                  </a:lnTo>
                  <a:lnTo>
                    <a:pt x="6020" y="13429"/>
                  </a:lnTo>
                  <a:lnTo>
                    <a:pt x="6633" y="13129"/>
                  </a:lnTo>
                  <a:lnTo>
                    <a:pt x="7438" y="11966"/>
                  </a:lnTo>
                  <a:lnTo>
                    <a:pt x="8289" y="10244"/>
                  </a:lnTo>
                  <a:lnTo>
                    <a:pt x="8766" y="9597"/>
                  </a:lnTo>
                  <a:lnTo>
                    <a:pt x="9165" y="9574"/>
                  </a:lnTo>
                  <a:lnTo>
                    <a:pt x="11794" y="8050"/>
                  </a:lnTo>
                  <a:lnTo>
                    <a:pt x="12056" y="8527"/>
                  </a:lnTo>
                  <a:lnTo>
                    <a:pt x="12479" y="11484"/>
                  </a:lnTo>
                  <a:lnTo>
                    <a:pt x="12703" y="11914"/>
                  </a:lnTo>
                  <a:lnTo>
                    <a:pt x="13070" y="12021"/>
                  </a:lnTo>
                  <a:lnTo>
                    <a:pt x="13807" y="11343"/>
                  </a:lnTo>
                  <a:lnTo>
                    <a:pt x="15160" y="9029"/>
                  </a:lnTo>
                  <a:lnTo>
                    <a:pt x="15750" y="7623"/>
                  </a:lnTo>
                  <a:lnTo>
                    <a:pt x="16445" y="5647"/>
                  </a:lnTo>
                  <a:lnTo>
                    <a:pt x="17333" y="3419"/>
                  </a:lnTo>
                  <a:lnTo>
                    <a:pt x="17828" y="1477"/>
                  </a:lnTo>
                  <a:lnTo>
                    <a:pt x="18312" y="340"/>
                  </a:lnTo>
                  <a:lnTo>
                    <a:pt x="18947" y="0"/>
                  </a:lnTo>
                  <a:lnTo>
                    <a:pt x="19649" y="86"/>
                  </a:lnTo>
                  <a:close/>
                </a:path>
              </a:pathLst>
            </a:custGeom>
            <a:solidFill>
              <a:srgbClr val="B8D7B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5" name="pg1344"/>
            <p:cNvSpPr/>
            <p:nvPr/>
          </p:nvSpPr>
          <p:spPr>
            <a:xfrm>
              <a:off x="3125340" y="2816848"/>
              <a:ext cx="102575" cy="202419"/>
            </a:xfrm>
            <a:custGeom>
              <a:avLst/>
              <a:pathLst>
                <a:path w="102575" h="202419">
                  <a:moveTo>
                    <a:pt x="102560" y="10948"/>
                  </a:moveTo>
                  <a:lnTo>
                    <a:pt x="102563" y="15872"/>
                  </a:lnTo>
                  <a:lnTo>
                    <a:pt x="102566" y="21721"/>
                  </a:lnTo>
                  <a:lnTo>
                    <a:pt x="102569" y="27578"/>
                  </a:lnTo>
                  <a:lnTo>
                    <a:pt x="102573" y="34239"/>
                  </a:lnTo>
                  <a:lnTo>
                    <a:pt x="102575" y="40873"/>
                  </a:lnTo>
                  <a:lnTo>
                    <a:pt x="102575" y="45711"/>
                  </a:lnTo>
                  <a:lnTo>
                    <a:pt x="102574" y="49079"/>
                  </a:lnTo>
                  <a:lnTo>
                    <a:pt x="100095" y="49079"/>
                  </a:lnTo>
                  <a:lnTo>
                    <a:pt x="97825" y="49079"/>
                  </a:lnTo>
                  <a:lnTo>
                    <a:pt x="95554" y="49079"/>
                  </a:lnTo>
                  <a:lnTo>
                    <a:pt x="93283" y="49079"/>
                  </a:lnTo>
                  <a:lnTo>
                    <a:pt x="91013" y="49079"/>
                  </a:lnTo>
                  <a:lnTo>
                    <a:pt x="88742" y="49080"/>
                  </a:lnTo>
                  <a:lnTo>
                    <a:pt x="86471" y="49080"/>
                  </a:lnTo>
                  <a:lnTo>
                    <a:pt x="84201" y="49080"/>
                  </a:lnTo>
                  <a:lnTo>
                    <a:pt x="81930" y="49080"/>
                  </a:lnTo>
                  <a:lnTo>
                    <a:pt x="79659" y="49080"/>
                  </a:lnTo>
                  <a:lnTo>
                    <a:pt x="77388" y="49080"/>
                  </a:lnTo>
                  <a:lnTo>
                    <a:pt x="75117" y="49080"/>
                  </a:lnTo>
                  <a:lnTo>
                    <a:pt x="72847" y="49080"/>
                  </a:lnTo>
                  <a:lnTo>
                    <a:pt x="70576" y="49082"/>
                  </a:lnTo>
                  <a:lnTo>
                    <a:pt x="68306" y="49082"/>
                  </a:lnTo>
                  <a:lnTo>
                    <a:pt x="66035" y="49082"/>
                  </a:lnTo>
                  <a:lnTo>
                    <a:pt x="63765" y="49082"/>
                  </a:lnTo>
                  <a:lnTo>
                    <a:pt x="61941" y="49082"/>
                  </a:lnTo>
                  <a:lnTo>
                    <a:pt x="61941" y="52601"/>
                  </a:lnTo>
                  <a:lnTo>
                    <a:pt x="61941" y="56625"/>
                  </a:lnTo>
                  <a:lnTo>
                    <a:pt x="61941" y="60647"/>
                  </a:lnTo>
                  <a:lnTo>
                    <a:pt x="61941" y="64670"/>
                  </a:lnTo>
                  <a:lnTo>
                    <a:pt x="61941" y="68694"/>
                  </a:lnTo>
                  <a:lnTo>
                    <a:pt x="61941" y="72716"/>
                  </a:lnTo>
                  <a:lnTo>
                    <a:pt x="61941" y="76740"/>
                  </a:lnTo>
                  <a:lnTo>
                    <a:pt x="61941" y="80763"/>
                  </a:lnTo>
                  <a:lnTo>
                    <a:pt x="61941" y="84786"/>
                  </a:lnTo>
                  <a:lnTo>
                    <a:pt x="61941" y="88808"/>
                  </a:lnTo>
                  <a:lnTo>
                    <a:pt x="61941" y="92832"/>
                  </a:lnTo>
                  <a:lnTo>
                    <a:pt x="61941" y="96855"/>
                  </a:lnTo>
                  <a:lnTo>
                    <a:pt x="61941" y="100879"/>
                  </a:lnTo>
                  <a:lnTo>
                    <a:pt x="61941" y="104901"/>
                  </a:lnTo>
                  <a:lnTo>
                    <a:pt x="61941" y="108924"/>
                  </a:lnTo>
                  <a:lnTo>
                    <a:pt x="61941" y="112948"/>
                  </a:lnTo>
                  <a:lnTo>
                    <a:pt x="61941" y="116971"/>
                  </a:lnTo>
                  <a:lnTo>
                    <a:pt x="61941" y="120559"/>
                  </a:lnTo>
                  <a:lnTo>
                    <a:pt x="61854" y="123776"/>
                  </a:lnTo>
                  <a:lnTo>
                    <a:pt x="61124" y="124726"/>
                  </a:lnTo>
                  <a:lnTo>
                    <a:pt x="59383" y="126438"/>
                  </a:lnTo>
                  <a:lnTo>
                    <a:pt x="57595" y="128196"/>
                  </a:lnTo>
                  <a:lnTo>
                    <a:pt x="55322" y="129000"/>
                  </a:lnTo>
                  <a:lnTo>
                    <a:pt x="54578" y="129575"/>
                  </a:lnTo>
                  <a:lnTo>
                    <a:pt x="53126" y="131898"/>
                  </a:lnTo>
                  <a:lnTo>
                    <a:pt x="51220" y="134947"/>
                  </a:lnTo>
                  <a:lnTo>
                    <a:pt x="49568" y="137586"/>
                  </a:lnTo>
                  <a:lnTo>
                    <a:pt x="48479" y="141018"/>
                  </a:lnTo>
                  <a:lnTo>
                    <a:pt x="48084" y="142897"/>
                  </a:lnTo>
                  <a:lnTo>
                    <a:pt x="47923" y="144885"/>
                  </a:lnTo>
                  <a:lnTo>
                    <a:pt x="48052" y="146774"/>
                  </a:lnTo>
                  <a:lnTo>
                    <a:pt x="48644" y="150573"/>
                  </a:lnTo>
                  <a:lnTo>
                    <a:pt x="48803" y="152486"/>
                  </a:lnTo>
                  <a:lnTo>
                    <a:pt x="48895" y="155817"/>
                  </a:lnTo>
                  <a:lnTo>
                    <a:pt x="48996" y="159446"/>
                  </a:lnTo>
                  <a:lnTo>
                    <a:pt x="49104" y="163355"/>
                  </a:lnTo>
                  <a:lnTo>
                    <a:pt x="49213" y="167268"/>
                  </a:lnTo>
                  <a:lnTo>
                    <a:pt x="49328" y="171433"/>
                  </a:lnTo>
                  <a:lnTo>
                    <a:pt x="49443" y="175598"/>
                  </a:lnTo>
                  <a:lnTo>
                    <a:pt x="49559" y="179787"/>
                  </a:lnTo>
                  <a:lnTo>
                    <a:pt x="49646" y="182898"/>
                  </a:lnTo>
                  <a:lnTo>
                    <a:pt x="49755" y="186824"/>
                  </a:lnTo>
                  <a:lnTo>
                    <a:pt x="47912" y="186828"/>
                  </a:lnTo>
                  <a:lnTo>
                    <a:pt x="45117" y="186835"/>
                  </a:lnTo>
                  <a:lnTo>
                    <a:pt x="42323" y="186844"/>
                  </a:lnTo>
                  <a:lnTo>
                    <a:pt x="39528" y="186852"/>
                  </a:lnTo>
                  <a:lnTo>
                    <a:pt x="36733" y="186860"/>
                  </a:lnTo>
                  <a:lnTo>
                    <a:pt x="33939" y="186868"/>
                  </a:lnTo>
                  <a:lnTo>
                    <a:pt x="31144" y="186877"/>
                  </a:lnTo>
                  <a:lnTo>
                    <a:pt x="28349" y="186884"/>
                  </a:lnTo>
                  <a:lnTo>
                    <a:pt x="25555" y="186893"/>
                  </a:lnTo>
                  <a:lnTo>
                    <a:pt x="22760" y="186902"/>
                  </a:lnTo>
                  <a:lnTo>
                    <a:pt x="19965" y="186909"/>
                  </a:lnTo>
                  <a:lnTo>
                    <a:pt x="17171" y="186917"/>
                  </a:lnTo>
                  <a:lnTo>
                    <a:pt x="14376" y="186926"/>
                  </a:lnTo>
                  <a:lnTo>
                    <a:pt x="11582" y="186933"/>
                  </a:lnTo>
                  <a:lnTo>
                    <a:pt x="8787" y="186942"/>
                  </a:lnTo>
                  <a:lnTo>
                    <a:pt x="5993" y="186951"/>
                  </a:lnTo>
                  <a:lnTo>
                    <a:pt x="3198" y="186958"/>
                  </a:lnTo>
                  <a:lnTo>
                    <a:pt x="1635" y="186962"/>
                  </a:lnTo>
                  <a:lnTo>
                    <a:pt x="1131" y="192482"/>
                  </a:lnTo>
                  <a:lnTo>
                    <a:pt x="687" y="196454"/>
                  </a:lnTo>
                  <a:lnTo>
                    <a:pt x="424" y="199681"/>
                  </a:lnTo>
                  <a:lnTo>
                    <a:pt x="618" y="202419"/>
                  </a:lnTo>
                  <a:lnTo>
                    <a:pt x="0" y="200920"/>
                  </a:lnTo>
                  <a:lnTo>
                    <a:pt x="1086" y="185548"/>
                  </a:lnTo>
                  <a:lnTo>
                    <a:pt x="1167" y="184258"/>
                  </a:lnTo>
                  <a:lnTo>
                    <a:pt x="1799" y="183977"/>
                  </a:lnTo>
                  <a:lnTo>
                    <a:pt x="4482" y="182794"/>
                  </a:lnTo>
                  <a:lnTo>
                    <a:pt x="6310" y="182476"/>
                  </a:lnTo>
                  <a:lnTo>
                    <a:pt x="11064" y="182476"/>
                  </a:lnTo>
                  <a:lnTo>
                    <a:pt x="12891" y="181899"/>
                  </a:lnTo>
                  <a:lnTo>
                    <a:pt x="14355" y="181899"/>
                  </a:lnTo>
                  <a:lnTo>
                    <a:pt x="16426" y="182188"/>
                  </a:lnTo>
                  <a:lnTo>
                    <a:pt x="18134" y="182794"/>
                  </a:lnTo>
                  <a:lnTo>
                    <a:pt x="19960" y="183371"/>
                  </a:lnTo>
                  <a:lnTo>
                    <a:pt x="22032" y="183371"/>
                  </a:lnTo>
                  <a:lnTo>
                    <a:pt x="23739" y="183660"/>
                  </a:lnTo>
                  <a:lnTo>
                    <a:pt x="25929" y="183660"/>
                  </a:lnTo>
                  <a:lnTo>
                    <a:pt x="27518" y="183371"/>
                  </a:lnTo>
                  <a:lnTo>
                    <a:pt x="28613" y="181899"/>
                  </a:lnTo>
                  <a:lnTo>
                    <a:pt x="29589" y="178956"/>
                  </a:lnTo>
                  <a:lnTo>
                    <a:pt x="29952" y="176590"/>
                  </a:lnTo>
                  <a:lnTo>
                    <a:pt x="30321" y="174512"/>
                  </a:lnTo>
                  <a:lnTo>
                    <a:pt x="30196" y="172434"/>
                  </a:lnTo>
                  <a:lnTo>
                    <a:pt x="30077" y="171251"/>
                  </a:lnTo>
                  <a:lnTo>
                    <a:pt x="30684" y="169780"/>
                  </a:lnTo>
                  <a:lnTo>
                    <a:pt x="31415" y="167412"/>
                  </a:lnTo>
                  <a:lnTo>
                    <a:pt x="32148" y="165942"/>
                  </a:lnTo>
                  <a:lnTo>
                    <a:pt x="32391" y="164759"/>
                  </a:lnTo>
                  <a:lnTo>
                    <a:pt x="33124" y="163575"/>
                  </a:lnTo>
                  <a:lnTo>
                    <a:pt x="33974" y="161498"/>
                  </a:lnTo>
                  <a:lnTo>
                    <a:pt x="34462" y="160026"/>
                  </a:lnTo>
                  <a:lnTo>
                    <a:pt x="35069" y="157977"/>
                  </a:lnTo>
                  <a:lnTo>
                    <a:pt x="35194" y="156188"/>
                  </a:lnTo>
                  <a:lnTo>
                    <a:pt x="35439" y="153822"/>
                  </a:lnTo>
                  <a:lnTo>
                    <a:pt x="35439" y="149695"/>
                  </a:lnTo>
                  <a:lnTo>
                    <a:pt x="35682" y="144674"/>
                  </a:lnTo>
                  <a:lnTo>
                    <a:pt x="36046" y="141414"/>
                  </a:lnTo>
                  <a:lnTo>
                    <a:pt x="36289" y="138759"/>
                  </a:lnTo>
                  <a:lnTo>
                    <a:pt x="36533" y="134632"/>
                  </a:lnTo>
                  <a:lnTo>
                    <a:pt x="37266" y="127534"/>
                  </a:lnTo>
                  <a:lnTo>
                    <a:pt x="37509" y="125456"/>
                  </a:lnTo>
                  <a:lnTo>
                    <a:pt x="37998" y="122224"/>
                  </a:lnTo>
                  <a:lnTo>
                    <a:pt x="38605" y="119252"/>
                  </a:lnTo>
                  <a:lnTo>
                    <a:pt x="39092" y="117174"/>
                  </a:lnTo>
                  <a:lnTo>
                    <a:pt x="39706" y="115414"/>
                  </a:lnTo>
                  <a:lnTo>
                    <a:pt x="40557" y="114231"/>
                  </a:lnTo>
                  <a:lnTo>
                    <a:pt x="41895" y="113048"/>
                  </a:lnTo>
                  <a:lnTo>
                    <a:pt x="42871" y="111865"/>
                  </a:lnTo>
                  <a:lnTo>
                    <a:pt x="44091" y="110681"/>
                  </a:lnTo>
                  <a:lnTo>
                    <a:pt x="45186" y="109787"/>
                  </a:lnTo>
                  <a:lnTo>
                    <a:pt x="46162" y="108604"/>
                  </a:lnTo>
                  <a:lnTo>
                    <a:pt x="46531" y="107450"/>
                  </a:lnTo>
                  <a:lnTo>
                    <a:pt x="47137" y="105372"/>
                  </a:lnTo>
                  <a:lnTo>
                    <a:pt x="47988" y="101534"/>
                  </a:lnTo>
                  <a:lnTo>
                    <a:pt x="48476" y="99168"/>
                  </a:lnTo>
                  <a:lnTo>
                    <a:pt x="49208" y="96195"/>
                  </a:lnTo>
                  <a:lnTo>
                    <a:pt x="50060" y="94147"/>
                  </a:lnTo>
                  <a:lnTo>
                    <a:pt x="50588" y="93350"/>
                  </a:lnTo>
                  <a:lnTo>
                    <a:pt x="51035" y="92675"/>
                  </a:lnTo>
                  <a:lnTo>
                    <a:pt x="52137" y="91174"/>
                  </a:lnTo>
                  <a:lnTo>
                    <a:pt x="53475" y="89414"/>
                  </a:lnTo>
                  <a:lnTo>
                    <a:pt x="54452" y="87943"/>
                  </a:lnTo>
                  <a:lnTo>
                    <a:pt x="55302" y="86442"/>
                  </a:lnTo>
                  <a:lnTo>
                    <a:pt x="56034" y="85288"/>
                  </a:lnTo>
                  <a:lnTo>
                    <a:pt x="56885" y="83499"/>
                  </a:lnTo>
                  <a:lnTo>
                    <a:pt x="57254" y="82027"/>
                  </a:lnTo>
                  <a:lnTo>
                    <a:pt x="57742" y="79372"/>
                  </a:lnTo>
                  <a:lnTo>
                    <a:pt x="58349" y="75217"/>
                  </a:lnTo>
                  <a:lnTo>
                    <a:pt x="58837" y="70803"/>
                  </a:lnTo>
                  <a:lnTo>
                    <a:pt x="59325" y="66069"/>
                  </a:lnTo>
                  <a:lnTo>
                    <a:pt x="59688" y="63126"/>
                  </a:lnTo>
                  <a:lnTo>
                    <a:pt x="60057" y="59577"/>
                  </a:lnTo>
                  <a:lnTo>
                    <a:pt x="60545" y="56893"/>
                  </a:lnTo>
                  <a:lnTo>
                    <a:pt x="60908" y="53950"/>
                  </a:lnTo>
                  <a:lnTo>
                    <a:pt x="61152" y="52766"/>
                  </a:lnTo>
                  <a:lnTo>
                    <a:pt x="61152" y="51295"/>
                  </a:lnTo>
                  <a:lnTo>
                    <a:pt x="61396" y="49217"/>
                  </a:lnTo>
                  <a:lnTo>
                    <a:pt x="61447" y="49054"/>
                  </a:lnTo>
                  <a:lnTo>
                    <a:pt x="61765" y="48034"/>
                  </a:lnTo>
                  <a:lnTo>
                    <a:pt x="62616" y="47457"/>
                  </a:lnTo>
                  <a:lnTo>
                    <a:pt x="63591" y="46851"/>
                  </a:lnTo>
                  <a:lnTo>
                    <a:pt x="65127" y="46389"/>
                  </a:lnTo>
                  <a:lnTo>
                    <a:pt x="65574" y="45870"/>
                  </a:lnTo>
                  <a:lnTo>
                    <a:pt x="65805" y="44138"/>
                  </a:lnTo>
                  <a:lnTo>
                    <a:pt x="65984" y="42638"/>
                  </a:lnTo>
                  <a:lnTo>
                    <a:pt x="66561" y="40214"/>
                  </a:lnTo>
                  <a:lnTo>
                    <a:pt x="67209" y="38281"/>
                  </a:lnTo>
                  <a:lnTo>
                    <a:pt x="67585" y="37097"/>
                  </a:lnTo>
                  <a:lnTo>
                    <a:pt x="68091" y="35049"/>
                  </a:lnTo>
                  <a:lnTo>
                    <a:pt x="68590" y="33577"/>
                  </a:lnTo>
                  <a:lnTo>
                    <a:pt x="69453" y="31701"/>
                  </a:lnTo>
                  <a:lnTo>
                    <a:pt x="70209" y="30230"/>
                  </a:lnTo>
                  <a:lnTo>
                    <a:pt x="70465" y="28729"/>
                  </a:lnTo>
                  <a:lnTo>
                    <a:pt x="70465" y="26940"/>
                  </a:lnTo>
                  <a:lnTo>
                    <a:pt x="69924" y="25497"/>
                  </a:lnTo>
                  <a:lnTo>
                    <a:pt x="69542" y="22842"/>
                  </a:lnTo>
                  <a:lnTo>
                    <a:pt x="71114" y="22034"/>
                  </a:lnTo>
                  <a:lnTo>
                    <a:pt x="72494" y="21140"/>
                  </a:lnTo>
                  <a:lnTo>
                    <a:pt x="73756" y="20274"/>
                  </a:lnTo>
                  <a:lnTo>
                    <a:pt x="75267" y="19091"/>
                  </a:lnTo>
                  <a:lnTo>
                    <a:pt x="76398" y="19091"/>
                  </a:lnTo>
                  <a:lnTo>
                    <a:pt x="77279" y="18802"/>
                  </a:lnTo>
                  <a:lnTo>
                    <a:pt x="78540" y="19380"/>
                  </a:lnTo>
                  <a:lnTo>
                    <a:pt x="79795" y="19668"/>
                  </a:lnTo>
                  <a:lnTo>
                    <a:pt x="80677" y="20563"/>
                  </a:lnTo>
                  <a:lnTo>
                    <a:pt x="82188" y="22323"/>
                  </a:lnTo>
                  <a:lnTo>
                    <a:pt x="83449" y="23506"/>
                  </a:lnTo>
                  <a:lnTo>
                    <a:pt x="84205" y="23506"/>
                  </a:lnTo>
                  <a:lnTo>
                    <a:pt x="85014" y="22929"/>
                  </a:lnTo>
                  <a:lnTo>
                    <a:pt x="85699" y="22092"/>
                  </a:lnTo>
                  <a:lnTo>
                    <a:pt x="86115" y="22034"/>
                  </a:lnTo>
                  <a:lnTo>
                    <a:pt x="86747" y="22640"/>
                  </a:lnTo>
                  <a:lnTo>
                    <a:pt x="87728" y="23823"/>
                  </a:lnTo>
                  <a:lnTo>
                    <a:pt x="88733" y="23823"/>
                  </a:lnTo>
                  <a:lnTo>
                    <a:pt x="89739" y="23506"/>
                  </a:lnTo>
                  <a:lnTo>
                    <a:pt x="90495" y="22034"/>
                  </a:lnTo>
                  <a:lnTo>
                    <a:pt x="91756" y="19668"/>
                  </a:lnTo>
                  <a:lnTo>
                    <a:pt x="92762" y="17908"/>
                  </a:lnTo>
                  <a:lnTo>
                    <a:pt x="93667" y="16782"/>
                  </a:lnTo>
                  <a:lnTo>
                    <a:pt x="94399" y="16494"/>
                  </a:lnTo>
                  <a:lnTo>
                    <a:pt x="95220" y="16494"/>
                  </a:lnTo>
                  <a:lnTo>
                    <a:pt x="96161" y="16436"/>
                  </a:lnTo>
                  <a:lnTo>
                    <a:pt x="97672" y="16725"/>
                  </a:lnTo>
                  <a:lnTo>
                    <a:pt x="98678" y="16725"/>
                  </a:lnTo>
                  <a:lnTo>
                    <a:pt x="100053" y="16321"/>
                  </a:lnTo>
                  <a:lnTo>
                    <a:pt x="101201" y="15830"/>
                  </a:lnTo>
                  <a:lnTo>
                    <a:pt x="101701" y="14936"/>
                  </a:lnTo>
                  <a:lnTo>
                    <a:pt x="101701" y="13752"/>
                  </a:lnTo>
                  <a:lnTo>
                    <a:pt x="101451" y="11992"/>
                  </a:lnTo>
                  <a:lnTo>
                    <a:pt x="101177" y="10290"/>
                  </a:lnTo>
                  <a:lnTo>
                    <a:pt x="101106" y="8731"/>
                  </a:lnTo>
                  <a:lnTo>
                    <a:pt x="101273" y="7088"/>
                  </a:lnTo>
                  <a:lnTo>
                    <a:pt x="101451" y="5788"/>
                  </a:lnTo>
                  <a:lnTo>
                    <a:pt x="101327" y="3710"/>
                  </a:lnTo>
                  <a:lnTo>
                    <a:pt x="100969" y="1258"/>
                  </a:lnTo>
                  <a:lnTo>
                    <a:pt x="100921" y="0"/>
                  </a:lnTo>
                  <a:lnTo>
                    <a:pt x="102560" y="0"/>
                  </a:lnTo>
                  <a:lnTo>
                    <a:pt x="102560" y="4911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6" name="pg1345"/>
            <p:cNvSpPr/>
            <p:nvPr/>
          </p:nvSpPr>
          <p:spPr>
            <a:xfrm>
              <a:off x="3842860" y="3131661"/>
              <a:ext cx="4805" cy="12760"/>
            </a:xfrm>
            <a:custGeom>
              <a:avLst/>
              <a:pathLst>
                <a:path w="4805" h="12760">
                  <a:moveTo>
                    <a:pt x="2579" y="8478"/>
                  </a:moveTo>
                  <a:lnTo>
                    <a:pt x="3521" y="8642"/>
                  </a:lnTo>
                  <a:lnTo>
                    <a:pt x="3133" y="7700"/>
                  </a:lnTo>
                  <a:lnTo>
                    <a:pt x="3050" y="7235"/>
                  </a:lnTo>
                  <a:lnTo>
                    <a:pt x="3459" y="5880"/>
                  </a:lnTo>
                  <a:lnTo>
                    <a:pt x="4805" y="8684"/>
                  </a:lnTo>
                  <a:lnTo>
                    <a:pt x="4766" y="12001"/>
                  </a:lnTo>
                  <a:lnTo>
                    <a:pt x="4652" y="12760"/>
                  </a:lnTo>
                  <a:lnTo>
                    <a:pt x="4285" y="12047"/>
                  </a:lnTo>
                  <a:lnTo>
                    <a:pt x="4050" y="11349"/>
                  </a:lnTo>
                  <a:lnTo>
                    <a:pt x="3976" y="10596"/>
                  </a:lnTo>
                  <a:lnTo>
                    <a:pt x="3603" y="9782"/>
                  </a:lnTo>
                  <a:lnTo>
                    <a:pt x="2292" y="10314"/>
                  </a:lnTo>
                  <a:lnTo>
                    <a:pt x="1477" y="9404"/>
                  </a:lnTo>
                  <a:lnTo>
                    <a:pt x="310" y="6612"/>
                  </a:lnTo>
                  <a:lnTo>
                    <a:pt x="0" y="4599"/>
                  </a:lnTo>
                  <a:lnTo>
                    <a:pt x="487" y="4207"/>
                  </a:lnTo>
                  <a:lnTo>
                    <a:pt x="1000" y="3239"/>
                  </a:lnTo>
                  <a:lnTo>
                    <a:pt x="1327" y="1646"/>
                  </a:lnTo>
                  <a:lnTo>
                    <a:pt x="1028" y="0"/>
                  </a:lnTo>
                  <a:lnTo>
                    <a:pt x="1720" y="262"/>
                  </a:lnTo>
                  <a:lnTo>
                    <a:pt x="2094" y="1953"/>
                  </a:lnTo>
                  <a:lnTo>
                    <a:pt x="2167" y="5800"/>
                  </a:lnTo>
                  <a:lnTo>
                    <a:pt x="2272" y="6615"/>
                  </a:lnTo>
                  <a:lnTo>
                    <a:pt x="2079" y="7494"/>
                  </a:lnTo>
                  <a:close/>
                </a:path>
              </a:pathLst>
            </a:custGeom>
            <a:solidFill>
              <a:srgbClr val="C3DDB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7" name="pg1346"/>
            <p:cNvSpPr/>
            <p:nvPr/>
          </p:nvSpPr>
          <p:spPr>
            <a:xfrm>
              <a:off x="3778612" y="2874993"/>
              <a:ext cx="5490" cy="9032"/>
            </a:xfrm>
            <a:custGeom>
              <a:avLst/>
              <a:pathLst>
                <a:path w="5490" h="9032">
                  <a:moveTo>
                    <a:pt x="4842" y="9032"/>
                  </a:moveTo>
                  <a:lnTo>
                    <a:pt x="4520" y="9032"/>
                  </a:lnTo>
                  <a:lnTo>
                    <a:pt x="3665" y="7032"/>
                  </a:lnTo>
                  <a:lnTo>
                    <a:pt x="3163" y="5559"/>
                  </a:lnTo>
                  <a:lnTo>
                    <a:pt x="2654" y="4570"/>
                  </a:lnTo>
                  <a:lnTo>
                    <a:pt x="316" y="2575"/>
                  </a:lnTo>
                  <a:lnTo>
                    <a:pt x="0" y="1288"/>
                  </a:lnTo>
                  <a:lnTo>
                    <a:pt x="357" y="0"/>
                  </a:lnTo>
                  <a:lnTo>
                    <a:pt x="606" y="1281"/>
                  </a:lnTo>
                  <a:lnTo>
                    <a:pt x="1029" y="2035"/>
                  </a:lnTo>
                  <a:lnTo>
                    <a:pt x="2964" y="3840"/>
                  </a:lnTo>
                  <a:lnTo>
                    <a:pt x="5120" y="7776"/>
                  </a:lnTo>
                  <a:lnTo>
                    <a:pt x="5490" y="8098"/>
                  </a:lnTo>
                  <a:close/>
                </a:path>
              </a:pathLst>
            </a:custGeom>
            <a:solidFill>
              <a:srgbClr val="C3DDB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8" name="pg1347"/>
            <p:cNvSpPr/>
            <p:nvPr/>
          </p:nvSpPr>
          <p:spPr>
            <a:xfrm>
              <a:off x="3779095" y="2870064"/>
              <a:ext cx="629" cy="4618"/>
            </a:xfrm>
            <a:custGeom>
              <a:avLst/>
              <a:pathLst>
                <a:path w="629" h="4618">
                  <a:moveTo>
                    <a:pt x="628" y="4217"/>
                  </a:moveTo>
                  <a:lnTo>
                    <a:pt x="514" y="4618"/>
                  </a:lnTo>
                  <a:lnTo>
                    <a:pt x="0" y="3582"/>
                  </a:lnTo>
                  <a:lnTo>
                    <a:pt x="30" y="1297"/>
                  </a:lnTo>
                  <a:lnTo>
                    <a:pt x="472" y="0"/>
                  </a:lnTo>
                  <a:lnTo>
                    <a:pt x="437" y="1776"/>
                  </a:lnTo>
                  <a:lnTo>
                    <a:pt x="629" y="3565"/>
                  </a:lnTo>
                  <a:close/>
                </a:path>
              </a:pathLst>
            </a:custGeom>
            <a:solidFill>
              <a:srgbClr val="C3DDB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9" name="pg1348"/>
            <p:cNvSpPr/>
            <p:nvPr/>
          </p:nvSpPr>
          <p:spPr>
            <a:xfrm>
              <a:off x="3755602" y="2684821"/>
              <a:ext cx="256233" cy="465478"/>
            </a:xfrm>
            <a:custGeom>
              <a:avLst/>
              <a:pathLst>
                <a:path w="256233" h="465478">
                  <a:moveTo>
                    <a:pt x="145213" y="89482"/>
                  </a:moveTo>
                  <a:lnTo>
                    <a:pt x="147570" y="90121"/>
                  </a:lnTo>
                  <a:lnTo>
                    <a:pt x="150707" y="90977"/>
                  </a:lnTo>
                  <a:lnTo>
                    <a:pt x="152615" y="91552"/>
                  </a:lnTo>
                  <a:lnTo>
                    <a:pt x="156203" y="92635"/>
                  </a:lnTo>
                  <a:lnTo>
                    <a:pt x="157276" y="97117"/>
                  </a:lnTo>
                  <a:lnTo>
                    <a:pt x="157666" y="100258"/>
                  </a:lnTo>
                  <a:lnTo>
                    <a:pt x="158030" y="103319"/>
                  </a:lnTo>
                  <a:lnTo>
                    <a:pt x="159105" y="106121"/>
                  </a:lnTo>
                  <a:lnTo>
                    <a:pt x="161550" y="106053"/>
                  </a:lnTo>
                  <a:lnTo>
                    <a:pt x="163715" y="105992"/>
                  </a:lnTo>
                  <a:lnTo>
                    <a:pt x="166386" y="105903"/>
                  </a:lnTo>
                  <a:lnTo>
                    <a:pt x="168503" y="105832"/>
                  </a:lnTo>
                  <a:lnTo>
                    <a:pt x="169186" y="108611"/>
                  </a:lnTo>
                  <a:lnTo>
                    <a:pt x="169485" y="111384"/>
                  </a:lnTo>
                  <a:lnTo>
                    <a:pt x="170744" y="117958"/>
                  </a:lnTo>
                  <a:lnTo>
                    <a:pt x="172540" y="123084"/>
                  </a:lnTo>
                  <a:lnTo>
                    <a:pt x="172970" y="124951"/>
                  </a:lnTo>
                  <a:lnTo>
                    <a:pt x="173260" y="127764"/>
                  </a:lnTo>
                  <a:lnTo>
                    <a:pt x="172948" y="128811"/>
                  </a:lnTo>
                  <a:lnTo>
                    <a:pt x="172826" y="130021"/>
                  </a:lnTo>
                  <a:lnTo>
                    <a:pt x="174158" y="132836"/>
                  </a:lnTo>
                  <a:lnTo>
                    <a:pt x="176357" y="135214"/>
                  </a:lnTo>
                  <a:lnTo>
                    <a:pt x="177218" y="135815"/>
                  </a:lnTo>
                  <a:lnTo>
                    <a:pt x="178192" y="136864"/>
                  </a:lnTo>
                  <a:lnTo>
                    <a:pt x="177432" y="138492"/>
                  </a:lnTo>
                  <a:lnTo>
                    <a:pt x="178729" y="142249"/>
                  </a:lnTo>
                  <a:lnTo>
                    <a:pt x="180237" y="146077"/>
                  </a:lnTo>
                  <a:lnTo>
                    <a:pt x="181851" y="146940"/>
                  </a:lnTo>
                  <a:lnTo>
                    <a:pt x="184030" y="152728"/>
                  </a:lnTo>
                  <a:lnTo>
                    <a:pt x="187316" y="156480"/>
                  </a:lnTo>
                  <a:lnTo>
                    <a:pt x="189311" y="161392"/>
                  </a:lnTo>
                  <a:lnTo>
                    <a:pt x="189126" y="161485"/>
                  </a:lnTo>
                  <a:lnTo>
                    <a:pt x="188541" y="160986"/>
                  </a:lnTo>
                  <a:lnTo>
                    <a:pt x="187806" y="160312"/>
                  </a:lnTo>
                  <a:lnTo>
                    <a:pt x="187584" y="160923"/>
                  </a:lnTo>
                  <a:lnTo>
                    <a:pt x="187623" y="162984"/>
                  </a:lnTo>
                  <a:lnTo>
                    <a:pt x="187818" y="165405"/>
                  </a:lnTo>
                  <a:lnTo>
                    <a:pt x="188835" y="167500"/>
                  </a:lnTo>
                  <a:lnTo>
                    <a:pt x="189739" y="169008"/>
                  </a:lnTo>
                  <a:lnTo>
                    <a:pt x="190091" y="171857"/>
                  </a:lnTo>
                  <a:lnTo>
                    <a:pt x="189380" y="178002"/>
                  </a:lnTo>
                  <a:lnTo>
                    <a:pt x="189133" y="177998"/>
                  </a:lnTo>
                  <a:lnTo>
                    <a:pt x="188655" y="177465"/>
                  </a:lnTo>
                  <a:lnTo>
                    <a:pt x="188142" y="177343"/>
                  </a:lnTo>
                  <a:lnTo>
                    <a:pt x="187871" y="177693"/>
                  </a:lnTo>
                  <a:lnTo>
                    <a:pt x="188473" y="182114"/>
                  </a:lnTo>
                  <a:lnTo>
                    <a:pt x="189073" y="185505"/>
                  </a:lnTo>
                  <a:lnTo>
                    <a:pt x="189796" y="188189"/>
                  </a:lnTo>
                  <a:lnTo>
                    <a:pt x="190397" y="192117"/>
                  </a:lnTo>
                  <a:lnTo>
                    <a:pt x="190913" y="193794"/>
                  </a:lnTo>
                  <a:lnTo>
                    <a:pt x="193032" y="197969"/>
                  </a:lnTo>
                  <a:lnTo>
                    <a:pt x="193682" y="201460"/>
                  </a:lnTo>
                  <a:lnTo>
                    <a:pt x="194284" y="207961"/>
                  </a:lnTo>
                  <a:lnTo>
                    <a:pt x="195613" y="211591"/>
                  </a:lnTo>
                  <a:lnTo>
                    <a:pt x="196328" y="214382"/>
                  </a:lnTo>
                  <a:lnTo>
                    <a:pt x="197288" y="216749"/>
                  </a:lnTo>
                  <a:lnTo>
                    <a:pt x="197913" y="219988"/>
                  </a:lnTo>
                  <a:lnTo>
                    <a:pt x="198799" y="222486"/>
                  </a:lnTo>
                  <a:lnTo>
                    <a:pt x="199258" y="223112"/>
                  </a:lnTo>
                  <a:lnTo>
                    <a:pt x="199950" y="223369"/>
                  </a:lnTo>
                  <a:lnTo>
                    <a:pt x="200810" y="223386"/>
                  </a:lnTo>
                  <a:lnTo>
                    <a:pt x="201842" y="222734"/>
                  </a:lnTo>
                  <a:lnTo>
                    <a:pt x="202938" y="222128"/>
                  </a:lnTo>
                  <a:lnTo>
                    <a:pt x="203797" y="223395"/>
                  </a:lnTo>
                  <a:lnTo>
                    <a:pt x="204684" y="223204"/>
                  </a:lnTo>
                  <a:lnTo>
                    <a:pt x="204771" y="224382"/>
                  </a:lnTo>
                  <a:lnTo>
                    <a:pt x="204181" y="225979"/>
                  </a:lnTo>
                  <a:lnTo>
                    <a:pt x="203449" y="230013"/>
                  </a:lnTo>
                  <a:lnTo>
                    <a:pt x="204489" y="230649"/>
                  </a:lnTo>
                  <a:lnTo>
                    <a:pt x="205483" y="230964"/>
                  </a:lnTo>
                  <a:lnTo>
                    <a:pt x="206190" y="231610"/>
                  </a:lnTo>
                  <a:lnTo>
                    <a:pt x="206599" y="231615"/>
                  </a:lnTo>
                  <a:lnTo>
                    <a:pt x="206599" y="232450"/>
                  </a:lnTo>
                  <a:lnTo>
                    <a:pt x="206645" y="236279"/>
                  </a:lnTo>
                  <a:lnTo>
                    <a:pt x="206894" y="237741"/>
                  </a:lnTo>
                  <a:lnTo>
                    <a:pt x="207342" y="239037"/>
                  </a:lnTo>
                  <a:lnTo>
                    <a:pt x="208013" y="240971"/>
                  </a:lnTo>
                  <a:lnTo>
                    <a:pt x="208683" y="242908"/>
                  </a:lnTo>
                  <a:lnTo>
                    <a:pt x="209353" y="244844"/>
                  </a:lnTo>
                  <a:lnTo>
                    <a:pt x="210024" y="246779"/>
                  </a:lnTo>
                  <a:lnTo>
                    <a:pt x="210694" y="248714"/>
                  </a:lnTo>
                  <a:lnTo>
                    <a:pt x="211366" y="250650"/>
                  </a:lnTo>
                  <a:lnTo>
                    <a:pt x="212036" y="252586"/>
                  </a:lnTo>
                  <a:lnTo>
                    <a:pt x="212706" y="254521"/>
                  </a:lnTo>
                  <a:lnTo>
                    <a:pt x="213377" y="256457"/>
                  </a:lnTo>
                  <a:lnTo>
                    <a:pt x="214047" y="258392"/>
                  </a:lnTo>
                  <a:lnTo>
                    <a:pt x="214718" y="260328"/>
                  </a:lnTo>
                  <a:lnTo>
                    <a:pt x="215388" y="262263"/>
                  </a:lnTo>
                  <a:lnTo>
                    <a:pt x="216058" y="264198"/>
                  </a:lnTo>
                  <a:lnTo>
                    <a:pt x="216730" y="266134"/>
                  </a:lnTo>
                  <a:lnTo>
                    <a:pt x="217400" y="268070"/>
                  </a:lnTo>
                  <a:lnTo>
                    <a:pt x="218070" y="270005"/>
                  </a:lnTo>
                  <a:lnTo>
                    <a:pt x="218624" y="271605"/>
                  </a:lnTo>
                  <a:lnTo>
                    <a:pt x="219649" y="271910"/>
                  </a:lnTo>
                  <a:lnTo>
                    <a:pt x="219975" y="272005"/>
                  </a:lnTo>
                  <a:lnTo>
                    <a:pt x="220897" y="272279"/>
                  </a:lnTo>
                  <a:lnTo>
                    <a:pt x="222332" y="272705"/>
                  </a:lnTo>
                  <a:lnTo>
                    <a:pt x="224192" y="273255"/>
                  </a:lnTo>
                  <a:lnTo>
                    <a:pt x="226391" y="273907"/>
                  </a:lnTo>
                  <a:lnTo>
                    <a:pt x="228849" y="274634"/>
                  </a:lnTo>
                  <a:lnTo>
                    <a:pt x="231476" y="275412"/>
                  </a:lnTo>
                  <a:lnTo>
                    <a:pt x="234188" y="276215"/>
                  </a:lnTo>
                  <a:lnTo>
                    <a:pt x="236899" y="277017"/>
                  </a:lnTo>
                  <a:lnTo>
                    <a:pt x="239526" y="277795"/>
                  </a:lnTo>
                  <a:lnTo>
                    <a:pt x="241982" y="278522"/>
                  </a:lnTo>
                  <a:lnTo>
                    <a:pt x="244183" y="279174"/>
                  </a:lnTo>
                  <a:lnTo>
                    <a:pt x="246043" y="279726"/>
                  </a:lnTo>
                  <a:lnTo>
                    <a:pt x="247476" y="280150"/>
                  </a:lnTo>
                  <a:lnTo>
                    <a:pt x="248400" y="280424"/>
                  </a:lnTo>
                  <a:lnTo>
                    <a:pt x="248726" y="280519"/>
                  </a:lnTo>
                  <a:lnTo>
                    <a:pt x="249692" y="280805"/>
                  </a:lnTo>
                  <a:lnTo>
                    <a:pt x="249877" y="280733"/>
                  </a:lnTo>
                  <a:lnTo>
                    <a:pt x="250686" y="278364"/>
                  </a:lnTo>
                  <a:lnTo>
                    <a:pt x="251581" y="281708"/>
                  </a:lnTo>
                  <a:lnTo>
                    <a:pt x="252322" y="284486"/>
                  </a:lnTo>
                  <a:lnTo>
                    <a:pt x="253342" y="288300"/>
                  </a:lnTo>
                  <a:lnTo>
                    <a:pt x="254427" y="292353"/>
                  </a:lnTo>
                  <a:lnTo>
                    <a:pt x="255462" y="296229"/>
                  </a:lnTo>
                  <a:lnTo>
                    <a:pt x="256233" y="299114"/>
                  </a:lnTo>
                  <a:lnTo>
                    <a:pt x="255824" y="302113"/>
                  </a:lnTo>
                  <a:lnTo>
                    <a:pt x="255378" y="305383"/>
                  </a:lnTo>
                  <a:lnTo>
                    <a:pt x="254931" y="308654"/>
                  </a:lnTo>
                  <a:lnTo>
                    <a:pt x="254485" y="311925"/>
                  </a:lnTo>
                  <a:lnTo>
                    <a:pt x="254039" y="315196"/>
                  </a:lnTo>
                  <a:lnTo>
                    <a:pt x="253592" y="318467"/>
                  </a:lnTo>
                  <a:lnTo>
                    <a:pt x="253146" y="321738"/>
                  </a:lnTo>
                  <a:lnTo>
                    <a:pt x="252700" y="325009"/>
                  </a:lnTo>
                  <a:lnTo>
                    <a:pt x="252253" y="328281"/>
                  </a:lnTo>
                  <a:lnTo>
                    <a:pt x="251808" y="331552"/>
                  </a:lnTo>
                  <a:lnTo>
                    <a:pt x="251361" y="334823"/>
                  </a:lnTo>
                  <a:lnTo>
                    <a:pt x="250914" y="338094"/>
                  </a:lnTo>
                  <a:lnTo>
                    <a:pt x="250469" y="341365"/>
                  </a:lnTo>
                  <a:lnTo>
                    <a:pt x="250023" y="344635"/>
                  </a:lnTo>
                  <a:lnTo>
                    <a:pt x="249576" y="347906"/>
                  </a:lnTo>
                  <a:lnTo>
                    <a:pt x="249130" y="351177"/>
                  </a:lnTo>
                  <a:lnTo>
                    <a:pt x="248683" y="354448"/>
                  </a:lnTo>
                  <a:lnTo>
                    <a:pt x="248145" y="358387"/>
                  </a:lnTo>
                  <a:lnTo>
                    <a:pt x="246850" y="359434"/>
                  </a:lnTo>
                  <a:lnTo>
                    <a:pt x="244753" y="361130"/>
                  </a:lnTo>
                  <a:lnTo>
                    <a:pt x="242657" y="362824"/>
                  </a:lnTo>
                  <a:lnTo>
                    <a:pt x="240560" y="364518"/>
                  </a:lnTo>
                  <a:lnTo>
                    <a:pt x="238464" y="366211"/>
                  </a:lnTo>
                  <a:lnTo>
                    <a:pt x="236367" y="367905"/>
                  </a:lnTo>
                  <a:lnTo>
                    <a:pt x="234270" y="369599"/>
                  </a:lnTo>
                  <a:lnTo>
                    <a:pt x="232174" y="371294"/>
                  </a:lnTo>
                  <a:lnTo>
                    <a:pt x="230077" y="372988"/>
                  </a:lnTo>
                  <a:lnTo>
                    <a:pt x="227981" y="374682"/>
                  </a:lnTo>
                  <a:lnTo>
                    <a:pt x="225884" y="376376"/>
                  </a:lnTo>
                  <a:lnTo>
                    <a:pt x="223787" y="378071"/>
                  </a:lnTo>
                  <a:lnTo>
                    <a:pt x="221691" y="379765"/>
                  </a:lnTo>
                  <a:lnTo>
                    <a:pt x="219594" y="381459"/>
                  </a:lnTo>
                  <a:lnTo>
                    <a:pt x="217498" y="383153"/>
                  </a:lnTo>
                  <a:lnTo>
                    <a:pt x="215401" y="384847"/>
                  </a:lnTo>
                  <a:lnTo>
                    <a:pt x="213304" y="386541"/>
                  </a:lnTo>
                  <a:lnTo>
                    <a:pt x="211587" y="387930"/>
                  </a:lnTo>
                  <a:lnTo>
                    <a:pt x="208727" y="388864"/>
                  </a:lnTo>
                  <a:lnTo>
                    <a:pt x="205948" y="389770"/>
                  </a:lnTo>
                  <a:lnTo>
                    <a:pt x="202821" y="390790"/>
                  </a:lnTo>
                  <a:lnTo>
                    <a:pt x="199063" y="392016"/>
                  </a:lnTo>
                  <a:lnTo>
                    <a:pt x="196116" y="392979"/>
                  </a:lnTo>
                  <a:lnTo>
                    <a:pt x="191815" y="394383"/>
                  </a:lnTo>
                  <a:lnTo>
                    <a:pt x="187960" y="395639"/>
                  </a:lnTo>
                  <a:lnTo>
                    <a:pt x="184342" y="396820"/>
                  </a:lnTo>
                  <a:lnTo>
                    <a:pt x="180723" y="398001"/>
                  </a:lnTo>
                  <a:lnTo>
                    <a:pt x="177642" y="399005"/>
                  </a:lnTo>
                  <a:lnTo>
                    <a:pt x="175810" y="400174"/>
                  </a:lnTo>
                  <a:lnTo>
                    <a:pt x="173651" y="402732"/>
                  </a:lnTo>
                  <a:lnTo>
                    <a:pt x="170337" y="406657"/>
                  </a:lnTo>
                  <a:lnTo>
                    <a:pt x="166960" y="410656"/>
                  </a:lnTo>
                  <a:lnTo>
                    <a:pt x="165209" y="412728"/>
                  </a:lnTo>
                  <a:lnTo>
                    <a:pt x="163375" y="418046"/>
                  </a:lnTo>
                  <a:lnTo>
                    <a:pt x="162446" y="420739"/>
                  </a:lnTo>
                  <a:lnTo>
                    <a:pt x="160768" y="425607"/>
                  </a:lnTo>
                  <a:lnTo>
                    <a:pt x="159500" y="429279"/>
                  </a:lnTo>
                  <a:lnTo>
                    <a:pt x="157987" y="433666"/>
                  </a:lnTo>
                  <a:lnTo>
                    <a:pt x="157326" y="437574"/>
                  </a:lnTo>
                  <a:lnTo>
                    <a:pt x="156308" y="443609"/>
                  </a:lnTo>
                  <a:lnTo>
                    <a:pt x="155428" y="445130"/>
                  </a:lnTo>
                  <a:lnTo>
                    <a:pt x="153986" y="447093"/>
                  </a:lnTo>
                  <a:lnTo>
                    <a:pt x="152673" y="448490"/>
                  </a:lnTo>
                  <a:lnTo>
                    <a:pt x="150627" y="448289"/>
                  </a:lnTo>
                  <a:lnTo>
                    <a:pt x="149461" y="444580"/>
                  </a:lnTo>
                  <a:lnTo>
                    <a:pt x="148224" y="440647"/>
                  </a:lnTo>
                  <a:lnTo>
                    <a:pt x="147604" y="439067"/>
                  </a:lnTo>
                  <a:lnTo>
                    <a:pt x="147048" y="438979"/>
                  </a:lnTo>
                  <a:lnTo>
                    <a:pt x="144994" y="439478"/>
                  </a:lnTo>
                  <a:lnTo>
                    <a:pt x="142518" y="440080"/>
                  </a:lnTo>
                  <a:lnTo>
                    <a:pt x="139599" y="439433"/>
                  </a:lnTo>
                  <a:lnTo>
                    <a:pt x="136231" y="438687"/>
                  </a:lnTo>
                  <a:lnTo>
                    <a:pt x="133073" y="437989"/>
                  </a:lnTo>
                  <a:lnTo>
                    <a:pt x="131504" y="437465"/>
                  </a:lnTo>
                  <a:lnTo>
                    <a:pt x="129433" y="434912"/>
                  </a:lnTo>
                  <a:lnTo>
                    <a:pt x="128898" y="434404"/>
                  </a:lnTo>
                  <a:lnTo>
                    <a:pt x="128353" y="434284"/>
                  </a:lnTo>
                  <a:lnTo>
                    <a:pt x="125897" y="434220"/>
                  </a:lnTo>
                  <a:lnTo>
                    <a:pt x="123463" y="434158"/>
                  </a:lnTo>
                  <a:lnTo>
                    <a:pt x="121022" y="434966"/>
                  </a:lnTo>
                  <a:lnTo>
                    <a:pt x="118684" y="434671"/>
                  </a:lnTo>
                  <a:lnTo>
                    <a:pt x="116262" y="435138"/>
                  </a:lnTo>
                  <a:lnTo>
                    <a:pt x="115409" y="436113"/>
                  </a:lnTo>
                  <a:lnTo>
                    <a:pt x="114462" y="436056"/>
                  </a:lnTo>
                  <a:lnTo>
                    <a:pt x="113870" y="436917"/>
                  </a:lnTo>
                  <a:lnTo>
                    <a:pt x="113350" y="437320"/>
                  </a:lnTo>
                  <a:lnTo>
                    <a:pt x="112734" y="436584"/>
                  </a:lnTo>
                  <a:lnTo>
                    <a:pt x="111977" y="436745"/>
                  </a:lnTo>
                  <a:lnTo>
                    <a:pt x="110864" y="436113"/>
                  </a:lnTo>
                  <a:lnTo>
                    <a:pt x="110138" y="434448"/>
                  </a:lnTo>
                  <a:lnTo>
                    <a:pt x="109454" y="432984"/>
                  </a:lnTo>
                  <a:lnTo>
                    <a:pt x="108747" y="432177"/>
                  </a:lnTo>
                  <a:lnTo>
                    <a:pt x="107954" y="431670"/>
                  </a:lnTo>
                  <a:lnTo>
                    <a:pt x="107268" y="431659"/>
                  </a:lnTo>
                  <a:lnTo>
                    <a:pt x="106392" y="432552"/>
                  </a:lnTo>
                  <a:lnTo>
                    <a:pt x="105857" y="433417"/>
                  </a:lnTo>
                  <a:lnTo>
                    <a:pt x="104501" y="436295"/>
                  </a:lnTo>
                  <a:lnTo>
                    <a:pt x="104445" y="437320"/>
                  </a:lnTo>
                  <a:lnTo>
                    <a:pt x="105062" y="439041"/>
                  </a:lnTo>
                  <a:lnTo>
                    <a:pt x="104873" y="439845"/>
                  </a:lnTo>
                  <a:lnTo>
                    <a:pt x="104075" y="440856"/>
                  </a:lnTo>
                  <a:lnTo>
                    <a:pt x="103831" y="443576"/>
                  </a:lnTo>
                  <a:lnTo>
                    <a:pt x="103712" y="445069"/>
                  </a:lnTo>
                  <a:lnTo>
                    <a:pt x="103594" y="448628"/>
                  </a:lnTo>
                  <a:lnTo>
                    <a:pt x="103949" y="451442"/>
                  </a:lnTo>
                  <a:lnTo>
                    <a:pt x="104423" y="452475"/>
                  </a:lnTo>
                  <a:lnTo>
                    <a:pt x="104445" y="453681"/>
                  </a:lnTo>
                  <a:lnTo>
                    <a:pt x="104186" y="456092"/>
                  </a:lnTo>
                  <a:lnTo>
                    <a:pt x="103452" y="456838"/>
                  </a:lnTo>
                  <a:lnTo>
                    <a:pt x="102915" y="459129"/>
                  </a:lnTo>
                  <a:lnTo>
                    <a:pt x="102584" y="460200"/>
                  </a:lnTo>
                  <a:lnTo>
                    <a:pt x="102008" y="461421"/>
                  </a:lnTo>
                  <a:lnTo>
                    <a:pt x="99729" y="465478"/>
                  </a:lnTo>
                  <a:lnTo>
                    <a:pt x="99613" y="463120"/>
                  </a:lnTo>
                  <a:lnTo>
                    <a:pt x="98892" y="459626"/>
                  </a:lnTo>
                  <a:lnTo>
                    <a:pt x="98840" y="457158"/>
                  </a:lnTo>
                  <a:lnTo>
                    <a:pt x="98504" y="454687"/>
                  </a:lnTo>
                  <a:lnTo>
                    <a:pt x="97878" y="452784"/>
                  </a:lnTo>
                  <a:lnTo>
                    <a:pt x="96726" y="450801"/>
                  </a:lnTo>
                  <a:lnTo>
                    <a:pt x="96619" y="448106"/>
                  </a:lnTo>
                  <a:lnTo>
                    <a:pt x="95776" y="445441"/>
                  </a:lnTo>
                  <a:lnTo>
                    <a:pt x="94659" y="443296"/>
                  </a:lnTo>
                  <a:lnTo>
                    <a:pt x="94039" y="439331"/>
                  </a:lnTo>
                  <a:lnTo>
                    <a:pt x="93570" y="434062"/>
                  </a:lnTo>
                  <a:lnTo>
                    <a:pt x="90624" y="427136"/>
                  </a:lnTo>
                  <a:lnTo>
                    <a:pt x="86941" y="420742"/>
                  </a:lnTo>
                  <a:lnTo>
                    <a:pt x="85819" y="417139"/>
                  </a:lnTo>
                  <a:lnTo>
                    <a:pt x="83987" y="409798"/>
                  </a:lnTo>
                  <a:lnTo>
                    <a:pt x="83062" y="403996"/>
                  </a:lnTo>
                  <a:lnTo>
                    <a:pt x="80597" y="397319"/>
                  </a:lnTo>
                  <a:lnTo>
                    <a:pt x="80491" y="394753"/>
                  </a:lnTo>
                  <a:lnTo>
                    <a:pt x="80126" y="391622"/>
                  </a:lnTo>
                  <a:lnTo>
                    <a:pt x="79557" y="388139"/>
                  </a:lnTo>
                  <a:lnTo>
                    <a:pt x="79214" y="385388"/>
                  </a:lnTo>
                  <a:lnTo>
                    <a:pt x="76743" y="373333"/>
                  </a:lnTo>
                  <a:lnTo>
                    <a:pt x="75946" y="371409"/>
                  </a:lnTo>
                  <a:lnTo>
                    <a:pt x="75260" y="368716"/>
                  </a:lnTo>
                  <a:lnTo>
                    <a:pt x="75083" y="366633"/>
                  </a:lnTo>
                  <a:lnTo>
                    <a:pt x="74865" y="365493"/>
                  </a:lnTo>
                  <a:lnTo>
                    <a:pt x="73119" y="363516"/>
                  </a:lnTo>
                  <a:lnTo>
                    <a:pt x="71490" y="358461"/>
                  </a:lnTo>
                  <a:lnTo>
                    <a:pt x="66596" y="350410"/>
                  </a:lnTo>
                  <a:lnTo>
                    <a:pt x="64200" y="349610"/>
                  </a:lnTo>
                  <a:lnTo>
                    <a:pt x="62302" y="346733"/>
                  </a:lnTo>
                  <a:lnTo>
                    <a:pt x="60905" y="342970"/>
                  </a:lnTo>
                  <a:lnTo>
                    <a:pt x="59412" y="336489"/>
                  </a:lnTo>
                  <a:lnTo>
                    <a:pt x="56790" y="329487"/>
                  </a:lnTo>
                  <a:lnTo>
                    <a:pt x="54566" y="319548"/>
                  </a:lnTo>
                  <a:lnTo>
                    <a:pt x="55262" y="315930"/>
                  </a:lnTo>
                  <a:lnTo>
                    <a:pt x="55218" y="313382"/>
                  </a:lnTo>
                  <a:lnTo>
                    <a:pt x="54535" y="309099"/>
                  </a:lnTo>
                  <a:lnTo>
                    <a:pt x="53789" y="305789"/>
                  </a:lnTo>
                  <a:lnTo>
                    <a:pt x="53278" y="302664"/>
                  </a:lnTo>
                  <a:lnTo>
                    <a:pt x="53684" y="298181"/>
                  </a:lnTo>
                  <a:lnTo>
                    <a:pt x="53840" y="293160"/>
                  </a:lnTo>
                  <a:lnTo>
                    <a:pt x="54278" y="290492"/>
                  </a:lnTo>
                  <a:lnTo>
                    <a:pt x="54594" y="287563"/>
                  </a:lnTo>
                  <a:lnTo>
                    <a:pt x="54181" y="281671"/>
                  </a:lnTo>
                  <a:lnTo>
                    <a:pt x="53442" y="278515"/>
                  </a:lnTo>
                  <a:lnTo>
                    <a:pt x="53516" y="276414"/>
                  </a:lnTo>
                  <a:lnTo>
                    <a:pt x="52679" y="275388"/>
                  </a:lnTo>
                  <a:lnTo>
                    <a:pt x="51999" y="273106"/>
                  </a:lnTo>
                  <a:lnTo>
                    <a:pt x="52708" y="273112"/>
                  </a:lnTo>
                  <a:lnTo>
                    <a:pt x="51421" y="269943"/>
                  </a:lnTo>
                  <a:lnTo>
                    <a:pt x="50950" y="268184"/>
                  </a:lnTo>
                  <a:lnTo>
                    <a:pt x="50465" y="263879"/>
                  </a:lnTo>
                  <a:lnTo>
                    <a:pt x="49843" y="260592"/>
                  </a:lnTo>
                  <a:lnTo>
                    <a:pt x="47847" y="253134"/>
                  </a:lnTo>
                  <a:lnTo>
                    <a:pt x="46895" y="248585"/>
                  </a:lnTo>
                  <a:lnTo>
                    <a:pt x="44759" y="242701"/>
                  </a:lnTo>
                  <a:lnTo>
                    <a:pt x="42441" y="238357"/>
                  </a:lnTo>
                  <a:lnTo>
                    <a:pt x="40968" y="236390"/>
                  </a:lnTo>
                  <a:lnTo>
                    <a:pt x="40260" y="234593"/>
                  </a:lnTo>
                  <a:lnTo>
                    <a:pt x="39057" y="234531"/>
                  </a:lnTo>
                  <a:lnTo>
                    <a:pt x="37745" y="231962"/>
                  </a:lnTo>
                  <a:lnTo>
                    <a:pt x="36829" y="231864"/>
                  </a:lnTo>
                  <a:lnTo>
                    <a:pt x="35670" y="231453"/>
                  </a:lnTo>
                  <a:lnTo>
                    <a:pt x="34303" y="226507"/>
                  </a:lnTo>
                  <a:lnTo>
                    <a:pt x="33176" y="221874"/>
                  </a:lnTo>
                  <a:lnTo>
                    <a:pt x="31255" y="215840"/>
                  </a:lnTo>
                  <a:lnTo>
                    <a:pt x="31737" y="214265"/>
                  </a:lnTo>
                  <a:lnTo>
                    <a:pt x="32297" y="211702"/>
                  </a:lnTo>
                  <a:lnTo>
                    <a:pt x="32018" y="208352"/>
                  </a:lnTo>
                  <a:lnTo>
                    <a:pt x="31712" y="206069"/>
                  </a:lnTo>
                  <a:lnTo>
                    <a:pt x="30865" y="201920"/>
                  </a:lnTo>
                  <a:lnTo>
                    <a:pt x="28085" y="191576"/>
                  </a:lnTo>
                  <a:lnTo>
                    <a:pt x="27347" y="190060"/>
                  </a:lnTo>
                  <a:lnTo>
                    <a:pt x="26159" y="188321"/>
                  </a:lnTo>
                  <a:lnTo>
                    <a:pt x="25426" y="183843"/>
                  </a:lnTo>
                  <a:lnTo>
                    <a:pt x="25093" y="179825"/>
                  </a:lnTo>
                  <a:lnTo>
                    <a:pt x="23186" y="177874"/>
                  </a:lnTo>
                  <a:lnTo>
                    <a:pt x="19906" y="163398"/>
                  </a:lnTo>
                  <a:lnTo>
                    <a:pt x="18007" y="158344"/>
                  </a:lnTo>
                  <a:lnTo>
                    <a:pt x="17254" y="154940"/>
                  </a:lnTo>
                  <a:lnTo>
                    <a:pt x="15056" y="149342"/>
                  </a:lnTo>
                  <a:lnTo>
                    <a:pt x="13976" y="143777"/>
                  </a:lnTo>
                  <a:lnTo>
                    <a:pt x="11762" y="138645"/>
                  </a:lnTo>
                  <a:lnTo>
                    <a:pt x="9842" y="129741"/>
                  </a:lnTo>
                  <a:lnTo>
                    <a:pt x="6876" y="120845"/>
                  </a:lnTo>
                  <a:lnTo>
                    <a:pt x="5631" y="119304"/>
                  </a:lnTo>
                  <a:lnTo>
                    <a:pt x="2575" y="118666"/>
                  </a:lnTo>
                  <a:lnTo>
                    <a:pt x="1290" y="118014"/>
                  </a:lnTo>
                  <a:lnTo>
                    <a:pt x="107" y="119969"/>
                  </a:lnTo>
                  <a:lnTo>
                    <a:pt x="0" y="117492"/>
                  </a:lnTo>
                  <a:lnTo>
                    <a:pt x="817" y="114071"/>
                  </a:lnTo>
                  <a:lnTo>
                    <a:pt x="1994" y="106884"/>
                  </a:lnTo>
                  <a:lnTo>
                    <a:pt x="2229" y="100585"/>
                  </a:lnTo>
                  <a:lnTo>
                    <a:pt x="4077" y="81880"/>
                  </a:lnTo>
                  <a:lnTo>
                    <a:pt x="6673" y="82842"/>
                  </a:lnTo>
                  <a:lnTo>
                    <a:pt x="8810" y="83636"/>
                  </a:lnTo>
                  <a:lnTo>
                    <a:pt x="11932" y="84794"/>
                  </a:lnTo>
                  <a:lnTo>
                    <a:pt x="15162" y="85995"/>
                  </a:lnTo>
                  <a:lnTo>
                    <a:pt x="17052" y="86697"/>
                  </a:lnTo>
                  <a:lnTo>
                    <a:pt x="17698" y="86400"/>
                  </a:lnTo>
                  <a:lnTo>
                    <a:pt x="20311" y="81825"/>
                  </a:lnTo>
                  <a:lnTo>
                    <a:pt x="22666" y="77696"/>
                  </a:lnTo>
                  <a:lnTo>
                    <a:pt x="24076" y="72643"/>
                  </a:lnTo>
                  <a:lnTo>
                    <a:pt x="25443" y="67752"/>
                  </a:lnTo>
                  <a:lnTo>
                    <a:pt x="26069" y="66736"/>
                  </a:lnTo>
                  <a:lnTo>
                    <a:pt x="28162" y="65818"/>
                  </a:lnTo>
                  <a:lnTo>
                    <a:pt x="31482" y="64364"/>
                  </a:lnTo>
                  <a:lnTo>
                    <a:pt x="34770" y="62922"/>
                  </a:lnTo>
                  <a:lnTo>
                    <a:pt x="35032" y="62431"/>
                  </a:lnTo>
                  <a:lnTo>
                    <a:pt x="35798" y="58505"/>
                  </a:lnTo>
                  <a:lnTo>
                    <a:pt x="36773" y="53520"/>
                  </a:lnTo>
                  <a:lnTo>
                    <a:pt x="36972" y="52997"/>
                  </a:lnTo>
                  <a:lnTo>
                    <a:pt x="37213" y="52489"/>
                  </a:lnTo>
                  <a:lnTo>
                    <a:pt x="39567" y="49698"/>
                  </a:lnTo>
                  <a:lnTo>
                    <a:pt x="40996" y="48002"/>
                  </a:lnTo>
                  <a:lnTo>
                    <a:pt x="38959" y="43000"/>
                  </a:lnTo>
                  <a:lnTo>
                    <a:pt x="37040" y="38282"/>
                  </a:lnTo>
                  <a:lnTo>
                    <a:pt x="34889" y="32998"/>
                  </a:lnTo>
                  <a:lnTo>
                    <a:pt x="33067" y="28889"/>
                  </a:lnTo>
                  <a:lnTo>
                    <a:pt x="30334" y="22733"/>
                  </a:lnTo>
                  <a:lnTo>
                    <a:pt x="28547" y="18704"/>
                  </a:lnTo>
                  <a:lnTo>
                    <a:pt x="31679" y="16795"/>
                  </a:lnTo>
                  <a:lnTo>
                    <a:pt x="35064" y="14734"/>
                  </a:lnTo>
                  <a:lnTo>
                    <a:pt x="38482" y="12652"/>
                  </a:lnTo>
                  <a:lnTo>
                    <a:pt x="42596" y="10145"/>
                  </a:lnTo>
                  <a:lnTo>
                    <a:pt x="45815" y="8186"/>
                  </a:lnTo>
                  <a:lnTo>
                    <a:pt x="50618" y="5260"/>
                  </a:lnTo>
                  <a:lnTo>
                    <a:pt x="52966" y="3829"/>
                  </a:lnTo>
                  <a:lnTo>
                    <a:pt x="53390" y="3458"/>
                  </a:lnTo>
                  <a:lnTo>
                    <a:pt x="55198" y="0"/>
                  </a:lnTo>
                  <a:lnTo>
                    <a:pt x="57919" y="968"/>
                  </a:lnTo>
                  <a:lnTo>
                    <a:pt x="62007" y="2422"/>
                  </a:lnTo>
                  <a:lnTo>
                    <a:pt x="65952" y="3826"/>
                  </a:lnTo>
                  <a:lnTo>
                    <a:pt x="70114" y="5482"/>
                  </a:lnTo>
                  <a:lnTo>
                    <a:pt x="71449" y="6830"/>
                  </a:lnTo>
                  <a:lnTo>
                    <a:pt x="75465" y="11792"/>
                  </a:lnTo>
                  <a:lnTo>
                    <a:pt x="78074" y="15015"/>
                  </a:lnTo>
                  <a:lnTo>
                    <a:pt x="81121" y="18778"/>
                  </a:lnTo>
                  <a:lnTo>
                    <a:pt x="84930" y="23484"/>
                  </a:lnTo>
                  <a:lnTo>
                    <a:pt x="87546" y="26716"/>
                  </a:lnTo>
                  <a:lnTo>
                    <a:pt x="90894" y="30853"/>
                  </a:lnTo>
                  <a:lnTo>
                    <a:pt x="93504" y="35580"/>
                  </a:lnTo>
                  <a:lnTo>
                    <a:pt x="96809" y="41567"/>
                  </a:lnTo>
                  <a:lnTo>
                    <a:pt x="100440" y="48144"/>
                  </a:lnTo>
                  <a:lnTo>
                    <a:pt x="103431" y="53256"/>
                  </a:lnTo>
                  <a:lnTo>
                    <a:pt x="107547" y="60295"/>
                  </a:lnTo>
                  <a:lnTo>
                    <a:pt x="111604" y="67232"/>
                  </a:lnTo>
                  <a:lnTo>
                    <a:pt x="115576" y="74025"/>
                  </a:lnTo>
                  <a:lnTo>
                    <a:pt x="118758" y="79465"/>
                  </a:lnTo>
                  <a:lnTo>
                    <a:pt x="122781" y="86347"/>
                  </a:lnTo>
                  <a:lnTo>
                    <a:pt x="123094" y="86605"/>
                  </a:lnTo>
                  <a:lnTo>
                    <a:pt x="127162" y="87389"/>
                  </a:lnTo>
                  <a:lnTo>
                    <a:pt x="132629" y="88439"/>
                  </a:lnTo>
                  <a:lnTo>
                    <a:pt x="138123" y="89494"/>
                  </a:lnTo>
                  <a:lnTo>
                    <a:pt x="143080" y="90444"/>
                  </a:lnTo>
                  <a:close/>
                </a:path>
              </a:pathLst>
            </a:custGeom>
            <a:solidFill>
              <a:srgbClr val="C3DDB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0" name="pg1349"/>
            <p:cNvSpPr/>
            <p:nvPr/>
          </p:nvSpPr>
          <p:spPr>
            <a:xfrm>
              <a:off x="3599716" y="2978009"/>
              <a:ext cx="204552" cy="400000"/>
            </a:xfrm>
            <a:custGeom>
              <a:avLst/>
              <a:pathLst>
                <a:path w="204552" h="400000">
                  <a:moveTo>
                    <a:pt x="183369" y="6078"/>
                  </a:moveTo>
                  <a:lnTo>
                    <a:pt x="183506" y="12813"/>
                  </a:lnTo>
                  <a:lnTo>
                    <a:pt x="184047" y="18199"/>
                  </a:lnTo>
                  <a:lnTo>
                    <a:pt x="185926" y="25897"/>
                  </a:lnTo>
                  <a:lnTo>
                    <a:pt x="187517" y="30039"/>
                  </a:lnTo>
                  <a:lnTo>
                    <a:pt x="188088" y="32323"/>
                  </a:lnTo>
                  <a:lnTo>
                    <a:pt x="188144" y="33384"/>
                  </a:lnTo>
                  <a:lnTo>
                    <a:pt x="188072" y="34366"/>
                  </a:lnTo>
                  <a:lnTo>
                    <a:pt x="187587" y="33236"/>
                  </a:lnTo>
                  <a:lnTo>
                    <a:pt x="186772" y="32465"/>
                  </a:lnTo>
                  <a:lnTo>
                    <a:pt x="186657" y="36069"/>
                  </a:lnTo>
                  <a:lnTo>
                    <a:pt x="186848" y="38635"/>
                  </a:lnTo>
                  <a:lnTo>
                    <a:pt x="187041" y="43450"/>
                  </a:lnTo>
                  <a:lnTo>
                    <a:pt x="187710" y="48628"/>
                  </a:lnTo>
                  <a:lnTo>
                    <a:pt x="187227" y="53410"/>
                  </a:lnTo>
                  <a:lnTo>
                    <a:pt x="187291" y="61513"/>
                  </a:lnTo>
                  <a:lnTo>
                    <a:pt x="188137" y="71229"/>
                  </a:lnTo>
                  <a:lnTo>
                    <a:pt x="187965" y="77434"/>
                  </a:lnTo>
                  <a:lnTo>
                    <a:pt x="189343" y="91910"/>
                  </a:lnTo>
                  <a:lnTo>
                    <a:pt x="190681" y="99944"/>
                  </a:lnTo>
                  <a:lnTo>
                    <a:pt x="191416" y="101924"/>
                  </a:lnTo>
                  <a:lnTo>
                    <a:pt x="192242" y="102978"/>
                  </a:lnTo>
                  <a:lnTo>
                    <a:pt x="193831" y="103661"/>
                  </a:lnTo>
                  <a:lnTo>
                    <a:pt x="196172" y="107751"/>
                  </a:lnTo>
                  <a:lnTo>
                    <a:pt x="198026" y="112069"/>
                  </a:lnTo>
                  <a:lnTo>
                    <a:pt x="198686" y="114329"/>
                  </a:lnTo>
                  <a:lnTo>
                    <a:pt x="199583" y="116808"/>
                  </a:lnTo>
                  <a:lnTo>
                    <a:pt x="200197" y="116365"/>
                  </a:lnTo>
                  <a:lnTo>
                    <a:pt x="200574" y="115705"/>
                  </a:lnTo>
                  <a:lnTo>
                    <a:pt x="201181" y="117705"/>
                  </a:lnTo>
                  <a:lnTo>
                    <a:pt x="204120" y="122022"/>
                  </a:lnTo>
                  <a:lnTo>
                    <a:pt x="204552" y="124028"/>
                  </a:lnTo>
                  <a:lnTo>
                    <a:pt x="203496" y="125994"/>
                  </a:lnTo>
                  <a:lnTo>
                    <a:pt x="202273" y="129381"/>
                  </a:lnTo>
                  <a:lnTo>
                    <a:pt x="201964" y="130727"/>
                  </a:lnTo>
                  <a:lnTo>
                    <a:pt x="201823" y="131527"/>
                  </a:lnTo>
                  <a:lnTo>
                    <a:pt x="201679" y="132530"/>
                  </a:lnTo>
                  <a:lnTo>
                    <a:pt x="201357" y="133527"/>
                  </a:lnTo>
                  <a:lnTo>
                    <a:pt x="200656" y="134904"/>
                  </a:lnTo>
                  <a:lnTo>
                    <a:pt x="200382" y="135504"/>
                  </a:lnTo>
                  <a:lnTo>
                    <a:pt x="200214" y="136447"/>
                  </a:lnTo>
                  <a:lnTo>
                    <a:pt x="199794" y="137062"/>
                  </a:lnTo>
                  <a:lnTo>
                    <a:pt x="199337" y="137095"/>
                  </a:lnTo>
                  <a:lnTo>
                    <a:pt x="198934" y="137518"/>
                  </a:lnTo>
                  <a:lnTo>
                    <a:pt x="198330" y="138170"/>
                  </a:lnTo>
                  <a:lnTo>
                    <a:pt x="197432" y="137835"/>
                  </a:lnTo>
                  <a:lnTo>
                    <a:pt x="196516" y="138430"/>
                  </a:lnTo>
                  <a:lnTo>
                    <a:pt x="196180" y="139179"/>
                  </a:lnTo>
                  <a:lnTo>
                    <a:pt x="195454" y="139831"/>
                  </a:lnTo>
                  <a:lnTo>
                    <a:pt x="194727" y="139971"/>
                  </a:lnTo>
                  <a:lnTo>
                    <a:pt x="194472" y="140193"/>
                  </a:lnTo>
                  <a:lnTo>
                    <a:pt x="193785" y="141301"/>
                  </a:lnTo>
                  <a:lnTo>
                    <a:pt x="192941" y="142845"/>
                  </a:lnTo>
                  <a:lnTo>
                    <a:pt x="191956" y="143827"/>
                  </a:lnTo>
                  <a:lnTo>
                    <a:pt x="191609" y="144149"/>
                  </a:lnTo>
                  <a:lnTo>
                    <a:pt x="191154" y="145213"/>
                  </a:lnTo>
                  <a:lnTo>
                    <a:pt x="190457" y="150515"/>
                  </a:lnTo>
                  <a:lnTo>
                    <a:pt x="189946" y="151903"/>
                  </a:lnTo>
                  <a:lnTo>
                    <a:pt x="189086" y="152040"/>
                  </a:lnTo>
                  <a:lnTo>
                    <a:pt x="187969" y="152046"/>
                  </a:lnTo>
                  <a:lnTo>
                    <a:pt x="187003" y="152503"/>
                  </a:lnTo>
                  <a:lnTo>
                    <a:pt x="185687" y="151916"/>
                  </a:lnTo>
                  <a:lnTo>
                    <a:pt x="185046" y="151987"/>
                  </a:lnTo>
                  <a:lnTo>
                    <a:pt x="184879" y="153119"/>
                  </a:lnTo>
                  <a:lnTo>
                    <a:pt x="184642" y="157670"/>
                  </a:lnTo>
                  <a:lnTo>
                    <a:pt x="184677" y="159619"/>
                  </a:lnTo>
                  <a:lnTo>
                    <a:pt x="184154" y="161931"/>
                  </a:lnTo>
                  <a:lnTo>
                    <a:pt x="183569" y="164818"/>
                  </a:lnTo>
                  <a:lnTo>
                    <a:pt x="183785" y="169697"/>
                  </a:lnTo>
                  <a:lnTo>
                    <a:pt x="183886" y="174524"/>
                  </a:lnTo>
                  <a:lnTo>
                    <a:pt x="182815" y="181790"/>
                  </a:lnTo>
                  <a:lnTo>
                    <a:pt x="182664" y="183455"/>
                  </a:lnTo>
                  <a:lnTo>
                    <a:pt x="181579" y="189219"/>
                  </a:lnTo>
                  <a:lnTo>
                    <a:pt x="181027" y="191361"/>
                  </a:lnTo>
                  <a:lnTo>
                    <a:pt x="179648" y="202125"/>
                  </a:lnTo>
                  <a:lnTo>
                    <a:pt x="179109" y="205433"/>
                  </a:lnTo>
                  <a:lnTo>
                    <a:pt x="177951" y="208922"/>
                  </a:lnTo>
                  <a:lnTo>
                    <a:pt x="178211" y="214595"/>
                  </a:lnTo>
                  <a:lnTo>
                    <a:pt x="178487" y="220612"/>
                  </a:lnTo>
                  <a:lnTo>
                    <a:pt x="178749" y="226289"/>
                  </a:lnTo>
                  <a:lnTo>
                    <a:pt x="179140" y="234785"/>
                  </a:lnTo>
                  <a:lnTo>
                    <a:pt x="178160" y="242716"/>
                  </a:lnTo>
                  <a:lnTo>
                    <a:pt x="178198" y="247041"/>
                  </a:lnTo>
                  <a:lnTo>
                    <a:pt x="177510" y="253423"/>
                  </a:lnTo>
                  <a:lnTo>
                    <a:pt x="176970" y="256372"/>
                  </a:lnTo>
                  <a:lnTo>
                    <a:pt x="176489" y="258128"/>
                  </a:lnTo>
                  <a:lnTo>
                    <a:pt x="176083" y="259933"/>
                  </a:lnTo>
                  <a:lnTo>
                    <a:pt x="175336" y="263912"/>
                  </a:lnTo>
                  <a:lnTo>
                    <a:pt x="174702" y="269166"/>
                  </a:lnTo>
                  <a:lnTo>
                    <a:pt x="174421" y="274549"/>
                  </a:lnTo>
                  <a:lnTo>
                    <a:pt x="174399" y="277675"/>
                  </a:lnTo>
                  <a:lnTo>
                    <a:pt x="174275" y="279102"/>
                  </a:lnTo>
                  <a:lnTo>
                    <a:pt x="174060" y="280006"/>
                  </a:lnTo>
                  <a:lnTo>
                    <a:pt x="172599" y="280601"/>
                  </a:lnTo>
                  <a:lnTo>
                    <a:pt x="170563" y="281235"/>
                  </a:lnTo>
                  <a:lnTo>
                    <a:pt x="169466" y="281939"/>
                  </a:lnTo>
                  <a:lnTo>
                    <a:pt x="168731" y="283041"/>
                  </a:lnTo>
                  <a:lnTo>
                    <a:pt x="167827" y="285595"/>
                  </a:lnTo>
                  <a:lnTo>
                    <a:pt x="166042" y="292590"/>
                  </a:lnTo>
                  <a:lnTo>
                    <a:pt x="165105" y="296875"/>
                  </a:lnTo>
                  <a:lnTo>
                    <a:pt x="163639" y="302742"/>
                  </a:lnTo>
                  <a:lnTo>
                    <a:pt x="161931" y="306893"/>
                  </a:lnTo>
                  <a:lnTo>
                    <a:pt x="161571" y="308910"/>
                  </a:lnTo>
                  <a:lnTo>
                    <a:pt x="161290" y="312670"/>
                  </a:lnTo>
                  <a:lnTo>
                    <a:pt x="160659" y="318614"/>
                  </a:lnTo>
                  <a:lnTo>
                    <a:pt x="160084" y="322843"/>
                  </a:lnTo>
                  <a:lnTo>
                    <a:pt x="160186" y="326241"/>
                  </a:lnTo>
                  <a:lnTo>
                    <a:pt x="159647" y="332141"/>
                  </a:lnTo>
                  <a:lnTo>
                    <a:pt x="159727" y="335016"/>
                  </a:lnTo>
                  <a:lnTo>
                    <a:pt x="159128" y="336619"/>
                  </a:lnTo>
                  <a:lnTo>
                    <a:pt x="158323" y="338137"/>
                  </a:lnTo>
                  <a:lnTo>
                    <a:pt x="157775" y="338521"/>
                  </a:lnTo>
                  <a:lnTo>
                    <a:pt x="156602" y="336785"/>
                  </a:lnTo>
                  <a:lnTo>
                    <a:pt x="155709" y="335023"/>
                  </a:lnTo>
                  <a:lnTo>
                    <a:pt x="155345" y="334562"/>
                  </a:lnTo>
                  <a:lnTo>
                    <a:pt x="154566" y="335664"/>
                  </a:lnTo>
                  <a:lnTo>
                    <a:pt x="153633" y="337290"/>
                  </a:lnTo>
                  <a:lnTo>
                    <a:pt x="152567" y="341108"/>
                  </a:lnTo>
                  <a:lnTo>
                    <a:pt x="151735" y="344964"/>
                  </a:lnTo>
                  <a:lnTo>
                    <a:pt x="152212" y="353137"/>
                  </a:lnTo>
                  <a:lnTo>
                    <a:pt x="152168" y="354930"/>
                  </a:lnTo>
                  <a:lnTo>
                    <a:pt x="151928" y="356884"/>
                  </a:lnTo>
                  <a:lnTo>
                    <a:pt x="150633" y="362977"/>
                  </a:lnTo>
                  <a:lnTo>
                    <a:pt x="150314" y="364901"/>
                  </a:lnTo>
                  <a:lnTo>
                    <a:pt x="149842" y="368557"/>
                  </a:lnTo>
                  <a:lnTo>
                    <a:pt x="149342" y="374946"/>
                  </a:lnTo>
                  <a:lnTo>
                    <a:pt x="149311" y="376481"/>
                  </a:lnTo>
                  <a:lnTo>
                    <a:pt x="146972" y="376337"/>
                  </a:lnTo>
                  <a:lnTo>
                    <a:pt x="146939" y="376196"/>
                  </a:lnTo>
                  <a:lnTo>
                    <a:pt x="146898" y="376002"/>
                  </a:lnTo>
                  <a:lnTo>
                    <a:pt x="146809" y="375163"/>
                  </a:lnTo>
                  <a:lnTo>
                    <a:pt x="146764" y="373857"/>
                  </a:lnTo>
                  <a:lnTo>
                    <a:pt x="146840" y="371599"/>
                  </a:lnTo>
                  <a:lnTo>
                    <a:pt x="147095" y="368914"/>
                  </a:lnTo>
                  <a:lnTo>
                    <a:pt x="147878" y="365142"/>
                  </a:lnTo>
                  <a:lnTo>
                    <a:pt x="147918" y="364831"/>
                  </a:lnTo>
                  <a:lnTo>
                    <a:pt x="147928" y="364655"/>
                  </a:lnTo>
                  <a:lnTo>
                    <a:pt x="147928" y="364450"/>
                  </a:lnTo>
                  <a:lnTo>
                    <a:pt x="147855" y="363777"/>
                  </a:lnTo>
                  <a:lnTo>
                    <a:pt x="147765" y="363196"/>
                  </a:lnTo>
                  <a:lnTo>
                    <a:pt x="147719" y="362316"/>
                  </a:lnTo>
                  <a:lnTo>
                    <a:pt x="147855" y="360358"/>
                  </a:lnTo>
                  <a:lnTo>
                    <a:pt x="147868" y="359750"/>
                  </a:lnTo>
                  <a:lnTo>
                    <a:pt x="147849" y="358968"/>
                  </a:lnTo>
                  <a:lnTo>
                    <a:pt x="147789" y="358474"/>
                  </a:lnTo>
                  <a:lnTo>
                    <a:pt x="147242" y="355208"/>
                  </a:lnTo>
                  <a:lnTo>
                    <a:pt x="147061" y="354691"/>
                  </a:lnTo>
                  <a:lnTo>
                    <a:pt x="141783" y="344294"/>
                  </a:lnTo>
                  <a:lnTo>
                    <a:pt x="140818" y="341476"/>
                  </a:lnTo>
                  <a:lnTo>
                    <a:pt x="140714" y="341282"/>
                  </a:lnTo>
                  <a:lnTo>
                    <a:pt x="140584" y="341132"/>
                  </a:lnTo>
                  <a:lnTo>
                    <a:pt x="137904" y="338766"/>
                  </a:lnTo>
                  <a:lnTo>
                    <a:pt x="137773" y="338528"/>
                  </a:lnTo>
                  <a:lnTo>
                    <a:pt x="137790" y="338180"/>
                  </a:lnTo>
                  <a:lnTo>
                    <a:pt x="137873" y="337730"/>
                  </a:lnTo>
                  <a:lnTo>
                    <a:pt x="138196" y="336364"/>
                  </a:lnTo>
                  <a:lnTo>
                    <a:pt x="138241" y="336002"/>
                  </a:lnTo>
                  <a:lnTo>
                    <a:pt x="138286" y="335449"/>
                  </a:lnTo>
                  <a:lnTo>
                    <a:pt x="137078" y="313543"/>
                  </a:lnTo>
                  <a:lnTo>
                    <a:pt x="137082" y="313111"/>
                  </a:lnTo>
                  <a:lnTo>
                    <a:pt x="137137" y="312826"/>
                  </a:lnTo>
                  <a:lnTo>
                    <a:pt x="137182" y="312649"/>
                  </a:lnTo>
                  <a:lnTo>
                    <a:pt x="137341" y="312183"/>
                  </a:lnTo>
                  <a:lnTo>
                    <a:pt x="137481" y="311700"/>
                  </a:lnTo>
                  <a:lnTo>
                    <a:pt x="137640" y="310856"/>
                  </a:lnTo>
                  <a:lnTo>
                    <a:pt x="137680" y="310539"/>
                  </a:lnTo>
                  <a:lnTo>
                    <a:pt x="137847" y="306626"/>
                  </a:lnTo>
                  <a:lnTo>
                    <a:pt x="137834" y="303198"/>
                  </a:lnTo>
                  <a:lnTo>
                    <a:pt x="138541" y="297483"/>
                  </a:lnTo>
                  <a:lnTo>
                    <a:pt x="138617" y="295051"/>
                  </a:lnTo>
                  <a:lnTo>
                    <a:pt x="132763" y="295005"/>
                  </a:lnTo>
                  <a:lnTo>
                    <a:pt x="132758" y="295155"/>
                  </a:lnTo>
                  <a:lnTo>
                    <a:pt x="132773" y="295325"/>
                  </a:lnTo>
                  <a:lnTo>
                    <a:pt x="132782" y="295509"/>
                  </a:lnTo>
                  <a:lnTo>
                    <a:pt x="132777" y="295893"/>
                  </a:lnTo>
                  <a:lnTo>
                    <a:pt x="132731" y="296601"/>
                  </a:lnTo>
                  <a:lnTo>
                    <a:pt x="132719" y="296975"/>
                  </a:lnTo>
                  <a:lnTo>
                    <a:pt x="132725" y="297357"/>
                  </a:lnTo>
                  <a:lnTo>
                    <a:pt x="132813" y="298726"/>
                  </a:lnTo>
                  <a:lnTo>
                    <a:pt x="132966" y="299756"/>
                  </a:lnTo>
                  <a:lnTo>
                    <a:pt x="132991" y="300100"/>
                  </a:lnTo>
                  <a:lnTo>
                    <a:pt x="132998" y="300475"/>
                  </a:lnTo>
                  <a:lnTo>
                    <a:pt x="132979" y="301186"/>
                  </a:lnTo>
                  <a:lnTo>
                    <a:pt x="124882" y="301273"/>
                  </a:lnTo>
                  <a:lnTo>
                    <a:pt x="128088" y="309863"/>
                  </a:lnTo>
                  <a:lnTo>
                    <a:pt x="128126" y="310038"/>
                  </a:lnTo>
                  <a:lnTo>
                    <a:pt x="128182" y="310505"/>
                  </a:lnTo>
                  <a:lnTo>
                    <a:pt x="128204" y="310847"/>
                  </a:lnTo>
                  <a:lnTo>
                    <a:pt x="128265" y="313870"/>
                  </a:lnTo>
                  <a:lnTo>
                    <a:pt x="128093" y="318653"/>
                  </a:lnTo>
                  <a:lnTo>
                    <a:pt x="128131" y="321728"/>
                  </a:lnTo>
                  <a:lnTo>
                    <a:pt x="128318" y="323725"/>
                  </a:lnTo>
                  <a:lnTo>
                    <a:pt x="129185" y="327653"/>
                  </a:lnTo>
                  <a:lnTo>
                    <a:pt x="129129" y="328388"/>
                  </a:lnTo>
                  <a:lnTo>
                    <a:pt x="128926" y="329314"/>
                  </a:lnTo>
                  <a:lnTo>
                    <a:pt x="123184" y="340994"/>
                  </a:lnTo>
                  <a:lnTo>
                    <a:pt x="123025" y="341545"/>
                  </a:lnTo>
                  <a:lnTo>
                    <a:pt x="122225" y="346414"/>
                  </a:lnTo>
                  <a:lnTo>
                    <a:pt x="121466" y="349248"/>
                  </a:lnTo>
                  <a:lnTo>
                    <a:pt x="121128" y="350059"/>
                  </a:lnTo>
                  <a:lnTo>
                    <a:pt x="119795" y="354035"/>
                  </a:lnTo>
                  <a:lnTo>
                    <a:pt x="114555" y="366501"/>
                  </a:lnTo>
                  <a:lnTo>
                    <a:pt x="113696" y="367338"/>
                  </a:lnTo>
                  <a:lnTo>
                    <a:pt x="111086" y="367680"/>
                  </a:lnTo>
                  <a:lnTo>
                    <a:pt x="109706" y="367771"/>
                  </a:lnTo>
                  <a:lnTo>
                    <a:pt x="109549" y="367865"/>
                  </a:lnTo>
                  <a:lnTo>
                    <a:pt x="109314" y="368080"/>
                  </a:lnTo>
                  <a:lnTo>
                    <a:pt x="109170" y="368402"/>
                  </a:lnTo>
                  <a:lnTo>
                    <a:pt x="109000" y="368643"/>
                  </a:lnTo>
                  <a:lnTo>
                    <a:pt x="108832" y="368513"/>
                  </a:lnTo>
                  <a:lnTo>
                    <a:pt x="108637" y="368174"/>
                  </a:lnTo>
                  <a:lnTo>
                    <a:pt x="105411" y="361192"/>
                  </a:lnTo>
                  <a:lnTo>
                    <a:pt x="99663" y="352373"/>
                  </a:lnTo>
                  <a:lnTo>
                    <a:pt x="99113" y="353176"/>
                  </a:lnTo>
                  <a:lnTo>
                    <a:pt x="95861" y="356967"/>
                  </a:lnTo>
                  <a:lnTo>
                    <a:pt x="95190" y="357951"/>
                  </a:lnTo>
                  <a:lnTo>
                    <a:pt x="94818" y="358647"/>
                  </a:lnTo>
                  <a:lnTo>
                    <a:pt x="94799" y="362893"/>
                  </a:lnTo>
                  <a:lnTo>
                    <a:pt x="94233" y="365053"/>
                  </a:lnTo>
                  <a:lnTo>
                    <a:pt x="93206" y="367408"/>
                  </a:lnTo>
                  <a:lnTo>
                    <a:pt x="90393" y="368901"/>
                  </a:lnTo>
                  <a:lnTo>
                    <a:pt x="88930" y="370184"/>
                  </a:lnTo>
                  <a:lnTo>
                    <a:pt x="87434" y="372090"/>
                  </a:lnTo>
                  <a:lnTo>
                    <a:pt x="87190" y="372561"/>
                  </a:lnTo>
                  <a:lnTo>
                    <a:pt x="86614" y="373883"/>
                  </a:lnTo>
                  <a:lnTo>
                    <a:pt x="85483" y="376554"/>
                  </a:lnTo>
                  <a:lnTo>
                    <a:pt x="85360" y="378630"/>
                  </a:lnTo>
                  <a:lnTo>
                    <a:pt x="85544" y="380484"/>
                  </a:lnTo>
                  <a:lnTo>
                    <a:pt x="75848" y="380409"/>
                  </a:lnTo>
                  <a:lnTo>
                    <a:pt x="75207" y="378926"/>
                  </a:lnTo>
                  <a:lnTo>
                    <a:pt x="73800" y="372342"/>
                  </a:lnTo>
                  <a:lnTo>
                    <a:pt x="72812" y="372747"/>
                  </a:lnTo>
                  <a:lnTo>
                    <a:pt x="63969" y="371981"/>
                  </a:lnTo>
                  <a:lnTo>
                    <a:pt x="62705" y="372667"/>
                  </a:lnTo>
                  <a:lnTo>
                    <a:pt x="60179" y="375368"/>
                  </a:lnTo>
                  <a:lnTo>
                    <a:pt x="58905" y="375813"/>
                  </a:lnTo>
                  <a:lnTo>
                    <a:pt x="57597" y="374581"/>
                  </a:lnTo>
                  <a:lnTo>
                    <a:pt x="52944" y="361577"/>
                  </a:lnTo>
                  <a:lnTo>
                    <a:pt x="51938" y="360025"/>
                  </a:lnTo>
                  <a:lnTo>
                    <a:pt x="51573" y="359188"/>
                  </a:lnTo>
                  <a:lnTo>
                    <a:pt x="50885" y="356923"/>
                  </a:lnTo>
                  <a:lnTo>
                    <a:pt x="49892" y="355566"/>
                  </a:lnTo>
                  <a:lnTo>
                    <a:pt x="49555" y="354579"/>
                  </a:lnTo>
                  <a:lnTo>
                    <a:pt x="49449" y="353194"/>
                  </a:lnTo>
                  <a:lnTo>
                    <a:pt x="49479" y="350343"/>
                  </a:lnTo>
                  <a:lnTo>
                    <a:pt x="49149" y="348559"/>
                  </a:lnTo>
                  <a:lnTo>
                    <a:pt x="48416" y="348144"/>
                  </a:lnTo>
                  <a:lnTo>
                    <a:pt x="42166" y="351158"/>
                  </a:lnTo>
                  <a:lnTo>
                    <a:pt x="41271" y="350821"/>
                  </a:lnTo>
                  <a:lnTo>
                    <a:pt x="39958" y="351356"/>
                  </a:lnTo>
                  <a:lnTo>
                    <a:pt x="39507" y="351889"/>
                  </a:lnTo>
                  <a:lnTo>
                    <a:pt x="38978" y="353603"/>
                  </a:lnTo>
                  <a:lnTo>
                    <a:pt x="38871" y="355373"/>
                  </a:lnTo>
                  <a:lnTo>
                    <a:pt x="38888" y="357165"/>
                  </a:lnTo>
                  <a:lnTo>
                    <a:pt x="38726" y="358937"/>
                  </a:lnTo>
                  <a:lnTo>
                    <a:pt x="38250" y="360899"/>
                  </a:lnTo>
                  <a:lnTo>
                    <a:pt x="36468" y="365310"/>
                  </a:lnTo>
                  <a:lnTo>
                    <a:pt x="36073" y="367229"/>
                  </a:lnTo>
                  <a:lnTo>
                    <a:pt x="36158" y="372085"/>
                  </a:lnTo>
                  <a:lnTo>
                    <a:pt x="36041" y="374537"/>
                  </a:lnTo>
                  <a:lnTo>
                    <a:pt x="35770" y="375672"/>
                  </a:lnTo>
                  <a:lnTo>
                    <a:pt x="34994" y="377541"/>
                  </a:lnTo>
                  <a:lnTo>
                    <a:pt x="34713" y="378615"/>
                  </a:lnTo>
                  <a:lnTo>
                    <a:pt x="34582" y="380128"/>
                  </a:lnTo>
                  <a:lnTo>
                    <a:pt x="34539" y="383325"/>
                  </a:lnTo>
                  <a:lnTo>
                    <a:pt x="34401" y="384827"/>
                  </a:lnTo>
                  <a:lnTo>
                    <a:pt x="33429" y="388591"/>
                  </a:lnTo>
                  <a:lnTo>
                    <a:pt x="33199" y="389919"/>
                  </a:lnTo>
                  <a:lnTo>
                    <a:pt x="33143" y="392635"/>
                  </a:lnTo>
                  <a:lnTo>
                    <a:pt x="32986" y="393461"/>
                  </a:lnTo>
                  <a:lnTo>
                    <a:pt x="30162" y="395608"/>
                  </a:lnTo>
                  <a:lnTo>
                    <a:pt x="29106" y="396980"/>
                  </a:lnTo>
                  <a:lnTo>
                    <a:pt x="28459" y="399093"/>
                  </a:lnTo>
                  <a:lnTo>
                    <a:pt x="28299" y="400000"/>
                  </a:lnTo>
                  <a:lnTo>
                    <a:pt x="27090" y="399241"/>
                  </a:lnTo>
                  <a:lnTo>
                    <a:pt x="25552" y="398697"/>
                  </a:lnTo>
                  <a:lnTo>
                    <a:pt x="22595" y="398024"/>
                  </a:lnTo>
                  <a:lnTo>
                    <a:pt x="21424" y="397039"/>
                  </a:lnTo>
                  <a:lnTo>
                    <a:pt x="20864" y="395561"/>
                  </a:lnTo>
                  <a:lnTo>
                    <a:pt x="21041" y="391797"/>
                  </a:lnTo>
                  <a:lnTo>
                    <a:pt x="20751" y="390988"/>
                  </a:lnTo>
                  <a:lnTo>
                    <a:pt x="20276" y="390317"/>
                  </a:lnTo>
                  <a:lnTo>
                    <a:pt x="19956" y="388686"/>
                  </a:lnTo>
                  <a:lnTo>
                    <a:pt x="20023" y="386728"/>
                  </a:lnTo>
                  <a:lnTo>
                    <a:pt x="21581" y="382380"/>
                  </a:lnTo>
                  <a:lnTo>
                    <a:pt x="21904" y="380054"/>
                  </a:lnTo>
                  <a:lnTo>
                    <a:pt x="22150" y="371978"/>
                  </a:lnTo>
                  <a:lnTo>
                    <a:pt x="22314" y="369129"/>
                  </a:lnTo>
                  <a:lnTo>
                    <a:pt x="22192" y="365803"/>
                  </a:lnTo>
                  <a:lnTo>
                    <a:pt x="20958" y="359681"/>
                  </a:lnTo>
                  <a:lnTo>
                    <a:pt x="19881" y="355421"/>
                  </a:lnTo>
                  <a:lnTo>
                    <a:pt x="18122" y="349107"/>
                  </a:lnTo>
                  <a:lnTo>
                    <a:pt x="17434" y="347042"/>
                  </a:lnTo>
                  <a:lnTo>
                    <a:pt x="13881" y="338355"/>
                  </a:lnTo>
                  <a:lnTo>
                    <a:pt x="13472" y="337069"/>
                  </a:lnTo>
                  <a:lnTo>
                    <a:pt x="12610" y="333394"/>
                  </a:lnTo>
                  <a:lnTo>
                    <a:pt x="13034" y="330164"/>
                  </a:lnTo>
                  <a:lnTo>
                    <a:pt x="13557" y="325346"/>
                  </a:lnTo>
                  <a:lnTo>
                    <a:pt x="13618" y="323126"/>
                  </a:lnTo>
                  <a:lnTo>
                    <a:pt x="13373" y="320830"/>
                  </a:lnTo>
                  <a:lnTo>
                    <a:pt x="12476" y="319105"/>
                  </a:lnTo>
                  <a:lnTo>
                    <a:pt x="11676" y="318907"/>
                  </a:lnTo>
                  <a:lnTo>
                    <a:pt x="11318" y="318024"/>
                  </a:lnTo>
                  <a:lnTo>
                    <a:pt x="10628" y="316759"/>
                  </a:lnTo>
                  <a:lnTo>
                    <a:pt x="9941" y="315776"/>
                  </a:lnTo>
                  <a:lnTo>
                    <a:pt x="9333" y="313886"/>
                  </a:lnTo>
                  <a:lnTo>
                    <a:pt x="8909" y="311237"/>
                  </a:lnTo>
                  <a:lnTo>
                    <a:pt x="9209" y="301763"/>
                  </a:lnTo>
                  <a:lnTo>
                    <a:pt x="9007" y="300498"/>
                  </a:lnTo>
                  <a:lnTo>
                    <a:pt x="8099" y="300150"/>
                  </a:lnTo>
                  <a:lnTo>
                    <a:pt x="7887" y="299469"/>
                  </a:lnTo>
                  <a:lnTo>
                    <a:pt x="7924" y="297653"/>
                  </a:lnTo>
                  <a:lnTo>
                    <a:pt x="7433" y="292255"/>
                  </a:lnTo>
                  <a:lnTo>
                    <a:pt x="6885" y="287791"/>
                  </a:lnTo>
                  <a:lnTo>
                    <a:pt x="7180" y="285327"/>
                  </a:lnTo>
                  <a:lnTo>
                    <a:pt x="6423" y="281956"/>
                  </a:lnTo>
                  <a:lnTo>
                    <a:pt x="4973" y="280508"/>
                  </a:lnTo>
                  <a:lnTo>
                    <a:pt x="3606" y="280948"/>
                  </a:lnTo>
                  <a:lnTo>
                    <a:pt x="2137" y="281619"/>
                  </a:lnTo>
                  <a:lnTo>
                    <a:pt x="1253" y="281434"/>
                  </a:lnTo>
                  <a:lnTo>
                    <a:pt x="643" y="280806"/>
                  </a:lnTo>
                  <a:lnTo>
                    <a:pt x="220" y="279570"/>
                  </a:lnTo>
                  <a:lnTo>
                    <a:pt x="0" y="278113"/>
                  </a:lnTo>
                  <a:lnTo>
                    <a:pt x="201" y="275919"/>
                  </a:lnTo>
                  <a:lnTo>
                    <a:pt x="1004" y="271894"/>
                  </a:lnTo>
                  <a:lnTo>
                    <a:pt x="2010" y="268581"/>
                  </a:lnTo>
                  <a:lnTo>
                    <a:pt x="4054" y="265569"/>
                  </a:lnTo>
                  <a:lnTo>
                    <a:pt x="4598" y="263964"/>
                  </a:lnTo>
                  <a:lnTo>
                    <a:pt x="4909" y="262184"/>
                  </a:lnTo>
                  <a:lnTo>
                    <a:pt x="4964" y="260139"/>
                  </a:lnTo>
                  <a:lnTo>
                    <a:pt x="4827" y="257987"/>
                  </a:lnTo>
                  <a:lnTo>
                    <a:pt x="4595" y="256023"/>
                  </a:lnTo>
                  <a:lnTo>
                    <a:pt x="3992" y="253413"/>
                  </a:lnTo>
                  <a:lnTo>
                    <a:pt x="3440" y="250343"/>
                  </a:lnTo>
                  <a:lnTo>
                    <a:pt x="3426" y="248289"/>
                  </a:lnTo>
                  <a:lnTo>
                    <a:pt x="3691" y="246802"/>
                  </a:lnTo>
                  <a:lnTo>
                    <a:pt x="4239" y="245016"/>
                  </a:lnTo>
                  <a:lnTo>
                    <a:pt x="5323" y="243003"/>
                  </a:lnTo>
                  <a:lnTo>
                    <a:pt x="5584" y="242600"/>
                  </a:lnTo>
                  <a:lnTo>
                    <a:pt x="6264" y="241521"/>
                  </a:lnTo>
                  <a:lnTo>
                    <a:pt x="6860" y="240733"/>
                  </a:lnTo>
                  <a:lnTo>
                    <a:pt x="8344" y="238608"/>
                  </a:lnTo>
                  <a:lnTo>
                    <a:pt x="8692" y="237591"/>
                  </a:lnTo>
                  <a:lnTo>
                    <a:pt x="8566" y="236369"/>
                  </a:lnTo>
                  <a:lnTo>
                    <a:pt x="8202" y="235369"/>
                  </a:lnTo>
                  <a:lnTo>
                    <a:pt x="7605" y="233975"/>
                  </a:lnTo>
                  <a:lnTo>
                    <a:pt x="7483" y="232264"/>
                  </a:lnTo>
                  <a:lnTo>
                    <a:pt x="7308" y="229336"/>
                  </a:lnTo>
                  <a:lnTo>
                    <a:pt x="7000" y="227475"/>
                  </a:lnTo>
                  <a:lnTo>
                    <a:pt x="6779" y="226107"/>
                  </a:lnTo>
                  <a:lnTo>
                    <a:pt x="7201" y="225082"/>
                  </a:lnTo>
                  <a:lnTo>
                    <a:pt x="7830" y="223659"/>
                  </a:lnTo>
                  <a:lnTo>
                    <a:pt x="8613" y="222790"/>
                  </a:lnTo>
                  <a:lnTo>
                    <a:pt x="9829" y="222042"/>
                  </a:lnTo>
                  <a:lnTo>
                    <a:pt x="10305" y="221026"/>
                  </a:lnTo>
                  <a:lnTo>
                    <a:pt x="10446" y="219071"/>
                  </a:lnTo>
                  <a:lnTo>
                    <a:pt x="10406" y="217214"/>
                  </a:lnTo>
                  <a:lnTo>
                    <a:pt x="10842" y="215827"/>
                  </a:lnTo>
                  <a:lnTo>
                    <a:pt x="11431" y="212864"/>
                  </a:lnTo>
                  <a:lnTo>
                    <a:pt x="11905" y="211512"/>
                  </a:lnTo>
                  <a:lnTo>
                    <a:pt x="12697" y="209969"/>
                  </a:lnTo>
                  <a:lnTo>
                    <a:pt x="13491" y="208035"/>
                  </a:lnTo>
                  <a:lnTo>
                    <a:pt x="13845" y="205788"/>
                  </a:lnTo>
                  <a:lnTo>
                    <a:pt x="13945" y="203625"/>
                  </a:lnTo>
                  <a:lnTo>
                    <a:pt x="13510" y="197072"/>
                  </a:lnTo>
                  <a:lnTo>
                    <a:pt x="14428" y="194332"/>
                  </a:lnTo>
                  <a:lnTo>
                    <a:pt x="15598" y="192065"/>
                  </a:lnTo>
                  <a:lnTo>
                    <a:pt x="17283" y="192223"/>
                  </a:lnTo>
                  <a:lnTo>
                    <a:pt x="19898" y="191728"/>
                  </a:lnTo>
                  <a:lnTo>
                    <a:pt x="21677" y="190781"/>
                  </a:lnTo>
                  <a:lnTo>
                    <a:pt x="22947" y="190812"/>
                  </a:lnTo>
                  <a:lnTo>
                    <a:pt x="25845" y="192037"/>
                  </a:lnTo>
                  <a:lnTo>
                    <a:pt x="26079" y="191744"/>
                  </a:lnTo>
                  <a:lnTo>
                    <a:pt x="26147" y="191504"/>
                  </a:lnTo>
                  <a:lnTo>
                    <a:pt x="26301" y="189771"/>
                  </a:lnTo>
                  <a:lnTo>
                    <a:pt x="26300" y="185400"/>
                  </a:lnTo>
                  <a:lnTo>
                    <a:pt x="26295" y="172218"/>
                  </a:lnTo>
                  <a:lnTo>
                    <a:pt x="26290" y="159038"/>
                  </a:lnTo>
                  <a:lnTo>
                    <a:pt x="26287" y="145856"/>
                  </a:lnTo>
                  <a:lnTo>
                    <a:pt x="26282" y="132676"/>
                  </a:lnTo>
                  <a:lnTo>
                    <a:pt x="26277" y="119494"/>
                  </a:lnTo>
                  <a:lnTo>
                    <a:pt x="26272" y="106314"/>
                  </a:lnTo>
                  <a:lnTo>
                    <a:pt x="26267" y="93134"/>
                  </a:lnTo>
                  <a:lnTo>
                    <a:pt x="26263" y="79954"/>
                  </a:lnTo>
                  <a:lnTo>
                    <a:pt x="26263" y="76264"/>
                  </a:lnTo>
                  <a:lnTo>
                    <a:pt x="26263" y="72577"/>
                  </a:lnTo>
                  <a:lnTo>
                    <a:pt x="26263" y="68889"/>
                  </a:lnTo>
                  <a:lnTo>
                    <a:pt x="26263" y="65199"/>
                  </a:lnTo>
                  <a:lnTo>
                    <a:pt x="29269" y="65202"/>
                  </a:lnTo>
                  <a:lnTo>
                    <a:pt x="32275" y="65207"/>
                  </a:lnTo>
                  <a:lnTo>
                    <a:pt x="35283" y="65211"/>
                  </a:lnTo>
                  <a:lnTo>
                    <a:pt x="38440" y="65003"/>
                  </a:lnTo>
                  <a:lnTo>
                    <a:pt x="38443" y="50278"/>
                  </a:lnTo>
                  <a:lnTo>
                    <a:pt x="38445" y="35554"/>
                  </a:lnTo>
                  <a:lnTo>
                    <a:pt x="38448" y="20828"/>
                  </a:lnTo>
                  <a:lnTo>
                    <a:pt x="38450" y="6104"/>
                  </a:lnTo>
                  <a:lnTo>
                    <a:pt x="43106" y="6106"/>
                  </a:lnTo>
                  <a:lnTo>
                    <a:pt x="47762" y="6107"/>
                  </a:lnTo>
                  <a:lnTo>
                    <a:pt x="52418" y="6110"/>
                  </a:lnTo>
                  <a:lnTo>
                    <a:pt x="57074" y="6111"/>
                  </a:lnTo>
                  <a:lnTo>
                    <a:pt x="61729" y="6113"/>
                  </a:lnTo>
                  <a:lnTo>
                    <a:pt x="66385" y="6114"/>
                  </a:lnTo>
                  <a:lnTo>
                    <a:pt x="71041" y="6116"/>
                  </a:lnTo>
                  <a:lnTo>
                    <a:pt x="75696" y="6118"/>
                  </a:lnTo>
                  <a:lnTo>
                    <a:pt x="80353" y="6120"/>
                  </a:lnTo>
                  <a:lnTo>
                    <a:pt x="85009" y="6121"/>
                  </a:lnTo>
                  <a:lnTo>
                    <a:pt x="89664" y="6123"/>
                  </a:lnTo>
                  <a:lnTo>
                    <a:pt x="94319" y="6126"/>
                  </a:lnTo>
                  <a:lnTo>
                    <a:pt x="98977" y="6126"/>
                  </a:lnTo>
                  <a:lnTo>
                    <a:pt x="103631" y="6129"/>
                  </a:lnTo>
                  <a:lnTo>
                    <a:pt x="108287" y="6132"/>
                  </a:lnTo>
                  <a:lnTo>
                    <a:pt x="112943" y="6133"/>
                  </a:lnTo>
                  <a:lnTo>
                    <a:pt x="114363" y="6133"/>
                  </a:lnTo>
                  <a:lnTo>
                    <a:pt x="114990" y="5914"/>
                  </a:lnTo>
                  <a:lnTo>
                    <a:pt x="116183" y="408"/>
                  </a:lnTo>
                  <a:lnTo>
                    <a:pt x="116692" y="0"/>
                  </a:lnTo>
                  <a:lnTo>
                    <a:pt x="117472" y="323"/>
                  </a:lnTo>
                  <a:lnTo>
                    <a:pt x="117738" y="1614"/>
                  </a:lnTo>
                  <a:lnTo>
                    <a:pt x="117498" y="3480"/>
                  </a:lnTo>
                  <a:lnTo>
                    <a:pt x="117109" y="6104"/>
                  </a:lnTo>
                  <a:lnTo>
                    <a:pt x="119390" y="6104"/>
                  </a:lnTo>
                  <a:lnTo>
                    <a:pt x="123389" y="6103"/>
                  </a:lnTo>
                  <a:lnTo>
                    <a:pt x="127387" y="6100"/>
                  </a:lnTo>
                  <a:lnTo>
                    <a:pt x="131387" y="6100"/>
                  </a:lnTo>
                  <a:lnTo>
                    <a:pt x="135385" y="6097"/>
                  </a:lnTo>
                  <a:lnTo>
                    <a:pt x="139384" y="6095"/>
                  </a:lnTo>
                  <a:lnTo>
                    <a:pt x="143383" y="6094"/>
                  </a:lnTo>
                  <a:lnTo>
                    <a:pt x="147381" y="6093"/>
                  </a:lnTo>
                  <a:lnTo>
                    <a:pt x="151379" y="6091"/>
                  </a:lnTo>
                  <a:lnTo>
                    <a:pt x="155378" y="6090"/>
                  </a:lnTo>
                  <a:lnTo>
                    <a:pt x="159377" y="6088"/>
                  </a:lnTo>
                  <a:lnTo>
                    <a:pt x="163376" y="6087"/>
                  </a:lnTo>
                  <a:lnTo>
                    <a:pt x="167375" y="6085"/>
                  </a:lnTo>
                  <a:lnTo>
                    <a:pt x="171373" y="6084"/>
                  </a:lnTo>
                  <a:lnTo>
                    <a:pt x="175373" y="6082"/>
                  </a:lnTo>
                  <a:lnTo>
                    <a:pt x="179371" y="6081"/>
                  </a:lnTo>
                  <a:close/>
                </a:path>
              </a:pathLst>
            </a:custGeom>
            <a:solidFill>
              <a:srgbClr val="EDF5E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1" name="pg1350"/>
            <p:cNvSpPr/>
            <p:nvPr/>
          </p:nvSpPr>
          <p:spPr>
            <a:xfrm>
              <a:off x="3628016" y="3272889"/>
              <a:ext cx="135533" cy="258033"/>
            </a:xfrm>
            <a:custGeom>
              <a:avLst/>
              <a:pathLst>
                <a:path w="135533" h="258033">
                  <a:moveTo>
                    <a:pt x="121028" y="81601"/>
                  </a:moveTo>
                  <a:lnTo>
                    <a:pt x="121016" y="82799"/>
                  </a:lnTo>
                  <a:lnTo>
                    <a:pt x="121106" y="88782"/>
                  </a:lnTo>
                  <a:lnTo>
                    <a:pt x="121185" y="94020"/>
                  </a:lnTo>
                  <a:lnTo>
                    <a:pt x="121313" y="102571"/>
                  </a:lnTo>
                  <a:lnTo>
                    <a:pt x="121316" y="104802"/>
                  </a:lnTo>
                  <a:lnTo>
                    <a:pt x="121228" y="107584"/>
                  </a:lnTo>
                  <a:lnTo>
                    <a:pt x="120962" y="108676"/>
                  </a:lnTo>
                  <a:lnTo>
                    <a:pt x="120316" y="110247"/>
                  </a:lnTo>
                  <a:lnTo>
                    <a:pt x="119507" y="111683"/>
                  </a:lnTo>
                  <a:lnTo>
                    <a:pt x="117456" y="112049"/>
                  </a:lnTo>
                  <a:lnTo>
                    <a:pt x="115747" y="112006"/>
                  </a:lnTo>
                  <a:lnTo>
                    <a:pt x="114534" y="111686"/>
                  </a:lnTo>
                  <a:lnTo>
                    <a:pt x="112878" y="111557"/>
                  </a:lnTo>
                  <a:lnTo>
                    <a:pt x="111314" y="111867"/>
                  </a:lnTo>
                  <a:lnTo>
                    <a:pt x="110744" y="113075"/>
                  </a:lnTo>
                  <a:lnTo>
                    <a:pt x="109902" y="117369"/>
                  </a:lnTo>
                  <a:lnTo>
                    <a:pt x="108684" y="123592"/>
                  </a:lnTo>
                  <a:lnTo>
                    <a:pt x="108042" y="126221"/>
                  </a:lnTo>
                  <a:lnTo>
                    <a:pt x="107875" y="127757"/>
                  </a:lnTo>
                  <a:lnTo>
                    <a:pt x="108067" y="128672"/>
                  </a:lnTo>
                  <a:lnTo>
                    <a:pt x="108873" y="129997"/>
                  </a:lnTo>
                  <a:lnTo>
                    <a:pt x="110643" y="131861"/>
                  </a:lnTo>
                  <a:lnTo>
                    <a:pt x="112669" y="132951"/>
                  </a:lnTo>
                  <a:lnTo>
                    <a:pt x="114181" y="133423"/>
                  </a:lnTo>
                  <a:lnTo>
                    <a:pt x="115213" y="133935"/>
                  </a:lnTo>
                  <a:lnTo>
                    <a:pt x="116007" y="134510"/>
                  </a:lnTo>
                  <a:lnTo>
                    <a:pt x="118887" y="139281"/>
                  </a:lnTo>
                  <a:lnTo>
                    <a:pt x="119807" y="141496"/>
                  </a:lnTo>
                  <a:lnTo>
                    <a:pt x="120324" y="143464"/>
                  </a:lnTo>
                  <a:lnTo>
                    <a:pt x="120443" y="145562"/>
                  </a:lnTo>
                  <a:lnTo>
                    <a:pt x="120859" y="147667"/>
                  </a:lnTo>
                  <a:lnTo>
                    <a:pt x="122518" y="151838"/>
                  </a:lnTo>
                  <a:lnTo>
                    <a:pt x="123480" y="154253"/>
                  </a:lnTo>
                  <a:lnTo>
                    <a:pt x="125979" y="157340"/>
                  </a:lnTo>
                  <a:lnTo>
                    <a:pt x="126935" y="160843"/>
                  </a:lnTo>
                  <a:lnTo>
                    <a:pt x="127860" y="162547"/>
                  </a:lnTo>
                  <a:lnTo>
                    <a:pt x="128736" y="164375"/>
                  </a:lnTo>
                  <a:lnTo>
                    <a:pt x="129207" y="167106"/>
                  </a:lnTo>
                  <a:lnTo>
                    <a:pt x="130290" y="175017"/>
                  </a:lnTo>
                  <a:lnTo>
                    <a:pt x="131018" y="179164"/>
                  </a:lnTo>
                  <a:lnTo>
                    <a:pt x="131763" y="182554"/>
                  </a:lnTo>
                  <a:lnTo>
                    <a:pt x="132063" y="188073"/>
                  </a:lnTo>
                  <a:lnTo>
                    <a:pt x="132652" y="190537"/>
                  </a:lnTo>
                  <a:lnTo>
                    <a:pt x="133261" y="193544"/>
                  </a:lnTo>
                  <a:lnTo>
                    <a:pt x="134267" y="196261"/>
                  </a:lnTo>
                  <a:lnTo>
                    <a:pt x="135339" y="198334"/>
                  </a:lnTo>
                  <a:lnTo>
                    <a:pt x="135533" y="198889"/>
                  </a:lnTo>
                  <a:lnTo>
                    <a:pt x="133292" y="204220"/>
                  </a:lnTo>
                  <a:lnTo>
                    <a:pt x="130780" y="210197"/>
                  </a:lnTo>
                  <a:lnTo>
                    <a:pt x="127874" y="217114"/>
                  </a:lnTo>
                  <a:lnTo>
                    <a:pt x="124709" y="224644"/>
                  </a:lnTo>
                  <a:lnTo>
                    <a:pt x="122231" y="230600"/>
                  </a:lnTo>
                  <a:lnTo>
                    <a:pt x="119784" y="236477"/>
                  </a:lnTo>
                  <a:lnTo>
                    <a:pt x="116927" y="243420"/>
                  </a:lnTo>
                  <a:lnTo>
                    <a:pt x="114816" y="248548"/>
                  </a:lnTo>
                  <a:lnTo>
                    <a:pt x="114464" y="249275"/>
                  </a:lnTo>
                  <a:lnTo>
                    <a:pt x="113852" y="250221"/>
                  </a:lnTo>
                  <a:lnTo>
                    <a:pt x="111841" y="250243"/>
                  </a:lnTo>
                  <a:lnTo>
                    <a:pt x="109767" y="249641"/>
                  </a:lnTo>
                  <a:lnTo>
                    <a:pt x="107855" y="246525"/>
                  </a:lnTo>
                  <a:lnTo>
                    <a:pt x="105915" y="248939"/>
                  </a:lnTo>
                  <a:lnTo>
                    <a:pt x="104685" y="249700"/>
                  </a:lnTo>
                  <a:lnTo>
                    <a:pt x="103951" y="249982"/>
                  </a:lnTo>
                  <a:lnTo>
                    <a:pt x="102219" y="250373"/>
                  </a:lnTo>
                  <a:lnTo>
                    <a:pt x="99793" y="251666"/>
                  </a:lnTo>
                  <a:lnTo>
                    <a:pt x="98693" y="253287"/>
                  </a:lnTo>
                  <a:lnTo>
                    <a:pt x="98098" y="254573"/>
                  </a:lnTo>
                  <a:lnTo>
                    <a:pt x="97606" y="256930"/>
                  </a:lnTo>
                  <a:lnTo>
                    <a:pt x="97358" y="257176"/>
                  </a:lnTo>
                  <a:lnTo>
                    <a:pt x="96913" y="256896"/>
                  </a:lnTo>
                  <a:lnTo>
                    <a:pt x="96289" y="255951"/>
                  </a:lnTo>
                  <a:lnTo>
                    <a:pt x="94992" y="254580"/>
                  </a:lnTo>
                  <a:lnTo>
                    <a:pt x="94340" y="251580"/>
                  </a:lnTo>
                  <a:lnTo>
                    <a:pt x="93735" y="249767"/>
                  </a:lnTo>
                  <a:lnTo>
                    <a:pt x="93240" y="248816"/>
                  </a:lnTo>
                  <a:lnTo>
                    <a:pt x="91179" y="251806"/>
                  </a:lnTo>
                  <a:lnTo>
                    <a:pt x="90183" y="252511"/>
                  </a:lnTo>
                  <a:lnTo>
                    <a:pt x="89364" y="252426"/>
                  </a:lnTo>
                  <a:lnTo>
                    <a:pt x="87870" y="250738"/>
                  </a:lnTo>
                  <a:lnTo>
                    <a:pt x="86219" y="249309"/>
                  </a:lnTo>
                  <a:lnTo>
                    <a:pt x="85371" y="249320"/>
                  </a:lnTo>
                  <a:lnTo>
                    <a:pt x="84100" y="251110"/>
                  </a:lnTo>
                  <a:lnTo>
                    <a:pt x="82654" y="253797"/>
                  </a:lnTo>
                  <a:lnTo>
                    <a:pt x="81907" y="256454"/>
                  </a:lnTo>
                  <a:lnTo>
                    <a:pt x="81547" y="258033"/>
                  </a:lnTo>
                  <a:lnTo>
                    <a:pt x="81282" y="256773"/>
                  </a:lnTo>
                  <a:lnTo>
                    <a:pt x="81040" y="255597"/>
                  </a:lnTo>
                  <a:lnTo>
                    <a:pt x="80555" y="254088"/>
                  </a:lnTo>
                  <a:lnTo>
                    <a:pt x="79857" y="253501"/>
                  </a:lnTo>
                  <a:lnTo>
                    <a:pt x="79220" y="253795"/>
                  </a:lnTo>
                  <a:lnTo>
                    <a:pt x="78477" y="254088"/>
                  </a:lnTo>
                  <a:lnTo>
                    <a:pt x="78144" y="253244"/>
                  </a:lnTo>
                  <a:lnTo>
                    <a:pt x="78073" y="251171"/>
                  </a:lnTo>
                  <a:lnTo>
                    <a:pt x="77870" y="249272"/>
                  </a:lnTo>
                  <a:lnTo>
                    <a:pt x="77522" y="247839"/>
                  </a:lnTo>
                  <a:lnTo>
                    <a:pt x="76454" y="246415"/>
                  </a:lnTo>
                  <a:lnTo>
                    <a:pt x="73702" y="243518"/>
                  </a:lnTo>
                  <a:lnTo>
                    <a:pt x="71587" y="237735"/>
                  </a:lnTo>
                  <a:lnTo>
                    <a:pt x="70522" y="235050"/>
                  </a:lnTo>
                  <a:lnTo>
                    <a:pt x="69745" y="233317"/>
                  </a:lnTo>
                  <a:lnTo>
                    <a:pt x="68644" y="228772"/>
                  </a:lnTo>
                  <a:lnTo>
                    <a:pt x="67389" y="225641"/>
                  </a:lnTo>
                  <a:lnTo>
                    <a:pt x="65868" y="224190"/>
                  </a:lnTo>
                  <a:lnTo>
                    <a:pt x="64863" y="224906"/>
                  </a:lnTo>
                  <a:lnTo>
                    <a:pt x="63830" y="228257"/>
                  </a:lnTo>
                  <a:lnTo>
                    <a:pt x="61881" y="231404"/>
                  </a:lnTo>
                  <a:lnTo>
                    <a:pt x="60986" y="231514"/>
                  </a:lnTo>
                  <a:lnTo>
                    <a:pt x="59839" y="229807"/>
                  </a:lnTo>
                  <a:lnTo>
                    <a:pt x="58401" y="228592"/>
                  </a:lnTo>
                  <a:lnTo>
                    <a:pt x="55813" y="228062"/>
                  </a:lnTo>
                  <a:lnTo>
                    <a:pt x="54747" y="229554"/>
                  </a:lnTo>
                  <a:lnTo>
                    <a:pt x="53348" y="231967"/>
                  </a:lnTo>
                  <a:lnTo>
                    <a:pt x="52163" y="233405"/>
                  </a:lnTo>
                  <a:lnTo>
                    <a:pt x="51427" y="233568"/>
                  </a:lnTo>
                  <a:lnTo>
                    <a:pt x="50743" y="232995"/>
                  </a:lnTo>
                  <a:lnTo>
                    <a:pt x="49966" y="232685"/>
                  </a:lnTo>
                  <a:lnTo>
                    <a:pt x="49293" y="232635"/>
                  </a:lnTo>
                  <a:lnTo>
                    <a:pt x="47910" y="230432"/>
                  </a:lnTo>
                  <a:lnTo>
                    <a:pt x="47194" y="228818"/>
                  </a:lnTo>
                  <a:lnTo>
                    <a:pt x="46717" y="227262"/>
                  </a:lnTo>
                  <a:lnTo>
                    <a:pt x="45936" y="226203"/>
                  </a:lnTo>
                  <a:lnTo>
                    <a:pt x="45022" y="225321"/>
                  </a:lnTo>
                  <a:lnTo>
                    <a:pt x="44370" y="223935"/>
                  </a:lnTo>
                  <a:lnTo>
                    <a:pt x="44045" y="222205"/>
                  </a:lnTo>
                  <a:lnTo>
                    <a:pt x="43531" y="219986"/>
                  </a:lnTo>
                  <a:lnTo>
                    <a:pt x="42859" y="217986"/>
                  </a:lnTo>
                  <a:lnTo>
                    <a:pt x="40749" y="214393"/>
                  </a:lnTo>
                  <a:lnTo>
                    <a:pt x="40119" y="212277"/>
                  </a:lnTo>
                  <a:lnTo>
                    <a:pt x="39681" y="210209"/>
                  </a:lnTo>
                  <a:lnTo>
                    <a:pt x="38816" y="207929"/>
                  </a:lnTo>
                  <a:lnTo>
                    <a:pt x="37894" y="204876"/>
                  </a:lnTo>
                  <a:lnTo>
                    <a:pt x="37599" y="200411"/>
                  </a:lnTo>
                  <a:lnTo>
                    <a:pt x="37557" y="196814"/>
                  </a:lnTo>
                  <a:lnTo>
                    <a:pt x="37366" y="195150"/>
                  </a:lnTo>
                  <a:lnTo>
                    <a:pt x="36974" y="193485"/>
                  </a:lnTo>
                  <a:lnTo>
                    <a:pt x="36519" y="192073"/>
                  </a:lnTo>
                  <a:lnTo>
                    <a:pt x="35782" y="190480"/>
                  </a:lnTo>
                  <a:lnTo>
                    <a:pt x="34062" y="188173"/>
                  </a:lnTo>
                  <a:lnTo>
                    <a:pt x="32285" y="185496"/>
                  </a:lnTo>
                  <a:lnTo>
                    <a:pt x="31430" y="183938"/>
                  </a:lnTo>
                  <a:lnTo>
                    <a:pt x="29813" y="183368"/>
                  </a:lnTo>
                  <a:lnTo>
                    <a:pt x="28845" y="181840"/>
                  </a:lnTo>
                  <a:lnTo>
                    <a:pt x="28031" y="178478"/>
                  </a:lnTo>
                  <a:lnTo>
                    <a:pt x="27703" y="175785"/>
                  </a:lnTo>
                  <a:lnTo>
                    <a:pt x="26884" y="173694"/>
                  </a:lnTo>
                  <a:lnTo>
                    <a:pt x="26534" y="172178"/>
                  </a:lnTo>
                  <a:lnTo>
                    <a:pt x="26339" y="170432"/>
                  </a:lnTo>
                  <a:lnTo>
                    <a:pt x="26988" y="165113"/>
                  </a:lnTo>
                  <a:lnTo>
                    <a:pt x="26046" y="163231"/>
                  </a:lnTo>
                  <a:lnTo>
                    <a:pt x="24642" y="160786"/>
                  </a:lnTo>
                  <a:lnTo>
                    <a:pt x="23637" y="158116"/>
                  </a:lnTo>
                  <a:lnTo>
                    <a:pt x="23023" y="155660"/>
                  </a:lnTo>
                  <a:lnTo>
                    <a:pt x="21225" y="152418"/>
                  </a:lnTo>
                  <a:lnTo>
                    <a:pt x="17296" y="147579"/>
                  </a:lnTo>
                  <a:lnTo>
                    <a:pt x="15030" y="144485"/>
                  </a:lnTo>
                  <a:lnTo>
                    <a:pt x="13790" y="141705"/>
                  </a:lnTo>
                  <a:lnTo>
                    <a:pt x="12708" y="138991"/>
                  </a:lnTo>
                  <a:lnTo>
                    <a:pt x="12601" y="137871"/>
                  </a:lnTo>
                  <a:lnTo>
                    <a:pt x="13300" y="135160"/>
                  </a:lnTo>
                  <a:lnTo>
                    <a:pt x="13405" y="132927"/>
                  </a:lnTo>
                  <a:lnTo>
                    <a:pt x="12833" y="130464"/>
                  </a:lnTo>
                  <a:lnTo>
                    <a:pt x="10479" y="125827"/>
                  </a:lnTo>
                  <a:lnTo>
                    <a:pt x="8603" y="120724"/>
                  </a:lnTo>
                  <a:lnTo>
                    <a:pt x="7182" y="119128"/>
                  </a:lnTo>
                  <a:lnTo>
                    <a:pt x="3762" y="117712"/>
                  </a:lnTo>
                  <a:lnTo>
                    <a:pt x="2780" y="117151"/>
                  </a:lnTo>
                  <a:lnTo>
                    <a:pt x="1755" y="116177"/>
                  </a:lnTo>
                  <a:lnTo>
                    <a:pt x="743" y="113880"/>
                  </a:lnTo>
                  <a:lnTo>
                    <a:pt x="397" y="111162"/>
                  </a:lnTo>
                  <a:lnTo>
                    <a:pt x="896" y="106815"/>
                  </a:lnTo>
                  <a:lnTo>
                    <a:pt x="578" y="105482"/>
                  </a:lnTo>
                  <a:lnTo>
                    <a:pt x="0" y="105119"/>
                  </a:lnTo>
                  <a:lnTo>
                    <a:pt x="159" y="104213"/>
                  </a:lnTo>
                  <a:lnTo>
                    <a:pt x="806" y="102100"/>
                  </a:lnTo>
                  <a:lnTo>
                    <a:pt x="1862" y="100727"/>
                  </a:lnTo>
                  <a:lnTo>
                    <a:pt x="4686" y="98581"/>
                  </a:lnTo>
                  <a:lnTo>
                    <a:pt x="4843" y="97755"/>
                  </a:lnTo>
                  <a:lnTo>
                    <a:pt x="4899" y="95038"/>
                  </a:lnTo>
                  <a:lnTo>
                    <a:pt x="5129" y="93711"/>
                  </a:lnTo>
                  <a:lnTo>
                    <a:pt x="6101" y="89947"/>
                  </a:lnTo>
                  <a:lnTo>
                    <a:pt x="6239" y="88445"/>
                  </a:lnTo>
                  <a:lnTo>
                    <a:pt x="6282" y="85247"/>
                  </a:lnTo>
                  <a:lnTo>
                    <a:pt x="6413" y="83735"/>
                  </a:lnTo>
                  <a:lnTo>
                    <a:pt x="6694" y="82660"/>
                  </a:lnTo>
                  <a:lnTo>
                    <a:pt x="7470" y="80792"/>
                  </a:lnTo>
                  <a:lnTo>
                    <a:pt x="7741" y="79656"/>
                  </a:lnTo>
                  <a:lnTo>
                    <a:pt x="7858" y="77205"/>
                  </a:lnTo>
                  <a:lnTo>
                    <a:pt x="7774" y="72348"/>
                  </a:lnTo>
                  <a:lnTo>
                    <a:pt x="8169" y="70430"/>
                  </a:lnTo>
                  <a:lnTo>
                    <a:pt x="9950" y="66019"/>
                  </a:lnTo>
                  <a:lnTo>
                    <a:pt x="10426" y="64057"/>
                  </a:lnTo>
                  <a:lnTo>
                    <a:pt x="10588" y="62285"/>
                  </a:lnTo>
                  <a:lnTo>
                    <a:pt x="10572" y="60493"/>
                  </a:lnTo>
                  <a:lnTo>
                    <a:pt x="10679" y="58722"/>
                  </a:lnTo>
                  <a:lnTo>
                    <a:pt x="11207" y="57008"/>
                  </a:lnTo>
                  <a:lnTo>
                    <a:pt x="11658" y="56476"/>
                  </a:lnTo>
                  <a:lnTo>
                    <a:pt x="12971" y="55941"/>
                  </a:lnTo>
                  <a:lnTo>
                    <a:pt x="13866" y="56278"/>
                  </a:lnTo>
                  <a:lnTo>
                    <a:pt x="20117" y="53264"/>
                  </a:lnTo>
                  <a:lnTo>
                    <a:pt x="20850" y="53678"/>
                  </a:lnTo>
                  <a:lnTo>
                    <a:pt x="21180" y="55463"/>
                  </a:lnTo>
                  <a:lnTo>
                    <a:pt x="21150" y="58314"/>
                  </a:lnTo>
                  <a:lnTo>
                    <a:pt x="21256" y="59699"/>
                  </a:lnTo>
                  <a:lnTo>
                    <a:pt x="21593" y="60686"/>
                  </a:lnTo>
                  <a:lnTo>
                    <a:pt x="22585" y="62042"/>
                  </a:lnTo>
                  <a:lnTo>
                    <a:pt x="23273" y="64308"/>
                  </a:lnTo>
                  <a:lnTo>
                    <a:pt x="23638" y="65144"/>
                  </a:lnTo>
                  <a:lnTo>
                    <a:pt x="24644" y="66697"/>
                  </a:lnTo>
                  <a:lnTo>
                    <a:pt x="29298" y="79701"/>
                  </a:lnTo>
                  <a:lnTo>
                    <a:pt x="30606" y="80933"/>
                  </a:lnTo>
                  <a:lnTo>
                    <a:pt x="31879" y="80487"/>
                  </a:lnTo>
                  <a:lnTo>
                    <a:pt x="34406" y="77787"/>
                  </a:lnTo>
                  <a:lnTo>
                    <a:pt x="35670" y="77101"/>
                  </a:lnTo>
                  <a:lnTo>
                    <a:pt x="44513" y="77867"/>
                  </a:lnTo>
                  <a:lnTo>
                    <a:pt x="45561" y="77520"/>
                  </a:lnTo>
                  <a:lnTo>
                    <a:pt x="46907" y="84045"/>
                  </a:lnTo>
                  <a:lnTo>
                    <a:pt x="47549" y="85529"/>
                  </a:lnTo>
                  <a:lnTo>
                    <a:pt x="57245" y="85604"/>
                  </a:lnTo>
                  <a:lnTo>
                    <a:pt x="57060" y="83750"/>
                  </a:lnTo>
                  <a:lnTo>
                    <a:pt x="57183" y="81673"/>
                  </a:lnTo>
                  <a:lnTo>
                    <a:pt x="58315" y="79003"/>
                  </a:lnTo>
                  <a:lnTo>
                    <a:pt x="58891" y="77687"/>
                  </a:lnTo>
                  <a:lnTo>
                    <a:pt x="59135" y="77209"/>
                  </a:lnTo>
                  <a:lnTo>
                    <a:pt x="60631" y="75303"/>
                  </a:lnTo>
                  <a:lnTo>
                    <a:pt x="62094" y="74021"/>
                  </a:lnTo>
                  <a:lnTo>
                    <a:pt x="64906" y="72527"/>
                  </a:lnTo>
                  <a:lnTo>
                    <a:pt x="65933" y="70173"/>
                  </a:lnTo>
                  <a:lnTo>
                    <a:pt x="66500" y="68013"/>
                  </a:lnTo>
                  <a:lnTo>
                    <a:pt x="66519" y="63767"/>
                  </a:lnTo>
                  <a:lnTo>
                    <a:pt x="66890" y="63071"/>
                  </a:lnTo>
                  <a:lnTo>
                    <a:pt x="67561" y="62087"/>
                  </a:lnTo>
                  <a:lnTo>
                    <a:pt x="70814" y="58295"/>
                  </a:lnTo>
                  <a:lnTo>
                    <a:pt x="71364" y="57493"/>
                  </a:lnTo>
                  <a:lnTo>
                    <a:pt x="77111" y="66312"/>
                  </a:lnTo>
                  <a:lnTo>
                    <a:pt x="80338" y="73294"/>
                  </a:lnTo>
                  <a:lnTo>
                    <a:pt x="80533" y="73633"/>
                  </a:lnTo>
                  <a:lnTo>
                    <a:pt x="80701" y="73762"/>
                  </a:lnTo>
                  <a:lnTo>
                    <a:pt x="80871" y="73521"/>
                  </a:lnTo>
                  <a:lnTo>
                    <a:pt x="81015" y="73200"/>
                  </a:lnTo>
                  <a:lnTo>
                    <a:pt x="81249" y="72985"/>
                  </a:lnTo>
                  <a:lnTo>
                    <a:pt x="81406" y="72891"/>
                  </a:lnTo>
                  <a:lnTo>
                    <a:pt x="82787" y="72800"/>
                  </a:lnTo>
                  <a:lnTo>
                    <a:pt x="85397" y="72458"/>
                  </a:lnTo>
                  <a:lnTo>
                    <a:pt x="86255" y="71621"/>
                  </a:lnTo>
                  <a:lnTo>
                    <a:pt x="91495" y="59155"/>
                  </a:lnTo>
                  <a:lnTo>
                    <a:pt x="92828" y="55179"/>
                  </a:lnTo>
                  <a:lnTo>
                    <a:pt x="93166" y="54368"/>
                  </a:lnTo>
                  <a:lnTo>
                    <a:pt x="93926" y="51534"/>
                  </a:lnTo>
                  <a:lnTo>
                    <a:pt x="94725" y="46665"/>
                  </a:lnTo>
                  <a:lnTo>
                    <a:pt x="94885" y="46114"/>
                  </a:lnTo>
                  <a:lnTo>
                    <a:pt x="100626" y="34434"/>
                  </a:lnTo>
                  <a:lnTo>
                    <a:pt x="100830" y="33508"/>
                  </a:lnTo>
                  <a:lnTo>
                    <a:pt x="100886" y="32773"/>
                  </a:lnTo>
                  <a:lnTo>
                    <a:pt x="100018" y="28844"/>
                  </a:lnTo>
                  <a:lnTo>
                    <a:pt x="99831" y="26848"/>
                  </a:lnTo>
                  <a:lnTo>
                    <a:pt x="99793" y="23773"/>
                  </a:lnTo>
                  <a:lnTo>
                    <a:pt x="99966" y="18990"/>
                  </a:lnTo>
                  <a:lnTo>
                    <a:pt x="99905" y="15967"/>
                  </a:lnTo>
                  <a:lnTo>
                    <a:pt x="99882" y="15625"/>
                  </a:lnTo>
                  <a:lnTo>
                    <a:pt x="99826" y="15158"/>
                  </a:lnTo>
                  <a:lnTo>
                    <a:pt x="99788" y="14983"/>
                  </a:lnTo>
                  <a:lnTo>
                    <a:pt x="96582" y="6393"/>
                  </a:lnTo>
                  <a:lnTo>
                    <a:pt x="104680" y="6306"/>
                  </a:lnTo>
                  <a:lnTo>
                    <a:pt x="104699" y="5595"/>
                  </a:lnTo>
                  <a:lnTo>
                    <a:pt x="104692" y="5220"/>
                  </a:lnTo>
                  <a:lnTo>
                    <a:pt x="104667" y="4876"/>
                  </a:lnTo>
                  <a:lnTo>
                    <a:pt x="104513" y="3846"/>
                  </a:lnTo>
                  <a:lnTo>
                    <a:pt x="104425" y="2477"/>
                  </a:lnTo>
                  <a:lnTo>
                    <a:pt x="104419" y="2094"/>
                  </a:lnTo>
                  <a:lnTo>
                    <a:pt x="104431" y="1721"/>
                  </a:lnTo>
                  <a:lnTo>
                    <a:pt x="104477" y="1012"/>
                  </a:lnTo>
                  <a:lnTo>
                    <a:pt x="104482" y="629"/>
                  </a:lnTo>
                  <a:lnTo>
                    <a:pt x="104474" y="445"/>
                  </a:lnTo>
                  <a:lnTo>
                    <a:pt x="104458" y="275"/>
                  </a:lnTo>
                  <a:lnTo>
                    <a:pt x="104499" y="0"/>
                  </a:lnTo>
                  <a:lnTo>
                    <a:pt x="110318" y="171"/>
                  </a:lnTo>
                  <a:lnTo>
                    <a:pt x="110241" y="2602"/>
                  </a:lnTo>
                  <a:lnTo>
                    <a:pt x="109534" y="8317"/>
                  </a:lnTo>
                  <a:lnTo>
                    <a:pt x="109548" y="11746"/>
                  </a:lnTo>
                  <a:lnTo>
                    <a:pt x="109381" y="15658"/>
                  </a:lnTo>
                  <a:lnTo>
                    <a:pt x="109340" y="15976"/>
                  </a:lnTo>
                  <a:lnTo>
                    <a:pt x="109181" y="16820"/>
                  </a:lnTo>
                  <a:lnTo>
                    <a:pt x="109042" y="17303"/>
                  </a:lnTo>
                  <a:lnTo>
                    <a:pt x="108882" y="17769"/>
                  </a:lnTo>
                  <a:lnTo>
                    <a:pt x="108837" y="17945"/>
                  </a:lnTo>
                  <a:lnTo>
                    <a:pt x="108782" y="18231"/>
                  </a:lnTo>
                  <a:lnTo>
                    <a:pt x="108779" y="18662"/>
                  </a:lnTo>
                  <a:lnTo>
                    <a:pt x="109987" y="40569"/>
                  </a:lnTo>
                  <a:lnTo>
                    <a:pt x="109941" y="41121"/>
                  </a:lnTo>
                  <a:lnTo>
                    <a:pt x="109896" y="41484"/>
                  </a:lnTo>
                  <a:lnTo>
                    <a:pt x="109574" y="42850"/>
                  </a:lnTo>
                  <a:lnTo>
                    <a:pt x="109490" y="43300"/>
                  </a:lnTo>
                  <a:lnTo>
                    <a:pt x="109474" y="43648"/>
                  </a:lnTo>
                  <a:lnTo>
                    <a:pt x="109605" y="43886"/>
                  </a:lnTo>
                  <a:lnTo>
                    <a:pt x="112285" y="46252"/>
                  </a:lnTo>
                  <a:lnTo>
                    <a:pt x="112415" y="46402"/>
                  </a:lnTo>
                  <a:lnTo>
                    <a:pt x="112518" y="46596"/>
                  </a:lnTo>
                  <a:lnTo>
                    <a:pt x="113483" y="49413"/>
                  </a:lnTo>
                  <a:lnTo>
                    <a:pt x="118762" y="59810"/>
                  </a:lnTo>
                  <a:lnTo>
                    <a:pt x="118943" y="60328"/>
                  </a:lnTo>
                  <a:lnTo>
                    <a:pt x="119489" y="63593"/>
                  </a:lnTo>
                  <a:lnTo>
                    <a:pt x="119550" y="64088"/>
                  </a:lnTo>
                  <a:lnTo>
                    <a:pt x="119569" y="64870"/>
                  </a:lnTo>
                  <a:lnTo>
                    <a:pt x="119556" y="65478"/>
                  </a:lnTo>
                  <a:lnTo>
                    <a:pt x="119420" y="67436"/>
                  </a:lnTo>
                  <a:lnTo>
                    <a:pt x="119465" y="68316"/>
                  </a:lnTo>
                  <a:lnTo>
                    <a:pt x="119556" y="68897"/>
                  </a:lnTo>
                  <a:lnTo>
                    <a:pt x="119628" y="69570"/>
                  </a:lnTo>
                  <a:lnTo>
                    <a:pt x="119628" y="69775"/>
                  </a:lnTo>
                  <a:lnTo>
                    <a:pt x="119619" y="69951"/>
                  </a:lnTo>
                  <a:lnTo>
                    <a:pt x="119578" y="70262"/>
                  </a:lnTo>
                  <a:lnTo>
                    <a:pt x="118795" y="74034"/>
                  </a:lnTo>
                  <a:lnTo>
                    <a:pt x="118540" y="76719"/>
                  </a:lnTo>
                  <a:lnTo>
                    <a:pt x="118464" y="78977"/>
                  </a:lnTo>
                  <a:lnTo>
                    <a:pt x="118509" y="80283"/>
                  </a:lnTo>
                  <a:lnTo>
                    <a:pt x="118599" y="81122"/>
                  </a:lnTo>
                  <a:lnTo>
                    <a:pt x="118639" y="81316"/>
                  </a:lnTo>
                  <a:lnTo>
                    <a:pt x="118746" y="81581"/>
                  </a:lnTo>
                  <a:close/>
                </a:path>
              </a:pathLst>
            </a:custGeom>
            <a:solidFill>
              <a:srgbClr val="DCEBD8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2" name="pg1351"/>
            <p:cNvSpPr/>
            <p:nvPr/>
          </p:nvSpPr>
          <p:spPr>
            <a:xfrm>
              <a:off x="3120016" y="3141224"/>
              <a:ext cx="74990" cy="128564"/>
            </a:xfrm>
            <a:custGeom>
              <a:avLst/>
              <a:pathLst>
                <a:path w="74990" h="128564">
                  <a:moveTo>
                    <a:pt x="64044" y="55252"/>
                  </a:moveTo>
                  <a:lnTo>
                    <a:pt x="65190" y="60007"/>
                  </a:lnTo>
                  <a:lnTo>
                    <a:pt x="64943" y="62282"/>
                  </a:lnTo>
                  <a:lnTo>
                    <a:pt x="64680" y="65608"/>
                  </a:lnTo>
                  <a:lnTo>
                    <a:pt x="65328" y="68029"/>
                  </a:lnTo>
                  <a:lnTo>
                    <a:pt x="66088" y="69606"/>
                  </a:lnTo>
                  <a:lnTo>
                    <a:pt x="66630" y="71056"/>
                  </a:lnTo>
                  <a:lnTo>
                    <a:pt x="67230" y="73057"/>
                  </a:lnTo>
                  <a:lnTo>
                    <a:pt x="67327" y="77036"/>
                  </a:lnTo>
                  <a:lnTo>
                    <a:pt x="67218" y="79907"/>
                  </a:lnTo>
                  <a:lnTo>
                    <a:pt x="67609" y="81205"/>
                  </a:lnTo>
                  <a:lnTo>
                    <a:pt x="67940" y="82844"/>
                  </a:lnTo>
                  <a:lnTo>
                    <a:pt x="67874" y="84213"/>
                  </a:lnTo>
                  <a:lnTo>
                    <a:pt x="67656" y="85421"/>
                  </a:lnTo>
                  <a:lnTo>
                    <a:pt x="66926" y="87022"/>
                  </a:lnTo>
                  <a:lnTo>
                    <a:pt x="66803" y="90001"/>
                  </a:lnTo>
                  <a:lnTo>
                    <a:pt x="67987" y="93611"/>
                  </a:lnTo>
                  <a:lnTo>
                    <a:pt x="68748" y="95575"/>
                  </a:lnTo>
                  <a:lnTo>
                    <a:pt x="68741" y="96702"/>
                  </a:lnTo>
                  <a:lnTo>
                    <a:pt x="68953" y="97936"/>
                  </a:lnTo>
                  <a:lnTo>
                    <a:pt x="69515" y="99376"/>
                  </a:lnTo>
                  <a:lnTo>
                    <a:pt x="69860" y="99036"/>
                  </a:lnTo>
                  <a:lnTo>
                    <a:pt x="70240" y="97861"/>
                  </a:lnTo>
                  <a:lnTo>
                    <a:pt x="70410" y="97050"/>
                  </a:lnTo>
                  <a:lnTo>
                    <a:pt x="71431" y="97409"/>
                  </a:lnTo>
                  <a:lnTo>
                    <a:pt x="71912" y="97778"/>
                  </a:lnTo>
                  <a:lnTo>
                    <a:pt x="72566" y="100137"/>
                  </a:lnTo>
                  <a:lnTo>
                    <a:pt x="72806" y="101706"/>
                  </a:lnTo>
                  <a:lnTo>
                    <a:pt x="72963" y="103677"/>
                  </a:lnTo>
                  <a:lnTo>
                    <a:pt x="73645" y="106138"/>
                  </a:lnTo>
                  <a:lnTo>
                    <a:pt x="74238" y="107874"/>
                  </a:lnTo>
                  <a:lnTo>
                    <a:pt x="74362" y="108956"/>
                  </a:lnTo>
                  <a:lnTo>
                    <a:pt x="74893" y="110422"/>
                  </a:lnTo>
                  <a:lnTo>
                    <a:pt x="74563" y="113675"/>
                  </a:lnTo>
                  <a:lnTo>
                    <a:pt x="74601" y="115342"/>
                  </a:lnTo>
                  <a:lnTo>
                    <a:pt x="74239" y="119712"/>
                  </a:lnTo>
                  <a:lnTo>
                    <a:pt x="74159" y="121777"/>
                  </a:lnTo>
                  <a:lnTo>
                    <a:pt x="74181" y="122539"/>
                  </a:lnTo>
                  <a:lnTo>
                    <a:pt x="74990" y="124095"/>
                  </a:lnTo>
                  <a:lnTo>
                    <a:pt x="74905" y="126307"/>
                  </a:lnTo>
                  <a:lnTo>
                    <a:pt x="74084" y="125918"/>
                  </a:lnTo>
                  <a:lnTo>
                    <a:pt x="72659" y="125659"/>
                  </a:lnTo>
                  <a:lnTo>
                    <a:pt x="69802" y="126812"/>
                  </a:lnTo>
                  <a:lnTo>
                    <a:pt x="68822" y="126339"/>
                  </a:lnTo>
                  <a:lnTo>
                    <a:pt x="66947" y="126495"/>
                  </a:lnTo>
                  <a:lnTo>
                    <a:pt x="65612" y="127128"/>
                  </a:lnTo>
                  <a:lnTo>
                    <a:pt x="63915" y="128564"/>
                  </a:lnTo>
                  <a:lnTo>
                    <a:pt x="62600" y="128208"/>
                  </a:lnTo>
                  <a:lnTo>
                    <a:pt x="61889" y="127076"/>
                  </a:lnTo>
                  <a:lnTo>
                    <a:pt x="60953" y="127153"/>
                  </a:lnTo>
                  <a:lnTo>
                    <a:pt x="59898" y="126550"/>
                  </a:lnTo>
                  <a:lnTo>
                    <a:pt x="58774" y="125457"/>
                  </a:lnTo>
                  <a:lnTo>
                    <a:pt x="57747" y="124903"/>
                  </a:lnTo>
                  <a:lnTo>
                    <a:pt x="56639" y="122891"/>
                  </a:lnTo>
                  <a:lnTo>
                    <a:pt x="56121" y="122529"/>
                  </a:lnTo>
                  <a:lnTo>
                    <a:pt x="55757" y="123058"/>
                  </a:lnTo>
                  <a:lnTo>
                    <a:pt x="55451" y="123729"/>
                  </a:lnTo>
                  <a:lnTo>
                    <a:pt x="55131" y="124143"/>
                  </a:lnTo>
                  <a:lnTo>
                    <a:pt x="54530" y="123778"/>
                  </a:lnTo>
                  <a:lnTo>
                    <a:pt x="54303" y="122410"/>
                  </a:lnTo>
                  <a:lnTo>
                    <a:pt x="54491" y="121087"/>
                  </a:lnTo>
                  <a:lnTo>
                    <a:pt x="54548" y="120083"/>
                  </a:lnTo>
                  <a:lnTo>
                    <a:pt x="54266" y="119536"/>
                  </a:lnTo>
                  <a:lnTo>
                    <a:pt x="53589" y="119353"/>
                  </a:lnTo>
                  <a:lnTo>
                    <a:pt x="52497" y="119357"/>
                  </a:lnTo>
                  <a:lnTo>
                    <a:pt x="50736" y="118943"/>
                  </a:lnTo>
                  <a:lnTo>
                    <a:pt x="50331" y="118688"/>
                  </a:lnTo>
                  <a:lnTo>
                    <a:pt x="46389" y="118343"/>
                  </a:lnTo>
                  <a:lnTo>
                    <a:pt x="42299" y="118302"/>
                  </a:lnTo>
                  <a:lnTo>
                    <a:pt x="38833" y="118269"/>
                  </a:lnTo>
                  <a:lnTo>
                    <a:pt x="34459" y="118223"/>
                  </a:lnTo>
                  <a:lnTo>
                    <a:pt x="31382" y="118194"/>
                  </a:lnTo>
                  <a:lnTo>
                    <a:pt x="28512" y="118165"/>
                  </a:lnTo>
                  <a:lnTo>
                    <a:pt x="26296" y="120853"/>
                  </a:lnTo>
                  <a:lnTo>
                    <a:pt x="23897" y="123766"/>
                  </a:lnTo>
                  <a:lnTo>
                    <a:pt x="20670" y="125317"/>
                  </a:lnTo>
                  <a:lnTo>
                    <a:pt x="16957" y="124740"/>
                  </a:lnTo>
                  <a:lnTo>
                    <a:pt x="15771" y="125157"/>
                  </a:lnTo>
                  <a:lnTo>
                    <a:pt x="14543" y="126452"/>
                  </a:lnTo>
                  <a:lnTo>
                    <a:pt x="13641" y="127392"/>
                  </a:lnTo>
                  <a:lnTo>
                    <a:pt x="12361" y="127955"/>
                  </a:lnTo>
                  <a:lnTo>
                    <a:pt x="10709" y="127490"/>
                  </a:lnTo>
                  <a:lnTo>
                    <a:pt x="10040" y="127772"/>
                  </a:lnTo>
                  <a:lnTo>
                    <a:pt x="9625" y="126446"/>
                  </a:lnTo>
                  <a:lnTo>
                    <a:pt x="9149" y="124295"/>
                  </a:lnTo>
                  <a:lnTo>
                    <a:pt x="9449" y="122720"/>
                  </a:lnTo>
                  <a:lnTo>
                    <a:pt x="10456" y="121708"/>
                  </a:lnTo>
                  <a:lnTo>
                    <a:pt x="11972" y="120383"/>
                  </a:lnTo>
                  <a:lnTo>
                    <a:pt x="12766" y="121064"/>
                  </a:lnTo>
                  <a:lnTo>
                    <a:pt x="13231" y="121097"/>
                  </a:lnTo>
                  <a:lnTo>
                    <a:pt x="13317" y="120247"/>
                  </a:lnTo>
                  <a:lnTo>
                    <a:pt x="13169" y="119794"/>
                  </a:lnTo>
                  <a:lnTo>
                    <a:pt x="12026" y="118642"/>
                  </a:lnTo>
                  <a:lnTo>
                    <a:pt x="11431" y="117121"/>
                  </a:lnTo>
                  <a:lnTo>
                    <a:pt x="10941" y="118011"/>
                  </a:lnTo>
                  <a:lnTo>
                    <a:pt x="10518" y="119877"/>
                  </a:lnTo>
                  <a:lnTo>
                    <a:pt x="10166" y="120434"/>
                  </a:lnTo>
                  <a:lnTo>
                    <a:pt x="9649" y="120957"/>
                  </a:lnTo>
                  <a:lnTo>
                    <a:pt x="9355" y="119688"/>
                  </a:lnTo>
                  <a:lnTo>
                    <a:pt x="9228" y="118454"/>
                  </a:lnTo>
                  <a:lnTo>
                    <a:pt x="9465" y="117503"/>
                  </a:lnTo>
                  <a:lnTo>
                    <a:pt x="9343" y="112156"/>
                  </a:lnTo>
                  <a:lnTo>
                    <a:pt x="9484" y="109305"/>
                  </a:lnTo>
                  <a:lnTo>
                    <a:pt x="9412" y="106812"/>
                  </a:lnTo>
                  <a:lnTo>
                    <a:pt x="10128" y="105170"/>
                  </a:lnTo>
                  <a:lnTo>
                    <a:pt x="10808" y="104153"/>
                  </a:lnTo>
                  <a:lnTo>
                    <a:pt x="13464" y="104059"/>
                  </a:lnTo>
                  <a:lnTo>
                    <a:pt x="15932" y="103971"/>
                  </a:lnTo>
                  <a:lnTo>
                    <a:pt x="18312" y="104029"/>
                  </a:lnTo>
                  <a:lnTo>
                    <a:pt x="20734" y="104085"/>
                  </a:lnTo>
                  <a:lnTo>
                    <a:pt x="20977" y="99100"/>
                  </a:lnTo>
                  <a:lnTo>
                    <a:pt x="21742" y="98709"/>
                  </a:lnTo>
                  <a:lnTo>
                    <a:pt x="22891" y="98194"/>
                  </a:lnTo>
                  <a:lnTo>
                    <a:pt x="25030" y="97586"/>
                  </a:lnTo>
                  <a:lnTo>
                    <a:pt x="27414" y="97006"/>
                  </a:lnTo>
                  <a:lnTo>
                    <a:pt x="27922" y="96028"/>
                  </a:lnTo>
                  <a:lnTo>
                    <a:pt x="28317" y="94375"/>
                  </a:lnTo>
                  <a:lnTo>
                    <a:pt x="28567" y="92891"/>
                  </a:lnTo>
                  <a:lnTo>
                    <a:pt x="29060" y="92264"/>
                  </a:lnTo>
                  <a:lnTo>
                    <a:pt x="29727" y="92762"/>
                  </a:lnTo>
                  <a:lnTo>
                    <a:pt x="30602" y="93539"/>
                  </a:lnTo>
                  <a:lnTo>
                    <a:pt x="31508" y="94743"/>
                  </a:lnTo>
                  <a:lnTo>
                    <a:pt x="32547" y="95858"/>
                  </a:lnTo>
                  <a:lnTo>
                    <a:pt x="33239" y="96559"/>
                  </a:lnTo>
                  <a:lnTo>
                    <a:pt x="34900" y="98315"/>
                  </a:lnTo>
                  <a:lnTo>
                    <a:pt x="37744" y="100762"/>
                  </a:lnTo>
                  <a:lnTo>
                    <a:pt x="40082" y="101739"/>
                  </a:lnTo>
                  <a:lnTo>
                    <a:pt x="42908" y="99950"/>
                  </a:lnTo>
                  <a:lnTo>
                    <a:pt x="44948" y="98800"/>
                  </a:lnTo>
                  <a:lnTo>
                    <a:pt x="45201" y="96657"/>
                  </a:lnTo>
                  <a:lnTo>
                    <a:pt x="44883" y="94567"/>
                  </a:lnTo>
                  <a:lnTo>
                    <a:pt x="43365" y="92649"/>
                  </a:lnTo>
                  <a:lnTo>
                    <a:pt x="41298" y="92865"/>
                  </a:lnTo>
                  <a:lnTo>
                    <a:pt x="40664" y="93379"/>
                  </a:lnTo>
                  <a:lnTo>
                    <a:pt x="39701" y="94017"/>
                  </a:lnTo>
                  <a:lnTo>
                    <a:pt x="39122" y="94271"/>
                  </a:lnTo>
                  <a:lnTo>
                    <a:pt x="38148" y="93824"/>
                  </a:lnTo>
                  <a:lnTo>
                    <a:pt x="36910" y="92169"/>
                  </a:lnTo>
                  <a:lnTo>
                    <a:pt x="36132" y="90501"/>
                  </a:lnTo>
                  <a:lnTo>
                    <a:pt x="35044" y="89719"/>
                  </a:lnTo>
                  <a:lnTo>
                    <a:pt x="33754" y="88937"/>
                  </a:lnTo>
                  <a:lnTo>
                    <a:pt x="31684" y="85506"/>
                  </a:lnTo>
                  <a:lnTo>
                    <a:pt x="30604" y="84891"/>
                  </a:lnTo>
                  <a:lnTo>
                    <a:pt x="29581" y="84711"/>
                  </a:lnTo>
                  <a:lnTo>
                    <a:pt x="27617" y="85390"/>
                  </a:lnTo>
                  <a:lnTo>
                    <a:pt x="25700" y="87225"/>
                  </a:lnTo>
                  <a:lnTo>
                    <a:pt x="24691" y="91385"/>
                  </a:lnTo>
                  <a:lnTo>
                    <a:pt x="22771" y="91325"/>
                  </a:lnTo>
                  <a:lnTo>
                    <a:pt x="18695" y="91192"/>
                  </a:lnTo>
                  <a:lnTo>
                    <a:pt x="14952" y="91071"/>
                  </a:lnTo>
                  <a:lnTo>
                    <a:pt x="11862" y="91353"/>
                  </a:lnTo>
                  <a:lnTo>
                    <a:pt x="11551" y="88332"/>
                  </a:lnTo>
                  <a:lnTo>
                    <a:pt x="10819" y="85926"/>
                  </a:lnTo>
                  <a:lnTo>
                    <a:pt x="9630" y="83874"/>
                  </a:lnTo>
                  <a:lnTo>
                    <a:pt x="9368" y="81968"/>
                  </a:lnTo>
                  <a:lnTo>
                    <a:pt x="9771" y="80306"/>
                  </a:lnTo>
                  <a:lnTo>
                    <a:pt x="10920" y="78938"/>
                  </a:lnTo>
                  <a:lnTo>
                    <a:pt x="11182" y="77961"/>
                  </a:lnTo>
                  <a:lnTo>
                    <a:pt x="10580" y="78107"/>
                  </a:lnTo>
                  <a:lnTo>
                    <a:pt x="9670" y="78987"/>
                  </a:lnTo>
                  <a:lnTo>
                    <a:pt x="9066" y="79036"/>
                  </a:lnTo>
                  <a:lnTo>
                    <a:pt x="8992" y="76403"/>
                  </a:lnTo>
                  <a:lnTo>
                    <a:pt x="7984" y="73002"/>
                  </a:lnTo>
                  <a:lnTo>
                    <a:pt x="6846" y="67244"/>
                  </a:lnTo>
                  <a:lnTo>
                    <a:pt x="5560" y="64885"/>
                  </a:lnTo>
                  <a:lnTo>
                    <a:pt x="4479" y="60229"/>
                  </a:lnTo>
                  <a:lnTo>
                    <a:pt x="3351" y="58443"/>
                  </a:lnTo>
                  <a:lnTo>
                    <a:pt x="2313" y="57609"/>
                  </a:lnTo>
                  <a:lnTo>
                    <a:pt x="1428" y="57780"/>
                  </a:lnTo>
                  <a:lnTo>
                    <a:pt x="1104" y="59904"/>
                  </a:lnTo>
                  <a:lnTo>
                    <a:pt x="0" y="56845"/>
                  </a:lnTo>
                  <a:lnTo>
                    <a:pt x="1509" y="55750"/>
                  </a:lnTo>
                  <a:lnTo>
                    <a:pt x="4734" y="51914"/>
                  </a:lnTo>
                  <a:lnTo>
                    <a:pt x="8436" y="40922"/>
                  </a:lnTo>
                  <a:lnTo>
                    <a:pt x="11759" y="27908"/>
                  </a:lnTo>
                  <a:lnTo>
                    <a:pt x="12191" y="24836"/>
                  </a:lnTo>
                  <a:lnTo>
                    <a:pt x="12596" y="22503"/>
                  </a:lnTo>
                  <a:lnTo>
                    <a:pt x="12864" y="17188"/>
                  </a:lnTo>
                  <a:lnTo>
                    <a:pt x="13340" y="14017"/>
                  </a:lnTo>
                  <a:lnTo>
                    <a:pt x="13787" y="13415"/>
                  </a:lnTo>
                  <a:lnTo>
                    <a:pt x="14350" y="10984"/>
                  </a:lnTo>
                  <a:lnTo>
                    <a:pt x="15031" y="6725"/>
                  </a:lnTo>
                  <a:lnTo>
                    <a:pt x="15802" y="4361"/>
                  </a:lnTo>
                  <a:lnTo>
                    <a:pt x="16663" y="3895"/>
                  </a:lnTo>
                  <a:lnTo>
                    <a:pt x="17334" y="4100"/>
                  </a:lnTo>
                  <a:lnTo>
                    <a:pt x="17813" y="4977"/>
                  </a:lnTo>
                  <a:lnTo>
                    <a:pt x="19215" y="5518"/>
                  </a:lnTo>
                  <a:lnTo>
                    <a:pt x="21540" y="5726"/>
                  </a:lnTo>
                  <a:lnTo>
                    <a:pt x="23336" y="5091"/>
                  </a:lnTo>
                  <a:lnTo>
                    <a:pt x="24605" y="3614"/>
                  </a:lnTo>
                  <a:lnTo>
                    <a:pt x="26271" y="2864"/>
                  </a:lnTo>
                  <a:lnTo>
                    <a:pt x="28336" y="2845"/>
                  </a:lnTo>
                  <a:lnTo>
                    <a:pt x="29422" y="2224"/>
                  </a:lnTo>
                  <a:lnTo>
                    <a:pt x="29529" y="1004"/>
                  </a:lnTo>
                  <a:lnTo>
                    <a:pt x="29798" y="636"/>
                  </a:lnTo>
                  <a:lnTo>
                    <a:pt x="30229" y="1121"/>
                  </a:lnTo>
                  <a:lnTo>
                    <a:pt x="30635" y="929"/>
                  </a:lnTo>
                  <a:lnTo>
                    <a:pt x="31016" y="59"/>
                  </a:lnTo>
                  <a:lnTo>
                    <a:pt x="31395" y="0"/>
                  </a:lnTo>
                  <a:lnTo>
                    <a:pt x="31772" y="750"/>
                  </a:lnTo>
                  <a:lnTo>
                    <a:pt x="33501" y="975"/>
                  </a:lnTo>
                  <a:lnTo>
                    <a:pt x="36584" y="678"/>
                  </a:lnTo>
                  <a:lnTo>
                    <a:pt x="39432" y="2914"/>
                  </a:lnTo>
                  <a:lnTo>
                    <a:pt x="42045" y="7684"/>
                  </a:lnTo>
                  <a:lnTo>
                    <a:pt x="43393" y="10867"/>
                  </a:lnTo>
                  <a:lnTo>
                    <a:pt x="43477" y="12460"/>
                  </a:lnTo>
                  <a:lnTo>
                    <a:pt x="43910" y="14066"/>
                  </a:lnTo>
                  <a:lnTo>
                    <a:pt x="44692" y="15683"/>
                  </a:lnTo>
                  <a:lnTo>
                    <a:pt x="45407" y="15982"/>
                  </a:lnTo>
                  <a:lnTo>
                    <a:pt x="46055" y="14963"/>
                  </a:lnTo>
                  <a:lnTo>
                    <a:pt x="46563" y="15073"/>
                  </a:lnTo>
                  <a:lnTo>
                    <a:pt x="46932" y="16311"/>
                  </a:lnTo>
                  <a:lnTo>
                    <a:pt x="47677" y="16565"/>
                  </a:lnTo>
                  <a:lnTo>
                    <a:pt x="48506" y="15804"/>
                  </a:lnTo>
                  <a:lnTo>
                    <a:pt x="49098" y="16065"/>
                  </a:lnTo>
                  <a:lnTo>
                    <a:pt x="49205" y="16801"/>
                  </a:lnTo>
                  <a:lnTo>
                    <a:pt x="49342" y="17194"/>
                  </a:lnTo>
                  <a:lnTo>
                    <a:pt x="49742" y="17368"/>
                  </a:lnTo>
                  <a:lnTo>
                    <a:pt x="50284" y="18312"/>
                  </a:lnTo>
                  <a:lnTo>
                    <a:pt x="51041" y="20844"/>
                  </a:lnTo>
                  <a:lnTo>
                    <a:pt x="51656" y="24379"/>
                  </a:lnTo>
                  <a:lnTo>
                    <a:pt x="52132" y="28914"/>
                  </a:lnTo>
                  <a:lnTo>
                    <a:pt x="52760" y="31381"/>
                  </a:lnTo>
                  <a:lnTo>
                    <a:pt x="53541" y="31782"/>
                  </a:lnTo>
                  <a:lnTo>
                    <a:pt x="53993" y="32714"/>
                  </a:lnTo>
                  <a:lnTo>
                    <a:pt x="54083" y="33793"/>
                  </a:lnTo>
                  <a:lnTo>
                    <a:pt x="54310" y="34526"/>
                  </a:lnTo>
                  <a:lnTo>
                    <a:pt x="54685" y="34935"/>
                  </a:lnTo>
                  <a:lnTo>
                    <a:pt x="55345" y="34691"/>
                  </a:lnTo>
                  <a:lnTo>
                    <a:pt x="56119" y="36223"/>
                  </a:lnTo>
                  <a:lnTo>
                    <a:pt x="56950" y="39550"/>
                  </a:lnTo>
                  <a:lnTo>
                    <a:pt x="57081" y="41051"/>
                  </a:lnTo>
                  <a:lnTo>
                    <a:pt x="56950" y="41856"/>
                  </a:lnTo>
                  <a:lnTo>
                    <a:pt x="57001" y="42443"/>
                  </a:lnTo>
                  <a:lnTo>
                    <a:pt x="57553" y="43004"/>
                  </a:lnTo>
                  <a:lnTo>
                    <a:pt x="58076" y="44094"/>
                  </a:lnTo>
                  <a:lnTo>
                    <a:pt x="58503" y="45731"/>
                  </a:lnTo>
                  <a:lnTo>
                    <a:pt x="59425" y="47184"/>
                  </a:lnTo>
                  <a:lnTo>
                    <a:pt x="60839" y="48457"/>
                  </a:lnTo>
                  <a:lnTo>
                    <a:pt x="61859" y="50358"/>
                  </a:lnTo>
                  <a:lnTo>
                    <a:pt x="62483" y="52889"/>
                  </a:lnTo>
                  <a:lnTo>
                    <a:pt x="63776" y="55017"/>
                  </a:lnTo>
                  <a:close/>
                </a:path>
              </a:pathLst>
            </a:custGeom>
            <a:solidFill>
              <a:srgbClr val="BAD8B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3" name="pg1352"/>
            <p:cNvSpPr/>
            <p:nvPr/>
          </p:nvSpPr>
          <p:spPr>
            <a:xfrm>
              <a:off x="4596934" y="3591310"/>
              <a:ext cx="4219" cy="5368"/>
            </a:xfrm>
            <a:custGeom>
              <a:avLst/>
              <a:pathLst>
                <a:path w="4219" h="5368">
                  <a:moveTo>
                    <a:pt x="3894" y="3416"/>
                  </a:moveTo>
                  <a:lnTo>
                    <a:pt x="2068" y="5368"/>
                  </a:lnTo>
                  <a:lnTo>
                    <a:pt x="0" y="3591"/>
                  </a:lnTo>
                  <a:lnTo>
                    <a:pt x="671" y="698"/>
                  </a:lnTo>
                  <a:lnTo>
                    <a:pt x="2044" y="0"/>
                  </a:lnTo>
                  <a:lnTo>
                    <a:pt x="3153" y="919"/>
                  </a:lnTo>
                  <a:lnTo>
                    <a:pt x="3785" y="1620"/>
                  </a:lnTo>
                  <a:lnTo>
                    <a:pt x="4219" y="2418"/>
                  </a:lnTo>
                  <a:close/>
                </a:path>
              </a:pathLst>
            </a:custGeom>
            <a:solidFill>
              <a:srgbClr val="88BB7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4" name="pg1353"/>
            <p:cNvSpPr/>
            <p:nvPr/>
          </p:nvSpPr>
          <p:spPr>
            <a:xfrm>
              <a:off x="3011362" y="5359209"/>
              <a:ext cx="2329" cy="3252"/>
            </a:xfrm>
            <a:custGeom>
              <a:avLst/>
              <a:pathLst>
                <a:path w="2329" h="3252">
                  <a:moveTo>
                    <a:pt x="2277" y="1564"/>
                  </a:moveTo>
                  <a:lnTo>
                    <a:pt x="2329" y="3252"/>
                  </a:lnTo>
                  <a:lnTo>
                    <a:pt x="435" y="1702"/>
                  </a:lnTo>
                  <a:lnTo>
                    <a:pt x="0" y="978"/>
                  </a:lnTo>
                  <a:lnTo>
                    <a:pt x="607" y="28"/>
                  </a:lnTo>
                  <a:lnTo>
                    <a:pt x="1798" y="0"/>
                  </a:lnTo>
                  <a:lnTo>
                    <a:pt x="2091" y="577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5" name="pg1354"/>
            <p:cNvSpPr/>
            <p:nvPr/>
          </p:nvSpPr>
          <p:spPr>
            <a:xfrm>
              <a:off x="2870400" y="5229248"/>
              <a:ext cx="27041" cy="26083"/>
            </a:xfrm>
            <a:custGeom>
              <a:avLst/>
              <a:pathLst>
                <a:path w="27041" h="26083">
                  <a:moveTo>
                    <a:pt x="11140" y="2409"/>
                  </a:moveTo>
                  <a:lnTo>
                    <a:pt x="12325" y="3846"/>
                  </a:lnTo>
                  <a:lnTo>
                    <a:pt x="13266" y="2868"/>
                  </a:lnTo>
                  <a:lnTo>
                    <a:pt x="14240" y="2983"/>
                  </a:lnTo>
                  <a:lnTo>
                    <a:pt x="14773" y="3468"/>
                  </a:lnTo>
                  <a:lnTo>
                    <a:pt x="15323" y="3653"/>
                  </a:lnTo>
                  <a:lnTo>
                    <a:pt x="16009" y="3664"/>
                  </a:lnTo>
                  <a:lnTo>
                    <a:pt x="17190" y="6079"/>
                  </a:lnTo>
                  <a:lnTo>
                    <a:pt x="16696" y="8221"/>
                  </a:lnTo>
                  <a:lnTo>
                    <a:pt x="17993" y="7799"/>
                  </a:lnTo>
                  <a:lnTo>
                    <a:pt x="19119" y="9583"/>
                  </a:lnTo>
                  <a:lnTo>
                    <a:pt x="19629" y="9433"/>
                  </a:lnTo>
                  <a:lnTo>
                    <a:pt x="19884" y="8711"/>
                  </a:lnTo>
                  <a:lnTo>
                    <a:pt x="20608" y="7892"/>
                  </a:lnTo>
                  <a:lnTo>
                    <a:pt x="21110" y="9000"/>
                  </a:lnTo>
                  <a:lnTo>
                    <a:pt x="21714" y="11121"/>
                  </a:lnTo>
                  <a:lnTo>
                    <a:pt x="22483" y="11764"/>
                  </a:lnTo>
                  <a:lnTo>
                    <a:pt x="23162" y="14012"/>
                  </a:lnTo>
                  <a:lnTo>
                    <a:pt x="23695" y="16843"/>
                  </a:lnTo>
                  <a:lnTo>
                    <a:pt x="24183" y="17244"/>
                  </a:lnTo>
                  <a:lnTo>
                    <a:pt x="25017" y="17256"/>
                  </a:lnTo>
                  <a:lnTo>
                    <a:pt x="25862" y="16863"/>
                  </a:lnTo>
                  <a:lnTo>
                    <a:pt x="25543" y="19307"/>
                  </a:lnTo>
                  <a:lnTo>
                    <a:pt x="25643" y="21474"/>
                  </a:lnTo>
                  <a:lnTo>
                    <a:pt x="27041" y="23030"/>
                  </a:lnTo>
                  <a:lnTo>
                    <a:pt x="26208" y="23884"/>
                  </a:lnTo>
                  <a:lnTo>
                    <a:pt x="25331" y="25122"/>
                  </a:lnTo>
                  <a:lnTo>
                    <a:pt x="23544" y="26083"/>
                  </a:lnTo>
                  <a:lnTo>
                    <a:pt x="23080" y="25673"/>
                  </a:lnTo>
                  <a:lnTo>
                    <a:pt x="21519" y="23515"/>
                  </a:lnTo>
                  <a:lnTo>
                    <a:pt x="20790" y="20969"/>
                  </a:lnTo>
                  <a:lnTo>
                    <a:pt x="19154" y="17333"/>
                  </a:lnTo>
                  <a:lnTo>
                    <a:pt x="18833" y="16263"/>
                  </a:lnTo>
                  <a:lnTo>
                    <a:pt x="18413" y="15576"/>
                  </a:lnTo>
                  <a:lnTo>
                    <a:pt x="16931" y="15129"/>
                  </a:lnTo>
                  <a:lnTo>
                    <a:pt x="15629" y="14257"/>
                  </a:lnTo>
                  <a:lnTo>
                    <a:pt x="14546" y="12416"/>
                  </a:lnTo>
                  <a:lnTo>
                    <a:pt x="14206" y="11285"/>
                  </a:lnTo>
                  <a:lnTo>
                    <a:pt x="13789" y="10500"/>
                  </a:lnTo>
                  <a:lnTo>
                    <a:pt x="12317" y="10544"/>
                  </a:lnTo>
                  <a:lnTo>
                    <a:pt x="11390" y="9675"/>
                  </a:lnTo>
                  <a:lnTo>
                    <a:pt x="10472" y="8492"/>
                  </a:lnTo>
                  <a:lnTo>
                    <a:pt x="6334" y="5075"/>
                  </a:lnTo>
                  <a:lnTo>
                    <a:pt x="4710" y="5419"/>
                  </a:lnTo>
                  <a:lnTo>
                    <a:pt x="3962" y="4452"/>
                  </a:lnTo>
                  <a:lnTo>
                    <a:pt x="4002" y="2738"/>
                  </a:lnTo>
                  <a:lnTo>
                    <a:pt x="4857" y="1713"/>
                  </a:lnTo>
                  <a:lnTo>
                    <a:pt x="1275" y="1324"/>
                  </a:lnTo>
                  <a:lnTo>
                    <a:pt x="0" y="706"/>
                  </a:lnTo>
                  <a:lnTo>
                    <a:pt x="876" y="340"/>
                  </a:lnTo>
                  <a:lnTo>
                    <a:pt x="5869" y="285"/>
                  </a:lnTo>
                  <a:lnTo>
                    <a:pt x="7741" y="0"/>
                  </a:lnTo>
                  <a:lnTo>
                    <a:pt x="7905" y="741"/>
                  </a:lnTo>
                  <a:lnTo>
                    <a:pt x="9562" y="2259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6" name="pg1355"/>
            <p:cNvSpPr/>
            <p:nvPr/>
          </p:nvSpPr>
          <p:spPr>
            <a:xfrm>
              <a:off x="3263254" y="4104082"/>
              <a:ext cx="1496" cy="2891"/>
            </a:xfrm>
            <a:custGeom>
              <a:avLst/>
              <a:pathLst>
                <a:path w="1496" h="2891">
                  <a:moveTo>
                    <a:pt x="1101" y="2706"/>
                  </a:moveTo>
                  <a:lnTo>
                    <a:pt x="0" y="2891"/>
                  </a:lnTo>
                  <a:lnTo>
                    <a:pt x="91" y="1494"/>
                  </a:lnTo>
                  <a:lnTo>
                    <a:pt x="909" y="0"/>
                  </a:lnTo>
                  <a:lnTo>
                    <a:pt x="1462" y="196"/>
                  </a:lnTo>
                  <a:lnTo>
                    <a:pt x="1496" y="1913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7" name="pg1356"/>
            <p:cNvSpPr/>
            <p:nvPr/>
          </p:nvSpPr>
          <p:spPr>
            <a:xfrm>
              <a:off x="3158048" y="3866994"/>
              <a:ext cx="1369" cy="2752"/>
            </a:xfrm>
            <a:custGeom>
              <a:avLst/>
              <a:pathLst>
                <a:path w="1369" h="2752">
                  <a:moveTo>
                    <a:pt x="616" y="2709"/>
                  </a:moveTo>
                  <a:lnTo>
                    <a:pt x="198" y="2752"/>
                  </a:lnTo>
                  <a:lnTo>
                    <a:pt x="76" y="2507"/>
                  </a:lnTo>
                  <a:lnTo>
                    <a:pt x="0" y="1806"/>
                  </a:lnTo>
                  <a:lnTo>
                    <a:pt x="199" y="683"/>
                  </a:lnTo>
                  <a:lnTo>
                    <a:pt x="381" y="0"/>
                  </a:lnTo>
                  <a:lnTo>
                    <a:pt x="664" y="98"/>
                  </a:lnTo>
                  <a:lnTo>
                    <a:pt x="1049" y="885"/>
                  </a:lnTo>
                  <a:lnTo>
                    <a:pt x="1369" y="1561"/>
                  </a:lnTo>
                  <a:lnTo>
                    <a:pt x="1196" y="2172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8" name="pg1357"/>
            <p:cNvSpPr/>
            <p:nvPr/>
          </p:nvSpPr>
          <p:spPr>
            <a:xfrm>
              <a:off x="5365913" y="3975991"/>
              <a:ext cx="2214" cy="3252"/>
            </a:xfrm>
            <a:custGeom>
              <a:avLst/>
              <a:pathLst>
                <a:path w="2214" h="3252">
                  <a:moveTo>
                    <a:pt x="2214" y="2773"/>
                  </a:moveTo>
                  <a:lnTo>
                    <a:pt x="1137" y="3252"/>
                  </a:lnTo>
                  <a:lnTo>
                    <a:pt x="712" y="3133"/>
                  </a:lnTo>
                  <a:lnTo>
                    <a:pt x="0" y="577"/>
                  </a:lnTo>
                  <a:lnTo>
                    <a:pt x="529" y="0"/>
                  </a:lnTo>
                  <a:lnTo>
                    <a:pt x="1316" y="222"/>
                  </a:lnTo>
                  <a:lnTo>
                    <a:pt x="1555" y="1725"/>
                  </a:lnTo>
                  <a:close/>
                </a:path>
              </a:pathLst>
            </a:custGeom>
            <a:solidFill>
              <a:srgbClr val="F3F8F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9" name="pg1358"/>
            <p:cNvSpPr/>
            <p:nvPr/>
          </p:nvSpPr>
          <p:spPr>
            <a:xfrm>
              <a:off x="5283428" y="3973056"/>
              <a:ext cx="7275" cy="10645"/>
            </a:xfrm>
            <a:custGeom>
              <a:avLst/>
              <a:pathLst>
                <a:path w="7275" h="10645">
                  <a:moveTo>
                    <a:pt x="7275" y="9629"/>
                  </a:moveTo>
                  <a:lnTo>
                    <a:pt x="6425" y="10645"/>
                  </a:lnTo>
                  <a:lnTo>
                    <a:pt x="5652" y="10134"/>
                  </a:lnTo>
                  <a:lnTo>
                    <a:pt x="5060" y="9363"/>
                  </a:lnTo>
                  <a:lnTo>
                    <a:pt x="4579" y="7090"/>
                  </a:lnTo>
                  <a:lnTo>
                    <a:pt x="3545" y="5673"/>
                  </a:lnTo>
                  <a:lnTo>
                    <a:pt x="2074" y="5081"/>
                  </a:lnTo>
                  <a:lnTo>
                    <a:pt x="1471" y="4100"/>
                  </a:lnTo>
                  <a:lnTo>
                    <a:pt x="1314" y="3615"/>
                  </a:lnTo>
                  <a:lnTo>
                    <a:pt x="295" y="3179"/>
                  </a:lnTo>
                  <a:lnTo>
                    <a:pt x="0" y="1950"/>
                  </a:lnTo>
                  <a:lnTo>
                    <a:pt x="85" y="672"/>
                  </a:lnTo>
                  <a:lnTo>
                    <a:pt x="252" y="0"/>
                  </a:lnTo>
                  <a:lnTo>
                    <a:pt x="1194" y="617"/>
                  </a:lnTo>
                  <a:lnTo>
                    <a:pt x="5721" y="6616"/>
                  </a:lnTo>
                  <a:lnTo>
                    <a:pt x="6798" y="8475"/>
                  </a:lnTo>
                  <a:close/>
                </a:path>
              </a:pathLst>
            </a:custGeom>
            <a:solidFill>
              <a:srgbClr val="F3F8F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0" name="pg1359"/>
            <p:cNvSpPr/>
            <p:nvPr/>
          </p:nvSpPr>
          <p:spPr>
            <a:xfrm>
              <a:off x="5354250" y="3949096"/>
              <a:ext cx="4529" cy="5624"/>
            </a:xfrm>
            <a:custGeom>
              <a:avLst/>
              <a:pathLst>
                <a:path w="4529" h="5624">
                  <a:moveTo>
                    <a:pt x="4177" y="2856"/>
                  </a:moveTo>
                  <a:lnTo>
                    <a:pt x="3203" y="3367"/>
                  </a:lnTo>
                  <a:lnTo>
                    <a:pt x="2894" y="3223"/>
                  </a:lnTo>
                  <a:lnTo>
                    <a:pt x="2166" y="3497"/>
                  </a:lnTo>
                  <a:lnTo>
                    <a:pt x="1384" y="5624"/>
                  </a:lnTo>
                  <a:lnTo>
                    <a:pt x="805" y="5326"/>
                  </a:lnTo>
                  <a:lnTo>
                    <a:pt x="352" y="5404"/>
                  </a:lnTo>
                  <a:lnTo>
                    <a:pt x="7" y="3653"/>
                  </a:lnTo>
                  <a:lnTo>
                    <a:pt x="0" y="2804"/>
                  </a:lnTo>
                  <a:lnTo>
                    <a:pt x="554" y="2940"/>
                  </a:lnTo>
                  <a:lnTo>
                    <a:pt x="846" y="1237"/>
                  </a:lnTo>
                  <a:lnTo>
                    <a:pt x="1447" y="389"/>
                  </a:lnTo>
                  <a:lnTo>
                    <a:pt x="2844" y="0"/>
                  </a:lnTo>
                  <a:lnTo>
                    <a:pt x="4085" y="554"/>
                  </a:lnTo>
                  <a:lnTo>
                    <a:pt x="4529" y="943"/>
                  </a:lnTo>
                  <a:lnTo>
                    <a:pt x="4137" y="2484"/>
                  </a:lnTo>
                  <a:close/>
                </a:path>
              </a:pathLst>
            </a:custGeom>
            <a:solidFill>
              <a:srgbClr val="F3F8F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1" name="pg1360"/>
            <p:cNvSpPr/>
            <p:nvPr/>
          </p:nvSpPr>
          <p:spPr>
            <a:xfrm>
              <a:off x="5299348" y="3935600"/>
              <a:ext cx="13257" cy="18548"/>
            </a:xfrm>
            <a:custGeom>
              <a:avLst/>
              <a:pathLst>
                <a:path w="13257" h="18548">
                  <a:moveTo>
                    <a:pt x="5237" y="5404"/>
                  </a:moveTo>
                  <a:lnTo>
                    <a:pt x="6770" y="7141"/>
                  </a:lnTo>
                  <a:lnTo>
                    <a:pt x="7663" y="6856"/>
                  </a:lnTo>
                  <a:lnTo>
                    <a:pt x="8985" y="8050"/>
                  </a:lnTo>
                  <a:lnTo>
                    <a:pt x="9991" y="7369"/>
                  </a:lnTo>
                  <a:lnTo>
                    <a:pt x="10618" y="8913"/>
                  </a:lnTo>
                  <a:lnTo>
                    <a:pt x="12207" y="14939"/>
                  </a:lnTo>
                  <a:lnTo>
                    <a:pt x="12216" y="16895"/>
                  </a:lnTo>
                  <a:lnTo>
                    <a:pt x="13257" y="18286"/>
                  </a:lnTo>
                  <a:lnTo>
                    <a:pt x="12378" y="18548"/>
                  </a:lnTo>
                  <a:lnTo>
                    <a:pt x="11159" y="17830"/>
                  </a:lnTo>
                  <a:lnTo>
                    <a:pt x="10213" y="18320"/>
                  </a:lnTo>
                  <a:lnTo>
                    <a:pt x="9227" y="17152"/>
                  </a:lnTo>
                  <a:lnTo>
                    <a:pt x="7559" y="16546"/>
                  </a:lnTo>
                  <a:lnTo>
                    <a:pt x="6109" y="15143"/>
                  </a:lnTo>
                  <a:lnTo>
                    <a:pt x="3075" y="10697"/>
                  </a:lnTo>
                  <a:lnTo>
                    <a:pt x="3091" y="8478"/>
                  </a:lnTo>
                  <a:lnTo>
                    <a:pt x="2602" y="7393"/>
                  </a:lnTo>
                  <a:lnTo>
                    <a:pt x="2455" y="4640"/>
                  </a:lnTo>
                  <a:lnTo>
                    <a:pt x="1369" y="3768"/>
                  </a:lnTo>
                  <a:lnTo>
                    <a:pt x="102" y="3607"/>
                  </a:lnTo>
                  <a:lnTo>
                    <a:pt x="0" y="2305"/>
                  </a:lnTo>
                  <a:lnTo>
                    <a:pt x="234" y="0"/>
                  </a:lnTo>
                  <a:lnTo>
                    <a:pt x="1179" y="34"/>
                  </a:lnTo>
                  <a:lnTo>
                    <a:pt x="2317" y="992"/>
                  </a:lnTo>
                  <a:lnTo>
                    <a:pt x="4488" y="4357"/>
                  </a:lnTo>
                  <a:lnTo>
                    <a:pt x="5025" y="4931"/>
                  </a:lnTo>
                  <a:close/>
                </a:path>
              </a:pathLst>
            </a:custGeom>
            <a:solidFill>
              <a:srgbClr val="F3F8F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2" name="pg1361"/>
            <p:cNvSpPr/>
            <p:nvPr/>
          </p:nvSpPr>
          <p:spPr>
            <a:xfrm>
              <a:off x="5300306" y="3910455"/>
              <a:ext cx="2373" cy="12301"/>
            </a:xfrm>
            <a:custGeom>
              <a:avLst/>
              <a:pathLst>
                <a:path w="2373" h="12301">
                  <a:moveTo>
                    <a:pt x="2238" y="8045"/>
                  </a:moveTo>
                  <a:lnTo>
                    <a:pt x="2373" y="11207"/>
                  </a:lnTo>
                  <a:lnTo>
                    <a:pt x="2311" y="12301"/>
                  </a:lnTo>
                  <a:lnTo>
                    <a:pt x="1386" y="9978"/>
                  </a:lnTo>
                  <a:lnTo>
                    <a:pt x="954" y="10800"/>
                  </a:lnTo>
                  <a:lnTo>
                    <a:pt x="555" y="9698"/>
                  </a:lnTo>
                  <a:lnTo>
                    <a:pt x="583" y="7297"/>
                  </a:lnTo>
                  <a:lnTo>
                    <a:pt x="643" y="4738"/>
                  </a:lnTo>
                  <a:lnTo>
                    <a:pt x="464" y="2799"/>
                  </a:lnTo>
                  <a:lnTo>
                    <a:pt x="0" y="0"/>
                  </a:lnTo>
                  <a:lnTo>
                    <a:pt x="519" y="444"/>
                  </a:lnTo>
                  <a:close/>
                </a:path>
              </a:pathLst>
            </a:custGeom>
            <a:solidFill>
              <a:srgbClr val="F3F8F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3" name="pg1362"/>
            <p:cNvSpPr/>
            <p:nvPr/>
          </p:nvSpPr>
          <p:spPr>
            <a:xfrm>
              <a:off x="5278896" y="3907950"/>
              <a:ext cx="14765" cy="19501"/>
            </a:xfrm>
            <a:custGeom>
              <a:avLst/>
              <a:pathLst>
                <a:path w="14765" h="19501">
                  <a:moveTo>
                    <a:pt x="1742" y="118"/>
                  </a:moveTo>
                  <a:lnTo>
                    <a:pt x="4426" y="4865"/>
                  </a:lnTo>
                  <a:lnTo>
                    <a:pt x="5580" y="4432"/>
                  </a:lnTo>
                  <a:lnTo>
                    <a:pt x="9106" y="4518"/>
                  </a:lnTo>
                  <a:lnTo>
                    <a:pt x="11185" y="7906"/>
                  </a:lnTo>
                  <a:lnTo>
                    <a:pt x="12407" y="9462"/>
                  </a:lnTo>
                  <a:lnTo>
                    <a:pt x="13094" y="12497"/>
                  </a:lnTo>
                  <a:lnTo>
                    <a:pt x="13942" y="13190"/>
                  </a:lnTo>
                  <a:lnTo>
                    <a:pt x="14465" y="14737"/>
                  </a:lnTo>
                  <a:lnTo>
                    <a:pt x="14765" y="17556"/>
                  </a:lnTo>
                  <a:lnTo>
                    <a:pt x="14554" y="18015"/>
                  </a:lnTo>
                  <a:lnTo>
                    <a:pt x="13474" y="19065"/>
                  </a:lnTo>
                  <a:lnTo>
                    <a:pt x="12696" y="19501"/>
                  </a:lnTo>
                  <a:lnTo>
                    <a:pt x="10654" y="18499"/>
                  </a:lnTo>
                  <a:lnTo>
                    <a:pt x="8697" y="16329"/>
                  </a:lnTo>
                  <a:lnTo>
                    <a:pt x="4813" y="16067"/>
                  </a:lnTo>
                  <a:lnTo>
                    <a:pt x="3001" y="15449"/>
                  </a:lnTo>
                  <a:lnTo>
                    <a:pt x="2380" y="14621"/>
                  </a:lnTo>
                  <a:lnTo>
                    <a:pt x="1804" y="13516"/>
                  </a:lnTo>
                  <a:lnTo>
                    <a:pt x="890" y="10878"/>
                  </a:lnTo>
                  <a:lnTo>
                    <a:pt x="176" y="7785"/>
                  </a:lnTo>
                  <a:lnTo>
                    <a:pt x="59" y="5970"/>
                  </a:lnTo>
                  <a:lnTo>
                    <a:pt x="0" y="2516"/>
                  </a:lnTo>
                  <a:lnTo>
                    <a:pt x="221" y="1258"/>
                  </a:lnTo>
                  <a:lnTo>
                    <a:pt x="961" y="0"/>
                  </a:lnTo>
                  <a:close/>
                </a:path>
              </a:pathLst>
            </a:custGeom>
            <a:solidFill>
              <a:srgbClr val="F3F8F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4" name="pg1363"/>
            <p:cNvSpPr/>
            <p:nvPr/>
          </p:nvSpPr>
          <p:spPr>
            <a:xfrm>
              <a:off x="5284854" y="3899879"/>
              <a:ext cx="3793" cy="5488"/>
            </a:xfrm>
            <a:custGeom>
              <a:avLst/>
              <a:pathLst>
                <a:path w="3793" h="5488">
                  <a:moveTo>
                    <a:pt x="876" y="0"/>
                  </a:moveTo>
                  <a:lnTo>
                    <a:pt x="1576" y="415"/>
                  </a:lnTo>
                  <a:lnTo>
                    <a:pt x="1916" y="349"/>
                  </a:lnTo>
                  <a:lnTo>
                    <a:pt x="2718" y="1939"/>
                  </a:lnTo>
                  <a:lnTo>
                    <a:pt x="3793" y="4279"/>
                  </a:lnTo>
                  <a:lnTo>
                    <a:pt x="3354" y="5488"/>
                  </a:lnTo>
                  <a:lnTo>
                    <a:pt x="2482" y="4870"/>
                  </a:lnTo>
                  <a:lnTo>
                    <a:pt x="2189" y="5116"/>
                  </a:lnTo>
                  <a:lnTo>
                    <a:pt x="2094" y="4954"/>
                  </a:lnTo>
                  <a:lnTo>
                    <a:pt x="1911" y="3780"/>
                  </a:lnTo>
                  <a:lnTo>
                    <a:pt x="961" y="2617"/>
                  </a:lnTo>
                  <a:lnTo>
                    <a:pt x="110" y="2519"/>
                  </a:lnTo>
                  <a:lnTo>
                    <a:pt x="0" y="1136"/>
                  </a:lnTo>
                  <a:close/>
                </a:path>
              </a:pathLst>
            </a:custGeom>
            <a:solidFill>
              <a:srgbClr val="F3F8F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5" name="pg1364"/>
            <p:cNvSpPr/>
            <p:nvPr/>
          </p:nvSpPr>
          <p:spPr>
            <a:xfrm>
              <a:off x="5271936" y="3899807"/>
              <a:ext cx="2408" cy="3927"/>
            </a:xfrm>
            <a:custGeom>
              <a:avLst/>
              <a:pathLst>
                <a:path w="2408" h="3927">
                  <a:moveTo>
                    <a:pt x="1855" y="3855"/>
                  </a:moveTo>
                  <a:lnTo>
                    <a:pt x="1691" y="3927"/>
                  </a:lnTo>
                  <a:lnTo>
                    <a:pt x="1118" y="3566"/>
                  </a:lnTo>
                  <a:lnTo>
                    <a:pt x="423" y="3445"/>
                  </a:lnTo>
                  <a:lnTo>
                    <a:pt x="0" y="2421"/>
                  </a:lnTo>
                  <a:lnTo>
                    <a:pt x="503" y="955"/>
                  </a:lnTo>
                  <a:lnTo>
                    <a:pt x="1139" y="0"/>
                  </a:lnTo>
                  <a:lnTo>
                    <a:pt x="1430" y="245"/>
                  </a:lnTo>
                  <a:lnTo>
                    <a:pt x="1703" y="857"/>
                  </a:lnTo>
                  <a:lnTo>
                    <a:pt x="2340" y="1090"/>
                  </a:lnTo>
                  <a:lnTo>
                    <a:pt x="2408" y="2975"/>
                  </a:lnTo>
                  <a:close/>
                </a:path>
              </a:pathLst>
            </a:custGeom>
            <a:solidFill>
              <a:srgbClr val="F3F8F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6" name="pg1365"/>
            <p:cNvSpPr/>
            <p:nvPr/>
          </p:nvSpPr>
          <p:spPr>
            <a:xfrm>
              <a:off x="5252646" y="3891060"/>
              <a:ext cx="2338" cy="2865"/>
            </a:xfrm>
            <a:custGeom>
              <a:avLst/>
              <a:pathLst>
                <a:path w="2338" h="2865">
                  <a:moveTo>
                    <a:pt x="2338" y="1826"/>
                  </a:moveTo>
                  <a:lnTo>
                    <a:pt x="2311" y="2865"/>
                  </a:lnTo>
                  <a:lnTo>
                    <a:pt x="1612" y="2542"/>
                  </a:lnTo>
                  <a:lnTo>
                    <a:pt x="53" y="978"/>
                  </a:lnTo>
                  <a:lnTo>
                    <a:pt x="0" y="262"/>
                  </a:lnTo>
                  <a:lnTo>
                    <a:pt x="887" y="0"/>
                  </a:lnTo>
                  <a:lnTo>
                    <a:pt x="1533" y="196"/>
                  </a:lnTo>
                  <a:lnTo>
                    <a:pt x="2068" y="1108"/>
                  </a:lnTo>
                  <a:close/>
                </a:path>
              </a:pathLst>
            </a:custGeom>
            <a:solidFill>
              <a:srgbClr val="F3F8F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7" name="pg1366"/>
            <p:cNvSpPr/>
            <p:nvPr/>
          </p:nvSpPr>
          <p:spPr>
            <a:xfrm>
              <a:off x="5261200" y="3890500"/>
              <a:ext cx="1194" cy="4363"/>
            </a:xfrm>
            <a:custGeom>
              <a:avLst/>
              <a:pathLst>
                <a:path w="1194" h="4363">
                  <a:moveTo>
                    <a:pt x="553" y="4250"/>
                  </a:moveTo>
                  <a:lnTo>
                    <a:pt x="285" y="4363"/>
                  </a:lnTo>
                  <a:lnTo>
                    <a:pt x="0" y="3185"/>
                  </a:lnTo>
                  <a:lnTo>
                    <a:pt x="665" y="0"/>
                  </a:lnTo>
                  <a:lnTo>
                    <a:pt x="986" y="2562"/>
                  </a:lnTo>
                  <a:lnTo>
                    <a:pt x="1194" y="3523"/>
                  </a:lnTo>
                  <a:close/>
                </a:path>
              </a:pathLst>
            </a:custGeom>
            <a:solidFill>
              <a:srgbClr val="F3F8F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8" name="pg1367"/>
            <p:cNvSpPr/>
            <p:nvPr/>
          </p:nvSpPr>
          <p:spPr>
            <a:xfrm>
              <a:off x="5257835" y="3885479"/>
              <a:ext cx="3082" cy="7531"/>
            </a:xfrm>
            <a:custGeom>
              <a:avLst/>
              <a:pathLst>
                <a:path w="3082" h="7531">
                  <a:moveTo>
                    <a:pt x="2786" y="5199"/>
                  </a:moveTo>
                  <a:lnTo>
                    <a:pt x="1586" y="7531"/>
                  </a:lnTo>
                  <a:lnTo>
                    <a:pt x="710" y="6743"/>
                  </a:lnTo>
                  <a:lnTo>
                    <a:pt x="0" y="4743"/>
                  </a:lnTo>
                  <a:lnTo>
                    <a:pt x="233" y="2334"/>
                  </a:lnTo>
                  <a:lnTo>
                    <a:pt x="365" y="1696"/>
                  </a:lnTo>
                  <a:lnTo>
                    <a:pt x="718" y="1558"/>
                  </a:lnTo>
                  <a:lnTo>
                    <a:pt x="1068" y="1064"/>
                  </a:lnTo>
                  <a:lnTo>
                    <a:pt x="1451" y="0"/>
                  </a:lnTo>
                  <a:lnTo>
                    <a:pt x="2756" y="845"/>
                  </a:lnTo>
                  <a:lnTo>
                    <a:pt x="3082" y="1431"/>
                  </a:lnTo>
                  <a:lnTo>
                    <a:pt x="2304" y="2908"/>
                  </a:lnTo>
                  <a:lnTo>
                    <a:pt x="2563" y="3381"/>
                  </a:lnTo>
                  <a:lnTo>
                    <a:pt x="2732" y="4086"/>
                  </a:lnTo>
                  <a:close/>
                </a:path>
              </a:pathLst>
            </a:custGeom>
            <a:solidFill>
              <a:srgbClr val="F3F8F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9" name="pg1368"/>
            <p:cNvSpPr/>
            <p:nvPr/>
          </p:nvSpPr>
          <p:spPr>
            <a:xfrm>
              <a:off x="5249706" y="3882899"/>
              <a:ext cx="2420" cy="9078"/>
            </a:xfrm>
            <a:custGeom>
              <a:avLst/>
              <a:pathLst>
                <a:path w="2420" h="9078">
                  <a:moveTo>
                    <a:pt x="2152" y="8645"/>
                  </a:moveTo>
                  <a:lnTo>
                    <a:pt x="2153" y="9078"/>
                  </a:lnTo>
                  <a:lnTo>
                    <a:pt x="1481" y="8247"/>
                  </a:lnTo>
                  <a:lnTo>
                    <a:pt x="0" y="4259"/>
                  </a:lnTo>
                  <a:lnTo>
                    <a:pt x="261" y="2926"/>
                  </a:lnTo>
                  <a:lnTo>
                    <a:pt x="1618" y="340"/>
                  </a:lnTo>
                  <a:lnTo>
                    <a:pt x="2037" y="0"/>
                  </a:lnTo>
                  <a:lnTo>
                    <a:pt x="2420" y="1601"/>
                  </a:lnTo>
                  <a:lnTo>
                    <a:pt x="2086" y="3964"/>
                  </a:lnTo>
                  <a:lnTo>
                    <a:pt x="1642" y="4568"/>
                  </a:lnTo>
                  <a:lnTo>
                    <a:pt x="1461" y="6789"/>
                  </a:lnTo>
                  <a:close/>
                </a:path>
              </a:pathLst>
            </a:custGeom>
            <a:solidFill>
              <a:srgbClr val="F3F8F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0" name="pg1369"/>
            <p:cNvSpPr/>
            <p:nvPr/>
          </p:nvSpPr>
          <p:spPr>
            <a:xfrm>
              <a:off x="5278056" y="3881676"/>
              <a:ext cx="1818" cy="4195"/>
            </a:xfrm>
            <a:custGeom>
              <a:avLst/>
              <a:pathLst>
                <a:path w="1818" h="4195">
                  <a:moveTo>
                    <a:pt x="1818" y="3794"/>
                  </a:moveTo>
                  <a:lnTo>
                    <a:pt x="1237" y="4195"/>
                  </a:lnTo>
                  <a:lnTo>
                    <a:pt x="374" y="3110"/>
                  </a:lnTo>
                  <a:lnTo>
                    <a:pt x="0" y="2123"/>
                  </a:lnTo>
                  <a:lnTo>
                    <a:pt x="179" y="582"/>
                  </a:lnTo>
                  <a:lnTo>
                    <a:pt x="684" y="0"/>
                  </a:lnTo>
                  <a:lnTo>
                    <a:pt x="1256" y="1033"/>
                  </a:lnTo>
                  <a:lnTo>
                    <a:pt x="1313" y="2094"/>
                  </a:lnTo>
                  <a:close/>
                </a:path>
              </a:pathLst>
            </a:custGeom>
            <a:solidFill>
              <a:srgbClr val="F3F8F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1" name="pg1370"/>
            <p:cNvSpPr/>
            <p:nvPr/>
          </p:nvSpPr>
          <p:spPr>
            <a:xfrm>
              <a:off x="5290876" y="3879740"/>
              <a:ext cx="9592" cy="38332"/>
            </a:xfrm>
            <a:custGeom>
              <a:avLst/>
              <a:pathLst>
                <a:path w="9592" h="38332">
                  <a:moveTo>
                    <a:pt x="1937" y="0"/>
                  </a:moveTo>
                  <a:lnTo>
                    <a:pt x="4962" y="8806"/>
                  </a:lnTo>
                  <a:lnTo>
                    <a:pt x="4842" y="10368"/>
                  </a:lnTo>
                  <a:lnTo>
                    <a:pt x="4432" y="11375"/>
                  </a:lnTo>
                  <a:lnTo>
                    <a:pt x="4313" y="14333"/>
                  </a:lnTo>
                  <a:lnTo>
                    <a:pt x="4694" y="15469"/>
                  </a:lnTo>
                  <a:lnTo>
                    <a:pt x="5521" y="15989"/>
                  </a:lnTo>
                  <a:lnTo>
                    <a:pt x="6925" y="19143"/>
                  </a:lnTo>
                  <a:lnTo>
                    <a:pt x="7486" y="23004"/>
                  </a:lnTo>
                  <a:lnTo>
                    <a:pt x="7536" y="24190"/>
                  </a:lnTo>
                  <a:lnTo>
                    <a:pt x="8119" y="25944"/>
                  </a:lnTo>
                  <a:lnTo>
                    <a:pt x="8141" y="29635"/>
                  </a:lnTo>
                  <a:lnTo>
                    <a:pt x="9476" y="34760"/>
                  </a:lnTo>
                  <a:lnTo>
                    <a:pt x="9592" y="37224"/>
                  </a:lnTo>
                  <a:lnTo>
                    <a:pt x="9469" y="38332"/>
                  </a:lnTo>
                  <a:lnTo>
                    <a:pt x="8914" y="37692"/>
                  </a:lnTo>
                  <a:lnTo>
                    <a:pt x="7319" y="31880"/>
                  </a:lnTo>
                  <a:lnTo>
                    <a:pt x="5497" y="29373"/>
                  </a:lnTo>
                  <a:lnTo>
                    <a:pt x="5289" y="28293"/>
                  </a:lnTo>
                  <a:lnTo>
                    <a:pt x="3449" y="24906"/>
                  </a:lnTo>
                  <a:lnTo>
                    <a:pt x="2213" y="19204"/>
                  </a:lnTo>
                  <a:lnTo>
                    <a:pt x="879" y="9060"/>
                  </a:lnTo>
                  <a:lnTo>
                    <a:pt x="1506" y="6657"/>
                  </a:lnTo>
                  <a:lnTo>
                    <a:pt x="0" y="1737"/>
                  </a:lnTo>
                  <a:lnTo>
                    <a:pt x="71" y="421"/>
                  </a:lnTo>
                  <a:lnTo>
                    <a:pt x="708" y="721"/>
                  </a:lnTo>
                  <a:lnTo>
                    <a:pt x="1149" y="660"/>
                  </a:lnTo>
                  <a:lnTo>
                    <a:pt x="1361" y="75"/>
                  </a:lnTo>
                  <a:close/>
                </a:path>
              </a:pathLst>
            </a:custGeom>
            <a:solidFill>
              <a:srgbClr val="F3F8F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2" name="pg1371"/>
            <p:cNvSpPr/>
            <p:nvPr/>
          </p:nvSpPr>
          <p:spPr>
            <a:xfrm>
              <a:off x="5249771" y="3869449"/>
              <a:ext cx="8297" cy="19097"/>
            </a:xfrm>
            <a:custGeom>
              <a:avLst/>
              <a:pathLst>
                <a:path w="8297" h="19097">
                  <a:moveTo>
                    <a:pt x="6652" y="8169"/>
                  </a:moveTo>
                  <a:lnTo>
                    <a:pt x="7418" y="10587"/>
                  </a:lnTo>
                  <a:lnTo>
                    <a:pt x="8297" y="15974"/>
                  </a:lnTo>
                  <a:lnTo>
                    <a:pt x="8139" y="17830"/>
                  </a:lnTo>
                  <a:lnTo>
                    <a:pt x="7508" y="17934"/>
                  </a:lnTo>
                  <a:lnTo>
                    <a:pt x="7333" y="19097"/>
                  </a:lnTo>
                  <a:lnTo>
                    <a:pt x="6479" y="16485"/>
                  </a:lnTo>
                  <a:lnTo>
                    <a:pt x="5342" y="15778"/>
                  </a:lnTo>
                  <a:lnTo>
                    <a:pt x="4513" y="14174"/>
                  </a:lnTo>
                  <a:lnTo>
                    <a:pt x="4228" y="10994"/>
                  </a:lnTo>
                  <a:lnTo>
                    <a:pt x="4149" y="8988"/>
                  </a:lnTo>
                  <a:lnTo>
                    <a:pt x="3493" y="8645"/>
                  </a:lnTo>
                  <a:lnTo>
                    <a:pt x="1630" y="9147"/>
                  </a:lnTo>
                  <a:lnTo>
                    <a:pt x="1034" y="10861"/>
                  </a:lnTo>
                  <a:lnTo>
                    <a:pt x="180" y="10316"/>
                  </a:lnTo>
                  <a:lnTo>
                    <a:pt x="0" y="8778"/>
                  </a:lnTo>
                  <a:lnTo>
                    <a:pt x="133" y="7266"/>
                  </a:lnTo>
                  <a:lnTo>
                    <a:pt x="1267" y="5777"/>
                  </a:lnTo>
                  <a:lnTo>
                    <a:pt x="1499" y="3861"/>
                  </a:lnTo>
                  <a:lnTo>
                    <a:pt x="2630" y="559"/>
                  </a:lnTo>
                  <a:lnTo>
                    <a:pt x="3327" y="0"/>
                  </a:lnTo>
                  <a:lnTo>
                    <a:pt x="4646" y="1188"/>
                  </a:lnTo>
                  <a:lnTo>
                    <a:pt x="4810" y="5883"/>
                  </a:lnTo>
                  <a:lnTo>
                    <a:pt x="5285" y="7419"/>
                  </a:lnTo>
                  <a:close/>
                </a:path>
              </a:pathLst>
            </a:custGeom>
            <a:solidFill>
              <a:srgbClr val="F3F8F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3" name="pg1372"/>
            <p:cNvSpPr/>
            <p:nvPr/>
          </p:nvSpPr>
          <p:spPr>
            <a:xfrm>
              <a:off x="5241508" y="3869245"/>
              <a:ext cx="886" cy="7017"/>
            </a:xfrm>
            <a:custGeom>
              <a:avLst/>
              <a:pathLst>
                <a:path w="886" h="7017">
                  <a:moveTo>
                    <a:pt x="783" y="6287"/>
                  </a:moveTo>
                  <a:lnTo>
                    <a:pt x="634" y="7017"/>
                  </a:lnTo>
                  <a:lnTo>
                    <a:pt x="0" y="3373"/>
                  </a:lnTo>
                  <a:lnTo>
                    <a:pt x="32" y="1538"/>
                  </a:lnTo>
                  <a:lnTo>
                    <a:pt x="141" y="360"/>
                  </a:lnTo>
                  <a:lnTo>
                    <a:pt x="373" y="0"/>
                  </a:lnTo>
                  <a:lnTo>
                    <a:pt x="886" y="4060"/>
                  </a:lnTo>
                  <a:close/>
                </a:path>
              </a:pathLst>
            </a:custGeom>
            <a:solidFill>
              <a:srgbClr val="F3F8F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4" name="pg1373"/>
            <p:cNvSpPr/>
            <p:nvPr/>
          </p:nvSpPr>
          <p:spPr>
            <a:xfrm>
              <a:off x="5246611" y="3866192"/>
              <a:ext cx="2952" cy="7912"/>
            </a:xfrm>
            <a:custGeom>
              <a:avLst/>
              <a:pathLst>
                <a:path w="2952" h="7912">
                  <a:moveTo>
                    <a:pt x="2602" y="7465"/>
                  </a:moveTo>
                  <a:lnTo>
                    <a:pt x="2336" y="7912"/>
                  </a:lnTo>
                  <a:lnTo>
                    <a:pt x="1010" y="7742"/>
                  </a:lnTo>
                  <a:lnTo>
                    <a:pt x="0" y="4694"/>
                  </a:lnTo>
                  <a:lnTo>
                    <a:pt x="8" y="2438"/>
                  </a:lnTo>
                  <a:lnTo>
                    <a:pt x="802" y="366"/>
                  </a:lnTo>
                  <a:lnTo>
                    <a:pt x="1760" y="0"/>
                  </a:lnTo>
                  <a:lnTo>
                    <a:pt x="2284" y="802"/>
                  </a:lnTo>
                  <a:lnTo>
                    <a:pt x="2776" y="2533"/>
                  </a:lnTo>
                  <a:lnTo>
                    <a:pt x="2952" y="4741"/>
                  </a:lnTo>
                  <a:lnTo>
                    <a:pt x="2841" y="6688"/>
                  </a:lnTo>
                  <a:close/>
                </a:path>
              </a:pathLst>
            </a:custGeom>
            <a:solidFill>
              <a:srgbClr val="F3F8F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5" name="pg1374"/>
            <p:cNvSpPr/>
            <p:nvPr/>
          </p:nvSpPr>
          <p:spPr>
            <a:xfrm>
              <a:off x="5241055" y="3857875"/>
              <a:ext cx="3737" cy="10720"/>
            </a:xfrm>
            <a:custGeom>
              <a:avLst/>
              <a:pathLst>
                <a:path w="3737" h="10720">
                  <a:moveTo>
                    <a:pt x="2259" y="10313"/>
                  </a:moveTo>
                  <a:lnTo>
                    <a:pt x="2026" y="10720"/>
                  </a:lnTo>
                  <a:lnTo>
                    <a:pt x="1619" y="9124"/>
                  </a:lnTo>
                  <a:lnTo>
                    <a:pt x="1323" y="8625"/>
                  </a:lnTo>
                  <a:lnTo>
                    <a:pt x="1331" y="6847"/>
                  </a:lnTo>
                  <a:lnTo>
                    <a:pt x="103" y="3953"/>
                  </a:lnTo>
                  <a:lnTo>
                    <a:pt x="0" y="1956"/>
                  </a:lnTo>
                  <a:lnTo>
                    <a:pt x="712" y="0"/>
                  </a:lnTo>
                  <a:lnTo>
                    <a:pt x="1672" y="1139"/>
                  </a:lnTo>
                  <a:lnTo>
                    <a:pt x="2623" y="3595"/>
                  </a:lnTo>
                  <a:lnTo>
                    <a:pt x="3737" y="4397"/>
                  </a:lnTo>
                  <a:lnTo>
                    <a:pt x="3507" y="6025"/>
                  </a:lnTo>
                  <a:lnTo>
                    <a:pt x="2505" y="8951"/>
                  </a:lnTo>
                  <a:close/>
                </a:path>
              </a:pathLst>
            </a:custGeom>
            <a:solidFill>
              <a:srgbClr val="F3F8F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6" name="pg1375"/>
            <p:cNvSpPr/>
            <p:nvPr/>
          </p:nvSpPr>
          <p:spPr>
            <a:xfrm>
              <a:off x="5264881" y="3857009"/>
              <a:ext cx="17347" cy="29924"/>
            </a:xfrm>
            <a:custGeom>
              <a:avLst/>
              <a:pathLst>
                <a:path w="17347" h="29924">
                  <a:moveTo>
                    <a:pt x="17326" y="29240"/>
                  </a:moveTo>
                  <a:lnTo>
                    <a:pt x="17347" y="29924"/>
                  </a:lnTo>
                  <a:lnTo>
                    <a:pt x="15710" y="27454"/>
                  </a:lnTo>
                  <a:lnTo>
                    <a:pt x="14467" y="24435"/>
                  </a:lnTo>
                  <a:lnTo>
                    <a:pt x="10928" y="21148"/>
                  </a:lnTo>
                  <a:lnTo>
                    <a:pt x="10167" y="19463"/>
                  </a:lnTo>
                  <a:lnTo>
                    <a:pt x="9528" y="19253"/>
                  </a:lnTo>
                  <a:lnTo>
                    <a:pt x="7712" y="16505"/>
                  </a:lnTo>
                  <a:lnTo>
                    <a:pt x="5930" y="14656"/>
                  </a:lnTo>
                  <a:lnTo>
                    <a:pt x="4840" y="12264"/>
                  </a:lnTo>
                  <a:lnTo>
                    <a:pt x="4563" y="11285"/>
                  </a:lnTo>
                  <a:lnTo>
                    <a:pt x="3907" y="10702"/>
                  </a:lnTo>
                  <a:lnTo>
                    <a:pt x="2788" y="8076"/>
                  </a:lnTo>
                  <a:lnTo>
                    <a:pt x="1700" y="6333"/>
                  </a:lnTo>
                  <a:lnTo>
                    <a:pt x="1316" y="3151"/>
                  </a:lnTo>
                  <a:lnTo>
                    <a:pt x="260" y="958"/>
                  </a:lnTo>
                  <a:lnTo>
                    <a:pt x="0" y="0"/>
                  </a:lnTo>
                  <a:lnTo>
                    <a:pt x="3375" y="1760"/>
                  </a:lnTo>
                  <a:lnTo>
                    <a:pt x="4940" y="5249"/>
                  </a:lnTo>
                  <a:lnTo>
                    <a:pt x="6276" y="7222"/>
                  </a:lnTo>
                  <a:lnTo>
                    <a:pt x="6740" y="8648"/>
                  </a:lnTo>
                  <a:lnTo>
                    <a:pt x="7945" y="10601"/>
                  </a:lnTo>
                  <a:lnTo>
                    <a:pt x="9026" y="10780"/>
                  </a:lnTo>
                  <a:lnTo>
                    <a:pt x="10107" y="12748"/>
                  </a:lnTo>
                  <a:lnTo>
                    <a:pt x="11093" y="13279"/>
                  </a:lnTo>
                  <a:lnTo>
                    <a:pt x="11870" y="14309"/>
                  </a:lnTo>
                  <a:lnTo>
                    <a:pt x="16887" y="23114"/>
                  </a:lnTo>
                  <a:lnTo>
                    <a:pt x="16288" y="25451"/>
                  </a:lnTo>
                  <a:lnTo>
                    <a:pt x="16954" y="27148"/>
                  </a:lnTo>
                  <a:close/>
                </a:path>
              </a:pathLst>
            </a:custGeom>
            <a:solidFill>
              <a:srgbClr val="F3F8F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7" name="pg1376"/>
            <p:cNvSpPr/>
            <p:nvPr/>
          </p:nvSpPr>
          <p:spPr>
            <a:xfrm>
              <a:off x="5231002" y="3840114"/>
              <a:ext cx="2280" cy="4377"/>
            </a:xfrm>
            <a:custGeom>
              <a:avLst/>
              <a:pathLst>
                <a:path w="2280" h="4377">
                  <a:moveTo>
                    <a:pt x="1978" y="3670"/>
                  </a:moveTo>
                  <a:lnTo>
                    <a:pt x="753" y="4377"/>
                  </a:lnTo>
                  <a:lnTo>
                    <a:pt x="0" y="3428"/>
                  </a:lnTo>
                  <a:lnTo>
                    <a:pt x="334" y="1174"/>
                  </a:lnTo>
                  <a:lnTo>
                    <a:pt x="748" y="0"/>
                  </a:lnTo>
                  <a:lnTo>
                    <a:pt x="2280" y="2077"/>
                  </a:lnTo>
                  <a:close/>
                </a:path>
              </a:pathLst>
            </a:custGeom>
            <a:solidFill>
              <a:srgbClr val="F3F8F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8" name="pg1377"/>
            <p:cNvSpPr/>
            <p:nvPr/>
          </p:nvSpPr>
          <p:spPr>
            <a:xfrm>
              <a:off x="5240447" y="3829356"/>
              <a:ext cx="12992" cy="24135"/>
            </a:xfrm>
            <a:custGeom>
              <a:avLst/>
              <a:pathLst>
                <a:path w="12992" h="24135">
                  <a:moveTo>
                    <a:pt x="12603" y="21319"/>
                  </a:moveTo>
                  <a:lnTo>
                    <a:pt x="12992" y="22360"/>
                  </a:lnTo>
                  <a:lnTo>
                    <a:pt x="12050" y="24135"/>
                  </a:lnTo>
                  <a:lnTo>
                    <a:pt x="10806" y="23171"/>
                  </a:lnTo>
                  <a:lnTo>
                    <a:pt x="10538" y="22176"/>
                  </a:lnTo>
                  <a:lnTo>
                    <a:pt x="10506" y="21648"/>
                  </a:lnTo>
                  <a:lnTo>
                    <a:pt x="9638" y="21988"/>
                  </a:lnTo>
                  <a:lnTo>
                    <a:pt x="7909" y="21120"/>
                  </a:lnTo>
                  <a:lnTo>
                    <a:pt x="5505" y="16889"/>
                  </a:lnTo>
                  <a:lnTo>
                    <a:pt x="2964" y="8925"/>
                  </a:lnTo>
                  <a:lnTo>
                    <a:pt x="516" y="4513"/>
                  </a:lnTo>
                  <a:lnTo>
                    <a:pt x="59" y="3142"/>
                  </a:lnTo>
                  <a:lnTo>
                    <a:pt x="0" y="868"/>
                  </a:lnTo>
                  <a:lnTo>
                    <a:pt x="327" y="0"/>
                  </a:lnTo>
                  <a:lnTo>
                    <a:pt x="1848" y="949"/>
                  </a:lnTo>
                  <a:lnTo>
                    <a:pt x="3813" y="4585"/>
                  </a:lnTo>
                  <a:lnTo>
                    <a:pt x="7040" y="8365"/>
                  </a:lnTo>
                  <a:lnTo>
                    <a:pt x="7921" y="10293"/>
                  </a:lnTo>
                  <a:lnTo>
                    <a:pt x="8480" y="14918"/>
                  </a:lnTo>
                  <a:lnTo>
                    <a:pt x="9028" y="16295"/>
                  </a:lnTo>
                  <a:lnTo>
                    <a:pt x="10768" y="19844"/>
                  </a:lnTo>
                  <a:lnTo>
                    <a:pt x="11688" y="20675"/>
                  </a:lnTo>
                  <a:lnTo>
                    <a:pt x="12175" y="20825"/>
                  </a:lnTo>
                  <a:close/>
                </a:path>
              </a:pathLst>
            </a:custGeom>
            <a:solidFill>
              <a:srgbClr val="F3F8F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9" name="pg1378"/>
            <p:cNvSpPr/>
            <p:nvPr/>
          </p:nvSpPr>
          <p:spPr>
            <a:xfrm>
              <a:off x="3175882" y="3408398"/>
              <a:ext cx="5496" cy="6706"/>
            </a:xfrm>
            <a:custGeom>
              <a:avLst/>
              <a:pathLst>
                <a:path w="5496" h="6706">
                  <a:moveTo>
                    <a:pt x="5186" y="5935"/>
                  </a:moveTo>
                  <a:lnTo>
                    <a:pt x="5008" y="6706"/>
                  </a:lnTo>
                  <a:lnTo>
                    <a:pt x="4197" y="4807"/>
                  </a:lnTo>
                  <a:lnTo>
                    <a:pt x="0" y="1960"/>
                  </a:lnTo>
                  <a:lnTo>
                    <a:pt x="1184" y="448"/>
                  </a:lnTo>
                  <a:lnTo>
                    <a:pt x="4099" y="0"/>
                  </a:lnTo>
                  <a:lnTo>
                    <a:pt x="4965" y="881"/>
                  </a:lnTo>
                  <a:lnTo>
                    <a:pt x="5351" y="1618"/>
                  </a:lnTo>
                  <a:lnTo>
                    <a:pt x="5496" y="3016"/>
                  </a:lnTo>
                  <a:close/>
                </a:path>
              </a:pathLst>
            </a:custGeom>
            <a:solidFill>
              <a:srgbClr val="F0F7EE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0" name="pg1379"/>
            <p:cNvSpPr/>
            <p:nvPr/>
          </p:nvSpPr>
          <p:spPr>
            <a:xfrm>
              <a:off x="3171726" y="3338682"/>
              <a:ext cx="36677" cy="91306"/>
            </a:xfrm>
            <a:custGeom>
              <a:avLst/>
              <a:pathLst>
                <a:path w="36677" h="91306">
                  <a:moveTo>
                    <a:pt x="36677" y="44659"/>
                  </a:moveTo>
                  <a:lnTo>
                    <a:pt x="36646" y="45577"/>
                  </a:lnTo>
                  <a:lnTo>
                    <a:pt x="36293" y="49810"/>
                  </a:lnTo>
                  <a:lnTo>
                    <a:pt x="35743" y="53442"/>
                  </a:lnTo>
                  <a:lnTo>
                    <a:pt x="35381" y="54338"/>
                  </a:lnTo>
                  <a:lnTo>
                    <a:pt x="33830" y="55293"/>
                  </a:lnTo>
                  <a:lnTo>
                    <a:pt x="33171" y="56893"/>
                  </a:lnTo>
                  <a:lnTo>
                    <a:pt x="32601" y="62055"/>
                  </a:lnTo>
                  <a:lnTo>
                    <a:pt x="32237" y="66105"/>
                  </a:lnTo>
                  <a:lnTo>
                    <a:pt x="31703" y="66784"/>
                  </a:lnTo>
                  <a:lnTo>
                    <a:pt x="29427" y="72640"/>
                  </a:lnTo>
                  <a:lnTo>
                    <a:pt x="27938" y="74862"/>
                  </a:lnTo>
                  <a:lnTo>
                    <a:pt x="26900" y="76766"/>
                  </a:lnTo>
                  <a:lnTo>
                    <a:pt x="25916" y="79254"/>
                  </a:lnTo>
                  <a:lnTo>
                    <a:pt x="24679" y="81671"/>
                  </a:lnTo>
                  <a:lnTo>
                    <a:pt x="23350" y="85747"/>
                  </a:lnTo>
                  <a:lnTo>
                    <a:pt x="22401" y="89986"/>
                  </a:lnTo>
                  <a:lnTo>
                    <a:pt x="21756" y="91306"/>
                  </a:lnTo>
                  <a:lnTo>
                    <a:pt x="21268" y="90111"/>
                  </a:lnTo>
                  <a:lnTo>
                    <a:pt x="19002" y="85927"/>
                  </a:lnTo>
                  <a:lnTo>
                    <a:pt x="16616" y="83121"/>
                  </a:lnTo>
                  <a:lnTo>
                    <a:pt x="11529" y="78444"/>
                  </a:lnTo>
                  <a:lnTo>
                    <a:pt x="9835" y="77130"/>
                  </a:lnTo>
                  <a:lnTo>
                    <a:pt x="9896" y="75469"/>
                  </a:lnTo>
                  <a:lnTo>
                    <a:pt x="10480" y="72439"/>
                  </a:lnTo>
                  <a:lnTo>
                    <a:pt x="9533" y="68873"/>
                  </a:lnTo>
                  <a:lnTo>
                    <a:pt x="9900" y="66286"/>
                  </a:lnTo>
                  <a:lnTo>
                    <a:pt x="9533" y="66283"/>
                  </a:lnTo>
                  <a:lnTo>
                    <a:pt x="8804" y="67843"/>
                  </a:lnTo>
                  <a:lnTo>
                    <a:pt x="7252" y="67391"/>
                  </a:lnTo>
                  <a:lnTo>
                    <a:pt x="6224" y="65168"/>
                  </a:lnTo>
                  <a:lnTo>
                    <a:pt x="5384" y="64352"/>
                  </a:lnTo>
                  <a:lnTo>
                    <a:pt x="5017" y="63231"/>
                  </a:lnTo>
                  <a:lnTo>
                    <a:pt x="4479" y="57365"/>
                  </a:lnTo>
                  <a:lnTo>
                    <a:pt x="4091" y="54701"/>
                  </a:lnTo>
                  <a:lnTo>
                    <a:pt x="3313" y="53058"/>
                  </a:lnTo>
                  <a:lnTo>
                    <a:pt x="1751" y="52654"/>
                  </a:lnTo>
                  <a:lnTo>
                    <a:pt x="1108" y="49071"/>
                  </a:lnTo>
                  <a:lnTo>
                    <a:pt x="242" y="46297"/>
                  </a:lnTo>
                  <a:lnTo>
                    <a:pt x="383" y="44587"/>
                  </a:lnTo>
                  <a:lnTo>
                    <a:pt x="1089" y="44685"/>
                  </a:lnTo>
                  <a:lnTo>
                    <a:pt x="1641" y="45926"/>
                  </a:lnTo>
                  <a:lnTo>
                    <a:pt x="2530" y="46444"/>
                  </a:lnTo>
                  <a:lnTo>
                    <a:pt x="3637" y="43439"/>
                  </a:lnTo>
                  <a:lnTo>
                    <a:pt x="4627" y="41811"/>
                  </a:lnTo>
                  <a:lnTo>
                    <a:pt x="4857" y="40386"/>
                  </a:lnTo>
                  <a:lnTo>
                    <a:pt x="4736" y="39604"/>
                  </a:lnTo>
                  <a:lnTo>
                    <a:pt x="4135" y="40818"/>
                  </a:lnTo>
                  <a:lnTo>
                    <a:pt x="2491" y="40505"/>
                  </a:lnTo>
                  <a:lnTo>
                    <a:pt x="2084" y="41598"/>
                  </a:lnTo>
                  <a:lnTo>
                    <a:pt x="1350" y="41948"/>
                  </a:lnTo>
                  <a:lnTo>
                    <a:pt x="783" y="38432"/>
                  </a:lnTo>
                  <a:lnTo>
                    <a:pt x="810" y="36362"/>
                  </a:lnTo>
                  <a:lnTo>
                    <a:pt x="1044" y="34082"/>
                  </a:lnTo>
                  <a:lnTo>
                    <a:pt x="2701" y="33691"/>
                  </a:lnTo>
                  <a:lnTo>
                    <a:pt x="2842" y="32958"/>
                  </a:lnTo>
                  <a:lnTo>
                    <a:pt x="1693" y="32469"/>
                  </a:lnTo>
                  <a:lnTo>
                    <a:pt x="256" y="29818"/>
                  </a:lnTo>
                  <a:lnTo>
                    <a:pt x="0" y="27992"/>
                  </a:lnTo>
                  <a:lnTo>
                    <a:pt x="712" y="27374"/>
                  </a:lnTo>
                  <a:lnTo>
                    <a:pt x="1393" y="27647"/>
                  </a:lnTo>
                  <a:lnTo>
                    <a:pt x="1983" y="28041"/>
                  </a:lnTo>
                  <a:lnTo>
                    <a:pt x="2624" y="27389"/>
                  </a:lnTo>
                  <a:lnTo>
                    <a:pt x="3225" y="26386"/>
                  </a:lnTo>
                  <a:lnTo>
                    <a:pt x="3583" y="25105"/>
                  </a:lnTo>
                  <a:lnTo>
                    <a:pt x="4069" y="21665"/>
                  </a:lnTo>
                  <a:lnTo>
                    <a:pt x="5625" y="20515"/>
                  </a:lnTo>
                  <a:lnTo>
                    <a:pt x="6542" y="18407"/>
                  </a:lnTo>
                  <a:lnTo>
                    <a:pt x="7412" y="15139"/>
                  </a:lnTo>
                  <a:lnTo>
                    <a:pt x="7812" y="12842"/>
                  </a:lnTo>
                  <a:lnTo>
                    <a:pt x="8171" y="11698"/>
                  </a:lnTo>
                  <a:lnTo>
                    <a:pt x="8397" y="10705"/>
                  </a:lnTo>
                  <a:lnTo>
                    <a:pt x="8565" y="9614"/>
                  </a:lnTo>
                  <a:lnTo>
                    <a:pt x="8955" y="8615"/>
                  </a:lnTo>
                  <a:lnTo>
                    <a:pt x="9363" y="6185"/>
                  </a:lnTo>
                  <a:lnTo>
                    <a:pt x="9642" y="3970"/>
                  </a:lnTo>
                  <a:lnTo>
                    <a:pt x="10538" y="2907"/>
                  </a:lnTo>
                  <a:lnTo>
                    <a:pt x="12369" y="1972"/>
                  </a:lnTo>
                  <a:lnTo>
                    <a:pt x="14019" y="3579"/>
                  </a:lnTo>
                  <a:lnTo>
                    <a:pt x="16695" y="2180"/>
                  </a:lnTo>
                  <a:lnTo>
                    <a:pt x="16837" y="103"/>
                  </a:lnTo>
                  <a:lnTo>
                    <a:pt x="19287" y="69"/>
                  </a:lnTo>
                  <a:lnTo>
                    <a:pt x="22189" y="31"/>
                  </a:lnTo>
                  <a:lnTo>
                    <a:pt x="24606" y="0"/>
                  </a:lnTo>
                  <a:lnTo>
                    <a:pt x="25434" y="555"/>
                  </a:lnTo>
                  <a:lnTo>
                    <a:pt x="25737" y="2103"/>
                  </a:lnTo>
                  <a:lnTo>
                    <a:pt x="26531" y="4531"/>
                  </a:lnTo>
                  <a:lnTo>
                    <a:pt x="27362" y="6211"/>
                  </a:lnTo>
                  <a:lnTo>
                    <a:pt x="28391" y="9896"/>
                  </a:lnTo>
                  <a:lnTo>
                    <a:pt x="29589" y="14185"/>
                  </a:lnTo>
                  <a:lnTo>
                    <a:pt x="30883" y="18059"/>
                  </a:lnTo>
                  <a:lnTo>
                    <a:pt x="31712" y="20160"/>
                  </a:lnTo>
                  <a:lnTo>
                    <a:pt x="31808" y="20896"/>
                  </a:lnTo>
                  <a:lnTo>
                    <a:pt x="31748" y="21730"/>
                  </a:lnTo>
                  <a:lnTo>
                    <a:pt x="31338" y="23699"/>
                  </a:lnTo>
                  <a:lnTo>
                    <a:pt x="30988" y="25830"/>
                  </a:lnTo>
                  <a:lnTo>
                    <a:pt x="31024" y="26631"/>
                  </a:lnTo>
                  <a:lnTo>
                    <a:pt x="31270" y="27032"/>
                  </a:lnTo>
                  <a:lnTo>
                    <a:pt x="32621" y="27697"/>
                  </a:lnTo>
                  <a:lnTo>
                    <a:pt x="32746" y="30072"/>
                  </a:lnTo>
                  <a:lnTo>
                    <a:pt x="32747" y="33359"/>
                  </a:lnTo>
                  <a:lnTo>
                    <a:pt x="33404" y="36427"/>
                  </a:lnTo>
                  <a:lnTo>
                    <a:pt x="34028" y="38679"/>
                  </a:lnTo>
                  <a:lnTo>
                    <a:pt x="33996" y="39484"/>
                  </a:lnTo>
                  <a:lnTo>
                    <a:pt x="32469" y="43335"/>
                  </a:lnTo>
                  <a:lnTo>
                    <a:pt x="31873" y="47158"/>
                  </a:lnTo>
                  <a:lnTo>
                    <a:pt x="31571" y="48233"/>
                  </a:lnTo>
                  <a:lnTo>
                    <a:pt x="31449" y="49089"/>
                  </a:lnTo>
                  <a:lnTo>
                    <a:pt x="31756" y="49490"/>
                  </a:lnTo>
                  <a:lnTo>
                    <a:pt x="32174" y="49236"/>
                  </a:lnTo>
                  <a:lnTo>
                    <a:pt x="32767" y="49555"/>
                  </a:lnTo>
                  <a:lnTo>
                    <a:pt x="33331" y="49667"/>
                  </a:lnTo>
                  <a:lnTo>
                    <a:pt x="34078" y="48295"/>
                  </a:lnTo>
                  <a:lnTo>
                    <a:pt x="35321" y="44783"/>
                  </a:lnTo>
                  <a:lnTo>
                    <a:pt x="35740" y="44353"/>
                  </a:lnTo>
                  <a:close/>
                </a:path>
              </a:pathLst>
            </a:custGeom>
            <a:solidFill>
              <a:srgbClr val="F0F7EE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1" name="pg1380"/>
            <p:cNvSpPr/>
            <p:nvPr/>
          </p:nvSpPr>
          <p:spPr>
            <a:xfrm>
              <a:off x="2235587" y="3207645"/>
              <a:ext cx="29134" cy="37441"/>
            </a:xfrm>
            <a:custGeom>
              <a:avLst/>
              <a:pathLst>
                <a:path w="29134" h="37441">
                  <a:moveTo>
                    <a:pt x="9058" y="445"/>
                  </a:moveTo>
                  <a:lnTo>
                    <a:pt x="9367" y="582"/>
                  </a:lnTo>
                  <a:lnTo>
                    <a:pt x="11404" y="2092"/>
                  </a:lnTo>
                  <a:lnTo>
                    <a:pt x="12009" y="1799"/>
                  </a:lnTo>
                  <a:lnTo>
                    <a:pt x="12781" y="3012"/>
                  </a:lnTo>
                  <a:lnTo>
                    <a:pt x="13150" y="3963"/>
                  </a:lnTo>
                  <a:lnTo>
                    <a:pt x="13475" y="5270"/>
                  </a:lnTo>
                  <a:lnTo>
                    <a:pt x="15082" y="7902"/>
                  </a:lnTo>
                  <a:lnTo>
                    <a:pt x="15355" y="9052"/>
                  </a:lnTo>
                  <a:lnTo>
                    <a:pt x="16556" y="10603"/>
                  </a:lnTo>
                  <a:lnTo>
                    <a:pt x="17041" y="11790"/>
                  </a:lnTo>
                  <a:lnTo>
                    <a:pt x="17553" y="12279"/>
                  </a:lnTo>
                  <a:lnTo>
                    <a:pt x="18558" y="12734"/>
                  </a:lnTo>
                  <a:lnTo>
                    <a:pt x="19418" y="13360"/>
                  </a:lnTo>
                  <a:lnTo>
                    <a:pt x="19518" y="13796"/>
                  </a:lnTo>
                  <a:lnTo>
                    <a:pt x="19600" y="15559"/>
                  </a:lnTo>
                  <a:lnTo>
                    <a:pt x="19782" y="17045"/>
                  </a:lnTo>
                  <a:lnTo>
                    <a:pt x="20191" y="17142"/>
                  </a:lnTo>
                  <a:lnTo>
                    <a:pt x="20686" y="16420"/>
                  </a:lnTo>
                  <a:lnTo>
                    <a:pt x="22298" y="14432"/>
                  </a:lnTo>
                  <a:lnTo>
                    <a:pt x="23824" y="13112"/>
                  </a:lnTo>
                  <a:lnTo>
                    <a:pt x="24684" y="13903"/>
                  </a:lnTo>
                  <a:lnTo>
                    <a:pt x="25193" y="15556"/>
                  </a:lnTo>
                  <a:lnTo>
                    <a:pt x="25774" y="16295"/>
                  </a:lnTo>
                  <a:lnTo>
                    <a:pt x="26981" y="15842"/>
                  </a:lnTo>
                  <a:lnTo>
                    <a:pt x="28075" y="15989"/>
                  </a:lnTo>
                  <a:lnTo>
                    <a:pt x="28938" y="17435"/>
                  </a:lnTo>
                  <a:lnTo>
                    <a:pt x="29134" y="18273"/>
                  </a:lnTo>
                  <a:lnTo>
                    <a:pt x="28607" y="23082"/>
                  </a:lnTo>
                  <a:lnTo>
                    <a:pt x="28416" y="25139"/>
                  </a:lnTo>
                  <a:lnTo>
                    <a:pt x="28323" y="26881"/>
                  </a:lnTo>
                  <a:lnTo>
                    <a:pt x="28633" y="27335"/>
                  </a:lnTo>
                  <a:lnTo>
                    <a:pt x="28935" y="28012"/>
                  </a:lnTo>
                  <a:lnTo>
                    <a:pt x="28870" y="28950"/>
                  </a:lnTo>
                  <a:lnTo>
                    <a:pt x="27929" y="30492"/>
                  </a:lnTo>
                  <a:lnTo>
                    <a:pt x="27634" y="30887"/>
                  </a:lnTo>
                  <a:lnTo>
                    <a:pt x="27850" y="33861"/>
                  </a:lnTo>
                  <a:lnTo>
                    <a:pt x="27151" y="35656"/>
                  </a:lnTo>
                  <a:lnTo>
                    <a:pt x="26507" y="36949"/>
                  </a:lnTo>
                  <a:lnTo>
                    <a:pt x="25379" y="37301"/>
                  </a:lnTo>
                  <a:lnTo>
                    <a:pt x="23463" y="37441"/>
                  </a:lnTo>
                  <a:lnTo>
                    <a:pt x="20581" y="35978"/>
                  </a:lnTo>
                  <a:lnTo>
                    <a:pt x="18455" y="33982"/>
                  </a:lnTo>
                  <a:lnTo>
                    <a:pt x="17309" y="33969"/>
                  </a:lnTo>
                  <a:lnTo>
                    <a:pt x="17671" y="34629"/>
                  </a:lnTo>
                  <a:lnTo>
                    <a:pt x="18577" y="35049"/>
                  </a:lnTo>
                  <a:lnTo>
                    <a:pt x="19767" y="36461"/>
                  </a:lnTo>
                  <a:lnTo>
                    <a:pt x="19425" y="36852"/>
                  </a:lnTo>
                  <a:lnTo>
                    <a:pt x="15098" y="33917"/>
                  </a:lnTo>
                  <a:lnTo>
                    <a:pt x="10094" y="28161"/>
                  </a:lnTo>
                  <a:lnTo>
                    <a:pt x="7101" y="27243"/>
                  </a:lnTo>
                  <a:lnTo>
                    <a:pt x="3676" y="25737"/>
                  </a:lnTo>
                  <a:lnTo>
                    <a:pt x="1650" y="22101"/>
                  </a:lnTo>
                  <a:lnTo>
                    <a:pt x="130" y="20524"/>
                  </a:lnTo>
                  <a:lnTo>
                    <a:pt x="0" y="19150"/>
                  </a:lnTo>
                  <a:lnTo>
                    <a:pt x="14" y="17621"/>
                  </a:lnTo>
                  <a:lnTo>
                    <a:pt x="703" y="15573"/>
                  </a:lnTo>
                  <a:lnTo>
                    <a:pt x="1989" y="12816"/>
                  </a:lnTo>
                  <a:lnTo>
                    <a:pt x="2841" y="11391"/>
                  </a:lnTo>
                  <a:lnTo>
                    <a:pt x="3241" y="11111"/>
                  </a:lnTo>
                  <a:lnTo>
                    <a:pt x="3804" y="11258"/>
                  </a:lnTo>
                  <a:lnTo>
                    <a:pt x="4345" y="10463"/>
                  </a:lnTo>
                  <a:lnTo>
                    <a:pt x="4811" y="8563"/>
                  </a:lnTo>
                  <a:lnTo>
                    <a:pt x="5296" y="7339"/>
                  </a:lnTo>
                  <a:lnTo>
                    <a:pt x="6528" y="6100"/>
                  </a:lnTo>
                  <a:lnTo>
                    <a:pt x="6809" y="5609"/>
                  </a:lnTo>
                  <a:lnTo>
                    <a:pt x="6713" y="4546"/>
                  </a:lnTo>
                  <a:lnTo>
                    <a:pt x="6446" y="2483"/>
                  </a:lnTo>
                  <a:lnTo>
                    <a:pt x="6486" y="1211"/>
                  </a:lnTo>
                  <a:lnTo>
                    <a:pt x="6890" y="626"/>
                  </a:lnTo>
                  <a:lnTo>
                    <a:pt x="7373" y="512"/>
                  </a:lnTo>
                  <a:lnTo>
                    <a:pt x="8373" y="0"/>
                  </a:lnTo>
                  <a:lnTo>
                    <a:pt x="8807" y="102"/>
                  </a:lnTo>
                  <a:close/>
                </a:path>
              </a:pathLst>
            </a:custGeom>
            <a:solidFill>
              <a:srgbClr val="EAF3E7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2" name="pg1381"/>
            <p:cNvSpPr/>
            <p:nvPr/>
          </p:nvSpPr>
          <p:spPr>
            <a:xfrm>
              <a:off x="3484810" y="2334215"/>
              <a:ext cx="1435" cy="2826"/>
            </a:xfrm>
            <a:custGeom>
              <a:avLst/>
              <a:pathLst>
                <a:path w="1435" h="2826">
                  <a:moveTo>
                    <a:pt x="0" y="1630"/>
                  </a:moveTo>
                  <a:lnTo>
                    <a:pt x="539" y="216"/>
                  </a:lnTo>
                  <a:lnTo>
                    <a:pt x="1302" y="0"/>
                  </a:lnTo>
                  <a:lnTo>
                    <a:pt x="1435" y="1086"/>
                  </a:lnTo>
                  <a:lnTo>
                    <a:pt x="1077" y="2610"/>
                  </a:lnTo>
                  <a:lnTo>
                    <a:pt x="359" y="2826"/>
                  </a:lnTo>
                  <a:close/>
                </a:path>
              </a:pathLst>
            </a:custGeom>
            <a:solidFill>
              <a:srgbClr val="EEF5E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3" name="pg1382"/>
            <p:cNvSpPr/>
            <p:nvPr/>
          </p:nvSpPr>
          <p:spPr>
            <a:xfrm>
              <a:off x="3853590" y="3294262"/>
              <a:ext cx="76561" cy="103502"/>
            </a:xfrm>
            <a:custGeom>
              <a:avLst/>
              <a:pathLst>
                <a:path w="76561" h="103502">
                  <a:moveTo>
                    <a:pt x="76561" y="7131"/>
                  </a:moveTo>
                  <a:lnTo>
                    <a:pt x="76560" y="15291"/>
                  </a:lnTo>
                  <a:lnTo>
                    <a:pt x="76560" y="23213"/>
                  </a:lnTo>
                  <a:lnTo>
                    <a:pt x="76559" y="31515"/>
                  </a:lnTo>
                  <a:lnTo>
                    <a:pt x="76558" y="45101"/>
                  </a:lnTo>
                  <a:lnTo>
                    <a:pt x="76558" y="50002"/>
                  </a:lnTo>
                  <a:lnTo>
                    <a:pt x="76555" y="57197"/>
                  </a:lnTo>
                  <a:lnTo>
                    <a:pt x="76555" y="60517"/>
                  </a:lnTo>
                  <a:lnTo>
                    <a:pt x="74794" y="66990"/>
                  </a:lnTo>
                  <a:lnTo>
                    <a:pt x="72637" y="74912"/>
                  </a:lnTo>
                  <a:lnTo>
                    <a:pt x="70346" y="83334"/>
                  </a:lnTo>
                  <a:lnTo>
                    <a:pt x="68447" y="90315"/>
                  </a:lnTo>
                  <a:lnTo>
                    <a:pt x="66667" y="96851"/>
                  </a:lnTo>
                  <a:lnTo>
                    <a:pt x="64857" y="103502"/>
                  </a:lnTo>
                  <a:lnTo>
                    <a:pt x="60707" y="103502"/>
                  </a:lnTo>
                  <a:lnTo>
                    <a:pt x="56661" y="103502"/>
                  </a:lnTo>
                  <a:lnTo>
                    <a:pt x="52670" y="103502"/>
                  </a:lnTo>
                  <a:lnTo>
                    <a:pt x="51955" y="102643"/>
                  </a:lnTo>
                  <a:lnTo>
                    <a:pt x="48606" y="99924"/>
                  </a:lnTo>
                  <a:lnTo>
                    <a:pt x="44355" y="96473"/>
                  </a:lnTo>
                  <a:lnTo>
                    <a:pt x="39082" y="92190"/>
                  </a:lnTo>
                  <a:lnTo>
                    <a:pt x="35331" y="89143"/>
                  </a:lnTo>
                  <a:lnTo>
                    <a:pt x="31327" y="85957"/>
                  </a:lnTo>
                  <a:lnTo>
                    <a:pt x="27264" y="82725"/>
                  </a:lnTo>
                  <a:lnTo>
                    <a:pt x="24076" y="80187"/>
                  </a:lnTo>
                  <a:lnTo>
                    <a:pt x="20106" y="77026"/>
                  </a:lnTo>
                  <a:lnTo>
                    <a:pt x="16652" y="74279"/>
                  </a:lnTo>
                  <a:lnTo>
                    <a:pt x="16176" y="73605"/>
                  </a:lnTo>
                  <a:lnTo>
                    <a:pt x="14262" y="69411"/>
                  </a:lnTo>
                  <a:lnTo>
                    <a:pt x="11749" y="63896"/>
                  </a:lnTo>
                  <a:lnTo>
                    <a:pt x="11268" y="63798"/>
                  </a:lnTo>
                  <a:lnTo>
                    <a:pt x="10067" y="62653"/>
                  </a:lnTo>
                  <a:lnTo>
                    <a:pt x="8992" y="59675"/>
                  </a:lnTo>
                  <a:lnTo>
                    <a:pt x="7881" y="55869"/>
                  </a:lnTo>
                  <a:lnTo>
                    <a:pt x="6849" y="51109"/>
                  </a:lnTo>
                  <a:lnTo>
                    <a:pt x="6400" y="47864"/>
                  </a:lnTo>
                  <a:lnTo>
                    <a:pt x="5027" y="46497"/>
                  </a:lnTo>
                  <a:lnTo>
                    <a:pt x="4366" y="43945"/>
                  </a:lnTo>
                  <a:lnTo>
                    <a:pt x="3120" y="40156"/>
                  </a:lnTo>
                  <a:lnTo>
                    <a:pt x="2256" y="38317"/>
                  </a:lnTo>
                  <a:lnTo>
                    <a:pt x="1949" y="36712"/>
                  </a:lnTo>
                  <a:lnTo>
                    <a:pt x="1550" y="33395"/>
                  </a:lnTo>
                  <a:lnTo>
                    <a:pt x="837" y="29787"/>
                  </a:lnTo>
                  <a:lnTo>
                    <a:pt x="155" y="27546"/>
                  </a:lnTo>
                  <a:lnTo>
                    <a:pt x="0" y="26588"/>
                  </a:lnTo>
                  <a:lnTo>
                    <a:pt x="38" y="25956"/>
                  </a:lnTo>
                  <a:lnTo>
                    <a:pt x="1299" y="21065"/>
                  </a:lnTo>
                  <a:lnTo>
                    <a:pt x="1868" y="19319"/>
                  </a:lnTo>
                  <a:lnTo>
                    <a:pt x="2515" y="17628"/>
                  </a:lnTo>
                  <a:lnTo>
                    <a:pt x="3043" y="15943"/>
                  </a:lnTo>
                  <a:lnTo>
                    <a:pt x="3245" y="14788"/>
                  </a:lnTo>
                  <a:lnTo>
                    <a:pt x="4779" y="9026"/>
                  </a:lnTo>
                  <a:lnTo>
                    <a:pt x="6129" y="3962"/>
                  </a:lnTo>
                  <a:lnTo>
                    <a:pt x="7184" y="0"/>
                  </a:lnTo>
                  <a:lnTo>
                    <a:pt x="9564" y="4531"/>
                  </a:lnTo>
                  <a:lnTo>
                    <a:pt x="11878" y="13721"/>
                  </a:lnTo>
                  <a:lnTo>
                    <a:pt x="14579" y="21143"/>
                  </a:lnTo>
                  <a:lnTo>
                    <a:pt x="18302" y="28042"/>
                  </a:lnTo>
                  <a:lnTo>
                    <a:pt x="19778" y="30374"/>
                  </a:lnTo>
                  <a:lnTo>
                    <a:pt x="21084" y="31605"/>
                  </a:lnTo>
                  <a:lnTo>
                    <a:pt x="27866" y="31413"/>
                  </a:lnTo>
                  <a:lnTo>
                    <a:pt x="32676" y="25118"/>
                  </a:lnTo>
                  <a:lnTo>
                    <a:pt x="37042" y="20563"/>
                  </a:lnTo>
                  <a:lnTo>
                    <a:pt x="38514" y="19618"/>
                  </a:lnTo>
                  <a:lnTo>
                    <a:pt x="41047" y="20864"/>
                  </a:lnTo>
                  <a:lnTo>
                    <a:pt x="43843" y="21236"/>
                  </a:lnTo>
                  <a:lnTo>
                    <a:pt x="46357" y="22623"/>
                  </a:lnTo>
                  <a:lnTo>
                    <a:pt x="47634" y="22274"/>
                  </a:lnTo>
                  <a:lnTo>
                    <a:pt x="52612" y="16973"/>
                  </a:lnTo>
                  <a:lnTo>
                    <a:pt x="55739" y="11816"/>
                  </a:lnTo>
                  <a:lnTo>
                    <a:pt x="57871" y="9626"/>
                  </a:lnTo>
                  <a:lnTo>
                    <a:pt x="58710" y="9603"/>
                  </a:lnTo>
                  <a:lnTo>
                    <a:pt x="61619" y="11458"/>
                  </a:lnTo>
                  <a:lnTo>
                    <a:pt x="65357" y="10650"/>
                  </a:lnTo>
                  <a:lnTo>
                    <a:pt x="70471" y="6195"/>
                  </a:lnTo>
                  <a:lnTo>
                    <a:pt x="72100" y="5298"/>
                  </a:lnTo>
                  <a:lnTo>
                    <a:pt x="73342" y="5234"/>
                  </a:lnTo>
                  <a:lnTo>
                    <a:pt x="76129" y="7237"/>
                  </a:lnTo>
                  <a:close/>
                </a:path>
              </a:pathLst>
            </a:custGeom>
            <a:solidFill>
              <a:srgbClr val="E4F0E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4" name="pg1383"/>
            <p:cNvSpPr/>
            <p:nvPr/>
          </p:nvSpPr>
          <p:spPr>
            <a:xfrm>
              <a:off x="3832969" y="3279963"/>
              <a:ext cx="127061" cy="404201"/>
            </a:xfrm>
            <a:custGeom>
              <a:avLst/>
              <a:pathLst>
                <a:path w="127061" h="404201">
                  <a:moveTo>
                    <a:pt x="6925" y="404201"/>
                  </a:moveTo>
                  <a:lnTo>
                    <a:pt x="6985" y="401774"/>
                  </a:lnTo>
                  <a:lnTo>
                    <a:pt x="6793" y="400565"/>
                  </a:lnTo>
                  <a:lnTo>
                    <a:pt x="5636" y="396938"/>
                  </a:lnTo>
                  <a:lnTo>
                    <a:pt x="3477" y="390171"/>
                  </a:lnTo>
                  <a:lnTo>
                    <a:pt x="1844" y="385058"/>
                  </a:lnTo>
                  <a:lnTo>
                    <a:pt x="173" y="379823"/>
                  </a:lnTo>
                  <a:lnTo>
                    <a:pt x="167" y="375639"/>
                  </a:lnTo>
                  <a:lnTo>
                    <a:pt x="147" y="363187"/>
                  </a:lnTo>
                  <a:lnTo>
                    <a:pt x="107" y="338286"/>
                  </a:lnTo>
                  <a:lnTo>
                    <a:pt x="67" y="313382"/>
                  </a:lnTo>
                  <a:lnTo>
                    <a:pt x="27" y="288479"/>
                  </a:lnTo>
                  <a:lnTo>
                    <a:pt x="7" y="276028"/>
                  </a:lnTo>
                  <a:lnTo>
                    <a:pt x="0" y="270936"/>
                  </a:lnTo>
                  <a:lnTo>
                    <a:pt x="173" y="270115"/>
                  </a:lnTo>
                  <a:lnTo>
                    <a:pt x="2078" y="265546"/>
                  </a:lnTo>
                  <a:lnTo>
                    <a:pt x="4598" y="259500"/>
                  </a:lnTo>
                  <a:lnTo>
                    <a:pt x="7909" y="248011"/>
                  </a:lnTo>
                  <a:lnTo>
                    <a:pt x="9706" y="241772"/>
                  </a:lnTo>
                  <a:lnTo>
                    <a:pt x="11206" y="236568"/>
                  </a:lnTo>
                  <a:lnTo>
                    <a:pt x="11588" y="234985"/>
                  </a:lnTo>
                  <a:lnTo>
                    <a:pt x="12914" y="231834"/>
                  </a:lnTo>
                  <a:lnTo>
                    <a:pt x="15404" y="229951"/>
                  </a:lnTo>
                  <a:lnTo>
                    <a:pt x="16949" y="229638"/>
                  </a:lnTo>
                  <a:lnTo>
                    <a:pt x="22267" y="227282"/>
                  </a:lnTo>
                  <a:lnTo>
                    <a:pt x="23060" y="226330"/>
                  </a:lnTo>
                  <a:lnTo>
                    <a:pt x="23524" y="225240"/>
                  </a:lnTo>
                  <a:lnTo>
                    <a:pt x="23966" y="222751"/>
                  </a:lnTo>
                  <a:lnTo>
                    <a:pt x="25002" y="219264"/>
                  </a:lnTo>
                  <a:lnTo>
                    <a:pt x="26339" y="216866"/>
                  </a:lnTo>
                  <a:lnTo>
                    <a:pt x="28878" y="213737"/>
                  </a:lnTo>
                  <a:lnTo>
                    <a:pt x="31367" y="211079"/>
                  </a:lnTo>
                  <a:lnTo>
                    <a:pt x="31918" y="210646"/>
                  </a:lnTo>
                  <a:lnTo>
                    <a:pt x="34913" y="208978"/>
                  </a:lnTo>
                  <a:lnTo>
                    <a:pt x="35647" y="208407"/>
                  </a:lnTo>
                  <a:lnTo>
                    <a:pt x="36859" y="207823"/>
                  </a:lnTo>
                  <a:lnTo>
                    <a:pt x="37337" y="207810"/>
                  </a:lnTo>
                  <a:lnTo>
                    <a:pt x="41498" y="208394"/>
                  </a:lnTo>
                  <a:lnTo>
                    <a:pt x="44753" y="208850"/>
                  </a:lnTo>
                  <a:lnTo>
                    <a:pt x="48105" y="209319"/>
                  </a:lnTo>
                  <a:lnTo>
                    <a:pt x="48457" y="208961"/>
                  </a:lnTo>
                  <a:lnTo>
                    <a:pt x="50800" y="202765"/>
                  </a:lnTo>
                  <a:lnTo>
                    <a:pt x="54525" y="192904"/>
                  </a:lnTo>
                  <a:lnTo>
                    <a:pt x="56903" y="186614"/>
                  </a:lnTo>
                  <a:lnTo>
                    <a:pt x="60576" y="176894"/>
                  </a:lnTo>
                  <a:lnTo>
                    <a:pt x="63402" y="169878"/>
                  </a:lnTo>
                  <a:lnTo>
                    <a:pt x="66523" y="162118"/>
                  </a:lnTo>
                  <a:lnTo>
                    <a:pt x="69556" y="155027"/>
                  </a:lnTo>
                  <a:lnTo>
                    <a:pt x="73205" y="146494"/>
                  </a:lnTo>
                  <a:lnTo>
                    <a:pt x="75503" y="141121"/>
                  </a:lnTo>
                  <a:lnTo>
                    <a:pt x="79075" y="132770"/>
                  </a:lnTo>
                  <a:lnTo>
                    <a:pt x="82473" y="124825"/>
                  </a:lnTo>
                  <a:lnTo>
                    <a:pt x="85478" y="117800"/>
                  </a:lnTo>
                  <a:lnTo>
                    <a:pt x="87288" y="111149"/>
                  </a:lnTo>
                  <a:lnTo>
                    <a:pt x="89067" y="104613"/>
                  </a:lnTo>
                  <a:lnTo>
                    <a:pt x="90967" y="97633"/>
                  </a:lnTo>
                  <a:lnTo>
                    <a:pt x="93258" y="89211"/>
                  </a:lnTo>
                  <a:lnTo>
                    <a:pt x="95414" y="81288"/>
                  </a:lnTo>
                  <a:lnTo>
                    <a:pt x="97176" y="74816"/>
                  </a:lnTo>
                  <a:lnTo>
                    <a:pt x="97176" y="71496"/>
                  </a:lnTo>
                  <a:lnTo>
                    <a:pt x="97178" y="64300"/>
                  </a:lnTo>
                  <a:lnTo>
                    <a:pt x="97178" y="59399"/>
                  </a:lnTo>
                  <a:lnTo>
                    <a:pt x="97179" y="45813"/>
                  </a:lnTo>
                  <a:lnTo>
                    <a:pt x="97181" y="37511"/>
                  </a:lnTo>
                  <a:lnTo>
                    <a:pt x="97181" y="29589"/>
                  </a:lnTo>
                  <a:lnTo>
                    <a:pt x="97182" y="21430"/>
                  </a:lnTo>
                  <a:lnTo>
                    <a:pt x="98687" y="21063"/>
                  </a:lnTo>
                  <a:lnTo>
                    <a:pt x="102663" y="18939"/>
                  </a:lnTo>
                  <a:lnTo>
                    <a:pt x="105756" y="15742"/>
                  </a:lnTo>
                  <a:lnTo>
                    <a:pt x="111459" y="13426"/>
                  </a:lnTo>
                  <a:lnTo>
                    <a:pt x="115800" y="7569"/>
                  </a:lnTo>
                  <a:lnTo>
                    <a:pt x="116556" y="4742"/>
                  </a:lnTo>
                  <a:lnTo>
                    <a:pt x="117868" y="1178"/>
                  </a:lnTo>
                  <a:lnTo>
                    <a:pt x="119773" y="0"/>
                  </a:lnTo>
                  <a:lnTo>
                    <a:pt x="124636" y="4187"/>
                  </a:lnTo>
                  <a:lnTo>
                    <a:pt x="125411" y="4520"/>
                  </a:lnTo>
                  <a:lnTo>
                    <a:pt x="125130" y="7052"/>
                  </a:lnTo>
                  <a:lnTo>
                    <a:pt x="124964" y="9633"/>
                  </a:lnTo>
                  <a:lnTo>
                    <a:pt x="123966" y="14141"/>
                  </a:lnTo>
                  <a:lnTo>
                    <a:pt x="123332" y="19149"/>
                  </a:lnTo>
                  <a:lnTo>
                    <a:pt x="123795" y="26799"/>
                  </a:lnTo>
                  <a:lnTo>
                    <a:pt x="124019" y="39205"/>
                  </a:lnTo>
                  <a:lnTo>
                    <a:pt x="123904" y="41007"/>
                  </a:lnTo>
                  <a:lnTo>
                    <a:pt x="123583" y="42782"/>
                  </a:lnTo>
                  <a:lnTo>
                    <a:pt x="123449" y="44180"/>
                  </a:lnTo>
                  <a:lnTo>
                    <a:pt x="122924" y="44669"/>
                  </a:lnTo>
                  <a:lnTo>
                    <a:pt x="122693" y="45473"/>
                  </a:lnTo>
                  <a:lnTo>
                    <a:pt x="123075" y="45793"/>
                  </a:lnTo>
                  <a:lnTo>
                    <a:pt x="124600" y="44440"/>
                  </a:lnTo>
                  <a:lnTo>
                    <a:pt x="124566" y="42960"/>
                  </a:lnTo>
                  <a:lnTo>
                    <a:pt x="124657" y="42227"/>
                  </a:lnTo>
                  <a:lnTo>
                    <a:pt x="125909" y="43880"/>
                  </a:lnTo>
                  <a:lnTo>
                    <a:pt x="126804" y="44573"/>
                  </a:lnTo>
                  <a:lnTo>
                    <a:pt x="127061" y="46128"/>
                  </a:lnTo>
                  <a:lnTo>
                    <a:pt x="126992" y="47194"/>
                  </a:lnTo>
                  <a:lnTo>
                    <a:pt x="125573" y="46704"/>
                  </a:lnTo>
                  <a:lnTo>
                    <a:pt x="124849" y="45878"/>
                  </a:lnTo>
                  <a:lnTo>
                    <a:pt x="122743" y="47235"/>
                  </a:lnTo>
                  <a:lnTo>
                    <a:pt x="121453" y="48701"/>
                  </a:lnTo>
                  <a:lnTo>
                    <a:pt x="121067" y="51136"/>
                  </a:lnTo>
                  <a:lnTo>
                    <a:pt x="120766" y="60856"/>
                  </a:lnTo>
                  <a:lnTo>
                    <a:pt x="120267" y="67170"/>
                  </a:lnTo>
                  <a:lnTo>
                    <a:pt x="120172" y="75513"/>
                  </a:lnTo>
                  <a:lnTo>
                    <a:pt x="118468" y="81039"/>
                  </a:lnTo>
                  <a:lnTo>
                    <a:pt x="117893" y="84936"/>
                  </a:lnTo>
                  <a:lnTo>
                    <a:pt x="115356" y="92737"/>
                  </a:lnTo>
                  <a:lnTo>
                    <a:pt x="114032" y="99406"/>
                  </a:lnTo>
                  <a:lnTo>
                    <a:pt x="113600" y="102661"/>
                  </a:lnTo>
                  <a:lnTo>
                    <a:pt x="111371" y="111810"/>
                  </a:lnTo>
                  <a:lnTo>
                    <a:pt x="108315" y="118820"/>
                  </a:lnTo>
                  <a:lnTo>
                    <a:pt x="107208" y="127775"/>
                  </a:lnTo>
                  <a:lnTo>
                    <a:pt x="106110" y="133389"/>
                  </a:lnTo>
                  <a:lnTo>
                    <a:pt x="104877" y="138488"/>
                  </a:lnTo>
                  <a:lnTo>
                    <a:pt x="102178" y="147543"/>
                  </a:lnTo>
                  <a:lnTo>
                    <a:pt x="100794" y="153842"/>
                  </a:lnTo>
                  <a:lnTo>
                    <a:pt x="99060" y="164760"/>
                  </a:lnTo>
                  <a:lnTo>
                    <a:pt x="98531" y="171681"/>
                  </a:lnTo>
                  <a:lnTo>
                    <a:pt x="93653" y="191752"/>
                  </a:lnTo>
                  <a:lnTo>
                    <a:pt x="88595" y="207759"/>
                  </a:lnTo>
                  <a:lnTo>
                    <a:pt x="85442" y="221223"/>
                  </a:lnTo>
                  <a:lnTo>
                    <a:pt x="79789" y="236848"/>
                  </a:lnTo>
                  <a:lnTo>
                    <a:pt x="72079" y="257018"/>
                  </a:lnTo>
                  <a:lnTo>
                    <a:pt x="61992" y="280968"/>
                  </a:lnTo>
                  <a:lnTo>
                    <a:pt x="59252" y="285852"/>
                  </a:lnTo>
                  <a:lnTo>
                    <a:pt x="48209" y="300618"/>
                  </a:lnTo>
                  <a:lnTo>
                    <a:pt x="41049" y="313004"/>
                  </a:lnTo>
                  <a:lnTo>
                    <a:pt x="37393" y="321428"/>
                  </a:lnTo>
                  <a:lnTo>
                    <a:pt x="33552" y="328757"/>
                  </a:lnTo>
                  <a:lnTo>
                    <a:pt x="30507" y="335738"/>
                  </a:lnTo>
                  <a:lnTo>
                    <a:pt x="21299" y="359297"/>
                  </a:lnTo>
                  <a:lnTo>
                    <a:pt x="20349" y="361516"/>
                  </a:lnTo>
                  <a:lnTo>
                    <a:pt x="19454" y="363606"/>
                  </a:lnTo>
                  <a:lnTo>
                    <a:pt x="18295" y="367597"/>
                  </a:lnTo>
                  <a:lnTo>
                    <a:pt x="17488" y="369178"/>
                  </a:lnTo>
                  <a:lnTo>
                    <a:pt x="15288" y="375913"/>
                  </a:lnTo>
                  <a:lnTo>
                    <a:pt x="13915" y="379405"/>
                  </a:lnTo>
                  <a:lnTo>
                    <a:pt x="12375" y="382859"/>
                  </a:lnTo>
                  <a:lnTo>
                    <a:pt x="11721" y="385297"/>
                  </a:lnTo>
                  <a:lnTo>
                    <a:pt x="11258" y="388105"/>
                  </a:lnTo>
                  <a:lnTo>
                    <a:pt x="10745" y="389666"/>
                  </a:lnTo>
                  <a:lnTo>
                    <a:pt x="9357" y="396364"/>
                  </a:lnTo>
                  <a:lnTo>
                    <a:pt x="8135" y="400750"/>
                  </a:lnTo>
                  <a:close/>
                </a:path>
              </a:pathLst>
            </a:custGeom>
            <a:solidFill>
              <a:srgbClr val="E4F0E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5" name="pg1384"/>
            <p:cNvSpPr/>
            <p:nvPr/>
          </p:nvSpPr>
          <p:spPr>
            <a:xfrm>
              <a:off x="2648278" y="2250847"/>
              <a:ext cx="1290" cy="1721"/>
            </a:xfrm>
            <a:custGeom>
              <a:avLst/>
              <a:pathLst>
                <a:path w="1290" h="1721">
                  <a:moveTo>
                    <a:pt x="1127" y="1438"/>
                  </a:moveTo>
                  <a:lnTo>
                    <a:pt x="872" y="1721"/>
                  </a:lnTo>
                  <a:lnTo>
                    <a:pt x="0" y="1297"/>
                  </a:lnTo>
                  <a:lnTo>
                    <a:pt x="415" y="379"/>
                  </a:lnTo>
                  <a:lnTo>
                    <a:pt x="709" y="112"/>
                  </a:lnTo>
                  <a:lnTo>
                    <a:pt x="1104" y="0"/>
                  </a:lnTo>
                  <a:lnTo>
                    <a:pt x="1290" y="281"/>
                  </a:lnTo>
                  <a:lnTo>
                    <a:pt x="1267" y="958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6" name="pg1385"/>
            <p:cNvSpPr/>
            <p:nvPr/>
          </p:nvSpPr>
          <p:spPr>
            <a:xfrm>
              <a:off x="2646527" y="2242340"/>
              <a:ext cx="1601" cy="8972"/>
            </a:xfrm>
            <a:custGeom>
              <a:avLst/>
              <a:pathLst>
                <a:path w="1601" h="8972">
                  <a:moveTo>
                    <a:pt x="1460" y="7697"/>
                  </a:moveTo>
                  <a:lnTo>
                    <a:pt x="398" y="8972"/>
                  </a:lnTo>
                  <a:lnTo>
                    <a:pt x="26" y="8260"/>
                  </a:lnTo>
                  <a:lnTo>
                    <a:pt x="117" y="7426"/>
                  </a:lnTo>
                  <a:lnTo>
                    <a:pt x="662" y="5407"/>
                  </a:lnTo>
                  <a:lnTo>
                    <a:pt x="645" y="4826"/>
                  </a:lnTo>
                  <a:lnTo>
                    <a:pt x="0" y="916"/>
                  </a:lnTo>
                  <a:lnTo>
                    <a:pt x="109" y="278"/>
                  </a:lnTo>
                  <a:lnTo>
                    <a:pt x="271" y="0"/>
                  </a:lnTo>
                  <a:lnTo>
                    <a:pt x="1213" y="826"/>
                  </a:lnTo>
                  <a:lnTo>
                    <a:pt x="1322" y="1890"/>
                  </a:lnTo>
                  <a:lnTo>
                    <a:pt x="877" y="4288"/>
                  </a:lnTo>
                  <a:lnTo>
                    <a:pt x="1183" y="5882"/>
                  </a:lnTo>
                  <a:lnTo>
                    <a:pt x="1601" y="7032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7" name="pg1386"/>
            <p:cNvSpPr/>
            <p:nvPr/>
          </p:nvSpPr>
          <p:spPr>
            <a:xfrm>
              <a:off x="3563322" y="2269814"/>
              <a:ext cx="50428" cy="116040"/>
            </a:xfrm>
            <a:custGeom>
              <a:avLst/>
              <a:pathLst>
                <a:path w="50428" h="116040">
                  <a:moveTo>
                    <a:pt x="17095" y="1790"/>
                  </a:moveTo>
                  <a:lnTo>
                    <a:pt x="17821" y="3501"/>
                  </a:lnTo>
                  <a:lnTo>
                    <a:pt x="18518" y="5723"/>
                  </a:lnTo>
                  <a:lnTo>
                    <a:pt x="19486" y="6749"/>
                  </a:lnTo>
                  <a:lnTo>
                    <a:pt x="20639" y="7968"/>
                  </a:lnTo>
                  <a:lnTo>
                    <a:pt x="21231" y="8856"/>
                  </a:lnTo>
                  <a:lnTo>
                    <a:pt x="22103" y="11518"/>
                  </a:lnTo>
                  <a:lnTo>
                    <a:pt x="22792" y="12822"/>
                  </a:lnTo>
                  <a:lnTo>
                    <a:pt x="23018" y="12758"/>
                  </a:lnTo>
                  <a:lnTo>
                    <a:pt x="23250" y="12416"/>
                  </a:lnTo>
                  <a:lnTo>
                    <a:pt x="23412" y="12147"/>
                  </a:lnTo>
                  <a:lnTo>
                    <a:pt x="23593" y="12392"/>
                  </a:lnTo>
                  <a:lnTo>
                    <a:pt x="23603" y="13199"/>
                  </a:lnTo>
                  <a:lnTo>
                    <a:pt x="23646" y="14986"/>
                  </a:lnTo>
                  <a:lnTo>
                    <a:pt x="23481" y="16894"/>
                  </a:lnTo>
                  <a:lnTo>
                    <a:pt x="23728" y="18696"/>
                  </a:lnTo>
                  <a:lnTo>
                    <a:pt x="23734" y="19257"/>
                  </a:lnTo>
                  <a:lnTo>
                    <a:pt x="23562" y="19770"/>
                  </a:lnTo>
                  <a:lnTo>
                    <a:pt x="23584" y="20234"/>
                  </a:lnTo>
                  <a:lnTo>
                    <a:pt x="23825" y="20723"/>
                  </a:lnTo>
                  <a:lnTo>
                    <a:pt x="24761" y="21915"/>
                  </a:lnTo>
                  <a:lnTo>
                    <a:pt x="25626" y="23753"/>
                  </a:lnTo>
                  <a:lnTo>
                    <a:pt x="26626" y="25047"/>
                  </a:lnTo>
                  <a:lnTo>
                    <a:pt x="27553" y="25874"/>
                  </a:lnTo>
                  <a:lnTo>
                    <a:pt x="28137" y="25927"/>
                  </a:lnTo>
                  <a:lnTo>
                    <a:pt x="29095" y="27417"/>
                  </a:lnTo>
                  <a:lnTo>
                    <a:pt x="30988" y="28488"/>
                  </a:lnTo>
                  <a:lnTo>
                    <a:pt x="31593" y="28859"/>
                  </a:lnTo>
                  <a:lnTo>
                    <a:pt x="32008" y="29469"/>
                  </a:lnTo>
                  <a:lnTo>
                    <a:pt x="32310" y="30178"/>
                  </a:lnTo>
                  <a:lnTo>
                    <a:pt x="32329" y="30935"/>
                  </a:lnTo>
                  <a:lnTo>
                    <a:pt x="32037" y="31302"/>
                  </a:lnTo>
                  <a:lnTo>
                    <a:pt x="31630" y="32327"/>
                  </a:lnTo>
                  <a:lnTo>
                    <a:pt x="31463" y="33574"/>
                  </a:lnTo>
                  <a:lnTo>
                    <a:pt x="31160" y="33891"/>
                  </a:lnTo>
                  <a:lnTo>
                    <a:pt x="30858" y="33916"/>
                  </a:lnTo>
                  <a:lnTo>
                    <a:pt x="30637" y="34282"/>
                  </a:lnTo>
                  <a:lnTo>
                    <a:pt x="30687" y="34821"/>
                  </a:lnTo>
                  <a:lnTo>
                    <a:pt x="30939" y="35333"/>
                  </a:lnTo>
                  <a:lnTo>
                    <a:pt x="31332" y="35797"/>
                  </a:lnTo>
                  <a:lnTo>
                    <a:pt x="32087" y="36262"/>
                  </a:lnTo>
                  <a:lnTo>
                    <a:pt x="32834" y="36946"/>
                  </a:lnTo>
                  <a:lnTo>
                    <a:pt x="32823" y="37483"/>
                  </a:lnTo>
                  <a:lnTo>
                    <a:pt x="32672" y="38070"/>
                  </a:lnTo>
                  <a:lnTo>
                    <a:pt x="31724" y="38289"/>
                  </a:lnTo>
                  <a:lnTo>
                    <a:pt x="31020" y="38387"/>
                  </a:lnTo>
                  <a:lnTo>
                    <a:pt x="30697" y="38631"/>
                  </a:lnTo>
                  <a:lnTo>
                    <a:pt x="30723" y="39670"/>
                  </a:lnTo>
                  <a:lnTo>
                    <a:pt x="32711" y="40751"/>
                  </a:lnTo>
                  <a:lnTo>
                    <a:pt x="33612" y="41775"/>
                  </a:lnTo>
                  <a:lnTo>
                    <a:pt x="34088" y="43104"/>
                  </a:lnTo>
                  <a:lnTo>
                    <a:pt x="35357" y="43984"/>
                  </a:lnTo>
                  <a:lnTo>
                    <a:pt x="37417" y="44414"/>
                  </a:lnTo>
                  <a:lnTo>
                    <a:pt x="38851" y="45780"/>
                  </a:lnTo>
                  <a:lnTo>
                    <a:pt x="39657" y="48083"/>
                  </a:lnTo>
                  <a:lnTo>
                    <a:pt x="40972" y="47529"/>
                  </a:lnTo>
                  <a:lnTo>
                    <a:pt x="42796" y="44118"/>
                  </a:lnTo>
                  <a:lnTo>
                    <a:pt x="44588" y="43228"/>
                  </a:lnTo>
                  <a:lnTo>
                    <a:pt x="46348" y="44861"/>
                  </a:lnTo>
                  <a:lnTo>
                    <a:pt x="47308" y="46204"/>
                  </a:lnTo>
                  <a:lnTo>
                    <a:pt x="47473" y="47256"/>
                  </a:lnTo>
                  <a:lnTo>
                    <a:pt x="47063" y="47682"/>
                  </a:lnTo>
                  <a:lnTo>
                    <a:pt x="46080" y="47480"/>
                  </a:lnTo>
                  <a:lnTo>
                    <a:pt x="45274" y="48131"/>
                  </a:lnTo>
                  <a:lnTo>
                    <a:pt x="44645" y="49630"/>
                  </a:lnTo>
                  <a:lnTo>
                    <a:pt x="44549" y="51230"/>
                  </a:lnTo>
                  <a:lnTo>
                    <a:pt x="44990" y="52928"/>
                  </a:lnTo>
                  <a:lnTo>
                    <a:pt x="45613" y="54100"/>
                  </a:lnTo>
                  <a:lnTo>
                    <a:pt x="46419" y="54746"/>
                  </a:lnTo>
                  <a:lnTo>
                    <a:pt x="46850" y="55632"/>
                  </a:lnTo>
                  <a:lnTo>
                    <a:pt x="46906" y="56760"/>
                  </a:lnTo>
                  <a:lnTo>
                    <a:pt x="47115" y="57070"/>
                  </a:lnTo>
                  <a:lnTo>
                    <a:pt x="46657" y="57590"/>
                  </a:lnTo>
                  <a:lnTo>
                    <a:pt x="46159" y="58362"/>
                  </a:lnTo>
                  <a:lnTo>
                    <a:pt x="45877" y="59707"/>
                  </a:lnTo>
                  <a:lnTo>
                    <a:pt x="45804" y="61872"/>
                  </a:lnTo>
                  <a:lnTo>
                    <a:pt x="44239" y="63565"/>
                  </a:lnTo>
                  <a:lnTo>
                    <a:pt x="43651" y="63878"/>
                  </a:lnTo>
                  <a:lnTo>
                    <a:pt x="43386" y="64997"/>
                  </a:lnTo>
                  <a:lnTo>
                    <a:pt x="42976" y="68171"/>
                  </a:lnTo>
                  <a:lnTo>
                    <a:pt x="43027" y="70559"/>
                  </a:lnTo>
                  <a:lnTo>
                    <a:pt x="43238" y="71776"/>
                  </a:lnTo>
                  <a:lnTo>
                    <a:pt x="43334" y="72766"/>
                  </a:lnTo>
                  <a:lnTo>
                    <a:pt x="43840" y="73982"/>
                  </a:lnTo>
                  <a:lnTo>
                    <a:pt x="44301" y="75850"/>
                  </a:lnTo>
                  <a:lnTo>
                    <a:pt x="44605" y="78315"/>
                  </a:lnTo>
                  <a:lnTo>
                    <a:pt x="45281" y="80216"/>
                  </a:lnTo>
                  <a:lnTo>
                    <a:pt x="47017" y="82090"/>
                  </a:lnTo>
                  <a:lnTo>
                    <a:pt x="47877" y="83181"/>
                  </a:lnTo>
                  <a:lnTo>
                    <a:pt x="48513" y="84760"/>
                  </a:lnTo>
                  <a:lnTo>
                    <a:pt x="48998" y="86190"/>
                  </a:lnTo>
                  <a:lnTo>
                    <a:pt x="50428" y="88091"/>
                  </a:lnTo>
                  <a:lnTo>
                    <a:pt x="50319" y="89449"/>
                  </a:lnTo>
                  <a:lnTo>
                    <a:pt x="50006" y="90778"/>
                  </a:lnTo>
                  <a:lnTo>
                    <a:pt x="49677" y="91401"/>
                  </a:lnTo>
                  <a:lnTo>
                    <a:pt x="48965" y="93106"/>
                  </a:lnTo>
                  <a:lnTo>
                    <a:pt x="48271" y="94067"/>
                  </a:lnTo>
                  <a:lnTo>
                    <a:pt x="47129" y="97076"/>
                  </a:lnTo>
                  <a:lnTo>
                    <a:pt x="45324" y="97237"/>
                  </a:lnTo>
                  <a:lnTo>
                    <a:pt x="44893" y="97478"/>
                  </a:lnTo>
                  <a:lnTo>
                    <a:pt x="44211" y="98301"/>
                  </a:lnTo>
                  <a:lnTo>
                    <a:pt x="43876" y="99802"/>
                  </a:lnTo>
                  <a:lnTo>
                    <a:pt x="44197" y="101010"/>
                  </a:lnTo>
                  <a:lnTo>
                    <a:pt x="44169" y="102231"/>
                  </a:lnTo>
                  <a:lnTo>
                    <a:pt x="43839" y="104606"/>
                  </a:lnTo>
                  <a:lnTo>
                    <a:pt x="44276" y="107141"/>
                  </a:lnTo>
                  <a:lnTo>
                    <a:pt x="44911" y="108305"/>
                  </a:lnTo>
                  <a:lnTo>
                    <a:pt x="45011" y="108976"/>
                  </a:lnTo>
                  <a:lnTo>
                    <a:pt x="44903" y="110165"/>
                  </a:lnTo>
                  <a:lnTo>
                    <a:pt x="43954" y="112583"/>
                  </a:lnTo>
                  <a:lnTo>
                    <a:pt x="43666" y="113478"/>
                  </a:lnTo>
                  <a:lnTo>
                    <a:pt x="42715" y="113918"/>
                  </a:lnTo>
                  <a:lnTo>
                    <a:pt x="42391" y="113688"/>
                  </a:lnTo>
                  <a:lnTo>
                    <a:pt x="41899" y="112857"/>
                  </a:lnTo>
                  <a:lnTo>
                    <a:pt x="41444" y="112612"/>
                  </a:lnTo>
                  <a:lnTo>
                    <a:pt x="40310" y="113592"/>
                  </a:lnTo>
                  <a:lnTo>
                    <a:pt x="39157" y="114193"/>
                  </a:lnTo>
                  <a:lnTo>
                    <a:pt x="38249" y="113737"/>
                  </a:lnTo>
                  <a:lnTo>
                    <a:pt x="37354" y="113678"/>
                  </a:lnTo>
                  <a:lnTo>
                    <a:pt x="36731" y="114082"/>
                  </a:lnTo>
                  <a:lnTo>
                    <a:pt x="36264" y="114238"/>
                  </a:lnTo>
                  <a:lnTo>
                    <a:pt x="35345" y="115284"/>
                  </a:lnTo>
                  <a:lnTo>
                    <a:pt x="33870" y="116040"/>
                  </a:lnTo>
                  <a:lnTo>
                    <a:pt x="33191" y="115881"/>
                  </a:lnTo>
                  <a:lnTo>
                    <a:pt x="32936" y="114897"/>
                  </a:lnTo>
                  <a:lnTo>
                    <a:pt x="32660" y="113491"/>
                  </a:lnTo>
                  <a:lnTo>
                    <a:pt x="32794" y="112853"/>
                  </a:lnTo>
                  <a:lnTo>
                    <a:pt x="33768" y="111746"/>
                  </a:lnTo>
                  <a:lnTo>
                    <a:pt x="33880" y="110689"/>
                  </a:lnTo>
                  <a:lnTo>
                    <a:pt x="35240" y="105600"/>
                  </a:lnTo>
                  <a:lnTo>
                    <a:pt x="35502" y="103944"/>
                  </a:lnTo>
                  <a:lnTo>
                    <a:pt x="35511" y="103402"/>
                  </a:lnTo>
                  <a:lnTo>
                    <a:pt x="35157" y="103043"/>
                  </a:lnTo>
                  <a:lnTo>
                    <a:pt x="34409" y="103058"/>
                  </a:lnTo>
                  <a:lnTo>
                    <a:pt x="31096" y="100991"/>
                  </a:lnTo>
                  <a:lnTo>
                    <a:pt x="31247" y="98624"/>
                  </a:lnTo>
                  <a:lnTo>
                    <a:pt x="30274" y="97348"/>
                  </a:lnTo>
                  <a:lnTo>
                    <a:pt x="29225" y="96210"/>
                  </a:lnTo>
                  <a:lnTo>
                    <a:pt x="29049" y="94940"/>
                  </a:lnTo>
                  <a:lnTo>
                    <a:pt x="27884" y="92375"/>
                  </a:lnTo>
                  <a:lnTo>
                    <a:pt x="27030" y="90936"/>
                  </a:lnTo>
                  <a:lnTo>
                    <a:pt x="25941" y="90218"/>
                  </a:lnTo>
                  <a:lnTo>
                    <a:pt x="25004" y="89165"/>
                  </a:lnTo>
                  <a:lnTo>
                    <a:pt x="24439" y="88521"/>
                  </a:lnTo>
                  <a:lnTo>
                    <a:pt x="24188" y="87324"/>
                  </a:lnTo>
                  <a:lnTo>
                    <a:pt x="24188" y="86615"/>
                  </a:lnTo>
                  <a:lnTo>
                    <a:pt x="23905" y="85931"/>
                  </a:lnTo>
                  <a:lnTo>
                    <a:pt x="23452" y="86005"/>
                  </a:lnTo>
                  <a:lnTo>
                    <a:pt x="22686" y="86957"/>
                  </a:lnTo>
                  <a:lnTo>
                    <a:pt x="21742" y="87777"/>
                  </a:lnTo>
                  <a:lnTo>
                    <a:pt x="21578" y="88374"/>
                  </a:lnTo>
                  <a:lnTo>
                    <a:pt x="21919" y="89794"/>
                  </a:lnTo>
                  <a:lnTo>
                    <a:pt x="22163" y="90695"/>
                  </a:lnTo>
                  <a:lnTo>
                    <a:pt x="22052" y="91550"/>
                  </a:lnTo>
                  <a:lnTo>
                    <a:pt x="21753" y="92636"/>
                  </a:lnTo>
                  <a:lnTo>
                    <a:pt x="19938" y="95034"/>
                  </a:lnTo>
                  <a:lnTo>
                    <a:pt x="19735" y="95875"/>
                  </a:lnTo>
                  <a:lnTo>
                    <a:pt x="20081" y="97220"/>
                  </a:lnTo>
                  <a:lnTo>
                    <a:pt x="19862" y="97845"/>
                  </a:lnTo>
                  <a:lnTo>
                    <a:pt x="18345" y="98731"/>
                  </a:lnTo>
                  <a:lnTo>
                    <a:pt x="18385" y="97996"/>
                  </a:lnTo>
                  <a:lnTo>
                    <a:pt x="18291" y="96812"/>
                  </a:lnTo>
                  <a:lnTo>
                    <a:pt x="17420" y="95553"/>
                  </a:lnTo>
                  <a:lnTo>
                    <a:pt x="16194" y="94577"/>
                  </a:lnTo>
                  <a:lnTo>
                    <a:pt x="13466" y="91234"/>
                  </a:lnTo>
                  <a:lnTo>
                    <a:pt x="12418" y="90794"/>
                  </a:lnTo>
                  <a:lnTo>
                    <a:pt x="11481" y="90402"/>
                  </a:lnTo>
                  <a:lnTo>
                    <a:pt x="10138" y="88801"/>
                  </a:lnTo>
                  <a:lnTo>
                    <a:pt x="9449" y="88521"/>
                  </a:lnTo>
                  <a:lnTo>
                    <a:pt x="8683" y="87374"/>
                  </a:lnTo>
                  <a:lnTo>
                    <a:pt x="7014" y="83516"/>
                  </a:lnTo>
                  <a:lnTo>
                    <a:pt x="5596" y="81414"/>
                  </a:lnTo>
                  <a:lnTo>
                    <a:pt x="4627" y="80350"/>
                  </a:lnTo>
                  <a:lnTo>
                    <a:pt x="4355" y="79314"/>
                  </a:lnTo>
                  <a:lnTo>
                    <a:pt x="4296" y="78250"/>
                  </a:lnTo>
                  <a:lnTo>
                    <a:pt x="4329" y="77888"/>
                  </a:lnTo>
                  <a:lnTo>
                    <a:pt x="5062" y="76378"/>
                  </a:lnTo>
                  <a:lnTo>
                    <a:pt x="5627" y="76159"/>
                  </a:lnTo>
                  <a:lnTo>
                    <a:pt x="6353" y="76110"/>
                  </a:lnTo>
                  <a:lnTo>
                    <a:pt x="6831" y="76875"/>
                  </a:lnTo>
                  <a:lnTo>
                    <a:pt x="7461" y="77038"/>
                  </a:lnTo>
                  <a:lnTo>
                    <a:pt x="7811" y="76059"/>
                  </a:lnTo>
                  <a:lnTo>
                    <a:pt x="7995" y="74650"/>
                  </a:lnTo>
                  <a:lnTo>
                    <a:pt x="7910" y="72856"/>
                  </a:lnTo>
                  <a:lnTo>
                    <a:pt x="6398" y="68684"/>
                  </a:lnTo>
                  <a:lnTo>
                    <a:pt x="5096" y="65772"/>
                  </a:lnTo>
                  <a:lnTo>
                    <a:pt x="4947" y="65130"/>
                  </a:lnTo>
                  <a:lnTo>
                    <a:pt x="5228" y="64586"/>
                  </a:lnTo>
                  <a:lnTo>
                    <a:pt x="5681" y="64293"/>
                  </a:lnTo>
                  <a:lnTo>
                    <a:pt x="6168" y="64537"/>
                  </a:lnTo>
                  <a:lnTo>
                    <a:pt x="7438" y="64746"/>
                  </a:lnTo>
                  <a:lnTo>
                    <a:pt x="8658" y="64478"/>
                  </a:lnTo>
                  <a:lnTo>
                    <a:pt x="9074" y="63769"/>
                  </a:lnTo>
                  <a:lnTo>
                    <a:pt x="9076" y="62813"/>
                  </a:lnTo>
                  <a:lnTo>
                    <a:pt x="8629" y="61926"/>
                  </a:lnTo>
                  <a:lnTo>
                    <a:pt x="7204" y="59532"/>
                  </a:lnTo>
                  <a:lnTo>
                    <a:pt x="6091" y="57424"/>
                  </a:lnTo>
                  <a:lnTo>
                    <a:pt x="4783" y="55806"/>
                  </a:lnTo>
                  <a:lnTo>
                    <a:pt x="3812" y="55157"/>
                  </a:lnTo>
                  <a:lnTo>
                    <a:pt x="3525" y="54338"/>
                  </a:lnTo>
                  <a:lnTo>
                    <a:pt x="3405" y="53460"/>
                  </a:lnTo>
                  <a:lnTo>
                    <a:pt x="3513" y="51847"/>
                  </a:lnTo>
                  <a:lnTo>
                    <a:pt x="3575" y="49802"/>
                  </a:lnTo>
                  <a:lnTo>
                    <a:pt x="3806" y="48514"/>
                  </a:lnTo>
                  <a:lnTo>
                    <a:pt x="4680" y="46085"/>
                  </a:lnTo>
                  <a:lnTo>
                    <a:pt x="5518" y="43508"/>
                  </a:lnTo>
                  <a:lnTo>
                    <a:pt x="6037" y="41029"/>
                  </a:lnTo>
                  <a:lnTo>
                    <a:pt x="6310" y="38728"/>
                  </a:lnTo>
                  <a:lnTo>
                    <a:pt x="6210" y="38067"/>
                  </a:lnTo>
                  <a:lnTo>
                    <a:pt x="5772" y="37578"/>
                  </a:lnTo>
                  <a:lnTo>
                    <a:pt x="4847" y="37082"/>
                  </a:lnTo>
                  <a:lnTo>
                    <a:pt x="3564" y="37514"/>
                  </a:lnTo>
                  <a:lnTo>
                    <a:pt x="2474" y="38350"/>
                  </a:lnTo>
                  <a:lnTo>
                    <a:pt x="2048" y="38413"/>
                  </a:lnTo>
                  <a:lnTo>
                    <a:pt x="1906" y="37385"/>
                  </a:lnTo>
                  <a:lnTo>
                    <a:pt x="2078" y="36930"/>
                  </a:lnTo>
                  <a:lnTo>
                    <a:pt x="2419" y="36985"/>
                  </a:lnTo>
                  <a:lnTo>
                    <a:pt x="2699" y="37178"/>
                  </a:lnTo>
                  <a:lnTo>
                    <a:pt x="3000" y="36712"/>
                  </a:lnTo>
                  <a:lnTo>
                    <a:pt x="3180" y="35323"/>
                  </a:lnTo>
                  <a:lnTo>
                    <a:pt x="2727" y="30494"/>
                  </a:lnTo>
                  <a:lnTo>
                    <a:pt x="3541" y="30065"/>
                  </a:lnTo>
                  <a:lnTo>
                    <a:pt x="3555" y="29362"/>
                  </a:lnTo>
                  <a:lnTo>
                    <a:pt x="3630" y="28749"/>
                  </a:lnTo>
                  <a:lnTo>
                    <a:pt x="4471" y="29590"/>
                  </a:lnTo>
                  <a:lnTo>
                    <a:pt x="5654" y="29605"/>
                  </a:lnTo>
                  <a:lnTo>
                    <a:pt x="6691" y="29436"/>
                  </a:lnTo>
                  <a:lnTo>
                    <a:pt x="6848" y="28961"/>
                  </a:lnTo>
                  <a:lnTo>
                    <a:pt x="6836" y="28269"/>
                  </a:lnTo>
                  <a:lnTo>
                    <a:pt x="6620" y="27733"/>
                  </a:lnTo>
                  <a:lnTo>
                    <a:pt x="6254" y="27296"/>
                  </a:lnTo>
                  <a:lnTo>
                    <a:pt x="5986" y="26627"/>
                  </a:lnTo>
                  <a:lnTo>
                    <a:pt x="5286" y="26334"/>
                  </a:lnTo>
                  <a:lnTo>
                    <a:pt x="3095" y="24592"/>
                  </a:lnTo>
                  <a:lnTo>
                    <a:pt x="2018" y="22743"/>
                  </a:lnTo>
                  <a:lnTo>
                    <a:pt x="2054" y="20783"/>
                  </a:lnTo>
                  <a:lnTo>
                    <a:pt x="2367" y="19708"/>
                  </a:lnTo>
                  <a:lnTo>
                    <a:pt x="2744" y="19330"/>
                  </a:lnTo>
                  <a:lnTo>
                    <a:pt x="2632" y="18968"/>
                  </a:lnTo>
                  <a:lnTo>
                    <a:pt x="1397" y="18059"/>
                  </a:lnTo>
                  <a:lnTo>
                    <a:pt x="960" y="16794"/>
                  </a:lnTo>
                  <a:lnTo>
                    <a:pt x="1318" y="15169"/>
                  </a:lnTo>
                  <a:lnTo>
                    <a:pt x="676" y="11881"/>
                  </a:lnTo>
                  <a:lnTo>
                    <a:pt x="0" y="9853"/>
                  </a:lnTo>
                  <a:lnTo>
                    <a:pt x="664" y="8972"/>
                  </a:lnTo>
                  <a:lnTo>
                    <a:pt x="755" y="7729"/>
                  </a:lnTo>
                  <a:lnTo>
                    <a:pt x="808" y="7016"/>
                  </a:lnTo>
                  <a:lnTo>
                    <a:pt x="1081" y="7026"/>
                  </a:lnTo>
                  <a:lnTo>
                    <a:pt x="2152" y="6189"/>
                  </a:lnTo>
                  <a:lnTo>
                    <a:pt x="2542" y="5511"/>
                  </a:lnTo>
                  <a:lnTo>
                    <a:pt x="2768" y="4718"/>
                  </a:lnTo>
                  <a:lnTo>
                    <a:pt x="3025" y="4521"/>
                  </a:lnTo>
                  <a:lnTo>
                    <a:pt x="3744" y="5383"/>
                  </a:lnTo>
                  <a:lnTo>
                    <a:pt x="4501" y="5459"/>
                  </a:lnTo>
                  <a:lnTo>
                    <a:pt x="5350" y="4914"/>
                  </a:lnTo>
                  <a:lnTo>
                    <a:pt x="5986" y="4156"/>
                  </a:lnTo>
                  <a:lnTo>
                    <a:pt x="6749" y="3527"/>
                  </a:lnTo>
                  <a:lnTo>
                    <a:pt x="7095" y="3094"/>
                  </a:lnTo>
                  <a:lnTo>
                    <a:pt x="7537" y="2418"/>
                  </a:lnTo>
                  <a:lnTo>
                    <a:pt x="8429" y="414"/>
                  </a:lnTo>
                  <a:lnTo>
                    <a:pt x="9437" y="0"/>
                  </a:lnTo>
                  <a:lnTo>
                    <a:pt x="10791" y="510"/>
                  </a:lnTo>
                  <a:lnTo>
                    <a:pt x="12252" y="688"/>
                  </a:lnTo>
                  <a:lnTo>
                    <a:pt x="13345" y="227"/>
                  </a:lnTo>
                  <a:lnTo>
                    <a:pt x="16115" y="806"/>
                  </a:lnTo>
                  <a:lnTo>
                    <a:pt x="16709" y="1275"/>
                  </a:lnTo>
                  <a:close/>
                </a:path>
              </a:pathLst>
            </a:custGeom>
            <a:solidFill>
              <a:srgbClr val="E2EFD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8" name="pg1387"/>
            <p:cNvSpPr/>
            <p:nvPr/>
          </p:nvSpPr>
          <p:spPr>
            <a:xfrm>
              <a:off x="3412555" y="3622120"/>
              <a:ext cx="3434" cy="10549"/>
            </a:xfrm>
            <a:custGeom>
              <a:avLst/>
              <a:pathLst>
                <a:path w="3434" h="10549">
                  <a:moveTo>
                    <a:pt x="2337" y="8384"/>
                  </a:moveTo>
                  <a:lnTo>
                    <a:pt x="1080" y="10549"/>
                  </a:lnTo>
                  <a:lnTo>
                    <a:pt x="628" y="9990"/>
                  </a:lnTo>
                  <a:lnTo>
                    <a:pt x="351" y="8480"/>
                  </a:lnTo>
                  <a:lnTo>
                    <a:pt x="0" y="5231"/>
                  </a:lnTo>
                  <a:lnTo>
                    <a:pt x="114" y="3671"/>
                  </a:lnTo>
                  <a:lnTo>
                    <a:pt x="684" y="1894"/>
                  </a:lnTo>
                  <a:lnTo>
                    <a:pt x="1922" y="122"/>
                  </a:lnTo>
                  <a:lnTo>
                    <a:pt x="2665" y="0"/>
                  </a:lnTo>
                  <a:lnTo>
                    <a:pt x="3432" y="2327"/>
                  </a:lnTo>
                  <a:lnTo>
                    <a:pt x="3434" y="4755"/>
                  </a:lnTo>
                  <a:close/>
                </a:path>
              </a:pathLst>
            </a:custGeom>
            <a:solidFill>
              <a:srgbClr val="B4D4A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9" name="pg1388"/>
            <p:cNvSpPr/>
            <p:nvPr/>
          </p:nvSpPr>
          <p:spPr>
            <a:xfrm>
              <a:off x="3423067" y="3583863"/>
              <a:ext cx="1482" cy="4656"/>
            </a:xfrm>
            <a:custGeom>
              <a:avLst/>
              <a:pathLst>
                <a:path w="1482" h="4656">
                  <a:moveTo>
                    <a:pt x="1135" y="3882"/>
                  </a:moveTo>
                  <a:lnTo>
                    <a:pt x="681" y="4656"/>
                  </a:lnTo>
                  <a:lnTo>
                    <a:pt x="142" y="4005"/>
                  </a:lnTo>
                  <a:lnTo>
                    <a:pt x="0" y="2829"/>
                  </a:lnTo>
                  <a:lnTo>
                    <a:pt x="693" y="559"/>
                  </a:lnTo>
                  <a:lnTo>
                    <a:pt x="1021" y="0"/>
                  </a:lnTo>
                  <a:lnTo>
                    <a:pt x="1296" y="474"/>
                  </a:lnTo>
                  <a:lnTo>
                    <a:pt x="1459" y="1098"/>
                  </a:lnTo>
                  <a:lnTo>
                    <a:pt x="1482" y="2009"/>
                  </a:lnTo>
                  <a:close/>
                </a:path>
              </a:pathLst>
            </a:custGeom>
            <a:solidFill>
              <a:srgbClr val="B4D4A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0" name="pg1389"/>
            <p:cNvSpPr/>
            <p:nvPr/>
          </p:nvSpPr>
          <p:spPr>
            <a:xfrm>
              <a:off x="2626204" y="3456969"/>
              <a:ext cx="49528" cy="122664"/>
            </a:xfrm>
            <a:custGeom>
              <a:avLst/>
              <a:pathLst>
                <a:path w="49528" h="122664">
                  <a:moveTo>
                    <a:pt x="47512" y="18748"/>
                  </a:moveTo>
                  <a:lnTo>
                    <a:pt x="46485" y="20838"/>
                  </a:lnTo>
                  <a:lnTo>
                    <a:pt x="45371" y="23818"/>
                  </a:lnTo>
                  <a:lnTo>
                    <a:pt x="43901" y="28957"/>
                  </a:lnTo>
                  <a:lnTo>
                    <a:pt x="43966" y="30573"/>
                  </a:lnTo>
                  <a:lnTo>
                    <a:pt x="43644" y="31876"/>
                  </a:lnTo>
                  <a:lnTo>
                    <a:pt x="43566" y="34186"/>
                  </a:lnTo>
                  <a:lnTo>
                    <a:pt x="43670" y="36763"/>
                  </a:lnTo>
                  <a:lnTo>
                    <a:pt x="44047" y="38457"/>
                  </a:lnTo>
                  <a:lnTo>
                    <a:pt x="44220" y="41677"/>
                  </a:lnTo>
                  <a:lnTo>
                    <a:pt x="43933" y="44573"/>
                  </a:lnTo>
                  <a:lnTo>
                    <a:pt x="44042" y="46256"/>
                  </a:lnTo>
                  <a:lnTo>
                    <a:pt x="44342" y="48927"/>
                  </a:lnTo>
                  <a:lnTo>
                    <a:pt x="44583" y="51771"/>
                  </a:lnTo>
                  <a:lnTo>
                    <a:pt x="44557" y="52921"/>
                  </a:lnTo>
                  <a:lnTo>
                    <a:pt x="44914" y="53853"/>
                  </a:lnTo>
                  <a:lnTo>
                    <a:pt x="45243" y="54766"/>
                  </a:lnTo>
                  <a:lnTo>
                    <a:pt x="45138" y="57306"/>
                  </a:lnTo>
                  <a:lnTo>
                    <a:pt x="46298" y="61827"/>
                  </a:lnTo>
                  <a:lnTo>
                    <a:pt x="47006" y="63797"/>
                  </a:lnTo>
                  <a:lnTo>
                    <a:pt x="48038" y="65717"/>
                  </a:lnTo>
                  <a:lnTo>
                    <a:pt x="48413" y="67593"/>
                  </a:lnTo>
                  <a:lnTo>
                    <a:pt x="48995" y="69855"/>
                  </a:lnTo>
                  <a:lnTo>
                    <a:pt x="49340" y="70121"/>
                  </a:lnTo>
                  <a:lnTo>
                    <a:pt x="49528" y="71033"/>
                  </a:lnTo>
                  <a:lnTo>
                    <a:pt x="49340" y="72777"/>
                  </a:lnTo>
                  <a:lnTo>
                    <a:pt x="49296" y="75200"/>
                  </a:lnTo>
                  <a:lnTo>
                    <a:pt x="48642" y="78013"/>
                  </a:lnTo>
                  <a:lnTo>
                    <a:pt x="47121" y="83171"/>
                  </a:lnTo>
                  <a:lnTo>
                    <a:pt x="46937" y="84370"/>
                  </a:lnTo>
                  <a:lnTo>
                    <a:pt x="47332" y="88642"/>
                  </a:lnTo>
                  <a:lnTo>
                    <a:pt x="47120" y="92151"/>
                  </a:lnTo>
                  <a:lnTo>
                    <a:pt x="47030" y="93835"/>
                  </a:lnTo>
                  <a:lnTo>
                    <a:pt x="46284" y="96913"/>
                  </a:lnTo>
                  <a:lnTo>
                    <a:pt x="44513" y="104365"/>
                  </a:lnTo>
                  <a:lnTo>
                    <a:pt x="43495" y="105707"/>
                  </a:lnTo>
                  <a:lnTo>
                    <a:pt x="42881" y="107858"/>
                  </a:lnTo>
                  <a:lnTo>
                    <a:pt x="42485" y="107879"/>
                  </a:lnTo>
                  <a:lnTo>
                    <a:pt x="42042" y="108080"/>
                  </a:lnTo>
                  <a:lnTo>
                    <a:pt x="41902" y="108347"/>
                  </a:lnTo>
                  <a:lnTo>
                    <a:pt x="41346" y="108324"/>
                  </a:lnTo>
                  <a:lnTo>
                    <a:pt x="40913" y="107370"/>
                  </a:lnTo>
                  <a:lnTo>
                    <a:pt x="40846" y="106243"/>
                  </a:lnTo>
                  <a:lnTo>
                    <a:pt x="40611" y="104952"/>
                  </a:lnTo>
                  <a:lnTo>
                    <a:pt x="40067" y="104565"/>
                  </a:lnTo>
                  <a:lnTo>
                    <a:pt x="39033" y="105014"/>
                  </a:lnTo>
                  <a:lnTo>
                    <a:pt x="38736" y="104694"/>
                  </a:lnTo>
                  <a:lnTo>
                    <a:pt x="38120" y="103306"/>
                  </a:lnTo>
                  <a:lnTo>
                    <a:pt x="37610" y="101799"/>
                  </a:lnTo>
                  <a:lnTo>
                    <a:pt x="37485" y="100342"/>
                  </a:lnTo>
                  <a:lnTo>
                    <a:pt x="37154" y="100481"/>
                  </a:lnTo>
                  <a:lnTo>
                    <a:pt x="36368" y="101799"/>
                  </a:lnTo>
                  <a:lnTo>
                    <a:pt x="35834" y="102069"/>
                  </a:lnTo>
                  <a:lnTo>
                    <a:pt x="35411" y="101727"/>
                  </a:lnTo>
                  <a:lnTo>
                    <a:pt x="34938" y="101824"/>
                  </a:lnTo>
                  <a:lnTo>
                    <a:pt x="33739" y="103238"/>
                  </a:lnTo>
                  <a:lnTo>
                    <a:pt x="33033" y="103560"/>
                  </a:lnTo>
                  <a:lnTo>
                    <a:pt x="32529" y="104982"/>
                  </a:lnTo>
                  <a:lnTo>
                    <a:pt x="29195" y="105629"/>
                  </a:lnTo>
                  <a:lnTo>
                    <a:pt x="28322" y="106001"/>
                  </a:lnTo>
                  <a:lnTo>
                    <a:pt x="26333" y="103538"/>
                  </a:lnTo>
                  <a:lnTo>
                    <a:pt x="25819" y="102737"/>
                  </a:lnTo>
                  <a:lnTo>
                    <a:pt x="25556" y="102623"/>
                  </a:lnTo>
                  <a:lnTo>
                    <a:pt x="25336" y="102756"/>
                  </a:lnTo>
                  <a:lnTo>
                    <a:pt x="25117" y="103301"/>
                  </a:lnTo>
                  <a:lnTo>
                    <a:pt x="24790" y="106396"/>
                  </a:lnTo>
                  <a:lnTo>
                    <a:pt x="24488" y="107235"/>
                  </a:lnTo>
                  <a:lnTo>
                    <a:pt x="23968" y="107917"/>
                  </a:lnTo>
                  <a:lnTo>
                    <a:pt x="23461" y="109152"/>
                  </a:lnTo>
                  <a:lnTo>
                    <a:pt x="23360" y="110348"/>
                  </a:lnTo>
                  <a:lnTo>
                    <a:pt x="24141" y="111006"/>
                  </a:lnTo>
                  <a:lnTo>
                    <a:pt x="24793" y="113329"/>
                  </a:lnTo>
                  <a:lnTo>
                    <a:pt x="25502" y="115192"/>
                  </a:lnTo>
                  <a:lnTo>
                    <a:pt x="26070" y="116834"/>
                  </a:lnTo>
                  <a:lnTo>
                    <a:pt x="25993" y="118692"/>
                  </a:lnTo>
                  <a:lnTo>
                    <a:pt x="25896" y="121327"/>
                  </a:lnTo>
                  <a:lnTo>
                    <a:pt x="25485" y="122226"/>
                  </a:lnTo>
                  <a:lnTo>
                    <a:pt x="24795" y="122664"/>
                  </a:lnTo>
                  <a:lnTo>
                    <a:pt x="22270" y="121390"/>
                  </a:lnTo>
                  <a:lnTo>
                    <a:pt x="20336" y="120252"/>
                  </a:lnTo>
                  <a:lnTo>
                    <a:pt x="19519" y="120002"/>
                  </a:lnTo>
                  <a:lnTo>
                    <a:pt x="19154" y="119712"/>
                  </a:lnTo>
                  <a:lnTo>
                    <a:pt x="18672" y="118747"/>
                  </a:lnTo>
                  <a:lnTo>
                    <a:pt x="18180" y="117852"/>
                  </a:lnTo>
                  <a:lnTo>
                    <a:pt x="17394" y="117529"/>
                  </a:lnTo>
                  <a:lnTo>
                    <a:pt x="16454" y="116925"/>
                  </a:lnTo>
                  <a:lnTo>
                    <a:pt x="15762" y="114607"/>
                  </a:lnTo>
                  <a:lnTo>
                    <a:pt x="15047" y="111305"/>
                  </a:lnTo>
                  <a:lnTo>
                    <a:pt x="14794" y="109813"/>
                  </a:lnTo>
                  <a:lnTo>
                    <a:pt x="14235" y="108370"/>
                  </a:lnTo>
                  <a:lnTo>
                    <a:pt x="13686" y="106320"/>
                  </a:lnTo>
                  <a:lnTo>
                    <a:pt x="13518" y="104503"/>
                  </a:lnTo>
                  <a:lnTo>
                    <a:pt x="13103" y="102837"/>
                  </a:lnTo>
                  <a:lnTo>
                    <a:pt x="12886" y="102277"/>
                  </a:lnTo>
                  <a:lnTo>
                    <a:pt x="12565" y="100007"/>
                  </a:lnTo>
                  <a:lnTo>
                    <a:pt x="12498" y="99165"/>
                  </a:lnTo>
                  <a:lnTo>
                    <a:pt x="12340" y="99058"/>
                  </a:lnTo>
                  <a:lnTo>
                    <a:pt x="12114" y="98332"/>
                  </a:lnTo>
                  <a:lnTo>
                    <a:pt x="11670" y="95904"/>
                  </a:lnTo>
                  <a:lnTo>
                    <a:pt x="11570" y="95301"/>
                  </a:lnTo>
                  <a:lnTo>
                    <a:pt x="11374" y="95086"/>
                  </a:lnTo>
                  <a:lnTo>
                    <a:pt x="10857" y="93381"/>
                  </a:lnTo>
                  <a:lnTo>
                    <a:pt x="10445" y="92789"/>
                  </a:lnTo>
                  <a:lnTo>
                    <a:pt x="10294" y="91916"/>
                  </a:lnTo>
                  <a:lnTo>
                    <a:pt x="10329" y="89535"/>
                  </a:lnTo>
                  <a:lnTo>
                    <a:pt x="10109" y="88362"/>
                  </a:lnTo>
                  <a:lnTo>
                    <a:pt x="10041" y="86132"/>
                  </a:lnTo>
                  <a:lnTo>
                    <a:pt x="10028" y="85236"/>
                  </a:lnTo>
                  <a:lnTo>
                    <a:pt x="9816" y="84249"/>
                  </a:lnTo>
                  <a:lnTo>
                    <a:pt x="9464" y="83598"/>
                  </a:lnTo>
                  <a:lnTo>
                    <a:pt x="9403" y="81987"/>
                  </a:lnTo>
                  <a:lnTo>
                    <a:pt x="9317" y="78004"/>
                  </a:lnTo>
                  <a:lnTo>
                    <a:pt x="9150" y="77310"/>
                  </a:lnTo>
                  <a:lnTo>
                    <a:pt x="7664" y="77359"/>
                  </a:lnTo>
                  <a:lnTo>
                    <a:pt x="7514" y="77749"/>
                  </a:lnTo>
                  <a:lnTo>
                    <a:pt x="6872" y="77984"/>
                  </a:lnTo>
                  <a:lnTo>
                    <a:pt x="6153" y="78027"/>
                  </a:lnTo>
                  <a:lnTo>
                    <a:pt x="5505" y="77492"/>
                  </a:lnTo>
                  <a:lnTo>
                    <a:pt x="4969" y="76795"/>
                  </a:lnTo>
                  <a:lnTo>
                    <a:pt x="4855" y="75932"/>
                  </a:lnTo>
                  <a:lnTo>
                    <a:pt x="4936" y="73165"/>
                  </a:lnTo>
                  <a:lnTo>
                    <a:pt x="4072" y="71070"/>
                  </a:lnTo>
                  <a:lnTo>
                    <a:pt x="2703" y="68479"/>
                  </a:lnTo>
                  <a:lnTo>
                    <a:pt x="2290" y="65191"/>
                  </a:lnTo>
                  <a:lnTo>
                    <a:pt x="1788" y="63139"/>
                  </a:lnTo>
                  <a:lnTo>
                    <a:pt x="271" y="58847"/>
                  </a:lnTo>
                  <a:lnTo>
                    <a:pt x="2" y="55900"/>
                  </a:lnTo>
                  <a:lnTo>
                    <a:pt x="0" y="53824"/>
                  </a:lnTo>
                  <a:lnTo>
                    <a:pt x="533" y="51917"/>
                  </a:lnTo>
                  <a:lnTo>
                    <a:pt x="1276" y="48564"/>
                  </a:lnTo>
                  <a:lnTo>
                    <a:pt x="1581" y="45515"/>
                  </a:lnTo>
                  <a:lnTo>
                    <a:pt x="1806" y="43929"/>
                  </a:lnTo>
                  <a:lnTo>
                    <a:pt x="2191" y="41852"/>
                  </a:lnTo>
                  <a:lnTo>
                    <a:pt x="2540" y="39161"/>
                  </a:lnTo>
                  <a:lnTo>
                    <a:pt x="2274" y="37501"/>
                  </a:lnTo>
                  <a:lnTo>
                    <a:pt x="1823" y="35877"/>
                  </a:lnTo>
                  <a:lnTo>
                    <a:pt x="1675" y="34662"/>
                  </a:lnTo>
                  <a:lnTo>
                    <a:pt x="2113" y="32883"/>
                  </a:lnTo>
                  <a:lnTo>
                    <a:pt x="2554" y="31629"/>
                  </a:lnTo>
                  <a:lnTo>
                    <a:pt x="3051" y="31452"/>
                  </a:lnTo>
                  <a:lnTo>
                    <a:pt x="3686" y="30700"/>
                  </a:lnTo>
                  <a:lnTo>
                    <a:pt x="4185" y="29619"/>
                  </a:lnTo>
                  <a:lnTo>
                    <a:pt x="4943" y="29335"/>
                  </a:lnTo>
                  <a:lnTo>
                    <a:pt x="5893" y="29222"/>
                  </a:lnTo>
                  <a:lnTo>
                    <a:pt x="7828" y="29220"/>
                  </a:lnTo>
                  <a:lnTo>
                    <a:pt x="8817" y="28759"/>
                  </a:lnTo>
                  <a:lnTo>
                    <a:pt x="9124" y="27891"/>
                  </a:lnTo>
                  <a:lnTo>
                    <a:pt x="9078" y="26227"/>
                  </a:lnTo>
                  <a:lnTo>
                    <a:pt x="9569" y="24715"/>
                  </a:lnTo>
                  <a:lnTo>
                    <a:pt x="10086" y="24080"/>
                  </a:lnTo>
                  <a:lnTo>
                    <a:pt x="10294" y="23581"/>
                  </a:lnTo>
                  <a:lnTo>
                    <a:pt x="10324" y="23026"/>
                  </a:lnTo>
                  <a:lnTo>
                    <a:pt x="10188" y="22513"/>
                  </a:lnTo>
                  <a:lnTo>
                    <a:pt x="9983" y="22179"/>
                  </a:lnTo>
                  <a:lnTo>
                    <a:pt x="9443" y="22063"/>
                  </a:lnTo>
                  <a:lnTo>
                    <a:pt x="8969" y="19446"/>
                  </a:lnTo>
                  <a:lnTo>
                    <a:pt x="9293" y="18305"/>
                  </a:lnTo>
                  <a:lnTo>
                    <a:pt x="9712" y="16201"/>
                  </a:lnTo>
                  <a:lnTo>
                    <a:pt x="9830" y="15016"/>
                  </a:lnTo>
                  <a:lnTo>
                    <a:pt x="10477" y="13149"/>
                  </a:lnTo>
                  <a:lnTo>
                    <a:pt x="10631" y="13727"/>
                  </a:lnTo>
                  <a:lnTo>
                    <a:pt x="11135" y="10332"/>
                  </a:lnTo>
                  <a:lnTo>
                    <a:pt x="11193" y="7571"/>
                  </a:lnTo>
                  <a:lnTo>
                    <a:pt x="11576" y="4847"/>
                  </a:lnTo>
                  <a:lnTo>
                    <a:pt x="12160" y="1618"/>
                  </a:lnTo>
                  <a:lnTo>
                    <a:pt x="13219" y="17"/>
                  </a:lnTo>
                  <a:lnTo>
                    <a:pt x="19359" y="1646"/>
                  </a:lnTo>
                  <a:lnTo>
                    <a:pt x="22167" y="3194"/>
                  </a:lnTo>
                  <a:lnTo>
                    <a:pt x="25775" y="5850"/>
                  </a:lnTo>
                  <a:lnTo>
                    <a:pt x="26286" y="8691"/>
                  </a:lnTo>
                  <a:lnTo>
                    <a:pt x="26311" y="5850"/>
                  </a:lnTo>
                  <a:lnTo>
                    <a:pt x="26136" y="2979"/>
                  </a:lnTo>
                  <a:lnTo>
                    <a:pt x="27132" y="939"/>
                  </a:lnTo>
                  <a:lnTo>
                    <a:pt x="29324" y="223"/>
                  </a:lnTo>
                  <a:lnTo>
                    <a:pt x="32603" y="1206"/>
                  </a:lnTo>
                  <a:lnTo>
                    <a:pt x="35418" y="0"/>
                  </a:lnTo>
                  <a:lnTo>
                    <a:pt x="39252" y="151"/>
                  </a:lnTo>
                  <a:lnTo>
                    <a:pt x="45072" y="2470"/>
                  </a:lnTo>
                  <a:lnTo>
                    <a:pt x="47678" y="4051"/>
                  </a:lnTo>
                  <a:lnTo>
                    <a:pt x="48752" y="5482"/>
                  </a:lnTo>
                  <a:lnTo>
                    <a:pt x="48957" y="8065"/>
                  </a:lnTo>
                  <a:lnTo>
                    <a:pt x="48852" y="11363"/>
                  </a:lnTo>
                  <a:lnTo>
                    <a:pt x="48432" y="14514"/>
                  </a:lnTo>
                  <a:close/>
                </a:path>
              </a:pathLst>
            </a:custGeom>
            <a:solidFill>
              <a:srgbClr val="EEF5E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1" name="pg1390"/>
            <p:cNvSpPr/>
            <p:nvPr/>
          </p:nvSpPr>
          <p:spPr>
            <a:xfrm>
              <a:off x="3539236" y="2168505"/>
              <a:ext cx="69174" cy="54201"/>
            </a:xfrm>
            <a:custGeom>
              <a:avLst/>
              <a:pathLst>
                <a:path w="69174" h="54201">
                  <a:moveTo>
                    <a:pt x="69174" y="15513"/>
                  </a:moveTo>
                  <a:lnTo>
                    <a:pt x="68997" y="16733"/>
                  </a:lnTo>
                  <a:lnTo>
                    <a:pt x="68498" y="18156"/>
                  </a:lnTo>
                  <a:lnTo>
                    <a:pt x="67874" y="19625"/>
                  </a:lnTo>
                  <a:lnTo>
                    <a:pt x="67355" y="21400"/>
                  </a:lnTo>
                  <a:lnTo>
                    <a:pt x="66663" y="25194"/>
                  </a:lnTo>
                  <a:lnTo>
                    <a:pt x="66207" y="26944"/>
                  </a:lnTo>
                  <a:lnTo>
                    <a:pt x="64350" y="30411"/>
                  </a:lnTo>
                  <a:lnTo>
                    <a:pt x="64216" y="35233"/>
                  </a:lnTo>
                  <a:lnTo>
                    <a:pt x="63966" y="35587"/>
                  </a:lnTo>
                  <a:lnTo>
                    <a:pt x="59769" y="37220"/>
                  </a:lnTo>
                  <a:lnTo>
                    <a:pt x="59215" y="36969"/>
                  </a:lnTo>
                  <a:lnTo>
                    <a:pt x="58643" y="36030"/>
                  </a:lnTo>
                  <a:lnTo>
                    <a:pt x="58327" y="35347"/>
                  </a:lnTo>
                  <a:lnTo>
                    <a:pt x="58130" y="34844"/>
                  </a:lnTo>
                  <a:lnTo>
                    <a:pt x="57766" y="33509"/>
                  </a:lnTo>
                  <a:lnTo>
                    <a:pt x="57285" y="32563"/>
                  </a:lnTo>
                  <a:lnTo>
                    <a:pt x="56572" y="31789"/>
                  </a:lnTo>
                  <a:lnTo>
                    <a:pt x="55923" y="30892"/>
                  </a:lnTo>
                  <a:lnTo>
                    <a:pt x="55082" y="30856"/>
                  </a:lnTo>
                  <a:lnTo>
                    <a:pt x="52815" y="32123"/>
                  </a:lnTo>
                  <a:lnTo>
                    <a:pt x="51242" y="32261"/>
                  </a:lnTo>
                  <a:lnTo>
                    <a:pt x="50192" y="31854"/>
                  </a:lnTo>
                  <a:lnTo>
                    <a:pt x="48796" y="31087"/>
                  </a:lnTo>
                  <a:lnTo>
                    <a:pt x="46073" y="30967"/>
                  </a:lnTo>
                  <a:lnTo>
                    <a:pt x="44207" y="31641"/>
                  </a:lnTo>
                  <a:lnTo>
                    <a:pt x="44023" y="32580"/>
                  </a:lnTo>
                  <a:lnTo>
                    <a:pt x="42302" y="38477"/>
                  </a:lnTo>
                  <a:lnTo>
                    <a:pt x="39802" y="40650"/>
                  </a:lnTo>
                  <a:lnTo>
                    <a:pt x="37630" y="42877"/>
                  </a:lnTo>
                  <a:lnTo>
                    <a:pt x="36999" y="43329"/>
                  </a:lnTo>
                  <a:lnTo>
                    <a:pt x="35920" y="42629"/>
                  </a:lnTo>
                  <a:lnTo>
                    <a:pt x="34690" y="41306"/>
                  </a:lnTo>
                  <a:lnTo>
                    <a:pt x="33669" y="40618"/>
                  </a:lnTo>
                  <a:lnTo>
                    <a:pt x="32924" y="40921"/>
                  </a:lnTo>
                  <a:lnTo>
                    <a:pt x="32110" y="42420"/>
                  </a:lnTo>
                  <a:lnTo>
                    <a:pt x="31739" y="43939"/>
                  </a:lnTo>
                  <a:lnTo>
                    <a:pt x="29279" y="45052"/>
                  </a:lnTo>
                  <a:lnTo>
                    <a:pt x="25001" y="45708"/>
                  </a:lnTo>
                  <a:lnTo>
                    <a:pt x="23511" y="47202"/>
                  </a:lnTo>
                  <a:lnTo>
                    <a:pt x="23002" y="48999"/>
                  </a:lnTo>
                  <a:lnTo>
                    <a:pt x="22980" y="50382"/>
                  </a:lnTo>
                  <a:lnTo>
                    <a:pt x="23342" y="51557"/>
                  </a:lnTo>
                  <a:lnTo>
                    <a:pt x="22886" y="52928"/>
                  </a:lnTo>
                  <a:lnTo>
                    <a:pt x="22686" y="53499"/>
                  </a:lnTo>
                  <a:lnTo>
                    <a:pt x="19664" y="53799"/>
                  </a:lnTo>
                  <a:lnTo>
                    <a:pt x="15635" y="54201"/>
                  </a:lnTo>
                  <a:lnTo>
                    <a:pt x="13226" y="54098"/>
                  </a:lnTo>
                  <a:lnTo>
                    <a:pt x="10958" y="54002"/>
                  </a:lnTo>
                  <a:lnTo>
                    <a:pt x="9415" y="52827"/>
                  </a:lnTo>
                  <a:lnTo>
                    <a:pt x="7531" y="50532"/>
                  </a:lnTo>
                  <a:lnTo>
                    <a:pt x="5540" y="47479"/>
                  </a:lnTo>
                  <a:lnTo>
                    <a:pt x="5348" y="47406"/>
                  </a:lnTo>
                  <a:lnTo>
                    <a:pt x="5052" y="47082"/>
                  </a:lnTo>
                  <a:lnTo>
                    <a:pt x="3801" y="46854"/>
                  </a:lnTo>
                  <a:lnTo>
                    <a:pt x="3469" y="47034"/>
                  </a:lnTo>
                  <a:lnTo>
                    <a:pt x="2720" y="46041"/>
                  </a:lnTo>
                  <a:lnTo>
                    <a:pt x="2500" y="44750"/>
                  </a:lnTo>
                  <a:lnTo>
                    <a:pt x="1340" y="41357"/>
                  </a:lnTo>
                  <a:lnTo>
                    <a:pt x="33" y="35777"/>
                  </a:lnTo>
                  <a:lnTo>
                    <a:pt x="0" y="34167"/>
                  </a:lnTo>
                  <a:lnTo>
                    <a:pt x="509" y="32332"/>
                  </a:lnTo>
                  <a:lnTo>
                    <a:pt x="983" y="30931"/>
                  </a:lnTo>
                  <a:lnTo>
                    <a:pt x="1049" y="29818"/>
                  </a:lnTo>
                  <a:lnTo>
                    <a:pt x="1102" y="29515"/>
                  </a:lnTo>
                  <a:lnTo>
                    <a:pt x="1493" y="27208"/>
                  </a:lnTo>
                  <a:lnTo>
                    <a:pt x="2444" y="24139"/>
                  </a:lnTo>
                  <a:lnTo>
                    <a:pt x="3326" y="22358"/>
                  </a:lnTo>
                  <a:lnTo>
                    <a:pt x="3970" y="21770"/>
                  </a:lnTo>
                  <a:lnTo>
                    <a:pt x="5291" y="22306"/>
                  </a:lnTo>
                  <a:lnTo>
                    <a:pt x="7555" y="22750"/>
                  </a:lnTo>
                  <a:lnTo>
                    <a:pt x="9295" y="22334"/>
                  </a:lnTo>
                  <a:lnTo>
                    <a:pt x="10917" y="20967"/>
                  </a:lnTo>
                  <a:lnTo>
                    <a:pt x="11799" y="19771"/>
                  </a:lnTo>
                  <a:lnTo>
                    <a:pt x="12552" y="18514"/>
                  </a:lnTo>
                  <a:lnTo>
                    <a:pt x="12803" y="17699"/>
                  </a:lnTo>
                  <a:lnTo>
                    <a:pt x="13138" y="17308"/>
                  </a:lnTo>
                  <a:lnTo>
                    <a:pt x="14480" y="16582"/>
                  </a:lnTo>
                  <a:lnTo>
                    <a:pt x="14907" y="15736"/>
                  </a:lnTo>
                  <a:lnTo>
                    <a:pt x="15084" y="14135"/>
                  </a:lnTo>
                  <a:lnTo>
                    <a:pt x="15200" y="12349"/>
                  </a:lnTo>
                  <a:lnTo>
                    <a:pt x="15476" y="11026"/>
                  </a:lnTo>
                  <a:lnTo>
                    <a:pt x="15821" y="10056"/>
                  </a:lnTo>
                  <a:lnTo>
                    <a:pt x="18306" y="7726"/>
                  </a:lnTo>
                  <a:lnTo>
                    <a:pt x="18529" y="6908"/>
                  </a:lnTo>
                  <a:lnTo>
                    <a:pt x="18928" y="6110"/>
                  </a:lnTo>
                  <a:lnTo>
                    <a:pt x="19662" y="5218"/>
                  </a:lnTo>
                  <a:lnTo>
                    <a:pt x="20375" y="3930"/>
                  </a:lnTo>
                  <a:lnTo>
                    <a:pt x="21130" y="3139"/>
                  </a:lnTo>
                  <a:lnTo>
                    <a:pt x="22101" y="3227"/>
                  </a:lnTo>
                  <a:lnTo>
                    <a:pt x="22997" y="3064"/>
                  </a:lnTo>
                  <a:lnTo>
                    <a:pt x="23696" y="2614"/>
                  </a:lnTo>
                  <a:lnTo>
                    <a:pt x="24003" y="2568"/>
                  </a:lnTo>
                  <a:lnTo>
                    <a:pt x="25294" y="2937"/>
                  </a:lnTo>
                  <a:lnTo>
                    <a:pt x="25526" y="4415"/>
                  </a:lnTo>
                  <a:lnTo>
                    <a:pt x="25662" y="5953"/>
                  </a:lnTo>
                  <a:lnTo>
                    <a:pt x="27868" y="5842"/>
                  </a:lnTo>
                  <a:lnTo>
                    <a:pt x="29096" y="2549"/>
                  </a:lnTo>
                  <a:lnTo>
                    <a:pt x="29732" y="2152"/>
                  </a:lnTo>
                  <a:lnTo>
                    <a:pt x="30754" y="1007"/>
                  </a:lnTo>
                  <a:lnTo>
                    <a:pt x="31429" y="0"/>
                  </a:lnTo>
                  <a:lnTo>
                    <a:pt x="31893" y="630"/>
                  </a:lnTo>
                  <a:lnTo>
                    <a:pt x="32565" y="2745"/>
                  </a:lnTo>
                  <a:lnTo>
                    <a:pt x="33275" y="4449"/>
                  </a:lnTo>
                  <a:lnTo>
                    <a:pt x="33685" y="5122"/>
                  </a:lnTo>
                  <a:lnTo>
                    <a:pt x="33729" y="5645"/>
                  </a:lnTo>
                  <a:lnTo>
                    <a:pt x="34142" y="5958"/>
                  </a:lnTo>
                  <a:lnTo>
                    <a:pt x="34945" y="6149"/>
                  </a:lnTo>
                  <a:lnTo>
                    <a:pt x="35479" y="6664"/>
                  </a:lnTo>
                  <a:lnTo>
                    <a:pt x="35639" y="8248"/>
                  </a:lnTo>
                  <a:lnTo>
                    <a:pt x="35651" y="9684"/>
                  </a:lnTo>
                  <a:lnTo>
                    <a:pt x="35400" y="10711"/>
                  </a:lnTo>
                  <a:lnTo>
                    <a:pt x="35269" y="11621"/>
                  </a:lnTo>
                  <a:lnTo>
                    <a:pt x="35824" y="11978"/>
                  </a:lnTo>
                  <a:lnTo>
                    <a:pt x="36637" y="11633"/>
                  </a:lnTo>
                  <a:lnTo>
                    <a:pt x="37212" y="11119"/>
                  </a:lnTo>
                  <a:lnTo>
                    <a:pt x="38937" y="12304"/>
                  </a:lnTo>
                  <a:lnTo>
                    <a:pt x="39546" y="9661"/>
                  </a:lnTo>
                  <a:lnTo>
                    <a:pt x="40229" y="8312"/>
                  </a:lnTo>
                  <a:lnTo>
                    <a:pt x="41117" y="7684"/>
                  </a:lnTo>
                  <a:lnTo>
                    <a:pt x="41922" y="6860"/>
                  </a:lnTo>
                  <a:lnTo>
                    <a:pt x="42658" y="6277"/>
                  </a:lnTo>
                  <a:lnTo>
                    <a:pt x="43167" y="6312"/>
                  </a:lnTo>
                  <a:lnTo>
                    <a:pt x="43386" y="6068"/>
                  </a:lnTo>
                  <a:lnTo>
                    <a:pt x="44017" y="6132"/>
                  </a:lnTo>
                  <a:lnTo>
                    <a:pt x="44749" y="6397"/>
                  </a:lnTo>
                  <a:lnTo>
                    <a:pt x="45743" y="6087"/>
                  </a:lnTo>
                  <a:lnTo>
                    <a:pt x="47119" y="6730"/>
                  </a:lnTo>
                  <a:lnTo>
                    <a:pt x="47978" y="7950"/>
                  </a:lnTo>
                  <a:lnTo>
                    <a:pt x="48819" y="8362"/>
                  </a:lnTo>
                  <a:lnTo>
                    <a:pt x="49779" y="8291"/>
                  </a:lnTo>
                  <a:lnTo>
                    <a:pt x="50436" y="7619"/>
                  </a:lnTo>
                  <a:lnTo>
                    <a:pt x="51389" y="5302"/>
                  </a:lnTo>
                  <a:lnTo>
                    <a:pt x="52081" y="5338"/>
                  </a:lnTo>
                  <a:lnTo>
                    <a:pt x="53164" y="4971"/>
                  </a:lnTo>
                  <a:lnTo>
                    <a:pt x="54693" y="4992"/>
                  </a:lnTo>
                  <a:lnTo>
                    <a:pt x="58217" y="5488"/>
                  </a:lnTo>
                  <a:lnTo>
                    <a:pt x="59100" y="6375"/>
                  </a:lnTo>
                  <a:lnTo>
                    <a:pt x="61270" y="7512"/>
                  </a:lnTo>
                  <a:lnTo>
                    <a:pt x="62215" y="8824"/>
                  </a:lnTo>
                  <a:lnTo>
                    <a:pt x="62635" y="10389"/>
                  </a:lnTo>
                  <a:lnTo>
                    <a:pt x="62854" y="11470"/>
                  </a:lnTo>
                  <a:lnTo>
                    <a:pt x="65077" y="13133"/>
                  </a:lnTo>
                  <a:lnTo>
                    <a:pt x="68374" y="15259"/>
                  </a:lnTo>
                  <a:close/>
                </a:path>
              </a:pathLst>
            </a:custGeom>
            <a:solidFill>
              <a:srgbClr val="EBF3E8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2" name="pg1391"/>
            <p:cNvSpPr/>
            <p:nvPr/>
          </p:nvSpPr>
          <p:spPr>
            <a:xfrm>
              <a:off x="3496770" y="2249305"/>
              <a:ext cx="38243" cy="42400"/>
            </a:xfrm>
            <a:custGeom>
              <a:avLst/>
              <a:pathLst>
                <a:path w="38243" h="42400">
                  <a:moveTo>
                    <a:pt x="38243" y="10737"/>
                  </a:moveTo>
                  <a:lnTo>
                    <a:pt x="37163" y="10013"/>
                  </a:lnTo>
                  <a:lnTo>
                    <a:pt x="35866" y="9711"/>
                  </a:lnTo>
                  <a:lnTo>
                    <a:pt x="35622" y="10102"/>
                  </a:lnTo>
                  <a:lnTo>
                    <a:pt x="35101" y="10500"/>
                  </a:lnTo>
                  <a:lnTo>
                    <a:pt x="34837" y="11212"/>
                  </a:lnTo>
                  <a:lnTo>
                    <a:pt x="35039" y="14011"/>
                  </a:lnTo>
                  <a:lnTo>
                    <a:pt x="34724" y="14491"/>
                  </a:lnTo>
                  <a:lnTo>
                    <a:pt x="33249" y="14214"/>
                  </a:lnTo>
                  <a:lnTo>
                    <a:pt x="32762" y="14536"/>
                  </a:lnTo>
                  <a:lnTo>
                    <a:pt x="31960" y="16485"/>
                  </a:lnTo>
                  <a:lnTo>
                    <a:pt x="31139" y="17305"/>
                  </a:lnTo>
                  <a:lnTo>
                    <a:pt x="30094" y="17889"/>
                  </a:lnTo>
                  <a:lnTo>
                    <a:pt x="29323" y="18595"/>
                  </a:lnTo>
                  <a:lnTo>
                    <a:pt x="28347" y="19208"/>
                  </a:lnTo>
                  <a:lnTo>
                    <a:pt x="27515" y="19577"/>
                  </a:lnTo>
                  <a:lnTo>
                    <a:pt x="27186" y="20428"/>
                  </a:lnTo>
                  <a:lnTo>
                    <a:pt x="26986" y="21372"/>
                  </a:lnTo>
                  <a:lnTo>
                    <a:pt x="27039" y="22281"/>
                  </a:lnTo>
                  <a:lnTo>
                    <a:pt x="27884" y="24076"/>
                  </a:lnTo>
                  <a:lnTo>
                    <a:pt x="27998" y="25991"/>
                  </a:lnTo>
                  <a:lnTo>
                    <a:pt x="27906" y="28332"/>
                  </a:lnTo>
                  <a:lnTo>
                    <a:pt x="27712" y="29582"/>
                  </a:lnTo>
                  <a:lnTo>
                    <a:pt x="27379" y="30413"/>
                  </a:lnTo>
                  <a:lnTo>
                    <a:pt x="25299" y="31489"/>
                  </a:lnTo>
                  <a:lnTo>
                    <a:pt x="23141" y="33410"/>
                  </a:lnTo>
                  <a:lnTo>
                    <a:pt x="23091" y="33850"/>
                  </a:lnTo>
                  <a:lnTo>
                    <a:pt x="24075" y="35558"/>
                  </a:lnTo>
                  <a:lnTo>
                    <a:pt x="24114" y="35984"/>
                  </a:lnTo>
                  <a:lnTo>
                    <a:pt x="23300" y="36955"/>
                  </a:lnTo>
                  <a:lnTo>
                    <a:pt x="23221" y="37929"/>
                  </a:lnTo>
                  <a:lnTo>
                    <a:pt x="23314" y="39055"/>
                  </a:lnTo>
                  <a:lnTo>
                    <a:pt x="23746" y="40215"/>
                  </a:lnTo>
                  <a:lnTo>
                    <a:pt x="23901" y="41257"/>
                  </a:lnTo>
                  <a:lnTo>
                    <a:pt x="22715" y="42015"/>
                  </a:lnTo>
                  <a:lnTo>
                    <a:pt x="21111" y="41738"/>
                  </a:lnTo>
                  <a:lnTo>
                    <a:pt x="19211" y="40286"/>
                  </a:lnTo>
                  <a:lnTo>
                    <a:pt x="18546" y="40500"/>
                  </a:lnTo>
                  <a:lnTo>
                    <a:pt x="17901" y="41248"/>
                  </a:lnTo>
                  <a:lnTo>
                    <a:pt x="17243" y="40927"/>
                  </a:lnTo>
                  <a:lnTo>
                    <a:pt x="16518" y="40032"/>
                  </a:lnTo>
                  <a:lnTo>
                    <a:pt x="15493" y="38171"/>
                  </a:lnTo>
                  <a:lnTo>
                    <a:pt x="14994" y="37030"/>
                  </a:lnTo>
                  <a:lnTo>
                    <a:pt x="14790" y="35813"/>
                  </a:lnTo>
                  <a:lnTo>
                    <a:pt x="14510" y="35637"/>
                  </a:lnTo>
                  <a:lnTo>
                    <a:pt x="14085" y="35991"/>
                  </a:lnTo>
                  <a:lnTo>
                    <a:pt x="13734" y="37470"/>
                  </a:lnTo>
                  <a:lnTo>
                    <a:pt x="12785" y="40113"/>
                  </a:lnTo>
                  <a:lnTo>
                    <a:pt x="12086" y="40831"/>
                  </a:lnTo>
                  <a:lnTo>
                    <a:pt x="11026" y="40678"/>
                  </a:lnTo>
                  <a:lnTo>
                    <a:pt x="9542" y="40722"/>
                  </a:lnTo>
                  <a:lnTo>
                    <a:pt x="8620" y="40938"/>
                  </a:lnTo>
                  <a:lnTo>
                    <a:pt x="7489" y="40005"/>
                  </a:lnTo>
                  <a:lnTo>
                    <a:pt x="7215" y="40184"/>
                  </a:lnTo>
                  <a:lnTo>
                    <a:pt x="7213" y="40797"/>
                  </a:lnTo>
                  <a:lnTo>
                    <a:pt x="6793" y="41766"/>
                  </a:lnTo>
                  <a:lnTo>
                    <a:pt x="6099" y="42400"/>
                  </a:lnTo>
                  <a:lnTo>
                    <a:pt x="2888" y="40970"/>
                  </a:lnTo>
                  <a:lnTo>
                    <a:pt x="2433" y="39784"/>
                  </a:lnTo>
                  <a:lnTo>
                    <a:pt x="3157" y="39221"/>
                  </a:lnTo>
                  <a:lnTo>
                    <a:pt x="4163" y="37695"/>
                  </a:lnTo>
                  <a:lnTo>
                    <a:pt x="4847" y="37861"/>
                  </a:lnTo>
                  <a:lnTo>
                    <a:pt x="5685" y="37539"/>
                  </a:lnTo>
                  <a:lnTo>
                    <a:pt x="6050" y="36890"/>
                  </a:lnTo>
                  <a:lnTo>
                    <a:pt x="5519" y="34952"/>
                  </a:lnTo>
                  <a:lnTo>
                    <a:pt x="4185" y="32563"/>
                  </a:lnTo>
                  <a:lnTo>
                    <a:pt x="3476" y="31655"/>
                  </a:lnTo>
                  <a:lnTo>
                    <a:pt x="2500" y="31053"/>
                  </a:lnTo>
                  <a:lnTo>
                    <a:pt x="2332" y="30410"/>
                  </a:lnTo>
                  <a:lnTo>
                    <a:pt x="2873" y="26641"/>
                  </a:lnTo>
                  <a:lnTo>
                    <a:pt x="2709" y="26106"/>
                  </a:lnTo>
                  <a:lnTo>
                    <a:pt x="1595" y="26283"/>
                  </a:lnTo>
                  <a:lnTo>
                    <a:pt x="1334" y="25890"/>
                  </a:lnTo>
                  <a:lnTo>
                    <a:pt x="1243" y="25236"/>
                  </a:lnTo>
                  <a:lnTo>
                    <a:pt x="1318" y="24340"/>
                  </a:lnTo>
                  <a:lnTo>
                    <a:pt x="2069" y="22875"/>
                  </a:lnTo>
                  <a:lnTo>
                    <a:pt x="2905" y="21575"/>
                  </a:lnTo>
                  <a:lnTo>
                    <a:pt x="3128" y="20847"/>
                  </a:lnTo>
                  <a:lnTo>
                    <a:pt x="3099" y="20277"/>
                  </a:lnTo>
                  <a:lnTo>
                    <a:pt x="2029" y="19700"/>
                  </a:lnTo>
                  <a:lnTo>
                    <a:pt x="1384" y="19108"/>
                  </a:lnTo>
                  <a:lnTo>
                    <a:pt x="872" y="18903"/>
                  </a:lnTo>
                  <a:lnTo>
                    <a:pt x="521" y="19235"/>
                  </a:lnTo>
                  <a:lnTo>
                    <a:pt x="260" y="18861"/>
                  </a:lnTo>
                  <a:lnTo>
                    <a:pt x="0" y="17778"/>
                  </a:lnTo>
                  <a:lnTo>
                    <a:pt x="259" y="16126"/>
                  </a:lnTo>
                  <a:lnTo>
                    <a:pt x="1222" y="14599"/>
                  </a:lnTo>
                  <a:lnTo>
                    <a:pt x="2255" y="13243"/>
                  </a:lnTo>
                  <a:lnTo>
                    <a:pt x="3155" y="12255"/>
                  </a:lnTo>
                  <a:lnTo>
                    <a:pt x="3674" y="11831"/>
                  </a:lnTo>
                  <a:lnTo>
                    <a:pt x="3921" y="10135"/>
                  </a:lnTo>
                  <a:lnTo>
                    <a:pt x="4457" y="10311"/>
                  </a:lnTo>
                  <a:lnTo>
                    <a:pt x="5522" y="10402"/>
                  </a:lnTo>
                  <a:lnTo>
                    <a:pt x="6710" y="10788"/>
                  </a:lnTo>
                  <a:lnTo>
                    <a:pt x="7816" y="11261"/>
                  </a:lnTo>
                  <a:lnTo>
                    <a:pt x="8790" y="11860"/>
                  </a:lnTo>
                  <a:lnTo>
                    <a:pt x="10835" y="12486"/>
                  </a:lnTo>
                  <a:lnTo>
                    <a:pt x="12695" y="12864"/>
                  </a:lnTo>
                  <a:lnTo>
                    <a:pt x="13255" y="13213"/>
                  </a:lnTo>
                  <a:lnTo>
                    <a:pt x="13714" y="13185"/>
                  </a:lnTo>
                  <a:lnTo>
                    <a:pt x="14278" y="13698"/>
                  </a:lnTo>
                  <a:lnTo>
                    <a:pt x="14611" y="13307"/>
                  </a:lnTo>
                  <a:lnTo>
                    <a:pt x="14853" y="12623"/>
                  </a:lnTo>
                  <a:lnTo>
                    <a:pt x="15867" y="11815"/>
                  </a:lnTo>
                  <a:lnTo>
                    <a:pt x="16800" y="10760"/>
                  </a:lnTo>
                  <a:lnTo>
                    <a:pt x="17456" y="9417"/>
                  </a:lnTo>
                  <a:lnTo>
                    <a:pt x="17822" y="8356"/>
                  </a:lnTo>
                  <a:lnTo>
                    <a:pt x="18464" y="7605"/>
                  </a:lnTo>
                  <a:lnTo>
                    <a:pt x="19148" y="7388"/>
                  </a:lnTo>
                  <a:lnTo>
                    <a:pt x="19773" y="7012"/>
                  </a:lnTo>
                  <a:lnTo>
                    <a:pt x="22409" y="6510"/>
                  </a:lnTo>
                  <a:lnTo>
                    <a:pt x="25118" y="6903"/>
                  </a:lnTo>
                  <a:lnTo>
                    <a:pt x="26410" y="6165"/>
                  </a:lnTo>
                  <a:lnTo>
                    <a:pt x="27474" y="4870"/>
                  </a:lnTo>
                  <a:lnTo>
                    <a:pt x="29111" y="4491"/>
                  </a:lnTo>
                  <a:lnTo>
                    <a:pt x="31435" y="5485"/>
                  </a:lnTo>
                  <a:lnTo>
                    <a:pt x="31614" y="4907"/>
                  </a:lnTo>
                  <a:lnTo>
                    <a:pt x="31714" y="4651"/>
                  </a:lnTo>
                  <a:lnTo>
                    <a:pt x="31670" y="1829"/>
                  </a:lnTo>
                  <a:lnTo>
                    <a:pt x="32405" y="545"/>
                  </a:lnTo>
                  <a:lnTo>
                    <a:pt x="33086" y="0"/>
                  </a:lnTo>
                  <a:lnTo>
                    <a:pt x="35408" y="177"/>
                  </a:lnTo>
                  <a:lnTo>
                    <a:pt x="35711" y="1043"/>
                  </a:lnTo>
                  <a:lnTo>
                    <a:pt x="35833" y="2386"/>
                  </a:lnTo>
                  <a:lnTo>
                    <a:pt x="36040" y="4185"/>
                  </a:lnTo>
                  <a:lnTo>
                    <a:pt x="36427" y="4683"/>
                  </a:lnTo>
                  <a:lnTo>
                    <a:pt x="36639" y="5391"/>
                  </a:lnTo>
                  <a:lnTo>
                    <a:pt x="36598" y="6636"/>
                  </a:lnTo>
                  <a:lnTo>
                    <a:pt x="37051" y="7566"/>
                  </a:lnTo>
                  <a:lnTo>
                    <a:pt x="38114" y="10082"/>
                  </a:lnTo>
                  <a:close/>
                </a:path>
              </a:pathLst>
            </a:custGeom>
            <a:solidFill>
              <a:srgbClr val="A1CA98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3" name="pg1392"/>
            <p:cNvSpPr/>
            <p:nvPr/>
          </p:nvSpPr>
          <p:spPr>
            <a:xfrm>
              <a:off x="3533525" y="1939578"/>
              <a:ext cx="8817" cy="32648"/>
            </a:xfrm>
            <a:custGeom>
              <a:avLst/>
              <a:pathLst>
                <a:path w="8817" h="32648">
                  <a:moveTo>
                    <a:pt x="1637" y="31160"/>
                  </a:moveTo>
                  <a:lnTo>
                    <a:pt x="1011" y="32648"/>
                  </a:lnTo>
                  <a:lnTo>
                    <a:pt x="457" y="32542"/>
                  </a:lnTo>
                  <a:lnTo>
                    <a:pt x="86" y="30558"/>
                  </a:lnTo>
                  <a:lnTo>
                    <a:pt x="0" y="25454"/>
                  </a:lnTo>
                  <a:lnTo>
                    <a:pt x="221" y="22932"/>
                  </a:lnTo>
                  <a:lnTo>
                    <a:pt x="2878" y="13835"/>
                  </a:lnTo>
                  <a:lnTo>
                    <a:pt x="4065" y="13092"/>
                  </a:lnTo>
                  <a:lnTo>
                    <a:pt x="5734" y="7517"/>
                  </a:lnTo>
                  <a:lnTo>
                    <a:pt x="6184" y="5036"/>
                  </a:lnTo>
                  <a:lnTo>
                    <a:pt x="6907" y="2803"/>
                  </a:lnTo>
                  <a:lnTo>
                    <a:pt x="7334" y="806"/>
                  </a:lnTo>
                  <a:lnTo>
                    <a:pt x="7693" y="0"/>
                  </a:lnTo>
                  <a:lnTo>
                    <a:pt x="8471" y="378"/>
                  </a:lnTo>
                  <a:lnTo>
                    <a:pt x="8817" y="745"/>
                  </a:lnTo>
                  <a:lnTo>
                    <a:pt x="7997" y="1908"/>
                  </a:lnTo>
                  <a:lnTo>
                    <a:pt x="8093" y="3422"/>
                  </a:lnTo>
                  <a:lnTo>
                    <a:pt x="8035" y="4049"/>
                  </a:lnTo>
                  <a:lnTo>
                    <a:pt x="5966" y="10633"/>
                  </a:lnTo>
                  <a:lnTo>
                    <a:pt x="5412" y="14908"/>
                  </a:lnTo>
                  <a:lnTo>
                    <a:pt x="4678" y="15951"/>
                  </a:lnTo>
                  <a:close/>
                </a:path>
              </a:pathLst>
            </a:custGeom>
            <a:solidFill>
              <a:srgbClr val="FFF8F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4" name="pg1393"/>
            <p:cNvSpPr/>
            <p:nvPr/>
          </p:nvSpPr>
          <p:spPr>
            <a:xfrm>
              <a:off x="3554377" y="1922723"/>
              <a:ext cx="11838" cy="29400"/>
            </a:xfrm>
            <a:custGeom>
              <a:avLst/>
              <a:pathLst>
                <a:path w="11838" h="29400">
                  <a:moveTo>
                    <a:pt x="11838" y="2350"/>
                  </a:moveTo>
                  <a:lnTo>
                    <a:pt x="10830" y="3054"/>
                  </a:lnTo>
                  <a:lnTo>
                    <a:pt x="10237" y="5137"/>
                  </a:lnTo>
                  <a:lnTo>
                    <a:pt x="9421" y="5489"/>
                  </a:lnTo>
                  <a:lnTo>
                    <a:pt x="8638" y="6183"/>
                  </a:lnTo>
                  <a:lnTo>
                    <a:pt x="8358" y="12776"/>
                  </a:lnTo>
                  <a:lnTo>
                    <a:pt x="9784" y="15280"/>
                  </a:lnTo>
                  <a:lnTo>
                    <a:pt x="9001" y="15631"/>
                  </a:lnTo>
                  <a:lnTo>
                    <a:pt x="8284" y="16381"/>
                  </a:lnTo>
                  <a:lnTo>
                    <a:pt x="7772" y="17491"/>
                  </a:lnTo>
                  <a:lnTo>
                    <a:pt x="7249" y="19879"/>
                  </a:lnTo>
                  <a:lnTo>
                    <a:pt x="5281" y="21232"/>
                  </a:lnTo>
                  <a:lnTo>
                    <a:pt x="4536" y="22233"/>
                  </a:lnTo>
                  <a:lnTo>
                    <a:pt x="3438" y="24461"/>
                  </a:lnTo>
                  <a:lnTo>
                    <a:pt x="2865" y="27694"/>
                  </a:lnTo>
                  <a:lnTo>
                    <a:pt x="1753" y="29074"/>
                  </a:lnTo>
                  <a:lnTo>
                    <a:pt x="503" y="29400"/>
                  </a:lnTo>
                  <a:lnTo>
                    <a:pt x="1236" y="26751"/>
                  </a:lnTo>
                  <a:lnTo>
                    <a:pt x="2197" y="24592"/>
                  </a:lnTo>
                  <a:lnTo>
                    <a:pt x="1273" y="23112"/>
                  </a:lnTo>
                  <a:lnTo>
                    <a:pt x="717" y="20795"/>
                  </a:lnTo>
                  <a:lnTo>
                    <a:pt x="0" y="19017"/>
                  </a:lnTo>
                  <a:lnTo>
                    <a:pt x="571" y="17032"/>
                  </a:lnTo>
                  <a:lnTo>
                    <a:pt x="290" y="13778"/>
                  </a:lnTo>
                  <a:lnTo>
                    <a:pt x="383" y="10603"/>
                  </a:lnTo>
                  <a:lnTo>
                    <a:pt x="1216" y="9000"/>
                  </a:lnTo>
                  <a:lnTo>
                    <a:pt x="2170" y="7692"/>
                  </a:lnTo>
                  <a:lnTo>
                    <a:pt x="3657" y="4687"/>
                  </a:lnTo>
                  <a:lnTo>
                    <a:pt x="5268" y="2508"/>
                  </a:lnTo>
                  <a:lnTo>
                    <a:pt x="7517" y="1529"/>
                  </a:lnTo>
                  <a:lnTo>
                    <a:pt x="8532" y="2432"/>
                  </a:lnTo>
                  <a:lnTo>
                    <a:pt x="8970" y="451"/>
                  </a:lnTo>
                  <a:lnTo>
                    <a:pt x="9695" y="0"/>
                  </a:lnTo>
                  <a:lnTo>
                    <a:pt x="10375" y="457"/>
                  </a:lnTo>
                  <a:close/>
                </a:path>
              </a:pathLst>
            </a:custGeom>
            <a:solidFill>
              <a:srgbClr val="FFF8F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5" name="pg1394"/>
            <p:cNvSpPr/>
            <p:nvPr/>
          </p:nvSpPr>
          <p:spPr>
            <a:xfrm>
              <a:off x="3565762" y="1920777"/>
              <a:ext cx="3560" cy="3578"/>
            </a:xfrm>
            <a:custGeom>
              <a:avLst/>
              <a:pathLst>
                <a:path w="3560" h="3578">
                  <a:moveTo>
                    <a:pt x="1426" y="1735"/>
                  </a:moveTo>
                  <a:lnTo>
                    <a:pt x="1208" y="3578"/>
                  </a:lnTo>
                  <a:lnTo>
                    <a:pt x="576" y="3438"/>
                  </a:lnTo>
                  <a:lnTo>
                    <a:pt x="0" y="2077"/>
                  </a:lnTo>
                  <a:lnTo>
                    <a:pt x="1165" y="0"/>
                  </a:lnTo>
                  <a:lnTo>
                    <a:pt x="2948" y="112"/>
                  </a:lnTo>
                  <a:lnTo>
                    <a:pt x="3560" y="545"/>
                  </a:lnTo>
                  <a:close/>
                </a:path>
              </a:pathLst>
            </a:custGeom>
            <a:solidFill>
              <a:srgbClr val="FFF8F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6" name="pg1395"/>
            <p:cNvSpPr/>
            <p:nvPr/>
          </p:nvSpPr>
          <p:spPr>
            <a:xfrm>
              <a:off x="3557361" y="1887489"/>
              <a:ext cx="1653" cy="2608"/>
            </a:xfrm>
            <a:custGeom>
              <a:avLst/>
              <a:pathLst>
                <a:path w="1653" h="2608">
                  <a:moveTo>
                    <a:pt x="808" y="2327"/>
                  </a:moveTo>
                  <a:lnTo>
                    <a:pt x="267" y="2608"/>
                  </a:lnTo>
                  <a:lnTo>
                    <a:pt x="0" y="2519"/>
                  </a:lnTo>
                  <a:lnTo>
                    <a:pt x="333" y="1147"/>
                  </a:lnTo>
                  <a:lnTo>
                    <a:pt x="580" y="554"/>
                  </a:lnTo>
                  <a:lnTo>
                    <a:pt x="1401" y="0"/>
                  </a:lnTo>
                  <a:lnTo>
                    <a:pt x="1653" y="96"/>
                  </a:lnTo>
                  <a:close/>
                </a:path>
              </a:pathLst>
            </a:custGeom>
            <a:solidFill>
              <a:srgbClr val="FFF8F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7" name="pg1396"/>
            <p:cNvSpPr/>
            <p:nvPr/>
          </p:nvSpPr>
          <p:spPr>
            <a:xfrm>
              <a:off x="3559740" y="1874489"/>
              <a:ext cx="1868" cy="3266"/>
            </a:xfrm>
            <a:custGeom>
              <a:avLst/>
              <a:pathLst>
                <a:path w="1868" h="3266">
                  <a:moveTo>
                    <a:pt x="612" y="2288"/>
                  </a:moveTo>
                  <a:lnTo>
                    <a:pt x="307" y="3266"/>
                  </a:lnTo>
                  <a:lnTo>
                    <a:pt x="0" y="2067"/>
                  </a:lnTo>
                  <a:lnTo>
                    <a:pt x="122" y="1832"/>
                  </a:lnTo>
                  <a:lnTo>
                    <a:pt x="332" y="649"/>
                  </a:lnTo>
                  <a:lnTo>
                    <a:pt x="923" y="0"/>
                  </a:lnTo>
                  <a:lnTo>
                    <a:pt x="1868" y="389"/>
                  </a:lnTo>
                  <a:lnTo>
                    <a:pt x="1862" y="685"/>
                  </a:lnTo>
                  <a:lnTo>
                    <a:pt x="959" y="1643"/>
                  </a:lnTo>
                  <a:close/>
                </a:path>
              </a:pathLst>
            </a:custGeom>
            <a:solidFill>
              <a:srgbClr val="FFF8F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8" name="pg1397"/>
            <p:cNvSpPr/>
            <p:nvPr/>
          </p:nvSpPr>
          <p:spPr>
            <a:xfrm>
              <a:off x="3469579" y="1594097"/>
              <a:ext cx="158534" cy="404540"/>
            </a:xfrm>
            <a:custGeom>
              <a:avLst/>
              <a:pathLst>
                <a:path w="158534" h="404540">
                  <a:moveTo>
                    <a:pt x="158534" y="95490"/>
                  </a:moveTo>
                  <a:lnTo>
                    <a:pt x="155306" y="96171"/>
                  </a:lnTo>
                  <a:lnTo>
                    <a:pt x="152879" y="94803"/>
                  </a:lnTo>
                  <a:lnTo>
                    <a:pt x="151668" y="95489"/>
                  </a:lnTo>
                  <a:lnTo>
                    <a:pt x="149551" y="95517"/>
                  </a:lnTo>
                  <a:lnTo>
                    <a:pt x="147147" y="96056"/>
                  </a:lnTo>
                  <a:lnTo>
                    <a:pt x="146337" y="97126"/>
                  </a:lnTo>
                  <a:lnTo>
                    <a:pt x="145700" y="97556"/>
                  </a:lnTo>
                  <a:lnTo>
                    <a:pt x="143469" y="96045"/>
                  </a:lnTo>
                  <a:lnTo>
                    <a:pt x="141364" y="93549"/>
                  </a:lnTo>
                  <a:lnTo>
                    <a:pt x="139825" y="95452"/>
                  </a:lnTo>
                  <a:lnTo>
                    <a:pt x="138829" y="95813"/>
                  </a:lnTo>
                  <a:lnTo>
                    <a:pt x="137934" y="94091"/>
                  </a:lnTo>
                  <a:lnTo>
                    <a:pt x="137152" y="93811"/>
                  </a:lnTo>
                  <a:lnTo>
                    <a:pt x="136730" y="94385"/>
                  </a:lnTo>
                  <a:lnTo>
                    <a:pt x="136359" y="95907"/>
                  </a:lnTo>
                  <a:lnTo>
                    <a:pt x="135770" y="97105"/>
                  </a:lnTo>
                  <a:lnTo>
                    <a:pt x="135617" y="97862"/>
                  </a:lnTo>
                  <a:lnTo>
                    <a:pt x="135514" y="100919"/>
                  </a:lnTo>
                  <a:lnTo>
                    <a:pt x="135361" y="101628"/>
                  </a:lnTo>
                  <a:lnTo>
                    <a:pt x="133316" y="101232"/>
                  </a:lnTo>
                  <a:lnTo>
                    <a:pt x="133439" y="102034"/>
                  </a:lnTo>
                  <a:lnTo>
                    <a:pt x="133884" y="102439"/>
                  </a:lnTo>
                  <a:lnTo>
                    <a:pt x="134064" y="102948"/>
                  </a:lnTo>
                  <a:lnTo>
                    <a:pt x="133322" y="103618"/>
                  </a:lnTo>
                  <a:lnTo>
                    <a:pt x="131292" y="103554"/>
                  </a:lnTo>
                  <a:lnTo>
                    <a:pt x="131085" y="104264"/>
                  </a:lnTo>
                  <a:lnTo>
                    <a:pt x="131656" y="105386"/>
                  </a:lnTo>
                  <a:lnTo>
                    <a:pt x="131211" y="106369"/>
                  </a:lnTo>
                  <a:lnTo>
                    <a:pt x="130798" y="106755"/>
                  </a:lnTo>
                  <a:lnTo>
                    <a:pt x="128373" y="107366"/>
                  </a:lnTo>
                  <a:lnTo>
                    <a:pt x="126970" y="107226"/>
                  </a:lnTo>
                  <a:lnTo>
                    <a:pt x="126569" y="107862"/>
                  </a:lnTo>
                  <a:lnTo>
                    <a:pt x="126457" y="108689"/>
                  </a:lnTo>
                  <a:lnTo>
                    <a:pt x="126723" y="109500"/>
                  </a:lnTo>
                  <a:lnTo>
                    <a:pt x="127342" y="109931"/>
                  </a:lnTo>
                  <a:lnTo>
                    <a:pt x="127545" y="110446"/>
                  </a:lnTo>
                  <a:lnTo>
                    <a:pt x="127502" y="111562"/>
                  </a:lnTo>
                  <a:lnTo>
                    <a:pt x="126987" y="111764"/>
                  </a:lnTo>
                  <a:lnTo>
                    <a:pt x="125524" y="109804"/>
                  </a:lnTo>
                  <a:lnTo>
                    <a:pt x="125079" y="109905"/>
                  </a:lnTo>
                  <a:lnTo>
                    <a:pt x="125414" y="110924"/>
                  </a:lnTo>
                  <a:lnTo>
                    <a:pt x="126249" y="112035"/>
                  </a:lnTo>
                  <a:lnTo>
                    <a:pt x="126732" y="113169"/>
                  </a:lnTo>
                  <a:lnTo>
                    <a:pt x="127155" y="114534"/>
                  </a:lnTo>
                  <a:lnTo>
                    <a:pt x="127073" y="115568"/>
                  </a:lnTo>
                  <a:lnTo>
                    <a:pt x="125256" y="118910"/>
                  </a:lnTo>
                  <a:lnTo>
                    <a:pt x="123658" y="121021"/>
                  </a:lnTo>
                  <a:lnTo>
                    <a:pt x="122466" y="122922"/>
                  </a:lnTo>
                  <a:lnTo>
                    <a:pt x="121762" y="124938"/>
                  </a:lnTo>
                  <a:lnTo>
                    <a:pt x="122576" y="125954"/>
                  </a:lnTo>
                  <a:lnTo>
                    <a:pt x="123482" y="127420"/>
                  </a:lnTo>
                  <a:lnTo>
                    <a:pt x="124119" y="130237"/>
                  </a:lnTo>
                  <a:lnTo>
                    <a:pt x="124878" y="132749"/>
                  </a:lnTo>
                  <a:lnTo>
                    <a:pt x="126411" y="135150"/>
                  </a:lnTo>
                  <a:lnTo>
                    <a:pt x="126103" y="136538"/>
                  </a:lnTo>
                  <a:lnTo>
                    <a:pt x="125746" y="137618"/>
                  </a:lnTo>
                  <a:lnTo>
                    <a:pt x="123195" y="139994"/>
                  </a:lnTo>
                  <a:lnTo>
                    <a:pt x="120303" y="143575"/>
                  </a:lnTo>
                  <a:lnTo>
                    <a:pt x="117186" y="152740"/>
                  </a:lnTo>
                  <a:lnTo>
                    <a:pt x="116149" y="153968"/>
                  </a:lnTo>
                  <a:lnTo>
                    <a:pt x="113420" y="155520"/>
                  </a:lnTo>
                  <a:lnTo>
                    <a:pt x="112417" y="157022"/>
                  </a:lnTo>
                  <a:lnTo>
                    <a:pt x="110385" y="158808"/>
                  </a:lnTo>
                  <a:lnTo>
                    <a:pt x="106839" y="160342"/>
                  </a:lnTo>
                  <a:lnTo>
                    <a:pt x="105230" y="162480"/>
                  </a:lnTo>
                  <a:lnTo>
                    <a:pt x="104504" y="164692"/>
                  </a:lnTo>
                  <a:lnTo>
                    <a:pt x="103696" y="164849"/>
                  </a:lnTo>
                  <a:lnTo>
                    <a:pt x="102895" y="163985"/>
                  </a:lnTo>
                  <a:lnTo>
                    <a:pt x="101826" y="163342"/>
                  </a:lnTo>
                  <a:lnTo>
                    <a:pt x="101687" y="164785"/>
                  </a:lnTo>
                  <a:lnTo>
                    <a:pt x="101732" y="165843"/>
                  </a:lnTo>
                  <a:lnTo>
                    <a:pt x="100022" y="164274"/>
                  </a:lnTo>
                  <a:lnTo>
                    <a:pt x="99215" y="165714"/>
                  </a:lnTo>
                  <a:lnTo>
                    <a:pt x="98584" y="168119"/>
                  </a:lnTo>
                  <a:lnTo>
                    <a:pt x="96123" y="171358"/>
                  </a:lnTo>
                  <a:lnTo>
                    <a:pt x="93470" y="170775"/>
                  </a:lnTo>
                  <a:lnTo>
                    <a:pt x="93172" y="171347"/>
                  </a:lnTo>
                  <a:lnTo>
                    <a:pt x="93878" y="171760"/>
                  </a:lnTo>
                  <a:lnTo>
                    <a:pt x="93985" y="172278"/>
                  </a:lnTo>
                  <a:lnTo>
                    <a:pt x="93503" y="172554"/>
                  </a:lnTo>
                  <a:lnTo>
                    <a:pt x="92773" y="172525"/>
                  </a:lnTo>
                  <a:lnTo>
                    <a:pt x="91648" y="173166"/>
                  </a:lnTo>
                  <a:lnTo>
                    <a:pt x="90907" y="173115"/>
                  </a:lnTo>
                  <a:lnTo>
                    <a:pt x="90556" y="174648"/>
                  </a:lnTo>
                  <a:lnTo>
                    <a:pt x="89984" y="176506"/>
                  </a:lnTo>
                  <a:lnTo>
                    <a:pt x="88485" y="177275"/>
                  </a:lnTo>
                  <a:lnTo>
                    <a:pt x="87712" y="177434"/>
                  </a:lnTo>
                  <a:lnTo>
                    <a:pt x="87330" y="178490"/>
                  </a:lnTo>
                  <a:lnTo>
                    <a:pt x="89635" y="178712"/>
                  </a:lnTo>
                  <a:lnTo>
                    <a:pt x="89451" y="179607"/>
                  </a:lnTo>
                  <a:lnTo>
                    <a:pt x="89398" y="180501"/>
                  </a:lnTo>
                  <a:lnTo>
                    <a:pt x="89160" y="181461"/>
                  </a:lnTo>
                  <a:lnTo>
                    <a:pt x="86539" y="182843"/>
                  </a:lnTo>
                  <a:lnTo>
                    <a:pt x="86136" y="183932"/>
                  </a:lnTo>
                  <a:lnTo>
                    <a:pt x="85588" y="184607"/>
                  </a:lnTo>
                  <a:lnTo>
                    <a:pt x="84423" y="184569"/>
                  </a:lnTo>
                  <a:lnTo>
                    <a:pt x="84466" y="183939"/>
                  </a:lnTo>
                  <a:lnTo>
                    <a:pt x="84657" y="183228"/>
                  </a:lnTo>
                  <a:lnTo>
                    <a:pt x="82920" y="183292"/>
                  </a:lnTo>
                  <a:lnTo>
                    <a:pt x="82379" y="181729"/>
                  </a:lnTo>
                  <a:lnTo>
                    <a:pt x="82049" y="182130"/>
                  </a:lnTo>
                  <a:lnTo>
                    <a:pt x="82244" y="183391"/>
                  </a:lnTo>
                  <a:lnTo>
                    <a:pt x="82699" y="184703"/>
                  </a:lnTo>
                  <a:lnTo>
                    <a:pt x="83205" y="186626"/>
                  </a:lnTo>
                  <a:lnTo>
                    <a:pt x="82794" y="187842"/>
                  </a:lnTo>
                  <a:lnTo>
                    <a:pt x="82335" y="188445"/>
                  </a:lnTo>
                  <a:lnTo>
                    <a:pt x="82669" y="189002"/>
                  </a:lnTo>
                  <a:lnTo>
                    <a:pt x="83596" y="189426"/>
                  </a:lnTo>
                  <a:lnTo>
                    <a:pt x="83971" y="190187"/>
                  </a:lnTo>
                  <a:lnTo>
                    <a:pt x="82871" y="190839"/>
                  </a:lnTo>
                  <a:lnTo>
                    <a:pt x="81499" y="193077"/>
                  </a:lnTo>
                  <a:lnTo>
                    <a:pt x="80077" y="193132"/>
                  </a:lnTo>
                  <a:lnTo>
                    <a:pt x="79207" y="194609"/>
                  </a:lnTo>
                  <a:lnTo>
                    <a:pt x="78283" y="194605"/>
                  </a:lnTo>
                  <a:lnTo>
                    <a:pt x="77532" y="193674"/>
                  </a:lnTo>
                  <a:lnTo>
                    <a:pt x="76329" y="192910"/>
                  </a:lnTo>
                  <a:lnTo>
                    <a:pt x="75941" y="194257"/>
                  </a:lnTo>
                  <a:lnTo>
                    <a:pt x="75879" y="195329"/>
                  </a:lnTo>
                  <a:lnTo>
                    <a:pt x="76558" y="198042"/>
                  </a:lnTo>
                  <a:lnTo>
                    <a:pt x="77852" y="200141"/>
                  </a:lnTo>
                  <a:lnTo>
                    <a:pt x="79052" y="201047"/>
                  </a:lnTo>
                  <a:lnTo>
                    <a:pt x="78189" y="201659"/>
                  </a:lnTo>
                  <a:lnTo>
                    <a:pt x="77547" y="203018"/>
                  </a:lnTo>
                  <a:lnTo>
                    <a:pt x="76772" y="207263"/>
                  </a:lnTo>
                  <a:lnTo>
                    <a:pt x="76351" y="208933"/>
                  </a:lnTo>
                  <a:lnTo>
                    <a:pt x="75893" y="211883"/>
                  </a:lnTo>
                  <a:lnTo>
                    <a:pt x="76183" y="214371"/>
                  </a:lnTo>
                  <a:lnTo>
                    <a:pt x="76415" y="215595"/>
                  </a:lnTo>
                  <a:lnTo>
                    <a:pt x="77002" y="217256"/>
                  </a:lnTo>
                  <a:lnTo>
                    <a:pt x="75407" y="217042"/>
                  </a:lnTo>
                  <a:lnTo>
                    <a:pt x="73723" y="216071"/>
                  </a:lnTo>
                  <a:lnTo>
                    <a:pt x="73957" y="218087"/>
                  </a:lnTo>
                  <a:lnTo>
                    <a:pt x="72923" y="220469"/>
                  </a:lnTo>
                  <a:lnTo>
                    <a:pt x="73116" y="222570"/>
                  </a:lnTo>
                  <a:lnTo>
                    <a:pt x="73331" y="223939"/>
                  </a:lnTo>
                  <a:lnTo>
                    <a:pt x="73011" y="226203"/>
                  </a:lnTo>
                  <a:lnTo>
                    <a:pt x="73498" y="226914"/>
                  </a:lnTo>
                  <a:lnTo>
                    <a:pt x="73762" y="228263"/>
                  </a:lnTo>
                  <a:lnTo>
                    <a:pt x="73326" y="229259"/>
                  </a:lnTo>
                  <a:lnTo>
                    <a:pt x="73520" y="230115"/>
                  </a:lnTo>
                  <a:lnTo>
                    <a:pt x="73593" y="233151"/>
                  </a:lnTo>
                  <a:lnTo>
                    <a:pt x="73924" y="237900"/>
                  </a:lnTo>
                  <a:lnTo>
                    <a:pt x="73802" y="238904"/>
                  </a:lnTo>
                  <a:lnTo>
                    <a:pt x="74728" y="243032"/>
                  </a:lnTo>
                  <a:lnTo>
                    <a:pt x="74513" y="244479"/>
                  </a:lnTo>
                  <a:lnTo>
                    <a:pt x="74388" y="246323"/>
                  </a:lnTo>
                  <a:lnTo>
                    <a:pt x="75715" y="248095"/>
                  </a:lnTo>
                  <a:lnTo>
                    <a:pt x="76899" y="248066"/>
                  </a:lnTo>
                  <a:lnTo>
                    <a:pt x="78099" y="248038"/>
                  </a:lnTo>
                  <a:lnTo>
                    <a:pt x="78557" y="248483"/>
                  </a:lnTo>
                  <a:lnTo>
                    <a:pt x="79016" y="249737"/>
                  </a:lnTo>
                  <a:lnTo>
                    <a:pt x="79387" y="251217"/>
                  </a:lnTo>
                  <a:lnTo>
                    <a:pt x="80374" y="251094"/>
                  </a:lnTo>
                  <a:lnTo>
                    <a:pt x="81951" y="249890"/>
                  </a:lnTo>
                  <a:lnTo>
                    <a:pt x="82977" y="249602"/>
                  </a:lnTo>
                  <a:lnTo>
                    <a:pt x="83654" y="251918"/>
                  </a:lnTo>
                  <a:lnTo>
                    <a:pt x="85497" y="254977"/>
                  </a:lnTo>
                  <a:lnTo>
                    <a:pt x="86569" y="256348"/>
                  </a:lnTo>
                  <a:lnTo>
                    <a:pt x="88391" y="257069"/>
                  </a:lnTo>
                  <a:lnTo>
                    <a:pt x="90311" y="259538"/>
                  </a:lnTo>
                  <a:lnTo>
                    <a:pt x="90042" y="262513"/>
                  </a:lnTo>
                  <a:lnTo>
                    <a:pt x="90843" y="263507"/>
                  </a:lnTo>
                  <a:lnTo>
                    <a:pt x="93108" y="264681"/>
                  </a:lnTo>
                  <a:lnTo>
                    <a:pt x="93909" y="266265"/>
                  </a:lnTo>
                  <a:lnTo>
                    <a:pt x="94293" y="267616"/>
                  </a:lnTo>
                  <a:lnTo>
                    <a:pt x="94890" y="268736"/>
                  </a:lnTo>
                  <a:lnTo>
                    <a:pt x="95587" y="272119"/>
                  </a:lnTo>
                  <a:lnTo>
                    <a:pt x="95344" y="274204"/>
                  </a:lnTo>
                  <a:lnTo>
                    <a:pt x="94431" y="274921"/>
                  </a:lnTo>
                  <a:lnTo>
                    <a:pt x="92276" y="277155"/>
                  </a:lnTo>
                  <a:lnTo>
                    <a:pt x="91316" y="278822"/>
                  </a:lnTo>
                  <a:lnTo>
                    <a:pt x="90562" y="279861"/>
                  </a:lnTo>
                  <a:lnTo>
                    <a:pt x="88421" y="282089"/>
                  </a:lnTo>
                  <a:lnTo>
                    <a:pt x="87637" y="282489"/>
                  </a:lnTo>
                  <a:lnTo>
                    <a:pt x="86886" y="283647"/>
                  </a:lnTo>
                  <a:lnTo>
                    <a:pt x="86160" y="284154"/>
                  </a:lnTo>
                  <a:lnTo>
                    <a:pt x="85510" y="283862"/>
                  </a:lnTo>
                  <a:lnTo>
                    <a:pt x="83081" y="285960"/>
                  </a:lnTo>
                  <a:lnTo>
                    <a:pt x="83270" y="286856"/>
                  </a:lnTo>
                  <a:lnTo>
                    <a:pt x="85133" y="287236"/>
                  </a:lnTo>
                  <a:lnTo>
                    <a:pt x="86082" y="286785"/>
                  </a:lnTo>
                  <a:lnTo>
                    <a:pt x="86813" y="285731"/>
                  </a:lnTo>
                  <a:lnTo>
                    <a:pt x="87612" y="285488"/>
                  </a:lnTo>
                  <a:lnTo>
                    <a:pt x="88340" y="285687"/>
                  </a:lnTo>
                  <a:lnTo>
                    <a:pt x="89113" y="284856"/>
                  </a:lnTo>
                  <a:lnTo>
                    <a:pt x="89718" y="284524"/>
                  </a:lnTo>
                  <a:lnTo>
                    <a:pt x="90344" y="284923"/>
                  </a:lnTo>
                  <a:lnTo>
                    <a:pt x="91043" y="286915"/>
                  </a:lnTo>
                  <a:lnTo>
                    <a:pt x="89593" y="287953"/>
                  </a:lnTo>
                  <a:lnTo>
                    <a:pt x="88565" y="288000"/>
                  </a:lnTo>
                  <a:lnTo>
                    <a:pt x="88063" y="291268"/>
                  </a:lnTo>
                  <a:lnTo>
                    <a:pt x="87440" y="292672"/>
                  </a:lnTo>
                  <a:lnTo>
                    <a:pt x="86994" y="293347"/>
                  </a:lnTo>
                  <a:lnTo>
                    <a:pt x="84713" y="294738"/>
                  </a:lnTo>
                  <a:lnTo>
                    <a:pt x="83207" y="296501"/>
                  </a:lnTo>
                  <a:lnTo>
                    <a:pt x="81432" y="297921"/>
                  </a:lnTo>
                  <a:lnTo>
                    <a:pt x="80658" y="297612"/>
                  </a:lnTo>
                  <a:lnTo>
                    <a:pt x="79490" y="299055"/>
                  </a:lnTo>
                  <a:lnTo>
                    <a:pt x="76896" y="300763"/>
                  </a:lnTo>
                  <a:lnTo>
                    <a:pt x="75566" y="303065"/>
                  </a:lnTo>
                  <a:lnTo>
                    <a:pt x="72582" y="305124"/>
                  </a:lnTo>
                  <a:lnTo>
                    <a:pt x="71063" y="306799"/>
                  </a:lnTo>
                  <a:lnTo>
                    <a:pt x="66934" y="306887"/>
                  </a:lnTo>
                  <a:lnTo>
                    <a:pt x="62991" y="306519"/>
                  </a:lnTo>
                  <a:lnTo>
                    <a:pt x="61753" y="307315"/>
                  </a:lnTo>
                  <a:lnTo>
                    <a:pt x="63018" y="307562"/>
                  </a:lnTo>
                  <a:lnTo>
                    <a:pt x="63905" y="308344"/>
                  </a:lnTo>
                  <a:lnTo>
                    <a:pt x="64968" y="308018"/>
                  </a:lnTo>
                  <a:lnTo>
                    <a:pt x="67466" y="308409"/>
                  </a:lnTo>
                  <a:lnTo>
                    <a:pt x="68751" y="308835"/>
                  </a:lnTo>
                  <a:lnTo>
                    <a:pt x="70401" y="311573"/>
                  </a:lnTo>
                  <a:lnTo>
                    <a:pt x="69188" y="312547"/>
                  </a:lnTo>
                  <a:lnTo>
                    <a:pt x="67087" y="313295"/>
                  </a:lnTo>
                  <a:lnTo>
                    <a:pt x="67875" y="317179"/>
                  </a:lnTo>
                  <a:lnTo>
                    <a:pt x="68525" y="319797"/>
                  </a:lnTo>
                  <a:lnTo>
                    <a:pt x="67674" y="321377"/>
                  </a:lnTo>
                  <a:lnTo>
                    <a:pt x="67611" y="328565"/>
                  </a:lnTo>
                  <a:lnTo>
                    <a:pt x="66417" y="328702"/>
                  </a:lnTo>
                  <a:lnTo>
                    <a:pt x="65910" y="331676"/>
                  </a:lnTo>
                  <a:lnTo>
                    <a:pt x="66287" y="333192"/>
                  </a:lnTo>
                  <a:lnTo>
                    <a:pt x="66257" y="336714"/>
                  </a:lnTo>
                  <a:lnTo>
                    <a:pt x="66506" y="338884"/>
                  </a:lnTo>
                  <a:lnTo>
                    <a:pt x="67091" y="340883"/>
                  </a:lnTo>
                  <a:lnTo>
                    <a:pt x="66830" y="342966"/>
                  </a:lnTo>
                  <a:lnTo>
                    <a:pt x="64943" y="347843"/>
                  </a:lnTo>
                  <a:lnTo>
                    <a:pt x="64986" y="350131"/>
                  </a:lnTo>
                  <a:lnTo>
                    <a:pt x="65325" y="351490"/>
                  </a:lnTo>
                  <a:lnTo>
                    <a:pt x="65576" y="353663"/>
                  </a:lnTo>
                  <a:lnTo>
                    <a:pt x="64718" y="357840"/>
                  </a:lnTo>
                  <a:lnTo>
                    <a:pt x="64112" y="361330"/>
                  </a:lnTo>
                  <a:lnTo>
                    <a:pt x="63392" y="364268"/>
                  </a:lnTo>
                  <a:lnTo>
                    <a:pt x="61781" y="367793"/>
                  </a:lnTo>
                  <a:lnTo>
                    <a:pt x="60978" y="370427"/>
                  </a:lnTo>
                  <a:lnTo>
                    <a:pt x="59102" y="378649"/>
                  </a:lnTo>
                  <a:lnTo>
                    <a:pt x="58171" y="380280"/>
                  </a:lnTo>
                  <a:lnTo>
                    <a:pt x="57029" y="381534"/>
                  </a:lnTo>
                  <a:lnTo>
                    <a:pt x="55757" y="380374"/>
                  </a:lnTo>
                  <a:lnTo>
                    <a:pt x="54591" y="379742"/>
                  </a:lnTo>
                  <a:lnTo>
                    <a:pt x="53166" y="379819"/>
                  </a:lnTo>
                  <a:lnTo>
                    <a:pt x="50935" y="380769"/>
                  </a:lnTo>
                  <a:lnTo>
                    <a:pt x="47578" y="380138"/>
                  </a:lnTo>
                  <a:lnTo>
                    <a:pt x="44298" y="380442"/>
                  </a:lnTo>
                  <a:lnTo>
                    <a:pt x="43469" y="381263"/>
                  </a:lnTo>
                  <a:lnTo>
                    <a:pt x="43966" y="384247"/>
                  </a:lnTo>
                  <a:lnTo>
                    <a:pt x="42757" y="384638"/>
                  </a:lnTo>
                  <a:lnTo>
                    <a:pt x="41575" y="383789"/>
                  </a:lnTo>
                  <a:lnTo>
                    <a:pt x="40535" y="384802"/>
                  </a:lnTo>
                  <a:lnTo>
                    <a:pt x="39666" y="385913"/>
                  </a:lnTo>
                  <a:lnTo>
                    <a:pt x="37960" y="388549"/>
                  </a:lnTo>
                  <a:lnTo>
                    <a:pt x="37388" y="390172"/>
                  </a:lnTo>
                  <a:lnTo>
                    <a:pt x="37241" y="393230"/>
                  </a:lnTo>
                  <a:lnTo>
                    <a:pt x="38137" y="395971"/>
                  </a:lnTo>
                  <a:lnTo>
                    <a:pt x="38932" y="399181"/>
                  </a:lnTo>
                  <a:lnTo>
                    <a:pt x="36885" y="403055"/>
                  </a:lnTo>
                  <a:lnTo>
                    <a:pt x="35742" y="403187"/>
                  </a:lnTo>
                  <a:lnTo>
                    <a:pt x="32407" y="402112"/>
                  </a:lnTo>
                  <a:lnTo>
                    <a:pt x="26497" y="404540"/>
                  </a:lnTo>
                  <a:lnTo>
                    <a:pt x="21189" y="402620"/>
                  </a:lnTo>
                  <a:lnTo>
                    <a:pt x="21857" y="400545"/>
                  </a:lnTo>
                  <a:lnTo>
                    <a:pt x="21834" y="399020"/>
                  </a:lnTo>
                  <a:lnTo>
                    <a:pt x="22134" y="396674"/>
                  </a:lnTo>
                  <a:lnTo>
                    <a:pt x="22313" y="394274"/>
                  </a:lnTo>
                  <a:lnTo>
                    <a:pt x="22263" y="392669"/>
                  </a:lnTo>
                  <a:lnTo>
                    <a:pt x="21873" y="390957"/>
                  </a:lnTo>
                  <a:lnTo>
                    <a:pt x="20564" y="388718"/>
                  </a:lnTo>
                  <a:lnTo>
                    <a:pt x="17615" y="381161"/>
                  </a:lnTo>
                  <a:lnTo>
                    <a:pt x="16743" y="377970"/>
                  </a:lnTo>
                  <a:lnTo>
                    <a:pt x="16136" y="376642"/>
                  </a:lnTo>
                  <a:lnTo>
                    <a:pt x="16572" y="376569"/>
                  </a:lnTo>
                  <a:lnTo>
                    <a:pt x="19002" y="378282"/>
                  </a:lnTo>
                  <a:lnTo>
                    <a:pt x="19568" y="378071"/>
                  </a:lnTo>
                  <a:lnTo>
                    <a:pt x="20163" y="377428"/>
                  </a:lnTo>
                  <a:lnTo>
                    <a:pt x="19438" y="374977"/>
                  </a:lnTo>
                  <a:lnTo>
                    <a:pt x="18816" y="373867"/>
                  </a:lnTo>
                  <a:lnTo>
                    <a:pt x="18393" y="372208"/>
                  </a:lnTo>
                  <a:lnTo>
                    <a:pt x="19816" y="371759"/>
                  </a:lnTo>
                  <a:lnTo>
                    <a:pt x="20843" y="371859"/>
                  </a:lnTo>
                  <a:lnTo>
                    <a:pt x="21600" y="369992"/>
                  </a:lnTo>
                  <a:lnTo>
                    <a:pt x="21163" y="366973"/>
                  </a:lnTo>
                  <a:lnTo>
                    <a:pt x="20060" y="366044"/>
                  </a:lnTo>
                  <a:lnTo>
                    <a:pt x="19138" y="365640"/>
                  </a:lnTo>
                  <a:lnTo>
                    <a:pt x="17372" y="360899"/>
                  </a:lnTo>
                  <a:lnTo>
                    <a:pt x="15530" y="358443"/>
                  </a:lnTo>
                  <a:lnTo>
                    <a:pt x="12244" y="348971"/>
                  </a:lnTo>
                  <a:lnTo>
                    <a:pt x="11042" y="342470"/>
                  </a:lnTo>
                  <a:lnTo>
                    <a:pt x="9924" y="343087"/>
                  </a:lnTo>
                  <a:lnTo>
                    <a:pt x="9382" y="340255"/>
                  </a:lnTo>
                  <a:lnTo>
                    <a:pt x="8992" y="337573"/>
                  </a:lnTo>
                  <a:lnTo>
                    <a:pt x="8915" y="335600"/>
                  </a:lnTo>
                  <a:lnTo>
                    <a:pt x="7163" y="334471"/>
                  </a:lnTo>
                  <a:lnTo>
                    <a:pt x="7092" y="333088"/>
                  </a:lnTo>
                  <a:lnTo>
                    <a:pt x="6776" y="326921"/>
                  </a:lnTo>
                  <a:lnTo>
                    <a:pt x="4897" y="326092"/>
                  </a:lnTo>
                  <a:lnTo>
                    <a:pt x="3682" y="322631"/>
                  </a:lnTo>
                  <a:lnTo>
                    <a:pt x="3465" y="316082"/>
                  </a:lnTo>
                  <a:lnTo>
                    <a:pt x="2227" y="314890"/>
                  </a:lnTo>
                  <a:lnTo>
                    <a:pt x="1231" y="315220"/>
                  </a:lnTo>
                  <a:lnTo>
                    <a:pt x="1278" y="313597"/>
                  </a:lnTo>
                  <a:lnTo>
                    <a:pt x="1516" y="312074"/>
                  </a:lnTo>
                  <a:lnTo>
                    <a:pt x="934" y="306037"/>
                  </a:lnTo>
                  <a:lnTo>
                    <a:pt x="740" y="300527"/>
                  </a:lnTo>
                  <a:lnTo>
                    <a:pt x="267" y="298863"/>
                  </a:lnTo>
                  <a:lnTo>
                    <a:pt x="0" y="296916"/>
                  </a:lnTo>
                  <a:lnTo>
                    <a:pt x="240" y="295233"/>
                  </a:lnTo>
                  <a:lnTo>
                    <a:pt x="592" y="294266"/>
                  </a:lnTo>
                  <a:lnTo>
                    <a:pt x="1805" y="294012"/>
                  </a:lnTo>
                  <a:lnTo>
                    <a:pt x="2938" y="295500"/>
                  </a:lnTo>
                  <a:lnTo>
                    <a:pt x="3943" y="299253"/>
                  </a:lnTo>
                  <a:lnTo>
                    <a:pt x="4830" y="299740"/>
                  </a:lnTo>
                  <a:lnTo>
                    <a:pt x="6040" y="298764"/>
                  </a:lnTo>
                  <a:lnTo>
                    <a:pt x="6886" y="296028"/>
                  </a:lnTo>
                  <a:lnTo>
                    <a:pt x="7369" y="291923"/>
                  </a:lnTo>
                  <a:lnTo>
                    <a:pt x="7933" y="288013"/>
                  </a:lnTo>
                  <a:lnTo>
                    <a:pt x="7265" y="283831"/>
                  </a:lnTo>
                  <a:lnTo>
                    <a:pt x="6553" y="280157"/>
                  </a:lnTo>
                  <a:lnTo>
                    <a:pt x="6503" y="279078"/>
                  </a:lnTo>
                  <a:lnTo>
                    <a:pt x="8373" y="275979"/>
                  </a:lnTo>
                  <a:lnTo>
                    <a:pt x="8946" y="273458"/>
                  </a:lnTo>
                  <a:lnTo>
                    <a:pt x="9566" y="271059"/>
                  </a:lnTo>
                  <a:lnTo>
                    <a:pt x="10250" y="270242"/>
                  </a:lnTo>
                  <a:lnTo>
                    <a:pt x="11269" y="270056"/>
                  </a:lnTo>
                  <a:lnTo>
                    <a:pt x="12456" y="269604"/>
                  </a:lnTo>
                  <a:lnTo>
                    <a:pt x="13952" y="267998"/>
                  </a:lnTo>
                  <a:lnTo>
                    <a:pt x="15293" y="265847"/>
                  </a:lnTo>
                  <a:lnTo>
                    <a:pt x="16318" y="263875"/>
                  </a:lnTo>
                  <a:lnTo>
                    <a:pt x="16665" y="259972"/>
                  </a:lnTo>
                  <a:lnTo>
                    <a:pt x="16680" y="258011"/>
                  </a:lnTo>
                  <a:lnTo>
                    <a:pt x="17131" y="256555"/>
                  </a:lnTo>
                  <a:lnTo>
                    <a:pt x="17567" y="253712"/>
                  </a:lnTo>
                  <a:lnTo>
                    <a:pt x="17143" y="250907"/>
                  </a:lnTo>
                  <a:lnTo>
                    <a:pt x="15820" y="246652"/>
                  </a:lnTo>
                  <a:lnTo>
                    <a:pt x="14228" y="240668"/>
                  </a:lnTo>
                  <a:lnTo>
                    <a:pt x="13978" y="237402"/>
                  </a:lnTo>
                  <a:lnTo>
                    <a:pt x="14704" y="236796"/>
                  </a:lnTo>
                  <a:lnTo>
                    <a:pt x="16092" y="236255"/>
                  </a:lnTo>
                  <a:lnTo>
                    <a:pt x="18717" y="236098"/>
                  </a:lnTo>
                  <a:lnTo>
                    <a:pt x="18998" y="235712"/>
                  </a:lnTo>
                  <a:lnTo>
                    <a:pt x="19263" y="234282"/>
                  </a:lnTo>
                  <a:lnTo>
                    <a:pt x="19855" y="232340"/>
                  </a:lnTo>
                  <a:lnTo>
                    <a:pt x="20487" y="230926"/>
                  </a:lnTo>
                  <a:lnTo>
                    <a:pt x="20919" y="228903"/>
                  </a:lnTo>
                  <a:lnTo>
                    <a:pt x="21127" y="227071"/>
                  </a:lnTo>
                  <a:lnTo>
                    <a:pt x="19625" y="224311"/>
                  </a:lnTo>
                  <a:lnTo>
                    <a:pt x="17658" y="221486"/>
                  </a:lnTo>
                  <a:lnTo>
                    <a:pt x="16326" y="220550"/>
                  </a:lnTo>
                  <a:lnTo>
                    <a:pt x="13953" y="218172"/>
                  </a:lnTo>
                  <a:lnTo>
                    <a:pt x="12287" y="216184"/>
                  </a:lnTo>
                  <a:lnTo>
                    <a:pt x="13241" y="208616"/>
                  </a:lnTo>
                  <a:lnTo>
                    <a:pt x="13952" y="202985"/>
                  </a:lnTo>
                  <a:lnTo>
                    <a:pt x="14066" y="201616"/>
                  </a:lnTo>
                  <a:lnTo>
                    <a:pt x="14092" y="199493"/>
                  </a:lnTo>
                  <a:lnTo>
                    <a:pt x="11789" y="190442"/>
                  </a:lnTo>
                  <a:lnTo>
                    <a:pt x="11878" y="188429"/>
                  </a:lnTo>
                  <a:lnTo>
                    <a:pt x="12097" y="186617"/>
                  </a:lnTo>
                  <a:lnTo>
                    <a:pt x="11851" y="183527"/>
                  </a:lnTo>
                  <a:lnTo>
                    <a:pt x="11717" y="180762"/>
                  </a:lnTo>
                  <a:lnTo>
                    <a:pt x="12112" y="179924"/>
                  </a:lnTo>
                  <a:lnTo>
                    <a:pt x="13052" y="178364"/>
                  </a:lnTo>
                  <a:lnTo>
                    <a:pt x="12156" y="175945"/>
                  </a:lnTo>
                  <a:lnTo>
                    <a:pt x="12083" y="175748"/>
                  </a:lnTo>
                  <a:lnTo>
                    <a:pt x="10392" y="169764"/>
                  </a:lnTo>
                  <a:lnTo>
                    <a:pt x="12978" y="163838"/>
                  </a:lnTo>
                  <a:lnTo>
                    <a:pt x="12528" y="160773"/>
                  </a:lnTo>
                  <a:lnTo>
                    <a:pt x="14073" y="158550"/>
                  </a:lnTo>
                  <a:lnTo>
                    <a:pt x="16885" y="153457"/>
                  </a:lnTo>
                  <a:lnTo>
                    <a:pt x="18467" y="150593"/>
                  </a:lnTo>
                  <a:lnTo>
                    <a:pt x="18803" y="150092"/>
                  </a:lnTo>
                  <a:lnTo>
                    <a:pt x="20055" y="148834"/>
                  </a:lnTo>
                  <a:lnTo>
                    <a:pt x="22429" y="147342"/>
                  </a:lnTo>
                  <a:lnTo>
                    <a:pt x="25061" y="146615"/>
                  </a:lnTo>
                  <a:lnTo>
                    <a:pt x="26232" y="146624"/>
                  </a:lnTo>
                  <a:lnTo>
                    <a:pt x="30754" y="147634"/>
                  </a:lnTo>
                  <a:lnTo>
                    <a:pt x="34287" y="148420"/>
                  </a:lnTo>
                  <a:lnTo>
                    <a:pt x="34801" y="147631"/>
                  </a:lnTo>
                  <a:lnTo>
                    <a:pt x="35539" y="146012"/>
                  </a:lnTo>
                  <a:lnTo>
                    <a:pt x="36489" y="143706"/>
                  </a:lnTo>
                  <a:lnTo>
                    <a:pt x="36572" y="141142"/>
                  </a:lnTo>
                  <a:lnTo>
                    <a:pt x="36229" y="137377"/>
                  </a:lnTo>
                  <a:lnTo>
                    <a:pt x="35714" y="135123"/>
                  </a:lnTo>
                  <a:lnTo>
                    <a:pt x="33226" y="133658"/>
                  </a:lnTo>
                  <a:lnTo>
                    <a:pt x="30506" y="131650"/>
                  </a:lnTo>
                  <a:lnTo>
                    <a:pt x="33851" y="125290"/>
                  </a:lnTo>
                  <a:lnTo>
                    <a:pt x="36171" y="120876"/>
                  </a:lnTo>
                  <a:lnTo>
                    <a:pt x="39063" y="114236"/>
                  </a:lnTo>
                  <a:lnTo>
                    <a:pt x="39963" y="111473"/>
                  </a:lnTo>
                  <a:lnTo>
                    <a:pt x="40614" y="110377"/>
                  </a:lnTo>
                  <a:lnTo>
                    <a:pt x="41465" y="100185"/>
                  </a:lnTo>
                  <a:lnTo>
                    <a:pt x="42029" y="97334"/>
                  </a:lnTo>
                  <a:lnTo>
                    <a:pt x="42501" y="95845"/>
                  </a:lnTo>
                  <a:lnTo>
                    <a:pt x="42508" y="94316"/>
                  </a:lnTo>
                  <a:lnTo>
                    <a:pt x="42201" y="91737"/>
                  </a:lnTo>
                  <a:lnTo>
                    <a:pt x="41388" y="85914"/>
                  </a:lnTo>
                  <a:lnTo>
                    <a:pt x="45955" y="85194"/>
                  </a:lnTo>
                  <a:lnTo>
                    <a:pt x="47443" y="84786"/>
                  </a:lnTo>
                  <a:lnTo>
                    <a:pt x="48823" y="84090"/>
                  </a:lnTo>
                  <a:lnTo>
                    <a:pt x="51524" y="82288"/>
                  </a:lnTo>
                  <a:lnTo>
                    <a:pt x="52851" y="80695"/>
                  </a:lnTo>
                  <a:lnTo>
                    <a:pt x="52109" y="75262"/>
                  </a:lnTo>
                  <a:lnTo>
                    <a:pt x="53743" y="73422"/>
                  </a:lnTo>
                  <a:lnTo>
                    <a:pt x="57730" y="67017"/>
                  </a:lnTo>
                  <a:lnTo>
                    <a:pt x="62039" y="60884"/>
                  </a:lnTo>
                  <a:lnTo>
                    <a:pt x="64060" y="58562"/>
                  </a:lnTo>
                  <a:lnTo>
                    <a:pt x="64269" y="57428"/>
                  </a:lnTo>
                  <a:lnTo>
                    <a:pt x="64435" y="55605"/>
                  </a:lnTo>
                  <a:lnTo>
                    <a:pt x="63537" y="52740"/>
                  </a:lnTo>
                  <a:lnTo>
                    <a:pt x="62573" y="50966"/>
                  </a:lnTo>
                  <a:lnTo>
                    <a:pt x="60695" y="47604"/>
                  </a:lnTo>
                  <a:lnTo>
                    <a:pt x="61501" y="45259"/>
                  </a:lnTo>
                  <a:lnTo>
                    <a:pt x="62885" y="44803"/>
                  </a:lnTo>
                  <a:lnTo>
                    <a:pt x="64713" y="43883"/>
                  </a:lnTo>
                  <a:lnTo>
                    <a:pt x="66139" y="41879"/>
                  </a:lnTo>
                  <a:lnTo>
                    <a:pt x="66278" y="41621"/>
                  </a:lnTo>
                  <a:lnTo>
                    <a:pt x="68692" y="33740"/>
                  </a:lnTo>
                  <a:lnTo>
                    <a:pt x="73407" y="29748"/>
                  </a:lnTo>
                  <a:lnTo>
                    <a:pt x="75285" y="27570"/>
                  </a:lnTo>
                  <a:lnTo>
                    <a:pt x="78212" y="29207"/>
                  </a:lnTo>
                  <a:lnTo>
                    <a:pt x="82501" y="31675"/>
                  </a:lnTo>
                  <a:lnTo>
                    <a:pt x="84409" y="28042"/>
                  </a:lnTo>
                  <a:lnTo>
                    <a:pt x="85040" y="26695"/>
                  </a:lnTo>
                  <a:lnTo>
                    <a:pt x="85669" y="24709"/>
                  </a:lnTo>
                  <a:lnTo>
                    <a:pt x="85417" y="21276"/>
                  </a:lnTo>
                  <a:lnTo>
                    <a:pt x="85309" y="16816"/>
                  </a:lnTo>
                  <a:lnTo>
                    <a:pt x="85498" y="15024"/>
                  </a:lnTo>
                  <a:lnTo>
                    <a:pt x="87209" y="14226"/>
                  </a:lnTo>
                  <a:lnTo>
                    <a:pt x="88131" y="14019"/>
                  </a:lnTo>
                  <a:lnTo>
                    <a:pt x="92898" y="15862"/>
                  </a:lnTo>
                  <a:lnTo>
                    <a:pt x="94098" y="15830"/>
                  </a:lnTo>
                  <a:lnTo>
                    <a:pt x="96345" y="16078"/>
                  </a:lnTo>
                  <a:lnTo>
                    <a:pt x="98860" y="16888"/>
                  </a:lnTo>
                  <a:lnTo>
                    <a:pt x="104128" y="19042"/>
                  </a:lnTo>
                  <a:lnTo>
                    <a:pt x="106307" y="19933"/>
                  </a:lnTo>
                  <a:lnTo>
                    <a:pt x="107523" y="20107"/>
                  </a:lnTo>
                  <a:lnTo>
                    <a:pt x="108573" y="19102"/>
                  </a:lnTo>
                  <a:lnTo>
                    <a:pt x="110816" y="16527"/>
                  </a:lnTo>
                  <a:lnTo>
                    <a:pt x="107511" y="14621"/>
                  </a:lnTo>
                  <a:lnTo>
                    <a:pt x="109688" y="12692"/>
                  </a:lnTo>
                  <a:lnTo>
                    <a:pt x="110816" y="10747"/>
                  </a:lnTo>
                  <a:lnTo>
                    <a:pt x="111784" y="8356"/>
                  </a:lnTo>
                  <a:lnTo>
                    <a:pt x="112133" y="5559"/>
                  </a:lnTo>
                  <a:lnTo>
                    <a:pt x="111999" y="4054"/>
                  </a:lnTo>
                  <a:lnTo>
                    <a:pt x="111332" y="3029"/>
                  </a:lnTo>
                  <a:lnTo>
                    <a:pt x="109313" y="471"/>
                  </a:lnTo>
                  <a:lnTo>
                    <a:pt x="113887" y="105"/>
                  </a:lnTo>
                  <a:lnTo>
                    <a:pt x="115473" y="0"/>
                  </a:lnTo>
                  <a:lnTo>
                    <a:pt x="118800" y="1685"/>
                  </a:lnTo>
                  <a:lnTo>
                    <a:pt x="118945" y="2050"/>
                  </a:lnTo>
                  <a:lnTo>
                    <a:pt x="118969" y="2928"/>
                  </a:lnTo>
                  <a:lnTo>
                    <a:pt x="119085" y="3839"/>
                  </a:lnTo>
                  <a:lnTo>
                    <a:pt x="122313" y="6148"/>
                  </a:lnTo>
                  <a:lnTo>
                    <a:pt x="123244" y="7369"/>
                  </a:lnTo>
                  <a:lnTo>
                    <a:pt x="125226" y="9226"/>
                  </a:lnTo>
                  <a:lnTo>
                    <a:pt x="125750" y="10229"/>
                  </a:lnTo>
                  <a:lnTo>
                    <a:pt x="127586" y="11402"/>
                  </a:lnTo>
                  <a:lnTo>
                    <a:pt x="128902" y="12656"/>
                  </a:lnTo>
                  <a:lnTo>
                    <a:pt x="130440" y="13673"/>
                  </a:lnTo>
                  <a:lnTo>
                    <a:pt x="132234" y="15254"/>
                  </a:lnTo>
                  <a:lnTo>
                    <a:pt x="134643" y="16514"/>
                  </a:lnTo>
                  <a:lnTo>
                    <a:pt x="136678" y="16925"/>
                  </a:lnTo>
                  <a:lnTo>
                    <a:pt x="141801" y="19084"/>
                  </a:lnTo>
                  <a:lnTo>
                    <a:pt x="142674" y="19784"/>
                  </a:lnTo>
                  <a:lnTo>
                    <a:pt x="144153" y="21287"/>
                  </a:lnTo>
                  <a:lnTo>
                    <a:pt x="145645" y="23027"/>
                  </a:lnTo>
                  <a:lnTo>
                    <a:pt x="146677" y="26601"/>
                  </a:lnTo>
                  <a:lnTo>
                    <a:pt x="148335" y="26787"/>
                  </a:lnTo>
                  <a:lnTo>
                    <a:pt x="148785" y="28018"/>
                  </a:lnTo>
                  <a:lnTo>
                    <a:pt x="150232" y="30126"/>
                  </a:lnTo>
                  <a:lnTo>
                    <a:pt x="152239" y="31986"/>
                  </a:lnTo>
                  <a:lnTo>
                    <a:pt x="152166" y="32612"/>
                  </a:lnTo>
                  <a:lnTo>
                    <a:pt x="150569" y="34326"/>
                  </a:lnTo>
                  <a:lnTo>
                    <a:pt x="150397" y="36649"/>
                  </a:lnTo>
                  <a:lnTo>
                    <a:pt x="150548" y="39615"/>
                  </a:lnTo>
                  <a:lnTo>
                    <a:pt x="151050" y="42035"/>
                  </a:lnTo>
                  <a:lnTo>
                    <a:pt x="150997" y="42742"/>
                  </a:lnTo>
                  <a:lnTo>
                    <a:pt x="150601" y="43576"/>
                  </a:lnTo>
                  <a:lnTo>
                    <a:pt x="150125" y="44884"/>
                  </a:lnTo>
                  <a:lnTo>
                    <a:pt x="149955" y="46027"/>
                  </a:lnTo>
                  <a:lnTo>
                    <a:pt x="149996" y="46587"/>
                  </a:lnTo>
                  <a:lnTo>
                    <a:pt x="150157" y="46891"/>
                  </a:lnTo>
                  <a:lnTo>
                    <a:pt x="150998" y="46914"/>
                  </a:lnTo>
                  <a:lnTo>
                    <a:pt x="152506" y="47184"/>
                  </a:lnTo>
                  <a:lnTo>
                    <a:pt x="153393" y="47691"/>
                  </a:lnTo>
                  <a:lnTo>
                    <a:pt x="153896" y="50477"/>
                  </a:lnTo>
                  <a:lnTo>
                    <a:pt x="153726" y="51012"/>
                  </a:lnTo>
                  <a:lnTo>
                    <a:pt x="152455" y="52273"/>
                  </a:lnTo>
                  <a:lnTo>
                    <a:pt x="152083" y="53274"/>
                  </a:lnTo>
                  <a:lnTo>
                    <a:pt x="152046" y="54746"/>
                  </a:lnTo>
                  <a:lnTo>
                    <a:pt x="152271" y="56363"/>
                  </a:lnTo>
                  <a:lnTo>
                    <a:pt x="152707" y="58174"/>
                  </a:lnTo>
                  <a:lnTo>
                    <a:pt x="153702" y="60110"/>
                  </a:lnTo>
                  <a:lnTo>
                    <a:pt x="155047" y="62136"/>
                  </a:lnTo>
                  <a:lnTo>
                    <a:pt x="155930" y="63797"/>
                  </a:lnTo>
                  <a:lnTo>
                    <a:pt x="156348" y="64967"/>
                  </a:lnTo>
                  <a:lnTo>
                    <a:pt x="156500" y="65785"/>
                  </a:lnTo>
                  <a:lnTo>
                    <a:pt x="155895" y="66814"/>
                  </a:lnTo>
                  <a:lnTo>
                    <a:pt x="155350" y="68848"/>
                  </a:lnTo>
                  <a:lnTo>
                    <a:pt x="155248" y="71179"/>
                  </a:lnTo>
                  <a:lnTo>
                    <a:pt x="155001" y="72698"/>
                  </a:lnTo>
                  <a:lnTo>
                    <a:pt x="153817" y="74788"/>
                  </a:lnTo>
                  <a:lnTo>
                    <a:pt x="152998" y="75530"/>
                  </a:lnTo>
                  <a:lnTo>
                    <a:pt x="152765" y="76634"/>
                  </a:lnTo>
                  <a:lnTo>
                    <a:pt x="152665" y="78486"/>
                  </a:lnTo>
                  <a:lnTo>
                    <a:pt x="152905" y="80744"/>
                  </a:lnTo>
                  <a:lnTo>
                    <a:pt x="152987" y="82271"/>
                  </a:lnTo>
                  <a:lnTo>
                    <a:pt x="153239" y="83370"/>
                  </a:lnTo>
                  <a:lnTo>
                    <a:pt x="153611" y="84087"/>
                  </a:lnTo>
                  <a:lnTo>
                    <a:pt x="155510" y="85355"/>
                  </a:lnTo>
                  <a:lnTo>
                    <a:pt x="156574" y="87953"/>
                  </a:lnTo>
                  <a:lnTo>
                    <a:pt x="157237" y="90036"/>
                  </a:lnTo>
                  <a:close/>
                </a:path>
              </a:pathLst>
            </a:custGeom>
            <a:solidFill>
              <a:srgbClr val="FFF8F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9" name="pg1398"/>
            <p:cNvSpPr/>
            <p:nvPr/>
          </p:nvSpPr>
          <p:spPr>
            <a:xfrm>
              <a:off x="3708940" y="4394750"/>
              <a:ext cx="16152" cy="46303"/>
            </a:xfrm>
            <a:custGeom>
              <a:avLst/>
              <a:pathLst>
                <a:path w="16152" h="46303">
                  <a:moveTo>
                    <a:pt x="14146" y="6342"/>
                  </a:moveTo>
                  <a:lnTo>
                    <a:pt x="14392" y="6775"/>
                  </a:lnTo>
                  <a:lnTo>
                    <a:pt x="15514" y="8137"/>
                  </a:lnTo>
                  <a:lnTo>
                    <a:pt x="15616" y="10849"/>
                  </a:lnTo>
                  <a:lnTo>
                    <a:pt x="15507" y="13949"/>
                  </a:lnTo>
                  <a:lnTo>
                    <a:pt x="15281" y="15905"/>
                  </a:lnTo>
                  <a:lnTo>
                    <a:pt x="15366" y="17853"/>
                  </a:lnTo>
                  <a:lnTo>
                    <a:pt x="15726" y="20886"/>
                  </a:lnTo>
                  <a:lnTo>
                    <a:pt x="16068" y="22961"/>
                  </a:lnTo>
                  <a:lnTo>
                    <a:pt x="16152" y="32400"/>
                  </a:lnTo>
                  <a:lnTo>
                    <a:pt x="15771" y="31967"/>
                  </a:lnTo>
                  <a:lnTo>
                    <a:pt x="15079" y="31563"/>
                  </a:lnTo>
                  <a:lnTo>
                    <a:pt x="14712" y="31750"/>
                  </a:lnTo>
                  <a:lnTo>
                    <a:pt x="14377" y="35981"/>
                  </a:lnTo>
                  <a:lnTo>
                    <a:pt x="14120" y="42274"/>
                  </a:lnTo>
                  <a:lnTo>
                    <a:pt x="14269" y="46181"/>
                  </a:lnTo>
                  <a:lnTo>
                    <a:pt x="11639" y="46303"/>
                  </a:lnTo>
                  <a:lnTo>
                    <a:pt x="8312" y="45876"/>
                  </a:lnTo>
                  <a:lnTo>
                    <a:pt x="5929" y="44187"/>
                  </a:lnTo>
                  <a:lnTo>
                    <a:pt x="3362" y="40462"/>
                  </a:lnTo>
                  <a:lnTo>
                    <a:pt x="1835" y="34656"/>
                  </a:lnTo>
                  <a:lnTo>
                    <a:pt x="1167" y="31009"/>
                  </a:lnTo>
                  <a:lnTo>
                    <a:pt x="234" y="30798"/>
                  </a:lnTo>
                  <a:lnTo>
                    <a:pt x="83" y="30178"/>
                  </a:lnTo>
                  <a:lnTo>
                    <a:pt x="0" y="25728"/>
                  </a:lnTo>
                  <a:lnTo>
                    <a:pt x="19" y="21053"/>
                  </a:lnTo>
                  <a:lnTo>
                    <a:pt x="192" y="19812"/>
                  </a:lnTo>
                  <a:lnTo>
                    <a:pt x="1922" y="14058"/>
                  </a:lnTo>
                  <a:lnTo>
                    <a:pt x="2995" y="10483"/>
                  </a:lnTo>
                  <a:lnTo>
                    <a:pt x="3663" y="7023"/>
                  </a:lnTo>
                  <a:lnTo>
                    <a:pt x="5116" y="2966"/>
                  </a:lnTo>
                  <a:lnTo>
                    <a:pt x="6674" y="372"/>
                  </a:lnTo>
                  <a:lnTo>
                    <a:pt x="7252" y="0"/>
                  </a:lnTo>
                  <a:lnTo>
                    <a:pt x="7649" y="106"/>
                  </a:lnTo>
                  <a:lnTo>
                    <a:pt x="10394" y="3673"/>
                  </a:lnTo>
                  <a:lnTo>
                    <a:pt x="13210" y="7052"/>
                  </a:lnTo>
                  <a:lnTo>
                    <a:pt x="13822" y="6671"/>
                  </a:lnTo>
                  <a:close/>
                </a:path>
              </a:pathLst>
            </a:custGeom>
            <a:solidFill>
              <a:srgbClr val="B8D7B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0" name="pg1399"/>
            <p:cNvSpPr/>
            <p:nvPr/>
          </p:nvSpPr>
          <p:spPr>
            <a:xfrm>
              <a:off x="2564412" y="3100150"/>
              <a:ext cx="1383" cy="1470"/>
            </a:xfrm>
            <a:custGeom>
              <a:avLst/>
              <a:pathLst>
                <a:path w="1383" h="1470">
                  <a:moveTo>
                    <a:pt x="20" y="0"/>
                  </a:moveTo>
                  <a:lnTo>
                    <a:pt x="1383" y="0"/>
                  </a:lnTo>
                  <a:lnTo>
                    <a:pt x="1369" y="695"/>
                  </a:lnTo>
                  <a:lnTo>
                    <a:pt x="1238" y="1470"/>
                  </a:lnTo>
                  <a:lnTo>
                    <a:pt x="417" y="813"/>
                  </a:lnTo>
                  <a:lnTo>
                    <a:pt x="0" y="137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1" name="pg1400"/>
            <p:cNvSpPr/>
            <p:nvPr/>
          </p:nvSpPr>
          <p:spPr>
            <a:xfrm>
              <a:off x="4008696" y="3768778"/>
              <a:ext cx="1944" cy="6700"/>
            </a:xfrm>
            <a:custGeom>
              <a:avLst/>
              <a:pathLst>
                <a:path w="1944" h="6700">
                  <a:moveTo>
                    <a:pt x="1912" y="3967"/>
                  </a:moveTo>
                  <a:lnTo>
                    <a:pt x="1944" y="6700"/>
                  </a:lnTo>
                  <a:lnTo>
                    <a:pt x="1356" y="5785"/>
                  </a:lnTo>
                  <a:lnTo>
                    <a:pt x="1192" y="4019"/>
                  </a:lnTo>
                  <a:lnTo>
                    <a:pt x="407" y="2703"/>
                  </a:lnTo>
                  <a:lnTo>
                    <a:pt x="0" y="1491"/>
                  </a:lnTo>
                  <a:lnTo>
                    <a:pt x="881" y="0"/>
                  </a:lnTo>
                  <a:close/>
                </a:path>
              </a:pathLst>
            </a:custGeom>
            <a:solidFill>
              <a:srgbClr val="EBF4E8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2" name="pg1401"/>
            <p:cNvSpPr/>
            <p:nvPr/>
          </p:nvSpPr>
          <p:spPr>
            <a:xfrm>
              <a:off x="3769595" y="2531971"/>
              <a:ext cx="80370" cy="147153"/>
            </a:xfrm>
            <a:custGeom>
              <a:avLst/>
              <a:pathLst>
                <a:path w="80370" h="147153">
                  <a:moveTo>
                    <a:pt x="80369" y="5574"/>
                  </a:moveTo>
                  <a:lnTo>
                    <a:pt x="80370" y="5976"/>
                  </a:lnTo>
                  <a:lnTo>
                    <a:pt x="80260" y="6993"/>
                  </a:lnTo>
                  <a:lnTo>
                    <a:pt x="78886" y="9932"/>
                  </a:lnTo>
                  <a:lnTo>
                    <a:pt x="77017" y="13924"/>
                  </a:lnTo>
                  <a:lnTo>
                    <a:pt x="75677" y="16442"/>
                  </a:lnTo>
                  <a:lnTo>
                    <a:pt x="73417" y="20687"/>
                  </a:lnTo>
                  <a:lnTo>
                    <a:pt x="71730" y="21596"/>
                  </a:lnTo>
                  <a:lnTo>
                    <a:pt x="68886" y="23125"/>
                  </a:lnTo>
                  <a:lnTo>
                    <a:pt x="68123" y="24610"/>
                  </a:lnTo>
                  <a:lnTo>
                    <a:pt x="67414" y="27005"/>
                  </a:lnTo>
                  <a:lnTo>
                    <a:pt x="66997" y="30281"/>
                  </a:lnTo>
                  <a:lnTo>
                    <a:pt x="66875" y="32333"/>
                  </a:lnTo>
                  <a:lnTo>
                    <a:pt x="66800" y="36164"/>
                  </a:lnTo>
                  <a:lnTo>
                    <a:pt x="67465" y="40136"/>
                  </a:lnTo>
                  <a:lnTo>
                    <a:pt x="68104" y="43948"/>
                  </a:lnTo>
                  <a:lnTo>
                    <a:pt x="68186" y="46470"/>
                  </a:lnTo>
                  <a:lnTo>
                    <a:pt x="68122" y="48957"/>
                  </a:lnTo>
                  <a:lnTo>
                    <a:pt x="67503" y="51611"/>
                  </a:lnTo>
                  <a:lnTo>
                    <a:pt x="66833" y="55250"/>
                  </a:lnTo>
                  <a:lnTo>
                    <a:pt x="66444" y="59366"/>
                  </a:lnTo>
                  <a:lnTo>
                    <a:pt x="66239" y="67072"/>
                  </a:lnTo>
                  <a:lnTo>
                    <a:pt x="66234" y="73634"/>
                  </a:lnTo>
                  <a:lnTo>
                    <a:pt x="66179" y="74707"/>
                  </a:lnTo>
                  <a:lnTo>
                    <a:pt x="65013" y="79337"/>
                  </a:lnTo>
                  <a:lnTo>
                    <a:pt x="63648" y="84752"/>
                  </a:lnTo>
                  <a:lnTo>
                    <a:pt x="63015" y="86008"/>
                  </a:lnTo>
                  <a:lnTo>
                    <a:pt x="60022" y="87619"/>
                  </a:lnTo>
                  <a:lnTo>
                    <a:pt x="56756" y="91587"/>
                  </a:lnTo>
                  <a:lnTo>
                    <a:pt x="53106" y="96022"/>
                  </a:lnTo>
                  <a:lnTo>
                    <a:pt x="49791" y="100049"/>
                  </a:lnTo>
                  <a:lnTo>
                    <a:pt x="46311" y="104275"/>
                  </a:lnTo>
                  <a:lnTo>
                    <a:pt x="42702" y="108659"/>
                  </a:lnTo>
                  <a:lnTo>
                    <a:pt x="40123" y="111791"/>
                  </a:lnTo>
                  <a:lnTo>
                    <a:pt x="36672" y="115981"/>
                  </a:lnTo>
                  <a:lnTo>
                    <a:pt x="33529" y="119988"/>
                  </a:lnTo>
                  <a:lnTo>
                    <a:pt x="30344" y="124048"/>
                  </a:lnTo>
                  <a:lnTo>
                    <a:pt x="27924" y="127131"/>
                  </a:lnTo>
                  <a:lnTo>
                    <a:pt x="24248" y="132008"/>
                  </a:lnTo>
                  <a:lnTo>
                    <a:pt x="22095" y="134868"/>
                  </a:lnTo>
                  <a:lnTo>
                    <a:pt x="18928" y="139072"/>
                  </a:lnTo>
                  <a:lnTo>
                    <a:pt x="16142" y="142773"/>
                  </a:lnTo>
                  <a:lnTo>
                    <a:pt x="12844" y="147153"/>
                  </a:lnTo>
                  <a:lnTo>
                    <a:pt x="8710" y="145852"/>
                  </a:lnTo>
                  <a:lnTo>
                    <a:pt x="7405" y="145096"/>
                  </a:lnTo>
                  <a:lnTo>
                    <a:pt x="6335" y="143011"/>
                  </a:lnTo>
                  <a:lnTo>
                    <a:pt x="5548" y="141898"/>
                  </a:lnTo>
                  <a:lnTo>
                    <a:pt x="3595" y="140756"/>
                  </a:lnTo>
                  <a:lnTo>
                    <a:pt x="2339" y="136828"/>
                  </a:lnTo>
                  <a:lnTo>
                    <a:pt x="1587" y="135437"/>
                  </a:lnTo>
                  <a:lnTo>
                    <a:pt x="278" y="134813"/>
                  </a:lnTo>
                  <a:lnTo>
                    <a:pt x="451" y="133412"/>
                  </a:lnTo>
                  <a:lnTo>
                    <a:pt x="1125" y="131047"/>
                  </a:lnTo>
                  <a:lnTo>
                    <a:pt x="1816" y="128469"/>
                  </a:lnTo>
                  <a:lnTo>
                    <a:pt x="1432" y="127036"/>
                  </a:lnTo>
                  <a:lnTo>
                    <a:pt x="1308" y="125817"/>
                  </a:lnTo>
                  <a:lnTo>
                    <a:pt x="1262" y="124362"/>
                  </a:lnTo>
                  <a:lnTo>
                    <a:pt x="1732" y="122970"/>
                  </a:lnTo>
                  <a:lnTo>
                    <a:pt x="1511" y="121292"/>
                  </a:lnTo>
                  <a:lnTo>
                    <a:pt x="1149" y="119605"/>
                  </a:lnTo>
                  <a:lnTo>
                    <a:pt x="884" y="118758"/>
                  </a:lnTo>
                  <a:lnTo>
                    <a:pt x="885" y="117213"/>
                  </a:lnTo>
                  <a:lnTo>
                    <a:pt x="1061" y="116033"/>
                  </a:lnTo>
                  <a:lnTo>
                    <a:pt x="1275" y="114222"/>
                  </a:lnTo>
                  <a:lnTo>
                    <a:pt x="1831" y="113228"/>
                  </a:lnTo>
                  <a:lnTo>
                    <a:pt x="1975" y="112196"/>
                  </a:lnTo>
                  <a:lnTo>
                    <a:pt x="2475" y="111184"/>
                  </a:lnTo>
                  <a:lnTo>
                    <a:pt x="3142" y="110358"/>
                  </a:lnTo>
                  <a:lnTo>
                    <a:pt x="3290" y="109692"/>
                  </a:lnTo>
                  <a:lnTo>
                    <a:pt x="3195" y="109311"/>
                  </a:lnTo>
                  <a:lnTo>
                    <a:pt x="2525" y="108568"/>
                  </a:lnTo>
                  <a:lnTo>
                    <a:pt x="2168" y="107253"/>
                  </a:lnTo>
                  <a:lnTo>
                    <a:pt x="2486" y="105337"/>
                  </a:lnTo>
                  <a:lnTo>
                    <a:pt x="2701" y="104740"/>
                  </a:lnTo>
                  <a:lnTo>
                    <a:pt x="3100" y="103815"/>
                  </a:lnTo>
                  <a:lnTo>
                    <a:pt x="3994" y="102407"/>
                  </a:lnTo>
                  <a:lnTo>
                    <a:pt x="4696" y="102173"/>
                  </a:lnTo>
                  <a:lnTo>
                    <a:pt x="5300" y="102172"/>
                  </a:lnTo>
                  <a:lnTo>
                    <a:pt x="6324" y="102289"/>
                  </a:lnTo>
                  <a:lnTo>
                    <a:pt x="7118" y="102541"/>
                  </a:lnTo>
                  <a:lnTo>
                    <a:pt x="7319" y="102177"/>
                  </a:lnTo>
                  <a:lnTo>
                    <a:pt x="7292" y="101711"/>
                  </a:lnTo>
                  <a:lnTo>
                    <a:pt x="6310" y="100557"/>
                  </a:lnTo>
                  <a:lnTo>
                    <a:pt x="6256" y="99638"/>
                  </a:lnTo>
                  <a:lnTo>
                    <a:pt x="6500" y="98653"/>
                  </a:lnTo>
                  <a:lnTo>
                    <a:pt x="7195" y="97096"/>
                  </a:lnTo>
                  <a:lnTo>
                    <a:pt x="8024" y="95957"/>
                  </a:lnTo>
                  <a:lnTo>
                    <a:pt x="8446" y="95751"/>
                  </a:lnTo>
                  <a:lnTo>
                    <a:pt x="9392" y="93461"/>
                  </a:lnTo>
                  <a:lnTo>
                    <a:pt x="9999" y="90893"/>
                  </a:lnTo>
                  <a:lnTo>
                    <a:pt x="9017" y="84654"/>
                  </a:lnTo>
                  <a:lnTo>
                    <a:pt x="8422" y="83656"/>
                  </a:lnTo>
                  <a:lnTo>
                    <a:pt x="7458" y="82799"/>
                  </a:lnTo>
                  <a:lnTo>
                    <a:pt x="6891" y="82667"/>
                  </a:lnTo>
                  <a:lnTo>
                    <a:pt x="6846" y="82262"/>
                  </a:lnTo>
                  <a:lnTo>
                    <a:pt x="7607" y="80679"/>
                  </a:lnTo>
                  <a:lnTo>
                    <a:pt x="8147" y="79303"/>
                  </a:lnTo>
                  <a:lnTo>
                    <a:pt x="7549" y="77990"/>
                  </a:lnTo>
                  <a:lnTo>
                    <a:pt x="6481" y="77375"/>
                  </a:lnTo>
                  <a:lnTo>
                    <a:pt x="6082" y="78730"/>
                  </a:lnTo>
                  <a:lnTo>
                    <a:pt x="4711" y="78855"/>
                  </a:lnTo>
                  <a:lnTo>
                    <a:pt x="2581" y="78838"/>
                  </a:lnTo>
                  <a:lnTo>
                    <a:pt x="1643" y="72252"/>
                  </a:lnTo>
                  <a:lnTo>
                    <a:pt x="1504" y="69399"/>
                  </a:lnTo>
                  <a:lnTo>
                    <a:pt x="1529" y="66100"/>
                  </a:lnTo>
                  <a:lnTo>
                    <a:pt x="2176" y="61268"/>
                  </a:lnTo>
                  <a:lnTo>
                    <a:pt x="1872" y="59031"/>
                  </a:lnTo>
                  <a:lnTo>
                    <a:pt x="1847" y="57523"/>
                  </a:lnTo>
                  <a:lnTo>
                    <a:pt x="1681" y="55450"/>
                  </a:lnTo>
                  <a:lnTo>
                    <a:pt x="0" y="50992"/>
                  </a:lnTo>
                  <a:lnTo>
                    <a:pt x="916" y="42788"/>
                  </a:lnTo>
                  <a:lnTo>
                    <a:pt x="1562" y="40798"/>
                  </a:lnTo>
                  <a:lnTo>
                    <a:pt x="2475" y="40990"/>
                  </a:lnTo>
                  <a:lnTo>
                    <a:pt x="4422" y="43313"/>
                  </a:lnTo>
                  <a:lnTo>
                    <a:pt x="4742" y="43241"/>
                  </a:lnTo>
                  <a:lnTo>
                    <a:pt x="5331" y="40178"/>
                  </a:lnTo>
                  <a:lnTo>
                    <a:pt x="5903" y="39139"/>
                  </a:lnTo>
                  <a:lnTo>
                    <a:pt x="7106" y="38229"/>
                  </a:lnTo>
                  <a:lnTo>
                    <a:pt x="7445" y="33272"/>
                  </a:lnTo>
                  <a:lnTo>
                    <a:pt x="8007" y="32320"/>
                  </a:lnTo>
                  <a:lnTo>
                    <a:pt x="8684" y="31811"/>
                  </a:lnTo>
                  <a:lnTo>
                    <a:pt x="9724" y="31716"/>
                  </a:lnTo>
                  <a:lnTo>
                    <a:pt x="10630" y="31418"/>
                  </a:lnTo>
                  <a:lnTo>
                    <a:pt x="10687" y="30545"/>
                  </a:lnTo>
                  <a:lnTo>
                    <a:pt x="9421" y="24816"/>
                  </a:lnTo>
                  <a:lnTo>
                    <a:pt x="9533" y="23370"/>
                  </a:lnTo>
                  <a:lnTo>
                    <a:pt x="10144" y="17608"/>
                  </a:lnTo>
                  <a:lnTo>
                    <a:pt x="10529" y="15353"/>
                  </a:lnTo>
                  <a:lnTo>
                    <a:pt x="10897" y="14618"/>
                  </a:lnTo>
                  <a:lnTo>
                    <a:pt x="12334" y="14910"/>
                  </a:lnTo>
                  <a:lnTo>
                    <a:pt x="14348" y="15923"/>
                  </a:lnTo>
                  <a:lnTo>
                    <a:pt x="14879" y="17577"/>
                  </a:lnTo>
                  <a:lnTo>
                    <a:pt x="15864" y="19048"/>
                  </a:lnTo>
                  <a:lnTo>
                    <a:pt x="17341" y="18951"/>
                  </a:lnTo>
                  <a:lnTo>
                    <a:pt x="19043" y="19227"/>
                  </a:lnTo>
                  <a:lnTo>
                    <a:pt x="20375" y="19323"/>
                  </a:lnTo>
                  <a:lnTo>
                    <a:pt x="21438" y="18289"/>
                  </a:lnTo>
                  <a:lnTo>
                    <a:pt x="23836" y="16357"/>
                  </a:lnTo>
                  <a:lnTo>
                    <a:pt x="25026" y="15710"/>
                  </a:lnTo>
                  <a:lnTo>
                    <a:pt x="26107" y="14852"/>
                  </a:lnTo>
                  <a:lnTo>
                    <a:pt x="29581" y="11692"/>
                  </a:lnTo>
                  <a:lnTo>
                    <a:pt x="30972" y="11934"/>
                  </a:lnTo>
                  <a:lnTo>
                    <a:pt x="31924" y="12351"/>
                  </a:lnTo>
                  <a:lnTo>
                    <a:pt x="32653" y="12854"/>
                  </a:lnTo>
                  <a:lnTo>
                    <a:pt x="34289" y="15015"/>
                  </a:lnTo>
                  <a:lnTo>
                    <a:pt x="35640" y="17202"/>
                  </a:lnTo>
                  <a:lnTo>
                    <a:pt x="36587" y="17852"/>
                  </a:lnTo>
                  <a:lnTo>
                    <a:pt x="38292" y="17805"/>
                  </a:lnTo>
                  <a:lnTo>
                    <a:pt x="40753" y="18222"/>
                  </a:lnTo>
                  <a:lnTo>
                    <a:pt x="43778" y="18192"/>
                  </a:lnTo>
                  <a:lnTo>
                    <a:pt x="45543" y="17582"/>
                  </a:lnTo>
                  <a:lnTo>
                    <a:pt x="47799" y="16507"/>
                  </a:lnTo>
                  <a:lnTo>
                    <a:pt x="51819" y="13923"/>
                  </a:lnTo>
                  <a:lnTo>
                    <a:pt x="57108" y="8521"/>
                  </a:lnTo>
                  <a:lnTo>
                    <a:pt x="60219" y="5896"/>
                  </a:lnTo>
                  <a:lnTo>
                    <a:pt x="61559" y="5588"/>
                  </a:lnTo>
                  <a:lnTo>
                    <a:pt x="63305" y="5557"/>
                  </a:lnTo>
                  <a:lnTo>
                    <a:pt x="65051" y="6245"/>
                  </a:lnTo>
                  <a:lnTo>
                    <a:pt x="67032" y="6735"/>
                  </a:lnTo>
                  <a:lnTo>
                    <a:pt x="67944" y="6691"/>
                  </a:lnTo>
                  <a:lnTo>
                    <a:pt x="70089" y="6149"/>
                  </a:lnTo>
                  <a:lnTo>
                    <a:pt x="72868" y="5057"/>
                  </a:lnTo>
                  <a:lnTo>
                    <a:pt x="74614" y="4162"/>
                  </a:lnTo>
                  <a:lnTo>
                    <a:pt x="76723" y="2695"/>
                  </a:lnTo>
                  <a:lnTo>
                    <a:pt x="78039" y="255"/>
                  </a:lnTo>
                  <a:lnTo>
                    <a:pt x="78464" y="0"/>
                  </a:lnTo>
                  <a:lnTo>
                    <a:pt x="79011" y="444"/>
                  </a:lnTo>
                  <a:lnTo>
                    <a:pt x="79266" y="611"/>
                  </a:lnTo>
                  <a:lnTo>
                    <a:pt x="79807" y="1999"/>
                  </a:lnTo>
                  <a:close/>
                </a:path>
              </a:pathLst>
            </a:custGeom>
            <a:solidFill>
              <a:srgbClr val="E7F2E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3" name="pg1402"/>
            <p:cNvSpPr/>
            <p:nvPr/>
          </p:nvSpPr>
          <p:spPr>
            <a:xfrm>
              <a:off x="2452074" y="2988383"/>
              <a:ext cx="2413" cy="2840"/>
            </a:xfrm>
            <a:custGeom>
              <a:avLst/>
              <a:pathLst>
                <a:path w="2413" h="2840">
                  <a:moveTo>
                    <a:pt x="116" y="0"/>
                  </a:moveTo>
                  <a:lnTo>
                    <a:pt x="1507" y="1627"/>
                  </a:lnTo>
                  <a:lnTo>
                    <a:pt x="2347" y="1385"/>
                  </a:lnTo>
                  <a:lnTo>
                    <a:pt x="2413" y="1732"/>
                  </a:lnTo>
                  <a:lnTo>
                    <a:pt x="1960" y="2107"/>
                  </a:lnTo>
                  <a:lnTo>
                    <a:pt x="1848" y="2410"/>
                  </a:lnTo>
                  <a:lnTo>
                    <a:pt x="505" y="2840"/>
                  </a:lnTo>
                  <a:lnTo>
                    <a:pt x="84" y="2758"/>
                  </a:lnTo>
                  <a:lnTo>
                    <a:pt x="0" y="1656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4" name="pg1403"/>
            <p:cNvSpPr/>
            <p:nvPr/>
          </p:nvSpPr>
          <p:spPr>
            <a:xfrm>
              <a:off x="2458104" y="2988361"/>
              <a:ext cx="2568" cy="2966"/>
            </a:xfrm>
            <a:custGeom>
              <a:avLst/>
              <a:pathLst>
                <a:path w="2568" h="2966">
                  <a:moveTo>
                    <a:pt x="2269" y="2566"/>
                  </a:moveTo>
                  <a:lnTo>
                    <a:pt x="2221" y="2966"/>
                  </a:lnTo>
                  <a:lnTo>
                    <a:pt x="1534" y="1827"/>
                  </a:lnTo>
                  <a:lnTo>
                    <a:pt x="210" y="1816"/>
                  </a:lnTo>
                  <a:lnTo>
                    <a:pt x="0" y="255"/>
                  </a:lnTo>
                  <a:lnTo>
                    <a:pt x="505" y="0"/>
                  </a:lnTo>
                  <a:lnTo>
                    <a:pt x="2185" y="551"/>
                  </a:lnTo>
                  <a:lnTo>
                    <a:pt x="2568" y="1907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5" name="pg1404"/>
            <p:cNvSpPr/>
            <p:nvPr/>
          </p:nvSpPr>
          <p:spPr>
            <a:xfrm>
              <a:off x="2456015" y="2985412"/>
              <a:ext cx="1695" cy="3605"/>
            </a:xfrm>
            <a:custGeom>
              <a:avLst/>
              <a:pathLst>
                <a:path w="1695" h="3605">
                  <a:moveTo>
                    <a:pt x="1695" y="3294"/>
                  </a:moveTo>
                  <a:lnTo>
                    <a:pt x="1481" y="3605"/>
                  </a:lnTo>
                  <a:lnTo>
                    <a:pt x="774" y="2585"/>
                  </a:lnTo>
                  <a:lnTo>
                    <a:pt x="673" y="1768"/>
                  </a:lnTo>
                  <a:lnTo>
                    <a:pt x="420" y="1728"/>
                  </a:lnTo>
                  <a:lnTo>
                    <a:pt x="0" y="994"/>
                  </a:lnTo>
                  <a:lnTo>
                    <a:pt x="102" y="43"/>
                  </a:lnTo>
                  <a:lnTo>
                    <a:pt x="1066" y="0"/>
                  </a:lnTo>
                  <a:lnTo>
                    <a:pt x="1455" y="2641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6" name="pg1405"/>
            <p:cNvSpPr/>
            <p:nvPr/>
          </p:nvSpPr>
          <p:spPr>
            <a:xfrm>
              <a:off x="3497623" y="2941286"/>
              <a:ext cx="128394" cy="471895"/>
            </a:xfrm>
            <a:custGeom>
              <a:avLst/>
              <a:pathLst>
                <a:path w="128394" h="471895">
                  <a:moveTo>
                    <a:pt x="128356" y="116676"/>
                  </a:moveTo>
                  <a:lnTo>
                    <a:pt x="128360" y="129857"/>
                  </a:lnTo>
                  <a:lnTo>
                    <a:pt x="128365" y="143037"/>
                  </a:lnTo>
                  <a:lnTo>
                    <a:pt x="128370" y="156217"/>
                  </a:lnTo>
                  <a:lnTo>
                    <a:pt x="128375" y="169399"/>
                  </a:lnTo>
                  <a:lnTo>
                    <a:pt x="128379" y="182579"/>
                  </a:lnTo>
                  <a:lnTo>
                    <a:pt x="128383" y="195761"/>
                  </a:lnTo>
                  <a:lnTo>
                    <a:pt x="128388" y="208941"/>
                  </a:lnTo>
                  <a:lnTo>
                    <a:pt x="128393" y="222122"/>
                  </a:lnTo>
                  <a:lnTo>
                    <a:pt x="128394" y="226494"/>
                  </a:lnTo>
                  <a:lnTo>
                    <a:pt x="128240" y="228227"/>
                  </a:lnTo>
                  <a:lnTo>
                    <a:pt x="128172" y="228466"/>
                  </a:lnTo>
                  <a:lnTo>
                    <a:pt x="127938" y="228759"/>
                  </a:lnTo>
                  <a:lnTo>
                    <a:pt x="125040" y="227534"/>
                  </a:lnTo>
                  <a:lnTo>
                    <a:pt x="123770" y="227504"/>
                  </a:lnTo>
                  <a:lnTo>
                    <a:pt x="121991" y="228451"/>
                  </a:lnTo>
                  <a:lnTo>
                    <a:pt x="119376" y="228945"/>
                  </a:lnTo>
                  <a:lnTo>
                    <a:pt x="117691" y="228788"/>
                  </a:lnTo>
                  <a:lnTo>
                    <a:pt x="116521" y="231055"/>
                  </a:lnTo>
                  <a:lnTo>
                    <a:pt x="115603" y="233795"/>
                  </a:lnTo>
                  <a:lnTo>
                    <a:pt x="116037" y="240348"/>
                  </a:lnTo>
                  <a:lnTo>
                    <a:pt x="115938" y="242511"/>
                  </a:lnTo>
                  <a:lnTo>
                    <a:pt x="115584" y="244757"/>
                  </a:lnTo>
                  <a:lnTo>
                    <a:pt x="114790" y="246692"/>
                  </a:lnTo>
                  <a:lnTo>
                    <a:pt x="113998" y="248235"/>
                  </a:lnTo>
                  <a:lnTo>
                    <a:pt x="113524" y="249586"/>
                  </a:lnTo>
                  <a:lnTo>
                    <a:pt x="112935" y="252550"/>
                  </a:lnTo>
                  <a:lnTo>
                    <a:pt x="112499" y="253937"/>
                  </a:lnTo>
                  <a:lnTo>
                    <a:pt x="112538" y="255794"/>
                  </a:lnTo>
                  <a:lnTo>
                    <a:pt x="112398" y="257749"/>
                  </a:lnTo>
                  <a:lnTo>
                    <a:pt x="111922" y="258764"/>
                  </a:lnTo>
                  <a:lnTo>
                    <a:pt x="110706" y="259513"/>
                  </a:lnTo>
                  <a:lnTo>
                    <a:pt x="109922" y="260382"/>
                  </a:lnTo>
                  <a:lnTo>
                    <a:pt x="109294" y="261804"/>
                  </a:lnTo>
                  <a:lnTo>
                    <a:pt x="108872" y="262830"/>
                  </a:lnTo>
                  <a:lnTo>
                    <a:pt x="109093" y="264198"/>
                  </a:lnTo>
                  <a:lnTo>
                    <a:pt x="109401" y="266059"/>
                  </a:lnTo>
                  <a:lnTo>
                    <a:pt x="109576" y="268987"/>
                  </a:lnTo>
                  <a:lnTo>
                    <a:pt x="109698" y="270698"/>
                  </a:lnTo>
                  <a:lnTo>
                    <a:pt x="110295" y="272092"/>
                  </a:lnTo>
                  <a:lnTo>
                    <a:pt x="110659" y="273092"/>
                  </a:lnTo>
                  <a:lnTo>
                    <a:pt x="110785" y="274314"/>
                  </a:lnTo>
                  <a:lnTo>
                    <a:pt x="110437" y="275331"/>
                  </a:lnTo>
                  <a:lnTo>
                    <a:pt x="108952" y="277456"/>
                  </a:lnTo>
                  <a:lnTo>
                    <a:pt x="108357" y="278244"/>
                  </a:lnTo>
                  <a:lnTo>
                    <a:pt x="107677" y="279323"/>
                  </a:lnTo>
                  <a:lnTo>
                    <a:pt x="107416" y="279726"/>
                  </a:lnTo>
                  <a:lnTo>
                    <a:pt x="106332" y="281738"/>
                  </a:lnTo>
                  <a:lnTo>
                    <a:pt x="105784" y="283525"/>
                  </a:lnTo>
                  <a:lnTo>
                    <a:pt x="105519" y="285012"/>
                  </a:lnTo>
                  <a:lnTo>
                    <a:pt x="105533" y="287065"/>
                  </a:lnTo>
                  <a:lnTo>
                    <a:pt x="106085" y="290136"/>
                  </a:lnTo>
                  <a:lnTo>
                    <a:pt x="106688" y="292746"/>
                  </a:lnTo>
                  <a:lnTo>
                    <a:pt x="106920" y="294709"/>
                  </a:lnTo>
                  <a:lnTo>
                    <a:pt x="107057" y="296862"/>
                  </a:lnTo>
                  <a:lnTo>
                    <a:pt x="107002" y="298907"/>
                  </a:lnTo>
                  <a:lnTo>
                    <a:pt x="106691" y="300687"/>
                  </a:lnTo>
                  <a:lnTo>
                    <a:pt x="106147" y="302291"/>
                  </a:lnTo>
                  <a:lnTo>
                    <a:pt x="104103" y="305304"/>
                  </a:lnTo>
                  <a:lnTo>
                    <a:pt x="103097" y="308617"/>
                  </a:lnTo>
                  <a:lnTo>
                    <a:pt x="102294" y="312642"/>
                  </a:lnTo>
                  <a:lnTo>
                    <a:pt x="102092" y="314835"/>
                  </a:lnTo>
                  <a:lnTo>
                    <a:pt x="102313" y="316293"/>
                  </a:lnTo>
                  <a:lnTo>
                    <a:pt x="102736" y="317529"/>
                  </a:lnTo>
                  <a:lnTo>
                    <a:pt x="103346" y="318157"/>
                  </a:lnTo>
                  <a:lnTo>
                    <a:pt x="104230" y="318341"/>
                  </a:lnTo>
                  <a:lnTo>
                    <a:pt x="105699" y="317671"/>
                  </a:lnTo>
                  <a:lnTo>
                    <a:pt x="107066" y="317230"/>
                  </a:lnTo>
                  <a:lnTo>
                    <a:pt x="108516" y="318679"/>
                  </a:lnTo>
                  <a:lnTo>
                    <a:pt x="109273" y="322049"/>
                  </a:lnTo>
                  <a:lnTo>
                    <a:pt x="108977" y="324514"/>
                  </a:lnTo>
                  <a:lnTo>
                    <a:pt x="109526" y="328978"/>
                  </a:lnTo>
                  <a:lnTo>
                    <a:pt x="110016" y="334376"/>
                  </a:lnTo>
                  <a:lnTo>
                    <a:pt x="109980" y="336192"/>
                  </a:lnTo>
                  <a:lnTo>
                    <a:pt x="110191" y="336873"/>
                  </a:lnTo>
                  <a:lnTo>
                    <a:pt x="111100" y="337221"/>
                  </a:lnTo>
                  <a:lnTo>
                    <a:pt x="111302" y="338486"/>
                  </a:lnTo>
                  <a:lnTo>
                    <a:pt x="111002" y="347960"/>
                  </a:lnTo>
                  <a:lnTo>
                    <a:pt x="111426" y="350609"/>
                  </a:lnTo>
                  <a:lnTo>
                    <a:pt x="112034" y="352499"/>
                  </a:lnTo>
                  <a:lnTo>
                    <a:pt x="112721" y="353481"/>
                  </a:lnTo>
                  <a:lnTo>
                    <a:pt x="113411" y="354747"/>
                  </a:lnTo>
                  <a:lnTo>
                    <a:pt x="113769" y="355630"/>
                  </a:lnTo>
                  <a:lnTo>
                    <a:pt x="114569" y="355827"/>
                  </a:lnTo>
                  <a:lnTo>
                    <a:pt x="115466" y="357553"/>
                  </a:lnTo>
                  <a:lnTo>
                    <a:pt x="115711" y="359849"/>
                  </a:lnTo>
                  <a:lnTo>
                    <a:pt x="115650" y="362069"/>
                  </a:lnTo>
                  <a:lnTo>
                    <a:pt x="115127" y="366887"/>
                  </a:lnTo>
                  <a:lnTo>
                    <a:pt x="114703" y="370117"/>
                  </a:lnTo>
                  <a:lnTo>
                    <a:pt x="114183" y="369895"/>
                  </a:lnTo>
                  <a:lnTo>
                    <a:pt x="113120" y="369101"/>
                  </a:lnTo>
                  <a:lnTo>
                    <a:pt x="111827" y="368413"/>
                  </a:lnTo>
                  <a:lnTo>
                    <a:pt x="110240" y="367855"/>
                  </a:lnTo>
                  <a:lnTo>
                    <a:pt x="108729" y="369176"/>
                  </a:lnTo>
                  <a:lnTo>
                    <a:pt x="107097" y="370872"/>
                  </a:lnTo>
                  <a:lnTo>
                    <a:pt x="106582" y="372136"/>
                  </a:lnTo>
                  <a:lnTo>
                    <a:pt x="106126" y="372883"/>
                  </a:lnTo>
                  <a:lnTo>
                    <a:pt x="105406" y="372765"/>
                  </a:lnTo>
                  <a:lnTo>
                    <a:pt x="104748" y="372983"/>
                  </a:lnTo>
                  <a:lnTo>
                    <a:pt x="104389" y="374184"/>
                  </a:lnTo>
                  <a:lnTo>
                    <a:pt x="103793" y="375525"/>
                  </a:lnTo>
                  <a:lnTo>
                    <a:pt x="101437" y="378298"/>
                  </a:lnTo>
                  <a:lnTo>
                    <a:pt x="100939" y="379307"/>
                  </a:lnTo>
                  <a:lnTo>
                    <a:pt x="100645" y="380308"/>
                  </a:lnTo>
                  <a:lnTo>
                    <a:pt x="100645" y="381399"/>
                  </a:lnTo>
                  <a:lnTo>
                    <a:pt x="100884" y="383652"/>
                  </a:lnTo>
                  <a:lnTo>
                    <a:pt x="100880" y="386461"/>
                  </a:lnTo>
                  <a:lnTo>
                    <a:pt x="100355" y="388728"/>
                  </a:lnTo>
                  <a:lnTo>
                    <a:pt x="99745" y="390252"/>
                  </a:lnTo>
                  <a:lnTo>
                    <a:pt x="99052" y="390835"/>
                  </a:lnTo>
                  <a:lnTo>
                    <a:pt x="98470" y="391152"/>
                  </a:lnTo>
                  <a:lnTo>
                    <a:pt x="98090" y="392102"/>
                  </a:lnTo>
                  <a:lnTo>
                    <a:pt x="96860" y="397252"/>
                  </a:lnTo>
                  <a:lnTo>
                    <a:pt x="96330" y="398205"/>
                  </a:lnTo>
                  <a:lnTo>
                    <a:pt x="95250" y="398043"/>
                  </a:lnTo>
                  <a:lnTo>
                    <a:pt x="92150" y="405766"/>
                  </a:lnTo>
                  <a:lnTo>
                    <a:pt x="91842" y="408040"/>
                  </a:lnTo>
                  <a:lnTo>
                    <a:pt x="90706" y="411265"/>
                  </a:lnTo>
                  <a:lnTo>
                    <a:pt x="89271" y="414855"/>
                  </a:lnTo>
                  <a:lnTo>
                    <a:pt x="87990" y="416585"/>
                  </a:lnTo>
                  <a:lnTo>
                    <a:pt x="87887" y="417253"/>
                  </a:lnTo>
                  <a:lnTo>
                    <a:pt x="87543" y="417937"/>
                  </a:lnTo>
                  <a:lnTo>
                    <a:pt x="86756" y="418717"/>
                  </a:lnTo>
                  <a:lnTo>
                    <a:pt x="84016" y="423086"/>
                  </a:lnTo>
                  <a:lnTo>
                    <a:pt x="80733" y="422906"/>
                  </a:lnTo>
                  <a:lnTo>
                    <a:pt x="79281" y="424621"/>
                  </a:lnTo>
                  <a:lnTo>
                    <a:pt x="77869" y="425383"/>
                  </a:lnTo>
                  <a:lnTo>
                    <a:pt x="75805" y="426224"/>
                  </a:lnTo>
                  <a:lnTo>
                    <a:pt x="75185" y="426145"/>
                  </a:lnTo>
                  <a:lnTo>
                    <a:pt x="72538" y="426498"/>
                  </a:lnTo>
                  <a:lnTo>
                    <a:pt x="69433" y="426370"/>
                  </a:lnTo>
                  <a:lnTo>
                    <a:pt x="68243" y="426989"/>
                  </a:lnTo>
                  <a:lnTo>
                    <a:pt x="67127" y="428648"/>
                  </a:lnTo>
                  <a:lnTo>
                    <a:pt x="66298" y="430100"/>
                  </a:lnTo>
                  <a:lnTo>
                    <a:pt x="66177" y="430589"/>
                  </a:lnTo>
                  <a:lnTo>
                    <a:pt x="66302" y="431201"/>
                  </a:lnTo>
                  <a:lnTo>
                    <a:pt x="66271" y="431687"/>
                  </a:lnTo>
                  <a:lnTo>
                    <a:pt x="68442" y="435251"/>
                  </a:lnTo>
                  <a:lnTo>
                    <a:pt x="68985" y="437002"/>
                  </a:lnTo>
                  <a:lnTo>
                    <a:pt x="68438" y="438696"/>
                  </a:lnTo>
                  <a:lnTo>
                    <a:pt x="68146" y="439048"/>
                  </a:lnTo>
                  <a:lnTo>
                    <a:pt x="67792" y="440399"/>
                  </a:lnTo>
                  <a:lnTo>
                    <a:pt x="66520" y="444421"/>
                  </a:lnTo>
                  <a:lnTo>
                    <a:pt x="64582" y="449187"/>
                  </a:lnTo>
                  <a:lnTo>
                    <a:pt x="63592" y="450549"/>
                  </a:lnTo>
                  <a:lnTo>
                    <a:pt x="63194" y="451435"/>
                  </a:lnTo>
                  <a:lnTo>
                    <a:pt x="62683" y="454595"/>
                  </a:lnTo>
                  <a:lnTo>
                    <a:pt x="62348" y="455035"/>
                  </a:lnTo>
                  <a:lnTo>
                    <a:pt x="61019" y="455444"/>
                  </a:lnTo>
                  <a:lnTo>
                    <a:pt x="58384" y="455789"/>
                  </a:lnTo>
                  <a:lnTo>
                    <a:pt x="54743" y="456821"/>
                  </a:lnTo>
                  <a:lnTo>
                    <a:pt x="52558" y="457164"/>
                  </a:lnTo>
                  <a:lnTo>
                    <a:pt x="51200" y="456876"/>
                  </a:lnTo>
                  <a:lnTo>
                    <a:pt x="49290" y="459056"/>
                  </a:lnTo>
                  <a:lnTo>
                    <a:pt x="48604" y="459614"/>
                  </a:lnTo>
                  <a:lnTo>
                    <a:pt x="48187" y="459802"/>
                  </a:lnTo>
                  <a:lnTo>
                    <a:pt x="46295" y="461917"/>
                  </a:lnTo>
                  <a:lnTo>
                    <a:pt x="44723" y="465199"/>
                  </a:lnTo>
                  <a:lnTo>
                    <a:pt x="44163" y="465823"/>
                  </a:lnTo>
                  <a:lnTo>
                    <a:pt x="41949" y="467215"/>
                  </a:lnTo>
                  <a:lnTo>
                    <a:pt x="41069" y="469472"/>
                  </a:lnTo>
                  <a:lnTo>
                    <a:pt x="40662" y="469659"/>
                  </a:lnTo>
                  <a:lnTo>
                    <a:pt x="39244" y="466681"/>
                  </a:lnTo>
                  <a:lnTo>
                    <a:pt x="38276" y="463974"/>
                  </a:lnTo>
                  <a:lnTo>
                    <a:pt x="37804" y="461240"/>
                  </a:lnTo>
                  <a:lnTo>
                    <a:pt x="37744" y="460366"/>
                  </a:lnTo>
                  <a:lnTo>
                    <a:pt x="37475" y="460529"/>
                  </a:lnTo>
                  <a:lnTo>
                    <a:pt x="36697" y="461739"/>
                  </a:lnTo>
                  <a:lnTo>
                    <a:pt x="36027" y="463117"/>
                  </a:lnTo>
                  <a:lnTo>
                    <a:pt x="35716" y="465742"/>
                  </a:lnTo>
                  <a:lnTo>
                    <a:pt x="33427" y="467518"/>
                  </a:lnTo>
                  <a:lnTo>
                    <a:pt x="31472" y="469034"/>
                  </a:lnTo>
                  <a:lnTo>
                    <a:pt x="30582" y="470942"/>
                  </a:lnTo>
                  <a:lnTo>
                    <a:pt x="29210" y="471895"/>
                  </a:lnTo>
                  <a:lnTo>
                    <a:pt x="27458" y="471507"/>
                  </a:lnTo>
                  <a:lnTo>
                    <a:pt x="26093" y="470721"/>
                  </a:lnTo>
                  <a:lnTo>
                    <a:pt x="24762" y="470463"/>
                  </a:lnTo>
                  <a:lnTo>
                    <a:pt x="25400" y="468081"/>
                  </a:lnTo>
                  <a:lnTo>
                    <a:pt x="25646" y="466305"/>
                  </a:lnTo>
                  <a:lnTo>
                    <a:pt x="25709" y="464132"/>
                  </a:lnTo>
                  <a:lnTo>
                    <a:pt x="25612" y="462659"/>
                  </a:lnTo>
                  <a:lnTo>
                    <a:pt x="24815" y="461924"/>
                  </a:lnTo>
                  <a:lnTo>
                    <a:pt x="24310" y="460768"/>
                  </a:lnTo>
                  <a:lnTo>
                    <a:pt x="23165" y="453914"/>
                  </a:lnTo>
                  <a:lnTo>
                    <a:pt x="21986" y="446865"/>
                  </a:lnTo>
                  <a:lnTo>
                    <a:pt x="20327" y="439922"/>
                  </a:lnTo>
                  <a:lnTo>
                    <a:pt x="18521" y="435492"/>
                  </a:lnTo>
                  <a:lnTo>
                    <a:pt x="17214" y="432792"/>
                  </a:lnTo>
                  <a:lnTo>
                    <a:pt x="16794" y="432447"/>
                  </a:lnTo>
                  <a:lnTo>
                    <a:pt x="16124" y="431594"/>
                  </a:lnTo>
                  <a:lnTo>
                    <a:pt x="15655" y="430811"/>
                  </a:lnTo>
                  <a:lnTo>
                    <a:pt x="13258" y="426096"/>
                  </a:lnTo>
                  <a:lnTo>
                    <a:pt x="10774" y="420828"/>
                  </a:lnTo>
                  <a:lnTo>
                    <a:pt x="10137" y="418419"/>
                  </a:lnTo>
                  <a:lnTo>
                    <a:pt x="8892" y="414830"/>
                  </a:lnTo>
                  <a:lnTo>
                    <a:pt x="7506" y="411129"/>
                  </a:lnTo>
                  <a:lnTo>
                    <a:pt x="6785" y="409446"/>
                  </a:lnTo>
                  <a:lnTo>
                    <a:pt x="6447" y="406407"/>
                  </a:lnTo>
                  <a:lnTo>
                    <a:pt x="7406" y="403664"/>
                  </a:lnTo>
                  <a:lnTo>
                    <a:pt x="8427" y="400194"/>
                  </a:lnTo>
                  <a:lnTo>
                    <a:pt x="9689" y="397892"/>
                  </a:lnTo>
                  <a:lnTo>
                    <a:pt x="11321" y="397734"/>
                  </a:lnTo>
                  <a:lnTo>
                    <a:pt x="14011" y="398679"/>
                  </a:lnTo>
                  <a:lnTo>
                    <a:pt x="16910" y="399016"/>
                  </a:lnTo>
                  <a:lnTo>
                    <a:pt x="19783" y="398298"/>
                  </a:lnTo>
                  <a:lnTo>
                    <a:pt x="20529" y="397799"/>
                  </a:lnTo>
                  <a:lnTo>
                    <a:pt x="21265" y="397840"/>
                  </a:lnTo>
                  <a:lnTo>
                    <a:pt x="22811" y="398643"/>
                  </a:lnTo>
                  <a:lnTo>
                    <a:pt x="25503" y="398466"/>
                  </a:lnTo>
                  <a:lnTo>
                    <a:pt x="26892" y="397062"/>
                  </a:lnTo>
                  <a:lnTo>
                    <a:pt x="25394" y="394678"/>
                  </a:lnTo>
                  <a:lnTo>
                    <a:pt x="23785" y="390884"/>
                  </a:lnTo>
                  <a:lnTo>
                    <a:pt x="22276" y="386733"/>
                  </a:lnTo>
                  <a:lnTo>
                    <a:pt x="21360" y="382976"/>
                  </a:lnTo>
                  <a:lnTo>
                    <a:pt x="20523" y="378131"/>
                  </a:lnTo>
                  <a:lnTo>
                    <a:pt x="19748" y="372144"/>
                  </a:lnTo>
                  <a:lnTo>
                    <a:pt x="19275" y="364385"/>
                  </a:lnTo>
                  <a:lnTo>
                    <a:pt x="19347" y="359987"/>
                  </a:lnTo>
                  <a:lnTo>
                    <a:pt x="19587" y="356853"/>
                  </a:lnTo>
                  <a:lnTo>
                    <a:pt x="20398" y="351750"/>
                  </a:lnTo>
                  <a:lnTo>
                    <a:pt x="19862" y="348756"/>
                  </a:lnTo>
                  <a:lnTo>
                    <a:pt x="19980" y="346339"/>
                  </a:lnTo>
                  <a:lnTo>
                    <a:pt x="19901" y="342760"/>
                  </a:lnTo>
                  <a:lnTo>
                    <a:pt x="19641" y="340939"/>
                  </a:lnTo>
                  <a:lnTo>
                    <a:pt x="18592" y="334993"/>
                  </a:lnTo>
                  <a:lnTo>
                    <a:pt x="18384" y="334342"/>
                  </a:lnTo>
                  <a:lnTo>
                    <a:pt x="17457" y="330235"/>
                  </a:lnTo>
                  <a:lnTo>
                    <a:pt x="17047" y="323358"/>
                  </a:lnTo>
                  <a:lnTo>
                    <a:pt x="16001" y="318822"/>
                  </a:lnTo>
                  <a:lnTo>
                    <a:pt x="14319" y="316626"/>
                  </a:lnTo>
                  <a:lnTo>
                    <a:pt x="13363" y="313958"/>
                  </a:lnTo>
                  <a:lnTo>
                    <a:pt x="13015" y="309244"/>
                  </a:lnTo>
                  <a:lnTo>
                    <a:pt x="12351" y="308002"/>
                  </a:lnTo>
                  <a:lnTo>
                    <a:pt x="9708" y="306360"/>
                  </a:lnTo>
                  <a:lnTo>
                    <a:pt x="7503" y="306326"/>
                  </a:lnTo>
                  <a:lnTo>
                    <a:pt x="5899" y="301007"/>
                  </a:lnTo>
                  <a:lnTo>
                    <a:pt x="3841" y="294180"/>
                  </a:lnTo>
                  <a:lnTo>
                    <a:pt x="1926" y="287826"/>
                  </a:lnTo>
                  <a:lnTo>
                    <a:pt x="701" y="275125"/>
                  </a:lnTo>
                  <a:lnTo>
                    <a:pt x="0" y="267848"/>
                  </a:lnTo>
                  <a:lnTo>
                    <a:pt x="797" y="265636"/>
                  </a:lnTo>
                  <a:lnTo>
                    <a:pt x="2366" y="260458"/>
                  </a:lnTo>
                  <a:lnTo>
                    <a:pt x="4373" y="250549"/>
                  </a:lnTo>
                  <a:lnTo>
                    <a:pt x="8896" y="235223"/>
                  </a:lnTo>
                  <a:lnTo>
                    <a:pt x="11208" y="227381"/>
                  </a:lnTo>
                  <a:lnTo>
                    <a:pt x="15824" y="215666"/>
                  </a:lnTo>
                  <a:lnTo>
                    <a:pt x="21496" y="201268"/>
                  </a:lnTo>
                  <a:lnTo>
                    <a:pt x="24692" y="193156"/>
                  </a:lnTo>
                  <a:lnTo>
                    <a:pt x="25208" y="178379"/>
                  </a:lnTo>
                  <a:lnTo>
                    <a:pt x="25755" y="162754"/>
                  </a:lnTo>
                  <a:lnTo>
                    <a:pt x="26169" y="150941"/>
                  </a:lnTo>
                  <a:lnTo>
                    <a:pt x="26682" y="136941"/>
                  </a:lnTo>
                  <a:lnTo>
                    <a:pt x="27112" y="125241"/>
                  </a:lnTo>
                  <a:lnTo>
                    <a:pt x="27425" y="116718"/>
                  </a:lnTo>
                  <a:lnTo>
                    <a:pt x="27869" y="104637"/>
                  </a:lnTo>
                  <a:lnTo>
                    <a:pt x="28249" y="102317"/>
                  </a:lnTo>
                  <a:lnTo>
                    <a:pt x="30475" y="92844"/>
                  </a:lnTo>
                  <a:lnTo>
                    <a:pt x="30650" y="91573"/>
                  </a:lnTo>
                  <a:lnTo>
                    <a:pt x="30237" y="89987"/>
                  </a:lnTo>
                  <a:lnTo>
                    <a:pt x="27058" y="81935"/>
                  </a:lnTo>
                  <a:lnTo>
                    <a:pt x="26066" y="80134"/>
                  </a:lnTo>
                  <a:lnTo>
                    <a:pt x="25496" y="75950"/>
                  </a:lnTo>
                  <a:lnTo>
                    <a:pt x="26313" y="73601"/>
                  </a:lnTo>
                  <a:lnTo>
                    <a:pt x="22490" y="60093"/>
                  </a:lnTo>
                  <a:lnTo>
                    <a:pt x="21541" y="58441"/>
                  </a:lnTo>
                  <a:lnTo>
                    <a:pt x="21127" y="56788"/>
                  </a:lnTo>
                  <a:lnTo>
                    <a:pt x="21078" y="54352"/>
                  </a:lnTo>
                  <a:lnTo>
                    <a:pt x="21011" y="45007"/>
                  </a:lnTo>
                  <a:lnTo>
                    <a:pt x="19995" y="30342"/>
                  </a:lnTo>
                  <a:lnTo>
                    <a:pt x="18655" y="13268"/>
                  </a:lnTo>
                  <a:lnTo>
                    <a:pt x="23146" y="8407"/>
                  </a:lnTo>
                  <a:lnTo>
                    <a:pt x="26554" y="4712"/>
                  </a:lnTo>
                  <a:lnTo>
                    <a:pt x="30904" y="0"/>
                  </a:lnTo>
                  <a:lnTo>
                    <a:pt x="34938" y="4827"/>
                  </a:lnTo>
                  <a:lnTo>
                    <a:pt x="40777" y="11818"/>
                  </a:lnTo>
                  <a:lnTo>
                    <a:pt x="46616" y="18808"/>
                  </a:lnTo>
                  <a:lnTo>
                    <a:pt x="52453" y="25799"/>
                  </a:lnTo>
                  <a:lnTo>
                    <a:pt x="58292" y="32789"/>
                  </a:lnTo>
                  <a:lnTo>
                    <a:pt x="64131" y="39780"/>
                  </a:lnTo>
                  <a:lnTo>
                    <a:pt x="69969" y="46770"/>
                  </a:lnTo>
                  <a:lnTo>
                    <a:pt x="75808" y="53761"/>
                  </a:lnTo>
                  <a:lnTo>
                    <a:pt x="81647" y="60751"/>
                  </a:lnTo>
                  <a:lnTo>
                    <a:pt x="87486" y="67743"/>
                  </a:lnTo>
                  <a:lnTo>
                    <a:pt x="93325" y="74732"/>
                  </a:lnTo>
                  <a:lnTo>
                    <a:pt x="99163" y="81724"/>
                  </a:lnTo>
                  <a:lnTo>
                    <a:pt x="105002" y="88714"/>
                  </a:lnTo>
                  <a:lnTo>
                    <a:pt x="110840" y="95705"/>
                  </a:lnTo>
                  <a:lnTo>
                    <a:pt x="116679" y="102695"/>
                  </a:lnTo>
                  <a:lnTo>
                    <a:pt x="122518" y="109686"/>
                  </a:lnTo>
                  <a:close/>
                </a:path>
              </a:pathLst>
            </a:custGeom>
            <a:solidFill>
              <a:srgbClr val="F2F7F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7" name="pg1406"/>
            <p:cNvSpPr/>
            <p:nvPr/>
          </p:nvSpPr>
          <p:spPr>
            <a:xfrm>
              <a:off x="3332627" y="3305614"/>
              <a:ext cx="22767" cy="148520"/>
            </a:xfrm>
            <a:custGeom>
              <a:avLst/>
              <a:pathLst>
                <a:path w="22767" h="148520">
                  <a:moveTo>
                    <a:pt x="12073" y="3615"/>
                  </a:moveTo>
                  <a:lnTo>
                    <a:pt x="11760" y="6792"/>
                  </a:lnTo>
                  <a:lnTo>
                    <a:pt x="11115" y="10727"/>
                  </a:lnTo>
                  <a:lnTo>
                    <a:pt x="10696" y="11978"/>
                  </a:lnTo>
                  <a:lnTo>
                    <a:pt x="10402" y="21539"/>
                  </a:lnTo>
                  <a:lnTo>
                    <a:pt x="10604" y="22340"/>
                  </a:lnTo>
                  <a:lnTo>
                    <a:pt x="10753" y="22577"/>
                  </a:lnTo>
                  <a:lnTo>
                    <a:pt x="12778" y="25813"/>
                  </a:lnTo>
                  <a:lnTo>
                    <a:pt x="15433" y="30058"/>
                  </a:lnTo>
                  <a:lnTo>
                    <a:pt x="17309" y="33055"/>
                  </a:lnTo>
                  <a:lnTo>
                    <a:pt x="17464" y="34060"/>
                  </a:lnTo>
                  <a:lnTo>
                    <a:pt x="17492" y="40347"/>
                  </a:lnTo>
                  <a:lnTo>
                    <a:pt x="17516" y="45744"/>
                  </a:lnTo>
                  <a:lnTo>
                    <a:pt x="17904" y="48833"/>
                  </a:lnTo>
                  <a:lnTo>
                    <a:pt x="17987" y="51827"/>
                  </a:lnTo>
                  <a:lnTo>
                    <a:pt x="18457" y="54092"/>
                  </a:lnTo>
                  <a:lnTo>
                    <a:pt x="20188" y="58458"/>
                  </a:lnTo>
                  <a:lnTo>
                    <a:pt x="20601" y="61035"/>
                  </a:lnTo>
                  <a:lnTo>
                    <a:pt x="20645" y="69281"/>
                  </a:lnTo>
                  <a:lnTo>
                    <a:pt x="20679" y="75537"/>
                  </a:lnTo>
                  <a:lnTo>
                    <a:pt x="20898" y="84056"/>
                  </a:lnTo>
                  <a:lnTo>
                    <a:pt x="20898" y="91170"/>
                  </a:lnTo>
                  <a:lnTo>
                    <a:pt x="20898" y="100163"/>
                  </a:lnTo>
                  <a:lnTo>
                    <a:pt x="20899" y="110703"/>
                  </a:lnTo>
                  <a:lnTo>
                    <a:pt x="20899" y="121692"/>
                  </a:lnTo>
                  <a:lnTo>
                    <a:pt x="19757" y="121836"/>
                  </a:lnTo>
                  <a:lnTo>
                    <a:pt x="20379" y="125247"/>
                  </a:lnTo>
                  <a:lnTo>
                    <a:pt x="20486" y="128342"/>
                  </a:lnTo>
                  <a:lnTo>
                    <a:pt x="20634" y="129352"/>
                  </a:lnTo>
                  <a:lnTo>
                    <a:pt x="20324" y="130849"/>
                  </a:lnTo>
                  <a:lnTo>
                    <a:pt x="20580" y="133130"/>
                  </a:lnTo>
                  <a:lnTo>
                    <a:pt x="21077" y="133977"/>
                  </a:lnTo>
                  <a:lnTo>
                    <a:pt x="22343" y="138565"/>
                  </a:lnTo>
                  <a:lnTo>
                    <a:pt x="22767" y="142455"/>
                  </a:lnTo>
                  <a:lnTo>
                    <a:pt x="20731" y="143750"/>
                  </a:lnTo>
                  <a:lnTo>
                    <a:pt x="20874" y="144755"/>
                  </a:lnTo>
                  <a:lnTo>
                    <a:pt x="17072" y="146821"/>
                  </a:lnTo>
                  <a:lnTo>
                    <a:pt x="15567" y="148520"/>
                  </a:lnTo>
                  <a:lnTo>
                    <a:pt x="15541" y="146876"/>
                  </a:lnTo>
                  <a:lnTo>
                    <a:pt x="14988" y="146580"/>
                  </a:lnTo>
                  <a:lnTo>
                    <a:pt x="14315" y="146026"/>
                  </a:lnTo>
                  <a:lnTo>
                    <a:pt x="13894" y="145174"/>
                  </a:lnTo>
                  <a:lnTo>
                    <a:pt x="13312" y="143226"/>
                  </a:lnTo>
                  <a:lnTo>
                    <a:pt x="13103" y="141696"/>
                  </a:lnTo>
                  <a:lnTo>
                    <a:pt x="12216" y="141453"/>
                  </a:lnTo>
                  <a:lnTo>
                    <a:pt x="11122" y="139744"/>
                  </a:lnTo>
                  <a:lnTo>
                    <a:pt x="10080" y="137788"/>
                  </a:lnTo>
                  <a:lnTo>
                    <a:pt x="9718" y="135833"/>
                  </a:lnTo>
                  <a:lnTo>
                    <a:pt x="9818" y="134930"/>
                  </a:lnTo>
                  <a:lnTo>
                    <a:pt x="9657" y="134000"/>
                  </a:lnTo>
                  <a:lnTo>
                    <a:pt x="9298" y="133653"/>
                  </a:lnTo>
                  <a:lnTo>
                    <a:pt x="8359" y="129230"/>
                  </a:lnTo>
                  <a:lnTo>
                    <a:pt x="7778" y="127448"/>
                  </a:lnTo>
                  <a:lnTo>
                    <a:pt x="7504" y="126017"/>
                  </a:lnTo>
                  <a:lnTo>
                    <a:pt x="7599" y="124912"/>
                  </a:lnTo>
                  <a:lnTo>
                    <a:pt x="7473" y="123419"/>
                  </a:lnTo>
                  <a:lnTo>
                    <a:pt x="7656" y="122212"/>
                  </a:lnTo>
                  <a:lnTo>
                    <a:pt x="8161" y="121491"/>
                  </a:lnTo>
                  <a:lnTo>
                    <a:pt x="8319" y="120608"/>
                  </a:lnTo>
                  <a:lnTo>
                    <a:pt x="8365" y="118757"/>
                  </a:lnTo>
                  <a:lnTo>
                    <a:pt x="8649" y="114918"/>
                  </a:lnTo>
                  <a:lnTo>
                    <a:pt x="8835" y="111162"/>
                  </a:lnTo>
                  <a:lnTo>
                    <a:pt x="8301" y="110123"/>
                  </a:lnTo>
                  <a:lnTo>
                    <a:pt x="7647" y="109830"/>
                  </a:lnTo>
                  <a:lnTo>
                    <a:pt x="7309" y="108755"/>
                  </a:lnTo>
                  <a:lnTo>
                    <a:pt x="7179" y="106982"/>
                  </a:lnTo>
                  <a:lnTo>
                    <a:pt x="7192" y="105453"/>
                  </a:lnTo>
                  <a:lnTo>
                    <a:pt x="8474" y="100094"/>
                  </a:lnTo>
                  <a:lnTo>
                    <a:pt x="8211" y="87755"/>
                  </a:lnTo>
                  <a:lnTo>
                    <a:pt x="8401" y="85871"/>
                  </a:lnTo>
                  <a:lnTo>
                    <a:pt x="8985" y="84574"/>
                  </a:lnTo>
                  <a:lnTo>
                    <a:pt x="9484" y="83073"/>
                  </a:lnTo>
                  <a:lnTo>
                    <a:pt x="9463" y="81577"/>
                  </a:lnTo>
                  <a:lnTo>
                    <a:pt x="8609" y="77890"/>
                  </a:lnTo>
                  <a:lnTo>
                    <a:pt x="6989" y="75064"/>
                  </a:lnTo>
                  <a:lnTo>
                    <a:pt x="6160" y="72776"/>
                  </a:lnTo>
                  <a:lnTo>
                    <a:pt x="5713" y="70728"/>
                  </a:lnTo>
                  <a:lnTo>
                    <a:pt x="5639" y="69627"/>
                  </a:lnTo>
                  <a:lnTo>
                    <a:pt x="6621" y="68017"/>
                  </a:lnTo>
                  <a:lnTo>
                    <a:pt x="7055" y="66903"/>
                  </a:lnTo>
                  <a:lnTo>
                    <a:pt x="7110" y="65619"/>
                  </a:lnTo>
                  <a:lnTo>
                    <a:pt x="6709" y="63276"/>
                  </a:lnTo>
                  <a:lnTo>
                    <a:pt x="6779" y="59106"/>
                  </a:lnTo>
                  <a:lnTo>
                    <a:pt x="7158" y="55977"/>
                  </a:lnTo>
                  <a:lnTo>
                    <a:pt x="7546" y="51927"/>
                  </a:lnTo>
                  <a:lnTo>
                    <a:pt x="7505" y="50739"/>
                  </a:lnTo>
                  <a:lnTo>
                    <a:pt x="6553" y="48323"/>
                  </a:lnTo>
                  <a:lnTo>
                    <a:pt x="6038" y="47992"/>
                  </a:lnTo>
                  <a:lnTo>
                    <a:pt x="5620" y="48167"/>
                  </a:lnTo>
                  <a:lnTo>
                    <a:pt x="4625" y="49754"/>
                  </a:lnTo>
                  <a:lnTo>
                    <a:pt x="4267" y="49926"/>
                  </a:lnTo>
                  <a:lnTo>
                    <a:pt x="4042" y="49457"/>
                  </a:lnTo>
                  <a:lnTo>
                    <a:pt x="3943" y="48817"/>
                  </a:lnTo>
                  <a:lnTo>
                    <a:pt x="4291" y="47870"/>
                  </a:lnTo>
                  <a:lnTo>
                    <a:pt x="4164" y="46686"/>
                  </a:lnTo>
                  <a:lnTo>
                    <a:pt x="4456" y="45653"/>
                  </a:lnTo>
                  <a:lnTo>
                    <a:pt x="5088" y="45182"/>
                  </a:lnTo>
                  <a:lnTo>
                    <a:pt x="5274" y="44662"/>
                  </a:lnTo>
                  <a:lnTo>
                    <a:pt x="4423" y="44166"/>
                  </a:lnTo>
                  <a:lnTo>
                    <a:pt x="4323" y="43463"/>
                  </a:lnTo>
                  <a:lnTo>
                    <a:pt x="4383" y="42778"/>
                  </a:lnTo>
                  <a:lnTo>
                    <a:pt x="4629" y="42648"/>
                  </a:lnTo>
                  <a:lnTo>
                    <a:pt x="4898" y="42687"/>
                  </a:lnTo>
                  <a:lnTo>
                    <a:pt x="5046" y="42196"/>
                  </a:lnTo>
                  <a:lnTo>
                    <a:pt x="5176" y="38758"/>
                  </a:lnTo>
                  <a:lnTo>
                    <a:pt x="5280" y="37558"/>
                  </a:lnTo>
                  <a:lnTo>
                    <a:pt x="5387" y="35184"/>
                  </a:lnTo>
                  <a:lnTo>
                    <a:pt x="5519" y="25978"/>
                  </a:lnTo>
                  <a:lnTo>
                    <a:pt x="5713" y="25030"/>
                  </a:lnTo>
                  <a:lnTo>
                    <a:pt x="5740" y="24341"/>
                  </a:lnTo>
                  <a:lnTo>
                    <a:pt x="5143" y="23896"/>
                  </a:lnTo>
                  <a:lnTo>
                    <a:pt x="3731" y="21425"/>
                  </a:lnTo>
                  <a:lnTo>
                    <a:pt x="2905" y="19527"/>
                  </a:lnTo>
                  <a:lnTo>
                    <a:pt x="2186" y="17582"/>
                  </a:lnTo>
                  <a:lnTo>
                    <a:pt x="1579" y="16303"/>
                  </a:lnTo>
                  <a:lnTo>
                    <a:pt x="1099" y="15503"/>
                  </a:lnTo>
                  <a:lnTo>
                    <a:pt x="395" y="14331"/>
                  </a:lnTo>
                  <a:lnTo>
                    <a:pt x="47" y="13077"/>
                  </a:lnTo>
                  <a:lnTo>
                    <a:pt x="0" y="11822"/>
                  </a:lnTo>
                  <a:lnTo>
                    <a:pt x="360" y="9309"/>
                  </a:lnTo>
                  <a:lnTo>
                    <a:pt x="930" y="6626"/>
                  </a:lnTo>
                  <a:lnTo>
                    <a:pt x="1099" y="4346"/>
                  </a:lnTo>
                  <a:lnTo>
                    <a:pt x="1213" y="2796"/>
                  </a:lnTo>
                  <a:lnTo>
                    <a:pt x="1099" y="2116"/>
                  </a:lnTo>
                  <a:lnTo>
                    <a:pt x="1041" y="1774"/>
                  </a:lnTo>
                  <a:lnTo>
                    <a:pt x="263" y="0"/>
                  </a:lnTo>
                  <a:lnTo>
                    <a:pt x="1099" y="409"/>
                  </a:lnTo>
                  <a:lnTo>
                    <a:pt x="3040" y="1359"/>
                  </a:lnTo>
                  <a:lnTo>
                    <a:pt x="6999" y="3653"/>
                  </a:lnTo>
                  <a:lnTo>
                    <a:pt x="7079" y="4061"/>
                  </a:lnTo>
                  <a:lnTo>
                    <a:pt x="7103" y="4746"/>
                  </a:lnTo>
                  <a:lnTo>
                    <a:pt x="7791" y="4733"/>
                  </a:lnTo>
                  <a:lnTo>
                    <a:pt x="8935" y="3917"/>
                  </a:lnTo>
                  <a:close/>
                </a:path>
              </a:pathLst>
            </a:custGeom>
            <a:solidFill>
              <a:srgbClr val="FFEEE8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8" name="pg1407"/>
            <p:cNvSpPr/>
            <p:nvPr/>
          </p:nvSpPr>
          <p:spPr>
            <a:xfrm>
              <a:off x="4547654" y="3435674"/>
              <a:ext cx="1154" cy="5850"/>
            </a:xfrm>
            <a:custGeom>
              <a:avLst/>
              <a:pathLst>
                <a:path w="1154" h="5850">
                  <a:moveTo>
                    <a:pt x="687" y="5678"/>
                  </a:moveTo>
                  <a:lnTo>
                    <a:pt x="455" y="5850"/>
                  </a:lnTo>
                  <a:lnTo>
                    <a:pt x="0" y="3465"/>
                  </a:lnTo>
                  <a:lnTo>
                    <a:pt x="577" y="0"/>
                  </a:lnTo>
                  <a:lnTo>
                    <a:pt x="1154" y="4241"/>
                  </a:lnTo>
                  <a:close/>
                </a:path>
              </a:pathLst>
            </a:custGeom>
            <a:solidFill>
              <a:srgbClr val="D4E6C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9" name="pg1408"/>
            <p:cNvSpPr/>
            <p:nvPr/>
          </p:nvSpPr>
          <p:spPr>
            <a:xfrm>
              <a:off x="4540720" y="3408418"/>
              <a:ext cx="812" cy="4882"/>
            </a:xfrm>
            <a:custGeom>
              <a:avLst/>
              <a:pathLst>
                <a:path w="812" h="4882">
                  <a:moveTo>
                    <a:pt x="496" y="1320"/>
                  </a:moveTo>
                  <a:lnTo>
                    <a:pt x="812" y="4882"/>
                  </a:lnTo>
                  <a:lnTo>
                    <a:pt x="367" y="4155"/>
                  </a:lnTo>
                  <a:lnTo>
                    <a:pt x="0" y="2601"/>
                  </a:lnTo>
                  <a:lnTo>
                    <a:pt x="4" y="318"/>
                  </a:lnTo>
                  <a:lnTo>
                    <a:pt x="90" y="0"/>
                  </a:lnTo>
                  <a:close/>
                </a:path>
              </a:pathLst>
            </a:custGeom>
            <a:solidFill>
              <a:srgbClr val="D4E6C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0" name="pg1409"/>
            <p:cNvSpPr/>
            <p:nvPr/>
          </p:nvSpPr>
          <p:spPr>
            <a:xfrm>
              <a:off x="4534525" y="3394470"/>
              <a:ext cx="912" cy="5658"/>
            </a:xfrm>
            <a:custGeom>
              <a:avLst/>
              <a:pathLst>
                <a:path w="912" h="5658">
                  <a:moveTo>
                    <a:pt x="762" y="5159"/>
                  </a:moveTo>
                  <a:lnTo>
                    <a:pt x="616" y="5658"/>
                  </a:lnTo>
                  <a:lnTo>
                    <a:pt x="0" y="0"/>
                  </a:lnTo>
                  <a:lnTo>
                    <a:pt x="912" y="1513"/>
                  </a:lnTo>
                  <a:close/>
                </a:path>
              </a:pathLst>
            </a:custGeom>
            <a:solidFill>
              <a:srgbClr val="D4E6C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1" name="pg1410"/>
            <p:cNvSpPr/>
            <p:nvPr/>
          </p:nvSpPr>
          <p:spPr>
            <a:xfrm>
              <a:off x="4531270" y="3392763"/>
              <a:ext cx="2104" cy="11531"/>
            </a:xfrm>
            <a:custGeom>
              <a:avLst/>
              <a:pathLst>
                <a:path w="2104" h="11531">
                  <a:moveTo>
                    <a:pt x="1788" y="7808"/>
                  </a:moveTo>
                  <a:lnTo>
                    <a:pt x="1659" y="9984"/>
                  </a:lnTo>
                  <a:lnTo>
                    <a:pt x="1159" y="9954"/>
                  </a:lnTo>
                  <a:lnTo>
                    <a:pt x="649" y="11346"/>
                  </a:lnTo>
                  <a:lnTo>
                    <a:pt x="414" y="11531"/>
                  </a:lnTo>
                  <a:lnTo>
                    <a:pt x="0" y="7098"/>
                  </a:lnTo>
                  <a:lnTo>
                    <a:pt x="476" y="888"/>
                  </a:lnTo>
                  <a:lnTo>
                    <a:pt x="728" y="0"/>
                  </a:lnTo>
                  <a:lnTo>
                    <a:pt x="1080" y="1644"/>
                  </a:lnTo>
                  <a:lnTo>
                    <a:pt x="2104" y="2383"/>
                  </a:lnTo>
                  <a:lnTo>
                    <a:pt x="1663" y="5961"/>
                  </a:lnTo>
                  <a:close/>
                </a:path>
              </a:pathLst>
            </a:custGeom>
            <a:solidFill>
              <a:srgbClr val="D4E6C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2" name="pg1411"/>
            <p:cNvSpPr/>
            <p:nvPr/>
          </p:nvSpPr>
          <p:spPr>
            <a:xfrm>
              <a:off x="4531130" y="3364018"/>
              <a:ext cx="752" cy="2904"/>
            </a:xfrm>
            <a:custGeom>
              <a:avLst/>
              <a:pathLst>
                <a:path w="752" h="2904">
                  <a:moveTo>
                    <a:pt x="691" y="2589"/>
                  </a:moveTo>
                  <a:lnTo>
                    <a:pt x="0" y="2904"/>
                  </a:lnTo>
                  <a:lnTo>
                    <a:pt x="92" y="1291"/>
                  </a:lnTo>
                  <a:lnTo>
                    <a:pt x="278" y="272"/>
                  </a:lnTo>
                  <a:lnTo>
                    <a:pt x="614" y="0"/>
                  </a:lnTo>
                  <a:lnTo>
                    <a:pt x="752" y="1735"/>
                  </a:lnTo>
                  <a:close/>
                </a:path>
              </a:pathLst>
            </a:custGeom>
            <a:solidFill>
              <a:srgbClr val="D4E6C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3" name="pg1412"/>
            <p:cNvSpPr/>
            <p:nvPr/>
          </p:nvSpPr>
          <p:spPr>
            <a:xfrm>
              <a:off x="4551610" y="3350812"/>
              <a:ext cx="1755" cy="4858"/>
            </a:xfrm>
            <a:custGeom>
              <a:avLst/>
              <a:pathLst>
                <a:path w="1755" h="4858">
                  <a:moveTo>
                    <a:pt x="1699" y="0"/>
                  </a:moveTo>
                  <a:lnTo>
                    <a:pt x="1755" y="1672"/>
                  </a:lnTo>
                  <a:lnTo>
                    <a:pt x="1492" y="3682"/>
                  </a:lnTo>
                  <a:lnTo>
                    <a:pt x="379" y="4858"/>
                  </a:lnTo>
                  <a:lnTo>
                    <a:pt x="0" y="3249"/>
                  </a:lnTo>
                  <a:lnTo>
                    <a:pt x="101" y="770"/>
                  </a:lnTo>
                  <a:lnTo>
                    <a:pt x="272" y="148"/>
                  </a:lnTo>
                  <a:lnTo>
                    <a:pt x="1361" y="271"/>
                  </a:lnTo>
                  <a:close/>
                </a:path>
              </a:pathLst>
            </a:custGeom>
            <a:solidFill>
              <a:srgbClr val="D4E6C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4" name="pg1413"/>
            <p:cNvSpPr/>
            <p:nvPr/>
          </p:nvSpPr>
          <p:spPr>
            <a:xfrm>
              <a:off x="4552245" y="3344680"/>
              <a:ext cx="1105" cy="3356"/>
            </a:xfrm>
            <a:custGeom>
              <a:avLst/>
              <a:pathLst>
                <a:path w="1105" h="3356">
                  <a:moveTo>
                    <a:pt x="1105" y="2862"/>
                  </a:moveTo>
                  <a:lnTo>
                    <a:pt x="987" y="3356"/>
                  </a:lnTo>
                  <a:lnTo>
                    <a:pt x="515" y="2418"/>
                  </a:lnTo>
                  <a:lnTo>
                    <a:pt x="178" y="1357"/>
                  </a:lnTo>
                  <a:lnTo>
                    <a:pt x="0" y="0"/>
                  </a:lnTo>
                  <a:lnTo>
                    <a:pt x="731" y="56"/>
                  </a:lnTo>
                  <a:lnTo>
                    <a:pt x="1092" y="1312"/>
                  </a:lnTo>
                  <a:close/>
                </a:path>
              </a:pathLst>
            </a:custGeom>
            <a:solidFill>
              <a:srgbClr val="D4E6C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5" name="pg1414"/>
            <p:cNvSpPr/>
            <p:nvPr/>
          </p:nvSpPr>
          <p:spPr>
            <a:xfrm>
              <a:off x="4583316" y="3288591"/>
              <a:ext cx="897" cy="3532"/>
            </a:xfrm>
            <a:custGeom>
              <a:avLst/>
              <a:pathLst>
                <a:path w="897" h="3532">
                  <a:moveTo>
                    <a:pt x="897" y="448"/>
                  </a:moveTo>
                  <a:lnTo>
                    <a:pt x="696" y="3532"/>
                  </a:lnTo>
                  <a:lnTo>
                    <a:pt x="0" y="2268"/>
                  </a:lnTo>
                  <a:lnTo>
                    <a:pt x="166" y="706"/>
                  </a:lnTo>
                  <a:lnTo>
                    <a:pt x="440" y="0"/>
                  </a:lnTo>
                  <a:close/>
                </a:path>
              </a:pathLst>
            </a:custGeom>
            <a:solidFill>
              <a:srgbClr val="D4E6C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6" name="pg1415"/>
            <p:cNvSpPr/>
            <p:nvPr/>
          </p:nvSpPr>
          <p:spPr>
            <a:xfrm>
              <a:off x="4580153" y="3274994"/>
              <a:ext cx="1909" cy="5528"/>
            </a:xfrm>
            <a:custGeom>
              <a:avLst/>
              <a:pathLst>
                <a:path w="1909" h="5528">
                  <a:moveTo>
                    <a:pt x="1869" y="4820"/>
                  </a:moveTo>
                  <a:lnTo>
                    <a:pt x="1909" y="5528"/>
                  </a:lnTo>
                  <a:lnTo>
                    <a:pt x="1277" y="4990"/>
                  </a:lnTo>
                  <a:lnTo>
                    <a:pt x="1055" y="5243"/>
                  </a:lnTo>
                  <a:lnTo>
                    <a:pt x="348" y="5054"/>
                  </a:lnTo>
                  <a:lnTo>
                    <a:pt x="0" y="960"/>
                  </a:lnTo>
                  <a:lnTo>
                    <a:pt x="49" y="0"/>
                  </a:lnTo>
                  <a:lnTo>
                    <a:pt x="554" y="301"/>
                  </a:lnTo>
                  <a:lnTo>
                    <a:pt x="1277" y="2334"/>
                  </a:lnTo>
                  <a:lnTo>
                    <a:pt x="1646" y="3745"/>
                  </a:lnTo>
                  <a:close/>
                </a:path>
              </a:pathLst>
            </a:custGeom>
            <a:solidFill>
              <a:srgbClr val="D4E6C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7" name="pg1416"/>
            <p:cNvSpPr/>
            <p:nvPr/>
          </p:nvSpPr>
          <p:spPr>
            <a:xfrm>
              <a:off x="4520443" y="3030548"/>
              <a:ext cx="100752" cy="436960"/>
            </a:xfrm>
            <a:custGeom>
              <a:avLst/>
              <a:pathLst>
                <a:path w="100752" h="436960">
                  <a:moveTo>
                    <a:pt x="33496" y="3184"/>
                  </a:moveTo>
                  <a:lnTo>
                    <a:pt x="33405" y="4927"/>
                  </a:lnTo>
                  <a:lnTo>
                    <a:pt x="33707" y="5289"/>
                  </a:lnTo>
                  <a:lnTo>
                    <a:pt x="34126" y="4481"/>
                  </a:lnTo>
                  <a:lnTo>
                    <a:pt x="34662" y="2506"/>
                  </a:lnTo>
                  <a:lnTo>
                    <a:pt x="35246" y="1392"/>
                  </a:lnTo>
                  <a:lnTo>
                    <a:pt x="35879" y="1138"/>
                  </a:lnTo>
                  <a:lnTo>
                    <a:pt x="36552" y="2483"/>
                  </a:lnTo>
                  <a:lnTo>
                    <a:pt x="37263" y="5427"/>
                  </a:lnTo>
                  <a:lnTo>
                    <a:pt x="37995" y="7101"/>
                  </a:lnTo>
                  <a:lnTo>
                    <a:pt x="38336" y="7283"/>
                  </a:lnTo>
                  <a:lnTo>
                    <a:pt x="38584" y="8629"/>
                  </a:lnTo>
                  <a:lnTo>
                    <a:pt x="38623" y="9920"/>
                  </a:lnTo>
                  <a:lnTo>
                    <a:pt x="38275" y="12649"/>
                  </a:lnTo>
                  <a:lnTo>
                    <a:pt x="37686" y="15823"/>
                  </a:lnTo>
                  <a:lnTo>
                    <a:pt x="36850" y="19747"/>
                  </a:lnTo>
                  <a:lnTo>
                    <a:pt x="37124" y="23046"/>
                  </a:lnTo>
                  <a:lnTo>
                    <a:pt x="38263" y="25735"/>
                  </a:lnTo>
                  <a:lnTo>
                    <a:pt x="39627" y="27319"/>
                  </a:lnTo>
                  <a:lnTo>
                    <a:pt x="41071" y="26879"/>
                  </a:lnTo>
                  <a:lnTo>
                    <a:pt x="41837" y="26076"/>
                  </a:lnTo>
                  <a:lnTo>
                    <a:pt x="42463" y="24802"/>
                  </a:lnTo>
                  <a:lnTo>
                    <a:pt x="43046" y="24201"/>
                  </a:lnTo>
                  <a:lnTo>
                    <a:pt x="43783" y="24041"/>
                  </a:lnTo>
                  <a:lnTo>
                    <a:pt x="46076" y="24975"/>
                  </a:lnTo>
                  <a:lnTo>
                    <a:pt x="46774" y="25887"/>
                  </a:lnTo>
                  <a:lnTo>
                    <a:pt x="46882" y="27710"/>
                  </a:lnTo>
                  <a:lnTo>
                    <a:pt x="46599" y="32400"/>
                  </a:lnTo>
                  <a:lnTo>
                    <a:pt x="46952" y="35839"/>
                  </a:lnTo>
                  <a:lnTo>
                    <a:pt x="47602" y="39462"/>
                  </a:lnTo>
                  <a:lnTo>
                    <a:pt x="47681" y="42765"/>
                  </a:lnTo>
                  <a:lnTo>
                    <a:pt x="46879" y="48213"/>
                  </a:lnTo>
                  <a:lnTo>
                    <a:pt x="46209" y="53368"/>
                  </a:lnTo>
                  <a:lnTo>
                    <a:pt x="45487" y="55873"/>
                  </a:lnTo>
                  <a:lnTo>
                    <a:pt x="44928" y="57485"/>
                  </a:lnTo>
                  <a:lnTo>
                    <a:pt x="44764" y="58578"/>
                  </a:lnTo>
                  <a:lnTo>
                    <a:pt x="44808" y="59611"/>
                  </a:lnTo>
                  <a:lnTo>
                    <a:pt x="45322" y="61162"/>
                  </a:lnTo>
                  <a:lnTo>
                    <a:pt x="45867" y="63162"/>
                  </a:lnTo>
                  <a:lnTo>
                    <a:pt x="46004" y="65074"/>
                  </a:lnTo>
                  <a:lnTo>
                    <a:pt x="45946" y="67424"/>
                  </a:lnTo>
                  <a:lnTo>
                    <a:pt x="45572" y="70647"/>
                  </a:lnTo>
                  <a:lnTo>
                    <a:pt x="44179" y="77632"/>
                  </a:lnTo>
                  <a:lnTo>
                    <a:pt x="43076" y="83934"/>
                  </a:lnTo>
                  <a:lnTo>
                    <a:pt x="43653" y="85198"/>
                  </a:lnTo>
                  <a:lnTo>
                    <a:pt x="44748" y="86119"/>
                  </a:lnTo>
                  <a:lnTo>
                    <a:pt x="45473" y="87018"/>
                  </a:lnTo>
                  <a:lnTo>
                    <a:pt x="46232" y="86442"/>
                  </a:lnTo>
                  <a:lnTo>
                    <a:pt x="47844" y="82720"/>
                  </a:lnTo>
                  <a:lnTo>
                    <a:pt x="49233" y="79949"/>
                  </a:lnTo>
                  <a:lnTo>
                    <a:pt x="50956" y="77183"/>
                  </a:lnTo>
                  <a:lnTo>
                    <a:pt x="51061" y="76942"/>
                  </a:lnTo>
                  <a:lnTo>
                    <a:pt x="52570" y="74907"/>
                  </a:lnTo>
                  <a:lnTo>
                    <a:pt x="53260" y="73037"/>
                  </a:lnTo>
                  <a:lnTo>
                    <a:pt x="53634" y="70652"/>
                  </a:lnTo>
                  <a:lnTo>
                    <a:pt x="54168" y="69728"/>
                  </a:lnTo>
                  <a:lnTo>
                    <a:pt x="54861" y="70266"/>
                  </a:lnTo>
                  <a:lnTo>
                    <a:pt x="55738" y="69231"/>
                  </a:lnTo>
                  <a:lnTo>
                    <a:pt x="56800" y="66620"/>
                  </a:lnTo>
                  <a:lnTo>
                    <a:pt x="57615" y="65414"/>
                  </a:lnTo>
                  <a:lnTo>
                    <a:pt x="58185" y="65615"/>
                  </a:lnTo>
                  <a:lnTo>
                    <a:pt x="59202" y="67237"/>
                  </a:lnTo>
                  <a:lnTo>
                    <a:pt x="60667" y="70281"/>
                  </a:lnTo>
                  <a:lnTo>
                    <a:pt x="61970" y="72093"/>
                  </a:lnTo>
                  <a:lnTo>
                    <a:pt x="63112" y="72670"/>
                  </a:lnTo>
                  <a:lnTo>
                    <a:pt x="63669" y="73803"/>
                  </a:lnTo>
                  <a:lnTo>
                    <a:pt x="63643" y="75491"/>
                  </a:lnTo>
                  <a:lnTo>
                    <a:pt x="63896" y="76563"/>
                  </a:lnTo>
                  <a:lnTo>
                    <a:pt x="64430" y="77017"/>
                  </a:lnTo>
                  <a:lnTo>
                    <a:pt x="64667" y="76836"/>
                  </a:lnTo>
                  <a:lnTo>
                    <a:pt x="64607" y="76019"/>
                  </a:lnTo>
                  <a:lnTo>
                    <a:pt x="65124" y="74823"/>
                  </a:lnTo>
                  <a:lnTo>
                    <a:pt x="66219" y="73247"/>
                  </a:lnTo>
                  <a:lnTo>
                    <a:pt x="67330" y="72321"/>
                  </a:lnTo>
                  <a:lnTo>
                    <a:pt x="68461" y="72045"/>
                  </a:lnTo>
                  <a:lnTo>
                    <a:pt x="69192" y="70796"/>
                  </a:lnTo>
                  <a:lnTo>
                    <a:pt x="69677" y="67554"/>
                  </a:lnTo>
                  <a:lnTo>
                    <a:pt x="70376" y="65087"/>
                  </a:lnTo>
                  <a:lnTo>
                    <a:pt x="71000" y="63971"/>
                  </a:lnTo>
                  <a:lnTo>
                    <a:pt x="71773" y="63410"/>
                  </a:lnTo>
                  <a:lnTo>
                    <a:pt x="71973" y="62627"/>
                  </a:lnTo>
                  <a:lnTo>
                    <a:pt x="71599" y="61622"/>
                  </a:lnTo>
                  <a:lnTo>
                    <a:pt x="71634" y="60602"/>
                  </a:lnTo>
                  <a:lnTo>
                    <a:pt x="72079" y="59571"/>
                  </a:lnTo>
                  <a:lnTo>
                    <a:pt x="73038" y="59129"/>
                  </a:lnTo>
                  <a:lnTo>
                    <a:pt x="74513" y="59282"/>
                  </a:lnTo>
                  <a:lnTo>
                    <a:pt x="76240" y="60334"/>
                  </a:lnTo>
                  <a:lnTo>
                    <a:pt x="78221" y="62286"/>
                  </a:lnTo>
                  <a:lnTo>
                    <a:pt x="79520" y="62912"/>
                  </a:lnTo>
                  <a:lnTo>
                    <a:pt x="80139" y="62213"/>
                  </a:lnTo>
                  <a:lnTo>
                    <a:pt x="81347" y="65235"/>
                  </a:lnTo>
                  <a:lnTo>
                    <a:pt x="83144" y="71982"/>
                  </a:lnTo>
                  <a:lnTo>
                    <a:pt x="84685" y="77081"/>
                  </a:lnTo>
                  <a:lnTo>
                    <a:pt x="85971" y="80534"/>
                  </a:lnTo>
                  <a:lnTo>
                    <a:pt x="87325" y="83184"/>
                  </a:lnTo>
                  <a:lnTo>
                    <a:pt x="88746" y="85032"/>
                  </a:lnTo>
                  <a:lnTo>
                    <a:pt x="89767" y="87546"/>
                  </a:lnTo>
                  <a:lnTo>
                    <a:pt x="90698" y="92314"/>
                  </a:lnTo>
                  <a:lnTo>
                    <a:pt x="90003" y="98908"/>
                  </a:lnTo>
                  <a:lnTo>
                    <a:pt x="89815" y="104604"/>
                  </a:lnTo>
                  <a:lnTo>
                    <a:pt x="89900" y="111602"/>
                  </a:lnTo>
                  <a:lnTo>
                    <a:pt x="90738" y="116965"/>
                  </a:lnTo>
                  <a:lnTo>
                    <a:pt x="92330" y="120692"/>
                  </a:lnTo>
                  <a:lnTo>
                    <a:pt x="93254" y="123704"/>
                  </a:lnTo>
                  <a:lnTo>
                    <a:pt x="93515" y="126001"/>
                  </a:lnTo>
                  <a:lnTo>
                    <a:pt x="94753" y="127972"/>
                  </a:lnTo>
                  <a:lnTo>
                    <a:pt x="96970" y="129617"/>
                  </a:lnTo>
                  <a:lnTo>
                    <a:pt x="97891" y="131107"/>
                  </a:lnTo>
                  <a:lnTo>
                    <a:pt x="97517" y="132445"/>
                  </a:lnTo>
                  <a:lnTo>
                    <a:pt x="97489" y="133996"/>
                  </a:lnTo>
                  <a:lnTo>
                    <a:pt x="97802" y="135763"/>
                  </a:lnTo>
                  <a:lnTo>
                    <a:pt x="98571" y="137225"/>
                  </a:lnTo>
                  <a:lnTo>
                    <a:pt x="99794" y="138382"/>
                  </a:lnTo>
                  <a:lnTo>
                    <a:pt x="100521" y="139603"/>
                  </a:lnTo>
                  <a:lnTo>
                    <a:pt x="100752" y="140886"/>
                  </a:lnTo>
                  <a:lnTo>
                    <a:pt x="100726" y="142972"/>
                  </a:lnTo>
                  <a:lnTo>
                    <a:pt x="100443" y="145858"/>
                  </a:lnTo>
                  <a:lnTo>
                    <a:pt x="99932" y="148075"/>
                  </a:lnTo>
                  <a:lnTo>
                    <a:pt x="99194" y="149622"/>
                  </a:lnTo>
                  <a:lnTo>
                    <a:pt x="99105" y="150841"/>
                  </a:lnTo>
                  <a:lnTo>
                    <a:pt x="98917" y="152704"/>
                  </a:lnTo>
                  <a:lnTo>
                    <a:pt x="98917" y="156516"/>
                  </a:lnTo>
                  <a:lnTo>
                    <a:pt x="99441" y="159056"/>
                  </a:lnTo>
                  <a:lnTo>
                    <a:pt x="99603" y="162281"/>
                  </a:lnTo>
                  <a:lnTo>
                    <a:pt x="99315" y="164916"/>
                  </a:lnTo>
                  <a:lnTo>
                    <a:pt x="99036" y="170296"/>
                  </a:lnTo>
                  <a:lnTo>
                    <a:pt x="99002" y="172381"/>
                  </a:lnTo>
                  <a:lnTo>
                    <a:pt x="98736" y="174170"/>
                  </a:lnTo>
                  <a:lnTo>
                    <a:pt x="98091" y="175899"/>
                  </a:lnTo>
                  <a:lnTo>
                    <a:pt x="97110" y="177522"/>
                  </a:lnTo>
                  <a:lnTo>
                    <a:pt x="95910" y="178965"/>
                  </a:lnTo>
                  <a:lnTo>
                    <a:pt x="95174" y="179604"/>
                  </a:lnTo>
                  <a:lnTo>
                    <a:pt x="95002" y="179904"/>
                  </a:lnTo>
                  <a:lnTo>
                    <a:pt x="94475" y="181533"/>
                  </a:lnTo>
                  <a:lnTo>
                    <a:pt x="93843" y="183114"/>
                  </a:lnTo>
                  <a:lnTo>
                    <a:pt x="93351" y="183116"/>
                  </a:lnTo>
                  <a:lnTo>
                    <a:pt x="92982" y="182316"/>
                  </a:lnTo>
                  <a:lnTo>
                    <a:pt x="92726" y="181282"/>
                  </a:lnTo>
                  <a:lnTo>
                    <a:pt x="92571" y="179017"/>
                  </a:lnTo>
                  <a:lnTo>
                    <a:pt x="91463" y="177897"/>
                  </a:lnTo>
                  <a:lnTo>
                    <a:pt x="90247" y="177193"/>
                  </a:lnTo>
                  <a:lnTo>
                    <a:pt x="87770" y="178310"/>
                  </a:lnTo>
                  <a:lnTo>
                    <a:pt x="85769" y="178914"/>
                  </a:lnTo>
                  <a:lnTo>
                    <a:pt x="83528" y="178148"/>
                  </a:lnTo>
                  <a:lnTo>
                    <a:pt x="81415" y="179116"/>
                  </a:lnTo>
                  <a:lnTo>
                    <a:pt x="80532" y="179259"/>
                  </a:lnTo>
                  <a:lnTo>
                    <a:pt x="79517" y="179115"/>
                  </a:lnTo>
                  <a:lnTo>
                    <a:pt x="78539" y="179133"/>
                  </a:lnTo>
                  <a:lnTo>
                    <a:pt x="77607" y="178778"/>
                  </a:lnTo>
                  <a:lnTo>
                    <a:pt x="75883" y="177392"/>
                  </a:lnTo>
                  <a:lnTo>
                    <a:pt x="75225" y="177500"/>
                  </a:lnTo>
                  <a:lnTo>
                    <a:pt x="73836" y="178647"/>
                  </a:lnTo>
                  <a:lnTo>
                    <a:pt x="72386" y="179454"/>
                  </a:lnTo>
                  <a:lnTo>
                    <a:pt x="70996" y="180006"/>
                  </a:lnTo>
                  <a:lnTo>
                    <a:pt x="68944" y="182373"/>
                  </a:lnTo>
                  <a:lnTo>
                    <a:pt x="67460" y="185795"/>
                  </a:lnTo>
                  <a:lnTo>
                    <a:pt x="67021" y="188213"/>
                  </a:lnTo>
                  <a:lnTo>
                    <a:pt x="66284" y="190649"/>
                  </a:lnTo>
                  <a:lnTo>
                    <a:pt x="65262" y="194507"/>
                  </a:lnTo>
                  <a:lnTo>
                    <a:pt x="63940" y="198199"/>
                  </a:lnTo>
                  <a:lnTo>
                    <a:pt x="63017" y="199883"/>
                  </a:lnTo>
                  <a:lnTo>
                    <a:pt x="63271" y="200875"/>
                  </a:lnTo>
                  <a:lnTo>
                    <a:pt x="63043" y="202077"/>
                  </a:lnTo>
                  <a:lnTo>
                    <a:pt x="61601" y="202612"/>
                  </a:lnTo>
                  <a:lnTo>
                    <a:pt x="60477" y="202827"/>
                  </a:lnTo>
                  <a:lnTo>
                    <a:pt x="60275" y="203428"/>
                  </a:lnTo>
                  <a:lnTo>
                    <a:pt x="60410" y="210867"/>
                  </a:lnTo>
                  <a:lnTo>
                    <a:pt x="60802" y="213682"/>
                  </a:lnTo>
                  <a:lnTo>
                    <a:pt x="61529" y="217080"/>
                  </a:lnTo>
                  <a:lnTo>
                    <a:pt x="62006" y="218939"/>
                  </a:lnTo>
                  <a:lnTo>
                    <a:pt x="62359" y="224457"/>
                  </a:lnTo>
                  <a:lnTo>
                    <a:pt x="62467" y="229136"/>
                  </a:lnTo>
                  <a:lnTo>
                    <a:pt x="64053" y="232092"/>
                  </a:lnTo>
                  <a:lnTo>
                    <a:pt x="64950" y="234350"/>
                  </a:lnTo>
                  <a:lnTo>
                    <a:pt x="65588" y="236337"/>
                  </a:lnTo>
                  <a:lnTo>
                    <a:pt x="65365" y="237604"/>
                  </a:lnTo>
                  <a:lnTo>
                    <a:pt x="64986" y="241378"/>
                  </a:lnTo>
                  <a:lnTo>
                    <a:pt x="65356" y="246280"/>
                  </a:lnTo>
                  <a:lnTo>
                    <a:pt x="67567" y="256850"/>
                  </a:lnTo>
                  <a:lnTo>
                    <a:pt x="67760" y="257600"/>
                  </a:lnTo>
                  <a:lnTo>
                    <a:pt x="67497" y="257684"/>
                  </a:lnTo>
                  <a:lnTo>
                    <a:pt x="67148" y="255648"/>
                  </a:lnTo>
                  <a:lnTo>
                    <a:pt x="66026" y="252224"/>
                  </a:lnTo>
                  <a:lnTo>
                    <a:pt x="65677" y="248565"/>
                  </a:lnTo>
                  <a:lnTo>
                    <a:pt x="64360" y="244535"/>
                  </a:lnTo>
                  <a:lnTo>
                    <a:pt x="63619" y="242934"/>
                  </a:lnTo>
                  <a:lnTo>
                    <a:pt x="63384" y="244270"/>
                  </a:lnTo>
                  <a:lnTo>
                    <a:pt x="62962" y="245705"/>
                  </a:lnTo>
                  <a:lnTo>
                    <a:pt x="61669" y="243636"/>
                  </a:lnTo>
                  <a:lnTo>
                    <a:pt x="60561" y="241469"/>
                  </a:lnTo>
                  <a:lnTo>
                    <a:pt x="59536" y="237281"/>
                  </a:lnTo>
                  <a:lnTo>
                    <a:pt x="59406" y="238253"/>
                  </a:lnTo>
                  <a:lnTo>
                    <a:pt x="59177" y="239133"/>
                  </a:lnTo>
                  <a:lnTo>
                    <a:pt x="58014" y="235842"/>
                  </a:lnTo>
                  <a:lnTo>
                    <a:pt x="56797" y="233216"/>
                  </a:lnTo>
                  <a:lnTo>
                    <a:pt x="55702" y="232277"/>
                  </a:lnTo>
                  <a:lnTo>
                    <a:pt x="55026" y="231403"/>
                  </a:lnTo>
                  <a:lnTo>
                    <a:pt x="54377" y="230010"/>
                  </a:lnTo>
                  <a:lnTo>
                    <a:pt x="53010" y="228563"/>
                  </a:lnTo>
                  <a:lnTo>
                    <a:pt x="49614" y="230644"/>
                  </a:lnTo>
                  <a:lnTo>
                    <a:pt x="45291" y="229028"/>
                  </a:lnTo>
                  <a:lnTo>
                    <a:pt x="43627" y="230576"/>
                  </a:lnTo>
                  <a:lnTo>
                    <a:pt x="42945" y="229613"/>
                  </a:lnTo>
                  <a:lnTo>
                    <a:pt x="42525" y="227820"/>
                  </a:lnTo>
                  <a:lnTo>
                    <a:pt x="42928" y="224757"/>
                  </a:lnTo>
                  <a:lnTo>
                    <a:pt x="43020" y="218352"/>
                  </a:lnTo>
                  <a:lnTo>
                    <a:pt x="43534" y="213851"/>
                  </a:lnTo>
                  <a:lnTo>
                    <a:pt x="43293" y="210430"/>
                  </a:lnTo>
                  <a:lnTo>
                    <a:pt x="43545" y="208818"/>
                  </a:lnTo>
                  <a:lnTo>
                    <a:pt x="43737" y="206619"/>
                  </a:lnTo>
                  <a:lnTo>
                    <a:pt x="43052" y="205720"/>
                  </a:lnTo>
                  <a:lnTo>
                    <a:pt x="39999" y="203980"/>
                  </a:lnTo>
                  <a:lnTo>
                    <a:pt x="39352" y="202595"/>
                  </a:lnTo>
                  <a:lnTo>
                    <a:pt x="38542" y="204182"/>
                  </a:lnTo>
                  <a:lnTo>
                    <a:pt x="34876" y="205068"/>
                  </a:lnTo>
                  <a:lnTo>
                    <a:pt x="33495" y="206396"/>
                  </a:lnTo>
                  <a:lnTo>
                    <a:pt x="32217" y="208948"/>
                  </a:lnTo>
                  <a:lnTo>
                    <a:pt x="31889" y="212190"/>
                  </a:lnTo>
                  <a:lnTo>
                    <a:pt x="32627" y="214324"/>
                  </a:lnTo>
                  <a:lnTo>
                    <a:pt x="33100" y="218035"/>
                  </a:lnTo>
                  <a:lnTo>
                    <a:pt x="31785" y="226136"/>
                  </a:lnTo>
                  <a:lnTo>
                    <a:pt x="31565" y="228543"/>
                  </a:lnTo>
                  <a:lnTo>
                    <a:pt x="32073" y="238451"/>
                  </a:lnTo>
                  <a:lnTo>
                    <a:pt x="31871" y="243886"/>
                  </a:lnTo>
                  <a:lnTo>
                    <a:pt x="31154" y="247530"/>
                  </a:lnTo>
                  <a:lnTo>
                    <a:pt x="30019" y="250806"/>
                  </a:lnTo>
                  <a:lnTo>
                    <a:pt x="29551" y="256356"/>
                  </a:lnTo>
                  <a:lnTo>
                    <a:pt x="28658" y="258927"/>
                  </a:lnTo>
                  <a:lnTo>
                    <a:pt x="27462" y="264804"/>
                  </a:lnTo>
                  <a:lnTo>
                    <a:pt x="26658" y="272123"/>
                  </a:lnTo>
                  <a:lnTo>
                    <a:pt x="26085" y="275510"/>
                  </a:lnTo>
                  <a:lnTo>
                    <a:pt x="25751" y="281746"/>
                  </a:lnTo>
                  <a:lnTo>
                    <a:pt x="23287" y="291213"/>
                  </a:lnTo>
                  <a:lnTo>
                    <a:pt x="22709" y="296562"/>
                  </a:lnTo>
                  <a:lnTo>
                    <a:pt x="21828" y="298580"/>
                  </a:lnTo>
                  <a:lnTo>
                    <a:pt x="22136" y="300175"/>
                  </a:lnTo>
                  <a:lnTo>
                    <a:pt x="22189" y="302847"/>
                  </a:lnTo>
                  <a:lnTo>
                    <a:pt x="21881" y="309976"/>
                  </a:lnTo>
                  <a:lnTo>
                    <a:pt x="21776" y="315890"/>
                  </a:lnTo>
                  <a:lnTo>
                    <a:pt x="22148" y="319048"/>
                  </a:lnTo>
                  <a:lnTo>
                    <a:pt x="23330" y="325329"/>
                  </a:lnTo>
                  <a:lnTo>
                    <a:pt x="23047" y="327150"/>
                  </a:lnTo>
                  <a:lnTo>
                    <a:pt x="22911" y="329743"/>
                  </a:lnTo>
                  <a:lnTo>
                    <a:pt x="23905" y="330919"/>
                  </a:lnTo>
                  <a:lnTo>
                    <a:pt x="24617" y="331265"/>
                  </a:lnTo>
                  <a:lnTo>
                    <a:pt x="28638" y="328295"/>
                  </a:lnTo>
                  <a:lnTo>
                    <a:pt x="30000" y="329059"/>
                  </a:lnTo>
                  <a:lnTo>
                    <a:pt x="30512" y="331829"/>
                  </a:lnTo>
                  <a:lnTo>
                    <a:pt x="30842" y="334244"/>
                  </a:lnTo>
                  <a:lnTo>
                    <a:pt x="31524" y="347295"/>
                  </a:lnTo>
                  <a:lnTo>
                    <a:pt x="31877" y="349719"/>
                  </a:lnTo>
                  <a:lnTo>
                    <a:pt x="32690" y="352026"/>
                  </a:lnTo>
                  <a:lnTo>
                    <a:pt x="33580" y="354480"/>
                  </a:lnTo>
                  <a:lnTo>
                    <a:pt x="33882" y="354040"/>
                  </a:lnTo>
                  <a:lnTo>
                    <a:pt x="33940" y="353129"/>
                  </a:lnTo>
                  <a:lnTo>
                    <a:pt x="33996" y="352106"/>
                  </a:lnTo>
                  <a:lnTo>
                    <a:pt x="34791" y="354579"/>
                  </a:lnTo>
                  <a:lnTo>
                    <a:pt x="35409" y="359195"/>
                  </a:lnTo>
                  <a:lnTo>
                    <a:pt x="37531" y="383609"/>
                  </a:lnTo>
                  <a:lnTo>
                    <a:pt x="38143" y="386711"/>
                  </a:lnTo>
                  <a:lnTo>
                    <a:pt x="38649" y="389973"/>
                  </a:lnTo>
                  <a:lnTo>
                    <a:pt x="37359" y="388382"/>
                  </a:lnTo>
                  <a:lnTo>
                    <a:pt x="37010" y="382958"/>
                  </a:lnTo>
                  <a:lnTo>
                    <a:pt x="36640" y="380677"/>
                  </a:lnTo>
                  <a:lnTo>
                    <a:pt x="36184" y="380341"/>
                  </a:lnTo>
                  <a:lnTo>
                    <a:pt x="35463" y="380381"/>
                  </a:lnTo>
                  <a:lnTo>
                    <a:pt x="35416" y="379412"/>
                  </a:lnTo>
                  <a:lnTo>
                    <a:pt x="35957" y="377643"/>
                  </a:lnTo>
                  <a:lnTo>
                    <a:pt x="35872" y="375522"/>
                  </a:lnTo>
                  <a:lnTo>
                    <a:pt x="35132" y="373780"/>
                  </a:lnTo>
                  <a:lnTo>
                    <a:pt x="33932" y="375163"/>
                  </a:lnTo>
                  <a:lnTo>
                    <a:pt x="33963" y="378970"/>
                  </a:lnTo>
                  <a:lnTo>
                    <a:pt x="34501" y="381888"/>
                  </a:lnTo>
                  <a:lnTo>
                    <a:pt x="36530" y="388401"/>
                  </a:lnTo>
                  <a:lnTo>
                    <a:pt x="37166" y="391128"/>
                  </a:lnTo>
                  <a:lnTo>
                    <a:pt x="37973" y="391910"/>
                  </a:lnTo>
                  <a:lnTo>
                    <a:pt x="39149" y="391478"/>
                  </a:lnTo>
                  <a:lnTo>
                    <a:pt x="40555" y="394256"/>
                  </a:lnTo>
                  <a:lnTo>
                    <a:pt x="41663" y="396835"/>
                  </a:lnTo>
                  <a:lnTo>
                    <a:pt x="44409" y="400787"/>
                  </a:lnTo>
                  <a:lnTo>
                    <a:pt x="46073" y="400367"/>
                  </a:lnTo>
                  <a:lnTo>
                    <a:pt x="47871" y="399388"/>
                  </a:lnTo>
                  <a:lnTo>
                    <a:pt x="49077" y="399646"/>
                  </a:lnTo>
                  <a:lnTo>
                    <a:pt x="50260" y="400659"/>
                  </a:lnTo>
                  <a:lnTo>
                    <a:pt x="51677" y="403949"/>
                  </a:lnTo>
                  <a:lnTo>
                    <a:pt x="53931" y="412203"/>
                  </a:lnTo>
                  <a:lnTo>
                    <a:pt x="57610" y="419069"/>
                  </a:lnTo>
                  <a:lnTo>
                    <a:pt x="57212" y="420770"/>
                  </a:lnTo>
                  <a:lnTo>
                    <a:pt x="57051" y="423370"/>
                  </a:lnTo>
                  <a:lnTo>
                    <a:pt x="55600" y="426837"/>
                  </a:lnTo>
                  <a:lnTo>
                    <a:pt x="55369" y="428846"/>
                  </a:lnTo>
                  <a:lnTo>
                    <a:pt x="54838" y="431390"/>
                  </a:lnTo>
                  <a:lnTo>
                    <a:pt x="53828" y="432747"/>
                  </a:lnTo>
                  <a:lnTo>
                    <a:pt x="52960" y="433006"/>
                  </a:lnTo>
                  <a:lnTo>
                    <a:pt x="52459" y="432763"/>
                  </a:lnTo>
                  <a:lnTo>
                    <a:pt x="52113" y="432255"/>
                  </a:lnTo>
                  <a:lnTo>
                    <a:pt x="51520" y="429857"/>
                  </a:lnTo>
                  <a:lnTo>
                    <a:pt x="51220" y="429123"/>
                  </a:lnTo>
                  <a:lnTo>
                    <a:pt x="50968" y="428953"/>
                  </a:lnTo>
                  <a:lnTo>
                    <a:pt x="49117" y="430610"/>
                  </a:lnTo>
                  <a:lnTo>
                    <a:pt x="47324" y="432452"/>
                  </a:lnTo>
                  <a:lnTo>
                    <a:pt x="46992" y="434096"/>
                  </a:lnTo>
                  <a:lnTo>
                    <a:pt x="46514" y="436015"/>
                  </a:lnTo>
                  <a:lnTo>
                    <a:pt x="45991" y="436774"/>
                  </a:lnTo>
                  <a:lnTo>
                    <a:pt x="45580" y="436960"/>
                  </a:lnTo>
                  <a:lnTo>
                    <a:pt x="45187" y="435833"/>
                  </a:lnTo>
                  <a:lnTo>
                    <a:pt x="44498" y="434368"/>
                  </a:lnTo>
                  <a:lnTo>
                    <a:pt x="43968" y="432993"/>
                  </a:lnTo>
                  <a:lnTo>
                    <a:pt x="44103" y="430772"/>
                  </a:lnTo>
                  <a:lnTo>
                    <a:pt x="45112" y="427513"/>
                  </a:lnTo>
                  <a:lnTo>
                    <a:pt x="45246" y="425232"/>
                  </a:lnTo>
                  <a:lnTo>
                    <a:pt x="45117" y="421320"/>
                  </a:lnTo>
                  <a:lnTo>
                    <a:pt x="44843" y="419059"/>
                  </a:lnTo>
                  <a:lnTo>
                    <a:pt x="44549" y="418978"/>
                  </a:lnTo>
                  <a:lnTo>
                    <a:pt x="44054" y="418613"/>
                  </a:lnTo>
                  <a:lnTo>
                    <a:pt x="42655" y="418976"/>
                  </a:lnTo>
                  <a:lnTo>
                    <a:pt x="41955" y="416427"/>
                  </a:lnTo>
                  <a:lnTo>
                    <a:pt x="41678" y="413634"/>
                  </a:lnTo>
                  <a:lnTo>
                    <a:pt x="41199" y="412633"/>
                  </a:lnTo>
                  <a:lnTo>
                    <a:pt x="40726" y="412024"/>
                  </a:lnTo>
                  <a:lnTo>
                    <a:pt x="39676" y="412989"/>
                  </a:lnTo>
                  <a:lnTo>
                    <a:pt x="38876" y="412412"/>
                  </a:lnTo>
                  <a:lnTo>
                    <a:pt x="36214" y="409978"/>
                  </a:lnTo>
                  <a:lnTo>
                    <a:pt x="35190" y="406054"/>
                  </a:lnTo>
                  <a:lnTo>
                    <a:pt x="34644" y="405938"/>
                  </a:lnTo>
                  <a:lnTo>
                    <a:pt x="34158" y="406375"/>
                  </a:lnTo>
                  <a:lnTo>
                    <a:pt x="33969" y="407268"/>
                  </a:lnTo>
                  <a:lnTo>
                    <a:pt x="33686" y="411787"/>
                  </a:lnTo>
                  <a:lnTo>
                    <a:pt x="33456" y="413167"/>
                  </a:lnTo>
                  <a:lnTo>
                    <a:pt x="30403" y="404068"/>
                  </a:lnTo>
                  <a:lnTo>
                    <a:pt x="28299" y="400323"/>
                  </a:lnTo>
                  <a:lnTo>
                    <a:pt x="28595" y="393540"/>
                  </a:lnTo>
                  <a:lnTo>
                    <a:pt x="27955" y="392220"/>
                  </a:lnTo>
                  <a:lnTo>
                    <a:pt x="27159" y="392088"/>
                  </a:lnTo>
                  <a:lnTo>
                    <a:pt x="26557" y="390213"/>
                  </a:lnTo>
                  <a:lnTo>
                    <a:pt x="27092" y="386170"/>
                  </a:lnTo>
                  <a:lnTo>
                    <a:pt x="26265" y="386942"/>
                  </a:lnTo>
                  <a:lnTo>
                    <a:pt x="25120" y="386798"/>
                  </a:lnTo>
                  <a:lnTo>
                    <a:pt x="24187" y="385679"/>
                  </a:lnTo>
                  <a:lnTo>
                    <a:pt x="23478" y="380091"/>
                  </a:lnTo>
                  <a:lnTo>
                    <a:pt x="23030" y="378386"/>
                  </a:lnTo>
                  <a:lnTo>
                    <a:pt x="22052" y="375460"/>
                  </a:lnTo>
                  <a:lnTo>
                    <a:pt x="20763" y="375460"/>
                  </a:lnTo>
                  <a:lnTo>
                    <a:pt x="20337" y="374055"/>
                  </a:lnTo>
                  <a:lnTo>
                    <a:pt x="20439" y="370443"/>
                  </a:lnTo>
                  <a:lnTo>
                    <a:pt x="19499" y="368229"/>
                  </a:lnTo>
                  <a:lnTo>
                    <a:pt x="18262" y="366422"/>
                  </a:lnTo>
                  <a:lnTo>
                    <a:pt x="17241" y="365362"/>
                  </a:lnTo>
                  <a:lnTo>
                    <a:pt x="16203" y="359543"/>
                  </a:lnTo>
                  <a:lnTo>
                    <a:pt x="15385" y="358116"/>
                  </a:lnTo>
                  <a:lnTo>
                    <a:pt x="14688" y="356956"/>
                  </a:lnTo>
                  <a:lnTo>
                    <a:pt x="13721" y="357738"/>
                  </a:lnTo>
                  <a:lnTo>
                    <a:pt x="13407" y="359833"/>
                  </a:lnTo>
                  <a:lnTo>
                    <a:pt x="12760" y="361863"/>
                  </a:lnTo>
                  <a:lnTo>
                    <a:pt x="12026" y="361604"/>
                  </a:lnTo>
                  <a:lnTo>
                    <a:pt x="11352" y="360444"/>
                  </a:lnTo>
                  <a:lnTo>
                    <a:pt x="10532" y="354627"/>
                  </a:lnTo>
                  <a:lnTo>
                    <a:pt x="10396" y="351065"/>
                  </a:lnTo>
                  <a:lnTo>
                    <a:pt x="10576" y="344439"/>
                  </a:lnTo>
                  <a:lnTo>
                    <a:pt x="11602" y="338498"/>
                  </a:lnTo>
                  <a:lnTo>
                    <a:pt x="12156" y="328995"/>
                  </a:lnTo>
                  <a:lnTo>
                    <a:pt x="13031" y="323018"/>
                  </a:lnTo>
                  <a:lnTo>
                    <a:pt x="13637" y="320990"/>
                  </a:lnTo>
                  <a:lnTo>
                    <a:pt x="14478" y="312833"/>
                  </a:lnTo>
                  <a:lnTo>
                    <a:pt x="16192" y="302405"/>
                  </a:lnTo>
                  <a:lnTo>
                    <a:pt x="16386" y="300170"/>
                  </a:lnTo>
                  <a:lnTo>
                    <a:pt x="16732" y="297664"/>
                  </a:lnTo>
                  <a:lnTo>
                    <a:pt x="16994" y="295299"/>
                  </a:lnTo>
                  <a:lnTo>
                    <a:pt x="17079" y="291571"/>
                  </a:lnTo>
                  <a:lnTo>
                    <a:pt x="16858" y="289605"/>
                  </a:lnTo>
                  <a:lnTo>
                    <a:pt x="16858" y="288501"/>
                  </a:lnTo>
                  <a:lnTo>
                    <a:pt x="17220" y="287097"/>
                  </a:lnTo>
                  <a:lnTo>
                    <a:pt x="18441" y="284737"/>
                  </a:lnTo>
                  <a:lnTo>
                    <a:pt x="20126" y="280847"/>
                  </a:lnTo>
                  <a:lnTo>
                    <a:pt x="22134" y="275371"/>
                  </a:lnTo>
                  <a:lnTo>
                    <a:pt x="24189" y="266974"/>
                  </a:lnTo>
                  <a:lnTo>
                    <a:pt x="25212" y="262100"/>
                  </a:lnTo>
                  <a:lnTo>
                    <a:pt x="25641" y="260383"/>
                  </a:lnTo>
                  <a:lnTo>
                    <a:pt x="26096" y="259846"/>
                  </a:lnTo>
                  <a:lnTo>
                    <a:pt x="26798" y="258177"/>
                  </a:lnTo>
                  <a:lnTo>
                    <a:pt x="27281" y="256330"/>
                  </a:lnTo>
                  <a:lnTo>
                    <a:pt x="27309" y="255398"/>
                  </a:lnTo>
                  <a:lnTo>
                    <a:pt x="26190" y="246284"/>
                  </a:lnTo>
                  <a:lnTo>
                    <a:pt x="25458" y="243312"/>
                  </a:lnTo>
                  <a:lnTo>
                    <a:pt x="25087" y="239801"/>
                  </a:lnTo>
                  <a:lnTo>
                    <a:pt x="24890" y="237266"/>
                  </a:lnTo>
                  <a:lnTo>
                    <a:pt x="24622" y="234937"/>
                  </a:lnTo>
                  <a:lnTo>
                    <a:pt x="24754" y="232743"/>
                  </a:lnTo>
                  <a:lnTo>
                    <a:pt x="24350" y="231374"/>
                  </a:lnTo>
                  <a:lnTo>
                    <a:pt x="23441" y="229641"/>
                  </a:lnTo>
                  <a:lnTo>
                    <a:pt x="22496" y="227074"/>
                  </a:lnTo>
                  <a:lnTo>
                    <a:pt x="21932" y="222873"/>
                  </a:lnTo>
                  <a:lnTo>
                    <a:pt x="21932" y="220527"/>
                  </a:lnTo>
                  <a:lnTo>
                    <a:pt x="21327" y="218475"/>
                  </a:lnTo>
                  <a:lnTo>
                    <a:pt x="21126" y="216325"/>
                  </a:lnTo>
                  <a:lnTo>
                    <a:pt x="21488" y="214272"/>
                  </a:lnTo>
                  <a:lnTo>
                    <a:pt x="21964" y="212497"/>
                  </a:lnTo>
                  <a:lnTo>
                    <a:pt x="21909" y="204700"/>
                  </a:lnTo>
                  <a:lnTo>
                    <a:pt x="21719" y="202370"/>
                  </a:lnTo>
                  <a:lnTo>
                    <a:pt x="21484" y="198206"/>
                  </a:lnTo>
                  <a:lnTo>
                    <a:pt x="20868" y="195072"/>
                  </a:lnTo>
                  <a:lnTo>
                    <a:pt x="19995" y="191396"/>
                  </a:lnTo>
                  <a:lnTo>
                    <a:pt x="19008" y="188362"/>
                  </a:lnTo>
                  <a:lnTo>
                    <a:pt x="16419" y="182869"/>
                  </a:lnTo>
                  <a:lnTo>
                    <a:pt x="14577" y="179200"/>
                  </a:lnTo>
                  <a:lnTo>
                    <a:pt x="13663" y="175861"/>
                  </a:lnTo>
                  <a:lnTo>
                    <a:pt x="12507" y="172017"/>
                  </a:lnTo>
                  <a:lnTo>
                    <a:pt x="11677" y="169254"/>
                  </a:lnTo>
                  <a:lnTo>
                    <a:pt x="10628" y="165760"/>
                  </a:lnTo>
                  <a:lnTo>
                    <a:pt x="10093" y="160997"/>
                  </a:lnTo>
                  <a:lnTo>
                    <a:pt x="9798" y="155930"/>
                  </a:lnTo>
                  <a:lnTo>
                    <a:pt x="9958" y="154255"/>
                  </a:lnTo>
                  <a:lnTo>
                    <a:pt x="10460" y="153154"/>
                  </a:lnTo>
                  <a:lnTo>
                    <a:pt x="11117" y="152261"/>
                  </a:lnTo>
                  <a:lnTo>
                    <a:pt x="11644" y="152054"/>
                  </a:lnTo>
                  <a:lnTo>
                    <a:pt x="13140" y="149726"/>
                  </a:lnTo>
                  <a:lnTo>
                    <a:pt x="14178" y="149923"/>
                  </a:lnTo>
                  <a:lnTo>
                    <a:pt x="14417" y="149421"/>
                  </a:lnTo>
                  <a:lnTo>
                    <a:pt x="14518" y="148361"/>
                  </a:lnTo>
                  <a:lnTo>
                    <a:pt x="14387" y="143745"/>
                  </a:lnTo>
                  <a:lnTo>
                    <a:pt x="14433" y="137574"/>
                  </a:lnTo>
                  <a:lnTo>
                    <a:pt x="14625" y="132550"/>
                  </a:lnTo>
                  <a:lnTo>
                    <a:pt x="14849" y="129239"/>
                  </a:lnTo>
                  <a:lnTo>
                    <a:pt x="17598" y="125394"/>
                  </a:lnTo>
                  <a:lnTo>
                    <a:pt x="18178" y="123732"/>
                  </a:lnTo>
                  <a:lnTo>
                    <a:pt x="18458" y="121928"/>
                  </a:lnTo>
                  <a:lnTo>
                    <a:pt x="18455" y="120338"/>
                  </a:lnTo>
                  <a:lnTo>
                    <a:pt x="18224" y="119089"/>
                  </a:lnTo>
                  <a:lnTo>
                    <a:pt x="17811" y="118398"/>
                  </a:lnTo>
                  <a:lnTo>
                    <a:pt x="16030" y="121712"/>
                  </a:lnTo>
                  <a:lnTo>
                    <a:pt x="15682" y="120973"/>
                  </a:lnTo>
                  <a:lnTo>
                    <a:pt x="14865" y="115525"/>
                  </a:lnTo>
                  <a:lnTo>
                    <a:pt x="14512" y="113866"/>
                  </a:lnTo>
                  <a:lnTo>
                    <a:pt x="14005" y="111879"/>
                  </a:lnTo>
                  <a:lnTo>
                    <a:pt x="13457" y="109100"/>
                  </a:lnTo>
                  <a:lnTo>
                    <a:pt x="13372" y="104290"/>
                  </a:lnTo>
                  <a:lnTo>
                    <a:pt x="12978" y="101906"/>
                  </a:lnTo>
                  <a:lnTo>
                    <a:pt x="10756" y="96825"/>
                  </a:lnTo>
                  <a:lnTo>
                    <a:pt x="9758" y="94099"/>
                  </a:lnTo>
                  <a:lnTo>
                    <a:pt x="8398" y="90157"/>
                  </a:lnTo>
                  <a:lnTo>
                    <a:pt x="6768" y="85429"/>
                  </a:lnTo>
                  <a:lnTo>
                    <a:pt x="5106" y="81057"/>
                  </a:lnTo>
                  <a:lnTo>
                    <a:pt x="4328" y="78263"/>
                  </a:lnTo>
                  <a:lnTo>
                    <a:pt x="4052" y="77634"/>
                  </a:lnTo>
                  <a:lnTo>
                    <a:pt x="3956" y="76557"/>
                  </a:lnTo>
                  <a:lnTo>
                    <a:pt x="4460" y="73550"/>
                  </a:lnTo>
                  <a:lnTo>
                    <a:pt x="4214" y="70533"/>
                  </a:lnTo>
                  <a:lnTo>
                    <a:pt x="3383" y="66505"/>
                  </a:lnTo>
                  <a:lnTo>
                    <a:pt x="3028" y="64015"/>
                  </a:lnTo>
                  <a:lnTo>
                    <a:pt x="3147" y="63060"/>
                  </a:lnTo>
                  <a:lnTo>
                    <a:pt x="2746" y="62686"/>
                  </a:lnTo>
                  <a:lnTo>
                    <a:pt x="1826" y="62895"/>
                  </a:lnTo>
                  <a:lnTo>
                    <a:pt x="936" y="61011"/>
                  </a:lnTo>
                  <a:lnTo>
                    <a:pt x="82" y="57033"/>
                  </a:lnTo>
                  <a:lnTo>
                    <a:pt x="0" y="56333"/>
                  </a:lnTo>
                  <a:lnTo>
                    <a:pt x="282" y="56346"/>
                  </a:lnTo>
                  <a:lnTo>
                    <a:pt x="1353" y="57034"/>
                  </a:lnTo>
                  <a:lnTo>
                    <a:pt x="1720" y="56930"/>
                  </a:lnTo>
                  <a:lnTo>
                    <a:pt x="2479" y="56016"/>
                  </a:lnTo>
                  <a:lnTo>
                    <a:pt x="3627" y="55055"/>
                  </a:lnTo>
                  <a:lnTo>
                    <a:pt x="4311" y="54736"/>
                  </a:lnTo>
                  <a:lnTo>
                    <a:pt x="4533" y="54258"/>
                  </a:lnTo>
                  <a:lnTo>
                    <a:pt x="4632" y="53295"/>
                  </a:lnTo>
                  <a:lnTo>
                    <a:pt x="4047" y="44105"/>
                  </a:lnTo>
                  <a:lnTo>
                    <a:pt x="4146" y="42193"/>
                  </a:lnTo>
                  <a:lnTo>
                    <a:pt x="5240" y="38234"/>
                  </a:lnTo>
                  <a:lnTo>
                    <a:pt x="5114" y="34233"/>
                  </a:lnTo>
                  <a:lnTo>
                    <a:pt x="5397" y="28498"/>
                  </a:lnTo>
                  <a:lnTo>
                    <a:pt x="6611" y="24571"/>
                  </a:lnTo>
                  <a:lnTo>
                    <a:pt x="7523" y="22773"/>
                  </a:lnTo>
                  <a:lnTo>
                    <a:pt x="7813" y="19942"/>
                  </a:lnTo>
                  <a:lnTo>
                    <a:pt x="8227" y="19345"/>
                  </a:lnTo>
                  <a:lnTo>
                    <a:pt x="8983" y="19568"/>
                  </a:lnTo>
                  <a:lnTo>
                    <a:pt x="10543" y="21681"/>
                  </a:lnTo>
                  <a:lnTo>
                    <a:pt x="11208" y="21782"/>
                  </a:lnTo>
                  <a:lnTo>
                    <a:pt x="12155" y="21726"/>
                  </a:lnTo>
                  <a:lnTo>
                    <a:pt x="13175" y="21570"/>
                  </a:lnTo>
                  <a:lnTo>
                    <a:pt x="13648" y="21366"/>
                  </a:lnTo>
                  <a:lnTo>
                    <a:pt x="16900" y="19304"/>
                  </a:lnTo>
                  <a:lnTo>
                    <a:pt x="17617" y="19087"/>
                  </a:lnTo>
                  <a:lnTo>
                    <a:pt x="18303" y="19349"/>
                  </a:lnTo>
                  <a:lnTo>
                    <a:pt x="18802" y="19251"/>
                  </a:lnTo>
                  <a:lnTo>
                    <a:pt x="19305" y="18305"/>
                  </a:lnTo>
                  <a:lnTo>
                    <a:pt x="19663" y="16637"/>
                  </a:lnTo>
                  <a:lnTo>
                    <a:pt x="20069" y="11305"/>
                  </a:lnTo>
                  <a:lnTo>
                    <a:pt x="20301" y="10365"/>
                  </a:lnTo>
                  <a:lnTo>
                    <a:pt x="20721" y="9604"/>
                  </a:lnTo>
                  <a:lnTo>
                    <a:pt x="21410" y="9095"/>
                  </a:lnTo>
                  <a:lnTo>
                    <a:pt x="22216" y="9138"/>
                  </a:lnTo>
                  <a:lnTo>
                    <a:pt x="23274" y="10164"/>
                  </a:lnTo>
                  <a:lnTo>
                    <a:pt x="23935" y="10209"/>
                  </a:lnTo>
                  <a:lnTo>
                    <a:pt x="24682" y="9779"/>
                  </a:lnTo>
                  <a:lnTo>
                    <a:pt x="25320" y="9045"/>
                  </a:lnTo>
                  <a:lnTo>
                    <a:pt x="25739" y="8112"/>
                  </a:lnTo>
                  <a:lnTo>
                    <a:pt x="25931" y="6993"/>
                  </a:lnTo>
                  <a:lnTo>
                    <a:pt x="25758" y="4839"/>
                  </a:lnTo>
                  <a:lnTo>
                    <a:pt x="25276" y="2138"/>
                  </a:lnTo>
                  <a:lnTo>
                    <a:pt x="25409" y="1813"/>
                  </a:lnTo>
                  <a:lnTo>
                    <a:pt x="26296" y="2410"/>
                  </a:lnTo>
                  <a:lnTo>
                    <a:pt x="27600" y="3071"/>
                  </a:lnTo>
                  <a:lnTo>
                    <a:pt x="28593" y="2924"/>
                  </a:lnTo>
                  <a:lnTo>
                    <a:pt x="29242" y="2455"/>
                  </a:lnTo>
                  <a:lnTo>
                    <a:pt x="29874" y="1180"/>
                  </a:lnTo>
                  <a:lnTo>
                    <a:pt x="30668" y="0"/>
                  </a:lnTo>
                  <a:lnTo>
                    <a:pt x="31447" y="265"/>
                  </a:lnTo>
                  <a:lnTo>
                    <a:pt x="32048" y="1324"/>
                  </a:lnTo>
                  <a:close/>
                </a:path>
              </a:pathLst>
            </a:custGeom>
            <a:solidFill>
              <a:srgbClr val="D4E6C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8" name="pg1417"/>
            <p:cNvSpPr/>
            <p:nvPr/>
          </p:nvSpPr>
          <p:spPr>
            <a:xfrm>
              <a:off x="4192716" y="2455574"/>
              <a:ext cx="2667" cy="2835"/>
            </a:xfrm>
            <a:custGeom>
              <a:avLst/>
              <a:pathLst>
                <a:path w="2667" h="2835">
                  <a:moveTo>
                    <a:pt x="2667" y="1696"/>
                  </a:moveTo>
                  <a:lnTo>
                    <a:pt x="1575" y="2835"/>
                  </a:lnTo>
                  <a:lnTo>
                    <a:pt x="935" y="2712"/>
                  </a:lnTo>
                  <a:lnTo>
                    <a:pt x="436" y="1611"/>
                  </a:lnTo>
                  <a:lnTo>
                    <a:pt x="78" y="581"/>
                  </a:lnTo>
                  <a:lnTo>
                    <a:pt x="0" y="0"/>
                  </a:lnTo>
                  <a:lnTo>
                    <a:pt x="182" y="8"/>
                  </a:lnTo>
                  <a:lnTo>
                    <a:pt x="1027" y="476"/>
                  </a:lnTo>
                  <a:lnTo>
                    <a:pt x="2210" y="805"/>
                  </a:lnTo>
                  <a:lnTo>
                    <a:pt x="2625" y="1089"/>
                  </a:lnTo>
                  <a:close/>
                </a:path>
              </a:pathLst>
            </a:custGeom>
            <a:solidFill>
              <a:srgbClr val="F6FAF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9" name="pg1418"/>
            <p:cNvSpPr/>
            <p:nvPr/>
          </p:nvSpPr>
          <p:spPr>
            <a:xfrm>
              <a:off x="4193534" y="2421826"/>
              <a:ext cx="1249" cy="2670"/>
            </a:xfrm>
            <a:custGeom>
              <a:avLst/>
              <a:pathLst>
                <a:path w="1249" h="2670">
                  <a:moveTo>
                    <a:pt x="1249" y="2605"/>
                  </a:moveTo>
                  <a:lnTo>
                    <a:pt x="886" y="2670"/>
                  </a:lnTo>
                  <a:lnTo>
                    <a:pt x="228" y="1269"/>
                  </a:lnTo>
                  <a:lnTo>
                    <a:pt x="0" y="292"/>
                  </a:lnTo>
                  <a:lnTo>
                    <a:pt x="268" y="0"/>
                  </a:lnTo>
                  <a:lnTo>
                    <a:pt x="833" y="683"/>
                  </a:lnTo>
                  <a:lnTo>
                    <a:pt x="1209" y="1890"/>
                  </a:lnTo>
                  <a:close/>
                </a:path>
              </a:pathLst>
            </a:custGeom>
            <a:solidFill>
              <a:srgbClr val="F6FAF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0" name="pg1419"/>
            <p:cNvSpPr/>
            <p:nvPr/>
          </p:nvSpPr>
          <p:spPr>
            <a:xfrm>
              <a:off x="4154531" y="2421522"/>
              <a:ext cx="94684" cy="128570"/>
            </a:xfrm>
            <a:custGeom>
              <a:avLst/>
              <a:pathLst>
                <a:path w="94684" h="128570">
                  <a:moveTo>
                    <a:pt x="43976" y="23528"/>
                  </a:moveTo>
                  <a:lnTo>
                    <a:pt x="44012" y="24066"/>
                  </a:lnTo>
                  <a:lnTo>
                    <a:pt x="43834" y="25043"/>
                  </a:lnTo>
                  <a:lnTo>
                    <a:pt x="41302" y="26710"/>
                  </a:lnTo>
                  <a:lnTo>
                    <a:pt x="40153" y="28120"/>
                  </a:lnTo>
                  <a:lnTo>
                    <a:pt x="39907" y="30616"/>
                  </a:lnTo>
                  <a:lnTo>
                    <a:pt x="39603" y="31339"/>
                  </a:lnTo>
                  <a:lnTo>
                    <a:pt x="39087" y="31931"/>
                  </a:lnTo>
                  <a:lnTo>
                    <a:pt x="38578" y="32066"/>
                  </a:lnTo>
                  <a:lnTo>
                    <a:pt x="37801" y="29132"/>
                  </a:lnTo>
                  <a:lnTo>
                    <a:pt x="36918" y="28521"/>
                  </a:lnTo>
                  <a:lnTo>
                    <a:pt x="35645" y="27488"/>
                  </a:lnTo>
                  <a:lnTo>
                    <a:pt x="33172" y="25481"/>
                  </a:lnTo>
                  <a:lnTo>
                    <a:pt x="31896" y="24610"/>
                  </a:lnTo>
                  <a:lnTo>
                    <a:pt x="29439" y="25917"/>
                  </a:lnTo>
                  <a:lnTo>
                    <a:pt x="26576" y="27710"/>
                  </a:lnTo>
                  <a:lnTo>
                    <a:pt x="26129" y="28803"/>
                  </a:lnTo>
                  <a:lnTo>
                    <a:pt x="25826" y="29973"/>
                  </a:lnTo>
                  <a:lnTo>
                    <a:pt x="25853" y="30863"/>
                  </a:lnTo>
                  <a:lnTo>
                    <a:pt x="26059" y="32050"/>
                  </a:lnTo>
                  <a:lnTo>
                    <a:pt x="25918" y="32958"/>
                  </a:lnTo>
                  <a:lnTo>
                    <a:pt x="25377" y="33252"/>
                  </a:lnTo>
                  <a:lnTo>
                    <a:pt x="24567" y="32150"/>
                  </a:lnTo>
                  <a:lnTo>
                    <a:pt x="23857" y="31515"/>
                  </a:lnTo>
                  <a:lnTo>
                    <a:pt x="23511" y="33016"/>
                  </a:lnTo>
                  <a:lnTo>
                    <a:pt x="23096" y="35695"/>
                  </a:lnTo>
                  <a:lnTo>
                    <a:pt x="22905" y="37646"/>
                  </a:lnTo>
                  <a:lnTo>
                    <a:pt x="23529" y="40459"/>
                  </a:lnTo>
                  <a:lnTo>
                    <a:pt x="23741" y="44627"/>
                  </a:lnTo>
                  <a:lnTo>
                    <a:pt x="24884" y="44401"/>
                  </a:lnTo>
                  <a:lnTo>
                    <a:pt x="25759" y="44413"/>
                  </a:lnTo>
                  <a:lnTo>
                    <a:pt x="27411" y="43180"/>
                  </a:lnTo>
                  <a:lnTo>
                    <a:pt x="28242" y="43147"/>
                  </a:lnTo>
                  <a:lnTo>
                    <a:pt x="29523" y="43684"/>
                  </a:lnTo>
                  <a:lnTo>
                    <a:pt x="31764" y="43792"/>
                  </a:lnTo>
                  <a:lnTo>
                    <a:pt x="33539" y="43570"/>
                  </a:lnTo>
                  <a:lnTo>
                    <a:pt x="33968" y="43659"/>
                  </a:lnTo>
                  <a:lnTo>
                    <a:pt x="34386" y="42873"/>
                  </a:lnTo>
                  <a:lnTo>
                    <a:pt x="34851" y="43144"/>
                  </a:lnTo>
                  <a:lnTo>
                    <a:pt x="35284" y="44101"/>
                  </a:lnTo>
                  <a:lnTo>
                    <a:pt x="37079" y="42941"/>
                  </a:lnTo>
                  <a:lnTo>
                    <a:pt x="38408" y="42779"/>
                  </a:lnTo>
                  <a:lnTo>
                    <a:pt x="39222" y="43118"/>
                  </a:lnTo>
                  <a:lnTo>
                    <a:pt x="39708" y="43457"/>
                  </a:lnTo>
                  <a:lnTo>
                    <a:pt x="40571" y="46209"/>
                  </a:lnTo>
                  <a:lnTo>
                    <a:pt x="41235" y="47923"/>
                  </a:lnTo>
                  <a:lnTo>
                    <a:pt x="42042" y="48471"/>
                  </a:lnTo>
                  <a:lnTo>
                    <a:pt x="44547" y="47965"/>
                  </a:lnTo>
                  <a:lnTo>
                    <a:pt x="45280" y="45555"/>
                  </a:lnTo>
                  <a:lnTo>
                    <a:pt x="45926" y="44959"/>
                  </a:lnTo>
                  <a:lnTo>
                    <a:pt x="46958" y="44775"/>
                  </a:lnTo>
                  <a:lnTo>
                    <a:pt x="47813" y="44317"/>
                  </a:lnTo>
                  <a:lnTo>
                    <a:pt x="48491" y="43330"/>
                  </a:lnTo>
                  <a:lnTo>
                    <a:pt x="49415" y="42469"/>
                  </a:lnTo>
                  <a:lnTo>
                    <a:pt x="50219" y="42297"/>
                  </a:lnTo>
                  <a:lnTo>
                    <a:pt x="50618" y="42932"/>
                  </a:lnTo>
                  <a:lnTo>
                    <a:pt x="50793" y="43769"/>
                  </a:lnTo>
                  <a:lnTo>
                    <a:pt x="50653" y="44855"/>
                  </a:lnTo>
                  <a:lnTo>
                    <a:pt x="50622" y="45987"/>
                  </a:lnTo>
                  <a:lnTo>
                    <a:pt x="51145" y="46747"/>
                  </a:lnTo>
                  <a:lnTo>
                    <a:pt x="52685" y="46924"/>
                  </a:lnTo>
                  <a:lnTo>
                    <a:pt x="53411" y="47636"/>
                  </a:lnTo>
                  <a:lnTo>
                    <a:pt x="53449" y="48973"/>
                  </a:lnTo>
                  <a:lnTo>
                    <a:pt x="53332" y="51075"/>
                  </a:lnTo>
                  <a:lnTo>
                    <a:pt x="53977" y="51921"/>
                  </a:lnTo>
                  <a:lnTo>
                    <a:pt x="54310" y="51992"/>
                  </a:lnTo>
                  <a:lnTo>
                    <a:pt x="56565" y="49765"/>
                  </a:lnTo>
                  <a:lnTo>
                    <a:pt x="57196" y="49729"/>
                  </a:lnTo>
                  <a:lnTo>
                    <a:pt x="57701" y="50956"/>
                  </a:lnTo>
                  <a:lnTo>
                    <a:pt x="58471" y="52430"/>
                  </a:lnTo>
                  <a:lnTo>
                    <a:pt x="59478" y="54003"/>
                  </a:lnTo>
                  <a:lnTo>
                    <a:pt x="59719" y="53762"/>
                  </a:lnTo>
                  <a:lnTo>
                    <a:pt x="60175" y="52046"/>
                  </a:lnTo>
                  <a:lnTo>
                    <a:pt x="61034" y="50181"/>
                  </a:lnTo>
                  <a:lnTo>
                    <a:pt x="62649" y="49575"/>
                  </a:lnTo>
                  <a:lnTo>
                    <a:pt x="63541" y="48989"/>
                  </a:lnTo>
                  <a:lnTo>
                    <a:pt x="64474" y="48729"/>
                  </a:lnTo>
                  <a:lnTo>
                    <a:pt x="67308" y="49485"/>
                  </a:lnTo>
                  <a:lnTo>
                    <a:pt x="68245" y="49584"/>
                  </a:lnTo>
                  <a:lnTo>
                    <a:pt x="70194" y="49441"/>
                  </a:lnTo>
                  <a:lnTo>
                    <a:pt x="71726" y="49067"/>
                  </a:lnTo>
                  <a:lnTo>
                    <a:pt x="72958" y="47950"/>
                  </a:lnTo>
                  <a:lnTo>
                    <a:pt x="73583" y="47053"/>
                  </a:lnTo>
                  <a:lnTo>
                    <a:pt x="74595" y="46525"/>
                  </a:lnTo>
                  <a:lnTo>
                    <a:pt x="75877" y="46613"/>
                  </a:lnTo>
                  <a:lnTo>
                    <a:pt x="76560" y="46871"/>
                  </a:lnTo>
                  <a:lnTo>
                    <a:pt x="76617" y="48413"/>
                  </a:lnTo>
                  <a:lnTo>
                    <a:pt x="76456" y="51334"/>
                  </a:lnTo>
                  <a:lnTo>
                    <a:pt x="76264" y="53362"/>
                  </a:lnTo>
                  <a:lnTo>
                    <a:pt x="77276" y="57046"/>
                  </a:lnTo>
                  <a:lnTo>
                    <a:pt x="77926" y="58819"/>
                  </a:lnTo>
                  <a:lnTo>
                    <a:pt x="78558" y="60071"/>
                  </a:lnTo>
                  <a:lnTo>
                    <a:pt x="78676" y="61061"/>
                  </a:lnTo>
                  <a:lnTo>
                    <a:pt x="78545" y="61869"/>
                  </a:lnTo>
                  <a:lnTo>
                    <a:pt x="77758" y="62656"/>
                  </a:lnTo>
                  <a:lnTo>
                    <a:pt x="77476" y="63497"/>
                  </a:lnTo>
                  <a:lnTo>
                    <a:pt x="77346" y="64440"/>
                  </a:lnTo>
                  <a:lnTo>
                    <a:pt x="77598" y="65536"/>
                  </a:lnTo>
                  <a:lnTo>
                    <a:pt x="78052" y="69031"/>
                  </a:lnTo>
                  <a:lnTo>
                    <a:pt x="78632" y="71751"/>
                  </a:lnTo>
                  <a:lnTo>
                    <a:pt x="79454" y="73051"/>
                  </a:lnTo>
                  <a:lnTo>
                    <a:pt x="80684" y="73914"/>
                  </a:lnTo>
                  <a:lnTo>
                    <a:pt x="81361" y="73732"/>
                  </a:lnTo>
                  <a:lnTo>
                    <a:pt x="81846" y="71704"/>
                  </a:lnTo>
                  <a:lnTo>
                    <a:pt x="82650" y="70147"/>
                  </a:lnTo>
                  <a:lnTo>
                    <a:pt x="83332" y="70255"/>
                  </a:lnTo>
                  <a:lnTo>
                    <a:pt x="84430" y="70189"/>
                  </a:lnTo>
                  <a:lnTo>
                    <a:pt x="87314" y="71955"/>
                  </a:lnTo>
                  <a:lnTo>
                    <a:pt x="90129" y="74614"/>
                  </a:lnTo>
                  <a:lnTo>
                    <a:pt x="90949" y="76082"/>
                  </a:lnTo>
                  <a:lnTo>
                    <a:pt x="91237" y="77737"/>
                  </a:lnTo>
                  <a:lnTo>
                    <a:pt x="90459" y="81565"/>
                  </a:lnTo>
                  <a:lnTo>
                    <a:pt x="90495" y="84014"/>
                  </a:lnTo>
                  <a:lnTo>
                    <a:pt x="90673" y="86622"/>
                  </a:lnTo>
                  <a:lnTo>
                    <a:pt x="91317" y="88559"/>
                  </a:lnTo>
                  <a:lnTo>
                    <a:pt x="91906" y="91877"/>
                  </a:lnTo>
                  <a:lnTo>
                    <a:pt x="92021" y="94627"/>
                  </a:lnTo>
                  <a:lnTo>
                    <a:pt x="92277" y="95447"/>
                  </a:lnTo>
                  <a:lnTo>
                    <a:pt x="92484" y="96406"/>
                  </a:lnTo>
                  <a:lnTo>
                    <a:pt x="92168" y="98924"/>
                  </a:lnTo>
                  <a:lnTo>
                    <a:pt x="91948" y="101462"/>
                  </a:lnTo>
                  <a:lnTo>
                    <a:pt x="92211" y="102307"/>
                  </a:lnTo>
                  <a:lnTo>
                    <a:pt x="93071" y="103561"/>
                  </a:lnTo>
                  <a:lnTo>
                    <a:pt x="94424" y="105898"/>
                  </a:lnTo>
                  <a:lnTo>
                    <a:pt x="94684" y="107836"/>
                  </a:lnTo>
                  <a:lnTo>
                    <a:pt x="94199" y="109067"/>
                  </a:lnTo>
                  <a:lnTo>
                    <a:pt x="93339" y="110559"/>
                  </a:lnTo>
                  <a:lnTo>
                    <a:pt x="92239" y="111846"/>
                  </a:lnTo>
                  <a:lnTo>
                    <a:pt x="91912" y="112388"/>
                  </a:lnTo>
                  <a:lnTo>
                    <a:pt x="91718" y="112082"/>
                  </a:lnTo>
                  <a:lnTo>
                    <a:pt x="91170" y="110784"/>
                  </a:lnTo>
                  <a:lnTo>
                    <a:pt x="89953" y="108683"/>
                  </a:lnTo>
                  <a:lnTo>
                    <a:pt x="89085" y="107576"/>
                  </a:lnTo>
                  <a:lnTo>
                    <a:pt x="87438" y="107934"/>
                  </a:lnTo>
                  <a:lnTo>
                    <a:pt x="86472" y="107543"/>
                  </a:lnTo>
                  <a:lnTo>
                    <a:pt x="85303" y="106859"/>
                  </a:lnTo>
                  <a:lnTo>
                    <a:pt x="84214" y="106957"/>
                  </a:lnTo>
                  <a:lnTo>
                    <a:pt x="83530" y="108227"/>
                  </a:lnTo>
                  <a:lnTo>
                    <a:pt x="83086" y="109498"/>
                  </a:lnTo>
                  <a:lnTo>
                    <a:pt x="81997" y="109889"/>
                  </a:lnTo>
                  <a:lnTo>
                    <a:pt x="80426" y="110866"/>
                  </a:lnTo>
                  <a:lnTo>
                    <a:pt x="77998" y="112384"/>
                  </a:lnTo>
                  <a:lnTo>
                    <a:pt x="76827" y="112160"/>
                  </a:lnTo>
                  <a:lnTo>
                    <a:pt x="76510" y="111504"/>
                  </a:lnTo>
                  <a:lnTo>
                    <a:pt x="76769" y="110628"/>
                  </a:lnTo>
                  <a:lnTo>
                    <a:pt x="77604" y="109498"/>
                  </a:lnTo>
                  <a:lnTo>
                    <a:pt x="77805" y="108129"/>
                  </a:lnTo>
                  <a:lnTo>
                    <a:pt x="77644" y="106859"/>
                  </a:lnTo>
                  <a:lnTo>
                    <a:pt x="76871" y="106513"/>
                  </a:lnTo>
                  <a:lnTo>
                    <a:pt x="76572" y="106314"/>
                  </a:lnTo>
                  <a:lnTo>
                    <a:pt x="76231" y="106053"/>
                  </a:lnTo>
                  <a:lnTo>
                    <a:pt x="74728" y="105295"/>
                  </a:lnTo>
                  <a:lnTo>
                    <a:pt x="73529" y="105574"/>
                  </a:lnTo>
                  <a:lnTo>
                    <a:pt x="71435" y="107162"/>
                  </a:lnTo>
                  <a:lnTo>
                    <a:pt x="67589" y="111328"/>
                  </a:lnTo>
                  <a:lnTo>
                    <a:pt x="65901" y="114130"/>
                  </a:lnTo>
                  <a:lnTo>
                    <a:pt x="64687" y="118375"/>
                  </a:lnTo>
                  <a:lnTo>
                    <a:pt x="61048" y="119738"/>
                  </a:lnTo>
                  <a:lnTo>
                    <a:pt x="58546" y="122172"/>
                  </a:lnTo>
                  <a:lnTo>
                    <a:pt x="55968" y="126134"/>
                  </a:lnTo>
                  <a:lnTo>
                    <a:pt x="54262" y="128267"/>
                  </a:lnTo>
                  <a:lnTo>
                    <a:pt x="53430" y="128570"/>
                  </a:lnTo>
                  <a:lnTo>
                    <a:pt x="52600" y="128189"/>
                  </a:lnTo>
                  <a:lnTo>
                    <a:pt x="51769" y="127125"/>
                  </a:lnTo>
                  <a:lnTo>
                    <a:pt x="50957" y="123810"/>
                  </a:lnTo>
                  <a:lnTo>
                    <a:pt x="50238" y="118787"/>
                  </a:lnTo>
                  <a:lnTo>
                    <a:pt x="49764" y="115464"/>
                  </a:lnTo>
                  <a:lnTo>
                    <a:pt x="50030" y="111201"/>
                  </a:lnTo>
                  <a:lnTo>
                    <a:pt x="50334" y="106349"/>
                  </a:lnTo>
                  <a:lnTo>
                    <a:pt x="50643" y="101417"/>
                  </a:lnTo>
                  <a:lnTo>
                    <a:pt x="51144" y="95722"/>
                  </a:lnTo>
                  <a:lnTo>
                    <a:pt x="51561" y="93695"/>
                  </a:lnTo>
                  <a:lnTo>
                    <a:pt x="51583" y="92340"/>
                  </a:lnTo>
                  <a:lnTo>
                    <a:pt x="51214" y="91659"/>
                  </a:lnTo>
                  <a:lnTo>
                    <a:pt x="50432" y="91697"/>
                  </a:lnTo>
                  <a:lnTo>
                    <a:pt x="49236" y="92453"/>
                  </a:lnTo>
                  <a:lnTo>
                    <a:pt x="48387" y="92584"/>
                  </a:lnTo>
                  <a:lnTo>
                    <a:pt x="47882" y="92095"/>
                  </a:lnTo>
                  <a:lnTo>
                    <a:pt x="47934" y="89450"/>
                  </a:lnTo>
                  <a:lnTo>
                    <a:pt x="48542" y="84653"/>
                  </a:lnTo>
                  <a:lnTo>
                    <a:pt x="47606" y="80613"/>
                  </a:lnTo>
                  <a:lnTo>
                    <a:pt x="45123" y="77336"/>
                  </a:lnTo>
                  <a:lnTo>
                    <a:pt x="43012" y="76198"/>
                  </a:lnTo>
                  <a:lnTo>
                    <a:pt x="41269" y="77198"/>
                  </a:lnTo>
                  <a:lnTo>
                    <a:pt x="39806" y="79802"/>
                  </a:lnTo>
                  <a:lnTo>
                    <a:pt x="38620" y="84011"/>
                  </a:lnTo>
                  <a:lnTo>
                    <a:pt x="37392" y="87455"/>
                  </a:lnTo>
                  <a:lnTo>
                    <a:pt x="36118" y="90133"/>
                  </a:lnTo>
                  <a:lnTo>
                    <a:pt x="35210" y="91421"/>
                  </a:lnTo>
                  <a:lnTo>
                    <a:pt x="34916" y="91918"/>
                  </a:lnTo>
                  <a:lnTo>
                    <a:pt x="34731" y="93052"/>
                  </a:lnTo>
                  <a:lnTo>
                    <a:pt x="35408" y="96617"/>
                  </a:lnTo>
                  <a:lnTo>
                    <a:pt x="35365" y="99608"/>
                  </a:lnTo>
                  <a:lnTo>
                    <a:pt x="34600" y="102022"/>
                  </a:lnTo>
                  <a:lnTo>
                    <a:pt x="33761" y="103173"/>
                  </a:lnTo>
                  <a:lnTo>
                    <a:pt x="32845" y="103063"/>
                  </a:lnTo>
                  <a:lnTo>
                    <a:pt x="32117" y="102503"/>
                  </a:lnTo>
                  <a:lnTo>
                    <a:pt x="31577" y="101495"/>
                  </a:lnTo>
                  <a:lnTo>
                    <a:pt x="30118" y="101221"/>
                  </a:lnTo>
                  <a:lnTo>
                    <a:pt x="27740" y="101680"/>
                  </a:lnTo>
                  <a:lnTo>
                    <a:pt x="26110" y="102890"/>
                  </a:lnTo>
                  <a:lnTo>
                    <a:pt x="25233" y="104851"/>
                  </a:lnTo>
                  <a:lnTo>
                    <a:pt x="24978" y="107434"/>
                  </a:lnTo>
                  <a:lnTo>
                    <a:pt x="25350" y="110638"/>
                  </a:lnTo>
                  <a:lnTo>
                    <a:pt x="25164" y="113094"/>
                  </a:lnTo>
                  <a:lnTo>
                    <a:pt x="24425" y="114799"/>
                  </a:lnTo>
                  <a:lnTo>
                    <a:pt x="23817" y="115777"/>
                  </a:lnTo>
                  <a:lnTo>
                    <a:pt x="23341" y="116030"/>
                  </a:lnTo>
                  <a:lnTo>
                    <a:pt x="22309" y="114555"/>
                  </a:lnTo>
                  <a:lnTo>
                    <a:pt x="20723" y="111358"/>
                  </a:lnTo>
                  <a:lnTo>
                    <a:pt x="19631" y="109628"/>
                  </a:lnTo>
                  <a:lnTo>
                    <a:pt x="19038" y="109365"/>
                  </a:lnTo>
                  <a:lnTo>
                    <a:pt x="18715" y="109539"/>
                  </a:lnTo>
                  <a:lnTo>
                    <a:pt x="18351" y="109871"/>
                  </a:lnTo>
                  <a:lnTo>
                    <a:pt x="18145" y="110285"/>
                  </a:lnTo>
                  <a:lnTo>
                    <a:pt x="17965" y="111234"/>
                  </a:lnTo>
                  <a:lnTo>
                    <a:pt x="17457" y="111609"/>
                  </a:lnTo>
                  <a:lnTo>
                    <a:pt x="16740" y="111313"/>
                  </a:lnTo>
                  <a:lnTo>
                    <a:pt x="16081" y="111598"/>
                  </a:lnTo>
                  <a:lnTo>
                    <a:pt x="15689" y="112600"/>
                  </a:lnTo>
                  <a:lnTo>
                    <a:pt x="14586" y="113812"/>
                  </a:lnTo>
                  <a:lnTo>
                    <a:pt x="12641" y="115170"/>
                  </a:lnTo>
                  <a:lnTo>
                    <a:pt x="11576" y="116620"/>
                  </a:lnTo>
                  <a:lnTo>
                    <a:pt x="11396" y="118160"/>
                  </a:lnTo>
                  <a:lnTo>
                    <a:pt x="11106" y="118846"/>
                  </a:lnTo>
                  <a:lnTo>
                    <a:pt x="10511" y="118597"/>
                  </a:lnTo>
                  <a:lnTo>
                    <a:pt x="8752" y="120716"/>
                  </a:lnTo>
                  <a:lnTo>
                    <a:pt x="7414" y="120060"/>
                  </a:lnTo>
                  <a:lnTo>
                    <a:pt x="5909" y="117336"/>
                  </a:lnTo>
                  <a:lnTo>
                    <a:pt x="5074" y="115092"/>
                  </a:lnTo>
                  <a:lnTo>
                    <a:pt x="4989" y="114144"/>
                  </a:lnTo>
                  <a:lnTo>
                    <a:pt x="5465" y="111994"/>
                  </a:lnTo>
                  <a:lnTo>
                    <a:pt x="5663" y="104842"/>
                  </a:lnTo>
                  <a:lnTo>
                    <a:pt x="6263" y="102369"/>
                  </a:lnTo>
                  <a:lnTo>
                    <a:pt x="8059" y="97930"/>
                  </a:lnTo>
                  <a:lnTo>
                    <a:pt x="8993" y="94546"/>
                  </a:lnTo>
                  <a:lnTo>
                    <a:pt x="10047" y="91799"/>
                  </a:lnTo>
                  <a:lnTo>
                    <a:pt x="10808" y="90876"/>
                  </a:lnTo>
                  <a:lnTo>
                    <a:pt x="11510" y="88712"/>
                  </a:lnTo>
                  <a:lnTo>
                    <a:pt x="12084" y="86233"/>
                  </a:lnTo>
                  <a:lnTo>
                    <a:pt x="12246" y="84674"/>
                  </a:lnTo>
                  <a:lnTo>
                    <a:pt x="12195" y="83448"/>
                  </a:lnTo>
                  <a:lnTo>
                    <a:pt x="11986" y="82657"/>
                  </a:lnTo>
                  <a:lnTo>
                    <a:pt x="10989" y="80981"/>
                  </a:lnTo>
                  <a:lnTo>
                    <a:pt x="9683" y="78364"/>
                  </a:lnTo>
                  <a:lnTo>
                    <a:pt x="8989" y="75692"/>
                  </a:lnTo>
                  <a:lnTo>
                    <a:pt x="8608" y="72282"/>
                  </a:lnTo>
                  <a:lnTo>
                    <a:pt x="8509" y="69907"/>
                  </a:lnTo>
                  <a:lnTo>
                    <a:pt x="9736" y="63367"/>
                  </a:lnTo>
                  <a:lnTo>
                    <a:pt x="9541" y="62273"/>
                  </a:lnTo>
                  <a:lnTo>
                    <a:pt x="9188" y="61257"/>
                  </a:lnTo>
                  <a:lnTo>
                    <a:pt x="8466" y="60620"/>
                  </a:lnTo>
                  <a:lnTo>
                    <a:pt x="7433" y="60344"/>
                  </a:lnTo>
                  <a:lnTo>
                    <a:pt x="6411" y="60637"/>
                  </a:lnTo>
                  <a:lnTo>
                    <a:pt x="5105" y="60660"/>
                  </a:lnTo>
                  <a:lnTo>
                    <a:pt x="4202" y="60294"/>
                  </a:lnTo>
                  <a:lnTo>
                    <a:pt x="3984" y="59884"/>
                  </a:lnTo>
                  <a:lnTo>
                    <a:pt x="3871" y="56909"/>
                  </a:lnTo>
                  <a:lnTo>
                    <a:pt x="3640" y="56262"/>
                  </a:lnTo>
                  <a:lnTo>
                    <a:pt x="3252" y="55694"/>
                  </a:lnTo>
                  <a:lnTo>
                    <a:pt x="618" y="54323"/>
                  </a:lnTo>
                  <a:lnTo>
                    <a:pt x="97" y="53732"/>
                  </a:lnTo>
                  <a:lnTo>
                    <a:pt x="0" y="52981"/>
                  </a:lnTo>
                  <a:lnTo>
                    <a:pt x="933" y="46378"/>
                  </a:lnTo>
                  <a:lnTo>
                    <a:pt x="1340" y="45880"/>
                  </a:lnTo>
                  <a:lnTo>
                    <a:pt x="1731" y="44806"/>
                  </a:lnTo>
                  <a:lnTo>
                    <a:pt x="2350" y="43658"/>
                  </a:lnTo>
                  <a:lnTo>
                    <a:pt x="4502" y="41774"/>
                  </a:lnTo>
                  <a:lnTo>
                    <a:pt x="6812" y="42589"/>
                  </a:lnTo>
                  <a:lnTo>
                    <a:pt x="8866" y="43465"/>
                  </a:lnTo>
                  <a:lnTo>
                    <a:pt x="10911" y="43934"/>
                  </a:lnTo>
                  <a:lnTo>
                    <a:pt x="11619" y="44247"/>
                  </a:lnTo>
                  <a:lnTo>
                    <a:pt x="12789" y="44508"/>
                  </a:lnTo>
                  <a:lnTo>
                    <a:pt x="13572" y="44275"/>
                  </a:lnTo>
                  <a:lnTo>
                    <a:pt x="14104" y="43505"/>
                  </a:lnTo>
                  <a:lnTo>
                    <a:pt x="15069" y="41372"/>
                  </a:lnTo>
                  <a:lnTo>
                    <a:pt x="15364" y="38172"/>
                  </a:lnTo>
                  <a:lnTo>
                    <a:pt x="15713" y="35347"/>
                  </a:lnTo>
                  <a:lnTo>
                    <a:pt x="16297" y="35128"/>
                  </a:lnTo>
                  <a:lnTo>
                    <a:pt x="16887" y="35425"/>
                  </a:lnTo>
                  <a:lnTo>
                    <a:pt x="17166" y="34854"/>
                  </a:lnTo>
                  <a:lnTo>
                    <a:pt x="17285" y="34078"/>
                  </a:lnTo>
                  <a:lnTo>
                    <a:pt x="17406" y="33417"/>
                  </a:lnTo>
                  <a:lnTo>
                    <a:pt x="17647" y="33271"/>
                  </a:lnTo>
                  <a:lnTo>
                    <a:pt x="18071" y="34004"/>
                  </a:lnTo>
                  <a:lnTo>
                    <a:pt x="18312" y="33808"/>
                  </a:lnTo>
                  <a:lnTo>
                    <a:pt x="18514" y="33320"/>
                  </a:lnTo>
                  <a:lnTo>
                    <a:pt x="18454" y="32733"/>
                  </a:lnTo>
                  <a:lnTo>
                    <a:pt x="17973" y="31745"/>
                  </a:lnTo>
                  <a:lnTo>
                    <a:pt x="17547" y="30192"/>
                  </a:lnTo>
                  <a:lnTo>
                    <a:pt x="17588" y="29655"/>
                  </a:lnTo>
                  <a:lnTo>
                    <a:pt x="17733" y="29098"/>
                  </a:lnTo>
                  <a:lnTo>
                    <a:pt x="18998" y="28570"/>
                  </a:lnTo>
                  <a:lnTo>
                    <a:pt x="19573" y="28478"/>
                  </a:lnTo>
                  <a:lnTo>
                    <a:pt x="19773" y="27928"/>
                  </a:lnTo>
                  <a:lnTo>
                    <a:pt x="19699" y="27052"/>
                  </a:lnTo>
                  <a:lnTo>
                    <a:pt x="19222" y="26558"/>
                  </a:lnTo>
                  <a:lnTo>
                    <a:pt x="17488" y="26830"/>
                  </a:lnTo>
                  <a:lnTo>
                    <a:pt x="15723" y="26768"/>
                  </a:lnTo>
                  <a:lnTo>
                    <a:pt x="15512" y="26234"/>
                  </a:lnTo>
                  <a:lnTo>
                    <a:pt x="15612" y="25649"/>
                  </a:lnTo>
                  <a:lnTo>
                    <a:pt x="15879" y="25188"/>
                  </a:lnTo>
                  <a:lnTo>
                    <a:pt x="19525" y="24008"/>
                  </a:lnTo>
                  <a:lnTo>
                    <a:pt x="21458" y="24418"/>
                  </a:lnTo>
                  <a:lnTo>
                    <a:pt x="22896" y="25043"/>
                  </a:lnTo>
                  <a:lnTo>
                    <a:pt x="23463" y="24732"/>
                  </a:lnTo>
                  <a:lnTo>
                    <a:pt x="22789" y="22072"/>
                  </a:lnTo>
                  <a:lnTo>
                    <a:pt x="23701" y="21822"/>
                  </a:lnTo>
                  <a:lnTo>
                    <a:pt x="23821" y="20912"/>
                  </a:lnTo>
                  <a:lnTo>
                    <a:pt x="22627" y="13845"/>
                  </a:lnTo>
                  <a:lnTo>
                    <a:pt x="23281" y="13222"/>
                  </a:lnTo>
                  <a:lnTo>
                    <a:pt x="23940" y="11829"/>
                  </a:lnTo>
                  <a:lnTo>
                    <a:pt x="23884" y="9195"/>
                  </a:lnTo>
                  <a:lnTo>
                    <a:pt x="24467" y="7910"/>
                  </a:lnTo>
                  <a:lnTo>
                    <a:pt x="25157" y="7030"/>
                  </a:lnTo>
                  <a:lnTo>
                    <a:pt x="26185" y="7919"/>
                  </a:lnTo>
                  <a:lnTo>
                    <a:pt x="27772" y="10521"/>
                  </a:lnTo>
                  <a:lnTo>
                    <a:pt x="28288" y="11025"/>
                  </a:lnTo>
                  <a:lnTo>
                    <a:pt x="28801" y="11173"/>
                  </a:lnTo>
                  <a:lnTo>
                    <a:pt x="29537" y="10366"/>
                  </a:lnTo>
                  <a:lnTo>
                    <a:pt x="32369" y="7791"/>
                  </a:lnTo>
                  <a:lnTo>
                    <a:pt x="33962" y="6344"/>
                  </a:lnTo>
                  <a:lnTo>
                    <a:pt x="35860" y="4237"/>
                  </a:lnTo>
                  <a:lnTo>
                    <a:pt x="36187" y="3423"/>
                  </a:lnTo>
                  <a:lnTo>
                    <a:pt x="36842" y="220"/>
                  </a:lnTo>
                  <a:lnTo>
                    <a:pt x="37199" y="0"/>
                  </a:lnTo>
                  <a:lnTo>
                    <a:pt x="37681" y="344"/>
                  </a:lnTo>
                  <a:lnTo>
                    <a:pt x="39347" y="3653"/>
                  </a:lnTo>
                  <a:lnTo>
                    <a:pt x="40311" y="5775"/>
                  </a:lnTo>
                  <a:lnTo>
                    <a:pt x="40311" y="6501"/>
                  </a:lnTo>
                  <a:lnTo>
                    <a:pt x="40036" y="7048"/>
                  </a:lnTo>
                  <a:lnTo>
                    <a:pt x="40090" y="7580"/>
                  </a:lnTo>
                  <a:lnTo>
                    <a:pt x="41453" y="8732"/>
                  </a:lnTo>
                  <a:lnTo>
                    <a:pt x="41454" y="9258"/>
                  </a:lnTo>
                  <a:lnTo>
                    <a:pt x="41143" y="10262"/>
                  </a:lnTo>
                  <a:lnTo>
                    <a:pt x="40978" y="10815"/>
                  </a:lnTo>
                  <a:lnTo>
                    <a:pt x="40811" y="11049"/>
                  </a:lnTo>
                  <a:lnTo>
                    <a:pt x="38989" y="13956"/>
                  </a:lnTo>
                  <a:lnTo>
                    <a:pt x="36963" y="17185"/>
                  </a:lnTo>
                  <a:lnTo>
                    <a:pt x="36897" y="17606"/>
                  </a:lnTo>
                  <a:lnTo>
                    <a:pt x="36806" y="18411"/>
                  </a:lnTo>
                  <a:lnTo>
                    <a:pt x="36829" y="19235"/>
                  </a:lnTo>
                  <a:lnTo>
                    <a:pt x="37154" y="19908"/>
                  </a:lnTo>
                  <a:lnTo>
                    <a:pt x="38027" y="20381"/>
                  </a:lnTo>
                  <a:lnTo>
                    <a:pt x="38803" y="20997"/>
                  </a:lnTo>
                  <a:lnTo>
                    <a:pt x="39196" y="22692"/>
                  </a:lnTo>
                  <a:lnTo>
                    <a:pt x="39646" y="24258"/>
                  </a:lnTo>
                  <a:lnTo>
                    <a:pt x="40260" y="24641"/>
                  </a:lnTo>
                  <a:lnTo>
                    <a:pt x="43262" y="23655"/>
                  </a:lnTo>
                  <a:close/>
                </a:path>
              </a:pathLst>
            </a:custGeom>
            <a:solidFill>
              <a:srgbClr val="F6FAF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1" name="pg1420"/>
            <p:cNvSpPr/>
            <p:nvPr/>
          </p:nvSpPr>
          <p:spPr>
            <a:xfrm>
              <a:off x="3979875" y="2478803"/>
              <a:ext cx="1109" cy="10059"/>
            </a:xfrm>
            <a:custGeom>
              <a:avLst/>
              <a:pathLst>
                <a:path w="1109" h="10059">
                  <a:moveTo>
                    <a:pt x="1109" y="8672"/>
                  </a:moveTo>
                  <a:lnTo>
                    <a:pt x="994" y="10059"/>
                  </a:lnTo>
                  <a:lnTo>
                    <a:pt x="333" y="5891"/>
                  </a:lnTo>
                  <a:lnTo>
                    <a:pt x="0" y="1295"/>
                  </a:lnTo>
                  <a:lnTo>
                    <a:pt x="423" y="0"/>
                  </a:lnTo>
                  <a:lnTo>
                    <a:pt x="897" y="73"/>
                  </a:lnTo>
                  <a:lnTo>
                    <a:pt x="446" y="1732"/>
                  </a:lnTo>
                  <a:close/>
                </a:path>
              </a:pathLst>
            </a:custGeom>
            <a:solidFill>
              <a:srgbClr val="C9E0C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2" name="pg1421"/>
            <p:cNvSpPr/>
            <p:nvPr/>
          </p:nvSpPr>
          <p:spPr>
            <a:xfrm>
              <a:off x="3973480" y="2370007"/>
              <a:ext cx="172271" cy="224799"/>
            </a:xfrm>
            <a:custGeom>
              <a:avLst/>
              <a:pathLst>
                <a:path w="172271" h="224799">
                  <a:moveTo>
                    <a:pt x="170967" y="160450"/>
                  </a:moveTo>
                  <a:lnTo>
                    <a:pt x="170353" y="160561"/>
                  </a:lnTo>
                  <a:lnTo>
                    <a:pt x="168871" y="159869"/>
                  </a:lnTo>
                  <a:lnTo>
                    <a:pt x="165923" y="158492"/>
                  </a:lnTo>
                  <a:lnTo>
                    <a:pt x="163391" y="155734"/>
                  </a:lnTo>
                  <a:lnTo>
                    <a:pt x="161738" y="153930"/>
                  </a:lnTo>
                  <a:lnTo>
                    <a:pt x="161480" y="154175"/>
                  </a:lnTo>
                  <a:lnTo>
                    <a:pt x="160739" y="155407"/>
                  </a:lnTo>
                  <a:lnTo>
                    <a:pt x="160229" y="156924"/>
                  </a:lnTo>
                  <a:lnTo>
                    <a:pt x="159825" y="159862"/>
                  </a:lnTo>
                  <a:lnTo>
                    <a:pt x="159178" y="163326"/>
                  </a:lnTo>
                  <a:lnTo>
                    <a:pt x="156115" y="163456"/>
                  </a:lnTo>
                  <a:lnTo>
                    <a:pt x="153507" y="163717"/>
                  </a:lnTo>
                  <a:lnTo>
                    <a:pt x="151824" y="165028"/>
                  </a:lnTo>
                  <a:lnTo>
                    <a:pt x="150176" y="166845"/>
                  </a:lnTo>
                  <a:lnTo>
                    <a:pt x="149763" y="168996"/>
                  </a:lnTo>
                  <a:lnTo>
                    <a:pt x="149406" y="171788"/>
                  </a:lnTo>
                  <a:lnTo>
                    <a:pt x="148445" y="178129"/>
                  </a:lnTo>
                  <a:lnTo>
                    <a:pt x="147571" y="183910"/>
                  </a:lnTo>
                  <a:lnTo>
                    <a:pt x="147123" y="187662"/>
                  </a:lnTo>
                  <a:lnTo>
                    <a:pt x="146455" y="190230"/>
                  </a:lnTo>
                  <a:lnTo>
                    <a:pt x="144591" y="193616"/>
                  </a:lnTo>
                  <a:lnTo>
                    <a:pt x="142474" y="195896"/>
                  </a:lnTo>
                  <a:lnTo>
                    <a:pt x="141351" y="196967"/>
                  </a:lnTo>
                  <a:lnTo>
                    <a:pt x="140853" y="198298"/>
                  </a:lnTo>
                  <a:lnTo>
                    <a:pt x="140744" y="199555"/>
                  </a:lnTo>
                  <a:lnTo>
                    <a:pt x="140345" y="199939"/>
                  </a:lnTo>
                  <a:lnTo>
                    <a:pt x="139473" y="199714"/>
                  </a:lnTo>
                  <a:lnTo>
                    <a:pt x="138552" y="199932"/>
                  </a:lnTo>
                  <a:lnTo>
                    <a:pt x="136530" y="201248"/>
                  </a:lnTo>
                  <a:lnTo>
                    <a:pt x="134341" y="202863"/>
                  </a:lnTo>
                  <a:lnTo>
                    <a:pt x="131717" y="204481"/>
                  </a:lnTo>
                  <a:lnTo>
                    <a:pt x="130221" y="204479"/>
                  </a:lnTo>
                  <a:lnTo>
                    <a:pt x="129624" y="204842"/>
                  </a:lnTo>
                  <a:lnTo>
                    <a:pt x="129364" y="205654"/>
                  </a:lnTo>
                  <a:lnTo>
                    <a:pt x="129624" y="207189"/>
                  </a:lnTo>
                  <a:lnTo>
                    <a:pt x="129878" y="208326"/>
                  </a:lnTo>
                  <a:lnTo>
                    <a:pt x="130109" y="209808"/>
                  </a:lnTo>
                  <a:lnTo>
                    <a:pt x="129495" y="211007"/>
                  </a:lnTo>
                  <a:lnTo>
                    <a:pt x="129066" y="213060"/>
                  </a:lnTo>
                  <a:lnTo>
                    <a:pt x="128730" y="216673"/>
                  </a:lnTo>
                  <a:lnTo>
                    <a:pt x="127800" y="217755"/>
                  </a:lnTo>
                  <a:lnTo>
                    <a:pt x="126310" y="219514"/>
                  </a:lnTo>
                  <a:lnTo>
                    <a:pt x="124660" y="221828"/>
                  </a:lnTo>
                  <a:lnTo>
                    <a:pt x="124239" y="222301"/>
                  </a:lnTo>
                  <a:lnTo>
                    <a:pt x="123294" y="222956"/>
                  </a:lnTo>
                  <a:lnTo>
                    <a:pt x="122350" y="222757"/>
                  </a:lnTo>
                  <a:lnTo>
                    <a:pt x="121494" y="222418"/>
                  </a:lnTo>
                  <a:lnTo>
                    <a:pt x="120565" y="223012"/>
                  </a:lnTo>
                  <a:lnTo>
                    <a:pt x="119604" y="224799"/>
                  </a:lnTo>
                  <a:lnTo>
                    <a:pt x="119158" y="224258"/>
                  </a:lnTo>
                  <a:lnTo>
                    <a:pt x="118934" y="222451"/>
                  </a:lnTo>
                  <a:lnTo>
                    <a:pt x="118450" y="221278"/>
                  </a:lnTo>
                  <a:lnTo>
                    <a:pt x="116946" y="218626"/>
                  </a:lnTo>
                  <a:lnTo>
                    <a:pt x="115657" y="216735"/>
                  </a:lnTo>
                  <a:lnTo>
                    <a:pt x="115098" y="216611"/>
                  </a:lnTo>
                  <a:lnTo>
                    <a:pt x="113915" y="217096"/>
                  </a:lnTo>
                  <a:lnTo>
                    <a:pt x="112437" y="217452"/>
                  </a:lnTo>
                  <a:lnTo>
                    <a:pt x="111234" y="217071"/>
                  </a:lnTo>
                  <a:lnTo>
                    <a:pt x="110281" y="216316"/>
                  </a:lnTo>
                  <a:lnTo>
                    <a:pt x="108806" y="213718"/>
                  </a:lnTo>
                  <a:lnTo>
                    <a:pt x="108269" y="212320"/>
                  </a:lnTo>
                  <a:lnTo>
                    <a:pt x="107867" y="211245"/>
                  </a:lnTo>
                  <a:lnTo>
                    <a:pt x="106859" y="211538"/>
                  </a:lnTo>
                  <a:lnTo>
                    <a:pt x="106577" y="210365"/>
                  </a:lnTo>
                  <a:lnTo>
                    <a:pt x="106536" y="208997"/>
                  </a:lnTo>
                  <a:lnTo>
                    <a:pt x="106818" y="207335"/>
                  </a:lnTo>
                  <a:lnTo>
                    <a:pt x="106739" y="204208"/>
                  </a:lnTo>
                  <a:lnTo>
                    <a:pt x="106175" y="201960"/>
                  </a:lnTo>
                  <a:lnTo>
                    <a:pt x="105530" y="200983"/>
                  </a:lnTo>
                  <a:lnTo>
                    <a:pt x="105609" y="200300"/>
                  </a:lnTo>
                  <a:lnTo>
                    <a:pt x="105891" y="198735"/>
                  </a:lnTo>
                  <a:lnTo>
                    <a:pt x="106254" y="197368"/>
                  </a:lnTo>
                  <a:lnTo>
                    <a:pt x="106250" y="194667"/>
                  </a:lnTo>
                  <a:lnTo>
                    <a:pt x="105800" y="191736"/>
                  </a:lnTo>
                  <a:lnTo>
                    <a:pt x="105620" y="187510"/>
                  </a:lnTo>
                  <a:lnTo>
                    <a:pt x="105737" y="183387"/>
                  </a:lnTo>
                  <a:lnTo>
                    <a:pt x="105124" y="181309"/>
                  </a:lnTo>
                  <a:lnTo>
                    <a:pt x="100106" y="181298"/>
                  </a:lnTo>
                  <a:lnTo>
                    <a:pt x="95638" y="181455"/>
                  </a:lnTo>
                  <a:lnTo>
                    <a:pt x="95387" y="180984"/>
                  </a:lnTo>
                  <a:lnTo>
                    <a:pt x="93652" y="175787"/>
                  </a:lnTo>
                  <a:lnTo>
                    <a:pt x="92244" y="171844"/>
                  </a:lnTo>
                  <a:lnTo>
                    <a:pt x="90853" y="169518"/>
                  </a:lnTo>
                  <a:lnTo>
                    <a:pt x="87666" y="166656"/>
                  </a:lnTo>
                  <a:lnTo>
                    <a:pt x="86143" y="165461"/>
                  </a:lnTo>
                  <a:lnTo>
                    <a:pt x="84836" y="163277"/>
                  </a:lnTo>
                  <a:lnTo>
                    <a:pt x="83769" y="160886"/>
                  </a:lnTo>
                  <a:lnTo>
                    <a:pt x="83493" y="157606"/>
                  </a:lnTo>
                  <a:lnTo>
                    <a:pt x="83276" y="156530"/>
                  </a:lnTo>
                  <a:lnTo>
                    <a:pt x="82969" y="155659"/>
                  </a:lnTo>
                  <a:lnTo>
                    <a:pt x="82632" y="155272"/>
                  </a:lnTo>
                  <a:lnTo>
                    <a:pt x="82226" y="155360"/>
                  </a:lnTo>
                  <a:lnTo>
                    <a:pt x="78526" y="151551"/>
                  </a:lnTo>
                  <a:lnTo>
                    <a:pt x="77042" y="150551"/>
                  </a:lnTo>
                  <a:lnTo>
                    <a:pt x="75645" y="151356"/>
                  </a:lnTo>
                  <a:lnTo>
                    <a:pt x="75028" y="151495"/>
                  </a:lnTo>
                  <a:lnTo>
                    <a:pt x="73813" y="150412"/>
                  </a:lnTo>
                  <a:lnTo>
                    <a:pt x="72415" y="151880"/>
                  </a:lnTo>
                  <a:lnTo>
                    <a:pt x="71817" y="151974"/>
                  </a:lnTo>
                  <a:lnTo>
                    <a:pt x="70982" y="151623"/>
                  </a:lnTo>
                  <a:lnTo>
                    <a:pt x="70293" y="151073"/>
                  </a:lnTo>
                  <a:lnTo>
                    <a:pt x="68430" y="147609"/>
                  </a:lnTo>
                  <a:lnTo>
                    <a:pt x="66867" y="146208"/>
                  </a:lnTo>
                  <a:lnTo>
                    <a:pt x="65741" y="145311"/>
                  </a:lnTo>
                  <a:lnTo>
                    <a:pt x="63577" y="143998"/>
                  </a:lnTo>
                  <a:lnTo>
                    <a:pt x="61266" y="143312"/>
                  </a:lnTo>
                  <a:lnTo>
                    <a:pt x="60082" y="142744"/>
                  </a:lnTo>
                  <a:lnTo>
                    <a:pt x="59228" y="141986"/>
                  </a:lnTo>
                  <a:lnTo>
                    <a:pt x="59009" y="141496"/>
                  </a:lnTo>
                  <a:lnTo>
                    <a:pt x="59021" y="140226"/>
                  </a:lnTo>
                  <a:lnTo>
                    <a:pt x="58956" y="138560"/>
                  </a:lnTo>
                  <a:lnTo>
                    <a:pt x="58672" y="137346"/>
                  </a:lnTo>
                  <a:lnTo>
                    <a:pt x="58088" y="135892"/>
                  </a:lnTo>
                  <a:lnTo>
                    <a:pt x="57276" y="134804"/>
                  </a:lnTo>
                  <a:lnTo>
                    <a:pt x="55880" y="134994"/>
                  </a:lnTo>
                  <a:lnTo>
                    <a:pt x="53779" y="134904"/>
                  </a:lnTo>
                  <a:lnTo>
                    <a:pt x="52170" y="133810"/>
                  </a:lnTo>
                  <a:lnTo>
                    <a:pt x="50894" y="133615"/>
                  </a:lnTo>
                  <a:lnTo>
                    <a:pt x="49360" y="133823"/>
                  </a:lnTo>
                  <a:lnTo>
                    <a:pt x="48100" y="133829"/>
                  </a:lnTo>
                  <a:lnTo>
                    <a:pt x="47201" y="134624"/>
                  </a:lnTo>
                  <a:lnTo>
                    <a:pt x="46680" y="135551"/>
                  </a:lnTo>
                  <a:lnTo>
                    <a:pt x="46349" y="138397"/>
                  </a:lnTo>
                  <a:lnTo>
                    <a:pt x="46045" y="138822"/>
                  </a:lnTo>
                  <a:lnTo>
                    <a:pt x="45518" y="139030"/>
                  </a:lnTo>
                  <a:lnTo>
                    <a:pt x="44816" y="138883"/>
                  </a:lnTo>
                  <a:lnTo>
                    <a:pt x="43343" y="138907"/>
                  </a:lnTo>
                  <a:lnTo>
                    <a:pt x="40796" y="138402"/>
                  </a:lnTo>
                  <a:lnTo>
                    <a:pt x="37592" y="138251"/>
                  </a:lnTo>
                  <a:lnTo>
                    <a:pt x="35184" y="139688"/>
                  </a:lnTo>
                  <a:lnTo>
                    <a:pt x="33281" y="141750"/>
                  </a:lnTo>
                  <a:lnTo>
                    <a:pt x="31464" y="144080"/>
                  </a:lnTo>
                  <a:lnTo>
                    <a:pt x="29325" y="147761"/>
                  </a:lnTo>
                  <a:lnTo>
                    <a:pt x="28698" y="149394"/>
                  </a:lnTo>
                  <a:lnTo>
                    <a:pt x="27437" y="155917"/>
                  </a:lnTo>
                  <a:lnTo>
                    <a:pt x="26879" y="156855"/>
                  </a:lnTo>
                  <a:lnTo>
                    <a:pt x="26151" y="157606"/>
                  </a:lnTo>
                  <a:lnTo>
                    <a:pt x="25411" y="157739"/>
                  </a:lnTo>
                  <a:lnTo>
                    <a:pt x="23945" y="158704"/>
                  </a:lnTo>
                  <a:lnTo>
                    <a:pt x="22009" y="160299"/>
                  </a:lnTo>
                  <a:lnTo>
                    <a:pt x="20690" y="160923"/>
                  </a:lnTo>
                  <a:lnTo>
                    <a:pt x="17309" y="160596"/>
                  </a:lnTo>
                  <a:lnTo>
                    <a:pt x="17110" y="158527"/>
                  </a:lnTo>
                  <a:lnTo>
                    <a:pt x="16501" y="150962"/>
                  </a:lnTo>
                  <a:lnTo>
                    <a:pt x="16205" y="143328"/>
                  </a:lnTo>
                  <a:lnTo>
                    <a:pt x="16225" y="139812"/>
                  </a:lnTo>
                  <a:lnTo>
                    <a:pt x="16577" y="132758"/>
                  </a:lnTo>
                  <a:lnTo>
                    <a:pt x="16550" y="129204"/>
                  </a:lnTo>
                  <a:lnTo>
                    <a:pt x="16406" y="125983"/>
                  </a:lnTo>
                  <a:lnTo>
                    <a:pt x="16546" y="122826"/>
                  </a:lnTo>
                  <a:lnTo>
                    <a:pt x="16816" y="119275"/>
                  </a:lnTo>
                  <a:lnTo>
                    <a:pt x="16958" y="115666"/>
                  </a:lnTo>
                  <a:lnTo>
                    <a:pt x="16755" y="113149"/>
                  </a:lnTo>
                  <a:lnTo>
                    <a:pt x="16100" y="111117"/>
                  </a:lnTo>
                  <a:lnTo>
                    <a:pt x="14993" y="108604"/>
                  </a:lnTo>
                  <a:lnTo>
                    <a:pt x="14818" y="107116"/>
                  </a:lnTo>
                  <a:lnTo>
                    <a:pt x="14755" y="105457"/>
                  </a:lnTo>
                  <a:lnTo>
                    <a:pt x="13695" y="105268"/>
                  </a:lnTo>
                  <a:lnTo>
                    <a:pt x="12742" y="103551"/>
                  </a:lnTo>
                  <a:lnTo>
                    <a:pt x="11957" y="102616"/>
                  </a:lnTo>
                  <a:lnTo>
                    <a:pt x="10267" y="101579"/>
                  </a:lnTo>
                  <a:lnTo>
                    <a:pt x="9420" y="101525"/>
                  </a:lnTo>
                  <a:lnTo>
                    <a:pt x="8646" y="102289"/>
                  </a:lnTo>
                  <a:lnTo>
                    <a:pt x="8077" y="103819"/>
                  </a:lnTo>
                  <a:lnTo>
                    <a:pt x="7680" y="101405"/>
                  </a:lnTo>
                  <a:lnTo>
                    <a:pt x="7689" y="98882"/>
                  </a:lnTo>
                  <a:lnTo>
                    <a:pt x="9040" y="93668"/>
                  </a:lnTo>
                  <a:lnTo>
                    <a:pt x="9885" y="95188"/>
                  </a:lnTo>
                  <a:lnTo>
                    <a:pt x="10917" y="95799"/>
                  </a:lnTo>
                  <a:lnTo>
                    <a:pt x="12230" y="95891"/>
                  </a:lnTo>
                  <a:lnTo>
                    <a:pt x="13518" y="95487"/>
                  </a:lnTo>
                  <a:lnTo>
                    <a:pt x="13266" y="93701"/>
                  </a:lnTo>
                  <a:lnTo>
                    <a:pt x="12668" y="92686"/>
                  </a:lnTo>
                  <a:lnTo>
                    <a:pt x="11924" y="91887"/>
                  </a:lnTo>
                  <a:lnTo>
                    <a:pt x="11658" y="89531"/>
                  </a:lnTo>
                  <a:lnTo>
                    <a:pt x="11753" y="87088"/>
                  </a:lnTo>
                  <a:lnTo>
                    <a:pt x="12107" y="84778"/>
                  </a:lnTo>
                  <a:lnTo>
                    <a:pt x="11705" y="83848"/>
                  </a:lnTo>
                  <a:lnTo>
                    <a:pt x="11094" y="83272"/>
                  </a:lnTo>
                  <a:lnTo>
                    <a:pt x="9685" y="83341"/>
                  </a:lnTo>
                  <a:lnTo>
                    <a:pt x="7857" y="82731"/>
                  </a:lnTo>
                  <a:lnTo>
                    <a:pt x="6016" y="82467"/>
                  </a:lnTo>
                  <a:lnTo>
                    <a:pt x="5585" y="85190"/>
                  </a:lnTo>
                  <a:lnTo>
                    <a:pt x="6601" y="88766"/>
                  </a:lnTo>
                  <a:lnTo>
                    <a:pt x="5740" y="87009"/>
                  </a:lnTo>
                  <a:lnTo>
                    <a:pt x="4928" y="84686"/>
                  </a:lnTo>
                  <a:lnTo>
                    <a:pt x="3788" y="80505"/>
                  </a:lnTo>
                  <a:lnTo>
                    <a:pt x="3053" y="75606"/>
                  </a:lnTo>
                  <a:lnTo>
                    <a:pt x="2922" y="70318"/>
                  </a:lnTo>
                  <a:lnTo>
                    <a:pt x="3545" y="65945"/>
                  </a:lnTo>
                  <a:lnTo>
                    <a:pt x="4339" y="61840"/>
                  </a:lnTo>
                  <a:lnTo>
                    <a:pt x="4818" y="56585"/>
                  </a:lnTo>
                  <a:lnTo>
                    <a:pt x="5479" y="51426"/>
                  </a:lnTo>
                  <a:lnTo>
                    <a:pt x="6140" y="53737"/>
                  </a:lnTo>
                  <a:lnTo>
                    <a:pt x="6894" y="55809"/>
                  </a:lnTo>
                  <a:lnTo>
                    <a:pt x="7938" y="57724"/>
                  </a:lnTo>
                  <a:lnTo>
                    <a:pt x="8508" y="58181"/>
                  </a:lnTo>
                  <a:lnTo>
                    <a:pt x="10225" y="58972"/>
                  </a:lnTo>
                  <a:lnTo>
                    <a:pt x="11331" y="58675"/>
                  </a:lnTo>
                  <a:lnTo>
                    <a:pt x="12509" y="57544"/>
                  </a:lnTo>
                  <a:lnTo>
                    <a:pt x="13666" y="57914"/>
                  </a:lnTo>
                  <a:lnTo>
                    <a:pt x="14623" y="60044"/>
                  </a:lnTo>
                  <a:lnTo>
                    <a:pt x="15476" y="62431"/>
                  </a:lnTo>
                  <a:lnTo>
                    <a:pt x="16771" y="62933"/>
                  </a:lnTo>
                  <a:lnTo>
                    <a:pt x="19438" y="61207"/>
                  </a:lnTo>
                  <a:lnTo>
                    <a:pt x="20707" y="60813"/>
                  </a:lnTo>
                  <a:lnTo>
                    <a:pt x="21808" y="61602"/>
                  </a:lnTo>
                  <a:lnTo>
                    <a:pt x="22376" y="61748"/>
                  </a:lnTo>
                  <a:lnTo>
                    <a:pt x="22954" y="61615"/>
                  </a:lnTo>
                  <a:lnTo>
                    <a:pt x="22453" y="59497"/>
                  </a:lnTo>
                  <a:lnTo>
                    <a:pt x="22248" y="57440"/>
                  </a:lnTo>
                  <a:lnTo>
                    <a:pt x="22918" y="56352"/>
                  </a:lnTo>
                  <a:lnTo>
                    <a:pt x="25023" y="57508"/>
                  </a:lnTo>
                  <a:lnTo>
                    <a:pt x="26363" y="56737"/>
                  </a:lnTo>
                  <a:lnTo>
                    <a:pt x="26704" y="56303"/>
                  </a:lnTo>
                  <a:lnTo>
                    <a:pt x="27009" y="55769"/>
                  </a:lnTo>
                  <a:lnTo>
                    <a:pt x="27170" y="53991"/>
                  </a:lnTo>
                  <a:lnTo>
                    <a:pt x="27105" y="52168"/>
                  </a:lnTo>
                  <a:lnTo>
                    <a:pt x="26932" y="50449"/>
                  </a:lnTo>
                  <a:lnTo>
                    <a:pt x="26539" y="48941"/>
                  </a:lnTo>
                  <a:lnTo>
                    <a:pt x="25572" y="46832"/>
                  </a:lnTo>
                  <a:lnTo>
                    <a:pt x="21823" y="41804"/>
                  </a:lnTo>
                  <a:lnTo>
                    <a:pt x="20562" y="39798"/>
                  </a:lnTo>
                  <a:lnTo>
                    <a:pt x="19511" y="37204"/>
                  </a:lnTo>
                  <a:lnTo>
                    <a:pt x="18841" y="33541"/>
                  </a:lnTo>
                  <a:lnTo>
                    <a:pt x="18297" y="29723"/>
                  </a:lnTo>
                  <a:lnTo>
                    <a:pt x="17792" y="26889"/>
                  </a:lnTo>
                  <a:lnTo>
                    <a:pt x="16484" y="20309"/>
                  </a:lnTo>
                  <a:lnTo>
                    <a:pt x="15975" y="19527"/>
                  </a:lnTo>
                  <a:lnTo>
                    <a:pt x="15337" y="19179"/>
                  </a:lnTo>
                  <a:lnTo>
                    <a:pt x="13784" y="18973"/>
                  </a:lnTo>
                  <a:lnTo>
                    <a:pt x="12212" y="19452"/>
                  </a:lnTo>
                  <a:lnTo>
                    <a:pt x="9641" y="20584"/>
                  </a:lnTo>
                  <a:lnTo>
                    <a:pt x="8169" y="20231"/>
                  </a:lnTo>
                  <a:lnTo>
                    <a:pt x="7488" y="20932"/>
                  </a:lnTo>
                  <a:lnTo>
                    <a:pt x="5803" y="23705"/>
                  </a:lnTo>
                  <a:lnTo>
                    <a:pt x="5014" y="26083"/>
                  </a:lnTo>
                  <a:lnTo>
                    <a:pt x="3912" y="31518"/>
                  </a:lnTo>
                  <a:lnTo>
                    <a:pt x="4748" y="33270"/>
                  </a:lnTo>
                  <a:lnTo>
                    <a:pt x="4733" y="34418"/>
                  </a:lnTo>
                  <a:lnTo>
                    <a:pt x="4098" y="42449"/>
                  </a:lnTo>
                  <a:lnTo>
                    <a:pt x="4484" y="46344"/>
                  </a:lnTo>
                  <a:lnTo>
                    <a:pt x="4345" y="46633"/>
                  </a:lnTo>
                  <a:lnTo>
                    <a:pt x="4042" y="45730"/>
                  </a:lnTo>
                  <a:lnTo>
                    <a:pt x="3088" y="41753"/>
                  </a:lnTo>
                  <a:lnTo>
                    <a:pt x="1407" y="36907"/>
                  </a:lnTo>
                  <a:lnTo>
                    <a:pt x="0" y="29492"/>
                  </a:lnTo>
                  <a:lnTo>
                    <a:pt x="2474" y="24646"/>
                  </a:lnTo>
                  <a:lnTo>
                    <a:pt x="4590" y="21212"/>
                  </a:lnTo>
                  <a:lnTo>
                    <a:pt x="6320" y="19140"/>
                  </a:lnTo>
                  <a:lnTo>
                    <a:pt x="6849" y="18636"/>
                  </a:lnTo>
                  <a:lnTo>
                    <a:pt x="9216" y="16919"/>
                  </a:lnTo>
                  <a:lnTo>
                    <a:pt x="12271" y="15371"/>
                  </a:lnTo>
                  <a:lnTo>
                    <a:pt x="14521" y="14230"/>
                  </a:lnTo>
                  <a:lnTo>
                    <a:pt x="17458" y="13257"/>
                  </a:lnTo>
                  <a:lnTo>
                    <a:pt x="18418" y="13077"/>
                  </a:lnTo>
                  <a:lnTo>
                    <a:pt x="19830" y="13097"/>
                  </a:lnTo>
                  <a:lnTo>
                    <a:pt x="20975" y="14014"/>
                  </a:lnTo>
                  <a:lnTo>
                    <a:pt x="21669" y="14729"/>
                  </a:lnTo>
                  <a:lnTo>
                    <a:pt x="24118" y="17678"/>
                  </a:lnTo>
                  <a:lnTo>
                    <a:pt x="26617" y="20691"/>
                  </a:lnTo>
                  <a:lnTo>
                    <a:pt x="28761" y="24031"/>
                  </a:lnTo>
                  <a:lnTo>
                    <a:pt x="29369" y="25393"/>
                  </a:lnTo>
                  <a:lnTo>
                    <a:pt x="29709" y="27021"/>
                  </a:lnTo>
                  <a:lnTo>
                    <a:pt x="29962" y="28616"/>
                  </a:lnTo>
                  <a:lnTo>
                    <a:pt x="31784" y="33678"/>
                  </a:lnTo>
                  <a:lnTo>
                    <a:pt x="32521" y="35997"/>
                  </a:lnTo>
                  <a:lnTo>
                    <a:pt x="33584" y="39015"/>
                  </a:lnTo>
                  <a:lnTo>
                    <a:pt x="34439" y="40484"/>
                  </a:lnTo>
                  <a:lnTo>
                    <a:pt x="35276" y="42300"/>
                  </a:lnTo>
                  <a:lnTo>
                    <a:pt x="35836" y="43796"/>
                  </a:lnTo>
                  <a:lnTo>
                    <a:pt x="36478" y="44506"/>
                  </a:lnTo>
                  <a:lnTo>
                    <a:pt x="37187" y="44788"/>
                  </a:lnTo>
                  <a:lnTo>
                    <a:pt x="38813" y="44313"/>
                  </a:lnTo>
                  <a:lnTo>
                    <a:pt x="40768" y="43368"/>
                  </a:lnTo>
                  <a:lnTo>
                    <a:pt x="41937" y="42974"/>
                  </a:lnTo>
                  <a:lnTo>
                    <a:pt x="42455" y="43030"/>
                  </a:lnTo>
                  <a:lnTo>
                    <a:pt x="45679" y="43367"/>
                  </a:lnTo>
                  <a:lnTo>
                    <a:pt x="48578" y="43668"/>
                  </a:lnTo>
                  <a:lnTo>
                    <a:pt x="52158" y="44042"/>
                  </a:lnTo>
                  <a:lnTo>
                    <a:pt x="53221" y="44392"/>
                  </a:lnTo>
                  <a:lnTo>
                    <a:pt x="54500" y="44717"/>
                  </a:lnTo>
                  <a:lnTo>
                    <a:pt x="55136" y="44766"/>
                  </a:lnTo>
                  <a:lnTo>
                    <a:pt x="55700" y="43472"/>
                  </a:lnTo>
                  <a:lnTo>
                    <a:pt x="56073" y="42762"/>
                  </a:lnTo>
                  <a:lnTo>
                    <a:pt x="56365" y="42201"/>
                  </a:lnTo>
                  <a:lnTo>
                    <a:pt x="56305" y="41566"/>
                  </a:lnTo>
                  <a:lnTo>
                    <a:pt x="55851" y="41028"/>
                  </a:lnTo>
                  <a:lnTo>
                    <a:pt x="55138" y="39237"/>
                  </a:lnTo>
                  <a:lnTo>
                    <a:pt x="54732" y="32773"/>
                  </a:lnTo>
                  <a:lnTo>
                    <a:pt x="54479" y="27241"/>
                  </a:lnTo>
                  <a:lnTo>
                    <a:pt x="55328" y="25519"/>
                  </a:lnTo>
                  <a:lnTo>
                    <a:pt x="56301" y="24269"/>
                  </a:lnTo>
                  <a:lnTo>
                    <a:pt x="57705" y="20506"/>
                  </a:lnTo>
                  <a:lnTo>
                    <a:pt x="58459" y="19345"/>
                  </a:lnTo>
                  <a:lnTo>
                    <a:pt x="59569" y="18384"/>
                  </a:lnTo>
                  <a:lnTo>
                    <a:pt x="63279" y="18133"/>
                  </a:lnTo>
                  <a:lnTo>
                    <a:pt x="64840" y="17393"/>
                  </a:lnTo>
                  <a:lnTo>
                    <a:pt x="65349" y="16175"/>
                  </a:lnTo>
                  <a:lnTo>
                    <a:pt x="66171" y="13097"/>
                  </a:lnTo>
                  <a:lnTo>
                    <a:pt x="66442" y="10591"/>
                  </a:lnTo>
                  <a:lnTo>
                    <a:pt x="66903" y="9446"/>
                  </a:lnTo>
                  <a:lnTo>
                    <a:pt x="67456" y="8593"/>
                  </a:lnTo>
                  <a:lnTo>
                    <a:pt x="68024" y="8626"/>
                  </a:lnTo>
                  <a:lnTo>
                    <a:pt x="69123" y="9363"/>
                  </a:lnTo>
                  <a:lnTo>
                    <a:pt x="69957" y="9773"/>
                  </a:lnTo>
                  <a:lnTo>
                    <a:pt x="70552" y="10330"/>
                  </a:lnTo>
                  <a:lnTo>
                    <a:pt x="71092" y="11215"/>
                  </a:lnTo>
                  <a:lnTo>
                    <a:pt x="71620" y="12756"/>
                  </a:lnTo>
                  <a:lnTo>
                    <a:pt x="71700" y="13770"/>
                  </a:lnTo>
                  <a:lnTo>
                    <a:pt x="71943" y="14360"/>
                  </a:lnTo>
                  <a:lnTo>
                    <a:pt x="72362" y="14371"/>
                  </a:lnTo>
                  <a:lnTo>
                    <a:pt x="72674" y="14380"/>
                  </a:lnTo>
                  <a:lnTo>
                    <a:pt x="72886" y="14156"/>
                  </a:lnTo>
                  <a:lnTo>
                    <a:pt x="73025" y="13640"/>
                  </a:lnTo>
                  <a:lnTo>
                    <a:pt x="72917" y="12952"/>
                  </a:lnTo>
                  <a:lnTo>
                    <a:pt x="72200" y="10985"/>
                  </a:lnTo>
                  <a:lnTo>
                    <a:pt x="70622" y="7421"/>
                  </a:lnTo>
                  <a:lnTo>
                    <a:pt x="69592" y="5971"/>
                  </a:lnTo>
                  <a:lnTo>
                    <a:pt x="69079" y="5185"/>
                  </a:lnTo>
                  <a:lnTo>
                    <a:pt x="68951" y="4443"/>
                  </a:lnTo>
                  <a:lnTo>
                    <a:pt x="69620" y="3314"/>
                  </a:lnTo>
                  <a:lnTo>
                    <a:pt x="70269" y="2670"/>
                  </a:lnTo>
                  <a:lnTo>
                    <a:pt x="71408" y="3153"/>
                  </a:lnTo>
                  <a:lnTo>
                    <a:pt x="72919" y="3416"/>
                  </a:lnTo>
                  <a:lnTo>
                    <a:pt x="73592" y="2852"/>
                  </a:lnTo>
                  <a:lnTo>
                    <a:pt x="74283" y="0"/>
                  </a:lnTo>
                  <a:lnTo>
                    <a:pt x="76001" y="3022"/>
                  </a:lnTo>
                  <a:lnTo>
                    <a:pt x="77792" y="6411"/>
                  </a:lnTo>
                  <a:lnTo>
                    <a:pt x="78449" y="7038"/>
                  </a:lnTo>
                  <a:lnTo>
                    <a:pt x="79728" y="7397"/>
                  </a:lnTo>
                  <a:lnTo>
                    <a:pt x="80792" y="7525"/>
                  </a:lnTo>
                  <a:lnTo>
                    <a:pt x="81236" y="7890"/>
                  </a:lnTo>
                  <a:lnTo>
                    <a:pt x="81718" y="8769"/>
                  </a:lnTo>
                  <a:lnTo>
                    <a:pt x="82662" y="12478"/>
                  </a:lnTo>
                  <a:lnTo>
                    <a:pt x="83609" y="13449"/>
                  </a:lnTo>
                  <a:lnTo>
                    <a:pt x="84789" y="14152"/>
                  </a:lnTo>
                  <a:lnTo>
                    <a:pt x="88585" y="14092"/>
                  </a:lnTo>
                  <a:lnTo>
                    <a:pt x="89752" y="14281"/>
                  </a:lnTo>
                  <a:lnTo>
                    <a:pt x="90705" y="16028"/>
                  </a:lnTo>
                  <a:lnTo>
                    <a:pt x="91298" y="16746"/>
                  </a:lnTo>
                  <a:lnTo>
                    <a:pt x="91552" y="17364"/>
                  </a:lnTo>
                  <a:lnTo>
                    <a:pt x="91488" y="18134"/>
                  </a:lnTo>
                  <a:lnTo>
                    <a:pt x="91255" y="19110"/>
                  </a:lnTo>
                  <a:lnTo>
                    <a:pt x="91225" y="20991"/>
                  </a:lnTo>
                  <a:lnTo>
                    <a:pt x="91163" y="22447"/>
                  </a:lnTo>
                  <a:lnTo>
                    <a:pt x="90861" y="23138"/>
                  </a:lnTo>
                  <a:lnTo>
                    <a:pt x="90769" y="23784"/>
                  </a:lnTo>
                  <a:lnTo>
                    <a:pt x="91023" y="24350"/>
                  </a:lnTo>
                  <a:lnTo>
                    <a:pt x="92782" y="25738"/>
                  </a:lnTo>
                  <a:lnTo>
                    <a:pt x="93374" y="27227"/>
                  </a:lnTo>
                  <a:lnTo>
                    <a:pt x="93820" y="27895"/>
                  </a:lnTo>
                  <a:lnTo>
                    <a:pt x="93926" y="28820"/>
                  </a:lnTo>
                  <a:lnTo>
                    <a:pt x="93628" y="29436"/>
                  </a:lnTo>
                  <a:lnTo>
                    <a:pt x="92802" y="29129"/>
                  </a:lnTo>
                  <a:lnTo>
                    <a:pt x="92400" y="30104"/>
                  </a:lnTo>
                  <a:lnTo>
                    <a:pt x="92400" y="31851"/>
                  </a:lnTo>
                  <a:lnTo>
                    <a:pt x="92990" y="33493"/>
                  </a:lnTo>
                  <a:lnTo>
                    <a:pt x="93160" y="34995"/>
                  </a:lnTo>
                  <a:lnTo>
                    <a:pt x="92771" y="36441"/>
                  </a:lnTo>
                  <a:lnTo>
                    <a:pt x="92316" y="38480"/>
                  </a:lnTo>
                  <a:lnTo>
                    <a:pt x="92300" y="39924"/>
                  </a:lnTo>
                  <a:lnTo>
                    <a:pt x="92571" y="40749"/>
                  </a:lnTo>
                  <a:lnTo>
                    <a:pt x="93916" y="42240"/>
                  </a:lnTo>
                  <a:lnTo>
                    <a:pt x="97024" y="46002"/>
                  </a:lnTo>
                  <a:lnTo>
                    <a:pt x="97738" y="46164"/>
                  </a:lnTo>
                  <a:lnTo>
                    <a:pt x="100678" y="45290"/>
                  </a:lnTo>
                  <a:lnTo>
                    <a:pt x="102047" y="45203"/>
                  </a:lnTo>
                  <a:lnTo>
                    <a:pt x="102852" y="45785"/>
                  </a:lnTo>
                  <a:lnTo>
                    <a:pt x="105127" y="46320"/>
                  </a:lnTo>
                  <a:lnTo>
                    <a:pt x="105851" y="46920"/>
                  </a:lnTo>
                  <a:lnTo>
                    <a:pt x="106620" y="46961"/>
                  </a:lnTo>
                  <a:lnTo>
                    <a:pt x="107674" y="46786"/>
                  </a:lnTo>
                  <a:lnTo>
                    <a:pt x="108388" y="45101"/>
                  </a:lnTo>
                  <a:lnTo>
                    <a:pt x="108752" y="44717"/>
                  </a:lnTo>
                  <a:lnTo>
                    <a:pt x="109073" y="44437"/>
                  </a:lnTo>
                  <a:lnTo>
                    <a:pt x="109722" y="44394"/>
                  </a:lnTo>
                  <a:lnTo>
                    <a:pt x="111521" y="45464"/>
                  </a:lnTo>
                  <a:lnTo>
                    <a:pt x="113414" y="47722"/>
                  </a:lnTo>
                  <a:lnTo>
                    <a:pt x="114669" y="49783"/>
                  </a:lnTo>
                  <a:lnTo>
                    <a:pt x="115286" y="51647"/>
                  </a:lnTo>
                  <a:lnTo>
                    <a:pt x="116067" y="55690"/>
                  </a:lnTo>
                  <a:lnTo>
                    <a:pt x="117011" y="61910"/>
                  </a:lnTo>
                  <a:lnTo>
                    <a:pt x="118150" y="66108"/>
                  </a:lnTo>
                  <a:lnTo>
                    <a:pt x="119485" y="68287"/>
                  </a:lnTo>
                  <a:lnTo>
                    <a:pt x="120423" y="72288"/>
                  </a:lnTo>
                  <a:lnTo>
                    <a:pt x="121235" y="81030"/>
                  </a:lnTo>
                  <a:lnTo>
                    <a:pt x="121742" y="82820"/>
                  </a:lnTo>
                  <a:lnTo>
                    <a:pt x="122257" y="83753"/>
                  </a:lnTo>
                  <a:lnTo>
                    <a:pt x="123783" y="86282"/>
                  </a:lnTo>
                  <a:lnTo>
                    <a:pt x="126905" y="90469"/>
                  </a:lnTo>
                  <a:lnTo>
                    <a:pt x="128748" y="92940"/>
                  </a:lnTo>
                  <a:lnTo>
                    <a:pt x="131598" y="96889"/>
                  </a:lnTo>
                  <a:lnTo>
                    <a:pt x="134208" y="100507"/>
                  </a:lnTo>
                  <a:lnTo>
                    <a:pt x="136825" y="106090"/>
                  </a:lnTo>
                  <a:lnTo>
                    <a:pt x="137347" y="106905"/>
                  </a:lnTo>
                  <a:lnTo>
                    <a:pt x="139649" y="109925"/>
                  </a:lnTo>
                  <a:lnTo>
                    <a:pt x="142211" y="113020"/>
                  </a:lnTo>
                  <a:lnTo>
                    <a:pt x="144005" y="112320"/>
                  </a:lnTo>
                  <a:lnTo>
                    <a:pt x="146707" y="117080"/>
                  </a:lnTo>
                  <a:lnTo>
                    <a:pt x="147806" y="118846"/>
                  </a:lnTo>
                  <a:lnTo>
                    <a:pt x="148270" y="119449"/>
                  </a:lnTo>
                  <a:lnTo>
                    <a:pt x="150229" y="121328"/>
                  </a:lnTo>
                  <a:lnTo>
                    <a:pt x="153349" y="125258"/>
                  </a:lnTo>
                  <a:lnTo>
                    <a:pt x="157285" y="130891"/>
                  </a:lnTo>
                  <a:lnTo>
                    <a:pt x="159884" y="134149"/>
                  </a:lnTo>
                  <a:lnTo>
                    <a:pt x="160591" y="134528"/>
                  </a:lnTo>
                  <a:lnTo>
                    <a:pt x="161293" y="134510"/>
                  </a:lnTo>
                  <a:lnTo>
                    <a:pt x="162045" y="133810"/>
                  </a:lnTo>
                  <a:lnTo>
                    <a:pt x="162861" y="133257"/>
                  </a:lnTo>
                  <a:lnTo>
                    <a:pt x="164251" y="133982"/>
                  </a:lnTo>
                  <a:lnTo>
                    <a:pt x="165757" y="135284"/>
                  </a:lnTo>
                  <a:lnTo>
                    <a:pt x="166712" y="136273"/>
                  </a:lnTo>
                  <a:lnTo>
                    <a:pt x="167815" y="137710"/>
                  </a:lnTo>
                  <a:lnTo>
                    <a:pt x="168689" y="139066"/>
                  </a:lnTo>
                  <a:lnTo>
                    <a:pt x="169352" y="139694"/>
                  </a:lnTo>
                  <a:lnTo>
                    <a:pt x="171603" y="140880"/>
                  </a:lnTo>
                  <a:lnTo>
                    <a:pt x="171990" y="141591"/>
                  </a:lnTo>
                  <a:lnTo>
                    <a:pt x="172235" y="142385"/>
                  </a:lnTo>
                  <a:lnTo>
                    <a:pt x="172271" y="143207"/>
                  </a:lnTo>
                  <a:lnTo>
                    <a:pt x="171007" y="147530"/>
                  </a:lnTo>
                  <a:lnTo>
                    <a:pt x="170834" y="153043"/>
                  </a:lnTo>
                  <a:lnTo>
                    <a:pt x="170825" y="157194"/>
                  </a:lnTo>
                  <a:close/>
                </a:path>
              </a:pathLst>
            </a:custGeom>
            <a:solidFill>
              <a:srgbClr val="C9E0C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3" name="pg1422"/>
            <p:cNvSpPr/>
            <p:nvPr/>
          </p:nvSpPr>
          <p:spPr>
            <a:xfrm>
              <a:off x="4845384" y="3905636"/>
              <a:ext cx="4973" cy="7020"/>
            </a:xfrm>
            <a:custGeom>
              <a:avLst/>
              <a:pathLst>
                <a:path w="4973" h="7020">
                  <a:moveTo>
                    <a:pt x="0" y="4469"/>
                  </a:moveTo>
                  <a:lnTo>
                    <a:pt x="1971" y="1944"/>
                  </a:lnTo>
                  <a:lnTo>
                    <a:pt x="4973" y="0"/>
                  </a:lnTo>
                  <a:lnTo>
                    <a:pt x="4898" y="1425"/>
                  </a:lnTo>
                  <a:lnTo>
                    <a:pt x="4590" y="3664"/>
                  </a:lnTo>
                  <a:lnTo>
                    <a:pt x="4135" y="4715"/>
                  </a:lnTo>
                  <a:lnTo>
                    <a:pt x="3449" y="6602"/>
                  </a:lnTo>
                  <a:lnTo>
                    <a:pt x="2997" y="7020"/>
                  </a:lnTo>
                  <a:lnTo>
                    <a:pt x="1197" y="6605"/>
                  </a:lnTo>
                  <a:lnTo>
                    <a:pt x="965" y="6879"/>
                  </a:lnTo>
                  <a:lnTo>
                    <a:pt x="655" y="6680"/>
                  </a:lnTo>
                  <a:lnTo>
                    <a:pt x="196" y="5468"/>
                  </a:lnTo>
                  <a:close/>
                </a:path>
              </a:pathLst>
            </a:custGeom>
            <a:solidFill>
              <a:srgbClr val="D2E5C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4" name="pg1423"/>
            <p:cNvSpPr/>
            <p:nvPr/>
          </p:nvSpPr>
          <p:spPr>
            <a:xfrm>
              <a:off x="4856093" y="3879792"/>
              <a:ext cx="29018" cy="35346"/>
            </a:xfrm>
            <a:custGeom>
              <a:avLst/>
              <a:pathLst>
                <a:path w="29018" h="35346">
                  <a:moveTo>
                    <a:pt x="1866" y="35346"/>
                  </a:moveTo>
                  <a:lnTo>
                    <a:pt x="1444" y="31502"/>
                  </a:lnTo>
                  <a:lnTo>
                    <a:pt x="998" y="29852"/>
                  </a:lnTo>
                  <a:lnTo>
                    <a:pt x="648" y="28914"/>
                  </a:lnTo>
                  <a:lnTo>
                    <a:pt x="530" y="27745"/>
                  </a:lnTo>
                  <a:lnTo>
                    <a:pt x="549" y="26536"/>
                  </a:lnTo>
                  <a:lnTo>
                    <a:pt x="761" y="25979"/>
                  </a:lnTo>
                  <a:lnTo>
                    <a:pt x="2260" y="25829"/>
                  </a:lnTo>
                  <a:lnTo>
                    <a:pt x="2856" y="23852"/>
                  </a:lnTo>
                  <a:lnTo>
                    <a:pt x="2851" y="21477"/>
                  </a:lnTo>
                  <a:lnTo>
                    <a:pt x="2551" y="20675"/>
                  </a:lnTo>
                  <a:lnTo>
                    <a:pt x="2259" y="20338"/>
                  </a:lnTo>
                  <a:lnTo>
                    <a:pt x="709" y="22118"/>
                  </a:lnTo>
                  <a:lnTo>
                    <a:pt x="265" y="21798"/>
                  </a:lnTo>
                  <a:lnTo>
                    <a:pt x="0" y="21151"/>
                  </a:lnTo>
                  <a:lnTo>
                    <a:pt x="88" y="18520"/>
                  </a:lnTo>
                  <a:lnTo>
                    <a:pt x="1364" y="16055"/>
                  </a:lnTo>
                  <a:lnTo>
                    <a:pt x="2445" y="11591"/>
                  </a:lnTo>
                  <a:lnTo>
                    <a:pt x="3205" y="9814"/>
                  </a:lnTo>
                  <a:lnTo>
                    <a:pt x="4973" y="8143"/>
                  </a:lnTo>
                  <a:lnTo>
                    <a:pt x="5689" y="7672"/>
                  </a:lnTo>
                  <a:lnTo>
                    <a:pt x="10837" y="5214"/>
                  </a:lnTo>
                  <a:lnTo>
                    <a:pt x="12065" y="5047"/>
                  </a:lnTo>
                  <a:lnTo>
                    <a:pt x="15329" y="5119"/>
                  </a:lnTo>
                  <a:lnTo>
                    <a:pt x="19694" y="4582"/>
                  </a:lnTo>
                  <a:lnTo>
                    <a:pt x="20775" y="4247"/>
                  </a:lnTo>
                  <a:lnTo>
                    <a:pt x="22175" y="3162"/>
                  </a:lnTo>
                  <a:lnTo>
                    <a:pt x="23529" y="1820"/>
                  </a:lnTo>
                  <a:lnTo>
                    <a:pt x="24248" y="764"/>
                  </a:lnTo>
                  <a:lnTo>
                    <a:pt x="25000" y="0"/>
                  </a:lnTo>
                  <a:lnTo>
                    <a:pt x="26122" y="960"/>
                  </a:lnTo>
                  <a:lnTo>
                    <a:pt x="28028" y="1690"/>
                  </a:lnTo>
                  <a:lnTo>
                    <a:pt x="28542" y="2328"/>
                  </a:lnTo>
                  <a:lnTo>
                    <a:pt x="29018" y="3214"/>
                  </a:lnTo>
                  <a:lnTo>
                    <a:pt x="26805" y="7915"/>
                  </a:lnTo>
                  <a:lnTo>
                    <a:pt x="24376" y="11805"/>
                  </a:lnTo>
                  <a:lnTo>
                    <a:pt x="22880" y="12982"/>
                  </a:lnTo>
                  <a:lnTo>
                    <a:pt x="21332" y="13778"/>
                  </a:lnTo>
                  <a:lnTo>
                    <a:pt x="20151" y="15282"/>
                  </a:lnTo>
                  <a:lnTo>
                    <a:pt x="19156" y="17639"/>
                  </a:lnTo>
                  <a:lnTo>
                    <a:pt x="17884" y="18967"/>
                  </a:lnTo>
                  <a:lnTo>
                    <a:pt x="16449" y="19414"/>
                  </a:lnTo>
                  <a:lnTo>
                    <a:pt x="15224" y="20121"/>
                  </a:lnTo>
                  <a:lnTo>
                    <a:pt x="14113" y="21506"/>
                  </a:lnTo>
                  <a:lnTo>
                    <a:pt x="12565" y="23881"/>
                  </a:lnTo>
                  <a:lnTo>
                    <a:pt x="11939" y="24124"/>
                  </a:lnTo>
                  <a:lnTo>
                    <a:pt x="11276" y="24066"/>
                  </a:lnTo>
                  <a:lnTo>
                    <a:pt x="9995" y="24975"/>
                  </a:lnTo>
                  <a:lnTo>
                    <a:pt x="6008" y="28368"/>
                  </a:lnTo>
                  <a:lnTo>
                    <a:pt x="3597" y="32143"/>
                  </a:lnTo>
                  <a:close/>
                </a:path>
              </a:pathLst>
            </a:custGeom>
            <a:solidFill>
              <a:srgbClr val="D2E5C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5" name="pg1424"/>
            <p:cNvSpPr/>
            <p:nvPr/>
          </p:nvSpPr>
          <p:spPr>
            <a:xfrm>
              <a:off x="4863309" y="3874597"/>
              <a:ext cx="1693" cy="5078"/>
            </a:xfrm>
            <a:custGeom>
              <a:avLst/>
              <a:pathLst>
                <a:path w="1693" h="5078">
                  <a:moveTo>
                    <a:pt x="1693" y="0"/>
                  </a:moveTo>
                  <a:lnTo>
                    <a:pt x="881" y="5078"/>
                  </a:lnTo>
                  <a:lnTo>
                    <a:pt x="0" y="3993"/>
                  </a:lnTo>
                  <a:lnTo>
                    <a:pt x="937" y="1142"/>
                  </a:lnTo>
                  <a:lnTo>
                    <a:pt x="1388" y="297"/>
                  </a:lnTo>
                  <a:close/>
                </a:path>
              </a:pathLst>
            </a:custGeom>
            <a:solidFill>
              <a:srgbClr val="D2E5C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6" name="pg1425"/>
            <p:cNvSpPr/>
            <p:nvPr/>
          </p:nvSpPr>
          <p:spPr>
            <a:xfrm>
              <a:off x="1201294" y="4263479"/>
              <a:ext cx="728" cy="4435"/>
            </a:xfrm>
            <a:custGeom>
              <a:avLst/>
              <a:pathLst>
                <a:path w="728" h="4435">
                  <a:moveTo>
                    <a:pt x="728" y="0"/>
                  </a:moveTo>
                  <a:lnTo>
                    <a:pt x="661" y="4435"/>
                  </a:lnTo>
                  <a:lnTo>
                    <a:pt x="66" y="2400"/>
                  </a:lnTo>
                  <a:lnTo>
                    <a:pt x="0" y="1457"/>
                  </a:lnTo>
                  <a:close/>
                </a:path>
              </a:pathLst>
            </a:custGeom>
            <a:solidFill>
              <a:srgbClr val="ECF4E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7" name="pg1426"/>
            <p:cNvSpPr/>
            <p:nvPr/>
          </p:nvSpPr>
          <p:spPr>
            <a:xfrm>
              <a:off x="1196548" y="4256617"/>
              <a:ext cx="3463" cy="5774"/>
            </a:xfrm>
            <a:custGeom>
              <a:avLst/>
              <a:pathLst>
                <a:path w="3463" h="5774">
                  <a:moveTo>
                    <a:pt x="2442" y="2986"/>
                  </a:moveTo>
                  <a:lnTo>
                    <a:pt x="2616" y="2989"/>
                  </a:lnTo>
                  <a:lnTo>
                    <a:pt x="2808" y="2112"/>
                  </a:lnTo>
                  <a:lnTo>
                    <a:pt x="3463" y="1794"/>
                  </a:lnTo>
                  <a:lnTo>
                    <a:pt x="3391" y="2732"/>
                  </a:lnTo>
                  <a:lnTo>
                    <a:pt x="2507" y="5774"/>
                  </a:lnTo>
                  <a:lnTo>
                    <a:pt x="1949" y="4585"/>
                  </a:lnTo>
                  <a:lnTo>
                    <a:pt x="327" y="2643"/>
                  </a:lnTo>
                  <a:lnTo>
                    <a:pt x="0" y="1139"/>
                  </a:lnTo>
                  <a:lnTo>
                    <a:pt x="539" y="0"/>
                  </a:lnTo>
                  <a:lnTo>
                    <a:pt x="484" y="917"/>
                  </a:lnTo>
                  <a:lnTo>
                    <a:pt x="754" y="1333"/>
                  </a:lnTo>
                  <a:lnTo>
                    <a:pt x="1669" y="1491"/>
                  </a:lnTo>
                  <a:lnTo>
                    <a:pt x="2490" y="2311"/>
                  </a:lnTo>
                  <a:lnTo>
                    <a:pt x="1981" y="2582"/>
                  </a:lnTo>
                  <a:close/>
                </a:path>
              </a:pathLst>
            </a:custGeom>
            <a:solidFill>
              <a:srgbClr val="ECF4E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8" name="pg1427"/>
            <p:cNvSpPr/>
            <p:nvPr/>
          </p:nvSpPr>
          <p:spPr>
            <a:xfrm>
              <a:off x="1212308" y="4182658"/>
              <a:ext cx="1794" cy="3938"/>
            </a:xfrm>
            <a:custGeom>
              <a:avLst/>
              <a:pathLst>
                <a:path w="1794" h="3938">
                  <a:moveTo>
                    <a:pt x="1409" y="2187"/>
                  </a:moveTo>
                  <a:lnTo>
                    <a:pt x="948" y="3938"/>
                  </a:lnTo>
                  <a:lnTo>
                    <a:pt x="729" y="3912"/>
                  </a:lnTo>
                  <a:lnTo>
                    <a:pt x="195" y="2897"/>
                  </a:lnTo>
                  <a:lnTo>
                    <a:pt x="0" y="2213"/>
                  </a:lnTo>
                  <a:lnTo>
                    <a:pt x="813" y="158"/>
                  </a:lnTo>
                  <a:lnTo>
                    <a:pt x="1231" y="0"/>
                  </a:lnTo>
                  <a:lnTo>
                    <a:pt x="1794" y="686"/>
                  </a:lnTo>
                  <a:lnTo>
                    <a:pt x="1769" y="1275"/>
                  </a:lnTo>
                  <a:close/>
                </a:path>
              </a:pathLst>
            </a:custGeom>
            <a:solidFill>
              <a:srgbClr val="ECF4E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9" name="pg1428"/>
            <p:cNvSpPr/>
            <p:nvPr/>
          </p:nvSpPr>
          <p:spPr>
            <a:xfrm>
              <a:off x="2579264" y="3313751"/>
              <a:ext cx="12046" cy="22917"/>
            </a:xfrm>
            <a:custGeom>
              <a:avLst/>
              <a:pathLst>
                <a:path w="12046" h="22917">
                  <a:moveTo>
                    <a:pt x="10895" y="20858"/>
                  </a:moveTo>
                  <a:lnTo>
                    <a:pt x="8919" y="22522"/>
                  </a:lnTo>
                  <a:lnTo>
                    <a:pt x="3770" y="22917"/>
                  </a:lnTo>
                  <a:lnTo>
                    <a:pt x="1638" y="22314"/>
                  </a:lnTo>
                  <a:lnTo>
                    <a:pt x="0" y="22785"/>
                  </a:lnTo>
                  <a:lnTo>
                    <a:pt x="2981" y="19163"/>
                  </a:lnTo>
                  <a:lnTo>
                    <a:pt x="3331" y="17635"/>
                  </a:lnTo>
                  <a:lnTo>
                    <a:pt x="4597" y="17348"/>
                  </a:lnTo>
                  <a:lnTo>
                    <a:pt x="4957" y="16892"/>
                  </a:lnTo>
                  <a:lnTo>
                    <a:pt x="5378" y="8902"/>
                  </a:lnTo>
                  <a:lnTo>
                    <a:pt x="5214" y="6999"/>
                  </a:lnTo>
                  <a:lnTo>
                    <a:pt x="4963" y="5950"/>
                  </a:lnTo>
                  <a:lnTo>
                    <a:pt x="4450" y="5194"/>
                  </a:lnTo>
                  <a:lnTo>
                    <a:pt x="3300" y="4162"/>
                  </a:lnTo>
                  <a:lnTo>
                    <a:pt x="3106" y="3609"/>
                  </a:lnTo>
                  <a:lnTo>
                    <a:pt x="3829" y="2726"/>
                  </a:lnTo>
                  <a:lnTo>
                    <a:pt x="5377" y="2239"/>
                  </a:lnTo>
                  <a:lnTo>
                    <a:pt x="6533" y="1282"/>
                  </a:lnTo>
                  <a:lnTo>
                    <a:pt x="8925" y="1090"/>
                  </a:lnTo>
                  <a:lnTo>
                    <a:pt x="10085" y="245"/>
                  </a:lnTo>
                  <a:lnTo>
                    <a:pt x="12046" y="0"/>
                  </a:lnTo>
                  <a:lnTo>
                    <a:pt x="11082" y="3666"/>
                  </a:lnTo>
                  <a:lnTo>
                    <a:pt x="10631" y="5033"/>
                  </a:lnTo>
                  <a:lnTo>
                    <a:pt x="10807" y="8336"/>
                  </a:lnTo>
                  <a:lnTo>
                    <a:pt x="10585" y="10577"/>
                  </a:lnTo>
                  <a:lnTo>
                    <a:pt x="10842" y="13411"/>
                  </a:lnTo>
                  <a:lnTo>
                    <a:pt x="11427" y="15272"/>
                  </a:lnTo>
                  <a:lnTo>
                    <a:pt x="11047" y="17101"/>
                  </a:lnTo>
                  <a:lnTo>
                    <a:pt x="10992" y="19869"/>
                  </a:lnTo>
                  <a:close/>
                </a:path>
              </a:pathLst>
            </a:custGeom>
            <a:solidFill>
              <a:srgbClr val="D5E7D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0" name="pg1429"/>
            <p:cNvSpPr/>
            <p:nvPr/>
          </p:nvSpPr>
          <p:spPr>
            <a:xfrm>
              <a:off x="2592614" y="3299415"/>
              <a:ext cx="3475" cy="4632"/>
            </a:xfrm>
            <a:custGeom>
              <a:avLst/>
              <a:pathLst>
                <a:path w="3475" h="4632">
                  <a:moveTo>
                    <a:pt x="662" y="4340"/>
                  </a:moveTo>
                  <a:lnTo>
                    <a:pt x="0" y="4632"/>
                  </a:lnTo>
                  <a:lnTo>
                    <a:pt x="77" y="3457"/>
                  </a:lnTo>
                  <a:lnTo>
                    <a:pt x="1239" y="1422"/>
                  </a:lnTo>
                  <a:lnTo>
                    <a:pt x="3020" y="54"/>
                  </a:lnTo>
                  <a:lnTo>
                    <a:pt x="3475" y="0"/>
                  </a:lnTo>
                  <a:lnTo>
                    <a:pt x="3219" y="1822"/>
                  </a:lnTo>
                  <a:close/>
                </a:path>
              </a:pathLst>
            </a:custGeom>
            <a:solidFill>
              <a:srgbClr val="D5E7D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1" name="pg1430"/>
            <p:cNvSpPr/>
            <p:nvPr/>
          </p:nvSpPr>
          <p:spPr>
            <a:xfrm>
              <a:off x="3464399" y="2632561"/>
              <a:ext cx="3845" cy="6085"/>
            </a:xfrm>
            <a:custGeom>
              <a:avLst/>
              <a:pathLst>
                <a:path w="3845" h="6085">
                  <a:moveTo>
                    <a:pt x="2870" y="5054"/>
                  </a:moveTo>
                  <a:lnTo>
                    <a:pt x="2550" y="5191"/>
                  </a:lnTo>
                  <a:lnTo>
                    <a:pt x="1961" y="5996"/>
                  </a:lnTo>
                  <a:lnTo>
                    <a:pt x="1649" y="6085"/>
                  </a:lnTo>
                  <a:lnTo>
                    <a:pt x="764" y="5184"/>
                  </a:lnTo>
                  <a:lnTo>
                    <a:pt x="426" y="5189"/>
                  </a:lnTo>
                  <a:lnTo>
                    <a:pt x="0" y="4556"/>
                  </a:lnTo>
                  <a:lnTo>
                    <a:pt x="144" y="1108"/>
                  </a:lnTo>
                  <a:lnTo>
                    <a:pt x="282" y="131"/>
                  </a:lnTo>
                  <a:lnTo>
                    <a:pt x="2436" y="0"/>
                  </a:lnTo>
                  <a:lnTo>
                    <a:pt x="3604" y="2061"/>
                  </a:lnTo>
                  <a:lnTo>
                    <a:pt x="3796" y="2602"/>
                  </a:lnTo>
                  <a:lnTo>
                    <a:pt x="3845" y="3192"/>
                  </a:lnTo>
                  <a:lnTo>
                    <a:pt x="3302" y="4348"/>
                  </a:lnTo>
                  <a:close/>
                </a:path>
              </a:pathLst>
            </a:custGeom>
            <a:solidFill>
              <a:srgbClr val="E6F1E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2" name="pg1431"/>
            <p:cNvSpPr/>
            <p:nvPr/>
          </p:nvSpPr>
          <p:spPr>
            <a:xfrm>
              <a:off x="3469293" y="2605163"/>
              <a:ext cx="1918" cy="4096"/>
            </a:xfrm>
            <a:custGeom>
              <a:avLst/>
              <a:pathLst>
                <a:path w="1918" h="4096">
                  <a:moveTo>
                    <a:pt x="1881" y="1965"/>
                  </a:moveTo>
                  <a:lnTo>
                    <a:pt x="0" y="4096"/>
                  </a:lnTo>
                  <a:lnTo>
                    <a:pt x="358" y="2237"/>
                  </a:lnTo>
                  <a:lnTo>
                    <a:pt x="1599" y="0"/>
                  </a:lnTo>
                  <a:lnTo>
                    <a:pt x="1918" y="535"/>
                  </a:lnTo>
                  <a:close/>
                </a:path>
              </a:pathLst>
            </a:custGeom>
            <a:solidFill>
              <a:srgbClr val="E6F1E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3" name="pg1432"/>
            <p:cNvSpPr/>
            <p:nvPr/>
          </p:nvSpPr>
          <p:spPr>
            <a:xfrm>
              <a:off x="3425077" y="2530697"/>
              <a:ext cx="49240" cy="210122"/>
            </a:xfrm>
            <a:custGeom>
              <a:avLst/>
              <a:pathLst>
                <a:path w="49240" h="210122">
                  <a:moveTo>
                    <a:pt x="48858" y="122878"/>
                  </a:moveTo>
                  <a:lnTo>
                    <a:pt x="48832" y="123657"/>
                  </a:lnTo>
                  <a:lnTo>
                    <a:pt x="48402" y="129266"/>
                  </a:lnTo>
                  <a:lnTo>
                    <a:pt x="48304" y="131286"/>
                  </a:lnTo>
                  <a:lnTo>
                    <a:pt x="48240" y="134704"/>
                  </a:lnTo>
                  <a:lnTo>
                    <a:pt x="48240" y="138815"/>
                  </a:lnTo>
                  <a:lnTo>
                    <a:pt x="49214" y="142291"/>
                  </a:lnTo>
                  <a:lnTo>
                    <a:pt x="49240" y="143816"/>
                  </a:lnTo>
                  <a:lnTo>
                    <a:pt x="48863" y="145579"/>
                  </a:lnTo>
                  <a:lnTo>
                    <a:pt x="47071" y="147602"/>
                  </a:lnTo>
                  <a:lnTo>
                    <a:pt x="44759" y="150216"/>
                  </a:lnTo>
                  <a:lnTo>
                    <a:pt x="42771" y="152699"/>
                  </a:lnTo>
                  <a:lnTo>
                    <a:pt x="40592" y="155419"/>
                  </a:lnTo>
                  <a:lnTo>
                    <a:pt x="39925" y="157177"/>
                  </a:lnTo>
                  <a:lnTo>
                    <a:pt x="38845" y="158530"/>
                  </a:lnTo>
                  <a:lnTo>
                    <a:pt x="37942" y="159885"/>
                  </a:lnTo>
                  <a:lnTo>
                    <a:pt x="37779" y="161179"/>
                  </a:lnTo>
                  <a:lnTo>
                    <a:pt x="37147" y="163637"/>
                  </a:lnTo>
                  <a:lnTo>
                    <a:pt x="36320" y="165603"/>
                  </a:lnTo>
                  <a:lnTo>
                    <a:pt x="34251" y="166525"/>
                  </a:lnTo>
                  <a:lnTo>
                    <a:pt x="33868" y="167112"/>
                  </a:lnTo>
                  <a:lnTo>
                    <a:pt x="32910" y="170062"/>
                  </a:lnTo>
                  <a:lnTo>
                    <a:pt x="32469" y="171224"/>
                  </a:lnTo>
                  <a:lnTo>
                    <a:pt x="31922" y="173648"/>
                  </a:lnTo>
                  <a:lnTo>
                    <a:pt x="32625" y="179936"/>
                  </a:lnTo>
                  <a:lnTo>
                    <a:pt x="33487" y="186402"/>
                  </a:lnTo>
                  <a:lnTo>
                    <a:pt x="33654" y="189100"/>
                  </a:lnTo>
                  <a:lnTo>
                    <a:pt x="33642" y="191343"/>
                  </a:lnTo>
                  <a:lnTo>
                    <a:pt x="33158" y="193758"/>
                  </a:lnTo>
                  <a:lnTo>
                    <a:pt x="32056" y="197222"/>
                  </a:lnTo>
                  <a:lnTo>
                    <a:pt x="31249" y="199760"/>
                  </a:lnTo>
                  <a:lnTo>
                    <a:pt x="29699" y="204332"/>
                  </a:lnTo>
                  <a:lnTo>
                    <a:pt x="29242" y="205456"/>
                  </a:lnTo>
                  <a:lnTo>
                    <a:pt x="28174" y="206788"/>
                  </a:lnTo>
                  <a:lnTo>
                    <a:pt x="26109" y="208558"/>
                  </a:lnTo>
                  <a:lnTo>
                    <a:pt x="24656" y="210122"/>
                  </a:lnTo>
                  <a:lnTo>
                    <a:pt x="23916" y="203149"/>
                  </a:lnTo>
                  <a:lnTo>
                    <a:pt x="23283" y="197198"/>
                  </a:lnTo>
                  <a:lnTo>
                    <a:pt x="22761" y="192289"/>
                  </a:lnTo>
                  <a:lnTo>
                    <a:pt x="21842" y="183648"/>
                  </a:lnTo>
                  <a:lnTo>
                    <a:pt x="21064" y="176310"/>
                  </a:lnTo>
                  <a:lnTo>
                    <a:pt x="20287" y="168992"/>
                  </a:lnTo>
                  <a:lnTo>
                    <a:pt x="19581" y="162349"/>
                  </a:lnTo>
                  <a:lnTo>
                    <a:pt x="18871" y="155664"/>
                  </a:lnTo>
                  <a:lnTo>
                    <a:pt x="18565" y="154689"/>
                  </a:lnTo>
                  <a:lnTo>
                    <a:pt x="16433" y="151535"/>
                  </a:lnTo>
                  <a:lnTo>
                    <a:pt x="14469" y="148629"/>
                  </a:lnTo>
                  <a:lnTo>
                    <a:pt x="12425" y="145324"/>
                  </a:lnTo>
                  <a:lnTo>
                    <a:pt x="10210" y="141740"/>
                  </a:lnTo>
                  <a:lnTo>
                    <a:pt x="9854" y="137228"/>
                  </a:lnTo>
                  <a:lnTo>
                    <a:pt x="8717" y="130419"/>
                  </a:lnTo>
                  <a:lnTo>
                    <a:pt x="7518" y="126619"/>
                  </a:lnTo>
                  <a:lnTo>
                    <a:pt x="7068" y="125622"/>
                  </a:lnTo>
                  <a:lnTo>
                    <a:pt x="4651" y="123168"/>
                  </a:lnTo>
                  <a:lnTo>
                    <a:pt x="3255" y="121366"/>
                  </a:lnTo>
                  <a:lnTo>
                    <a:pt x="2873" y="120320"/>
                  </a:lnTo>
                  <a:lnTo>
                    <a:pt x="2602" y="117548"/>
                  </a:lnTo>
                  <a:lnTo>
                    <a:pt x="1607" y="112042"/>
                  </a:lnTo>
                  <a:lnTo>
                    <a:pt x="472" y="107040"/>
                  </a:lnTo>
                  <a:lnTo>
                    <a:pt x="55" y="103655"/>
                  </a:lnTo>
                  <a:lnTo>
                    <a:pt x="0" y="99399"/>
                  </a:lnTo>
                  <a:lnTo>
                    <a:pt x="222" y="96325"/>
                  </a:lnTo>
                  <a:lnTo>
                    <a:pt x="717" y="95011"/>
                  </a:lnTo>
                  <a:lnTo>
                    <a:pt x="3082" y="91185"/>
                  </a:lnTo>
                  <a:lnTo>
                    <a:pt x="4176" y="86581"/>
                  </a:lnTo>
                  <a:lnTo>
                    <a:pt x="5530" y="84855"/>
                  </a:lnTo>
                  <a:lnTo>
                    <a:pt x="6702" y="83555"/>
                  </a:lnTo>
                  <a:lnTo>
                    <a:pt x="7651" y="82041"/>
                  </a:lnTo>
                  <a:lnTo>
                    <a:pt x="8496" y="79607"/>
                  </a:lnTo>
                  <a:lnTo>
                    <a:pt x="9140" y="77013"/>
                  </a:lnTo>
                  <a:lnTo>
                    <a:pt x="9251" y="74210"/>
                  </a:lnTo>
                  <a:lnTo>
                    <a:pt x="9521" y="69762"/>
                  </a:lnTo>
                  <a:lnTo>
                    <a:pt x="9950" y="66655"/>
                  </a:lnTo>
                  <a:lnTo>
                    <a:pt x="10951" y="63132"/>
                  </a:lnTo>
                  <a:lnTo>
                    <a:pt x="10532" y="60302"/>
                  </a:lnTo>
                  <a:lnTo>
                    <a:pt x="10003" y="57244"/>
                  </a:lnTo>
                  <a:lnTo>
                    <a:pt x="10156" y="51951"/>
                  </a:lnTo>
                  <a:lnTo>
                    <a:pt x="10023" y="49803"/>
                  </a:lnTo>
                  <a:lnTo>
                    <a:pt x="9595" y="47901"/>
                  </a:lnTo>
                  <a:lnTo>
                    <a:pt x="9158" y="45463"/>
                  </a:lnTo>
                  <a:lnTo>
                    <a:pt x="9141" y="43431"/>
                  </a:lnTo>
                  <a:lnTo>
                    <a:pt x="9562" y="38100"/>
                  </a:lnTo>
                  <a:lnTo>
                    <a:pt x="9885" y="34029"/>
                  </a:lnTo>
                  <a:lnTo>
                    <a:pt x="10397" y="28733"/>
                  </a:lnTo>
                  <a:lnTo>
                    <a:pt x="10217" y="27250"/>
                  </a:lnTo>
                  <a:lnTo>
                    <a:pt x="9836" y="26143"/>
                  </a:lnTo>
                  <a:lnTo>
                    <a:pt x="8691" y="24976"/>
                  </a:lnTo>
                  <a:lnTo>
                    <a:pt x="8677" y="24272"/>
                  </a:lnTo>
                  <a:lnTo>
                    <a:pt x="8959" y="23494"/>
                  </a:lnTo>
                  <a:lnTo>
                    <a:pt x="10651" y="20916"/>
                  </a:lnTo>
                  <a:lnTo>
                    <a:pt x="11561" y="17127"/>
                  </a:lnTo>
                  <a:lnTo>
                    <a:pt x="12322" y="16337"/>
                  </a:lnTo>
                  <a:lnTo>
                    <a:pt x="13474" y="14965"/>
                  </a:lnTo>
                  <a:lnTo>
                    <a:pt x="13430" y="13489"/>
                  </a:lnTo>
                  <a:lnTo>
                    <a:pt x="13173" y="11913"/>
                  </a:lnTo>
                  <a:lnTo>
                    <a:pt x="16183" y="10128"/>
                  </a:lnTo>
                  <a:lnTo>
                    <a:pt x="19052" y="5452"/>
                  </a:lnTo>
                  <a:lnTo>
                    <a:pt x="20064" y="4306"/>
                  </a:lnTo>
                  <a:lnTo>
                    <a:pt x="26719" y="0"/>
                  </a:lnTo>
                  <a:lnTo>
                    <a:pt x="27583" y="298"/>
                  </a:lnTo>
                  <a:lnTo>
                    <a:pt x="28553" y="927"/>
                  </a:lnTo>
                  <a:lnTo>
                    <a:pt x="28273" y="2533"/>
                  </a:lnTo>
                  <a:lnTo>
                    <a:pt x="27888" y="3810"/>
                  </a:lnTo>
                  <a:lnTo>
                    <a:pt x="28453" y="6058"/>
                  </a:lnTo>
                  <a:lnTo>
                    <a:pt x="29258" y="4690"/>
                  </a:lnTo>
                  <a:lnTo>
                    <a:pt x="29051" y="3768"/>
                  </a:lnTo>
                  <a:lnTo>
                    <a:pt x="29005" y="2548"/>
                  </a:lnTo>
                  <a:lnTo>
                    <a:pt x="30376" y="2441"/>
                  </a:lnTo>
                  <a:lnTo>
                    <a:pt x="31586" y="2633"/>
                  </a:lnTo>
                  <a:lnTo>
                    <a:pt x="32914" y="3974"/>
                  </a:lnTo>
                  <a:lnTo>
                    <a:pt x="32822" y="9056"/>
                  </a:lnTo>
                  <a:lnTo>
                    <a:pt x="34593" y="14035"/>
                  </a:lnTo>
                  <a:lnTo>
                    <a:pt x="34095" y="16514"/>
                  </a:lnTo>
                  <a:lnTo>
                    <a:pt x="35546" y="17981"/>
                  </a:lnTo>
                  <a:lnTo>
                    <a:pt x="36836" y="16223"/>
                  </a:lnTo>
                  <a:lnTo>
                    <a:pt x="37484" y="13620"/>
                  </a:lnTo>
                  <a:lnTo>
                    <a:pt x="39859" y="12118"/>
                  </a:lnTo>
                  <a:lnTo>
                    <a:pt x="42116" y="8306"/>
                  </a:lnTo>
                  <a:lnTo>
                    <a:pt x="43365" y="7915"/>
                  </a:lnTo>
                  <a:lnTo>
                    <a:pt x="43647" y="11042"/>
                  </a:lnTo>
                  <a:lnTo>
                    <a:pt x="44252" y="13778"/>
                  </a:lnTo>
                  <a:lnTo>
                    <a:pt x="43397" y="14742"/>
                  </a:lnTo>
                  <a:lnTo>
                    <a:pt x="42308" y="17651"/>
                  </a:lnTo>
                  <a:lnTo>
                    <a:pt x="40248" y="25035"/>
                  </a:lnTo>
                  <a:lnTo>
                    <a:pt x="38350" y="27207"/>
                  </a:lnTo>
                  <a:lnTo>
                    <a:pt x="36928" y="30052"/>
                  </a:lnTo>
                  <a:lnTo>
                    <a:pt x="36468" y="32075"/>
                  </a:lnTo>
                  <a:lnTo>
                    <a:pt x="36329" y="34431"/>
                  </a:lnTo>
                  <a:lnTo>
                    <a:pt x="36685" y="38648"/>
                  </a:lnTo>
                  <a:lnTo>
                    <a:pt x="37722" y="42938"/>
                  </a:lnTo>
                  <a:lnTo>
                    <a:pt x="38918" y="45531"/>
                  </a:lnTo>
                  <a:lnTo>
                    <a:pt x="40072" y="46342"/>
                  </a:lnTo>
                  <a:lnTo>
                    <a:pt x="42761" y="50426"/>
                  </a:lnTo>
                  <a:lnTo>
                    <a:pt x="42717" y="52856"/>
                  </a:lnTo>
                  <a:lnTo>
                    <a:pt x="43093" y="55744"/>
                  </a:lnTo>
                  <a:lnTo>
                    <a:pt x="43236" y="59253"/>
                  </a:lnTo>
                  <a:lnTo>
                    <a:pt x="44172" y="62055"/>
                  </a:lnTo>
                  <a:lnTo>
                    <a:pt x="42170" y="68161"/>
                  </a:lnTo>
                  <a:lnTo>
                    <a:pt x="41078" y="72574"/>
                  </a:lnTo>
                  <a:lnTo>
                    <a:pt x="38941" y="78657"/>
                  </a:lnTo>
                  <a:lnTo>
                    <a:pt x="37040" y="82608"/>
                  </a:lnTo>
                  <a:lnTo>
                    <a:pt x="32963" y="88479"/>
                  </a:lnTo>
                  <a:lnTo>
                    <a:pt x="31964" y="90429"/>
                  </a:lnTo>
                  <a:lnTo>
                    <a:pt x="31311" y="92451"/>
                  </a:lnTo>
                  <a:lnTo>
                    <a:pt x="31009" y="94558"/>
                  </a:lnTo>
                  <a:lnTo>
                    <a:pt x="31119" y="97041"/>
                  </a:lnTo>
                  <a:lnTo>
                    <a:pt x="32459" y="103136"/>
                  </a:lnTo>
                  <a:lnTo>
                    <a:pt x="34242" y="106734"/>
                  </a:lnTo>
                  <a:lnTo>
                    <a:pt x="36058" y="108677"/>
                  </a:lnTo>
                  <a:lnTo>
                    <a:pt x="39213" y="107894"/>
                  </a:lnTo>
                  <a:lnTo>
                    <a:pt x="39105" y="110239"/>
                  </a:lnTo>
                  <a:lnTo>
                    <a:pt x="39329" y="113053"/>
                  </a:lnTo>
                  <a:lnTo>
                    <a:pt x="40614" y="112921"/>
                  </a:lnTo>
                  <a:lnTo>
                    <a:pt x="41471" y="112484"/>
                  </a:lnTo>
                  <a:lnTo>
                    <a:pt x="42197" y="109746"/>
                  </a:lnTo>
                  <a:lnTo>
                    <a:pt x="43739" y="111621"/>
                  </a:lnTo>
                  <a:lnTo>
                    <a:pt x="44540" y="117343"/>
                  </a:lnTo>
                  <a:lnTo>
                    <a:pt x="45846" y="119128"/>
                  </a:lnTo>
                  <a:lnTo>
                    <a:pt x="45998" y="119793"/>
                  </a:lnTo>
                  <a:lnTo>
                    <a:pt x="45537" y="120229"/>
                  </a:lnTo>
                  <a:lnTo>
                    <a:pt x="45178" y="120889"/>
                  </a:lnTo>
                  <a:lnTo>
                    <a:pt x="45563" y="121351"/>
                  </a:lnTo>
                  <a:lnTo>
                    <a:pt x="46829" y="122064"/>
                  </a:lnTo>
                  <a:lnTo>
                    <a:pt x="47590" y="121608"/>
                  </a:lnTo>
                  <a:close/>
                </a:path>
              </a:pathLst>
            </a:custGeom>
            <a:solidFill>
              <a:srgbClr val="E6F1E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4" name="pg1433"/>
            <p:cNvSpPr/>
            <p:nvPr/>
          </p:nvSpPr>
          <p:spPr>
            <a:xfrm>
              <a:off x="3646559" y="2445076"/>
              <a:ext cx="3754" cy="3915"/>
            </a:xfrm>
            <a:custGeom>
              <a:avLst/>
              <a:pathLst>
                <a:path w="3754" h="3915">
                  <a:moveTo>
                    <a:pt x="3669" y="3004"/>
                  </a:moveTo>
                  <a:lnTo>
                    <a:pt x="868" y="3915"/>
                  </a:lnTo>
                  <a:lnTo>
                    <a:pt x="0" y="3017"/>
                  </a:lnTo>
                  <a:lnTo>
                    <a:pt x="877" y="1232"/>
                  </a:lnTo>
                  <a:lnTo>
                    <a:pt x="2508" y="127"/>
                  </a:lnTo>
                  <a:lnTo>
                    <a:pt x="3039" y="0"/>
                  </a:lnTo>
                  <a:lnTo>
                    <a:pt x="3754" y="1777"/>
                  </a:lnTo>
                  <a:close/>
                </a:path>
              </a:pathLst>
            </a:custGeom>
            <a:solidFill>
              <a:srgbClr val="D6E7D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5" name="pg1434"/>
            <p:cNvSpPr/>
            <p:nvPr/>
          </p:nvSpPr>
          <p:spPr>
            <a:xfrm>
              <a:off x="3651764" y="2391140"/>
              <a:ext cx="228159" cy="184144"/>
            </a:xfrm>
            <a:custGeom>
              <a:avLst/>
              <a:pathLst>
                <a:path w="228159" h="184144">
                  <a:moveTo>
                    <a:pt x="187854" y="16127"/>
                  </a:moveTo>
                  <a:lnTo>
                    <a:pt x="188664" y="16723"/>
                  </a:lnTo>
                  <a:lnTo>
                    <a:pt x="190190" y="17483"/>
                  </a:lnTo>
                  <a:lnTo>
                    <a:pt x="191136" y="18401"/>
                  </a:lnTo>
                  <a:lnTo>
                    <a:pt x="191674" y="18642"/>
                  </a:lnTo>
                  <a:lnTo>
                    <a:pt x="192920" y="16772"/>
                  </a:lnTo>
                  <a:lnTo>
                    <a:pt x="194772" y="16818"/>
                  </a:lnTo>
                  <a:lnTo>
                    <a:pt x="196398" y="17036"/>
                  </a:lnTo>
                  <a:lnTo>
                    <a:pt x="197237" y="17383"/>
                  </a:lnTo>
                  <a:lnTo>
                    <a:pt x="198265" y="18003"/>
                  </a:lnTo>
                  <a:lnTo>
                    <a:pt x="199509" y="18421"/>
                  </a:lnTo>
                  <a:lnTo>
                    <a:pt x="200015" y="17528"/>
                  </a:lnTo>
                  <a:lnTo>
                    <a:pt x="200740" y="14892"/>
                  </a:lnTo>
                  <a:lnTo>
                    <a:pt x="201021" y="14555"/>
                  </a:lnTo>
                  <a:lnTo>
                    <a:pt x="201221" y="14315"/>
                  </a:lnTo>
                  <a:lnTo>
                    <a:pt x="202142" y="14110"/>
                  </a:lnTo>
                  <a:lnTo>
                    <a:pt x="203015" y="14312"/>
                  </a:lnTo>
                  <a:lnTo>
                    <a:pt x="203427" y="14761"/>
                  </a:lnTo>
                  <a:lnTo>
                    <a:pt x="203839" y="16869"/>
                  </a:lnTo>
                  <a:lnTo>
                    <a:pt x="204876" y="17623"/>
                  </a:lnTo>
                  <a:lnTo>
                    <a:pt x="206708" y="20993"/>
                  </a:lnTo>
                  <a:lnTo>
                    <a:pt x="207828" y="22343"/>
                  </a:lnTo>
                  <a:lnTo>
                    <a:pt x="208100" y="22910"/>
                  </a:lnTo>
                  <a:lnTo>
                    <a:pt x="207731" y="23592"/>
                  </a:lnTo>
                  <a:lnTo>
                    <a:pt x="207875" y="24432"/>
                  </a:lnTo>
                  <a:lnTo>
                    <a:pt x="208516" y="25533"/>
                  </a:lnTo>
                  <a:lnTo>
                    <a:pt x="209416" y="25946"/>
                  </a:lnTo>
                  <a:lnTo>
                    <a:pt x="210387" y="25800"/>
                  </a:lnTo>
                  <a:lnTo>
                    <a:pt x="210916" y="26201"/>
                  </a:lnTo>
                  <a:lnTo>
                    <a:pt x="211294" y="26823"/>
                  </a:lnTo>
                  <a:lnTo>
                    <a:pt x="211394" y="27696"/>
                  </a:lnTo>
                  <a:lnTo>
                    <a:pt x="211368" y="28253"/>
                  </a:lnTo>
                  <a:lnTo>
                    <a:pt x="211561" y="29507"/>
                  </a:lnTo>
                  <a:lnTo>
                    <a:pt x="212319" y="31276"/>
                  </a:lnTo>
                  <a:lnTo>
                    <a:pt x="213223" y="32358"/>
                  </a:lnTo>
                  <a:lnTo>
                    <a:pt x="213710" y="33516"/>
                  </a:lnTo>
                  <a:lnTo>
                    <a:pt x="214500" y="37501"/>
                  </a:lnTo>
                  <a:lnTo>
                    <a:pt x="214819" y="39706"/>
                  </a:lnTo>
                  <a:lnTo>
                    <a:pt x="214700" y="41827"/>
                  </a:lnTo>
                  <a:lnTo>
                    <a:pt x="214152" y="44004"/>
                  </a:lnTo>
                  <a:lnTo>
                    <a:pt x="212951" y="46714"/>
                  </a:lnTo>
                  <a:lnTo>
                    <a:pt x="213248" y="47846"/>
                  </a:lnTo>
                  <a:lnTo>
                    <a:pt x="213517" y="49345"/>
                  </a:lnTo>
                  <a:lnTo>
                    <a:pt x="213427" y="50430"/>
                  </a:lnTo>
                  <a:lnTo>
                    <a:pt x="214277" y="53896"/>
                  </a:lnTo>
                  <a:lnTo>
                    <a:pt x="214663" y="56047"/>
                  </a:lnTo>
                  <a:lnTo>
                    <a:pt x="214340" y="56545"/>
                  </a:lnTo>
                  <a:lnTo>
                    <a:pt x="214131" y="57233"/>
                  </a:lnTo>
                  <a:lnTo>
                    <a:pt x="215661" y="58891"/>
                  </a:lnTo>
                  <a:lnTo>
                    <a:pt x="217492" y="60284"/>
                  </a:lnTo>
                  <a:lnTo>
                    <a:pt x="218265" y="60550"/>
                  </a:lnTo>
                  <a:lnTo>
                    <a:pt x="220369" y="59911"/>
                  </a:lnTo>
                  <a:lnTo>
                    <a:pt x="221725" y="59774"/>
                  </a:lnTo>
                  <a:lnTo>
                    <a:pt x="223070" y="61093"/>
                  </a:lnTo>
                  <a:lnTo>
                    <a:pt x="225030" y="64289"/>
                  </a:lnTo>
                  <a:lnTo>
                    <a:pt x="227142" y="68458"/>
                  </a:lnTo>
                  <a:lnTo>
                    <a:pt x="227562" y="69728"/>
                  </a:lnTo>
                  <a:lnTo>
                    <a:pt x="227747" y="70285"/>
                  </a:lnTo>
                  <a:lnTo>
                    <a:pt x="228159" y="71297"/>
                  </a:lnTo>
                  <a:lnTo>
                    <a:pt x="227731" y="71278"/>
                  </a:lnTo>
                  <a:lnTo>
                    <a:pt x="227035" y="70372"/>
                  </a:lnTo>
                  <a:lnTo>
                    <a:pt x="225355" y="67806"/>
                  </a:lnTo>
                  <a:lnTo>
                    <a:pt x="224497" y="68909"/>
                  </a:lnTo>
                  <a:lnTo>
                    <a:pt x="223756" y="70815"/>
                  </a:lnTo>
                  <a:lnTo>
                    <a:pt x="222945" y="78043"/>
                  </a:lnTo>
                  <a:lnTo>
                    <a:pt x="222288" y="78814"/>
                  </a:lnTo>
                  <a:lnTo>
                    <a:pt x="221130" y="78792"/>
                  </a:lnTo>
                  <a:lnTo>
                    <a:pt x="219711" y="78542"/>
                  </a:lnTo>
                  <a:lnTo>
                    <a:pt x="218735" y="78905"/>
                  </a:lnTo>
                  <a:lnTo>
                    <a:pt x="218483" y="79363"/>
                  </a:lnTo>
                  <a:lnTo>
                    <a:pt x="218611" y="80144"/>
                  </a:lnTo>
                  <a:lnTo>
                    <a:pt x="218900" y="81331"/>
                  </a:lnTo>
                  <a:lnTo>
                    <a:pt x="219105" y="82835"/>
                  </a:lnTo>
                  <a:lnTo>
                    <a:pt x="219163" y="84066"/>
                  </a:lnTo>
                  <a:lnTo>
                    <a:pt x="219678" y="85179"/>
                  </a:lnTo>
                  <a:lnTo>
                    <a:pt x="220369" y="86237"/>
                  </a:lnTo>
                  <a:lnTo>
                    <a:pt x="220400" y="87323"/>
                  </a:lnTo>
                  <a:lnTo>
                    <a:pt x="220294" y="88854"/>
                  </a:lnTo>
                  <a:lnTo>
                    <a:pt x="220135" y="90021"/>
                  </a:lnTo>
                  <a:lnTo>
                    <a:pt x="219961" y="90682"/>
                  </a:lnTo>
                  <a:lnTo>
                    <a:pt x="220281" y="92456"/>
                  </a:lnTo>
                  <a:lnTo>
                    <a:pt x="221032" y="94558"/>
                  </a:lnTo>
                  <a:lnTo>
                    <a:pt x="221510" y="95361"/>
                  </a:lnTo>
                  <a:lnTo>
                    <a:pt x="221332" y="99362"/>
                  </a:lnTo>
                  <a:lnTo>
                    <a:pt x="221614" y="101134"/>
                  </a:lnTo>
                  <a:lnTo>
                    <a:pt x="221829" y="103583"/>
                  </a:lnTo>
                  <a:lnTo>
                    <a:pt x="221744" y="107651"/>
                  </a:lnTo>
                  <a:lnTo>
                    <a:pt x="221838" y="108651"/>
                  </a:lnTo>
                  <a:lnTo>
                    <a:pt x="222095" y="108993"/>
                  </a:lnTo>
                  <a:lnTo>
                    <a:pt x="222779" y="109145"/>
                  </a:lnTo>
                  <a:lnTo>
                    <a:pt x="223450" y="109523"/>
                  </a:lnTo>
                  <a:lnTo>
                    <a:pt x="223682" y="110189"/>
                  </a:lnTo>
                  <a:lnTo>
                    <a:pt x="223679" y="110676"/>
                  </a:lnTo>
                  <a:lnTo>
                    <a:pt x="222841" y="112543"/>
                  </a:lnTo>
                  <a:lnTo>
                    <a:pt x="222742" y="113869"/>
                  </a:lnTo>
                  <a:lnTo>
                    <a:pt x="222452" y="115737"/>
                  </a:lnTo>
                  <a:lnTo>
                    <a:pt x="222214" y="116836"/>
                  </a:lnTo>
                  <a:lnTo>
                    <a:pt x="221465" y="118918"/>
                  </a:lnTo>
                  <a:lnTo>
                    <a:pt x="220989" y="121035"/>
                  </a:lnTo>
                  <a:lnTo>
                    <a:pt x="220775" y="122782"/>
                  </a:lnTo>
                  <a:lnTo>
                    <a:pt x="220917" y="123606"/>
                  </a:lnTo>
                  <a:lnTo>
                    <a:pt x="222297" y="123854"/>
                  </a:lnTo>
                  <a:lnTo>
                    <a:pt x="223047" y="125111"/>
                  </a:lnTo>
                  <a:lnTo>
                    <a:pt x="225039" y="127611"/>
                  </a:lnTo>
                  <a:lnTo>
                    <a:pt x="225389" y="128624"/>
                  </a:lnTo>
                  <a:lnTo>
                    <a:pt x="224845" y="130167"/>
                  </a:lnTo>
                  <a:lnTo>
                    <a:pt x="224855" y="130812"/>
                  </a:lnTo>
                  <a:lnTo>
                    <a:pt x="225112" y="131630"/>
                  </a:lnTo>
                  <a:lnTo>
                    <a:pt x="225233" y="133061"/>
                  </a:lnTo>
                  <a:lnTo>
                    <a:pt x="225184" y="134651"/>
                  </a:lnTo>
                  <a:lnTo>
                    <a:pt x="225195" y="136749"/>
                  </a:lnTo>
                  <a:lnTo>
                    <a:pt x="225562" y="137094"/>
                  </a:lnTo>
                  <a:lnTo>
                    <a:pt x="226915" y="139062"/>
                  </a:lnTo>
                  <a:lnTo>
                    <a:pt x="227878" y="141034"/>
                  </a:lnTo>
                  <a:lnTo>
                    <a:pt x="227910" y="141643"/>
                  </a:lnTo>
                  <a:lnTo>
                    <a:pt x="227441" y="143200"/>
                  </a:lnTo>
                  <a:lnTo>
                    <a:pt x="227543" y="144995"/>
                  </a:lnTo>
                  <a:lnTo>
                    <a:pt x="227524" y="145406"/>
                  </a:lnTo>
                  <a:lnTo>
                    <a:pt x="227108" y="144731"/>
                  </a:lnTo>
                  <a:lnTo>
                    <a:pt x="226357" y="144485"/>
                  </a:lnTo>
                  <a:lnTo>
                    <a:pt x="225584" y="144413"/>
                  </a:lnTo>
                  <a:lnTo>
                    <a:pt x="225098" y="144938"/>
                  </a:lnTo>
                  <a:lnTo>
                    <a:pt x="224244" y="146348"/>
                  </a:lnTo>
                  <a:lnTo>
                    <a:pt x="223098" y="147886"/>
                  </a:lnTo>
                  <a:lnTo>
                    <a:pt x="222167" y="149297"/>
                  </a:lnTo>
                  <a:lnTo>
                    <a:pt x="221634" y="150264"/>
                  </a:lnTo>
                  <a:lnTo>
                    <a:pt x="221194" y="150108"/>
                  </a:lnTo>
                  <a:lnTo>
                    <a:pt x="220850" y="149264"/>
                  </a:lnTo>
                  <a:lnTo>
                    <a:pt x="220657" y="148084"/>
                  </a:lnTo>
                  <a:lnTo>
                    <a:pt x="220739" y="143627"/>
                  </a:lnTo>
                  <a:lnTo>
                    <a:pt x="220537" y="142232"/>
                  </a:lnTo>
                  <a:lnTo>
                    <a:pt x="220104" y="141253"/>
                  </a:lnTo>
                  <a:lnTo>
                    <a:pt x="219594" y="140695"/>
                  </a:lnTo>
                  <a:lnTo>
                    <a:pt x="218987" y="140382"/>
                  </a:lnTo>
                  <a:lnTo>
                    <a:pt x="218360" y="140350"/>
                  </a:lnTo>
                  <a:lnTo>
                    <a:pt x="217469" y="141657"/>
                  </a:lnTo>
                  <a:lnTo>
                    <a:pt x="216206" y="143009"/>
                  </a:lnTo>
                  <a:lnTo>
                    <a:pt x="214248" y="142900"/>
                  </a:lnTo>
                  <a:lnTo>
                    <a:pt x="212934" y="142646"/>
                  </a:lnTo>
                  <a:lnTo>
                    <a:pt x="212299" y="142389"/>
                  </a:lnTo>
                  <a:lnTo>
                    <a:pt x="209751" y="140317"/>
                  </a:lnTo>
                  <a:lnTo>
                    <a:pt x="209218" y="140262"/>
                  </a:lnTo>
                  <a:lnTo>
                    <a:pt x="208269" y="139424"/>
                  </a:lnTo>
                  <a:lnTo>
                    <a:pt x="207139" y="138759"/>
                  </a:lnTo>
                  <a:lnTo>
                    <a:pt x="205240" y="140018"/>
                  </a:lnTo>
                  <a:lnTo>
                    <a:pt x="204417" y="139718"/>
                  </a:lnTo>
                  <a:lnTo>
                    <a:pt x="203265" y="138626"/>
                  </a:lnTo>
                  <a:lnTo>
                    <a:pt x="202857" y="138920"/>
                  </a:lnTo>
                  <a:lnTo>
                    <a:pt x="201569" y="142249"/>
                  </a:lnTo>
                  <a:lnTo>
                    <a:pt x="199381" y="145811"/>
                  </a:lnTo>
                  <a:lnTo>
                    <a:pt x="198200" y="146406"/>
                  </a:lnTo>
                  <a:lnTo>
                    <a:pt x="197638" y="142830"/>
                  </a:lnTo>
                  <a:lnTo>
                    <a:pt x="197098" y="141442"/>
                  </a:lnTo>
                  <a:lnTo>
                    <a:pt x="196842" y="141275"/>
                  </a:lnTo>
                  <a:lnTo>
                    <a:pt x="196296" y="140831"/>
                  </a:lnTo>
                  <a:lnTo>
                    <a:pt x="195871" y="141086"/>
                  </a:lnTo>
                  <a:lnTo>
                    <a:pt x="194555" y="143526"/>
                  </a:lnTo>
                  <a:lnTo>
                    <a:pt x="192446" y="144993"/>
                  </a:lnTo>
                  <a:lnTo>
                    <a:pt x="190700" y="145888"/>
                  </a:lnTo>
                  <a:lnTo>
                    <a:pt x="187921" y="146980"/>
                  </a:lnTo>
                  <a:lnTo>
                    <a:pt x="185776" y="147522"/>
                  </a:lnTo>
                  <a:lnTo>
                    <a:pt x="184863" y="147566"/>
                  </a:lnTo>
                  <a:lnTo>
                    <a:pt x="182883" y="147077"/>
                  </a:lnTo>
                  <a:lnTo>
                    <a:pt x="181137" y="146388"/>
                  </a:lnTo>
                  <a:lnTo>
                    <a:pt x="179391" y="146419"/>
                  </a:lnTo>
                  <a:lnTo>
                    <a:pt x="178051" y="146727"/>
                  </a:lnTo>
                  <a:lnTo>
                    <a:pt x="174940" y="149352"/>
                  </a:lnTo>
                  <a:lnTo>
                    <a:pt x="169650" y="154754"/>
                  </a:lnTo>
                  <a:lnTo>
                    <a:pt x="165630" y="157338"/>
                  </a:lnTo>
                  <a:lnTo>
                    <a:pt x="163375" y="158413"/>
                  </a:lnTo>
                  <a:lnTo>
                    <a:pt x="161610" y="159023"/>
                  </a:lnTo>
                  <a:lnTo>
                    <a:pt x="158584" y="159053"/>
                  </a:lnTo>
                  <a:lnTo>
                    <a:pt x="156123" y="158636"/>
                  </a:lnTo>
                  <a:lnTo>
                    <a:pt x="154419" y="158683"/>
                  </a:lnTo>
                  <a:lnTo>
                    <a:pt x="153472" y="158033"/>
                  </a:lnTo>
                  <a:lnTo>
                    <a:pt x="152121" y="155846"/>
                  </a:lnTo>
                  <a:lnTo>
                    <a:pt x="150484" y="153685"/>
                  </a:lnTo>
                  <a:lnTo>
                    <a:pt x="149756" y="153183"/>
                  </a:lnTo>
                  <a:lnTo>
                    <a:pt x="148804" y="152766"/>
                  </a:lnTo>
                  <a:lnTo>
                    <a:pt x="147412" y="152523"/>
                  </a:lnTo>
                  <a:lnTo>
                    <a:pt x="143938" y="155683"/>
                  </a:lnTo>
                  <a:lnTo>
                    <a:pt x="142858" y="156542"/>
                  </a:lnTo>
                  <a:lnTo>
                    <a:pt x="141668" y="157188"/>
                  </a:lnTo>
                  <a:lnTo>
                    <a:pt x="139269" y="159120"/>
                  </a:lnTo>
                  <a:lnTo>
                    <a:pt x="138207" y="160154"/>
                  </a:lnTo>
                  <a:lnTo>
                    <a:pt x="136875" y="160058"/>
                  </a:lnTo>
                  <a:lnTo>
                    <a:pt x="135173" y="159782"/>
                  </a:lnTo>
                  <a:lnTo>
                    <a:pt x="133696" y="159879"/>
                  </a:lnTo>
                  <a:lnTo>
                    <a:pt x="132710" y="158409"/>
                  </a:lnTo>
                  <a:lnTo>
                    <a:pt x="132180" y="156754"/>
                  </a:lnTo>
                  <a:lnTo>
                    <a:pt x="130166" y="155741"/>
                  </a:lnTo>
                  <a:lnTo>
                    <a:pt x="128728" y="155449"/>
                  </a:lnTo>
                  <a:lnTo>
                    <a:pt x="128360" y="156184"/>
                  </a:lnTo>
                  <a:lnTo>
                    <a:pt x="127976" y="158439"/>
                  </a:lnTo>
                  <a:lnTo>
                    <a:pt x="127364" y="164201"/>
                  </a:lnTo>
                  <a:lnTo>
                    <a:pt x="127252" y="165647"/>
                  </a:lnTo>
                  <a:lnTo>
                    <a:pt x="128519" y="171377"/>
                  </a:lnTo>
                  <a:lnTo>
                    <a:pt x="128462" y="172250"/>
                  </a:lnTo>
                  <a:lnTo>
                    <a:pt x="127556" y="172547"/>
                  </a:lnTo>
                  <a:lnTo>
                    <a:pt x="126516" y="172642"/>
                  </a:lnTo>
                  <a:lnTo>
                    <a:pt x="125838" y="173151"/>
                  </a:lnTo>
                  <a:lnTo>
                    <a:pt x="125277" y="174104"/>
                  </a:lnTo>
                  <a:lnTo>
                    <a:pt x="124937" y="179060"/>
                  </a:lnTo>
                  <a:lnTo>
                    <a:pt x="123734" y="179970"/>
                  </a:lnTo>
                  <a:lnTo>
                    <a:pt x="123163" y="181009"/>
                  </a:lnTo>
                  <a:lnTo>
                    <a:pt x="122574" y="184072"/>
                  </a:lnTo>
                  <a:lnTo>
                    <a:pt x="122254" y="184144"/>
                  </a:lnTo>
                  <a:lnTo>
                    <a:pt x="120307" y="181821"/>
                  </a:lnTo>
                  <a:lnTo>
                    <a:pt x="119394" y="181629"/>
                  </a:lnTo>
                  <a:lnTo>
                    <a:pt x="120177" y="179218"/>
                  </a:lnTo>
                  <a:lnTo>
                    <a:pt x="119326" y="174463"/>
                  </a:lnTo>
                  <a:lnTo>
                    <a:pt x="118398" y="170007"/>
                  </a:lnTo>
                  <a:lnTo>
                    <a:pt x="119274" y="167156"/>
                  </a:lnTo>
                  <a:lnTo>
                    <a:pt x="121089" y="163718"/>
                  </a:lnTo>
                  <a:lnTo>
                    <a:pt x="122999" y="159691"/>
                  </a:lnTo>
                  <a:lnTo>
                    <a:pt x="122995" y="157207"/>
                  </a:lnTo>
                  <a:lnTo>
                    <a:pt x="122896" y="155311"/>
                  </a:lnTo>
                  <a:lnTo>
                    <a:pt x="122349" y="153999"/>
                  </a:lnTo>
                  <a:lnTo>
                    <a:pt x="121298" y="152256"/>
                  </a:lnTo>
                  <a:lnTo>
                    <a:pt x="119539" y="154118"/>
                  </a:lnTo>
                  <a:lnTo>
                    <a:pt x="118283" y="156172"/>
                  </a:lnTo>
                  <a:lnTo>
                    <a:pt x="117463" y="156589"/>
                  </a:lnTo>
                  <a:lnTo>
                    <a:pt x="116572" y="157761"/>
                  </a:lnTo>
                  <a:lnTo>
                    <a:pt x="116139" y="159874"/>
                  </a:lnTo>
                  <a:lnTo>
                    <a:pt x="115064" y="161522"/>
                  </a:lnTo>
                  <a:lnTo>
                    <a:pt x="113306" y="162167"/>
                  </a:lnTo>
                  <a:lnTo>
                    <a:pt x="110662" y="160404"/>
                  </a:lnTo>
                  <a:lnTo>
                    <a:pt x="107822" y="157720"/>
                  </a:lnTo>
                  <a:lnTo>
                    <a:pt x="106214" y="155546"/>
                  </a:lnTo>
                  <a:lnTo>
                    <a:pt x="104902" y="155028"/>
                  </a:lnTo>
                  <a:lnTo>
                    <a:pt x="103656" y="155983"/>
                  </a:lnTo>
                  <a:lnTo>
                    <a:pt x="99979" y="161310"/>
                  </a:lnTo>
                  <a:lnTo>
                    <a:pt x="96613" y="169094"/>
                  </a:lnTo>
                  <a:lnTo>
                    <a:pt x="95777" y="170440"/>
                  </a:lnTo>
                  <a:lnTo>
                    <a:pt x="92607" y="173786"/>
                  </a:lnTo>
                  <a:lnTo>
                    <a:pt x="90511" y="174909"/>
                  </a:lnTo>
                  <a:lnTo>
                    <a:pt x="89524" y="174648"/>
                  </a:lnTo>
                  <a:lnTo>
                    <a:pt x="85353" y="176121"/>
                  </a:lnTo>
                  <a:lnTo>
                    <a:pt x="83281" y="176336"/>
                  </a:lnTo>
                  <a:lnTo>
                    <a:pt x="81640" y="178103"/>
                  </a:lnTo>
                  <a:lnTo>
                    <a:pt x="78458" y="176187"/>
                  </a:lnTo>
                  <a:lnTo>
                    <a:pt x="76556" y="173737"/>
                  </a:lnTo>
                  <a:lnTo>
                    <a:pt x="75411" y="171248"/>
                  </a:lnTo>
                  <a:lnTo>
                    <a:pt x="73544" y="165893"/>
                  </a:lnTo>
                  <a:lnTo>
                    <a:pt x="72221" y="163346"/>
                  </a:lnTo>
                  <a:lnTo>
                    <a:pt x="69246" y="161056"/>
                  </a:lnTo>
                  <a:lnTo>
                    <a:pt x="64062" y="155493"/>
                  </a:lnTo>
                  <a:lnTo>
                    <a:pt x="62698" y="154882"/>
                  </a:lnTo>
                  <a:lnTo>
                    <a:pt x="59160" y="154086"/>
                  </a:lnTo>
                  <a:lnTo>
                    <a:pt x="55428" y="153584"/>
                  </a:lnTo>
                  <a:lnTo>
                    <a:pt x="54672" y="155608"/>
                  </a:lnTo>
                  <a:lnTo>
                    <a:pt x="54385" y="163626"/>
                  </a:lnTo>
                  <a:lnTo>
                    <a:pt x="53746" y="165833"/>
                  </a:lnTo>
                  <a:lnTo>
                    <a:pt x="53472" y="169992"/>
                  </a:lnTo>
                  <a:lnTo>
                    <a:pt x="53015" y="171189"/>
                  </a:lnTo>
                  <a:lnTo>
                    <a:pt x="52299" y="171975"/>
                  </a:lnTo>
                  <a:lnTo>
                    <a:pt x="51179" y="170662"/>
                  </a:lnTo>
                  <a:lnTo>
                    <a:pt x="50401" y="170082"/>
                  </a:lnTo>
                  <a:lnTo>
                    <a:pt x="48592" y="171795"/>
                  </a:lnTo>
                  <a:lnTo>
                    <a:pt x="45010" y="174197"/>
                  </a:lnTo>
                  <a:lnTo>
                    <a:pt x="43789" y="174534"/>
                  </a:lnTo>
                  <a:lnTo>
                    <a:pt x="39636" y="171515"/>
                  </a:lnTo>
                  <a:lnTo>
                    <a:pt x="38117" y="169576"/>
                  </a:lnTo>
                  <a:lnTo>
                    <a:pt x="37137" y="167426"/>
                  </a:lnTo>
                  <a:lnTo>
                    <a:pt x="36806" y="163795"/>
                  </a:lnTo>
                  <a:lnTo>
                    <a:pt x="36190" y="161727"/>
                  </a:lnTo>
                  <a:lnTo>
                    <a:pt x="36099" y="160307"/>
                  </a:lnTo>
                  <a:lnTo>
                    <a:pt x="35858" y="158673"/>
                  </a:lnTo>
                  <a:lnTo>
                    <a:pt x="35021" y="158026"/>
                  </a:lnTo>
                  <a:lnTo>
                    <a:pt x="34122" y="159260"/>
                  </a:lnTo>
                  <a:lnTo>
                    <a:pt x="33160" y="159209"/>
                  </a:lnTo>
                  <a:lnTo>
                    <a:pt x="31950" y="158453"/>
                  </a:lnTo>
                  <a:lnTo>
                    <a:pt x="29098" y="155412"/>
                  </a:lnTo>
                  <a:lnTo>
                    <a:pt x="26905" y="155171"/>
                  </a:lnTo>
                  <a:lnTo>
                    <a:pt x="25588" y="158883"/>
                  </a:lnTo>
                  <a:lnTo>
                    <a:pt x="24563" y="160064"/>
                  </a:lnTo>
                  <a:lnTo>
                    <a:pt x="23441" y="160415"/>
                  </a:lnTo>
                  <a:lnTo>
                    <a:pt x="23377" y="159359"/>
                  </a:lnTo>
                  <a:lnTo>
                    <a:pt x="24228" y="156959"/>
                  </a:lnTo>
                  <a:lnTo>
                    <a:pt x="20813" y="157401"/>
                  </a:lnTo>
                  <a:lnTo>
                    <a:pt x="19010" y="159229"/>
                  </a:lnTo>
                  <a:lnTo>
                    <a:pt x="17603" y="158945"/>
                  </a:lnTo>
                  <a:lnTo>
                    <a:pt x="16549" y="158120"/>
                  </a:lnTo>
                  <a:lnTo>
                    <a:pt x="16707" y="157110"/>
                  </a:lnTo>
                  <a:lnTo>
                    <a:pt x="17777" y="156739"/>
                  </a:lnTo>
                  <a:lnTo>
                    <a:pt x="18705" y="155918"/>
                  </a:lnTo>
                  <a:lnTo>
                    <a:pt x="22405" y="155250"/>
                  </a:lnTo>
                  <a:lnTo>
                    <a:pt x="23269" y="154579"/>
                  </a:lnTo>
                  <a:lnTo>
                    <a:pt x="24216" y="151971"/>
                  </a:lnTo>
                  <a:lnTo>
                    <a:pt x="25939" y="149721"/>
                  </a:lnTo>
                  <a:lnTo>
                    <a:pt x="26158" y="148756"/>
                  </a:lnTo>
                  <a:lnTo>
                    <a:pt x="24833" y="148743"/>
                  </a:lnTo>
                  <a:lnTo>
                    <a:pt x="19162" y="149395"/>
                  </a:lnTo>
                  <a:lnTo>
                    <a:pt x="15269" y="149036"/>
                  </a:lnTo>
                  <a:lnTo>
                    <a:pt x="14807" y="150150"/>
                  </a:lnTo>
                  <a:lnTo>
                    <a:pt x="14222" y="150307"/>
                  </a:lnTo>
                  <a:lnTo>
                    <a:pt x="14060" y="147276"/>
                  </a:lnTo>
                  <a:lnTo>
                    <a:pt x="14675" y="145866"/>
                  </a:lnTo>
                  <a:lnTo>
                    <a:pt x="15504" y="145997"/>
                  </a:lnTo>
                  <a:lnTo>
                    <a:pt x="17538" y="144772"/>
                  </a:lnTo>
                  <a:lnTo>
                    <a:pt x="17356" y="142253"/>
                  </a:lnTo>
                  <a:lnTo>
                    <a:pt x="15899" y="140551"/>
                  </a:lnTo>
                  <a:lnTo>
                    <a:pt x="15602" y="139547"/>
                  </a:lnTo>
                  <a:lnTo>
                    <a:pt x="14546" y="139311"/>
                  </a:lnTo>
                  <a:lnTo>
                    <a:pt x="13689" y="138115"/>
                  </a:lnTo>
                  <a:lnTo>
                    <a:pt x="13502" y="135094"/>
                  </a:lnTo>
                  <a:lnTo>
                    <a:pt x="12820" y="131778"/>
                  </a:lnTo>
                  <a:lnTo>
                    <a:pt x="11845" y="130174"/>
                  </a:lnTo>
                  <a:lnTo>
                    <a:pt x="11965" y="129294"/>
                  </a:lnTo>
                  <a:lnTo>
                    <a:pt x="13752" y="128178"/>
                  </a:lnTo>
                  <a:lnTo>
                    <a:pt x="14122" y="123543"/>
                  </a:lnTo>
                  <a:lnTo>
                    <a:pt x="13849" y="120696"/>
                  </a:lnTo>
                  <a:lnTo>
                    <a:pt x="12951" y="120454"/>
                  </a:lnTo>
                  <a:lnTo>
                    <a:pt x="10332" y="118207"/>
                  </a:lnTo>
                  <a:lnTo>
                    <a:pt x="9537" y="118447"/>
                  </a:lnTo>
                  <a:lnTo>
                    <a:pt x="8670" y="115978"/>
                  </a:lnTo>
                  <a:lnTo>
                    <a:pt x="7151" y="114205"/>
                  </a:lnTo>
                  <a:lnTo>
                    <a:pt x="6399" y="114854"/>
                  </a:lnTo>
                  <a:lnTo>
                    <a:pt x="5928" y="115655"/>
                  </a:lnTo>
                  <a:lnTo>
                    <a:pt x="5224" y="115271"/>
                  </a:lnTo>
                  <a:lnTo>
                    <a:pt x="4045" y="113731"/>
                  </a:lnTo>
                  <a:lnTo>
                    <a:pt x="2887" y="112900"/>
                  </a:lnTo>
                  <a:lnTo>
                    <a:pt x="2373" y="111875"/>
                  </a:lnTo>
                  <a:lnTo>
                    <a:pt x="3018" y="109130"/>
                  </a:lnTo>
                  <a:lnTo>
                    <a:pt x="3904" y="109195"/>
                  </a:lnTo>
                  <a:lnTo>
                    <a:pt x="4066" y="107045"/>
                  </a:lnTo>
                  <a:lnTo>
                    <a:pt x="3366" y="103462"/>
                  </a:lnTo>
                  <a:lnTo>
                    <a:pt x="3434" y="101622"/>
                  </a:lnTo>
                  <a:lnTo>
                    <a:pt x="4208" y="101118"/>
                  </a:lnTo>
                  <a:lnTo>
                    <a:pt x="5089" y="101465"/>
                  </a:lnTo>
                  <a:lnTo>
                    <a:pt x="5978" y="103606"/>
                  </a:lnTo>
                  <a:lnTo>
                    <a:pt x="6268" y="105678"/>
                  </a:lnTo>
                  <a:lnTo>
                    <a:pt x="6081" y="107696"/>
                  </a:lnTo>
                  <a:lnTo>
                    <a:pt x="6645" y="109651"/>
                  </a:lnTo>
                  <a:lnTo>
                    <a:pt x="7046" y="110145"/>
                  </a:lnTo>
                  <a:lnTo>
                    <a:pt x="7317" y="108087"/>
                  </a:lnTo>
                  <a:lnTo>
                    <a:pt x="7694" y="107696"/>
                  </a:lnTo>
                  <a:lnTo>
                    <a:pt x="8213" y="108595"/>
                  </a:lnTo>
                  <a:lnTo>
                    <a:pt x="9328" y="109045"/>
                  </a:lnTo>
                  <a:lnTo>
                    <a:pt x="12219" y="107781"/>
                  </a:lnTo>
                  <a:lnTo>
                    <a:pt x="12775" y="106711"/>
                  </a:lnTo>
                  <a:lnTo>
                    <a:pt x="10656" y="106832"/>
                  </a:lnTo>
                  <a:lnTo>
                    <a:pt x="9881" y="105831"/>
                  </a:lnTo>
                  <a:lnTo>
                    <a:pt x="9040" y="103590"/>
                  </a:lnTo>
                  <a:lnTo>
                    <a:pt x="8522" y="101556"/>
                  </a:lnTo>
                  <a:lnTo>
                    <a:pt x="8429" y="100557"/>
                  </a:lnTo>
                  <a:lnTo>
                    <a:pt x="8137" y="99097"/>
                  </a:lnTo>
                  <a:lnTo>
                    <a:pt x="8459" y="98315"/>
                  </a:lnTo>
                  <a:lnTo>
                    <a:pt x="9910" y="97142"/>
                  </a:lnTo>
                  <a:lnTo>
                    <a:pt x="11183" y="93859"/>
                  </a:lnTo>
                  <a:lnTo>
                    <a:pt x="10653" y="92909"/>
                  </a:lnTo>
                  <a:lnTo>
                    <a:pt x="10046" y="92460"/>
                  </a:lnTo>
                  <a:lnTo>
                    <a:pt x="9386" y="92793"/>
                  </a:lnTo>
                  <a:lnTo>
                    <a:pt x="8761" y="91669"/>
                  </a:lnTo>
                  <a:lnTo>
                    <a:pt x="8681" y="90105"/>
                  </a:lnTo>
                  <a:lnTo>
                    <a:pt x="9180" y="88840"/>
                  </a:lnTo>
                  <a:lnTo>
                    <a:pt x="9233" y="87100"/>
                  </a:lnTo>
                  <a:lnTo>
                    <a:pt x="7596" y="82815"/>
                  </a:lnTo>
                  <a:lnTo>
                    <a:pt x="7139" y="81881"/>
                  </a:lnTo>
                  <a:lnTo>
                    <a:pt x="7492" y="80480"/>
                  </a:lnTo>
                  <a:lnTo>
                    <a:pt x="8741" y="78134"/>
                  </a:lnTo>
                  <a:lnTo>
                    <a:pt x="9931" y="75230"/>
                  </a:lnTo>
                  <a:lnTo>
                    <a:pt x="9789" y="74275"/>
                  </a:lnTo>
                  <a:lnTo>
                    <a:pt x="8909" y="73884"/>
                  </a:lnTo>
                  <a:lnTo>
                    <a:pt x="4729" y="75130"/>
                  </a:lnTo>
                  <a:lnTo>
                    <a:pt x="3105" y="76212"/>
                  </a:lnTo>
                  <a:lnTo>
                    <a:pt x="208" y="76706"/>
                  </a:lnTo>
                  <a:lnTo>
                    <a:pt x="0" y="75127"/>
                  </a:lnTo>
                  <a:lnTo>
                    <a:pt x="65" y="73705"/>
                  </a:lnTo>
                  <a:lnTo>
                    <a:pt x="715" y="71113"/>
                  </a:lnTo>
                  <a:lnTo>
                    <a:pt x="655" y="64724"/>
                  </a:lnTo>
                  <a:lnTo>
                    <a:pt x="1040" y="61260"/>
                  </a:lnTo>
                  <a:lnTo>
                    <a:pt x="2649" y="60229"/>
                  </a:lnTo>
                  <a:lnTo>
                    <a:pt x="4623" y="55138"/>
                  </a:lnTo>
                  <a:lnTo>
                    <a:pt x="7825" y="49141"/>
                  </a:lnTo>
                  <a:lnTo>
                    <a:pt x="11164" y="49256"/>
                  </a:lnTo>
                  <a:lnTo>
                    <a:pt x="12500" y="47601"/>
                  </a:lnTo>
                  <a:lnTo>
                    <a:pt x="14485" y="47504"/>
                  </a:lnTo>
                  <a:lnTo>
                    <a:pt x="14846" y="48708"/>
                  </a:lnTo>
                  <a:lnTo>
                    <a:pt x="15070" y="49859"/>
                  </a:lnTo>
                  <a:lnTo>
                    <a:pt x="16813" y="51514"/>
                  </a:lnTo>
                  <a:lnTo>
                    <a:pt x="19889" y="51251"/>
                  </a:lnTo>
                  <a:lnTo>
                    <a:pt x="20637" y="50599"/>
                  </a:lnTo>
                  <a:lnTo>
                    <a:pt x="21358" y="49687"/>
                  </a:lnTo>
                  <a:lnTo>
                    <a:pt x="19936" y="46740"/>
                  </a:lnTo>
                  <a:lnTo>
                    <a:pt x="20390" y="45909"/>
                  </a:lnTo>
                  <a:lnTo>
                    <a:pt x="21679" y="45811"/>
                  </a:lnTo>
                  <a:lnTo>
                    <a:pt x="23077" y="46505"/>
                  </a:lnTo>
                  <a:lnTo>
                    <a:pt x="23141" y="47180"/>
                  </a:lnTo>
                  <a:lnTo>
                    <a:pt x="22770" y="48105"/>
                  </a:lnTo>
                  <a:lnTo>
                    <a:pt x="22338" y="49726"/>
                  </a:lnTo>
                  <a:lnTo>
                    <a:pt x="22748" y="50038"/>
                  </a:lnTo>
                  <a:lnTo>
                    <a:pt x="26727" y="49058"/>
                  </a:lnTo>
                  <a:lnTo>
                    <a:pt x="30885" y="49843"/>
                  </a:lnTo>
                  <a:lnTo>
                    <a:pt x="32209" y="49418"/>
                  </a:lnTo>
                  <a:lnTo>
                    <a:pt x="35478" y="49451"/>
                  </a:lnTo>
                  <a:lnTo>
                    <a:pt x="36064" y="48434"/>
                  </a:lnTo>
                  <a:lnTo>
                    <a:pt x="35075" y="47157"/>
                  </a:lnTo>
                  <a:lnTo>
                    <a:pt x="34107" y="46712"/>
                  </a:lnTo>
                  <a:lnTo>
                    <a:pt x="33456" y="46090"/>
                  </a:lnTo>
                  <a:lnTo>
                    <a:pt x="32806" y="45187"/>
                  </a:lnTo>
                  <a:lnTo>
                    <a:pt x="34879" y="42335"/>
                  </a:lnTo>
                  <a:lnTo>
                    <a:pt x="36051" y="41787"/>
                  </a:lnTo>
                  <a:lnTo>
                    <a:pt x="41578" y="40035"/>
                  </a:lnTo>
                  <a:lnTo>
                    <a:pt x="45688" y="39158"/>
                  </a:lnTo>
                  <a:lnTo>
                    <a:pt x="45741" y="38507"/>
                  </a:lnTo>
                  <a:lnTo>
                    <a:pt x="45148" y="38505"/>
                  </a:lnTo>
                  <a:lnTo>
                    <a:pt x="39836" y="37054"/>
                  </a:lnTo>
                  <a:lnTo>
                    <a:pt x="38557" y="35930"/>
                  </a:lnTo>
                  <a:lnTo>
                    <a:pt x="36779" y="33255"/>
                  </a:lnTo>
                  <a:lnTo>
                    <a:pt x="36393" y="32499"/>
                  </a:lnTo>
                  <a:lnTo>
                    <a:pt x="35946" y="31195"/>
                  </a:lnTo>
                  <a:lnTo>
                    <a:pt x="36212" y="28414"/>
                  </a:lnTo>
                  <a:lnTo>
                    <a:pt x="36541" y="26181"/>
                  </a:lnTo>
                  <a:lnTo>
                    <a:pt x="37197" y="24887"/>
                  </a:lnTo>
                  <a:lnTo>
                    <a:pt x="39319" y="24689"/>
                  </a:lnTo>
                  <a:lnTo>
                    <a:pt x="46595" y="26961"/>
                  </a:lnTo>
                  <a:lnTo>
                    <a:pt x="51782" y="25599"/>
                  </a:lnTo>
                  <a:lnTo>
                    <a:pt x="57451" y="28911"/>
                  </a:lnTo>
                  <a:lnTo>
                    <a:pt x="62872" y="28238"/>
                  </a:lnTo>
                  <a:lnTo>
                    <a:pt x="63991" y="26752"/>
                  </a:lnTo>
                  <a:lnTo>
                    <a:pt x="65347" y="21962"/>
                  </a:lnTo>
                  <a:lnTo>
                    <a:pt x="73006" y="14008"/>
                  </a:lnTo>
                  <a:lnTo>
                    <a:pt x="75688" y="9860"/>
                  </a:lnTo>
                  <a:lnTo>
                    <a:pt x="78561" y="7590"/>
                  </a:lnTo>
                  <a:lnTo>
                    <a:pt x="83490" y="5068"/>
                  </a:lnTo>
                  <a:lnTo>
                    <a:pt x="87611" y="1734"/>
                  </a:lnTo>
                  <a:lnTo>
                    <a:pt x="88788" y="1350"/>
                  </a:lnTo>
                  <a:lnTo>
                    <a:pt x="98679" y="2943"/>
                  </a:lnTo>
                  <a:lnTo>
                    <a:pt x="105474" y="3145"/>
                  </a:lnTo>
                  <a:lnTo>
                    <a:pt x="108593" y="0"/>
                  </a:lnTo>
                  <a:lnTo>
                    <a:pt x="110402" y="1055"/>
                  </a:lnTo>
                  <a:lnTo>
                    <a:pt x="110233" y="2180"/>
                  </a:lnTo>
                  <a:lnTo>
                    <a:pt x="109905" y="3140"/>
                  </a:lnTo>
                  <a:lnTo>
                    <a:pt x="110002" y="5087"/>
                  </a:lnTo>
                  <a:lnTo>
                    <a:pt x="111064" y="7945"/>
                  </a:lnTo>
                  <a:lnTo>
                    <a:pt x="112143" y="9891"/>
                  </a:lnTo>
                  <a:lnTo>
                    <a:pt x="115315" y="12683"/>
                  </a:lnTo>
                  <a:lnTo>
                    <a:pt x="119725" y="10329"/>
                  </a:lnTo>
                  <a:lnTo>
                    <a:pt x="120435" y="10591"/>
                  </a:lnTo>
                  <a:lnTo>
                    <a:pt x="121332" y="11249"/>
                  </a:lnTo>
                  <a:lnTo>
                    <a:pt x="122886" y="18814"/>
                  </a:lnTo>
                  <a:lnTo>
                    <a:pt x="124095" y="21486"/>
                  </a:lnTo>
                  <a:lnTo>
                    <a:pt x="125642" y="23304"/>
                  </a:lnTo>
                  <a:lnTo>
                    <a:pt x="126913" y="23662"/>
                  </a:lnTo>
                  <a:lnTo>
                    <a:pt x="127857" y="21766"/>
                  </a:lnTo>
                  <a:lnTo>
                    <a:pt x="128588" y="21001"/>
                  </a:lnTo>
                  <a:lnTo>
                    <a:pt x="130180" y="20678"/>
                  </a:lnTo>
                  <a:lnTo>
                    <a:pt x="132791" y="23281"/>
                  </a:lnTo>
                  <a:lnTo>
                    <a:pt x="133696" y="25969"/>
                  </a:lnTo>
                  <a:lnTo>
                    <a:pt x="138141" y="28046"/>
                  </a:lnTo>
                  <a:lnTo>
                    <a:pt x="142220" y="29087"/>
                  </a:lnTo>
                  <a:lnTo>
                    <a:pt x="143980" y="31362"/>
                  </a:lnTo>
                  <a:lnTo>
                    <a:pt x="149720" y="33649"/>
                  </a:lnTo>
                  <a:lnTo>
                    <a:pt x="151864" y="33294"/>
                  </a:lnTo>
                  <a:lnTo>
                    <a:pt x="155461" y="30896"/>
                  </a:lnTo>
                  <a:lnTo>
                    <a:pt x="162460" y="28273"/>
                  </a:lnTo>
                  <a:lnTo>
                    <a:pt x="167110" y="31935"/>
                  </a:lnTo>
                  <a:lnTo>
                    <a:pt x="168368" y="32410"/>
                  </a:lnTo>
                  <a:lnTo>
                    <a:pt x="169453" y="32094"/>
                  </a:lnTo>
                  <a:lnTo>
                    <a:pt x="171016" y="33102"/>
                  </a:lnTo>
                  <a:lnTo>
                    <a:pt x="172683" y="32561"/>
                  </a:lnTo>
                  <a:lnTo>
                    <a:pt x="177829" y="28244"/>
                  </a:lnTo>
                  <a:lnTo>
                    <a:pt x="179438" y="25797"/>
                  </a:lnTo>
                  <a:lnTo>
                    <a:pt x="181144" y="25165"/>
                  </a:lnTo>
                  <a:lnTo>
                    <a:pt x="182657" y="23701"/>
                  </a:lnTo>
                  <a:lnTo>
                    <a:pt x="186688" y="18900"/>
                  </a:lnTo>
                  <a:close/>
                </a:path>
              </a:pathLst>
            </a:custGeom>
            <a:solidFill>
              <a:srgbClr val="D6E7D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6" name="pg1435"/>
            <p:cNvSpPr/>
            <p:nvPr/>
          </p:nvSpPr>
          <p:spPr>
            <a:xfrm>
              <a:off x="3651069" y="2390254"/>
              <a:ext cx="36784" cy="59626"/>
            </a:xfrm>
            <a:custGeom>
              <a:avLst/>
              <a:pathLst>
                <a:path w="36784" h="59626">
                  <a:moveTo>
                    <a:pt x="24075" y="3670"/>
                  </a:moveTo>
                  <a:lnTo>
                    <a:pt x="23744" y="7043"/>
                  </a:lnTo>
                  <a:lnTo>
                    <a:pt x="24512" y="10759"/>
                  </a:lnTo>
                  <a:lnTo>
                    <a:pt x="26310" y="15920"/>
                  </a:lnTo>
                  <a:lnTo>
                    <a:pt x="28121" y="18524"/>
                  </a:lnTo>
                  <a:lnTo>
                    <a:pt x="35438" y="24965"/>
                  </a:lnTo>
                  <a:lnTo>
                    <a:pt x="36784" y="25516"/>
                  </a:lnTo>
                  <a:lnTo>
                    <a:pt x="36478" y="28153"/>
                  </a:lnTo>
                  <a:lnTo>
                    <a:pt x="36037" y="30498"/>
                  </a:lnTo>
                  <a:lnTo>
                    <a:pt x="35553" y="32062"/>
                  </a:lnTo>
                  <a:lnTo>
                    <a:pt x="33410" y="33068"/>
                  </a:lnTo>
                  <a:lnTo>
                    <a:pt x="27493" y="30192"/>
                  </a:lnTo>
                  <a:lnTo>
                    <a:pt x="25997" y="29919"/>
                  </a:lnTo>
                  <a:lnTo>
                    <a:pt x="24942" y="30492"/>
                  </a:lnTo>
                  <a:lnTo>
                    <a:pt x="22987" y="32583"/>
                  </a:lnTo>
                  <a:lnTo>
                    <a:pt x="20820" y="31912"/>
                  </a:lnTo>
                  <a:lnTo>
                    <a:pt x="17798" y="33098"/>
                  </a:lnTo>
                  <a:lnTo>
                    <a:pt x="16955" y="37034"/>
                  </a:lnTo>
                  <a:lnTo>
                    <a:pt x="14856" y="41543"/>
                  </a:lnTo>
                  <a:lnTo>
                    <a:pt x="11402" y="45187"/>
                  </a:lnTo>
                  <a:lnTo>
                    <a:pt x="8934" y="47137"/>
                  </a:lnTo>
                  <a:lnTo>
                    <a:pt x="5228" y="54127"/>
                  </a:lnTo>
                  <a:lnTo>
                    <a:pt x="3546" y="58207"/>
                  </a:lnTo>
                  <a:lnTo>
                    <a:pt x="2837" y="59000"/>
                  </a:lnTo>
                  <a:lnTo>
                    <a:pt x="1995" y="59626"/>
                  </a:lnTo>
                  <a:lnTo>
                    <a:pt x="2279" y="57666"/>
                  </a:lnTo>
                  <a:lnTo>
                    <a:pt x="2695" y="55873"/>
                  </a:lnTo>
                  <a:lnTo>
                    <a:pt x="2600" y="54521"/>
                  </a:lnTo>
                  <a:lnTo>
                    <a:pt x="2618" y="52554"/>
                  </a:lnTo>
                  <a:lnTo>
                    <a:pt x="3854" y="50322"/>
                  </a:lnTo>
                  <a:lnTo>
                    <a:pt x="4978" y="48704"/>
                  </a:lnTo>
                  <a:lnTo>
                    <a:pt x="8303" y="45772"/>
                  </a:lnTo>
                  <a:lnTo>
                    <a:pt x="9178" y="43338"/>
                  </a:lnTo>
                  <a:lnTo>
                    <a:pt x="6570" y="43395"/>
                  </a:lnTo>
                  <a:lnTo>
                    <a:pt x="3923" y="43936"/>
                  </a:lnTo>
                  <a:lnTo>
                    <a:pt x="2257" y="43590"/>
                  </a:lnTo>
                  <a:lnTo>
                    <a:pt x="810" y="43789"/>
                  </a:lnTo>
                  <a:lnTo>
                    <a:pt x="351" y="41660"/>
                  </a:lnTo>
                  <a:lnTo>
                    <a:pt x="0" y="40378"/>
                  </a:lnTo>
                  <a:lnTo>
                    <a:pt x="374" y="39979"/>
                  </a:lnTo>
                  <a:lnTo>
                    <a:pt x="855" y="39702"/>
                  </a:lnTo>
                  <a:lnTo>
                    <a:pt x="1705" y="37431"/>
                  </a:lnTo>
                  <a:lnTo>
                    <a:pt x="2464" y="35756"/>
                  </a:lnTo>
                  <a:lnTo>
                    <a:pt x="3559" y="33649"/>
                  </a:lnTo>
                  <a:lnTo>
                    <a:pt x="3840" y="32391"/>
                  </a:lnTo>
                  <a:lnTo>
                    <a:pt x="3840" y="31218"/>
                  </a:lnTo>
                  <a:lnTo>
                    <a:pt x="3578" y="30404"/>
                  </a:lnTo>
                  <a:lnTo>
                    <a:pt x="3527" y="29437"/>
                  </a:lnTo>
                  <a:lnTo>
                    <a:pt x="3494" y="28071"/>
                  </a:lnTo>
                  <a:lnTo>
                    <a:pt x="3555" y="25249"/>
                  </a:lnTo>
                  <a:lnTo>
                    <a:pt x="6062" y="22166"/>
                  </a:lnTo>
                  <a:lnTo>
                    <a:pt x="6866" y="21840"/>
                  </a:lnTo>
                  <a:lnTo>
                    <a:pt x="7140" y="20433"/>
                  </a:lnTo>
                  <a:lnTo>
                    <a:pt x="6956" y="17171"/>
                  </a:lnTo>
                  <a:lnTo>
                    <a:pt x="6610" y="14537"/>
                  </a:lnTo>
                  <a:lnTo>
                    <a:pt x="6161" y="14361"/>
                  </a:lnTo>
                  <a:lnTo>
                    <a:pt x="5558" y="13592"/>
                  </a:lnTo>
                  <a:lnTo>
                    <a:pt x="5161" y="12702"/>
                  </a:lnTo>
                  <a:lnTo>
                    <a:pt x="4528" y="11728"/>
                  </a:lnTo>
                  <a:lnTo>
                    <a:pt x="3435" y="11131"/>
                  </a:lnTo>
                  <a:lnTo>
                    <a:pt x="3400" y="10300"/>
                  </a:lnTo>
                  <a:lnTo>
                    <a:pt x="3513" y="9469"/>
                  </a:lnTo>
                  <a:lnTo>
                    <a:pt x="3916" y="8619"/>
                  </a:lnTo>
                  <a:lnTo>
                    <a:pt x="5757" y="7886"/>
                  </a:lnTo>
                  <a:lnTo>
                    <a:pt x="5975" y="7286"/>
                  </a:lnTo>
                  <a:lnTo>
                    <a:pt x="6224" y="5807"/>
                  </a:lnTo>
                  <a:lnTo>
                    <a:pt x="6589" y="4293"/>
                  </a:lnTo>
                  <a:lnTo>
                    <a:pt x="7024" y="3793"/>
                  </a:lnTo>
                  <a:lnTo>
                    <a:pt x="7802" y="3839"/>
                  </a:lnTo>
                  <a:lnTo>
                    <a:pt x="9279" y="3490"/>
                  </a:lnTo>
                  <a:lnTo>
                    <a:pt x="10309" y="2996"/>
                  </a:lnTo>
                  <a:lnTo>
                    <a:pt x="11331" y="1962"/>
                  </a:lnTo>
                  <a:lnTo>
                    <a:pt x="11855" y="1022"/>
                  </a:lnTo>
                  <a:lnTo>
                    <a:pt x="14068" y="477"/>
                  </a:lnTo>
                  <a:lnTo>
                    <a:pt x="14690" y="0"/>
                  </a:lnTo>
                  <a:lnTo>
                    <a:pt x="15306" y="405"/>
                  </a:lnTo>
                  <a:lnTo>
                    <a:pt x="16134" y="2015"/>
                  </a:lnTo>
                  <a:lnTo>
                    <a:pt x="17498" y="4325"/>
                  </a:lnTo>
                  <a:lnTo>
                    <a:pt x="18230" y="5095"/>
                  </a:lnTo>
                  <a:lnTo>
                    <a:pt x="18779" y="4738"/>
                  </a:lnTo>
                  <a:lnTo>
                    <a:pt x="19769" y="3898"/>
                  </a:lnTo>
                  <a:lnTo>
                    <a:pt x="20717" y="3892"/>
                  </a:lnTo>
                  <a:lnTo>
                    <a:pt x="21482" y="4039"/>
                  </a:lnTo>
                  <a:lnTo>
                    <a:pt x="21851" y="3308"/>
                  </a:lnTo>
                  <a:lnTo>
                    <a:pt x="22427" y="3151"/>
                  </a:lnTo>
                  <a:close/>
                </a:path>
              </a:pathLst>
            </a:custGeom>
            <a:solidFill>
              <a:srgbClr val="D6E7D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7" name="pg1436"/>
            <p:cNvSpPr/>
            <p:nvPr/>
          </p:nvSpPr>
          <p:spPr>
            <a:xfrm>
              <a:off x="4775319" y="2909465"/>
              <a:ext cx="1997" cy="3184"/>
            </a:xfrm>
            <a:custGeom>
              <a:avLst/>
              <a:pathLst>
                <a:path w="1997" h="3184">
                  <a:moveTo>
                    <a:pt x="1463" y="0"/>
                  </a:moveTo>
                  <a:lnTo>
                    <a:pt x="1997" y="1966"/>
                  </a:lnTo>
                  <a:lnTo>
                    <a:pt x="1772" y="3184"/>
                  </a:lnTo>
                  <a:lnTo>
                    <a:pt x="95" y="2535"/>
                  </a:lnTo>
                  <a:lnTo>
                    <a:pt x="0" y="1344"/>
                  </a:lnTo>
                  <a:lnTo>
                    <a:pt x="634" y="1565"/>
                  </a:lnTo>
                  <a:close/>
                </a:path>
              </a:pathLst>
            </a:custGeom>
            <a:solidFill>
              <a:srgbClr val="D1E5C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8" name="pg1437"/>
            <p:cNvSpPr/>
            <p:nvPr/>
          </p:nvSpPr>
          <p:spPr>
            <a:xfrm>
              <a:off x="4797075" y="2887162"/>
              <a:ext cx="22626" cy="99045"/>
            </a:xfrm>
            <a:custGeom>
              <a:avLst/>
              <a:pathLst>
                <a:path w="22626" h="99045">
                  <a:moveTo>
                    <a:pt x="11411" y="78498"/>
                  </a:moveTo>
                  <a:lnTo>
                    <a:pt x="10656" y="81963"/>
                  </a:lnTo>
                  <a:lnTo>
                    <a:pt x="10053" y="85625"/>
                  </a:lnTo>
                  <a:lnTo>
                    <a:pt x="9809" y="89081"/>
                  </a:lnTo>
                  <a:lnTo>
                    <a:pt x="9822" y="92646"/>
                  </a:lnTo>
                  <a:lnTo>
                    <a:pt x="9649" y="95864"/>
                  </a:lnTo>
                  <a:lnTo>
                    <a:pt x="9352" y="99045"/>
                  </a:lnTo>
                  <a:lnTo>
                    <a:pt x="8169" y="98129"/>
                  </a:lnTo>
                  <a:lnTo>
                    <a:pt x="7527" y="95851"/>
                  </a:lnTo>
                  <a:lnTo>
                    <a:pt x="7380" y="92111"/>
                  </a:lnTo>
                  <a:lnTo>
                    <a:pt x="6522" y="87593"/>
                  </a:lnTo>
                  <a:lnTo>
                    <a:pt x="6200" y="86298"/>
                  </a:lnTo>
                  <a:lnTo>
                    <a:pt x="4964" y="83771"/>
                  </a:lnTo>
                  <a:lnTo>
                    <a:pt x="3840" y="82512"/>
                  </a:lnTo>
                  <a:lnTo>
                    <a:pt x="2970" y="80648"/>
                  </a:lnTo>
                  <a:lnTo>
                    <a:pt x="3084" y="80801"/>
                  </a:lnTo>
                  <a:lnTo>
                    <a:pt x="2442" y="78289"/>
                  </a:lnTo>
                  <a:lnTo>
                    <a:pt x="1954" y="75615"/>
                  </a:lnTo>
                  <a:lnTo>
                    <a:pt x="946" y="68022"/>
                  </a:lnTo>
                  <a:lnTo>
                    <a:pt x="598" y="66186"/>
                  </a:lnTo>
                  <a:lnTo>
                    <a:pt x="133" y="64511"/>
                  </a:lnTo>
                  <a:lnTo>
                    <a:pt x="0" y="62855"/>
                  </a:lnTo>
                  <a:lnTo>
                    <a:pt x="159" y="61014"/>
                  </a:lnTo>
                  <a:lnTo>
                    <a:pt x="593" y="58262"/>
                  </a:lnTo>
                  <a:lnTo>
                    <a:pt x="859" y="55488"/>
                  </a:lnTo>
                  <a:lnTo>
                    <a:pt x="645" y="51719"/>
                  </a:lnTo>
                  <a:lnTo>
                    <a:pt x="727" y="47986"/>
                  </a:lnTo>
                  <a:lnTo>
                    <a:pt x="1054" y="46329"/>
                  </a:lnTo>
                  <a:lnTo>
                    <a:pt x="6791" y="23591"/>
                  </a:lnTo>
                  <a:lnTo>
                    <a:pt x="8347" y="18752"/>
                  </a:lnTo>
                  <a:lnTo>
                    <a:pt x="9304" y="16377"/>
                  </a:lnTo>
                  <a:lnTo>
                    <a:pt x="10104" y="13699"/>
                  </a:lnTo>
                  <a:lnTo>
                    <a:pt x="10866" y="10310"/>
                  </a:lnTo>
                  <a:lnTo>
                    <a:pt x="11799" y="7212"/>
                  </a:lnTo>
                  <a:lnTo>
                    <a:pt x="12466" y="6258"/>
                  </a:lnTo>
                  <a:lnTo>
                    <a:pt x="15757" y="3478"/>
                  </a:lnTo>
                  <a:lnTo>
                    <a:pt x="16783" y="823"/>
                  </a:lnTo>
                  <a:lnTo>
                    <a:pt x="17605" y="0"/>
                  </a:lnTo>
                  <a:lnTo>
                    <a:pt x="18539" y="46"/>
                  </a:lnTo>
                  <a:lnTo>
                    <a:pt x="19141" y="1314"/>
                  </a:lnTo>
                  <a:lnTo>
                    <a:pt x="19678" y="2816"/>
                  </a:lnTo>
                  <a:lnTo>
                    <a:pt x="20241" y="3628"/>
                  </a:lnTo>
                  <a:lnTo>
                    <a:pt x="21697" y="5096"/>
                  </a:lnTo>
                  <a:lnTo>
                    <a:pt x="22335" y="6514"/>
                  </a:lnTo>
                  <a:lnTo>
                    <a:pt x="22626" y="8958"/>
                  </a:lnTo>
                  <a:lnTo>
                    <a:pt x="21739" y="11277"/>
                  </a:lnTo>
                  <a:lnTo>
                    <a:pt x="21299" y="13367"/>
                  </a:lnTo>
                  <a:lnTo>
                    <a:pt x="21216" y="15677"/>
                  </a:lnTo>
                  <a:lnTo>
                    <a:pt x="21375" y="18804"/>
                  </a:lnTo>
                  <a:lnTo>
                    <a:pt x="21395" y="21941"/>
                  </a:lnTo>
                  <a:lnTo>
                    <a:pt x="20286" y="29302"/>
                  </a:lnTo>
                  <a:lnTo>
                    <a:pt x="19096" y="33887"/>
                  </a:lnTo>
                  <a:lnTo>
                    <a:pt x="18776" y="36173"/>
                  </a:lnTo>
                  <a:lnTo>
                    <a:pt x="18414" y="41841"/>
                  </a:lnTo>
                  <a:lnTo>
                    <a:pt x="17715" y="47533"/>
                  </a:lnTo>
                  <a:lnTo>
                    <a:pt x="17119" y="54749"/>
                  </a:lnTo>
                  <a:lnTo>
                    <a:pt x="16148" y="62182"/>
                  </a:lnTo>
                  <a:lnTo>
                    <a:pt x="15597" y="65292"/>
                  </a:lnTo>
                  <a:lnTo>
                    <a:pt x="14910" y="68267"/>
                  </a:lnTo>
                  <a:lnTo>
                    <a:pt x="13269" y="73888"/>
                  </a:lnTo>
                  <a:close/>
                </a:path>
              </a:pathLst>
            </a:custGeom>
            <a:solidFill>
              <a:srgbClr val="D1E5C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9" name="pg1438"/>
            <p:cNvSpPr/>
            <p:nvPr/>
          </p:nvSpPr>
          <p:spPr>
            <a:xfrm>
              <a:off x="3816376" y="3860097"/>
              <a:ext cx="3707" cy="10085"/>
            </a:xfrm>
            <a:custGeom>
              <a:avLst/>
              <a:pathLst>
                <a:path w="3707" h="10085">
                  <a:moveTo>
                    <a:pt x="1321" y="9698"/>
                  </a:moveTo>
                  <a:lnTo>
                    <a:pt x="661" y="10085"/>
                  </a:lnTo>
                  <a:lnTo>
                    <a:pt x="404" y="9710"/>
                  </a:lnTo>
                  <a:lnTo>
                    <a:pt x="0" y="8478"/>
                  </a:lnTo>
                  <a:lnTo>
                    <a:pt x="703" y="7427"/>
                  </a:lnTo>
                  <a:lnTo>
                    <a:pt x="1385" y="5387"/>
                  </a:lnTo>
                  <a:lnTo>
                    <a:pt x="2969" y="2395"/>
                  </a:lnTo>
                  <a:lnTo>
                    <a:pt x="3509" y="421"/>
                  </a:lnTo>
                  <a:lnTo>
                    <a:pt x="3707" y="0"/>
                  </a:lnTo>
                  <a:lnTo>
                    <a:pt x="3593" y="2331"/>
                  </a:lnTo>
                  <a:lnTo>
                    <a:pt x="2699" y="7430"/>
                  </a:lnTo>
                  <a:lnTo>
                    <a:pt x="1936" y="7762"/>
                  </a:lnTo>
                  <a:close/>
                </a:path>
              </a:pathLst>
            </a:custGeom>
            <a:solidFill>
              <a:srgbClr val="BAD7B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0" name="pg1439"/>
            <p:cNvSpPr/>
            <p:nvPr/>
          </p:nvSpPr>
          <p:spPr>
            <a:xfrm>
              <a:off x="3811250" y="3803149"/>
              <a:ext cx="4761" cy="21622"/>
            </a:xfrm>
            <a:custGeom>
              <a:avLst/>
              <a:pathLst>
                <a:path w="4761" h="21622">
                  <a:moveTo>
                    <a:pt x="3828" y="13374"/>
                  </a:moveTo>
                  <a:lnTo>
                    <a:pt x="4761" y="19662"/>
                  </a:lnTo>
                  <a:lnTo>
                    <a:pt x="4641" y="20840"/>
                  </a:lnTo>
                  <a:lnTo>
                    <a:pt x="3983" y="21561"/>
                  </a:lnTo>
                  <a:lnTo>
                    <a:pt x="3639" y="21622"/>
                  </a:lnTo>
                  <a:lnTo>
                    <a:pt x="3230" y="20617"/>
                  </a:lnTo>
                  <a:lnTo>
                    <a:pt x="2940" y="18494"/>
                  </a:lnTo>
                  <a:lnTo>
                    <a:pt x="2441" y="18999"/>
                  </a:lnTo>
                  <a:lnTo>
                    <a:pt x="1588" y="16462"/>
                  </a:lnTo>
                  <a:lnTo>
                    <a:pt x="745" y="16341"/>
                  </a:lnTo>
                  <a:lnTo>
                    <a:pt x="0" y="13314"/>
                  </a:lnTo>
                  <a:lnTo>
                    <a:pt x="291" y="10674"/>
                  </a:lnTo>
                  <a:lnTo>
                    <a:pt x="122" y="6178"/>
                  </a:lnTo>
                  <a:lnTo>
                    <a:pt x="1031" y="3875"/>
                  </a:lnTo>
                  <a:lnTo>
                    <a:pt x="1543" y="0"/>
                  </a:lnTo>
                  <a:lnTo>
                    <a:pt x="2131" y="2646"/>
                  </a:lnTo>
                  <a:lnTo>
                    <a:pt x="2266" y="6772"/>
                  </a:lnTo>
                  <a:lnTo>
                    <a:pt x="3058" y="11626"/>
                  </a:lnTo>
                  <a:lnTo>
                    <a:pt x="3724" y="13126"/>
                  </a:lnTo>
                  <a:close/>
                </a:path>
              </a:pathLst>
            </a:custGeom>
            <a:solidFill>
              <a:srgbClr val="BAD7B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1" name="pg1440"/>
            <p:cNvSpPr/>
            <p:nvPr/>
          </p:nvSpPr>
          <p:spPr>
            <a:xfrm>
              <a:off x="3816910" y="3779042"/>
              <a:ext cx="2732" cy="15888"/>
            </a:xfrm>
            <a:custGeom>
              <a:avLst/>
              <a:pathLst>
                <a:path w="2732" h="15888">
                  <a:moveTo>
                    <a:pt x="2660" y="0"/>
                  </a:moveTo>
                  <a:lnTo>
                    <a:pt x="2732" y="1488"/>
                  </a:lnTo>
                  <a:lnTo>
                    <a:pt x="2545" y="2891"/>
                  </a:lnTo>
                  <a:lnTo>
                    <a:pt x="2586" y="7358"/>
                  </a:lnTo>
                  <a:lnTo>
                    <a:pt x="2513" y="10321"/>
                  </a:lnTo>
                  <a:lnTo>
                    <a:pt x="1817" y="14428"/>
                  </a:lnTo>
                  <a:lnTo>
                    <a:pt x="1249" y="15888"/>
                  </a:lnTo>
                  <a:lnTo>
                    <a:pt x="741" y="15464"/>
                  </a:lnTo>
                  <a:lnTo>
                    <a:pt x="324" y="14788"/>
                  </a:lnTo>
                  <a:lnTo>
                    <a:pt x="0" y="13663"/>
                  </a:lnTo>
                  <a:lnTo>
                    <a:pt x="661" y="6132"/>
                  </a:lnTo>
                  <a:lnTo>
                    <a:pt x="324" y="617"/>
                  </a:lnTo>
                  <a:lnTo>
                    <a:pt x="1632" y="1145"/>
                  </a:lnTo>
                  <a:close/>
                </a:path>
              </a:pathLst>
            </a:custGeom>
            <a:solidFill>
              <a:srgbClr val="BAD7B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2" name="pg1441"/>
            <p:cNvSpPr/>
            <p:nvPr/>
          </p:nvSpPr>
          <p:spPr>
            <a:xfrm>
              <a:off x="3691097" y="3663469"/>
              <a:ext cx="135767" cy="316803"/>
            </a:xfrm>
            <a:custGeom>
              <a:avLst/>
              <a:pathLst>
                <a:path w="135767" h="316803">
                  <a:moveTo>
                    <a:pt x="55814" y="210"/>
                  </a:moveTo>
                  <a:lnTo>
                    <a:pt x="56743" y="210"/>
                  </a:lnTo>
                  <a:lnTo>
                    <a:pt x="57622" y="1327"/>
                  </a:lnTo>
                  <a:lnTo>
                    <a:pt x="58598" y="2649"/>
                  </a:lnTo>
                  <a:lnTo>
                    <a:pt x="61195" y="6166"/>
                  </a:lnTo>
                  <a:lnTo>
                    <a:pt x="63793" y="9681"/>
                  </a:lnTo>
                  <a:lnTo>
                    <a:pt x="66391" y="13198"/>
                  </a:lnTo>
                  <a:lnTo>
                    <a:pt x="68989" y="16713"/>
                  </a:lnTo>
                  <a:lnTo>
                    <a:pt x="71587" y="20231"/>
                  </a:lnTo>
                  <a:lnTo>
                    <a:pt x="74184" y="23748"/>
                  </a:lnTo>
                  <a:lnTo>
                    <a:pt x="76783" y="27263"/>
                  </a:lnTo>
                  <a:lnTo>
                    <a:pt x="79381" y="30781"/>
                  </a:lnTo>
                  <a:lnTo>
                    <a:pt x="81978" y="34298"/>
                  </a:lnTo>
                  <a:lnTo>
                    <a:pt x="84574" y="37813"/>
                  </a:lnTo>
                  <a:lnTo>
                    <a:pt x="87174" y="41328"/>
                  </a:lnTo>
                  <a:lnTo>
                    <a:pt x="89771" y="44845"/>
                  </a:lnTo>
                  <a:lnTo>
                    <a:pt x="92369" y="48363"/>
                  </a:lnTo>
                  <a:lnTo>
                    <a:pt x="94967" y="51878"/>
                  </a:lnTo>
                  <a:lnTo>
                    <a:pt x="97565" y="55395"/>
                  </a:lnTo>
                  <a:lnTo>
                    <a:pt x="100163" y="58910"/>
                  </a:lnTo>
                  <a:lnTo>
                    <a:pt x="101402" y="60589"/>
                  </a:lnTo>
                  <a:lnTo>
                    <a:pt x="101589" y="61317"/>
                  </a:lnTo>
                  <a:lnTo>
                    <a:pt x="101804" y="64520"/>
                  </a:lnTo>
                  <a:lnTo>
                    <a:pt x="101940" y="66522"/>
                  </a:lnTo>
                  <a:lnTo>
                    <a:pt x="101865" y="68283"/>
                  </a:lnTo>
                  <a:lnTo>
                    <a:pt x="101177" y="71281"/>
                  </a:lnTo>
                  <a:lnTo>
                    <a:pt x="100974" y="72848"/>
                  </a:lnTo>
                  <a:lnTo>
                    <a:pt x="100968" y="73936"/>
                  </a:lnTo>
                  <a:lnTo>
                    <a:pt x="101137" y="74363"/>
                  </a:lnTo>
                  <a:lnTo>
                    <a:pt x="101722" y="74518"/>
                  </a:lnTo>
                  <a:lnTo>
                    <a:pt x="102221" y="75228"/>
                  </a:lnTo>
                  <a:lnTo>
                    <a:pt x="102405" y="75788"/>
                  </a:lnTo>
                  <a:lnTo>
                    <a:pt x="102786" y="78045"/>
                  </a:lnTo>
                  <a:lnTo>
                    <a:pt x="103272" y="79176"/>
                  </a:lnTo>
                  <a:lnTo>
                    <a:pt x="104369" y="81092"/>
                  </a:lnTo>
                  <a:lnTo>
                    <a:pt x="106240" y="84359"/>
                  </a:lnTo>
                  <a:lnTo>
                    <a:pt x="108111" y="87625"/>
                  </a:lnTo>
                  <a:lnTo>
                    <a:pt x="109982" y="90892"/>
                  </a:lnTo>
                  <a:lnTo>
                    <a:pt x="111853" y="94158"/>
                  </a:lnTo>
                  <a:lnTo>
                    <a:pt x="113724" y="97422"/>
                  </a:lnTo>
                  <a:lnTo>
                    <a:pt x="115595" y="100688"/>
                  </a:lnTo>
                  <a:lnTo>
                    <a:pt x="117466" y="103955"/>
                  </a:lnTo>
                  <a:lnTo>
                    <a:pt x="119337" y="107222"/>
                  </a:lnTo>
                  <a:lnTo>
                    <a:pt x="120247" y="108809"/>
                  </a:lnTo>
                  <a:lnTo>
                    <a:pt x="120633" y="109256"/>
                  </a:lnTo>
                  <a:lnTo>
                    <a:pt x="120390" y="111740"/>
                  </a:lnTo>
                  <a:lnTo>
                    <a:pt x="119432" y="117769"/>
                  </a:lnTo>
                  <a:lnTo>
                    <a:pt x="119377" y="120279"/>
                  </a:lnTo>
                  <a:lnTo>
                    <a:pt x="119002" y="123234"/>
                  </a:lnTo>
                  <a:lnTo>
                    <a:pt x="118640" y="125188"/>
                  </a:lnTo>
                  <a:lnTo>
                    <a:pt x="117664" y="133669"/>
                  </a:lnTo>
                  <a:lnTo>
                    <a:pt x="116846" y="136843"/>
                  </a:lnTo>
                  <a:lnTo>
                    <a:pt x="115727" y="144279"/>
                  </a:lnTo>
                  <a:lnTo>
                    <a:pt x="115550" y="149967"/>
                  </a:lnTo>
                  <a:lnTo>
                    <a:pt x="116166" y="153949"/>
                  </a:lnTo>
                  <a:lnTo>
                    <a:pt x="116395" y="157683"/>
                  </a:lnTo>
                  <a:lnTo>
                    <a:pt x="117704" y="161342"/>
                  </a:lnTo>
                  <a:lnTo>
                    <a:pt x="118751" y="162649"/>
                  </a:lnTo>
                  <a:lnTo>
                    <a:pt x="119459" y="164323"/>
                  </a:lnTo>
                  <a:lnTo>
                    <a:pt x="120714" y="168143"/>
                  </a:lnTo>
                  <a:lnTo>
                    <a:pt x="121431" y="171976"/>
                  </a:lnTo>
                  <a:lnTo>
                    <a:pt x="123687" y="173857"/>
                  </a:lnTo>
                  <a:lnTo>
                    <a:pt x="124585" y="178154"/>
                  </a:lnTo>
                  <a:lnTo>
                    <a:pt x="124258" y="181111"/>
                  </a:lnTo>
                  <a:lnTo>
                    <a:pt x="123212" y="183561"/>
                  </a:lnTo>
                  <a:lnTo>
                    <a:pt x="122233" y="187532"/>
                  </a:lnTo>
                  <a:lnTo>
                    <a:pt x="121446" y="192746"/>
                  </a:lnTo>
                  <a:lnTo>
                    <a:pt x="121428" y="200719"/>
                  </a:lnTo>
                  <a:lnTo>
                    <a:pt x="121957" y="199508"/>
                  </a:lnTo>
                  <a:lnTo>
                    <a:pt x="123151" y="201461"/>
                  </a:lnTo>
                  <a:lnTo>
                    <a:pt x="123305" y="207333"/>
                  </a:lnTo>
                  <a:lnTo>
                    <a:pt x="122074" y="214169"/>
                  </a:lnTo>
                  <a:lnTo>
                    <a:pt x="121696" y="217364"/>
                  </a:lnTo>
                  <a:lnTo>
                    <a:pt x="121635" y="220108"/>
                  </a:lnTo>
                  <a:lnTo>
                    <a:pt x="122529" y="228292"/>
                  </a:lnTo>
                  <a:lnTo>
                    <a:pt x="123882" y="232459"/>
                  </a:lnTo>
                  <a:lnTo>
                    <a:pt x="123781" y="233763"/>
                  </a:lnTo>
                  <a:lnTo>
                    <a:pt x="123430" y="234857"/>
                  </a:lnTo>
                  <a:lnTo>
                    <a:pt x="125746" y="242230"/>
                  </a:lnTo>
                  <a:lnTo>
                    <a:pt x="125553" y="248641"/>
                  </a:lnTo>
                  <a:lnTo>
                    <a:pt x="126420" y="253634"/>
                  </a:lnTo>
                  <a:lnTo>
                    <a:pt x="126801" y="257959"/>
                  </a:lnTo>
                  <a:lnTo>
                    <a:pt x="127373" y="261278"/>
                  </a:lnTo>
                  <a:lnTo>
                    <a:pt x="127482" y="263566"/>
                  </a:lnTo>
                  <a:lnTo>
                    <a:pt x="126768" y="266105"/>
                  </a:lnTo>
                  <a:lnTo>
                    <a:pt x="128457" y="266740"/>
                  </a:lnTo>
                  <a:lnTo>
                    <a:pt x="129449" y="268818"/>
                  </a:lnTo>
                  <a:lnTo>
                    <a:pt x="129917" y="270806"/>
                  </a:lnTo>
                  <a:lnTo>
                    <a:pt x="131137" y="270720"/>
                  </a:lnTo>
                  <a:lnTo>
                    <a:pt x="131798" y="272079"/>
                  </a:lnTo>
                  <a:lnTo>
                    <a:pt x="132750" y="273201"/>
                  </a:lnTo>
                  <a:lnTo>
                    <a:pt x="134855" y="276537"/>
                  </a:lnTo>
                  <a:lnTo>
                    <a:pt x="135425" y="278214"/>
                  </a:lnTo>
                  <a:lnTo>
                    <a:pt x="135632" y="279180"/>
                  </a:lnTo>
                  <a:lnTo>
                    <a:pt x="135767" y="279812"/>
                  </a:lnTo>
                  <a:lnTo>
                    <a:pt x="134352" y="282389"/>
                  </a:lnTo>
                  <a:lnTo>
                    <a:pt x="132143" y="286406"/>
                  </a:lnTo>
                  <a:lnTo>
                    <a:pt x="129979" y="290345"/>
                  </a:lnTo>
                  <a:lnTo>
                    <a:pt x="127888" y="293052"/>
                  </a:lnTo>
                  <a:lnTo>
                    <a:pt x="126393" y="294304"/>
                  </a:lnTo>
                  <a:lnTo>
                    <a:pt x="124797" y="295005"/>
                  </a:lnTo>
                  <a:lnTo>
                    <a:pt x="123282" y="296662"/>
                  </a:lnTo>
                  <a:lnTo>
                    <a:pt x="121849" y="299262"/>
                  </a:lnTo>
                  <a:lnTo>
                    <a:pt x="120014" y="300572"/>
                  </a:lnTo>
                  <a:lnTo>
                    <a:pt x="117777" y="300583"/>
                  </a:lnTo>
                  <a:lnTo>
                    <a:pt x="115428" y="302404"/>
                  </a:lnTo>
                  <a:lnTo>
                    <a:pt x="113095" y="305844"/>
                  </a:lnTo>
                  <a:lnTo>
                    <a:pt x="111736" y="307852"/>
                  </a:lnTo>
                  <a:lnTo>
                    <a:pt x="109583" y="304834"/>
                  </a:lnTo>
                  <a:lnTo>
                    <a:pt x="107894" y="303876"/>
                  </a:lnTo>
                  <a:lnTo>
                    <a:pt x="105953" y="303977"/>
                  </a:lnTo>
                  <a:lnTo>
                    <a:pt x="104770" y="304349"/>
                  </a:lnTo>
                  <a:lnTo>
                    <a:pt x="104345" y="304998"/>
                  </a:lnTo>
                  <a:lnTo>
                    <a:pt x="103976" y="306842"/>
                  </a:lnTo>
                  <a:lnTo>
                    <a:pt x="103662" y="309881"/>
                  </a:lnTo>
                  <a:lnTo>
                    <a:pt x="102389" y="312798"/>
                  </a:lnTo>
                  <a:lnTo>
                    <a:pt x="100157" y="315588"/>
                  </a:lnTo>
                  <a:lnTo>
                    <a:pt x="98099" y="316633"/>
                  </a:lnTo>
                  <a:lnTo>
                    <a:pt x="96217" y="315926"/>
                  </a:lnTo>
                  <a:lnTo>
                    <a:pt x="94943" y="314763"/>
                  </a:lnTo>
                  <a:lnTo>
                    <a:pt x="94277" y="313139"/>
                  </a:lnTo>
                  <a:lnTo>
                    <a:pt x="93298" y="312394"/>
                  </a:lnTo>
                  <a:lnTo>
                    <a:pt x="92003" y="312521"/>
                  </a:lnTo>
                  <a:lnTo>
                    <a:pt x="90766" y="313675"/>
                  </a:lnTo>
                  <a:lnTo>
                    <a:pt x="89580" y="315860"/>
                  </a:lnTo>
                  <a:lnTo>
                    <a:pt x="87689" y="316803"/>
                  </a:lnTo>
                  <a:lnTo>
                    <a:pt x="85093" y="316512"/>
                  </a:lnTo>
                  <a:lnTo>
                    <a:pt x="83700" y="315459"/>
                  </a:lnTo>
                  <a:lnTo>
                    <a:pt x="83507" y="313644"/>
                  </a:lnTo>
                  <a:lnTo>
                    <a:pt x="82370" y="311517"/>
                  </a:lnTo>
                  <a:lnTo>
                    <a:pt x="80288" y="309076"/>
                  </a:lnTo>
                  <a:lnTo>
                    <a:pt x="78753" y="309024"/>
                  </a:lnTo>
                  <a:lnTo>
                    <a:pt x="77769" y="311364"/>
                  </a:lnTo>
                  <a:lnTo>
                    <a:pt x="76871" y="312838"/>
                  </a:lnTo>
                  <a:lnTo>
                    <a:pt x="76059" y="313439"/>
                  </a:lnTo>
                  <a:lnTo>
                    <a:pt x="75328" y="313511"/>
                  </a:lnTo>
                  <a:lnTo>
                    <a:pt x="74682" y="313061"/>
                  </a:lnTo>
                  <a:lnTo>
                    <a:pt x="74278" y="312873"/>
                  </a:lnTo>
                  <a:lnTo>
                    <a:pt x="71407" y="312625"/>
                  </a:lnTo>
                  <a:lnTo>
                    <a:pt x="68687" y="312723"/>
                  </a:lnTo>
                  <a:lnTo>
                    <a:pt x="68604" y="311707"/>
                  </a:lnTo>
                  <a:lnTo>
                    <a:pt x="68413" y="309335"/>
                  </a:lnTo>
                  <a:lnTo>
                    <a:pt x="67848" y="307269"/>
                  </a:lnTo>
                  <a:lnTo>
                    <a:pt x="67360" y="306040"/>
                  </a:lnTo>
                  <a:lnTo>
                    <a:pt x="66754" y="305714"/>
                  </a:lnTo>
                  <a:lnTo>
                    <a:pt x="66425" y="305737"/>
                  </a:lnTo>
                  <a:lnTo>
                    <a:pt x="66160" y="304785"/>
                  </a:lnTo>
                  <a:lnTo>
                    <a:pt x="65847" y="302678"/>
                  </a:lnTo>
                  <a:lnTo>
                    <a:pt x="65384" y="300883"/>
                  </a:lnTo>
                  <a:lnTo>
                    <a:pt x="64770" y="299397"/>
                  </a:lnTo>
                  <a:lnTo>
                    <a:pt x="64403" y="298018"/>
                  </a:lnTo>
                  <a:lnTo>
                    <a:pt x="64278" y="296748"/>
                  </a:lnTo>
                  <a:lnTo>
                    <a:pt x="64375" y="295351"/>
                  </a:lnTo>
                  <a:lnTo>
                    <a:pt x="64944" y="291883"/>
                  </a:lnTo>
                  <a:lnTo>
                    <a:pt x="65124" y="289508"/>
                  </a:lnTo>
                  <a:lnTo>
                    <a:pt x="65059" y="287073"/>
                  </a:lnTo>
                  <a:lnTo>
                    <a:pt x="64751" y="284576"/>
                  </a:lnTo>
                  <a:lnTo>
                    <a:pt x="64106" y="281607"/>
                  </a:lnTo>
                  <a:lnTo>
                    <a:pt x="64179" y="280753"/>
                  </a:lnTo>
                  <a:lnTo>
                    <a:pt x="63960" y="278727"/>
                  </a:lnTo>
                  <a:lnTo>
                    <a:pt x="63937" y="277310"/>
                  </a:lnTo>
                  <a:lnTo>
                    <a:pt x="64062" y="275541"/>
                  </a:lnTo>
                  <a:lnTo>
                    <a:pt x="63940" y="273216"/>
                  </a:lnTo>
                  <a:lnTo>
                    <a:pt x="63383" y="268252"/>
                  </a:lnTo>
                  <a:lnTo>
                    <a:pt x="63383" y="266983"/>
                  </a:lnTo>
                  <a:lnTo>
                    <a:pt x="62795" y="264579"/>
                  </a:lnTo>
                  <a:lnTo>
                    <a:pt x="60989" y="258897"/>
                  </a:lnTo>
                  <a:lnTo>
                    <a:pt x="60905" y="258158"/>
                  </a:lnTo>
                  <a:lnTo>
                    <a:pt x="58073" y="252433"/>
                  </a:lnTo>
                  <a:lnTo>
                    <a:pt x="56940" y="251181"/>
                  </a:lnTo>
                  <a:lnTo>
                    <a:pt x="56532" y="252254"/>
                  </a:lnTo>
                  <a:lnTo>
                    <a:pt x="56380" y="253247"/>
                  </a:lnTo>
                  <a:lnTo>
                    <a:pt x="56499" y="255079"/>
                  </a:lnTo>
                  <a:lnTo>
                    <a:pt x="56430" y="255991"/>
                  </a:lnTo>
                  <a:lnTo>
                    <a:pt x="56311" y="256404"/>
                  </a:lnTo>
                  <a:lnTo>
                    <a:pt x="55639" y="256343"/>
                  </a:lnTo>
                  <a:lnTo>
                    <a:pt x="55217" y="256133"/>
                  </a:lnTo>
                  <a:lnTo>
                    <a:pt x="54145" y="254595"/>
                  </a:lnTo>
                  <a:lnTo>
                    <a:pt x="53309" y="254217"/>
                  </a:lnTo>
                  <a:lnTo>
                    <a:pt x="51236" y="254494"/>
                  </a:lnTo>
                  <a:lnTo>
                    <a:pt x="50507" y="254854"/>
                  </a:lnTo>
                  <a:lnTo>
                    <a:pt x="49936" y="254508"/>
                  </a:lnTo>
                  <a:lnTo>
                    <a:pt x="48839" y="251882"/>
                  </a:lnTo>
                  <a:lnTo>
                    <a:pt x="47552" y="251331"/>
                  </a:lnTo>
                  <a:lnTo>
                    <a:pt x="46397" y="251195"/>
                  </a:lnTo>
                  <a:lnTo>
                    <a:pt x="44490" y="248214"/>
                  </a:lnTo>
                  <a:lnTo>
                    <a:pt x="44042" y="248353"/>
                  </a:lnTo>
                  <a:lnTo>
                    <a:pt x="43831" y="248581"/>
                  </a:lnTo>
                  <a:lnTo>
                    <a:pt x="43140" y="247796"/>
                  </a:lnTo>
                  <a:lnTo>
                    <a:pt x="41841" y="246065"/>
                  </a:lnTo>
                  <a:lnTo>
                    <a:pt x="40034" y="244535"/>
                  </a:lnTo>
                  <a:lnTo>
                    <a:pt x="38556" y="242827"/>
                  </a:lnTo>
                  <a:lnTo>
                    <a:pt x="37899" y="241162"/>
                  </a:lnTo>
                  <a:lnTo>
                    <a:pt x="36511" y="240527"/>
                  </a:lnTo>
                  <a:lnTo>
                    <a:pt x="35311" y="240253"/>
                  </a:lnTo>
                  <a:lnTo>
                    <a:pt x="34201" y="238709"/>
                  </a:lnTo>
                  <a:lnTo>
                    <a:pt x="33050" y="238533"/>
                  </a:lnTo>
                  <a:lnTo>
                    <a:pt x="31920" y="238138"/>
                  </a:lnTo>
                  <a:lnTo>
                    <a:pt x="31667" y="237116"/>
                  </a:lnTo>
                  <a:lnTo>
                    <a:pt x="31628" y="234834"/>
                  </a:lnTo>
                  <a:lnTo>
                    <a:pt x="31232" y="234236"/>
                  </a:lnTo>
                  <a:lnTo>
                    <a:pt x="30402" y="233653"/>
                  </a:lnTo>
                  <a:lnTo>
                    <a:pt x="29508" y="233682"/>
                  </a:lnTo>
                  <a:lnTo>
                    <a:pt x="28963" y="234011"/>
                  </a:lnTo>
                  <a:lnTo>
                    <a:pt x="28642" y="233847"/>
                  </a:lnTo>
                  <a:lnTo>
                    <a:pt x="27900" y="232502"/>
                  </a:lnTo>
                  <a:lnTo>
                    <a:pt x="27211" y="230794"/>
                  </a:lnTo>
                  <a:lnTo>
                    <a:pt x="26951" y="228070"/>
                  </a:lnTo>
                  <a:lnTo>
                    <a:pt x="25907" y="226315"/>
                  </a:lnTo>
                  <a:lnTo>
                    <a:pt x="24705" y="224930"/>
                  </a:lnTo>
                  <a:lnTo>
                    <a:pt x="21363" y="225074"/>
                  </a:lnTo>
                  <a:lnTo>
                    <a:pt x="20839" y="224653"/>
                  </a:lnTo>
                  <a:lnTo>
                    <a:pt x="20047" y="223274"/>
                  </a:lnTo>
                  <a:lnTo>
                    <a:pt x="19116" y="220991"/>
                  </a:lnTo>
                  <a:lnTo>
                    <a:pt x="18368" y="218385"/>
                  </a:lnTo>
                  <a:lnTo>
                    <a:pt x="17711" y="214848"/>
                  </a:lnTo>
                  <a:lnTo>
                    <a:pt x="17400" y="212715"/>
                  </a:lnTo>
                  <a:lnTo>
                    <a:pt x="17031" y="210078"/>
                  </a:lnTo>
                  <a:lnTo>
                    <a:pt x="16213" y="206133"/>
                  </a:lnTo>
                  <a:lnTo>
                    <a:pt x="15056" y="200549"/>
                  </a:lnTo>
                  <a:lnTo>
                    <a:pt x="14164" y="195975"/>
                  </a:lnTo>
                  <a:lnTo>
                    <a:pt x="13202" y="191055"/>
                  </a:lnTo>
                  <a:lnTo>
                    <a:pt x="12809" y="187451"/>
                  </a:lnTo>
                  <a:lnTo>
                    <a:pt x="12062" y="183463"/>
                  </a:lnTo>
                  <a:lnTo>
                    <a:pt x="10837" y="178563"/>
                  </a:lnTo>
                  <a:lnTo>
                    <a:pt x="10217" y="176647"/>
                  </a:lnTo>
                  <a:lnTo>
                    <a:pt x="9540" y="174933"/>
                  </a:lnTo>
                  <a:lnTo>
                    <a:pt x="7780" y="171626"/>
                  </a:lnTo>
                  <a:lnTo>
                    <a:pt x="5785" y="168340"/>
                  </a:lnTo>
                  <a:lnTo>
                    <a:pt x="4707" y="166123"/>
                  </a:lnTo>
                  <a:lnTo>
                    <a:pt x="3256" y="159550"/>
                  </a:lnTo>
                  <a:lnTo>
                    <a:pt x="2649" y="157169"/>
                  </a:lnTo>
                  <a:lnTo>
                    <a:pt x="2227" y="152979"/>
                  </a:lnTo>
                  <a:lnTo>
                    <a:pt x="1908" y="148634"/>
                  </a:lnTo>
                  <a:lnTo>
                    <a:pt x="2039" y="146873"/>
                  </a:lnTo>
                  <a:lnTo>
                    <a:pt x="3326" y="141275"/>
                  </a:lnTo>
                  <a:lnTo>
                    <a:pt x="3456" y="139700"/>
                  </a:lnTo>
                  <a:lnTo>
                    <a:pt x="3299" y="137576"/>
                  </a:lnTo>
                  <a:lnTo>
                    <a:pt x="2668" y="133114"/>
                  </a:lnTo>
                  <a:lnTo>
                    <a:pt x="2197" y="130194"/>
                  </a:lnTo>
                  <a:lnTo>
                    <a:pt x="1864" y="127701"/>
                  </a:lnTo>
                  <a:lnTo>
                    <a:pt x="1178" y="123551"/>
                  </a:lnTo>
                  <a:lnTo>
                    <a:pt x="235" y="117847"/>
                  </a:lnTo>
                  <a:lnTo>
                    <a:pt x="0" y="115356"/>
                  </a:lnTo>
                  <a:lnTo>
                    <a:pt x="27" y="113489"/>
                  </a:lnTo>
                  <a:lnTo>
                    <a:pt x="537" y="108561"/>
                  </a:lnTo>
                  <a:lnTo>
                    <a:pt x="984" y="103473"/>
                  </a:lnTo>
                  <a:lnTo>
                    <a:pt x="972" y="102074"/>
                  </a:lnTo>
                  <a:lnTo>
                    <a:pt x="4805" y="102267"/>
                  </a:lnTo>
                  <a:lnTo>
                    <a:pt x="5436" y="101150"/>
                  </a:lnTo>
                  <a:lnTo>
                    <a:pt x="7602" y="97878"/>
                  </a:lnTo>
                  <a:lnTo>
                    <a:pt x="10038" y="91319"/>
                  </a:lnTo>
                  <a:lnTo>
                    <a:pt x="10525" y="88586"/>
                  </a:lnTo>
                  <a:lnTo>
                    <a:pt x="11518" y="84379"/>
                  </a:lnTo>
                  <a:lnTo>
                    <a:pt x="12491" y="82290"/>
                  </a:lnTo>
                  <a:lnTo>
                    <a:pt x="12865" y="80841"/>
                  </a:lnTo>
                  <a:lnTo>
                    <a:pt x="13120" y="78570"/>
                  </a:lnTo>
                  <a:lnTo>
                    <a:pt x="13424" y="76648"/>
                  </a:lnTo>
                  <a:lnTo>
                    <a:pt x="14703" y="73800"/>
                  </a:lnTo>
                  <a:lnTo>
                    <a:pt x="15946" y="71618"/>
                  </a:lnTo>
                  <a:lnTo>
                    <a:pt x="15857" y="70733"/>
                  </a:lnTo>
                  <a:lnTo>
                    <a:pt x="15691" y="70075"/>
                  </a:lnTo>
                  <a:lnTo>
                    <a:pt x="15875" y="69512"/>
                  </a:lnTo>
                  <a:lnTo>
                    <a:pt x="16555" y="68389"/>
                  </a:lnTo>
                  <a:lnTo>
                    <a:pt x="17876" y="67362"/>
                  </a:lnTo>
                  <a:lnTo>
                    <a:pt x="18134" y="65175"/>
                  </a:lnTo>
                  <a:lnTo>
                    <a:pt x="18130" y="62687"/>
                  </a:lnTo>
                  <a:lnTo>
                    <a:pt x="17916" y="61296"/>
                  </a:lnTo>
                  <a:lnTo>
                    <a:pt x="17957" y="59695"/>
                  </a:lnTo>
                  <a:lnTo>
                    <a:pt x="17754" y="58800"/>
                  </a:lnTo>
                  <a:lnTo>
                    <a:pt x="16891" y="58575"/>
                  </a:lnTo>
                  <a:lnTo>
                    <a:pt x="15610" y="57334"/>
                  </a:lnTo>
                  <a:lnTo>
                    <a:pt x="14522" y="56812"/>
                  </a:lnTo>
                  <a:lnTo>
                    <a:pt x="13797" y="56091"/>
                  </a:lnTo>
                  <a:lnTo>
                    <a:pt x="13528" y="55540"/>
                  </a:lnTo>
                  <a:lnTo>
                    <a:pt x="13413" y="54048"/>
                  </a:lnTo>
                  <a:lnTo>
                    <a:pt x="13623" y="52423"/>
                  </a:lnTo>
                  <a:lnTo>
                    <a:pt x="13735" y="51956"/>
                  </a:lnTo>
                  <a:lnTo>
                    <a:pt x="14014" y="50216"/>
                  </a:lnTo>
                  <a:lnTo>
                    <a:pt x="13539" y="49168"/>
                  </a:lnTo>
                  <a:lnTo>
                    <a:pt x="13415" y="48657"/>
                  </a:lnTo>
                  <a:lnTo>
                    <a:pt x="13632" y="47826"/>
                  </a:lnTo>
                  <a:lnTo>
                    <a:pt x="14749" y="42294"/>
                  </a:lnTo>
                  <a:lnTo>
                    <a:pt x="14992" y="41521"/>
                  </a:lnTo>
                  <a:lnTo>
                    <a:pt x="15476" y="41423"/>
                  </a:lnTo>
                  <a:lnTo>
                    <a:pt x="16248" y="40745"/>
                  </a:lnTo>
                  <a:lnTo>
                    <a:pt x="16957" y="40439"/>
                  </a:lnTo>
                  <a:lnTo>
                    <a:pt x="17538" y="40681"/>
                  </a:lnTo>
                  <a:lnTo>
                    <a:pt x="17966" y="40416"/>
                  </a:lnTo>
                  <a:lnTo>
                    <a:pt x="18345" y="39700"/>
                  </a:lnTo>
                  <a:lnTo>
                    <a:pt x="18665" y="37542"/>
                  </a:lnTo>
                  <a:lnTo>
                    <a:pt x="18928" y="33935"/>
                  </a:lnTo>
                  <a:lnTo>
                    <a:pt x="18783" y="31000"/>
                  </a:lnTo>
                  <a:lnTo>
                    <a:pt x="18228" y="28738"/>
                  </a:lnTo>
                  <a:lnTo>
                    <a:pt x="18077" y="25286"/>
                  </a:lnTo>
                  <a:lnTo>
                    <a:pt x="18330" y="20646"/>
                  </a:lnTo>
                  <a:lnTo>
                    <a:pt x="18148" y="16788"/>
                  </a:lnTo>
                  <a:lnTo>
                    <a:pt x="17534" y="13703"/>
                  </a:lnTo>
                  <a:lnTo>
                    <a:pt x="16907" y="11874"/>
                  </a:lnTo>
                  <a:lnTo>
                    <a:pt x="15946" y="11008"/>
                  </a:lnTo>
                  <a:lnTo>
                    <a:pt x="14437" y="6302"/>
                  </a:lnTo>
                  <a:lnTo>
                    <a:pt x="13976" y="4025"/>
                  </a:lnTo>
                  <a:lnTo>
                    <a:pt x="14059" y="2602"/>
                  </a:lnTo>
                  <a:lnTo>
                    <a:pt x="14460" y="2138"/>
                  </a:lnTo>
                  <a:lnTo>
                    <a:pt x="14581" y="1996"/>
                  </a:lnTo>
                  <a:lnTo>
                    <a:pt x="15542" y="2210"/>
                  </a:lnTo>
                  <a:lnTo>
                    <a:pt x="16444" y="1667"/>
                  </a:lnTo>
                  <a:lnTo>
                    <a:pt x="17288" y="372"/>
                  </a:lnTo>
                  <a:lnTo>
                    <a:pt x="18107" y="0"/>
                  </a:lnTo>
                  <a:lnTo>
                    <a:pt x="18283" y="121"/>
                  </a:lnTo>
                  <a:lnTo>
                    <a:pt x="18540" y="210"/>
                  </a:lnTo>
                  <a:lnTo>
                    <a:pt x="19819" y="210"/>
                  </a:lnTo>
                  <a:lnTo>
                    <a:pt x="21986" y="210"/>
                  </a:lnTo>
                  <a:lnTo>
                    <a:pt x="24153" y="210"/>
                  </a:lnTo>
                  <a:lnTo>
                    <a:pt x="26320" y="210"/>
                  </a:lnTo>
                  <a:lnTo>
                    <a:pt x="28486" y="210"/>
                  </a:lnTo>
                  <a:lnTo>
                    <a:pt x="30652" y="210"/>
                  </a:lnTo>
                  <a:lnTo>
                    <a:pt x="32819" y="210"/>
                  </a:lnTo>
                  <a:lnTo>
                    <a:pt x="34985" y="210"/>
                  </a:lnTo>
                  <a:lnTo>
                    <a:pt x="37151" y="210"/>
                  </a:lnTo>
                  <a:lnTo>
                    <a:pt x="39319" y="210"/>
                  </a:lnTo>
                  <a:lnTo>
                    <a:pt x="41485" y="210"/>
                  </a:lnTo>
                  <a:lnTo>
                    <a:pt x="43651" y="210"/>
                  </a:lnTo>
                  <a:lnTo>
                    <a:pt x="45818" y="210"/>
                  </a:lnTo>
                  <a:lnTo>
                    <a:pt x="47984" y="210"/>
                  </a:lnTo>
                  <a:lnTo>
                    <a:pt x="50150" y="210"/>
                  </a:lnTo>
                  <a:lnTo>
                    <a:pt x="52318" y="210"/>
                  </a:lnTo>
                  <a:lnTo>
                    <a:pt x="54484" y="210"/>
                  </a:lnTo>
                  <a:close/>
                </a:path>
              </a:pathLst>
            </a:custGeom>
            <a:solidFill>
              <a:srgbClr val="BAD7B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3" name="pg1442"/>
            <p:cNvSpPr/>
            <p:nvPr/>
          </p:nvSpPr>
          <p:spPr>
            <a:xfrm>
              <a:off x="3694004" y="3509367"/>
              <a:ext cx="66009" cy="168138"/>
            </a:xfrm>
            <a:custGeom>
              <a:avLst/>
              <a:pathLst>
                <a:path w="66009" h="168138">
                  <a:moveTo>
                    <a:pt x="52908" y="154312"/>
                  </a:moveTo>
                  <a:lnTo>
                    <a:pt x="51577" y="154312"/>
                  </a:lnTo>
                  <a:lnTo>
                    <a:pt x="49411" y="154312"/>
                  </a:lnTo>
                  <a:lnTo>
                    <a:pt x="47244" y="154312"/>
                  </a:lnTo>
                  <a:lnTo>
                    <a:pt x="45078" y="154312"/>
                  </a:lnTo>
                  <a:lnTo>
                    <a:pt x="42912" y="154312"/>
                  </a:lnTo>
                  <a:lnTo>
                    <a:pt x="40745" y="154312"/>
                  </a:lnTo>
                  <a:lnTo>
                    <a:pt x="38579" y="154312"/>
                  </a:lnTo>
                  <a:lnTo>
                    <a:pt x="36412" y="154312"/>
                  </a:lnTo>
                  <a:lnTo>
                    <a:pt x="34245" y="154312"/>
                  </a:lnTo>
                  <a:lnTo>
                    <a:pt x="32079" y="154312"/>
                  </a:lnTo>
                  <a:lnTo>
                    <a:pt x="29913" y="154312"/>
                  </a:lnTo>
                  <a:lnTo>
                    <a:pt x="27746" y="154312"/>
                  </a:lnTo>
                  <a:lnTo>
                    <a:pt x="25580" y="154312"/>
                  </a:lnTo>
                  <a:lnTo>
                    <a:pt x="23413" y="154312"/>
                  </a:lnTo>
                  <a:lnTo>
                    <a:pt x="21246" y="154312"/>
                  </a:lnTo>
                  <a:lnTo>
                    <a:pt x="19080" y="154312"/>
                  </a:lnTo>
                  <a:lnTo>
                    <a:pt x="16913" y="154312"/>
                  </a:lnTo>
                  <a:lnTo>
                    <a:pt x="15633" y="154312"/>
                  </a:lnTo>
                  <a:lnTo>
                    <a:pt x="15376" y="154223"/>
                  </a:lnTo>
                  <a:lnTo>
                    <a:pt x="15200" y="154102"/>
                  </a:lnTo>
                  <a:lnTo>
                    <a:pt x="14381" y="154474"/>
                  </a:lnTo>
                  <a:lnTo>
                    <a:pt x="13538" y="155770"/>
                  </a:lnTo>
                  <a:lnTo>
                    <a:pt x="12635" y="156312"/>
                  </a:lnTo>
                  <a:lnTo>
                    <a:pt x="11675" y="156099"/>
                  </a:lnTo>
                  <a:lnTo>
                    <a:pt x="11554" y="156240"/>
                  </a:lnTo>
                  <a:lnTo>
                    <a:pt x="11066" y="156203"/>
                  </a:lnTo>
                  <a:lnTo>
                    <a:pt x="10363" y="156116"/>
                  </a:lnTo>
                  <a:lnTo>
                    <a:pt x="9729" y="156456"/>
                  </a:lnTo>
                  <a:lnTo>
                    <a:pt x="9245" y="157593"/>
                  </a:lnTo>
                  <a:lnTo>
                    <a:pt x="8750" y="159535"/>
                  </a:lnTo>
                  <a:lnTo>
                    <a:pt x="7862" y="161763"/>
                  </a:lnTo>
                  <a:lnTo>
                    <a:pt x="7167" y="163740"/>
                  </a:lnTo>
                  <a:lnTo>
                    <a:pt x="6576" y="165145"/>
                  </a:lnTo>
                  <a:lnTo>
                    <a:pt x="5223" y="167459"/>
                  </a:lnTo>
                  <a:lnTo>
                    <a:pt x="4486" y="168138"/>
                  </a:lnTo>
                  <a:lnTo>
                    <a:pt x="4120" y="168031"/>
                  </a:lnTo>
                  <a:lnTo>
                    <a:pt x="3896" y="167601"/>
                  </a:lnTo>
                  <a:lnTo>
                    <a:pt x="3472" y="164643"/>
                  </a:lnTo>
                  <a:lnTo>
                    <a:pt x="3211" y="164167"/>
                  </a:lnTo>
                  <a:lnTo>
                    <a:pt x="582" y="165691"/>
                  </a:lnTo>
                  <a:lnTo>
                    <a:pt x="183" y="165714"/>
                  </a:lnTo>
                  <a:lnTo>
                    <a:pt x="220" y="164793"/>
                  </a:lnTo>
                  <a:lnTo>
                    <a:pt x="26" y="157839"/>
                  </a:lnTo>
                  <a:lnTo>
                    <a:pt x="0" y="153582"/>
                  </a:lnTo>
                  <a:lnTo>
                    <a:pt x="342" y="150916"/>
                  </a:lnTo>
                  <a:lnTo>
                    <a:pt x="542" y="147843"/>
                  </a:lnTo>
                  <a:lnTo>
                    <a:pt x="564" y="145130"/>
                  </a:lnTo>
                  <a:lnTo>
                    <a:pt x="1047" y="140519"/>
                  </a:lnTo>
                  <a:lnTo>
                    <a:pt x="868" y="137755"/>
                  </a:lnTo>
                  <a:lnTo>
                    <a:pt x="1492" y="128059"/>
                  </a:lnTo>
                  <a:lnTo>
                    <a:pt x="1656" y="126482"/>
                  </a:lnTo>
                  <a:lnTo>
                    <a:pt x="1898" y="121797"/>
                  </a:lnTo>
                  <a:lnTo>
                    <a:pt x="2288" y="120353"/>
                  </a:lnTo>
                  <a:lnTo>
                    <a:pt x="2631" y="119787"/>
                  </a:lnTo>
                  <a:lnTo>
                    <a:pt x="3080" y="116913"/>
                  </a:lnTo>
                  <a:lnTo>
                    <a:pt x="3943" y="112323"/>
                  </a:lnTo>
                  <a:lnTo>
                    <a:pt x="4540" y="109957"/>
                  </a:lnTo>
                  <a:lnTo>
                    <a:pt x="4410" y="104789"/>
                  </a:lnTo>
                  <a:lnTo>
                    <a:pt x="4505" y="101274"/>
                  </a:lnTo>
                  <a:lnTo>
                    <a:pt x="4642" y="100495"/>
                  </a:lnTo>
                  <a:lnTo>
                    <a:pt x="5916" y="99186"/>
                  </a:lnTo>
                  <a:lnTo>
                    <a:pt x="7568" y="95937"/>
                  </a:lnTo>
                  <a:lnTo>
                    <a:pt x="8265" y="92117"/>
                  </a:lnTo>
                  <a:lnTo>
                    <a:pt x="9252" y="89678"/>
                  </a:lnTo>
                  <a:lnTo>
                    <a:pt x="11166" y="88090"/>
                  </a:lnTo>
                  <a:lnTo>
                    <a:pt x="16826" y="74977"/>
                  </a:lnTo>
                  <a:lnTo>
                    <a:pt x="19461" y="67909"/>
                  </a:lnTo>
                  <a:lnTo>
                    <a:pt x="20606" y="64287"/>
                  </a:lnTo>
                  <a:lnTo>
                    <a:pt x="20646" y="62990"/>
                  </a:lnTo>
                  <a:lnTo>
                    <a:pt x="20865" y="61282"/>
                  </a:lnTo>
                  <a:lnTo>
                    <a:pt x="20406" y="59950"/>
                  </a:lnTo>
                  <a:lnTo>
                    <a:pt x="19859" y="58741"/>
                  </a:lnTo>
                  <a:lnTo>
                    <a:pt x="19675" y="57624"/>
                  </a:lnTo>
                  <a:lnTo>
                    <a:pt x="19203" y="57069"/>
                  </a:lnTo>
                  <a:lnTo>
                    <a:pt x="18527" y="57092"/>
                  </a:lnTo>
                  <a:lnTo>
                    <a:pt x="18078" y="56281"/>
                  </a:lnTo>
                  <a:lnTo>
                    <a:pt x="17570" y="54690"/>
                  </a:lnTo>
                  <a:lnTo>
                    <a:pt x="17062" y="53688"/>
                  </a:lnTo>
                  <a:lnTo>
                    <a:pt x="15455" y="53772"/>
                  </a:lnTo>
                  <a:lnTo>
                    <a:pt x="14218" y="52149"/>
                  </a:lnTo>
                  <a:lnTo>
                    <a:pt x="14234" y="49936"/>
                  </a:lnTo>
                  <a:lnTo>
                    <a:pt x="14717" y="45571"/>
                  </a:lnTo>
                  <a:lnTo>
                    <a:pt x="15657" y="40576"/>
                  </a:lnTo>
                  <a:lnTo>
                    <a:pt x="15707" y="39198"/>
                  </a:lnTo>
                  <a:lnTo>
                    <a:pt x="15575" y="38021"/>
                  </a:lnTo>
                  <a:lnTo>
                    <a:pt x="15349" y="37014"/>
                  </a:lnTo>
                  <a:lnTo>
                    <a:pt x="14924" y="36015"/>
                  </a:lnTo>
                  <a:lnTo>
                    <a:pt x="14528" y="34821"/>
                  </a:lnTo>
                  <a:lnTo>
                    <a:pt x="14836" y="31228"/>
                  </a:lnTo>
                  <a:lnTo>
                    <a:pt x="15428" y="27705"/>
                  </a:lnTo>
                  <a:lnTo>
                    <a:pt x="15912" y="25946"/>
                  </a:lnTo>
                  <a:lnTo>
                    <a:pt x="16386" y="23972"/>
                  </a:lnTo>
                  <a:lnTo>
                    <a:pt x="16250" y="22355"/>
                  </a:lnTo>
                  <a:lnTo>
                    <a:pt x="15558" y="21555"/>
                  </a:lnTo>
                  <a:lnTo>
                    <a:pt x="15919" y="19977"/>
                  </a:lnTo>
                  <a:lnTo>
                    <a:pt x="16665" y="17319"/>
                  </a:lnTo>
                  <a:lnTo>
                    <a:pt x="18111" y="14633"/>
                  </a:lnTo>
                  <a:lnTo>
                    <a:pt x="19382" y="12842"/>
                  </a:lnTo>
                  <a:lnTo>
                    <a:pt x="20231" y="12832"/>
                  </a:lnTo>
                  <a:lnTo>
                    <a:pt x="21882" y="14260"/>
                  </a:lnTo>
                  <a:lnTo>
                    <a:pt x="23375" y="15948"/>
                  </a:lnTo>
                  <a:lnTo>
                    <a:pt x="24194" y="16034"/>
                  </a:lnTo>
                  <a:lnTo>
                    <a:pt x="25190" y="15328"/>
                  </a:lnTo>
                  <a:lnTo>
                    <a:pt x="27252" y="12339"/>
                  </a:lnTo>
                  <a:lnTo>
                    <a:pt x="27747" y="13289"/>
                  </a:lnTo>
                  <a:lnTo>
                    <a:pt x="28351" y="15103"/>
                  </a:lnTo>
                  <a:lnTo>
                    <a:pt x="29004" y="18103"/>
                  </a:lnTo>
                  <a:lnTo>
                    <a:pt x="30301" y="19473"/>
                  </a:lnTo>
                  <a:lnTo>
                    <a:pt x="30925" y="20418"/>
                  </a:lnTo>
                  <a:lnTo>
                    <a:pt x="31370" y="20698"/>
                  </a:lnTo>
                  <a:lnTo>
                    <a:pt x="31617" y="20453"/>
                  </a:lnTo>
                  <a:lnTo>
                    <a:pt x="32110" y="18095"/>
                  </a:lnTo>
                  <a:lnTo>
                    <a:pt x="32705" y="16810"/>
                  </a:lnTo>
                  <a:lnTo>
                    <a:pt x="33805" y="15188"/>
                  </a:lnTo>
                  <a:lnTo>
                    <a:pt x="36230" y="13895"/>
                  </a:lnTo>
                  <a:lnTo>
                    <a:pt x="37963" y="13504"/>
                  </a:lnTo>
                  <a:lnTo>
                    <a:pt x="38696" y="13223"/>
                  </a:lnTo>
                  <a:lnTo>
                    <a:pt x="39927" y="12461"/>
                  </a:lnTo>
                  <a:lnTo>
                    <a:pt x="41867" y="10047"/>
                  </a:lnTo>
                  <a:lnTo>
                    <a:pt x="43778" y="13164"/>
                  </a:lnTo>
                  <a:lnTo>
                    <a:pt x="45853" y="13765"/>
                  </a:lnTo>
                  <a:lnTo>
                    <a:pt x="47864" y="13744"/>
                  </a:lnTo>
                  <a:lnTo>
                    <a:pt x="48476" y="12797"/>
                  </a:lnTo>
                  <a:lnTo>
                    <a:pt x="48828" y="12070"/>
                  </a:lnTo>
                  <a:lnTo>
                    <a:pt x="50938" y="6942"/>
                  </a:lnTo>
                  <a:lnTo>
                    <a:pt x="53796" y="0"/>
                  </a:lnTo>
                  <a:lnTo>
                    <a:pt x="55697" y="9782"/>
                  </a:lnTo>
                  <a:lnTo>
                    <a:pt x="56351" y="10355"/>
                  </a:lnTo>
                  <a:lnTo>
                    <a:pt x="56259" y="11209"/>
                  </a:lnTo>
                  <a:lnTo>
                    <a:pt x="56099" y="12033"/>
                  </a:lnTo>
                  <a:lnTo>
                    <a:pt x="57343" y="14392"/>
                  </a:lnTo>
                  <a:lnTo>
                    <a:pt x="58875" y="15622"/>
                  </a:lnTo>
                  <a:lnTo>
                    <a:pt x="59422" y="16831"/>
                  </a:lnTo>
                  <a:lnTo>
                    <a:pt x="59472" y="18142"/>
                  </a:lnTo>
                  <a:lnTo>
                    <a:pt x="58955" y="23861"/>
                  </a:lnTo>
                  <a:lnTo>
                    <a:pt x="59050" y="25491"/>
                  </a:lnTo>
                  <a:lnTo>
                    <a:pt x="59545" y="31225"/>
                  </a:lnTo>
                  <a:lnTo>
                    <a:pt x="60456" y="32511"/>
                  </a:lnTo>
                  <a:lnTo>
                    <a:pt x="61268" y="38279"/>
                  </a:lnTo>
                  <a:lnTo>
                    <a:pt x="62902" y="40726"/>
                  </a:lnTo>
                  <a:lnTo>
                    <a:pt x="63136" y="41430"/>
                  </a:lnTo>
                  <a:lnTo>
                    <a:pt x="63513" y="44228"/>
                  </a:lnTo>
                  <a:lnTo>
                    <a:pt x="64013" y="47290"/>
                  </a:lnTo>
                  <a:lnTo>
                    <a:pt x="64406" y="48001"/>
                  </a:lnTo>
                  <a:lnTo>
                    <a:pt x="64644" y="48180"/>
                  </a:lnTo>
                  <a:lnTo>
                    <a:pt x="65126" y="51430"/>
                  </a:lnTo>
                  <a:lnTo>
                    <a:pt x="64849" y="53256"/>
                  </a:lnTo>
                  <a:lnTo>
                    <a:pt x="65226" y="58803"/>
                  </a:lnTo>
                  <a:lnTo>
                    <a:pt x="65837" y="63761"/>
                  </a:lnTo>
                  <a:lnTo>
                    <a:pt x="66001" y="69685"/>
                  </a:lnTo>
                  <a:lnTo>
                    <a:pt x="66009" y="72294"/>
                  </a:lnTo>
                  <a:lnTo>
                    <a:pt x="65988" y="73889"/>
                  </a:lnTo>
                  <a:lnTo>
                    <a:pt x="65851" y="76143"/>
                  </a:lnTo>
                  <a:lnTo>
                    <a:pt x="65558" y="77446"/>
                  </a:lnTo>
                  <a:lnTo>
                    <a:pt x="65036" y="78710"/>
                  </a:lnTo>
                  <a:lnTo>
                    <a:pt x="64458" y="80704"/>
                  </a:lnTo>
                  <a:lnTo>
                    <a:pt x="63954" y="82841"/>
                  </a:lnTo>
                  <a:lnTo>
                    <a:pt x="63637" y="83891"/>
                  </a:lnTo>
                  <a:lnTo>
                    <a:pt x="63884" y="87091"/>
                  </a:lnTo>
                  <a:lnTo>
                    <a:pt x="63821" y="87928"/>
                  </a:lnTo>
                  <a:lnTo>
                    <a:pt x="63686" y="88336"/>
                  </a:lnTo>
                  <a:lnTo>
                    <a:pt x="62945" y="88823"/>
                  </a:lnTo>
                  <a:lnTo>
                    <a:pt x="61998" y="89678"/>
                  </a:lnTo>
                  <a:lnTo>
                    <a:pt x="61424" y="90531"/>
                  </a:lnTo>
                  <a:lnTo>
                    <a:pt x="60611" y="92153"/>
                  </a:lnTo>
                  <a:lnTo>
                    <a:pt x="59958" y="93909"/>
                  </a:lnTo>
                  <a:lnTo>
                    <a:pt x="59094" y="99075"/>
                  </a:lnTo>
                  <a:lnTo>
                    <a:pt x="57653" y="103095"/>
                  </a:lnTo>
                  <a:lnTo>
                    <a:pt x="57409" y="104420"/>
                  </a:lnTo>
                  <a:lnTo>
                    <a:pt x="56049" y="106820"/>
                  </a:lnTo>
                  <a:lnTo>
                    <a:pt x="55449" y="109777"/>
                  </a:lnTo>
                  <a:lnTo>
                    <a:pt x="55069" y="113401"/>
                  </a:lnTo>
                  <a:lnTo>
                    <a:pt x="54541" y="116000"/>
                  </a:lnTo>
                  <a:lnTo>
                    <a:pt x="53395" y="119568"/>
                  </a:lnTo>
                  <a:lnTo>
                    <a:pt x="53131" y="125205"/>
                  </a:lnTo>
                  <a:lnTo>
                    <a:pt x="53166" y="136459"/>
                  </a:lnTo>
                  <a:lnTo>
                    <a:pt x="52869" y="149277"/>
                  </a:lnTo>
                  <a:close/>
                </a:path>
              </a:pathLst>
            </a:custGeom>
            <a:solidFill>
              <a:srgbClr val="7FB77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4" name="pg1443"/>
            <p:cNvSpPr/>
            <p:nvPr/>
          </p:nvSpPr>
          <p:spPr>
            <a:xfrm>
              <a:off x="3717731" y="2263788"/>
              <a:ext cx="7815" cy="6455"/>
            </a:xfrm>
            <a:custGeom>
              <a:avLst/>
              <a:pathLst>
                <a:path w="7815" h="6455">
                  <a:moveTo>
                    <a:pt x="6135" y="5000"/>
                  </a:moveTo>
                  <a:lnTo>
                    <a:pt x="7815" y="6455"/>
                  </a:lnTo>
                  <a:lnTo>
                    <a:pt x="6100" y="6067"/>
                  </a:lnTo>
                  <a:lnTo>
                    <a:pt x="2332" y="4700"/>
                  </a:lnTo>
                  <a:lnTo>
                    <a:pt x="671" y="3409"/>
                  </a:lnTo>
                  <a:lnTo>
                    <a:pt x="242" y="1966"/>
                  </a:lnTo>
                  <a:lnTo>
                    <a:pt x="0" y="0"/>
                  </a:lnTo>
                  <a:lnTo>
                    <a:pt x="927" y="2067"/>
                  </a:lnTo>
                  <a:lnTo>
                    <a:pt x="1580" y="2972"/>
                  </a:lnTo>
                  <a:close/>
                </a:path>
              </a:pathLst>
            </a:custGeom>
            <a:solidFill>
              <a:srgbClr val="F8FBF7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5" name="pg1444"/>
            <p:cNvSpPr/>
            <p:nvPr/>
          </p:nvSpPr>
          <p:spPr>
            <a:xfrm>
              <a:off x="3603452" y="2087072"/>
              <a:ext cx="219327" cy="235386"/>
            </a:xfrm>
            <a:custGeom>
              <a:avLst/>
              <a:pathLst>
                <a:path w="219327" h="235386">
                  <a:moveTo>
                    <a:pt x="196001" y="155490"/>
                  </a:moveTo>
                  <a:lnTo>
                    <a:pt x="195561" y="155822"/>
                  </a:lnTo>
                  <a:lnTo>
                    <a:pt x="191301" y="155360"/>
                  </a:lnTo>
                  <a:lnTo>
                    <a:pt x="187823" y="155989"/>
                  </a:lnTo>
                  <a:lnTo>
                    <a:pt x="185343" y="160648"/>
                  </a:lnTo>
                  <a:lnTo>
                    <a:pt x="183865" y="160635"/>
                  </a:lnTo>
                  <a:lnTo>
                    <a:pt x="181781" y="161850"/>
                  </a:lnTo>
                  <a:lnTo>
                    <a:pt x="180373" y="163359"/>
                  </a:lnTo>
                  <a:lnTo>
                    <a:pt x="178700" y="166631"/>
                  </a:lnTo>
                  <a:lnTo>
                    <a:pt x="177407" y="165162"/>
                  </a:lnTo>
                  <a:lnTo>
                    <a:pt x="175824" y="165204"/>
                  </a:lnTo>
                  <a:lnTo>
                    <a:pt x="174279" y="166095"/>
                  </a:lnTo>
                  <a:lnTo>
                    <a:pt x="172420" y="168281"/>
                  </a:lnTo>
                  <a:lnTo>
                    <a:pt x="171386" y="168667"/>
                  </a:lnTo>
                  <a:lnTo>
                    <a:pt x="169317" y="168038"/>
                  </a:lnTo>
                  <a:lnTo>
                    <a:pt x="166907" y="169293"/>
                  </a:lnTo>
                  <a:lnTo>
                    <a:pt x="161704" y="176471"/>
                  </a:lnTo>
                  <a:lnTo>
                    <a:pt x="159954" y="181716"/>
                  </a:lnTo>
                  <a:lnTo>
                    <a:pt x="159318" y="182742"/>
                  </a:lnTo>
                  <a:lnTo>
                    <a:pt x="158439" y="184022"/>
                  </a:lnTo>
                  <a:lnTo>
                    <a:pt x="157500" y="184668"/>
                  </a:lnTo>
                  <a:lnTo>
                    <a:pt x="157004" y="184609"/>
                  </a:lnTo>
                  <a:lnTo>
                    <a:pt x="159481" y="180881"/>
                  </a:lnTo>
                  <a:lnTo>
                    <a:pt x="160241" y="179483"/>
                  </a:lnTo>
                  <a:lnTo>
                    <a:pt x="160372" y="178451"/>
                  </a:lnTo>
                  <a:lnTo>
                    <a:pt x="160385" y="176787"/>
                  </a:lnTo>
                  <a:lnTo>
                    <a:pt x="159634" y="174721"/>
                  </a:lnTo>
                  <a:lnTo>
                    <a:pt x="157607" y="179845"/>
                  </a:lnTo>
                  <a:lnTo>
                    <a:pt x="156455" y="180588"/>
                  </a:lnTo>
                  <a:lnTo>
                    <a:pt x="154994" y="182130"/>
                  </a:lnTo>
                  <a:lnTo>
                    <a:pt x="154922" y="185567"/>
                  </a:lnTo>
                  <a:lnTo>
                    <a:pt x="155088" y="188115"/>
                  </a:lnTo>
                  <a:lnTo>
                    <a:pt x="155689" y="191322"/>
                  </a:lnTo>
                  <a:lnTo>
                    <a:pt x="157105" y="196577"/>
                  </a:lnTo>
                  <a:lnTo>
                    <a:pt x="159997" y="204084"/>
                  </a:lnTo>
                  <a:lnTo>
                    <a:pt x="161384" y="206841"/>
                  </a:lnTo>
                  <a:lnTo>
                    <a:pt x="162402" y="207944"/>
                  </a:lnTo>
                  <a:lnTo>
                    <a:pt x="163627" y="208104"/>
                  </a:lnTo>
                  <a:lnTo>
                    <a:pt x="165979" y="205785"/>
                  </a:lnTo>
                  <a:lnTo>
                    <a:pt x="166985" y="205423"/>
                  </a:lnTo>
                  <a:lnTo>
                    <a:pt x="169171" y="206308"/>
                  </a:lnTo>
                  <a:lnTo>
                    <a:pt x="169954" y="204758"/>
                  </a:lnTo>
                  <a:lnTo>
                    <a:pt x="171092" y="203902"/>
                  </a:lnTo>
                  <a:lnTo>
                    <a:pt x="172552" y="203794"/>
                  </a:lnTo>
                  <a:lnTo>
                    <a:pt x="174218" y="204488"/>
                  </a:lnTo>
                  <a:lnTo>
                    <a:pt x="176021" y="205661"/>
                  </a:lnTo>
                  <a:lnTo>
                    <a:pt x="175281" y="208314"/>
                  </a:lnTo>
                  <a:lnTo>
                    <a:pt x="174508" y="210425"/>
                  </a:lnTo>
                  <a:lnTo>
                    <a:pt x="174235" y="212761"/>
                  </a:lnTo>
                  <a:lnTo>
                    <a:pt x="173808" y="215358"/>
                  </a:lnTo>
                  <a:lnTo>
                    <a:pt x="171815" y="216523"/>
                  </a:lnTo>
                  <a:lnTo>
                    <a:pt x="169681" y="216380"/>
                  </a:lnTo>
                  <a:lnTo>
                    <a:pt x="167431" y="217133"/>
                  </a:lnTo>
                  <a:lnTo>
                    <a:pt x="166620" y="216120"/>
                  </a:lnTo>
                  <a:lnTo>
                    <a:pt x="166082" y="215197"/>
                  </a:lnTo>
                  <a:lnTo>
                    <a:pt x="165084" y="214276"/>
                  </a:lnTo>
                  <a:lnTo>
                    <a:pt x="163768" y="213764"/>
                  </a:lnTo>
                  <a:lnTo>
                    <a:pt x="162586" y="214380"/>
                  </a:lnTo>
                  <a:lnTo>
                    <a:pt x="161187" y="217928"/>
                  </a:lnTo>
                  <a:lnTo>
                    <a:pt x="158713" y="220353"/>
                  </a:lnTo>
                  <a:lnTo>
                    <a:pt x="157895" y="223122"/>
                  </a:lnTo>
                  <a:lnTo>
                    <a:pt x="155459" y="222503"/>
                  </a:lnTo>
                  <a:lnTo>
                    <a:pt x="153376" y="222989"/>
                  </a:lnTo>
                  <a:lnTo>
                    <a:pt x="150366" y="225514"/>
                  </a:lnTo>
                  <a:lnTo>
                    <a:pt x="148073" y="230929"/>
                  </a:lnTo>
                  <a:lnTo>
                    <a:pt x="145546" y="234316"/>
                  </a:lnTo>
                  <a:lnTo>
                    <a:pt x="143542" y="235386"/>
                  </a:lnTo>
                  <a:lnTo>
                    <a:pt x="141662" y="235052"/>
                  </a:lnTo>
                  <a:lnTo>
                    <a:pt x="140445" y="234039"/>
                  </a:lnTo>
                  <a:lnTo>
                    <a:pt x="137945" y="230479"/>
                  </a:lnTo>
                  <a:lnTo>
                    <a:pt x="138091" y="229204"/>
                  </a:lnTo>
                  <a:lnTo>
                    <a:pt x="138440" y="228560"/>
                  </a:lnTo>
                  <a:lnTo>
                    <a:pt x="138912" y="226731"/>
                  </a:lnTo>
                  <a:lnTo>
                    <a:pt x="139913" y="220014"/>
                  </a:lnTo>
                  <a:lnTo>
                    <a:pt x="139779" y="217837"/>
                  </a:lnTo>
                  <a:lnTo>
                    <a:pt x="139218" y="214405"/>
                  </a:lnTo>
                  <a:lnTo>
                    <a:pt x="137235" y="211740"/>
                  </a:lnTo>
                  <a:lnTo>
                    <a:pt x="135639" y="212245"/>
                  </a:lnTo>
                  <a:lnTo>
                    <a:pt x="134730" y="211535"/>
                  </a:lnTo>
                  <a:lnTo>
                    <a:pt x="131461" y="207003"/>
                  </a:lnTo>
                  <a:lnTo>
                    <a:pt x="129681" y="206683"/>
                  </a:lnTo>
                  <a:lnTo>
                    <a:pt x="127715" y="207596"/>
                  </a:lnTo>
                  <a:lnTo>
                    <a:pt x="126991" y="206937"/>
                  </a:lnTo>
                  <a:lnTo>
                    <a:pt x="126456" y="205358"/>
                  </a:lnTo>
                  <a:lnTo>
                    <a:pt x="130356" y="199767"/>
                  </a:lnTo>
                  <a:lnTo>
                    <a:pt x="134186" y="195152"/>
                  </a:lnTo>
                  <a:lnTo>
                    <a:pt x="135866" y="194678"/>
                  </a:lnTo>
                  <a:lnTo>
                    <a:pt x="138134" y="192530"/>
                  </a:lnTo>
                  <a:lnTo>
                    <a:pt x="140555" y="189305"/>
                  </a:lnTo>
                  <a:lnTo>
                    <a:pt x="140212" y="186770"/>
                  </a:lnTo>
                  <a:lnTo>
                    <a:pt x="139693" y="184897"/>
                  </a:lnTo>
                  <a:lnTo>
                    <a:pt x="138531" y="185411"/>
                  </a:lnTo>
                  <a:lnTo>
                    <a:pt x="137691" y="186039"/>
                  </a:lnTo>
                  <a:lnTo>
                    <a:pt x="135663" y="184027"/>
                  </a:lnTo>
                  <a:lnTo>
                    <a:pt x="134917" y="182549"/>
                  </a:lnTo>
                  <a:lnTo>
                    <a:pt x="131743" y="184084"/>
                  </a:lnTo>
                  <a:lnTo>
                    <a:pt x="129977" y="183856"/>
                  </a:lnTo>
                  <a:lnTo>
                    <a:pt x="126075" y="185268"/>
                  </a:lnTo>
                  <a:lnTo>
                    <a:pt x="124285" y="183889"/>
                  </a:lnTo>
                  <a:lnTo>
                    <a:pt x="120701" y="180029"/>
                  </a:lnTo>
                  <a:lnTo>
                    <a:pt x="119353" y="179253"/>
                  </a:lnTo>
                  <a:lnTo>
                    <a:pt x="118208" y="179418"/>
                  </a:lnTo>
                  <a:lnTo>
                    <a:pt x="117584" y="178148"/>
                  </a:lnTo>
                  <a:lnTo>
                    <a:pt x="118350" y="177513"/>
                  </a:lnTo>
                  <a:lnTo>
                    <a:pt x="119240" y="177438"/>
                  </a:lnTo>
                  <a:lnTo>
                    <a:pt x="120164" y="176974"/>
                  </a:lnTo>
                  <a:lnTo>
                    <a:pt x="120424" y="176301"/>
                  </a:lnTo>
                  <a:lnTo>
                    <a:pt x="120368" y="175036"/>
                  </a:lnTo>
                  <a:lnTo>
                    <a:pt x="118507" y="174076"/>
                  </a:lnTo>
                  <a:lnTo>
                    <a:pt x="116775" y="173801"/>
                  </a:lnTo>
                  <a:lnTo>
                    <a:pt x="115678" y="172664"/>
                  </a:lnTo>
                  <a:lnTo>
                    <a:pt x="114840" y="171362"/>
                  </a:lnTo>
                  <a:lnTo>
                    <a:pt x="116804" y="171342"/>
                  </a:lnTo>
                  <a:lnTo>
                    <a:pt x="118777" y="172326"/>
                  </a:lnTo>
                  <a:lnTo>
                    <a:pt x="121867" y="172690"/>
                  </a:lnTo>
                  <a:lnTo>
                    <a:pt x="124669" y="173707"/>
                  </a:lnTo>
                  <a:lnTo>
                    <a:pt x="125371" y="172441"/>
                  </a:lnTo>
                  <a:lnTo>
                    <a:pt x="126999" y="170249"/>
                  </a:lnTo>
                  <a:lnTo>
                    <a:pt x="127309" y="169550"/>
                  </a:lnTo>
                  <a:lnTo>
                    <a:pt x="124580" y="171051"/>
                  </a:lnTo>
                  <a:lnTo>
                    <a:pt x="121816" y="170094"/>
                  </a:lnTo>
                  <a:lnTo>
                    <a:pt x="120805" y="168757"/>
                  </a:lnTo>
                  <a:lnTo>
                    <a:pt x="119952" y="166797"/>
                  </a:lnTo>
                  <a:lnTo>
                    <a:pt x="119594" y="164564"/>
                  </a:lnTo>
                  <a:lnTo>
                    <a:pt x="119827" y="162482"/>
                  </a:lnTo>
                  <a:lnTo>
                    <a:pt x="119528" y="158725"/>
                  </a:lnTo>
                  <a:lnTo>
                    <a:pt x="118617" y="155382"/>
                  </a:lnTo>
                  <a:lnTo>
                    <a:pt x="118293" y="153546"/>
                  </a:lnTo>
                  <a:lnTo>
                    <a:pt x="117330" y="151903"/>
                  </a:lnTo>
                  <a:lnTo>
                    <a:pt x="118277" y="155621"/>
                  </a:lnTo>
                  <a:lnTo>
                    <a:pt x="118631" y="158096"/>
                  </a:lnTo>
                  <a:lnTo>
                    <a:pt x="119201" y="160375"/>
                  </a:lnTo>
                  <a:lnTo>
                    <a:pt x="119066" y="166418"/>
                  </a:lnTo>
                  <a:lnTo>
                    <a:pt x="118715" y="168542"/>
                  </a:lnTo>
                  <a:lnTo>
                    <a:pt x="117579" y="169077"/>
                  </a:lnTo>
                  <a:lnTo>
                    <a:pt x="116085" y="168758"/>
                  </a:lnTo>
                  <a:lnTo>
                    <a:pt x="114563" y="168099"/>
                  </a:lnTo>
                  <a:lnTo>
                    <a:pt x="114944" y="164773"/>
                  </a:lnTo>
                  <a:lnTo>
                    <a:pt x="114133" y="165923"/>
                  </a:lnTo>
                  <a:lnTo>
                    <a:pt x="112988" y="169161"/>
                  </a:lnTo>
                  <a:lnTo>
                    <a:pt x="111981" y="169643"/>
                  </a:lnTo>
                  <a:lnTo>
                    <a:pt x="109745" y="169289"/>
                  </a:lnTo>
                  <a:lnTo>
                    <a:pt x="105595" y="171430"/>
                  </a:lnTo>
                  <a:lnTo>
                    <a:pt x="105309" y="173763"/>
                  </a:lnTo>
                  <a:lnTo>
                    <a:pt x="104686" y="176920"/>
                  </a:lnTo>
                  <a:lnTo>
                    <a:pt x="104084" y="178758"/>
                  </a:lnTo>
                  <a:lnTo>
                    <a:pt x="103894" y="179866"/>
                  </a:lnTo>
                  <a:lnTo>
                    <a:pt x="102125" y="184628"/>
                  </a:lnTo>
                  <a:lnTo>
                    <a:pt x="101898" y="185078"/>
                  </a:lnTo>
                  <a:lnTo>
                    <a:pt x="98560" y="191679"/>
                  </a:lnTo>
                  <a:lnTo>
                    <a:pt x="98135" y="192175"/>
                  </a:lnTo>
                  <a:lnTo>
                    <a:pt x="95971" y="193712"/>
                  </a:lnTo>
                  <a:lnTo>
                    <a:pt x="94692" y="195058"/>
                  </a:lnTo>
                  <a:lnTo>
                    <a:pt x="93711" y="195658"/>
                  </a:lnTo>
                  <a:lnTo>
                    <a:pt x="92052" y="194990"/>
                  </a:lnTo>
                  <a:lnTo>
                    <a:pt x="91362" y="195942"/>
                  </a:lnTo>
                  <a:lnTo>
                    <a:pt x="91036" y="197123"/>
                  </a:lnTo>
                  <a:lnTo>
                    <a:pt x="91030" y="199561"/>
                  </a:lnTo>
                  <a:lnTo>
                    <a:pt x="91873" y="201314"/>
                  </a:lnTo>
                  <a:lnTo>
                    <a:pt x="92563" y="207146"/>
                  </a:lnTo>
                  <a:lnTo>
                    <a:pt x="92306" y="209610"/>
                  </a:lnTo>
                  <a:lnTo>
                    <a:pt x="91649" y="208014"/>
                  </a:lnTo>
                  <a:lnTo>
                    <a:pt x="90622" y="206333"/>
                  </a:lnTo>
                  <a:lnTo>
                    <a:pt x="88623" y="204889"/>
                  </a:lnTo>
                  <a:lnTo>
                    <a:pt x="86428" y="205384"/>
                  </a:lnTo>
                  <a:lnTo>
                    <a:pt x="84038" y="207818"/>
                  </a:lnTo>
                  <a:lnTo>
                    <a:pt x="82416" y="208723"/>
                  </a:lnTo>
                  <a:lnTo>
                    <a:pt x="81562" y="208098"/>
                  </a:lnTo>
                  <a:lnTo>
                    <a:pt x="81043" y="208134"/>
                  </a:lnTo>
                  <a:lnTo>
                    <a:pt x="80859" y="208832"/>
                  </a:lnTo>
                  <a:lnTo>
                    <a:pt x="80898" y="209404"/>
                  </a:lnTo>
                  <a:lnTo>
                    <a:pt x="81161" y="209847"/>
                  </a:lnTo>
                  <a:lnTo>
                    <a:pt x="81123" y="210170"/>
                  </a:lnTo>
                  <a:lnTo>
                    <a:pt x="80787" y="210372"/>
                  </a:lnTo>
                  <a:lnTo>
                    <a:pt x="77016" y="208656"/>
                  </a:lnTo>
                  <a:lnTo>
                    <a:pt x="75388" y="207033"/>
                  </a:lnTo>
                  <a:lnTo>
                    <a:pt x="74106" y="203980"/>
                  </a:lnTo>
                  <a:lnTo>
                    <a:pt x="74744" y="202992"/>
                  </a:lnTo>
                  <a:lnTo>
                    <a:pt x="75298" y="202558"/>
                  </a:lnTo>
                  <a:lnTo>
                    <a:pt x="77261" y="202304"/>
                  </a:lnTo>
                  <a:lnTo>
                    <a:pt x="77598" y="201992"/>
                  </a:lnTo>
                  <a:lnTo>
                    <a:pt x="77631" y="201288"/>
                  </a:lnTo>
                  <a:lnTo>
                    <a:pt x="77777" y="200376"/>
                  </a:lnTo>
                  <a:lnTo>
                    <a:pt x="77725" y="199034"/>
                  </a:lnTo>
                  <a:lnTo>
                    <a:pt x="77507" y="197617"/>
                  </a:lnTo>
                  <a:lnTo>
                    <a:pt x="78369" y="195548"/>
                  </a:lnTo>
                  <a:lnTo>
                    <a:pt x="79652" y="193833"/>
                  </a:lnTo>
                  <a:lnTo>
                    <a:pt x="80404" y="192115"/>
                  </a:lnTo>
                  <a:lnTo>
                    <a:pt x="80520" y="189598"/>
                  </a:lnTo>
                  <a:lnTo>
                    <a:pt x="81869" y="188372"/>
                  </a:lnTo>
                  <a:lnTo>
                    <a:pt x="83067" y="186265"/>
                  </a:lnTo>
                  <a:lnTo>
                    <a:pt x="83361" y="183970"/>
                  </a:lnTo>
                  <a:lnTo>
                    <a:pt x="83779" y="182527"/>
                  </a:lnTo>
                  <a:lnTo>
                    <a:pt x="83018" y="179218"/>
                  </a:lnTo>
                  <a:lnTo>
                    <a:pt x="82857" y="177037"/>
                  </a:lnTo>
                  <a:lnTo>
                    <a:pt x="82819" y="175209"/>
                  </a:lnTo>
                  <a:lnTo>
                    <a:pt x="83196" y="174193"/>
                  </a:lnTo>
                  <a:lnTo>
                    <a:pt x="84311" y="173055"/>
                  </a:lnTo>
                  <a:lnTo>
                    <a:pt x="85486" y="172172"/>
                  </a:lnTo>
                  <a:lnTo>
                    <a:pt x="85973" y="172258"/>
                  </a:lnTo>
                  <a:lnTo>
                    <a:pt x="86150" y="172820"/>
                  </a:lnTo>
                  <a:lnTo>
                    <a:pt x="86197" y="176532"/>
                  </a:lnTo>
                  <a:lnTo>
                    <a:pt x="86431" y="176603"/>
                  </a:lnTo>
                  <a:lnTo>
                    <a:pt x="86806" y="176140"/>
                  </a:lnTo>
                  <a:lnTo>
                    <a:pt x="87419" y="173954"/>
                  </a:lnTo>
                  <a:lnTo>
                    <a:pt x="87841" y="174590"/>
                  </a:lnTo>
                  <a:lnTo>
                    <a:pt x="88491" y="174831"/>
                  </a:lnTo>
                  <a:lnTo>
                    <a:pt x="88978" y="174268"/>
                  </a:lnTo>
                  <a:lnTo>
                    <a:pt x="89295" y="174333"/>
                  </a:lnTo>
                  <a:lnTo>
                    <a:pt x="89687" y="174897"/>
                  </a:lnTo>
                  <a:lnTo>
                    <a:pt x="90468" y="175692"/>
                  </a:lnTo>
                  <a:lnTo>
                    <a:pt x="91198" y="175956"/>
                  </a:lnTo>
                  <a:lnTo>
                    <a:pt x="91802" y="175427"/>
                  </a:lnTo>
                  <a:lnTo>
                    <a:pt x="92318" y="174482"/>
                  </a:lnTo>
                  <a:lnTo>
                    <a:pt x="92867" y="174805"/>
                  </a:lnTo>
                  <a:lnTo>
                    <a:pt x="93915" y="177383"/>
                  </a:lnTo>
                  <a:lnTo>
                    <a:pt x="94404" y="177098"/>
                  </a:lnTo>
                  <a:lnTo>
                    <a:pt x="96813" y="176577"/>
                  </a:lnTo>
                  <a:lnTo>
                    <a:pt x="97201" y="175876"/>
                  </a:lnTo>
                  <a:lnTo>
                    <a:pt x="97488" y="175239"/>
                  </a:lnTo>
                  <a:lnTo>
                    <a:pt x="94968" y="171818"/>
                  </a:lnTo>
                  <a:lnTo>
                    <a:pt x="95095" y="169273"/>
                  </a:lnTo>
                  <a:lnTo>
                    <a:pt x="95189" y="166354"/>
                  </a:lnTo>
                  <a:lnTo>
                    <a:pt x="94892" y="164621"/>
                  </a:lnTo>
                  <a:lnTo>
                    <a:pt x="94402" y="163248"/>
                  </a:lnTo>
                  <a:lnTo>
                    <a:pt x="92475" y="161652"/>
                  </a:lnTo>
                  <a:lnTo>
                    <a:pt x="90988" y="160000"/>
                  </a:lnTo>
                  <a:lnTo>
                    <a:pt x="90674" y="159256"/>
                  </a:lnTo>
                  <a:lnTo>
                    <a:pt x="90634" y="158289"/>
                  </a:lnTo>
                  <a:lnTo>
                    <a:pt x="90570" y="156788"/>
                  </a:lnTo>
                  <a:lnTo>
                    <a:pt x="89980" y="155500"/>
                  </a:lnTo>
                  <a:lnTo>
                    <a:pt x="89930" y="154409"/>
                  </a:lnTo>
                  <a:lnTo>
                    <a:pt x="90306" y="152710"/>
                  </a:lnTo>
                  <a:lnTo>
                    <a:pt x="90398" y="150899"/>
                  </a:lnTo>
                  <a:lnTo>
                    <a:pt x="90274" y="150185"/>
                  </a:lnTo>
                  <a:lnTo>
                    <a:pt x="89927" y="149602"/>
                  </a:lnTo>
                  <a:lnTo>
                    <a:pt x="89257" y="149545"/>
                  </a:lnTo>
                  <a:lnTo>
                    <a:pt x="88376" y="148499"/>
                  </a:lnTo>
                  <a:lnTo>
                    <a:pt x="87771" y="147090"/>
                  </a:lnTo>
                  <a:lnTo>
                    <a:pt x="86148" y="145058"/>
                  </a:lnTo>
                  <a:lnTo>
                    <a:pt x="85650" y="144728"/>
                  </a:lnTo>
                  <a:lnTo>
                    <a:pt x="85347" y="143722"/>
                  </a:lnTo>
                  <a:lnTo>
                    <a:pt x="85202" y="142520"/>
                  </a:lnTo>
                  <a:lnTo>
                    <a:pt x="85542" y="141028"/>
                  </a:lnTo>
                  <a:lnTo>
                    <a:pt x="85971" y="138731"/>
                  </a:lnTo>
                  <a:lnTo>
                    <a:pt x="86272" y="136576"/>
                  </a:lnTo>
                  <a:lnTo>
                    <a:pt x="86276" y="135292"/>
                  </a:lnTo>
                  <a:lnTo>
                    <a:pt x="86078" y="132117"/>
                  </a:lnTo>
                  <a:lnTo>
                    <a:pt x="85231" y="129691"/>
                  </a:lnTo>
                  <a:lnTo>
                    <a:pt x="84836" y="129369"/>
                  </a:lnTo>
                  <a:lnTo>
                    <a:pt x="84153" y="130051"/>
                  </a:lnTo>
                  <a:lnTo>
                    <a:pt x="83378" y="130623"/>
                  </a:lnTo>
                  <a:lnTo>
                    <a:pt x="82767" y="130087"/>
                  </a:lnTo>
                  <a:lnTo>
                    <a:pt x="82068" y="128772"/>
                  </a:lnTo>
                  <a:lnTo>
                    <a:pt x="80947" y="125110"/>
                  </a:lnTo>
                  <a:lnTo>
                    <a:pt x="78849" y="124377"/>
                  </a:lnTo>
                  <a:lnTo>
                    <a:pt x="77981" y="124202"/>
                  </a:lnTo>
                  <a:lnTo>
                    <a:pt x="77160" y="125968"/>
                  </a:lnTo>
                  <a:lnTo>
                    <a:pt x="76903" y="125432"/>
                  </a:lnTo>
                  <a:lnTo>
                    <a:pt x="76672" y="124303"/>
                  </a:lnTo>
                  <a:lnTo>
                    <a:pt x="76239" y="123853"/>
                  </a:lnTo>
                  <a:lnTo>
                    <a:pt x="75666" y="124375"/>
                  </a:lnTo>
                  <a:lnTo>
                    <a:pt x="75501" y="123873"/>
                  </a:lnTo>
                  <a:lnTo>
                    <a:pt x="75747" y="122348"/>
                  </a:lnTo>
                  <a:lnTo>
                    <a:pt x="75063" y="121594"/>
                  </a:lnTo>
                  <a:lnTo>
                    <a:pt x="73451" y="121611"/>
                  </a:lnTo>
                  <a:lnTo>
                    <a:pt x="72594" y="121048"/>
                  </a:lnTo>
                  <a:lnTo>
                    <a:pt x="72492" y="119903"/>
                  </a:lnTo>
                  <a:lnTo>
                    <a:pt x="71985" y="119149"/>
                  </a:lnTo>
                  <a:lnTo>
                    <a:pt x="71070" y="118787"/>
                  </a:lnTo>
                  <a:lnTo>
                    <a:pt x="70183" y="117851"/>
                  </a:lnTo>
                  <a:lnTo>
                    <a:pt x="69323" y="116343"/>
                  </a:lnTo>
                  <a:lnTo>
                    <a:pt x="68036" y="115361"/>
                  </a:lnTo>
                  <a:lnTo>
                    <a:pt x="66321" y="114906"/>
                  </a:lnTo>
                  <a:lnTo>
                    <a:pt x="66181" y="114743"/>
                  </a:lnTo>
                  <a:lnTo>
                    <a:pt x="66022" y="114527"/>
                  </a:lnTo>
                  <a:lnTo>
                    <a:pt x="64915" y="115551"/>
                  </a:lnTo>
                  <a:lnTo>
                    <a:pt x="64250" y="116362"/>
                  </a:lnTo>
                  <a:lnTo>
                    <a:pt x="63435" y="115857"/>
                  </a:lnTo>
                  <a:lnTo>
                    <a:pt x="62114" y="117668"/>
                  </a:lnTo>
                  <a:lnTo>
                    <a:pt x="59432" y="117761"/>
                  </a:lnTo>
                  <a:lnTo>
                    <a:pt x="58117" y="117653"/>
                  </a:lnTo>
                  <a:lnTo>
                    <a:pt x="57465" y="117203"/>
                  </a:lnTo>
                  <a:lnTo>
                    <a:pt x="54947" y="119952"/>
                  </a:lnTo>
                  <a:lnTo>
                    <a:pt x="54685" y="120965"/>
                  </a:lnTo>
                  <a:lnTo>
                    <a:pt x="54118" y="121301"/>
                  </a:lnTo>
                  <a:lnTo>
                    <a:pt x="52533" y="121847"/>
                  </a:lnTo>
                  <a:lnTo>
                    <a:pt x="50867" y="122622"/>
                  </a:lnTo>
                  <a:lnTo>
                    <a:pt x="50517" y="125297"/>
                  </a:lnTo>
                  <a:lnTo>
                    <a:pt x="50021" y="126742"/>
                  </a:lnTo>
                  <a:lnTo>
                    <a:pt x="49124" y="128864"/>
                  </a:lnTo>
                  <a:lnTo>
                    <a:pt x="46029" y="129601"/>
                  </a:lnTo>
                  <a:lnTo>
                    <a:pt x="43355" y="130639"/>
                  </a:lnTo>
                  <a:lnTo>
                    <a:pt x="40612" y="131279"/>
                  </a:lnTo>
                  <a:lnTo>
                    <a:pt x="37022" y="133871"/>
                  </a:lnTo>
                  <a:lnTo>
                    <a:pt x="35854" y="136157"/>
                  </a:lnTo>
                  <a:lnTo>
                    <a:pt x="34700" y="136795"/>
                  </a:lnTo>
                  <a:lnTo>
                    <a:pt x="33655" y="136983"/>
                  </a:lnTo>
                  <a:lnTo>
                    <a:pt x="32979" y="135710"/>
                  </a:lnTo>
                  <a:lnTo>
                    <a:pt x="30701" y="132292"/>
                  </a:lnTo>
                  <a:lnTo>
                    <a:pt x="29822" y="130681"/>
                  </a:lnTo>
                  <a:lnTo>
                    <a:pt x="28667" y="130206"/>
                  </a:lnTo>
                  <a:lnTo>
                    <a:pt x="27410" y="130474"/>
                  </a:lnTo>
                  <a:lnTo>
                    <a:pt x="26203" y="131268"/>
                  </a:lnTo>
                  <a:lnTo>
                    <a:pt x="24933" y="131419"/>
                  </a:lnTo>
                  <a:lnTo>
                    <a:pt x="23496" y="130275"/>
                  </a:lnTo>
                  <a:lnTo>
                    <a:pt x="23344" y="130386"/>
                  </a:lnTo>
                  <a:lnTo>
                    <a:pt x="22790" y="130541"/>
                  </a:lnTo>
                  <a:lnTo>
                    <a:pt x="19221" y="129157"/>
                  </a:lnTo>
                  <a:lnTo>
                    <a:pt x="18892" y="128927"/>
                  </a:lnTo>
                  <a:lnTo>
                    <a:pt x="18734" y="128870"/>
                  </a:lnTo>
                  <a:lnTo>
                    <a:pt x="18242" y="128766"/>
                  </a:lnTo>
                  <a:lnTo>
                    <a:pt x="15555" y="128939"/>
                  </a:lnTo>
                  <a:lnTo>
                    <a:pt x="13050" y="126146"/>
                  </a:lnTo>
                  <a:lnTo>
                    <a:pt x="12280" y="126061"/>
                  </a:lnTo>
                  <a:lnTo>
                    <a:pt x="11687" y="127192"/>
                  </a:lnTo>
                  <a:lnTo>
                    <a:pt x="11248" y="128450"/>
                  </a:lnTo>
                  <a:lnTo>
                    <a:pt x="9518" y="129699"/>
                  </a:lnTo>
                  <a:lnTo>
                    <a:pt x="9077" y="130201"/>
                  </a:lnTo>
                  <a:lnTo>
                    <a:pt x="8826" y="129816"/>
                  </a:lnTo>
                  <a:lnTo>
                    <a:pt x="8709" y="128730"/>
                  </a:lnTo>
                  <a:lnTo>
                    <a:pt x="8840" y="127770"/>
                  </a:lnTo>
                  <a:lnTo>
                    <a:pt x="8584" y="126861"/>
                  </a:lnTo>
                  <a:lnTo>
                    <a:pt x="7926" y="125830"/>
                  </a:lnTo>
                  <a:lnTo>
                    <a:pt x="7766" y="125404"/>
                  </a:lnTo>
                  <a:lnTo>
                    <a:pt x="6943" y="125481"/>
                  </a:lnTo>
                  <a:lnTo>
                    <a:pt x="6636" y="125558"/>
                  </a:lnTo>
                  <a:lnTo>
                    <a:pt x="5491" y="124683"/>
                  </a:lnTo>
                  <a:lnTo>
                    <a:pt x="4732" y="122575"/>
                  </a:lnTo>
                  <a:lnTo>
                    <a:pt x="3558" y="121454"/>
                  </a:lnTo>
                  <a:lnTo>
                    <a:pt x="2661" y="121077"/>
                  </a:lnTo>
                  <a:lnTo>
                    <a:pt x="2252" y="120174"/>
                  </a:lnTo>
                  <a:lnTo>
                    <a:pt x="1989" y="118972"/>
                  </a:lnTo>
                  <a:lnTo>
                    <a:pt x="1676" y="117979"/>
                  </a:lnTo>
                  <a:lnTo>
                    <a:pt x="1485" y="116606"/>
                  </a:lnTo>
                  <a:lnTo>
                    <a:pt x="1161" y="116427"/>
                  </a:lnTo>
                  <a:lnTo>
                    <a:pt x="0" y="116666"/>
                  </a:lnTo>
                  <a:lnTo>
                    <a:pt x="134" y="111844"/>
                  </a:lnTo>
                  <a:lnTo>
                    <a:pt x="1991" y="108377"/>
                  </a:lnTo>
                  <a:lnTo>
                    <a:pt x="2446" y="106627"/>
                  </a:lnTo>
                  <a:lnTo>
                    <a:pt x="3139" y="102833"/>
                  </a:lnTo>
                  <a:lnTo>
                    <a:pt x="3658" y="101058"/>
                  </a:lnTo>
                  <a:lnTo>
                    <a:pt x="4282" y="99589"/>
                  </a:lnTo>
                  <a:lnTo>
                    <a:pt x="4780" y="98166"/>
                  </a:lnTo>
                  <a:lnTo>
                    <a:pt x="4958" y="96946"/>
                  </a:lnTo>
                  <a:lnTo>
                    <a:pt x="5461" y="96813"/>
                  </a:lnTo>
                  <a:lnTo>
                    <a:pt x="6939" y="97914"/>
                  </a:lnTo>
                  <a:lnTo>
                    <a:pt x="8262" y="98481"/>
                  </a:lnTo>
                  <a:lnTo>
                    <a:pt x="8627" y="97944"/>
                  </a:lnTo>
                  <a:lnTo>
                    <a:pt x="8777" y="97240"/>
                  </a:lnTo>
                  <a:lnTo>
                    <a:pt x="8716" y="96693"/>
                  </a:lnTo>
                  <a:lnTo>
                    <a:pt x="7657" y="95069"/>
                  </a:lnTo>
                  <a:lnTo>
                    <a:pt x="6993" y="94036"/>
                  </a:lnTo>
                  <a:lnTo>
                    <a:pt x="6952" y="93399"/>
                  </a:lnTo>
                  <a:lnTo>
                    <a:pt x="7192" y="91974"/>
                  </a:lnTo>
                  <a:lnTo>
                    <a:pt x="7319" y="90372"/>
                  </a:lnTo>
                  <a:lnTo>
                    <a:pt x="7167" y="88639"/>
                  </a:lnTo>
                  <a:lnTo>
                    <a:pt x="6444" y="84802"/>
                  </a:lnTo>
                  <a:lnTo>
                    <a:pt x="6307" y="83167"/>
                  </a:lnTo>
                  <a:lnTo>
                    <a:pt x="6999" y="81181"/>
                  </a:lnTo>
                  <a:lnTo>
                    <a:pt x="9248" y="76452"/>
                  </a:lnTo>
                  <a:lnTo>
                    <a:pt x="9998" y="74676"/>
                  </a:lnTo>
                  <a:lnTo>
                    <a:pt x="11023" y="72527"/>
                  </a:lnTo>
                  <a:lnTo>
                    <a:pt x="13803" y="67392"/>
                  </a:lnTo>
                  <a:lnTo>
                    <a:pt x="15560" y="64406"/>
                  </a:lnTo>
                  <a:lnTo>
                    <a:pt x="16749" y="62754"/>
                  </a:lnTo>
                  <a:lnTo>
                    <a:pt x="18490" y="59881"/>
                  </a:lnTo>
                  <a:lnTo>
                    <a:pt x="19254" y="58395"/>
                  </a:lnTo>
                  <a:lnTo>
                    <a:pt x="22434" y="57428"/>
                  </a:lnTo>
                  <a:lnTo>
                    <a:pt x="22828" y="56040"/>
                  </a:lnTo>
                  <a:lnTo>
                    <a:pt x="23409" y="54521"/>
                  </a:lnTo>
                  <a:lnTo>
                    <a:pt x="23863" y="53870"/>
                  </a:lnTo>
                  <a:lnTo>
                    <a:pt x="23922" y="51312"/>
                  </a:lnTo>
                  <a:lnTo>
                    <a:pt x="23331" y="48187"/>
                  </a:lnTo>
                  <a:lnTo>
                    <a:pt x="22856" y="47083"/>
                  </a:lnTo>
                  <a:lnTo>
                    <a:pt x="22504" y="46332"/>
                  </a:lnTo>
                  <a:lnTo>
                    <a:pt x="22732" y="45629"/>
                  </a:lnTo>
                  <a:lnTo>
                    <a:pt x="23084" y="45428"/>
                  </a:lnTo>
                  <a:lnTo>
                    <a:pt x="23518" y="45329"/>
                  </a:lnTo>
                  <a:lnTo>
                    <a:pt x="24056" y="44577"/>
                  </a:lnTo>
                  <a:lnTo>
                    <a:pt x="23935" y="43756"/>
                  </a:lnTo>
                  <a:lnTo>
                    <a:pt x="22593" y="41756"/>
                  </a:lnTo>
                  <a:lnTo>
                    <a:pt x="22013" y="40217"/>
                  </a:lnTo>
                  <a:lnTo>
                    <a:pt x="21103" y="36266"/>
                  </a:lnTo>
                  <a:lnTo>
                    <a:pt x="19260" y="32162"/>
                  </a:lnTo>
                  <a:lnTo>
                    <a:pt x="18678" y="30834"/>
                  </a:lnTo>
                  <a:lnTo>
                    <a:pt x="18595" y="29580"/>
                  </a:lnTo>
                  <a:lnTo>
                    <a:pt x="18863" y="28326"/>
                  </a:lnTo>
                  <a:lnTo>
                    <a:pt x="18610" y="26729"/>
                  </a:lnTo>
                  <a:lnTo>
                    <a:pt x="17957" y="24692"/>
                  </a:lnTo>
                  <a:lnTo>
                    <a:pt x="18060" y="24471"/>
                  </a:lnTo>
                  <a:lnTo>
                    <a:pt x="17997" y="21956"/>
                  </a:lnTo>
                  <a:lnTo>
                    <a:pt x="18461" y="21414"/>
                  </a:lnTo>
                  <a:lnTo>
                    <a:pt x="19194" y="21046"/>
                  </a:lnTo>
                  <a:lnTo>
                    <a:pt x="20229" y="21170"/>
                  </a:lnTo>
                  <a:lnTo>
                    <a:pt x="21113" y="21558"/>
                  </a:lnTo>
                  <a:lnTo>
                    <a:pt x="22172" y="22708"/>
                  </a:lnTo>
                  <a:lnTo>
                    <a:pt x="22503" y="22523"/>
                  </a:lnTo>
                  <a:lnTo>
                    <a:pt x="24313" y="20356"/>
                  </a:lnTo>
                  <a:lnTo>
                    <a:pt x="26181" y="17104"/>
                  </a:lnTo>
                  <a:lnTo>
                    <a:pt x="26713" y="15221"/>
                  </a:lnTo>
                  <a:lnTo>
                    <a:pt x="27178" y="14361"/>
                  </a:lnTo>
                  <a:lnTo>
                    <a:pt x="28802" y="13903"/>
                  </a:lnTo>
                  <a:lnTo>
                    <a:pt x="30218" y="13712"/>
                  </a:lnTo>
                  <a:lnTo>
                    <a:pt x="31117" y="13748"/>
                  </a:lnTo>
                  <a:lnTo>
                    <a:pt x="33326" y="13428"/>
                  </a:lnTo>
                  <a:lnTo>
                    <a:pt x="34635" y="13073"/>
                  </a:lnTo>
                  <a:lnTo>
                    <a:pt x="35767" y="12500"/>
                  </a:lnTo>
                  <a:lnTo>
                    <a:pt x="38211" y="12287"/>
                  </a:lnTo>
                  <a:lnTo>
                    <a:pt x="42026" y="12670"/>
                  </a:lnTo>
                  <a:lnTo>
                    <a:pt x="44530" y="12698"/>
                  </a:lnTo>
                  <a:lnTo>
                    <a:pt x="46231" y="13002"/>
                  </a:lnTo>
                  <a:lnTo>
                    <a:pt x="50397" y="14731"/>
                  </a:lnTo>
                  <a:lnTo>
                    <a:pt x="51947" y="15044"/>
                  </a:lnTo>
                  <a:lnTo>
                    <a:pt x="52668" y="15960"/>
                  </a:lnTo>
                  <a:lnTo>
                    <a:pt x="54051" y="16301"/>
                  </a:lnTo>
                  <a:lnTo>
                    <a:pt x="56568" y="17223"/>
                  </a:lnTo>
                  <a:lnTo>
                    <a:pt x="58754" y="17716"/>
                  </a:lnTo>
                  <a:lnTo>
                    <a:pt x="60232" y="17514"/>
                  </a:lnTo>
                  <a:lnTo>
                    <a:pt x="61059" y="17774"/>
                  </a:lnTo>
                  <a:lnTo>
                    <a:pt x="62621" y="21866"/>
                  </a:lnTo>
                  <a:lnTo>
                    <a:pt x="62940" y="22343"/>
                  </a:lnTo>
                  <a:lnTo>
                    <a:pt x="63566" y="22440"/>
                  </a:lnTo>
                  <a:lnTo>
                    <a:pt x="64842" y="22086"/>
                  </a:lnTo>
                  <a:lnTo>
                    <a:pt x="66658" y="22219"/>
                  </a:lnTo>
                  <a:lnTo>
                    <a:pt x="67735" y="23082"/>
                  </a:lnTo>
                  <a:lnTo>
                    <a:pt x="67577" y="25519"/>
                  </a:lnTo>
                  <a:lnTo>
                    <a:pt x="67860" y="25872"/>
                  </a:lnTo>
                  <a:lnTo>
                    <a:pt x="68363" y="25737"/>
                  </a:lnTo>
                  <a:lnTo>
                    <a:pt x="68943" y="24360"/>
                  </a:lnTo>
                  <a:lnTo>
                    <a:pt x="69430" y="22933"/>
                  </a:lnTo>
                  <a:lnTo>
                    <a:pt x="69793" y="22492"/>
                  </a:lnTo>
                  <a:lnTo>
                    <a:pt x="71647" y="23456"/>
                  </a:lnTo>
                  <a:lnTo>
                    <a:pt x="72494" y="23300"/>
                  </a:lnTo>
                  <a:lnTo>
                    <a:pt x="73276" y="22218"/>
                  </a:lnTo>
                  <a:lnTo>
                    <a:pt x="73756" y="22034"/>
                  </a:lnTo>
                  <a:lnTo>
                    <a:pt x="75070" y="22803"/>
                  </a:lnTo>
                  <a:lnTo>
                    <a:pt x="76691" y="23342"/>
                  </a:lnTo>
                  <a:lnTo>
                    <a:pt x="78000" y="23376"/>
                  </a:lnTo>
                  <a:lnTo>
                    <a:pt x="78816" y="23962"/>
                  </a:lnTo>
                  <a:lnTo>
                    <a:pt x="79410" y="26506"/>
                  </a:lnTo>
                  <a:lnTo>
                    <a:pt x="79928" y="27028"/>
                  </a:lnTo>
                  <a:lnTo>
                    <a:pt x="80428" y="27190"/>
                  </a:lnTo>
                  <a:lnTo>
                    <a:pt x="81184" y="24916"/>
                  </a:lnTo>
                  <a:lnTo>
                    <a:pt x="81869" y="24034"/>
                  </a:lnTo>
                  <a:lnTo>
                    <a:pt x="82820" y="23385"/>
                  </a:lnTo>
                  <a:lnTo>
                    <a:pt x="83432" y="23101"/>
                  </a:lnTo>
                  <a:lnTo>
                    <a:pt x="83863" y="22298"/>
                  </a:lnTo>
                  <a:lnTo>
                    <a:pt x="84444" y="21515"/>
                  </a:lnTo>
                  <a:lnTo>
                    <a:pt x="84947" y="21453"/>
                  </a:lnTo>
                  <a:lnTo>
                    <a:pt x="85356" y="21756"/>
                  </a:lnTo>
                  <a:lnTo>
                    <a:pt x="85827" y="22839"/>
                  </a:lnTo>
                  <a:lnTo>
                    <a:pt x="86512" y="25310"/>
                  </a:lnTo>
                  <a:lnTo>
                    <a:pt x="87345" y="27791"/>
                  </a:lnTo>
                  <a:lnTo>
                    <a:pt x="87926" y="28692"/>
                  </a:lnTo>
                  <a:lnTo>
                    <a:pt x="89427" y="27930"/>
                  </a:lnTo>
                  <a:lnTo>
                    <a:pt x="90444" y="27155"/>
                  </a:lnTo>
                  <a:lnTo>
                    <a:pt x="92308" y="27008"/>
                  </a:lnTo>
                  <a:lnTo>
                    <a:pt x="94779" y="26462"/>
                  </a:lnTo>
                  <a:lnTo>
                    <a:pt x="96668" y="25752"/>
                  </a:lnTo>
                  <a:lnTo>
                    <a:pt x="97849" y="25875"/>
                  </a:lnTo>
                  <a:lnTo>
                    <a:pt x="98566" y="26663"/>
                  </a:lnTo>
                  <a:lnTo>
                    <a:pt x="99656" y="28188"/>
                  </a:lnTo>
                  <a:lnTo>
                    <a:pt x="99954" y="30377"/>
                  </a:lnTo>
                  <a:lnTo>
                    <a:pt x="101369" y="31890"/>
                  </a:lnTo>
                  <a:lnTo>
                    <a:pt x="102527" y="32164"/>
                  </a:lnTo>
                  <a:lnTo>
                    <a:pt x="102922" y="30589"/>
                  </a:lnTo>
                  <a:lnTo>
                    <a:pt x="103599" y="29494"/>
                  </a:lnTo>
                  <a:lnTo>
                    <a:pt x="103346" y="27989"/>
                  </a:lnTo>
                  <a:lnTo>
                    <a:pt x="103231" y="26071"/>
                  </a:lnTo>
                  <a:lnTo>
                    <a:pt x="102724" y="24291"/>
                  </a:lnTo>
                  <a:lnTo>
                    <a:pt x="102386" y="22375"/>
                  </a:lnTo>
                  <a:lnTo>
                    <a:pt x="103006" y="19638"/>
                  </a:lnTo>
                  <a:lnTo>
                    <a:pt x="103684" y="17241"/>
                  </a:lnTo>
                  <a:lnTo>
                    <a:pt x="104023" y="15940"/>
                  </a:lnTo>
                  <a:lnTo>
                    <a:pt x="105095" y="13545"/>
                  </a:lnTo>
                  <a:lnTo>
                    <a:pt x="106197" y="11834"/>
                  </a:lnTo>
                  <a:lnTo>
                    <a:pt x="107842" y="9082"/>
                  </a:lnTo>
                  <a:lnTo>
                    <a:pt x="109044" y="8173"/>
                  </a:lnTo>
                  <a:lnTo>
                    <a:pt x="110131" y="8587"/>
                  </a:lnTo>
                  <a:lnTo>
                    <a:pt x="110734" y="8962"/>
                  </a:lnTo>
                  <a:lnTo>
                    <a:pt x="112294" y="7333"/>
                  </a:lnTo>
                  <a:lnTo>
                    <a:pt x="115070" y="7253"/>
                  </a:lnTo>
                  <a:lnTo>
                    <a:pt x="117381" y="7460"/>
                  </a:lnTo>
                  <a:lnTo>
                    <a:pt x="117613" y="7510"/>
                  </a:lnTo>
                  <a:lnTo>
                    <a:pt x="118749" y="8352"/>
                  </a:lnTo>
                  <a:lnTo>
                    <a:pt x="119946" y="9069"/>
                  </a:lnTo>
                  <a:lnTo>
                    <a:pt x="120772" y="9117"/>
                  </a:lnTo>
                  <a:lnTo>
                    <a:pt x="121755" y="8952"/>
                  </a:lnTo>
                  <a:lnTo>
                    <a:pt x="122907" y="7996"/>
                  </a:lnTo>
                  <a:lnTo>
                    <a:pt x="123712" y="7078"/>
                  </a:lnTo>
                  <a:lnTo>
                    <a:pt x="124689" y="2406"/>
                  </a:lnTo>
                  <a:lnTo>
                    <a:pt x="125034" y="1735"/>
                  </a:lnTo>
                  <a:lnTo>
                    <a:pt x="125572" y="1369"/>
                  </a:lnTo>
                  <a:lnTo>
                    <a:pt x="126455" y="1330"/>
                  </a:lnTo>
                  <a:lnTo>
                    <a:pt x="128131" y="2200"/>
                  </a:lnTo>
                  <a:lnTo>
                    <a:pt x="130093" y="2982"/>
                  </a:lnTo>
                  <a:lnTo>
                    <a:pt x="131230" y="2872"/>
                  </a:lnTo>
                  <a:lnTo>
                    <a:pt x="134261" y="388"/>
                  </a:lnTo>
                  <a:lnTo>
                    <a:pt x="135951" y="0"/>
                  </a:lnTo>
                  <a:lnTo>
                    <a:pt x="137959" y="584"/>
                  </a:lnTo>
                  <a:lnTo>
                    <a:pt x="139928" y="619"/>
                  </a:lnTo>
                  <a:lnTo>
                    <a:pt x="141413" y="259"/>
                  </a:lnTo>
                  <a:lnTo>
                    <a:pt x="142432" y="1121"/>
                  </a:lnTo>
                  <a:lnTo>
                    <a:pt x="143690" y="3016"/>
                  </a:lnTo>
                  <a:lnTo>
                    <a:pt x="144826" y="5839"/>
                  </a:lnTo>
                  <a:lnTo>
                    <a:pt x="146018" y="11049"/>
                  </a:lnTo>
                  <a:lnTo>
                    <a:pt x="149488" y="16935"/>
                  </a:lnTo>
                  <a:lnTo>
                    <a:pt x="149548" y="18085"/>
                  </a:lnTo>
                  <a:lnTo>
                    <a:pt x="149262" y="18824"/>
                  </a:lnTo>
                  <a:lnTo>
                    <a:pt x="147554" y="19541"/>
                  </a:lnTo>
                  <a:lnTo>
                    <a:pt x="146115" y="19928"/>
                  </a:lnTo>
                  <a:lnTo>
                    <a:pt x="146046" y="20938"/>
                  </a:lnTo>
                  <a:lnTo>
                    <a:pt x="146428" y="22031"/>
                  </a:lnTo>
                  <a:lnTo>
                    <a:pt x="147087" y="23632"/>
                  </a:lnTo>
                  <a:lnTo>
                    <a:pt x="147190" y="25692"/>
                  </a:lnTo>
                  <a:lnTo>
                    <a:pt x="147157" y="27588"/>
                  </a:lnTo>
                  <a:lnTo>
                    <a:pt x="147441" y="29263"/>
                  </a:lnTo>
                  <a:lnTo>
                    <a:pt x="147991" y="29944"/>
                  </a:lnTo>
                  <a:lnTo>
                    <a:pt x="148060" y="30787"/>
                  </a:lnTo>
                  <a:lnTo>
                    <a:pt x="147423" y="31815"/>
                  </a:lnTo>
                  <a:lnTo>
                    <a:pt x="147246" y="32450"/>
                  </a:lnTo>
                  <a:lnTo>
                    <a:pt x="147493" y="32792"/>
                  </a:lnTo>
                  <a:lnTo>
                    <a:pt x="150623" y="32991"/>
                  </a:lnTo>
                  <a:lnTo>
                    <a:pt x="152156" y="33994"/>
                  </a:lnTo>
                  <a:lnTo>
                    <a:pt x="153320" y="34907"/>
                  </a:lnTo>
                  <a:lnTo>
                    <a:pt x="153906" y="34992"/>
                  </a:lnTo>
                  <a:lnTo>
                    <a:pt x="155225" y="34405"/>
                  </a:lnTo>
                  <a:lnTo>
                    <a:pt x="156708" y="34034"/>
                  </a:lnTo>
                  <a:lnTo>
                    <a:pt x="157607" y="33985"/>
                  </a:lnTo>
                  <a:lnTo>
                    <a:pt x="157955" y="34658"/>
                  </a:lnTo>
                  <a:lnTo>
                    <a:pt x="158232" y="36425"/>
                  </a:lnTo>
                  <a:lnTo>
                    <a:pt x="158753" y="38194"/>
                  </a:lnTo>
                  <a:lnTo>
                    <a:pt x="159240" y="38699"/>
                  </a:lnTo>
                  <a:lnTo>
                    <a:pt x="160107" y="38614"/>
                  </a:lnTo>
                  <a:lnTo>
                    <a:pt x="160628" y="38699"/>
                  </a:lnTo>
                  <a:lnTo>
                    <a:pt x="160906" y="39371"/>
                  </a:lnTo>
                  <a:lnTo>
                    <a:pt x="160593" y="40383"/>
                  </a:lnTo>
                  <a:lnTo>
                    <a:pt x="160662" y="41476"/>
                  </a:lnTo>
                  <a:lnTo>
                    <a:pt x="161044" y="42824"/>
                  </a:lnTo>
                  <a:lnTo>
                    <a:pt x="161497" y="45938"/>
                  </a:lnTo>
                  <a:lnTo>
                    <a:pt x="161913" y="46864"/>
                  </a:lnTo>
                  <a:lnTo>
                    <a:pt x="162191" y="48043"/>
                  </a:lnTo>
                  <a:lnTo>
                    <a:pt x="162191" y="49390"/>
                  </a:lnTo>
                  <a:lnTo>
                    <a:pt x="161843" y="50568"/>
                  </a:lnTo>
                  <a:lnTo>
                    <a:pt x="161600" y="51493"/>
                  </a:lnTo>
                  <a:lnTo>
                    <a:pt x="161843" y="53597"/>
                  </a:lnTo>
                  <a:lnTo>
                    <a:pt x="162780" y="55955"/>
                  </a:lnTo>
                  <a:lnTo>
                    <a:pt x="163475" y="56544"/>
                  </a:lnTo>
                  <a:lnTo>
                    <a:pt x="164031" y="58649"/>
                  </a:lnTo>
                  <a:lnTo>
                    <a:pt x="165037" y="59321"/>
                  </a:lnTo>
                  <a:lnTo>
                    <a:pt x="166530" y="57555"/>
                  </a:lnTo>
                  <a:lnTo>
                    <a:pt x="167676" y="56629"/>
                  </a:lnTo>
                  <a:lnTo>
                    <a:pt x="169109" y="57144"/>
                  </a:lnTo>
                  <a:lnTo>
                    <a:pt x="170432" y="57473"/>
                  </a:lnTo>
                  <a:lnTo>
                    <a:pt x="171323" y="58676"/>
                  </a:lnTo>
                  <a:lnTo>
                    <a:pt x="171980" y="60333"/>
                  </a:lnTo>
                  <a:lnTo>
                    <a:pt x="172744" y="61258"/>
                  </a:lnTo>
                  <a:lnTo>
                    <a:pt x="173509" y="60774"/>
                  </a:lnTo>
                  <a:lnTo>
                    <a:pt x="175105" y="61258"/>
                  </a:lnTo>
                  <a:lnTo>
                    <a:pt x="175835" y="62605"/>
                  </a:lnTo>
                  <a:lnTo>
                    <a:pt x="176563" y="63363"/>
                  </a:lnTo>
                  <a:lnTo>
                    <a:pt x="177501" y="62269"/>
                  </a:lnTo>
                  <a:lnTo>
                    <a:pt x="178265" y="60921"/>
                  </a:lnTo>
                  <a:lnTo>
                    <a:pt x="181061" y="59512"/>
                  </a:lnTo>
                  <a:lnTo>
                    <a:pt x="182801" y="59158"/>
                  </a:lnTo>
                  <a:lnTo>
                    <a:pt x="183286" y="58881"/>
                  </a:lnTo>
                  <a:lnTo>
                    <a:pt x="184307" y="57874"/>
                  </a:lnTo>
                  <a:lnTo>
                    <a:pt x="185383" y="57205"/>
                  </a:lnTo>
                  <a:lnTo>
                    <a:pt x="186354" y="57386"/>
                  </a:lnTo>
                  <a:lnTo>
                    <a:pt x="187311" y="59477"/>
                  </a:lnTo>
                  <a:lnTo>
                    <a:pt x="188298" y="60921"/>
                  </a:lnTo>
                  <a:lnTo>
                    <a:pt x="188575" y="63194"/>
                  </a:lnTo>
                  <a:lnTo>
                    <a:pt x="189783" y="66322"/>
                  </a:lnTo>
                  <a:lnTo>
                    <a:pt x="192782" y="70603"/>
                  </a:lnTo>
                  <a:lnTo>
                    <a:pt x="193959" y="71909"/>
                  </a:lnTo>
                  <a:lnTo>
                    <a:pt x="194759" y="71678"/>
                  </a:lnTo>
                  <a:lnTo>
                    <a:pt x="195177" y="71336"/>
                  </a:lnTo>
                  <a:lnTo>
                    <a:pt x="195371" y="70888"/>
                  </a:lnTo>
                  <a:lnTo>
                    <a:pt x="195552" y="68795"/>
                  </a:lnTo>
                  <a:lnTo>
                    <a:pt x="195932" y="68024"/>
                  </a:lnTo>
                  <a:lnTo>
                    <a:pt x="196540" y="67998"/>
                  </a:lnTo>
                  <a:lnTo>
                    <a:pt x="198887" y="70607"/>
                  </a:lnTo>
                  <a:lnTo>
                    <a:pt x="200115" y="70887"/>
                  </a:lnTo>
                  <a:lnTo>
                    <a:pt x="201283" y="70937"/>
                  </a:lnTo>
                  <a:lnTo>
                    <a:pt x="202854" y="72963"/>
                  </a:lnTo>
                  <a:lnTo>
                    <a:pt x="204580" y="74725"/>
                  </a:lnTo>
                  <a:lnTo>
                    <a:pt x="205913" y="74911"/>
                  </a:lnTo>
                  <a:lnTo>
                    <a:pt x="206976" y="74221"/>
                  </a:lnTo>
                  <a:lnTo>
                    <a:pt x="207706" y="73801"/>
                  </a:lnTo>
                  <a:lnTo>
                    <a:pt x="208157" y="74474"/>
                  </a:lnTo>
                  <a:lnTo>
                    <a:pt x="208573" y="75989"/>
                  </a:lnTo>
                  <a:lnTo>
                    <a:pt x="209267" y="77168"/>
                  </a:lnTo>
                  <a:lnTo>
                    <a:pt x="210066" y="77504"/>
                  </a:lnTo>
                  <a:lnTo>
                    <a:pt x="211216" y="77582"/>
                  </a:lnTo>
                  <a:lnTo>
                    <a:pt x="213211" y="79867"/>
                  </a:lnTo>
                  <a:lnTo>
                    <a:pt x="215088" y="82191"/>
                  </a:lnTo>
                  <a:lnTo>
                    <a:pt x="216262" y="82320"/>
                  </a:lnTo>
                  <a:lnTo>
                    <a:pt x="217257" y="81637"/>
                  </a:lnTo>
                  <a:lnTo>
                    <a:pt x="218136" y="81461"/>
                  </a:lnTo>
                  <a:lnTo>
                    <a:pt x="218746" y="82049"/>
                  </a:lnTo>
                  <a:lnTo>
                    <a:pt x="218919" y="83059"/>
                  </a:lnTo>
                  <a:lnTo>
                    <a:pt x="218467" y="84406"/>
                  </a:lnTo>
                  <a:lnTo>
                    <a:pt x="218467" y="86342"/>
                  </a:lnTo>
                  <a:lnTo>
                    <a:pt x="219300" y="88195"/>
                  </a:lnTo>
                  <a:lnTo>
                    <a:pt x="219327" y="90016"/>
                  </a:lnTo>
                  <a:lnTo>
                    <a:pt x="219088" y="91661"/>
                  </a:lnTo>
                  <a:lnTo>
                    <a:pt x="218616" y="93176"/>
                  </a:lnTo>
                  <a:lnTo>
                    <a:pt x="217475" y="95258"/>
                  </a:lnTo>
                  <a:lnTo>
                    <a:pt x="216419" y="97201"/>
                  </a:lnTo>
                  <a:lnTo>
                    <a:pt x="214831" y="98013"/>
                  </a:lnTo>
                  <a:lnTo>
                    <a:pt x="213942" y="98860"/>
                  </a:lnTo>
                  <a:lnTo>
                    <a:pt x="214176" y="100289"/>
                  </a:lnTo>
                  <a:lnTo>
                    <a:pt x="214756" y="101622"/>
                  </a:lnTo>
                  <a:lnTo>
                    <a:pt x="216102" y="102700"/>
                  </a:lnTo>
                  <a:lnTo>
                    <a:pt x="217631" y="103485"/>
                  </a:lnTo>
                  <a:lnTo>
                    <a:pt x="217807" y="104352"/>
                  </a:lnTo>
                  <a:lnTo>
                    <a:pt x="217573" y="104786"/>
                  </a:lnTo>
                  <a:lnTo>
                    <a:pt x="216594" y="105189"/>
                  </a:lnTo>
                  <a:lnTo>
                    <a:pt x="215238" y="104776"/>
                  </a:lnTo>
                  <a:lnTo>
                    <a:pt x="214787" y="105534"/>
                  </a:lnTo>
                  <a:lnTo>
                    <a:pt x="214162" y="106796"/>
                  </a:lnTo>
                  <a:lnTo>
                    <a:pt x="213746" y="109068"/>
                  </a:lnTo>
                  <a:lnTo>
                    <a:pt x="213433" y="111173"/>
                  </a:lnTo>
                  <a:lnTo>
                    <a:pt x="214904" y="111745"/>
                  </a:lnTo>
                  <a:lnTo>
                    <a:pt x="215760" y="112605"/>
                  </a:lnTo>
                  <a:lnTo>
                    <a:pt x="216026" y="114335"/>
                  </a:lnTo>
                  <a:lnTo>
                    <a:pt x="216332" y="116259"/>
                  </a:lnTo>
                  <a:lnTo>
                    <a:pt x="216420" y="117992"/>
                  </a:lnTo>
                  <a:lnTo>
                    <a:pt x="215933" y="118835"/>
                  </a:lnTo>
                  <a:lnTo>
                    <a:pt x="215904" y="119696"/>
                  </a:lnTo>
                  <a:lnTo>
                    <a:pt x="216133" y="120120"/>
                  </a:lnTo>
                  <a:lnTo>
                    <a:pt x="216765" y="120312"/>
                  </a:lnTo>
                  <a:lnTo>
                    <a:pt x="217250" y="120698"/>
                  </a:lnTo>
                  <a:lnTo>
                    <a:pt x="217288" y="121612"/>
                  </a:lnTo>
                  <a:lnTo>
                    <a:pt x="216362" y="123668"/>
                  </a:lnTo>
                  <a:lnTo>
                    <a:pt x="215495" y="127600"/>
                  </a:lnTo>
                  <a:lnTo>
                    <a:pt x="215030" y="129694"/>
                  </a:lnTo>
                  <a:lnTo>
                    <a:pt x="215066" y="131966"/>
                  </a:lnTo>
                  <a:lnTo>
                    <a:pt x="214544" y="133229"/>
                  </a:lnTo>
                  <a:lnTo>
                    <a:pt x="213601" y="133335"/>
                  </a:lnTo>
                  <a:lnTo>
                    <a:pt x="210341" y="133556"/>
                  </a:lnTo>
                  <a:lnTo>
                    <a:pt x="207507" y="133448"/>
                  </a:lnTo>
                  <a:lnTo>
                    <a:pt x="206280" y="133120"/>
                  </a:lnTo>
                  <a:lnTo>
                    <a:pt x="204360" y="132924"/>
                  </a:lnTo>
                  <a:lnTo>
                    <a:pt x="203409" y="133459"/>
                  </a:lnTo>
                  <a:lnTo>
                    <a:pt x="202150" y="137091"/>
                  </a:lnTo>
                  <a:lnTo>
                    <a:pt x="201196" y="138515"/>
                  </a:lnTo>
                  <a:lnTo>
                    <a:pt x="199615" y="139801"/>
                  </a:lnTo>
                  <a:lnTo>
                    <a:pt x="197883" y="140169"/>
                  </a:lnTo>
                  <a:lnTo>
                    <a:pt x="196891" y="141669"/>
                  </a:lnTo>
                  <a:lnTo>
                    <a:pt x="196542" y="144022"/>
                  </a:lnTo>
                  <a:lnTo>
                    <a:pt x="196515" y="146109"/>
                  </a:lnTo>
                  <a:lnTo>
                    <a:pt x="196353" y="147150"/>
                  </a:lnTo>
                  <a:lnTo>
                    <a:pt x="195977" y="148064"/>
                  </a:lnTo>
                  <a:lnTo>
                    <a:pt x="195842" y="148713"/>
                  </a:lnTo>
                  <a:lnTo>
                    <a:pt x="195923" y="149430"/>
                  </a:lnTo>
                  <a:lnTo>
                    <a:pt x="196326" y="149691"/>
                  </a:lnTo>
                  <a:lnTo>
                    <a:pt x="196810" y="150017"/>
                  </a:lnTo>
                  <a:lnTo>
                    <a:pt x="196810" y="150538"/>
                  </a:lnTo>
                  <a:lnTo>
                    <a:pt x="196622" y="151190"/>
                  </a:lnTo>
                  <a:lnTo>
                    <a:pt x="196084" y="151906"/>
                  </a:lnTo>
                  <a:lnTo>
                    <a:pt x="195842" y="153014"/>
                  </a:lnTo>
                  <a:lnTo>
                    <a:pt x="195897" y="154185"/>
                  </a:lnTo>
                  <a:close/>
                </a:path>
              </a:pathLst>
            </a:custGeom>
            <a:solidFill>
              <a:srgbClr val="F8FBF7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6" name="pg1445"/>
            <p:cNvSpPr/>
            <p:nvPr/>
          </p:nvSpPr>
          <p:spPr>
            <a:xfrm>
              <a:off x="2621528" y="4523528"/>
              <a:ext cx="64745" cy="142773"/>
            </a:xfrm>
            <a:custGeom>
              <a:avLst/>
              <a:pathLst>
                <a:path w="64745" h="142773">
                  <a:moveTo>
                    <a:pt x="61759" y="107591"/>
                  </a:moveTo>
                  <a:lnTo>
                    <a:pt x="61162" y="108685"/>
                  </a:lnTo>
                  <a:lnTo>
                    <a:pt x="60517" y="110757"/>
                  </a:lnTo>
                  <a:lnTo>
                    <a:pt x="59761" y="115726"/>
                  </a:lnTo>
                  <a:lnTo>
                    <a:pt x="57221" y="122582"/>
                  </a:lnTo>
                  <a:lnTo>
                    <a:pt x="56705" y="126449"/>
                  </a:lnTo>
                  <a:lnTo>
                    <a:pt x="53963" y="130486"/>
                  </a:lnTo>
                  <a:lnTo>
                    <a:pt x="52034" y="135028"/>
                  </a:lnTo>
                  <a:lnTo>
                    <a:pt x="50772" y="134915"/>
                  </a:lnTo>
                  <a:lnTo>
                    <a:pt x="49636" y="136860"/>
                  </a:lnTo>
                  <a:lnTo>
                    <a:pt x="43092" y="142773"/>
                  </a:lnTo>
                  <a:lnTo>
                    <a:pt x="40742" y="141659"/>
                  </a:lnTo>
                  <a:lnTo>
                    <a:pt x="39002" y="141679"/>
                  </a:lnTo>
                  <a:lnTo>
                    <a:pt x="37384" y="139073"/>
                  </a:lnTo>
                  <a:lnTo>
                    <a:pt x="33697" y="138130"/>
                  </a:lnTo>
                  <a:lnTo>
                    <a:pt x="31384" y="139171"/>
                  </a:lnTo>
                  <a:lnTo>
                    <a:pt x="28276" y="142037"/>
                  </a:lnTo>
                  <a:lnTo>
                    <a:pt x="27342" y="141994"/>
                  </a:lnTo>
                  <a:lnTo>
                    <a:pt x="26667" y="141841"/>
                  </a:lnTo>
                  <a:lnTo>
                    <a:pt x="24987" y="140652"/>
                  </a:lnTo>
                  <a:lnTo>
                    <a:pt x="24070" y="138121"/>
                  </a:lnTo>
                  <a:lnTo>
                    <a:pt x="19291" y="135204"/>
                  </a:lnTo>
                  <a:lnTo>
                    <a:pt x="15446" y="128575"/>
                  </a:lnTo>
                  <a:lnTo>
                    <a:pt x="10903" y="128448"/>
                  </a:lnTo>
                  <a:lnTo>
                    <a:pt x="7422" y="129314"/>
                  </a:lnTo>
                  <a:lnTo>
                    <a:pt x="6884" y="128437"/>
                  </a:lnTo>
                  <a:lnTo>
                    <a:pt x="6532" y="126737"/>
                  </a:lnTo>
                  <a:lnTo>
                    <a:pt x="5812" y="124279"/>
                  </a:lnTo>
                  <a:lnTo>
                    <a:pt x="2816" y="118432"/>
                  </a:lnTo>
                  <a:lnTo>
                    <a:pt x="462" y="112621"/>
                  </a:lnTo>
                  <a:lnTo>
                    <a:pt x="0" y="106910"/>
                  </a:lnTo>
                  <a:lnTo>
                    <a:pt x="326" y="100697"/>
                  </a:lnTo>
                  <a:lnTo>
                    <a:pt x="1033" y="93344"/>
                  </a:lnTo>
                  <a:lnTo>
                    <a:pt x="909" y="91047"/>
                  </a:lnTo>
                  <a:lnTo>
                    <a:pt x="1778" y="89737"/>
                  </a:lnTo>
                  <a:lnTo>
                    <a:pt x="2639" y="89475"/>
                  </a:lnTo>
                  <a:lnTo>
                    <a:pt x="3468" y="87570"/>
                  </a:lnTo>
                  <a:lnTo>
                    <a:pt x="4210" y="84696"/>
                  </a:lnTo>
                  <a:lnTo>
                    <a:pt x="4336" y="82517"/>
                  </a:lnTo>
                  <a:lnTo>
                    <a:pt x="3760" y="78486"/>
                  </a:lnTo>
                  <a:lnTo>
                    <a:pt x="3362" y="72851"/>
                  </a:lnTo>
                  <a:lnTo>
                    <a:pt x="2887" y="70049"/>
                  </a:lnTo>
                  <a:lnTo>
                    <a:pt x="3840" y="65622"/>
                  </a:lnTo>
                  <a:lnTo>
                    <a:pt x="3880" y="63466"/>
                  </a:lnTo>
                  <a:lnTo>
                    <a:pt x="3331" y="61573"/>
                  </a:lnTo>
                  <a:lnTo>
                    <a:pt x="3182" y="59629"/>
                  </a:lnTo>
                  <a:lnTo>
                    <a:pt x="3434" y="57635"/>
                  </a:lnTo>
                  <a:lnTo>
                    <a:pt x="3384" y="55713"/>
                  </a:lnTo>
                  <a:lnTo>
                    <a:pt x="3036" y="53872"/>
                  </a:lnTo>
                  <a:lnTo>
                    <a:pt x="3298" y="52348"/>
                  </a:lnTo>
                  <a:lnTo>
                    <a:pt x="4171" y="51142"/>
                  </a:lnTo>
                  <a:lnTo>
                    <a:pt x="4823" y="49292"/>
                  </a:lnTo>
                  <a:lnTo>
                    <a:pt x="5254" y="46802"/>
                  </a:lnTo>
                  <a:lnTo>
                    <a:pt x="5475" y="44900"/>
                  </a:lnTo>
                  <a:lnTo>
                    <a:pt x="5486" y="43587"/>
                  </a:lnTo>
                  <a:lnTo>
                    <a:pt x="5221" y="42352"/>
                  </a:lnTo>
                  <a:lnTo>
                    <a:pt x="4683" y="41186"/>
                  </a:lnTo>
                  <a:lnTo>
                    <a:pt x="4932" y="38872"/>
                  </a:lnTo>
                  <a:lnTo>
                    <a:pt x="5969" y="35409"/>
                  </a:lnTo>
                  <a:lnTo>
                    <a:pt x="6639" y="32333"/>
                  </a:lnTo>
                  <a:lnTo>
                    <a:pt x="6943" y="29647"/>
                  </a:lnTo>
                  <a:lnTo>
                    <a:pt x="6923" y="27480"/>
                  </a:lnTo>
                  <a:lnTo>
                    <a:pt x="6579" y="25829"/>
                  </a:lnTo>
                  <a:lnTo>
                    <a:pt x="6724" y="24712"/>
                  </a:lnTo>
                  <a:lnTo>
                    <a:pt x="7361" y="24124"/>
                  </a:lnTo>
                  <a:lnTo>
                    <a:pt x="7647" y="22383"/>
                  </a:lnTo>
                  <a:lnTo>
                    <a:pt x="7550" y="18052"/>
                  </a:lnTo>
                  <a:lnTo>
                    <a:pt x="6893" y="14477"/>
                  </a:lnTo>
                  <a:lnTo>
                    <a:pt x="7396" y="11646"/>
                  </a:lnTo>
                  <a:lnTo>
                    <a:pt x="8841" y="8374"/>
                  </a:lnTo>
                  <a:lnTo>
                    <a:pt x="9594" y="5730"/>
                  </a:lnTo>
                  <a:lnTo>
                    <a:pt x="9656" y="3719"/>
                  </a:lnTo>
                  <a:lnTo>
                    <a:pt x="10106" y="2562"/>
                  </a:lnTo>
                  <a:lnTo>
                    <a:pt x="10795" y="4732"/>
                  </a:lnTo>
                  <a:lnTo>
                    <a:pt x="12848" y="5306"/>
                  </a:lnTo>
                  <a:lnTo>
                    <a:pt x="14913" y="5387"/>
                  </a:lnTo>
                  <a:lnTo>
                    <a:pt x="15248" y="4839"/>
                  </a:lnTo>
                  <a:lnTo>
                    <a:pt x="16058" y="1281"/>
                  </a:lnTo>
                  <a:lnTo>
                    <a:pt x="17128" y="262"/>
                  </a:lnTo>
                  <a:lnTo>
                    <a:pt x="18291" y="0"/>
                  </a:lnTo>
                  <a:lnTo>
                    <a:pt x="19565" y="181"/>
                  </a:lnTo>
                  <a:lnTo>
                    <a:pt x="20918" y="2536"/>
                  </a:lnTo>
                  <a:lnTo>
                    <a:pt x="24751" y="10235"/>
                  </a:lnTo>
                  <a:lnTo>
                    <a:pt x="27567" y="15582"/>
                  </a:lnTo>
                  <a:lnTo>
                    <a:pt x="28423" y="18104"/>
                  </a:lnTo>
                  <a:lnTo>
                    <a:pt x="29167" y="19991"/>
                  </a:lnTo>
                  <a:lnTo>
                    <a:pt x="29726" y="21752"/>
                  </a:lnTo>
                  <a:lnTo>
                    <a:pt x="29489" y="26322"/>
                  </a:lnTo>
                  <a:lnTo>
                    <a:pt x="29524" y="28325"/>
                  </a:lnTo>
                  <a:lnTo>
                    <a:pt x="29657" y="28902"/>
                  </a:lnTo>
                  <a:lnTo>
                    <a:pt x="30299" y="28951"/>
                  </a:lnTo>
                  <a:lnTo>
                    <a:pt x="31253" y="28619"/>
                  </a:lnTo>
                  <a:lnTo>
                    <a:pt x="32056" y="27647"/>
                  </a:lnTo>
                  <a:lnTo>
                    <a:pt x="32683" y="26181"/>
                  </a:lnTo>
                  <a:lnTo>
                    <a:pt x="33297" y="24983"/>
                  </a:lnTo>
                  <a:lnTo>
                    <a:pt x="33793" y="24343"/>
                  </a:lnTo>
                  <a:lnTo>
                    <a:pt x="33973" y="23373"/>
                  </a:lnTo>
                  <a:lnTo>
                    <a:pt x="34258" y="22369"/>
                  </a:lnTo>
                  <a:lnTo>
                    <a:pt x="34552" y="22153"/>
                  </a:lnTo>
                  <a:lnTo>
                    <a:pt x="35109" y="22897"/>
                  </a:lnTo>
                  <a:lnTo>
                    <a:pt x="36422" y="25512"/>
                  </a:lnTo>
                  <a:lnTo>
                    <a:pt x="37440" y="27927"/>
                  </a:lnTo>
                  <a:lnTo>
                    <a:pt x="37690" y="29309"/>
                  </a:lnTo>
                  <a:lnTo>
                    <a:pt x="38083" y="30749"/>
                  </a:lnTo>
                  <a:lnTo>
                    <a:pt x="38501" y="32004"/>
                  </a:lnTo>
                  <a:lnTo>
                    <a:pt x="38797" y="33228"/>
                  </a:lnTo>
                  <a:lnTo>
                    <a:pt x="39786" y="34823"/>
                  </a:lnTo>
                  <a:lnTo>
                    <a:pt x="40790" y="35839"/>
                  </a:lnTo>
                  <a:lnTo>
                    <a:pt x="41462" y="34806"/>
                  </a:lnTo>
                  <a:lnTo>
                    <a:pt x="43168" y="38122"/>
                  </a:lnTo>
                  <a:lnTo>
                    <a:pt x="46926" y="40898"/>
                  </a:lnTo>
                  <a:lnTo>
                    <a:pt x="47618" y="42577"/>
                  </a:lnTo>
                  <a:lnTo>
                    <a:pt x="48266" y="44964"/>
                  </a:lnTo>
                  <a:lnTo>
                    <a:pt x="49580" y="48576"/>
                  </a:lnTo>
                  <a:lnTo>
                    <a:pt x="51400" y="51832"/>
                  </a:lnTo>
                  <a:lnTo>
                    <a:pt x="52864" y="53202"/>
                  </a:lnTo>
                  <a:lnTo>
                    <a:pt x="54269" y="53987"/>
                  </a:lnTo>
                  <a:lnTo>
                    <a:pt x="55056" y="54703"/>
                  </a:lnTo>
                  <a:lnTo>
                    <a:pt x="55593" y="55949"/>
                  </a:lnTo>
                  <a:lnTo>
                    <a:pt x="56451" y="57291"/>
                  </a:lnTo>
                  <a:lnTo>
                    <a:pt x="56992" y="57790"/>
                  </a:lnTo>
                  <a:lnTo>
                    <a:pt x="57176" y="58991"/>
                  </a:lnTo>
                  <a:lnTo>
                    <a:pt x="57731" y="61617"/>
                  </a:lnTo>
                  <a:lnTo>
                    <a:pt x="58310" y="64938"/>
                  </a:lnTo>
                  <a:lnTo>
                    <a:pt x="58942" y="68020"/>
                  </a:lnTo>
                  <a:lnTo>
                    <a:pt x="60311" y="70981"/>
                  </a:lnTo>
                  <a:lnTo>
                    <a:pt x="61854" y="73283"/>
                  </a:lnTo>
                  <a:lnTo>
                    <a:pt x="63457" y="74591"/>
                  </a:lnTo>
                  <a:lnTo>
                    <a:pt x="64358" y="76207"/>
                  </a:lnTo>
                  <a:lnTo>
                    <a:pt x="64745" y="77880"/>
                  </a:lnTo>
                  <a:lnTo>
                    <a:pt x="63666" y="80374"/>
                  </a:lnTo>
                  <a:lnTo>
                    <a:pt x="62496" y="83504"/>
                  </a:lnTo>
                  <a:lnTo>
                    <a:pt x="61459" y="85966"/>
                  </a:lnTo>
                  <a:lnTo>
                    <a:pt x="60391" y="87686"/>
                  </a:lnTo>
                  <a:lnTo>
                    <a:pt x="60037" y="88872"/>
                  </a:lnTo>
                  <a:lnTo>
                    <a:pt x="59800" y="90710"/>
                  </a:lnTo>
                  <a:lnTo>
                    <a:pt x="59811" y="100443"/>
                  </a:lnTo>
                  <a:lnTo>
                    <a:pt x="59723" y="104065"/>
                  </a:lnTo>
                  <a:lnTo>
                    <a:pt x="59800" y="105029"/>
                  </a:lnTo>
                  <a:lnTo>
                    <a:pt x="59952" y="105672"/>
                  </a:lnTo>
                  <a:lnTo>
                    <a:pt x="60626" y="106636"/>
                  </a:lnTo>
                  <a:lnTo>
                    <a:pt x="61430" y="107447"/>
                  </a:lnTo>
                  <a:close/>
                </a:path>
              </a:pathLst>
            </a:custGeom>
            <a:solidFill>
              <a:srgbClr val="A0C99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7" name="pg1446"/>
            <p:cNvSpPr/>
            <p:nvPr/>
          </p:nvSpPr>
          <p:spPr>
            <a:xfrm>
              <a:off x="1431928" y="3034939"/>
              <a:ext cx="15166" cy="38765"/>
            </a:xfrm>
            <a:custGeom>
              <a:avLst/>
              <a:pathLst>
                <a:path w="15166" h="38765">
                  <a:moveTo>
                    <a:pt x="5695" y="37344"/>
                  </a:moveTo>
                  <a:lnTo>
                    <a:pt x="5155" y="38765"/>
                  </a:lnTo>
                  <a:lnTo>
                    <a:pt x="4483" y="38654"/>
                  </a:lnTo>
                  <a:lnTo>
                    <a:pt x="2039" y="35616"/>
                  </a:lnTo>
                  <a:lnTo>
                    <a:pt x="1743" y="33981"/>
                  </a:lnTo>
                  <a:lnTo>
                    <a:pt x="1925" y="26396"/>
                  </a:lnTo>
                  <a:lnTo>
                    <a:pt x="1009" y="20241"/>
                  </a:lnTo>
                  <a:lnTo>
                    <a:pt x="0" y="15539"/>
                  </a:lnTo>
                  <a:lnTo>
                    <a:pt x="734" y="13126"/>
                  </a:lnTo>
                  <a:lnTo>
                    <a:pt x="1703" y="11261"/>
                  </a:lnTo>
                  <a:lnTo>
                    <a:pt x="2783" y="7732"/>
                  </a:lnTo>
                  <a:lnTo>
                    <a:pt x="1899" y="3204"/>
                  </a:lnTo>
                  <a:lnTo>
                    <a:pt x="2125" y="473"/>
                  </a:lnTo>
                  <a:lnTo>
                    <a:pt x="2645" y="0"/>
                  </a:lnTo>
                  <a:lnTo>
                    <a:pt x="5199" y="3321"/>
                  </a:lnTo>
                  <a:lnTo>
                    <a:pt x="10357" y="8316"/>
                  </a:lnTo>
                  <a:lnTo>
                    <a:pt x="11731" y="11825"/>
                  </a:lnTo>
                  <a:lnTo>
                    <a:pt x="11977" y="15591"/>
                  </a:lnTo>
                  <a:lnTo>
                    <a:pt x="12914" y="16070"/>
                  </a:lnTo>
                  <a:lnTo>
                    <a:pt x="13358" y="18651"/>
                  </a:lnTo>
                  <a:lnTo>
                    <a:pt x="14713" y="20910"/>
                  </a:lnTo>
                  <a:lnTo>
                    <a:pt x="15166" y="22202"/>
                  </a:lnTo>
                  <a:lnTo>
                    <a:pt x="14604" y="24281"/>
                  </a:lnTo>
                  <a:lnTo>
                    <a:pt x="12128" y="28267"/>
                  </a:lnTo>
                  <a:lnTo>
                    <a:pt x="9007" y="30012"/>
                  </a:lnTo>
                  <a:lnTo>
                    <a:pt x="6257" y="34476"/>
                  </a:lnTo>
                  <a:close/>
                </a:path>
              </a:pathLst>
            </a:custGeom>
            <a:solidFill>
              <a:srgbClr val="CFE4C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8" name="pg1447"/>
            <p:cNvSpPr/>
            <p:nvPr/>
          </p:nvSpPr>
          <p:spPr>
            <a:xfrm>
              <a:off x="1419717" y="3015608"/>
              <a:ext cx="2939" cy="5482"/>
            </a:xfrm>
            <a:custGeom>
              <a:avLst/>
              <a:pathLst>
                <a:path w="2939" h="5482">
                  <a:moveTo>
                    <a:pt x="2449" y="4650"/>
                  </a:moveTo>
                  <a:lnTo>
                    <a:pt x="1726" y="5482"/>
                  </a:lnTo>
                  <a:lnTo>
                    <a:pt x="940" y="5097"/>
                  </a:lnTo>
                  <a:lnTo>
                    <a:pt x="757" y="3083"/>
                  </a:lnTo>
                  <a:lnTo>
                    <a:pt x="0" y="519"/>
                  </a:lnTo>
                  <a:lnTo>
                    <a:pt x="1325" y="0"/>
                  </a:lnTo>
                  <a:lnTo>
                    <a:pt x="2071" y="744"/>
                  </a:lnTo>
                  <a:lnTo>
                    <a:pt x="2465" y="1543"/>
                  </a:lnTo>
                  <a:lnTo>
                    <a:pt x="2939" y="2921"/>
                  </a:lnTo>
                  <a:close/>
                </a:path>
              </a:pathLst>
            </a:custGeom>
            <a:solidFill>
              <a:srgbClr val="CFE4C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9" name="pg1448"/>
            <p:cNvSpPr/>
            <p:nvPr/>
          </p:nvSpPr>
          <p:spPr>
            <a:xfrm>
              <a:off x="1424017" y="3012526"/>
              <a:ext cx="8627" cy="12869"/>
            </a:xfrm>
            <a:custGeom>
              <a:avLst/>
              <a:pathLst>
                <a:path w="8627" h="12869">
                  <a:moveTo>
                    <a:pt x="2570" y="3006"/>
                  </a:moveTo>
                  <a:lnTo>
                    <a:pt x="2887" y="3533"/>
                  </a:lnTo>
                  <a:lnTo>
                    <a:pt x="4184" y="2744"/>
                  </a:lnTo>
                  <a:lnTo>
                    <a:pt x="5121" y="2454"/>
                  </a:lnTo>
                  <a:lnTo>
                    <a:pt x="6695" y="4397"/>
                  </a:lnTo>
                  <a:lnTo>
                    <a:pt x="7242" y="5732"/>
                  </a:lnTo>
                  <a:lnTo>
                    <a:pt x="8276" y="7157"/>
                  </a:lnTo>
                  <a:lnTo>
                    <a:pt x="8627" y="8190"/>
                  </a:lnTo>
                  <a:lnTo>
                    <a:pt x="8338" y="9441"/>
                  </a:lnTo>
                  <a:lnTo>
                    <a:pt x="7198" y="11510"/>
                  </a:lnTo>
                  <a:lnTo>
                    <a:pt x="5642" y="11988"/>
                  </a:lnTo>
                  <a:lnTo>
                    <a:pt x="4726" y="12869"/>
                  </a:lnTo>
                  <a:lnTo>
                    <a:pt x="3521" y="12680"/>
                  </a:lnTo>
                  <a:lnTo>
                    <a:pt x="3162" y="12305"/>
                  </a:lnTo>
                  <a:lnTo>
                    <a:pt x="3033" y="9694"/>
                  </a:lnTo>
                  <a:lnTo>
                    <a:pt x="2652" y="6888"/>
                  </a:lnTo>
                  <a:lnTo>
                    <a:pt x="1875" y="7219"/>
                  </a:lnTo>
                  <a:lnTo>
                    <a:pt x="1003" y="6279"/>
                  </a:lnTo>
                  <a:lnTo>
                    <a:pt x="98" y="3927"/>
                  </a:lnTo>
                  <a:lnTo>
                    <a:pt x="0" y="2519"/>
                  </a:lnTo>
                  <a:lnTo>
                    <a:pt x="498" y="290"/>
                  </a:lnTo>
                  <a:lnTo>
                    <a:pt x="1369" y="0"/>
                  </a:lnTo>
                  <a:lnTo>
                    <a:pt x="2016" y="1230"/>
                  </a:lnTo>
                  <a:close/>
                </a:path>
              </a:pathLst>
            </a:custGeom>
            <a:solidFill>
              <a:srgbClr val="CFE4C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0" name="pg1449"/>
            <p:cNvSpPr/>
            <p:nvPr/>
          </p:nvSpPr>
          <p:spPr>
            <a:xfrm>
              <a:off x="1416796" y="3006750"/>
              <a:ext cx="7046" cy="5124"/>
            </a:xfrm>
            <a:custGeom>
              <a:avLst/>
              <a:pathLst>
                <a:path w="7046" h="5124">
                  <a:moveTo>
                    <a:pt x="934" y="425"/>
                  </a:moveTo>
                  <a:lnTo>
                    <a:pt x="3510" y="1236"/>
                  </a:lnTo>
                  <a:lnTo>
                    <a:pt x="4119" y="888"/>
                  </a:lnTo>
                  <a:lnTo>
                    <a:pt x="4547" y="1551"/>
                  </a:lnTo>
                  <a:lnTo>
                    <a:pt x="6680" y="1957"/>
                  </a:lnTo>
                  <a:lnTo>
                    <a:pt x="7046" y="2207"/>
                  </a:lnTo>
                  <a:lnTo>
                    <a:pt x="6610" y="3729"/>
                  </a:lnTo>
                  <a:lnTo>
                    <a:pt x="5246" y="5124"/>
                  </a:lnTo>
                  <a:lnTo>
                    <a:pt x="3283" y="3900"/>
                  </a:lnTo>
                  <a:lnTo>
                    <a:pt x="0" y="3462"/>
                  </a:lnTo>
                  <a:lnTo>
                    <a:pt x="132" y="2288"/>
                  </a:lnTo>
                  <a:lnTo>
                    <a:pt x="445" y="1454"/>
                  </a:lnTo>
                  <a:lnTo>
                    <a:pt x="492" y="0"/>
                  </a:lnTo>
                  <a:close/>
                </a:path>
              </a:pathLst>
            </a:custGeom>
            <a:solidFill>
              <a:srgbClr val="CFE4C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1" name="pg1450"/>
            <p:cNvSpPr/>
            <p:nvPr/>
          </p:nvSpPr>
          <p:spPr>
            <a:xfrm>
              <a:off x="1404818" y="2992815"/>
              <a:ext cx="7772" cy="12787"/>
            </a:xfrm>
            <a:custGeom>
              <a:avLst/>
              <a:pathLst>
                <a:path w="7772" h="12787">
                  <a:moveTo>
                    <a:pt x="5774" y="7231"/>
                  </a:moveTo>
                  <a:lnTo>
                    <a:pt x="6192" y="7400"/>
                  </a:lnTo>
                  <a:lnTo>
                    <a:pt x="6730" y="7199"/>
                  </a:lnTo>
                  <a:lnTo>
                    <a:pt x="6917" y="9552"/>
                  </a:lnTo>
                  <a:lnTo>
                    <a:pt x="7543" y="10857"/>
                  </a:lnTo>
                  <a:lnTo>
                    <a:pt x="7772" y="11634"/>
                  </a:lnTo>
                  <a:lnTo>
                    <a:pt x="7096" y="12458"/>
                  </a:lnTo>
                  <a:lnTo>
                    <a:pt x="5781" y="12787"/>
                  </a:lnTo>
                  <a:lnTo>
                    <a:pt x="5165" y="12131"/>
                  </a:lnTo>
                  <a:lnTo>
                    <a:pt x="4526" y="10661"/>
                  </a:lnTo>
                  <a:lnTo>
                    <a:pt x="3835" y="11064"/>
                  </a:lnTo>
                  <a:lnTo>
                    <a:pt x="3715" y="9883"/>
                  </a:lnTo>
                  <a:lnTo>
                    <a:pt x="3591" y="9539"/>
                  </a:lnTo>
                  <a:lnTo>
                    <a:pt x="3118" y="9858"/>
                  </a:lnTo>
                  <a:lnTo>
                    <a:pt x="3560" y="11383"/>
                  </a:lnTo>
                  <a:lnTo>
                    <a:pt x="2364" y="11497"/>
                  </a:lnTo>
                  <a:lnTo>
                    <a:pt x="1984" y="11310"/>
                  </a:lnTo>
                  <a:lnTo>
                    <a:pt x="1649" y="9580"/>
                  </a:lnTo>
                  <a:lnTo>
                    <a:pt x="414" y="6264"/>
                  </a:lnTo>
                  <a:lnTo>
                    <a:pt x="420" y="4973"/>
                  </a:lnTo>
                  <a:lnTo>
                    <a:pt x="0" y="3430"/>
                  </a:lnTo>
                  <a:lnTo>
                    <a:pt x="1828" y="2988"/>
                  </a:lnTo>
                  <a:lnTo>
                    <a:pt x="3080" y="282"/>
                  </a:lnTo>
                  <a:lnTo>
                    <a:pt x="3786" y="0"/>
                  </a:lnTo>
                  <a:lnTo>
                    <a:pt x="5138" y="4373"/>
                  </a:lnTo>
                  <a:lnTo>
                    <a:pt x="5104" y="5598"/>
                  </a:lnTo>
                  <a:lnTo>
                    <a:pt x="5405" y="6794"/>
                  </a:lnTo>
                  <a:close/>
                </a:path>
              </a:pathLst>
            </a:custGeom>
            <a:solidFill>
              <a:srgbClr val="CFE4C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2" name="pg1451"/>
            <p:cNvSpPr/>
            <p:nvPr/>
          </p:nvSpPr>
          <p:spPr>
            <a:xfrm>
              <a:off x="1380805" y="2983541"/>
              <a:ext cx="2373" cy="6452"/>
            </a:xfrm>
            <a:custGeom>
              <a:avLst/>
              <a:pathLst>
                <a:path w="2373" h="6452">
                  <a:moveTo>
                    <a:pt x="773" y="5146"/>
                  </a:moveTo>
                  <a:lnTo>
                    <a:pt x="526" y="6452"/>
                  </a:lnTo>
                  <a:lnTo>
                    <a:pt x="106" y="6251"/>
                  </a:lnTo>
                  <a:lnTo>
                    <a:pt x="0" y="5087"/>
                  </a:lnTo>
                  <a:lnTo>
                    <a:pt x="274" y="3485"/>
                  </a:lnTo>
                  <a:lnTo>
                    <a:pt x="969" y="2103"/>
                  </a:lnTo>
                  <a:lnTo>
                    <a:pt x="1740" y="0"/>
                  </a:lnTo>
                  <a:lnTo>
                    <a:pt x="2373" y="313"/>
                  </a:lnTo>
                  <a:lnTo>
                    <a:pt x="2032" y="1688"/>
                  </a:lnTo>
                  <a:lnTo>
                    <a:pt x="1991" y="3185"/>
                  </a:lnTo>
                  <a:lnTo>
                    <a:pt x="1097" y="4032"/>
                  </a:lnTo>
                  <a:close/>
                </a:path>
              </a:pathLst>
            </a:custGeom>
            <a:solidFill>
              <a:srgbClr val="CFE4C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3" name="pg1452"/>
            <p:cNvSpPr/>
            <p:nvPr/>
          </p:nvSpPr>
          <p:spPr>
            <a:xfrm>
              <a:off x="1386342" y="2977397"/>
              <a:ext cx="5953" cy="10254"/>
            </a:xfrm>
            <a:custGeom>
              <a:avLst/>
              <a:pathLst>
                <a:path w="5953" h="10254">
                  <a:moveTo>
                    <a:pt x="5074" y="8592"/>
                  </a:moveTo>
                  <a:lnTo>
                    <a:pt x="4003" y="10254"/>
                  </a:lnTo>
                  <a:lnTo>
                    <a:pt x="3379" y="9537"/>
                  </a:lnTo>
                  <a:lnTo>
                    <a:pt x="2197" y="9267"/>
                  </a:lnTo>
                  <a:lnTo>
                    <a:pt x="1740" y="8019"/>
                  </a:lnTo>
                  <a:lnTo>
                    <a:pt x="501" y="6893"/>
                  </a:lnTo>
                  <a:lnTo>
                    <a:pt x="0" y="5358"/>
                  </a:lnTo>
                  <a:lnTo>
                    <a:pt x="762" y="2451"/>
                  </a:lnTo>
                  <a:lnTo>
                    <a:pt x="2558" y="0"/>
                  </a:lnTo>
                  <a:lnTo>
                    <a:pt x="5327" y="105"/>
                  </a:lnTo>
                  <a:lnTo>
                    <a:pt x="5902" y="2041"/>
                  </a:lnTo>
                  <a:lnTo>
                    <a:pt x="5953" y="3482"/>
                  </a:lnTo>
                  <a:lnTo>
                    <a:pt x="5593" y="5096"/>
                  </a:lnTo>
                  <a:lnTo>
                    <a:pt x="5428" y="7372"/>
                  </a:lnTo>
                  <a:close/>
                </a:path>
              </a:pathLst>
            </a:custGeom>
            <a:solidFill>
              <a:srgbClr val="CFE4C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4" name="pg1453"/>
            <p:cNvSpPr/>
            <p:nvPr/>
          </p:nvSpPr>
          <p:spPr>
            <a:xfrm>
              <a:off x="2336673" y="2907852"/>
              <a:ext cx="886" cy="1015"/>
            </a:xfrm>
            <a:custGeom>
              <a:avLst/>
              <a:pathLst>
                <a:path w="886" h="1015">
                  <a:moveTo>
                    <a:pt x="336" y="949"/>
                  </a:moveTo>
                  <a:lnTo>
                    <a:pt x="26" y="1015"/>
                  </a:lnTo>
                  <a:lnTo>
                    <a:pt x="0" y="558"/>
                  </a:lnTo>
                  <a:lnTo>
                    <a:pt x="533" y="0"/>
                  </a:lnTo>
                  <a:lnTo>
                    <a:pt x="886" y="37"/>
                  </a:lnTo>
                  <a:lnTo>
                    <a:pt x="873" y="656"/>
                  </a:lnTo>
                  <a:close/>
                </a:path>
              </a:pathLst>
            </a:custGeom>
            <a:solidFill>
              <a:srgbClr val="CFE4C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5" name="pg1454"/>
            <p:cNvSpPr/>
            <p:nvPr/>
          </p:nvSpPr>
          <p:spPr>
            <a:xfrm>
              <a:off x="2338866" y="2904529"/>
              <a:ext cx="1217" cy="2928"/>
            </a:xfrm>
            <a:custGeom>
              <a:avLst/>
              <a:pathLst>
                <a:path w="1217" h="2928">
                  <a:moveTo>
                    <a:pt x="789" y="2637"/>
                  </a:moveTo>
                  <a:lnTo>
                    <a:pt x="0" y="2928"/>
                  </a:lnTo>
                  <a:lnTo>
                    <a:pt x="636" y="1765"/>
                  </a:lnTo>
                  <a:lnTo>
                    <a:pt x="843" y="0"/>
                  </a:lnTo>
                  <a:lnTo>
                    <a:pt x="1217" y="1379"/>
                  </a:lnTo>
                  <a:lnTo>
                    <a:pt x="1209" y="2216"/>
                  </a:lnTo>
                  <a:close/>
                </a:path>
              </a:pathLst>
            </a:custGeom>
            <a:solidFill>
              <a:srgbClr val="CFE4C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6" name="pg1455"/>
            <p:cNvSpPr/>
            <p:nvPr/>
          </p:nvSpPr>
          <p:spPr>
            <a:xfrm>
              <a:off x="2341423" y="2902731"/>
              <a:ext cx="1241" cy="3547"/>
            </a:xfrm>
            <a:custGeom>
              <a:avLst/>
              <a:pathLst>
                <a:path w="1241" h="3547">
                  <a:moveTo>
                    <a:pt x="1058" y="2940"/>
                  </a:moveTo>
                  <a:lnTo>
                    <a:pt x="693" y="3547"/>
                  </a:lnTo>
                  <a:lnTo>
                    <a:pt x="519" y="3360"/>
                  </a:lnTo>
                  <a:lnTo>
                    <a:pt x="519" y="2474"/>
                  </a:lnTo>
                  <a:lnTo>
                    <a:pt x="0" y="513"/>
                  </a:lnTo>
                  <a:lnTo>
                    <a:pt x="19" y="0"/>
                  </a:lnTo>
                  <a:lnTo>
                    <a:pt x="1210" y="1918"/>
                  </a:lnTo>
                  <a:lnTo>
                    <a:pt x="1241" y="2434"/>
                  </a:lnTo>
                  <a:close/>
                </a:path>
              </a:pathLst>
            </a:custGeom>
            <a:solidFill>
              <a:srgbClr val="CFE4C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7" name="pg1456"/>
            <p:cNvSpPr/>
            <p:nvPr/>
          </p:nvSpPr>
          <p:spPr>
            <a:xfrm>
              <a:off x="2344888" y="2902451"/>
              <a:ext cx="2521" cy="1960"/>
            </a:xfrm>
            <a:custGeom>
              <a:avLst/>
              <a:pathLst>
                <a:path w="2521" h="1960">
                  <a:moveTo>
                    <a:pt x="1135" y="1261"/>
                  </a:moveTo>
                  <a:lnTo>
                    <a:pt x="577" y="1960"/>
                  </a:lnTo>
                  <a:lnTo>
                    <a:pt x="0" y="1447"/>
                  </a:lnTo>
                  <a:lnTo>
                    <a:pt x="634" y="747"/>
                  </a:lnTo>
                  <a:lnTo>
                    <a:pt x="2521" y="0"/>
                  </a:lnTo>
                  <a:lnTo>
                    <a:pt x="1809" y="933"/>
                  </a:lnTo>
                  <a:close/>
                </a:path>
              </a:pathLst>
            </a:custGeom>
            <a:solidFill>
              <a:srgbClr val="CFE4C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8" name="pg1457"/>
            <p:cNvSpPr/>
            <p:nvPr/>
          </p:nvSpPr>
          <p:spPr>
            <a:xfrm>
              <a:off x="2348410" y="2899886"/>
              <a:ext cx="769" cy="1259"/>
            </a:xfrm>
            <a:custGeom>
              <a:avLst/>
              <a:pathLst>
                <a:path w="769" h="1259">
                  <a:moveTo>
                    <a:pt x="230" y="1259"/>
                  </a:moveTo>
                  <a:lnTo>
                    <a:pt x="0" y="1259"/>
                  </a:lnTo>
                  <a:lnTo>
                    <a:pt x="115" y="839"/>
                  </a:lnTo>
                  <a:lnTo>
                    <a:pt x="596" y="0"/>
                  </a:lnTo>
                  <a:lnTo>
                    <a:pt x="769" y="326"/>
                  </a:lnTo>
                  <a:lnTo>
                    <a:pt x="750" y="745"/>
                  </a:lnTo>
                  <a:close/>
                </a:path>
              </a:pathLst>
            </a:custGeom>
            <a:solidFill>
              <a:srgbClr val="CFE4C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9" name="pg1458"/>
            <p:cNvSpPr/>
            <p:nvPr/>
          </p:nvSpPr>
          <p:spPr>
            <a:xfrm>
              <a:off x="2350643" y="2897084"/>
              <a:ext cx="615" cy="1261"/>
            </a:xfrm>
            <a:custGeom>
              <a:avLst/>
              <a:pathLst>
                <a:path w="615" h="1261">
                  <a:moveTo>
                    <a:pt x="327" y="1121"/>
                  </a:moveTo>
                  <a:lnTo>
                    <a:pt x="0" y="1261"/>
                  </a:lnTo>
                  <a:lnTo>
                    <a:pt x="480" y="0"/>
                  </a:lnTo>
                  <a:lnTo>
                    <a:pt x="615" y="93"/>
                  </a:lnTo>
                  <a:close/>
                </a:path>
              </a:pathLst>
            </a:custGeom>
            <a:solidFill>
              <a:srgbClr val="CFE4C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0" name="pg1459"/>
            <p:cNvSpPr/>
            <p:nvPr/>
          </p:nvSpPr>
          <p:spPr>
            <a:xfrm>
              <a:off x="2351674" y="2885072"/>
              <a:ext cx="3942" cy="11623"/>
            </a:xfrm>
            <a:custGeom>
              <a:avLst/>
              <a:pathLst>
                <a:path w="3942" h="11623">
                  <a:moveTo>
                    <a:pt x="2421" y="6067"/>
                  </a:moveTo>
                  <a:lnTo>
                    <a:pt x="0" y="11623"/>
                  </a:lnTo>
                  <a:lnTo>
                    <a:pt x="268" y="10232"/>
                  </a:lnTo>
                  <a:lnTo>
                    <a:pt x="1212" y="7258"/>
                  </a:lnTo>
                  <a:lnTo>
                    <a:pt x="1518" y="5859"/>
                  </a:lnTo>
                  <a:lnTo>
                    <a:pt x="2155" y="4971"/>
                  </a:lnTo>
                  <a:lnTo>
                    <a:pt x="2749" y="3367"/>
                  </a:lnTo>
                  <a:lnTo>
                    <a:pt x="2794" y="1496"/>
                  </a:lnTo>
                  <a:lnTo>
                    <a:pt x="3657" y="187"/>
                  </a:lnTo>
                  <a:lnTo>
                    <a:pt x="3942" y="0"/>
                  </a:lnTo>
                  <a:close/>
                </a:path>
              </a:pathLst>
            </a:custGeom>
            <a:solidFill>
              <a:srgbClr val="CFE4C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1" name="pg1460"/>
            <p:cNvSpPr/>
            <p:nvPr/>
          </p:nvSpPr>
          <p:spPr>
            <a:xfrm>
              <a:off x="2331921" y="2849600"/>
              <a:ext cx="2000" cy="3560"/>
            </a:xfrm>
            <a:custGeom>
              <a:avLst/>
              <a:pathLst>
                <a:path w="2000" h="3560">
                  <a:moveTo>
                    <a:pt x="2000" y="2790"/>
                  </a:moveTo>
                  <a:lnTo>
                    <a:pt x="1566" y="3560"/>
                  </a:lnTo>
                  <a:lnTo>
                    <a:pt x="687" y="2995"/>
                  </a:lnTo>
                  <a:lnTo>
                    <a:pt x="207" y="1982"/>
                  </a:lnTo>
                  <a:lnTo>
                    <a:pt x="0" y="0"/>
                  </a:lnTo>
                  <a:lnTo>
                    <a:pt x="765" y="2099"/>
                  </a:lnTo>
                  <a:lnTo>
                    <a:pt x="1039" y="2574"/>
                  </a:lnTo>
                  <a:close/>
                </a:path>
              </a:pathLst>
            </a:custGeom>
            <a:solidFill>
              <a:srgbClr val="CFE4C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2" name="pg1461"/>
            <p:cNvSpPr/>
            <p:nvPr/>
          </p:nvSpPr>
          <p:spPr>
            <a:xfrm>
              <a:off x="2332314" y="2845089"/>
              <a:ext cx="1040" cy="6120"/>
            </a:xfrm>
            <a:custGeom>
              <a:avLst/>
              <a:pathLst>
                <a:path w="1040" h="6120">
                  <a:moveTo>
                    <a:pt x="1040" y="4384"/>
                  </a:moveTo>
                  <a:lnTo>
                    <a:pt x="1022" y="6120"/>
                  </a:lnTo>
                  <a:lnTo>
                    <a:pt x="408" y="3213"/>
                  </a:lnTo>
                  <a:lnTo>
                    <a:pt x="0" y="0"/>
                  </a:lnTo>
                  <a:lnTo>
                    <a:pt x="585" y="1040"/>
                  </a:lnTo>
                  <a:close/>
                </a:path>
              </a:pathLst>
            </a:custGeom>
            <a:solidFill>
              <a:srgbClr val="CFE4C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3" name="pg1462"/>
            <p:cNvSpPr/>
            <p:nvPr/>
          </p:nvSpPr>
          <p:spPr>
            <a:xfrm>
              <a:off x="2146604" y="2830440"/>
              <a:ext cx="2881" cy="32017"/>
            </a:xfrm>
            <a:custGeom>
              <a:avLst/>
              <a:pathLst>
                <a:path w="2881" h="32017">
                  <a:moveTo>
                    <a:pt x="2881" y="30645"/>
                  </a:moveTo>
                  <a:lnTo>
                    <a:pt x="2713" y="32017"/>
                  </a:lnTo>
                  <a:lnTo>
                    <a:pt x="1704" y="25610"/>
                  </a:lnTo>
                  <a:lnTo>
                    <a:pt x="61" y="11109"/>
                  </a:lnTo>
                  <a:lnTo>
                    <a:pt x="0" y="2845"/>
                  </a:lnTo>
                  <a:lnTo>
                    <a:pt x="258" y="0"/>
                  </a:lnTo>
                  <a:lnTo>
                    <a:pt x="682" y="11672"/>
                  </a:lnTo>
                  <a:lnTo>
                    <a:pt x="2497" y="26496"/>
                  </a:lnTo>
                  <a:close/>
                </a:path>
              </a:pathLst>
            </a:custGeom>
            <a:solidFill>
              <a:srgbClr val="CFE4C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4" name="pg1463"/>
            <p:cNvSpPr/>
            <p:nvPr/>
          </p:nvSpPr>
          <p:spPr>
            <a:xfrm>
              <a:off x="2146877" y="2811956"/>
              <a:ext cx="3951" cy="17123"/>
            </a:xfrm>
            <a:custGeom>
              <a:avLst/>
              <a:pathLst>
                <a:path w="3951" h="17123">
                  <a:moveTo>
                    <a:pt x="380" y="15423"/>
                  </a:moveTo>
                  <a:lnTo>
                    <a:pt x="0" y="17123"/>
                  </a:lnTo>
                  <a:lnTo>
                    <a:pt x="104" y="14589"/>
                  </a:lnTo>
                  <a:lnTo>
                    <a:pt x="1094" y="8832"/>
                  </a:lnTo>
                  <a:lnTo>
                    <a:pt x="3105" y="1266"/>
                  </a:lnTo>
                  <a:lnTo>
                    <a:pt x="3951" y="0"/>
                  </a:lnTo>
                  <a:lnTo>
                    <a:pt x="1632" y="8297"/>
                  </a:lnTo>
                  <a:close/>
                </a:path>
              </a:pathLst>
            </a:custGeom>
            <a:solidFill>
              <a:srgbClr val="CFE4C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5" name="pg1464"/>
            <p:cNvSpPr/>
            <p:nvPr/>
          </p:nvSpPr>
          <p:spPr>
            <a:xfrm>
              <a:off x="2353425" y="2811113"/>
              <a:ext cx="3246" cy="19081"/>
            </a:xfrm>
            <a:custGeom>
              <a:avLst/>
              <a:pathLst>
                <a:path w="3246" h="19081">
                  <a:moveTo>
                    <a:pt x="3048" y="16905"/>
                  </a:moveTo>
                  <a:lnTo>
                    <a:pt x="3246" y="19081"/>
                  </a:lnTo>
                  <a:lnTo>
                    <a:pt x="2126" y="14034"/>
                  </a:lnTo>
                  <a:lnTo>
                    <a:pt x="741" y="6120"/>
                  </a:lnTo>
                  <a:lnTo>
                    <a:pt x="0" y="0"/>
                  </a:lnTo>
                  <a:lnTo>
                    <a:pt x="501" y="1654"/>
                  </a:lnTo>
                  <a:lnTo>
                    <a:pt x="992" y="5080"/>
                  </a:lnTo>
                  <a:close/>
                </a:path>
              </a:pathLst>
            </a:custGeom>
            <a:solidFill>
              <a:srgbClr val="CFE4C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6" name="pg1465"/>
            <p:cNvSpPr/>
            <p:nvPr/>
          </p:nvSpPr>
          <p:spPr>
            <a:xfrm>
              <a:off x="2151128" y="2802769"/>
              <a:ext cx="2392" cy="6906"/>
            </a:xfrm>
            <a:custGeom>
              <a:avLst/>
              <a:pathLst>
                <a:path w="2392" h="6906">
                  <a:moveTo>
                    <a:pt x="264" y="6834"/>
                  </a:moveTo>
                  <a:lnTo>
                    <a:pt x="0" y="6906"/>
                  </a:lnTo>
                  <a:lnTo>
                    <a:pt x="589" y="4487"/>
                  </a:lnTo>
                  <a:lnTo>
                    <a:pt x="699" y="3517"/>
                  </a:lnTo>
                  <a:lnTo>
                    <a:pt x="1666" y="455"/>
                  </a:lnTo>
                  <a:lnTo>
                    <a:pt x="2176" y="0"/>
                  </a:lnTo>
                  <a:lnTo>
                    <a:pt x="2392" y="1302"/>
                  </a:lnTo>
                  <a:lnTo>
                    <a:pt x="1397" y="3454"/>
                  </a:lnTo>
                  <a:close/>
                </a:path>
              </a:pathLst>
            </a:custGeom>
            <a:solidFill>
              <a:srgbClr val="CFE4C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7" name="pg1466"/>
            <p:cNvSpPr/>
            <p:nvPr/>
          </p:nvSpPr>
          <p:spPr>
            <a:xfrm>
              <a:off x="2153990" y="2795421"/>
              <a:ext cx="4845" cy="6889"/>
            </a:xfrm>
            <a:custGeom>
              <a:avLst/>
              <a:pathLst>
                <a:path w="4845" h="6889">
                  <a:moveTo>
                    <a:pt x="447" y="6766"/>
                  </a:moveTo>
                  <a:lnTo>
                    <a:pt x="0" y="6889"/>
                  </a:lnTo>
                  <a:lnTo>
                    <a:pt x="554" y="5293"/>
                  </a:lnTo>
                  <a:lnTo>
                    <a:pt x="1456" y="4488"/>
                  </a:lnTo>
                  <a:lnTo>
                    <a:pt x="3434" y="1422"/>
                  </a:lnTo>
                  <a:lnTo>
                    <a:pt x="4241" y="1211"/>
                  </a:lnTo>
                  <a:lnTo>
                    <a:pt x="4661" y="155"/>
                  </a:lnTo>
                  <a:lnTo>
                    <a:pt x="4845" y="0"/>
                  </a:lnTo>
                  <a:lnTo>
                    <a:pt x="4726" y="1294"/>
                  </a:lnTo>
                  <a:lnTo>
                    <a:pt x="3134" y="3132"/>
                  </a:lnTo>
                  <a:close/>
                </a:path>
              </a:pathLst>
            </a:custGeom>
            <a:solidFill>
              <a:srgbClr val="CFE4C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8" name="pg1467"/>
            <p:cNvSpPr/>
            <p:nvPr/>
          </p:nvSpPr>
          <p:spPr>
            <a:xfrm>
              <a:off x="2174849" y="2767062"/>
              <a:ext cx="3924" cy="6056"/>
            </a:xfrm>
            <a:custGeom>
              <a:avLst/>
              <a:pathLst>
                <a:path w="3924" h="6056">
                  <a:moveTo>
                    <a:pt x="608" y="5774"/>
                  </a:moveTo>
                  <a:lnTo>
                    <a:pt x="0" y="6056"/>
                  </a:lnTo>
                  <a:lnTo>
                    <a:pt x="2656" y="1512"/>
                  </a:lnTo>
                  <a:lnTo>
                    <a:pt x="3213" y="0"/>
                  </a:lnTo>
                  <a:lnTo>
                    <a:pt x="3924" y="66"/>
                  </a:lnTo>
                  <a:lnTo>
                    <a:pt x="2738" y="2612"/>
                  </a:lnTo>
                  <a:close/>
                </a:path>
              </a:pathLst>
            </a:custGeom>
            <a:solidFill>
              <a:srgbClr val="CFE4C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9" name="pg1468"/>
            <p:cNvSpPr/>
            <p:nvPr/>
          </p:nvSpPr>
          <p:spPr>
            <a:xfrm>
              <a:off x="2212422" y="2758120"/>
              <a:ext cx="3075" cy="4653"/>
            </a:xfrm>
            <a:custGeom>
              <a:avLst/>
              <a:pathLst>
                <a:path w="3075" h="4653">
                  <a:moveTo>
                    <a:pt x="2595" y="4231"/>
                  </a:moveTo>
                  <a:lnTo>
                    <a:pt x="2142" y="4653"/>
                  </a:lnTo>
                  <a:lnTo>
                    <a:pt x="126" y="2093"/>
                  </a:lnTo>
                  <a:lnTo>
                    <a:pt x="0" y="994"/>
                  </a:lnTo>
                  <a:lnTo>
                    <a:pt x="994" y="0"/>
                  </a:lnTo>
                  <a:lnTo>
                    <a:pt x="1601" y="88"/>
                  </a:lnTo>
                  <a:lnTo>
                    <a:pt x="2561" y="1388"/>
                  </a:lnTo>
                  <a:lnTo>
                    <a:pt x="2912" y="1750"/>
                  </a:lnTo>
                  <a:lnTo>
                    <a:pt x="3075" y="2276"/>
                  </a:lnTo>
                  <a:lnTo>
                    <a:pt x="2982" y="3100"/>
                  </a:lnTo>
                  <a:close/>
                </a:path>
              </a:pathLst>
            </a:custGeom>
            <a:solidFill>
              <a:srgbClr val="CFE4C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0" name="pg1469"/>
            <p:cNvSpPr/>
            <p:nvPr/>
          </p:nvSpPr>
          <p:spPr>
            <a:xfrm>
              <a:off x="2296390" y="2755505"/>
              <a:ext cx="4626" cy="3716"/>
            </a:xfrm>
            <a:custGeom>
              <a:avLst/>
              <a:pathLst>
                <a:path w="4626" h="3716">
                  <a:moveTo>
                    <a:pt x="2545" y="2653"/>
                  </a:moveTo>
                  <a:lnTo>
                    <a:pt x="1322" y="3716"/>
                  </a:lnTo>
                  <a:lnTo>
                    <a:pt x="0" y="2943"/>
                  </a:lnTo>
                  <a:lnTo>
                    <a:pt x="821" y="2796"/>
                  </a:lnTo>
                  <a:lnTo>
                    <a:pt x="1416" y="3109"/>
                  </a:lnTo>
                  <a:lnTo>
                    <a:pt x="2921" y="1588"/>
                  </a:lnTo>
                  <a:lnTo>
                    <a:pt x="3711" y="437"/>
                  </a:lnTo>
                  <a:lnTo>
                    <a:pt x="4626" y="0"/>
                  </a:lnTo>
                  <a:close/>
                </a:path>
              </a:pathLst>
            </a:custGeom>
            <a:solidFill>
              <a:srgbClr val="CFE4C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1" name="pg1470"/>
            <p:cNvSpPr/>
            <p:nvPr/>
          </p:nvSpPr>
          <p:spPr>
            <a:xfrm>
              <a:off x="2249752" y="2754898"/>
              <a:ext cx="864" cy="2739"/>
            </a:xfrm>
            <a:custGeom>
              <a:avLst/>
              <a:pathLst>
                <a:path w="864" h="2739">
                  <a:moveTo>
                    <a:pt x="661" y="1193"/>
                  </a:moveTo>
                  <a:lnTo>
                    <a:pt x="0" y="2739"/>
                  </a:lnTo>
                  <a:lnTo>
                    <a:pt x="30" y="2149"/>
                  </a:lnTo>
                  <a:lnTo>
                    <a:pt x="517" y="601"/>
                  </a:lnTo>
                  <a:lnTo>
                    <a:pt x="864" y="0"/>
                  </a:lnTo>
                  <a:close/>
                </a:path>
              </a:pathLst>
            </a:custGeom>
            <a:solidFill>
              <a:srgbClr val="CFE4C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2" name="pg1471"/>
            <p:cNvSpPr/>
            <p:nvPr/>
          </p:nvSpPr>
          <p:spPr>
            <a:xfrm>
              <a:off x="2250687" y="2745922"/>
              <a:ext cx="661" cy="8299"/>
            </a:xfrm>
            <a:custGeom>
              <a:avLst/>
              <a:pathLst>
                <a:path w="661" h="8299">
                  <a:moveTo>
                    <a:pt x="480" y="7358"/>
                  </a:moveTo>
                  <a:lnTo>
                    <a:pt x="136" y="8299"/>
                  </a:lnTo>
                  <a:lnTo>
                    <a:pt x="474" y="3793"/>
                  </a:lnTo>
                  <a:lnTo>
                    <a:pt x="0" y="0"/>
                  </a:lnTo>
                  <a:lnTo>
                    <a:pt x="499" y="1665"/>
                  </a:lnTo>
                  <a:lnTo>
                    <a:pt x="661" y="3646"/>
                  </a:lnTo>
                  <a:close/>
                </a:path>
              </a:pathLst>
            </a:custGeom>
            <a:solidFill>
              <a:srgbClr val="CFE4C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3" name="pg1472"/>
            <p:cNvSpPr/>
            <p:nvPr/>
          </p:nvSpPr>
          <p:spPr>
            <a:xfrm>
              <a:off x="2244897" y="2742615"/>
              <a:ext cx="1917" cy="3872"/>
            </a:xfrm>
            <a:custGeom>
              <a:avLst/>
              <a:pathLst>
                <a:path w="1917" h="3872">
                  <a:moveTo>
                    <a:pt x="1438" y="2499"/>
                  </a:moveTo>
                  <a:lnTo>
                    <a:pt x="1481" y="3872"/>
                  </a:lnTo>
                  <a:lnTo>
                    <a:pt x="884" y="3188"/>
                  </a:lnTo>
                  <a:lnTo>
                    <a:pt x="0" y="3126"/>
                  </a:lnTo>
                  <a:lnTo>
                    <a:pt x="389" y="2657"/>
                  </a:lnTo>
                  <a:lnTo>
                    <a:pt x="662" y="2200"/>
                  </a:lnTo>
                  <a:lnTo>
                    <a:pt x="798" y="1708"/>
                  </a:lnTo>
                  <a:lnTo>
                    <a:pt x="1917" y="0"/>
                  </a:lnTo>
                  <a:lnTo>
                    <a:pt x="1600" y="1253"/>
                  </a:lnTo>
                  <a:close/>
                </a:path>
              </a:pathLst>
            </a:custGeom>
            <a:solidFill>
              <a:srgbClr val="CFE4C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4" name="pg1473"/>
            <p:cNvSpPr/>
            <p:nvPr/>
          </p:nvSpPr>
          <p:spPr>
            <a:xfrm>
              <a:off x="2252442" y="2739790"/>
              <a:ext cx="2007" cy="1757"/>
            </a:xfrm>
            <a:custGeom>
              <a:avLst/>
              <a:pathLst>
                <a:path w="2007" h="1757">
                  <a:moveTo>
                    <a:pt x="2007" y="1428"/>
                  </a:moveTo>
                  <a:lnTo>
                    <a:pt x="1854" y="1757"/>
                  </a:lnTo>
                  <a:lnTo>
                    <a:pt x="775" y="1142"/>
                  </a:lnTo>
                  <a:lnTo>
                    <a:pt x="119" y="571"/>
                  </a:lnTo>
                  <a:lnTo>
                    <a:pt x="0" y="0"/>
                  </a:lnTo>
                  <a:lnTo>
                    <a:pt x="1814" y="1037"/>
                  </a:lnTo>
                  <a:close/>
                </a:path>
              </a:pathLst>
            </a:custGeom>
            <a:solidFill>
              <a:srgbClr val="CFE4C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5" name="pg1474"/>
            <p:cNvSpPr/>
            <p:nvPr/>
          </p:nvSpPr>
          <p:spPr>
            <a:xfrm>
              <a:off x="2257397" y="2739510"/>
              <a:ext cx="2984" cy="1265"/>
            </a:xfrm>
            <a:custGeom>
              <a:avLst/>
              <a:pathLst>
                <a:path w="2984" h="1265">
                  <a:moveTo>
                    <a:pt x="2984" y="632"/>
                  </a:moveTo>
                  <a:lnTo>
                    <a:pt x="1912" y="1265"/>
                  </a:lnTo>
                  <a:lnTo>
                    <a:pt x="323" y="1206"/>
                  </a:lnTo>
                  <a:lnTo>
                    <a:pt x="0" y="983"/>
                  </a:lnTo>
                  <a:lnTo>
                    <a:pt x="637" y="561"/>
                  </a:lnTo>
                  <a:lnTo>
                    <a:pt x="2521" y="0"/>
                  </a:lnTo>
                  <a:close/>
                </a:path>
              </a:pathLst>
            </a:custGeom>
            <a:solidFill>
              <a:srgbClr val="CFE4C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6" name="pg1475"/>
            <p:cNvSpPr/>
            <p:nvPr/>
          </p:nvSpPr>
          <p:spPr>
            <a:xfrm>
              <a:off x="2340656" y="2718894"/>
              <a:ext cx="799" cy="7199"/>
            </a:xfrm>
            <a:custGeom>
              <a:avLst/>
              <a:pathLst>
                <a:path w="799" h="7199">
                  <a:moveTo>
                    <a:pt x="799" y="0"/>
                  </a:moveTo>
                  <a:lnTo>
                    <a:pt x="257" y="7199"/>
                  </a:lnTo>
                  <a:lnTo>
                    <a:pt x="23" y="4650"/>
                  </a:lnTo>
                  <a:lnTo>
                    <a:pt x="0" y="2174"/>
                  </a:lnTo>
                  <a:lnTo>
                    <a:pt x="410" y="709"/>
                  </a:lnTo>
                  <a:close/>
                </a:path>
              </a:pathLst>
            </a:custGeom>
            <a:solidFill>
              <a:srgbClr val="CFE4C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7" name="pg1476"/>
            <p:cNvSpPr/>
            <p:nvPr/>
          </p:nvSpPr>
          <p:spPr>
            <a:xfrm>
              <a:off x="1888442" y="2657986"/>
              <a:ext cx="2922" cy="6328"/>
            </a:xfrm>
            <a:custGeom>
              <a:avLst/>
              <a:pathLst>
                <a:path w="2922" h="6328">
                  <a:moveTo>
                    <a:pt x="2922" y="6059"/>
                  </a:moveTo>
                  <a:lnTo>
                    <a:pt x="2213" y="6328"/>
                  </a:lnTo>
                  <a:lnTo>
                    <a:pt x="1425" y="5725"/>
                  </a:lnTo>
                  <a:lnTo>
                    <a:pt x="746" y="2868"/>
                  </a:lnTo>
                  <a:lnTo>
                    <a:pt x="0" y="634"/>
                  </a:lnTo>
                  <a:lnTo>
                    <a:pt x="403" y="0"/>
                  </a:lnTo>
                  <a:lnTo>
                    <a:pt x="1008" y="2149"/>
                  </a:lnTo>
                  <a:lnTo>
                    <a:pt x="2522" y="5413"/>
                  </a:lnTo>
                  <a:close/>
                </a:path>
              </a:pathLst>
            </a:custGeom>
            <a:solidFill>
              <a:srgbClr val="CFE4C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8" name="pg1477"/>
            <p:cNvSpPr/>
            <p:nvPr/>
          </p:nvSpPr>
          <p:spPr>
            <a:xfrm>
              <a:off x="1876438" y="2650618"/>
              <a:ext cx="1671" cy="1970"/>
            </a:xfrm>
            <a:custGeom>
              <a:avLst/>
              <a:pathLst>
                <a:path w="1671" h="1970">
                  <a:moveTo>
                    <a:pt x="1671" y="1916"/>
                  </a:moveTo>
                  <a:lnTo>
                    <a:pt x="1129" y="1970"/>
                  </a:lnTo>
                  <a:lnTo>
                    <a:pt x="384" y="1696"/>
                  </a:lnTo>
                  <a:lnTo>
                    <a:pt x="0" y="109"/>
                  </a:lnTo>
                  <a:lnTo>
                    <a:pt x="610" y="0"/>
                  </a:lnTo>
                  <a:lnTo>
                    <a:pt x="1174" y="219"/>
                  </a:lnTo>
                  <a:lnTo>
                    <a:pt x="1622" y="1465"/>
                  </a:lnTo>
                  <a:close/>
                </a:path>
              </a:pathLst>
            </a:custGeom>
            <a:solidFill>
              <a:srgbClr val="CFE4C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9" name="pg1478"/>
            <p:cNvSpPr/>
            <p:nvPr/>
          </p:nvSpPr>
          <p:spPr>
            <a:xfrm>
              <a:off x="1888695" y="2644854"/>
              <a:ext cx="3314" cy="4875"/>
            </a:xfrm>
            <a:custGeom>
              <a:avLst/>
              <a:pathLst>
                <a:path w="3314" h="4875">
                  <a:moveTo>
                    <a:pt x="2699" y="2699"/>
                  </a:moveTo>
                  <a:lnTo>
                    <a:pt x="3314" y="4875"/>
                  </a:lnTo>
                  <a:lnTo>
                    <a:pt x="2428" y="4605"/>
                  </a:lnTo>
                  <a:lnTo>
                    <a:pt x="1500" y="4728"/>
                  </a:lnTo>
                  <a:lnTo>
                    <a:pt x="1220" y="3545"/>
                  </a:lnTo>
                  <a:lnTo>
                    <a:pt x="943" y="1900"/>
                  </a:lnTo>
                  <a:lnTo>
                    <a:pt x="757" y="1480"/>
                  </a:lnTo>
                  <a:lnTo>
                    <a:pt x="122" y="1333"/>
                  </a:lnTo>
                  <a:lnTo>
                    <a:pt x="74" y="1183"/>
                  </a:lnTo>
                  <a:lnTo>
                    <a:pt x="0" y="382"/>
                  </a:lnTo>
                  <a:lnTo>
                    <a:pt x="177" y="0"/>
                  </a:lnTo>
                  <a:lnTo>
                    <a:pt x="2166" y="1832"/>
                  </a:lnTo>
                  <a:close/>
                </a:path>
              </a:pathLst>
            </a:custGeom>
            <a:solidFill>
              <a:srgbClr val="CFE4C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0" name="pg1479"/>
            <p:cNvSpPr/>
            <p:nvPr/>
          </p:nvSpPr>
          <p:spPr>
            <a:xfrm>
              <a:off x="1868191" y="2628619"/>
              <a:ext cx="3265" cy="3594"/>
            </a:xfrm>
            <a:custGeom>
              <a:avLst/>
              <a:pathLst>
                <a:path w="3265" h="3594">
                  <a:moveTo>
                    <a:pt x="2539" y="3181"/>
                  </a:moveTo>
                  <a:lnTo>
                    <a:pt x="1681" y="3594"/>
                  </a:lnTo>
                  <a:lnTo>
                    <a:pt x="1033" y="3204"/>
                  </a:lnTo>
                  <a:lnTo>
                    <a:pt x="0" y="373"/>
                  </a:lnTo>
                  <a:lnTo>
                    <a:pt x="2194" y="0"/>
                  </a:lnTo>
                  <a:lnTo>
                    <a:pt x="3138" y="1229"/>
                  </a:lnTo>
                  <a:lnTo>
                    <a:pt x="3265" y="1571"/>
                  </a:lnTo>
                  <a:close/>
                </a:path>
              </a:pathLst>
            </a:custGeom>
            <a:solidFill>
              <a:srgbClr val="CFE4C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1" name="pg1480"/>
            <p:cNvSpPr/>
            <p:nvPr/>
          </p:nvSpPr>
          <p:spPr>
            <a:xfrm>
              <a:off x="1865880" y="2627237"/>
              <a:ext cx="1644" cy="1507"/>
            </a:xfrm>
            <a:custGeom>
              <a:avLst/>
              <a:pathLst>
                <a:path w="1644" h="1507">
                  <a:moveTo>
                    <a:pt x="1644" y="1431"/>
                  </a:moveTo>
                  <a:lnTo>
                    <a:pt x="997" y="1507"/>
                  </a:lnTo>
                  <a:lnTo>
                    <a:pt x="0" y="1193"/>
                  </a:lnTo>
                  <a:lnTo>
                    <a:pt x="348" y="502"/>
                  </a:lnTo>
                  <a:lnTo>
                    <a:pt x="899" y="0"/>
                  </a:lnTo>
                  <a:lnTo>
                    <a:pt x="1075" y="375"/>
                  </a:lnTo>
                  <a:close/>
                </a:path>
              </a:pathLst>
            </a:custGeom>
            <a:solidFill>
              <a:srgbClr val="CFE4C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2" name="pg1481"/>
            <p:cNvSpPr/>
            <p:nvPr/>
          </p:nvSpPr>
          <p:spPr>
            <a:xfrm>
              <a:off x="1872259" y="2627048"/>
              <a:ext cx="4494" cy="3306"/>
            </a:xfrm>
            <a:custGeom>
              <a:avLst/>
              <a:pathLst>
                <a:path w="4494" h="3306">
                  <a:moveTo>
                    <a:pt x="434" y="0"/>
                  </a:moveTo>
                  <a:lnTo>
                    <a:pt x="2915" y="1513"/>
                  </a:lnTo>
                  <a:lnTo>
                    <a:pt x="4252" y="789"/>
                  </a:lnTo>
                  <a:lnTo>
                    <a:pt x="4494" y="1522"/>
                  </a:lnTo>
                  <a:lnTo>
                    <a:pt x="4337" y="2159"/>
                  </a:lnTo>
                  <a:lnTo>
                    <a:pt x="1322" y="3306"/>
                  </a:lnTo>
                  <a:lnTo>
                    <a:pt x="396" y="2504"/>
                  </a:lnTo>
                  <a:lnTo>
                    <a:pt x="312" y="1403"/>
                  </a:lnTo>
                  <a:lnTo>
                    <a:pt x="0" y="350"/>
                  </a:lnTo>
                  <a:close/>
                </a:path>
              </a:pathLst>
            </a:custGeom>
            <a:solidFill>
              <a:srgbClr val="CFE4C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3" name="pg1482"/>
            <p:cNvSpPr/>
            <p:nvPr/>
          </p:nvSpPr>
          <p:spPr>
            <a:xfrm>
              <a:off x="2399285" y="2608714"/>
              <a:ext cx="1556" cy="1406"/>
            </a:xfrm>
            <a:custGeom>
              <a:avLst/>
              <a:pathLst>
                <a:path w="1556" h="1406">
                  <a:moveTo>
                    <a:pt x="1556" y="1337"/>
                  </a:moveTo>
                  <a:lnTo>
                    <a:pt x="1284" y="1406"/>
                  </a:lnTo>
                  <a:lnTo>
                    <a:pt x="805" y="1080"/>
                  </a:lnTo>
                  <a:lnTo>
                    <a:pt x="145" y="457"/>
                  </a:lnTo>
                  <a:lnTo>
                    <a:pt x="0" y="0"/>
                  </a:lnTo>
                  <a:lnTo>
                    <a:pt x="629" y="166"/>
                  </a:lnTo>
                  <a:close/>
                </a:path>
              </a:pathLst>
            </a:custGeom>
            <a:solidFill>
              <a:srgbClr val="CFE4C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4" name="pg1483"/>
            <p:cNvSpPr/>
            <p:nvPr/>
          </p:nvSpPr>
          <p:spPr>
            <a:xfrm>
              <a:off x="2401056" y="2601658"/>
              <a:ext cx="3914" cy="9084"/>
            </a:xfrm>
            <a:custGeom>
              <a:avLst/>
              <a:pathLst>
                <a:path w="3914" h="9084">
                  <a:moveTo>
                    <a:pt x="303" y="8745"/>
                  </a:moveTo>
                  <a:lnTo>
                    <a:pt x="0" y="9084"/>
                  </a:lnTo>
                  <a:lnTo>
                    <a:pt x="1115" y="5394"/>
                  </a:lnTo>
                  <a:lnTo>
                    <a:pt x="3319" y="715"/>
                  </a:lnTo>
                  <a:lnTo>
                    <a:pt x="3914" y="0"/>
                  </a:lnTo>
                  <a:lnTo>
                    <a:pt x="2082" y="3996"/>
                  </a:lnTo>
                  <a:close/>
                </a:path>
              </a:pathLst>
            </a:custGeom>
            <a:solidFill>
              <a:srgbClr val="CFE4C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5" name="pg1484"/>
            <p:cNvSpPr/>
            <p:nvPr/>
          </p:nvSpPr>
          <p:spPr>
            <a:xfrm>
              <a:off x="2407691" y="2594234"/>
              <a:ext cx="2464" cy="2107"/>
            </a:xfrm>
            <a:custGeom>
              <a:avLst/>
              <a:pathLst>
                <a:path w="2464" h="2107">
                  <a:moveTo>
                    <a:pt x="2464" y="0"/>
                  </a:moveTo>
                  <a:lnTo>
                    <a:pt x="250" y="2107"/>
                  </a:lnTo>
                  <a:lnTo>
                    <a:pt x="0" y="1982"/>
                  </a:lnTo>
                  <a:lnTo>
                    <a:pt x="1453" y="474"/>
                  </a:lnTo>
                  <a:close/>
                </a:path>
              </a:pathLst>
            </a:custGeom>
            <a:solidFill>
              <a:srgbClr val="CFE4C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6" name="pg1485"/>
            <p:cNvSpPr/>
            <p:nvPr/>
          </p:nvSpPr>
          <p:spPr>
            <a:xfrm>
              <a:off x="2411275" y="2577126"/>
              <a:ext cx="2847" cy="16438"/>
            </a:xfrm>
            <a:custGeom>
              <a:avLst/>
              <a:pathLst>
                <a:path w="2847" h="16438">
                  <a:moveTo>
                    <a:pt x="1778" y="15633"/>
                  </a:moveTo>
                  <a:lnTo>
                    <a:pt x="144" y="16438"/>
                  </a:lnTo>
                  <a:lnTo>
                    <a:pt x="0" y="16179"/>
                  </a:lnTo>
                  <a:lnTo>
                    <a:pt x="1873" y="14494"/>
                  </a:lnTo>
                  <a:lnTo>
                    <a:pt x="2464" y="8558"/>
                  </a:lnTo>
                  <a:lnTo>
                    <a:pt x="2545" y="5821"/>
                  </a:lnTo>
                  <a:lnTo>
                    <a:pt x="2264" y="997"/>
                  </a:lnTo>
                  <a:lnTo>
                    <a:pt x="2273" y="0"/>
                  </a:lnTo>
                  <a:lnTo>
                    <a:pt x="2578" y="1555"/>
                  </a:lnTo>
                  <a:lnTo>
                    <a:pt x="2847" y="6057"/>
                  </a:lnTo>
                  <a:lnTo>
                    <a:pt x="2746" y="9470"/>
                  </a:lnTo>
                  <a:lnTo>
                    <a:pt x="2203" y="14444"/>
                  </a:lnTo>
                  <a:close/>
                </a:path>
              </a:pathLst>
            </a:custGeom>
            <a:solidFill>
              <a:srgbClr val="CFE4C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7" name="pg1486"/>
            <p:cNvSpPr/>
            <p:nvPr/>
          </p:nvSpPr>
          <p:spPr>
            <a:xfrm>
              <a:off x="2410945" y="2571896"/>
              <a:ext cx="993" cy="3266"/>
            </a:xfrm>
            <a:custGeom>
              <a:avLst/>
              <a:pathLst>
                <a:path w="993" h="3266">
                  <a:moveTo>
                    <a:pt x="993" y="2666"/>
                  </a:moveTo>
                  <a:lnTo>
                    <a:pt x="809" y="3266"/>
                  </a:lnTo>
                  <a:lnTo>
                    <a:pt x="0" y="0"/>
                  </a:lnTo>
                  <a:lnTo>
                    <a:pt x="832" y="1056"/>
                  </a:lnTo>
                  <a:lnTo>
                    <a:pt x="981" y="1934"/>
                  </a:lnTo>
                  <a:close/>
                </a:path>
              </a:pathLst>
            </a:custGeom>
            <a:solidFill>
              <a:srgbClr val="CFE4C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8" name="pg1487"/>
            <p:cNvSpPr/>
            <p:nvPr/>
          </p:nvSpPr>
          <p:spPr>
            <a:xfrm>
              <a:off x="2415072" y="2502398"/>
              <a:ext cx="3419" cy="12588"/>
            </a:xfrm>
            <a:custGeom>
              <a:avLst/>
              <a:pathLst>
                <a:path w="3419" h="12588">
                  <a:moveTo>
                    <a:pt x="553" y="12109"/>
                  </a:moveTo>
                  <a:lnTo>
                    <a:pt x="0" y="12588"/>
                  </a:lnTo>
                  <a:lnTo>
                    <a:pt x="1859" y="6671"/>
                  </a:lnTo>
                  <a:lnTo>
                    <a:pt x="2938" y="1714"/>
                  </a:lnTo>
                  <a:lnTo>
                    <a:pt x="3419" y="0"/>
                  </a:lnTo>
                  <a:lnTo>
                    <a:pt x="2952" y="3474"/>
                  </a:lnTo>
                  <a:lnTo>
                    <a:pt x="2136" y="6668"/>
                  </a:lnTo>
                  <a:close/>
                </a:path>
              </a:pathLst>
            </a:custGeom>
            <a:solidFill>
              <a:srgbClr val="CFE4C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9" name="pg1488"/>
            <p:cNvSpPr/>
            <p:nvPr/>
          </p:nvSpPr>
          <p:spPr>
            <a:xfrm>
              <a:off x="2428787" y="2459601"/>
              <a:ext cx="1784" cy="6413"/>
            </a:xfrm>
            <a:custGeom>
              <a:avLst/>
              <a:pathLst>
                <a:path w="1784" h="6413">
                  <a:moveTo>
                    <a:pt x="1462" y="1940"/>
                  </a:moveTo>
                  <a:lnTo>
                    <a:pt x="32" y="6413"/>
                  </a:lnTo>
                  <a:lnTo>
                    <a:pt x="0" y="5553"/>
                  </a:lnTo>
                  <a:lnTo>
                    <a:pt x="1784" y="0"/>
                  </a:lnTo>
                  <a:close/>
                </a:path>
              </a:pathLst>
            </a:custGeom>
            <a:solidFill>
              <a:srgbClr val="CFE4C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0" name="pg1489"/>
            <p:cNvSpPr/>
            <p:nvPr/>
          </p:nvSpPr>
          <p:spPr>
            <a:xfrm>
              <a:off x="2428998" y="2432652"/>
              <a:ext cx="2053" cy="4129"/>
            </a:xfrm>
            <a:custGeom>
              <a:avLst/>
              <a:pathLst>
                <a:path w="2053" h="4129">
                  <a:moveTo>
                    <a:pt x="582" y="4006"/>
                  </a:moveTo>
                  <a:lnTo>
                    <a:pt x="0" y="4129"/>
                  </a:lnTo>
                  <a:lnTo>
                    <a:pt x="581" y="1295"/>
                  </a:lnTo>
                  <a:lnTo>
                    <a:pt x="1650" y="0"/>
                  </a:lnTo>
                  <a:lnTo>
                    <a:pt x="2037" y="269"/>
                  </a:lnTo>
                  <a:lnTo>
                    <a:pt x="2053" y="1271"/>
                  </a:lnTo>
                  <a:lnTo>
                    <a:pt x="1903" y="2126"/>
                  </a:lnTo>
                  <a:lnTo>
                    <a:pt x="1186" y="3445"/>
                  </a:lnTo>
                  <a:close/>
                </a:path>
              </a:pathLst>
            </a:custGeom>
            <a:solidFill>
              <a:srgbClr val="CFE4C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1" name="pg1490"/>
            <p:cNvSpPr/>
            <p:nvPr/>
          </p:nvSpPr>
          <p:spPr>
            <a:xfrm>
              <a:off x="2431482" y="2418037"/>
              <a:ext cx="25944" cy="17212"/>
            </a:xfrm>
            <a:custGeom>
              <a:avLst/>
              <a:pathLst>
                <a:path w="25944" h="17212">
                  <a:moveTo>
                    <a:pt x="18552" y="4934"/>
                  </a:moveTo>
                  <a:lnTo>
                    <a:pt x="17685" y="6846"/>
                  </a:lnTo>
                  <a:lnTo>
                    <a:pt x="18468" y="7039"/>
                  </a:lnTo>
                  <a:lnTo>
                    <a:pt x="19142" y="6478"/>
                  </a:lnTo>
                  <a:lnTo>
                    <a:pt x="19780" y="5344"/>
                  </a:lnTo>
                  <a:lnTo>
                    <a:pt x="21261" y="3810"/>
                  </a:lnTo>
                  <a:lnTo>
                    <a:pt x="22523" y="3139"/>
                  </a:lnTo>
                  <a:lnTo>
                    <a:pt x="22921" y="3001"/>
                  </a:lnTo>
                  <a:lnTo>
                    <a:pt x="23522" y="4077"/>
                  </a:lnTo>
                  <a:lnTo>
                    <a:pt x="24716" y="3213"/>
                  </a:lnTo>
                  <a:lnTo>
                    <a:pt x="25944" y="2728"/>
                  </a:lnTo>
                  <a:lnTo>
                    <a:pt x="20633" y="7649"/>
                  </a:lnTo>
                  <a:lnTo>
                    <a:pt x="19547" y="8203"/>
                  </a:lnTo>
                  <a:lnTo>
                    <a:pt x="17993" y="9669"/>
                  </a:lnTo>
                  <a:lnTo>
                    <a:pt x="16525" y="10708"/>
                  </a:lnTo>
                  <a:lnTo>
                    <a:pt x="15467" y="11086"/>
                  </a:lnTo>
                  <a:lnTo>
                    <a:pt x="10209" y="14739"/>
                  </a:lnTo>
                  <a:lnTo>
                    <a:pt x="9792" y="14819"/>
                  </a:lnTo>
                  <a:lnTo>
                    <a:pt x="9341" y="14462"/>
                  </a:lnTo>
                  <a:lnTo>
                    <a:pt x="5010" y="16344"/>
                  </a:lnTo>
                  <a:lnTo>
                    <a:pt x="3233" y="16556"/>
                  </a:lnTo>
                  <a:lnTo>
                    <a:pt x="1614" y="17212"/>
                  </a:lnTo>
                  <a:lnTo>
                    <a:pt x="2811" y="15697"/>
                  </a:lnTo>
                  <a:lnTo>
                    <a:pt x="2837" y="15130"/>
                  </a:lnTo>
                  <a:lnTo>
                    <a:pt x="2551" y="14687"/>
                  </a:lnTo>
                  <a:lnTo>
                    <a:pt x="1911" y="14816"/>
                  </a:lnTo>
                  <a:lnTo>
                    <a:pt x="1255" y="16376"/>
                  </a:lnTo>
                  <a:lnTo>
                    <a:pt x="208" y="16896"/>
                  </a:lnTo>
                  <a:lnTo>
                    <a:pt x="0" y="15198"/>
                  </a:lnTo>
                  <a:lnTo>
                    <a:pt x="349" y="13884"/>
                  </a:lnTo>
                  <a:lnTo>
                    <a:pt x="822" y="12637"/>
                  </a:lnTo>
                  <a:lnTo>
                    <a:pt x="1861" y="10678"/>
                  </a:lnTo>
                  <a:lnTo>
                    <a:pt x="3349" y="9436"/>
                  </a:lnTo>
                  <a:lnTo>
                    <a:pt x="4104" y="8362"/>
                  </a:lnTo>
                  <a:lnTo>
                    <a:pt x="4628" y="9307"/>
                  </a:lnTo>
                  <a:lnTo>
                    <a:pt x="4743" y="8030"/>
                  </a:lnTo>
                  <a:lnTo>
                    <a:pt x="5146" y="7293"/>
                  </a:lnTo>
                  <a:lnTo>
                    <a:pt x="5584" y="6896"/>
                  </a:lnTo>
                  <a:lnTo>
                    <a:pt x="6637" y="6886"/>
                  </a:lnTo>
                  <a:lnTo>
                    <a:pt x="7204" y="6686"/>
                  </a:lnTo>
                  <a:lnTo>
                    <a:pt x="7614" y="6261"/>
                  </a:lnTo>
                  <a:lnTo>
                    <a:pt x="8035" y="6182"/>
                  </a:lnTo>
                  <a:lnTo>
                    <a:pt x="9187" y="6761"/>
                  </a:lnTo>
                  <a:lnTo>
                    <a:pt x="10312" y="6595"/>
                  </a:lnTo>
                  <a:lnTo>
                    <a:pt x="11221" y="5795"/>
                  </a:lnTo>
                  <a:lnTo>
                    <a:pt x="12165" y="5527"/>
                  </a:lnTo>
                  <a:lnTo>
                    <a:pt x="14663" y="5347"/>
                  </a:lnTo>
                  <a:lnTo>
                    <a:pt x="17146" y="4762"/>
                  </a:lnTo>
                  <a:lnTo>
                    <a:pt x="18139" y="3723"/>
                  </a:lnTo>
                  <a:lnTo>
                    <a:pt x="20224" y="812"/>
                  </a:lnTo>
                  <a:lnTo>
                    <a:pt x="21424" y="0"/>
                  </a:lnTo>
                  <a:lnTo>
                    <a:pt x="19556" y="3383"/>
                  </a:lnTo>
                  <a:close/>
                </a:path>
              </a:pathLst>
            </a:custGeom>
            <a:solidFill>
              <a:srgbClr val="CFE4C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2" name="pg1491"/>
            <p:cNvSpPr/>
            <p:nvPr/>
          </p:nvSpPr>
          <p:spPr>
            <a:xfrm>
              <a:off x="2477781" y="2410815"/>
              <a:ext cx="3109" cy="4373"/>
            </a:xfrm>
            <a:custGeom>
              <a:avLst/>
              <a:pathLst>
                <a:path w="3109" h="4373">
                  <a:moveTo>
                    <a:pt x="3109" y="3897"/>
                  </a:moveTo>
                  <a:lnTo>
                    <a:pt x="2169" y="4373"/>
                  </a:lnTo>
                  <a:lnTo>
                    <a:pt x="0" y="3283"/>
                  </a:lnTo>
                  <a:lnTo>
                    <a:pt x="1784" y="2360"/>
                  </a:lnTo>
                  <a:lnTo>
                    <a:pt x="2076" y="2038"/>
                  </a:lnTo>
                  <a:lnTo>
                    <a:pt x="2308" y="681"/>
                  </a:lnTo>
                  <a:lnTo>
                    <a:pt x="2338" y="0"/>
                  </a:lnTo>
                  <a:lnTo>
                    <a:pt x="3015" y="2920"/>
                  </a:lnTo>
                  <a:close/>
                </a:path>
              </a:pathLst>
            </a:custGeom>
            <a:solidFill>
              <a:srgbClr val="CFE4C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3" name="pg1492"/>
            <p:cNvSpPr/>
            <p:nvPr/>
          </p:nvSpPr>
          <p:spPr>
            <a:xfrm>
              <a:off x="2470516" y="2409049"/>
              <a:ext cx="3891" cy="3834"/>
            </a:xfrm>
            <a:custGeom>
              <a:avLst/>
              <a:pathLst>
                <a:path w="3891" h="3834">
                  <a:moveTo>
                    <a:pt x="3891" y="2390"/>
                  </a:moveTo>
                  <a:lnTo>
                    <a:pt x="535" y="3834"/>
                  </a:lnTo>
                  <a:lnTo>
                    <a:pt x="0" y="2902"/>
                  </a:lnTo>
                  <a:lnTo>
                    <a:pt x="837" y="2471"/>
                  </a:lnTo>
                  <a:lnTo>
                    <a:pt x="1894" y="256"/>
                  </a:lnTo>
                  <a:lnTo>
                    <a:pt x="2598" y="0"/>
                  </a:lnTo>
                  <a:lnTo>
                    <a:pt x="3703" y="1253"/>
                  </a:lnTo>
                  <a:close/>
                </a:path>
              </a:pathLst>
            </a:custGeom>
            <a:solidFill>
              <a:srgbClr val="CFE4C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4" name="pg1493"/>
            <p:cNvSpPr/>
            <p:nvPr/>
          </p:nvSpPr>
          <p:spPr>
            <a:xfrm>
              <a:off x="2463518" y="2405662"/>
              <a:ext cx="596" cy="3105"/>
            </a:xfrm>
            <a:custGeom>
              <a:avLst/>
              <a:pathLst>
                <a:path w="596" h="3105">
                  <a:moveTo>
                    <a:pt x="464" y="2558"/>
                  </a:moveTo>
                  <a:lnTo>
                    <a:pt x="126" y="3105"/>
                  </a:lnTo>
                  <a:lnTo>
                    <a:pt x="0" y="1677"/>
                  </a:lnTo>
                  <a:lnTo>
                    <a:pt x="236" y="37"/>
                  </a:lnTo>
                  <a:lnTo>
                    <a:pt x="476" y="0"/>
                  </a:lnTo>
                  <a:lnTo>
                    <a:pt x="596" y="872"/>
                  </a:lnTo>
                  <a:close/>
                </a:path>
              </a:pathLst>
            </a:custGeom>
            <a:solidFill>
              <a:srgbClr val="CFE4C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5" name="pg1494"/>
            <p:cNvSpPr/>
            <p:nvPr/>
          </p:nvSpPr>
          <p:spPr>
            <a:xfrm>
              <a:off x="2464215" y="2403225"/>
              <a:ext cx="1391" cy="5605"/>
            </a:xfrm>
            <a:custGeom>
              <a:avLst/>
              <a:pathLst>
                <a:path w="1391" h="5605">
                  <a:moveTo>
                    <a:pt x="1277" y="4797"/>
                  </a:moveTo>
                  <a:lnTo>
                    <a:pt x="674" y="5605"/>
                  </a:lnTo>
                  <a:lnTo>
                    <a:pt x="0" y="5464"/>
                  </a:lnTo>
                  <a:lnTo>
                    <a:pt x="342" y="4373"/>
                  </a:lnTo>
                  <a:lnTo>
                    <a:pt x="472" y="2771"/>
                  </a:lnTo>
                  <a:lnTo>
                    <a:pt x="805" y="1012"/>
                  </a:lnTo>
                  <a:lnTo>
                    <a:pt x="996" y="474"/>
                  </a:lnTo>
                  <a:lnTo>
                    <a:pt x="1391" y="0"/>
                  </a:lnTo>
                  <a:close/>
                </a:path>
              </a:pathLst>
            </a:custGeom>
            <a:solidFill>
              <a:srgbClr val="CFE4C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6" name="pg1495"/>
            <p:cNvSpPr/>
            <p:nvPr/>
          </p:nvSpPr>
          <p:spPr>
            <a:xfrm>
              <a:off x="2496428" y="2326342"/>
              <a:ext cx="972" cy="2361"/>
            </a:xfrm>
            <a:custGeom>
              <a:avLst/>
              <a:pathLst>
                <a:path w="972" h="2361">
                  <a:moveTo>
                    <a:pt x="972" y="1777"/>
                  </a:moveTo>
                  <a:lnTo>
                    <a:pt x="510" y="2361"/>
                  </a:lnTo>
                  <a:lnTo>
                    <a:pt x="15" y="2172"/>
                  </a:lnTo>
                  <a:lnTo>
                    <a:pt x="0" y="715"/>
                  </a:lnTo>
                  <a:lnTo>
                    <a:pt x="149" y="220"/>
                  </a:lnTo>
                  <a:lnTo>
                    <a:pt x="320" y="0"/>
                  </a:lnTo>
                  <a:lnTo>
                    <a:pt x="573" y="409"/>
                  </a:lnTo>
                  <a:close/>
                </a:path>
              </a:pathLst>
            </a:custGeom>
            <a:solidFill>
              <a:srgbClr val="CFE4C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7" name="pg1496"/>
            <p:cNvSpPr/>
            <p:nvPr/>
          </p:nvSpPr>
          <p:spPr>
            <a:xfrm>
              <a:off x="2499978" y="2320423"/>
              <a:ext cx="2735" cy="6110"/>
            </a:xfrm>
            <a:custGeom>
              <a:avLst/>
              <a:pathLst>
                <a:path w="2735" h="6110">
                  <a:moveTo>
                    <a:pt x="2735" y="3664"/>
                  </a:moveTo>
                  <a:lnTo>
                    <a:pt x="2026" y="4240"/>
                  </a:lnTo>
                  <a:lnTo>
                    <a:pt x="1248" y="3989"/>
                  </a:lnTo>
                  <a:lnTo>
                    <a:pt x="1264" y="5549"/>
                  </a:lnTo>
                  <a:lnTo>
                    <a:pt x="1177" y="6110"/>
                  </a:lnTo>
                  <a:lnTo>
                    <a:pt x="315" y="5308"/>
                  </a:lnTo>
                  <a:lnTo>
                    <a:pt x="0" y="4791"/>
                  </a:lnTo>
                  <a:lnTo>
                    <a:pt x="27" y="2725"/>
                  </a:lnTo>
                  <a:lnTo>
                    <a:pt x="788" y="772"/>
                  </a:lnTo>
                  <a:lnTo>
                    <a:pt x="1368" y="0"/>
                  </a:lnTo>
                  <a:lnTo>
                    <a:pt x="2116" y="535"/>
                  </a:lnTo>
                  <a:lnTo>
                    <a:pt x="2690" y="2722"/>
                  </a:lnTo>
                  <a:close/>
                </a:path>
              </a:pathLst>
            </a:custGeom>
            <a:solidFill>
              <a:srgbClr val="CFE4C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8" name="pg1497"/>
            <p:cNvSpPr/>
            <p:nvPr/>
          </p:nvSpPr>
          <p:spPr>
            <a:xfrm>
              <a:off x="1835773" y="2237147"/>
              <a:ext cx="764" cy="2649"/>
            </a:xfrm>
            <a:custGeom>
              <a:avLst/>
              <a:pathLst>
                <a:path w="764" h="2649">
                  <a:moveTo>
                    <a:pt x="717" y="2067"/>
                  </a:moveTo>
                  <a:lnTo>
                    <a:pt x="601" y="2649"/>
                  </a:lnTo>
                  <a:lnTo>
                    <a:pt x="428" y="2617"/>
                  </a:lnTo>
                  <a:lnTo>
                    <a:pt x="48" y="1435"/>
                  </a:lnTo>
                  <a:lnTo>
                    <a:pt x="0" y="601"/>
                  </a:lnTo>
                  <a:lnTo>
                    <a:pt x="326" y="0"/>
                  </a:lnTo>
                  <a:lnTo>
                    <a:pt x="764" y="1725"/>
                  </a:lnTo>
                  <a:close/>
                </a:path>
              </a:pathLst>
            </a:custGeom>
            <a:solidFill>
              <a:srgbClr val="CFE4C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9" name="pg1498"/>
            <p:cNvSpPr/>
            <p:nvPr/>
          </p:nvSpPr>
          <p:spPr>
            <a:xfrm>
              <a:off x="1840672" y="2230786"/>
              <a:ext cx="1410" cy="3995"/>
            </a:xfrm>
            <a:custGeom>
              <a:avLst/>
              <a:pathLst>
                <a:path w="1410" h="3995">
                  <a:moveTo>
                    <a:pt x="1410" y="2799"/>
                  </a:moveTo>
                  <a:lnTo>
                    <a:pt x="1354" y="3471"/>
                  </a:lnTo>
                  <a:lnTo>
                    <a:pt x="887" y="3995"/>
                  </a:lnTo>
                  <a:lnTo>
                    <a:pt x="644" y="3861"/>
                  </a:lnTo>
                  <a:lnTo>
                    <a:pt x="503" y="2947"/>
                  </a:lnTo>
                  <a:lnTo>
                    <a:pt x="0" y="3899"/>
                  </a:lnTo>
                  <a:lnTo>
                    <a:pt x="37" y="2018"/>
                  </a:lnTo>
                  <a:lnTo>
                    <a:pt x="285" y="36"/>
                  </a:lnTo>
                  <a:lnTo>
                    <a:pt x="503" y="0"/>
                  </a:lnTo>
                  <a:lnTo>
                    <a:pt x="826" y="1295"/>
                  </a:lnTo>
                  <a:close/>
                </a:path>
              </a:pathLst>
            </a:custGeom>
            <a:solidFill>
              <a:srgbClr val="CFE4C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0" name="pg1499"/>
            <p:cNvSpPr/>
            <p:nvPr/>
          </p:nvSpPr>
          <p:spPr>
            <a:xfrm>
              <a:off x="1839867" y="2224464"/>
              <a:ext cx="958" cy="3797"/>
            </a:xfrm>
            <a:custGeom>
              <a:avLst/>
              <a:pathLst>
                <a:path w="958" h="3797">
                  <a:moveTo>
                    <a:pt x="958" y="3231"/>
                  </a:moveTo>
                  <a:lnTo>
                    <a:pt x="893" y="3797"/>
                  </a:lnTo>
                  <a:lnTo>
                    <a:pt x="220" y="3122"/>
                  </a:lnTo>
                  <a:lnTo>
                    <a:pt x="0" y="2496"/>
                  </a:lnTo>
                  <a:lnTo>
                    <a:pt x="26" y="1096"/>
                  </a:lnTo>
                  <a:lnTo>
                    <a:pt x="192" y="183"/>
                  </a:lnTo>
                  <a:lnTo>
                    <a:pt x="319" y="0"/>
                  </a:lnTo>
                  <a:lnTo>
                    <a:pt x="715" y="395"/>
                  </a:lnTo>
                  <a:lnTo>
                    <a:pt x="829" y="628"/>
                  </a:lnTo>
                  <a:close/>
                </a:path>
              </a:pathLst>
            </a:custGeom>
            <a:solidFill>
              <a:srgbClr val="CFE4C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1" name="pg1500"/>
            <p:cNvSpPr/>
            <p:nvPr/>
          </p:nvSpPr>
          <p:spPr>
            <a:xfrm>
              <a:off x="1837761" y="2204362"/>
              <a:ext cx="4657" cy="13784"/>
            </a:xfrm>
            <a:custGeom>
              <a:avLst/>
              <a:pathLst>
                <a:path w="4657" h="13784">
                  <a:moveTo>
                    <a:pt x="2144" y="6724"/>
                  </a:moveTo>
                  <a:lnTo>
                    <a:pt x="2740" y="10601"/>
                  </a:lnTo>
                  <a:lnTo>
                    <a:pt x="2996" y="8987"/>
                  </a:lnTo>
                  <a:lnTo>
                    <a:pt x="4655" y="11783"/>
                  </a:lnTo>
                  <a:lnTo>
                    <a:pt x="4657" y="13161"/>
                  </a:lnTo>
                  <a:lnTo>
                    <a:pt x="4455" y="13623"/>
                  </a:lnTo>
                  <a:lnTo>
                    <a:pt x="4110" y="13784"/>
                  </a:lnTo>
                  <a:lnTo>
                    <a:pt x="3791" y="13382"/>
                  </a:lnTo>
                  <a:lnTo>
                    <a:pt x="3499" y="12416"/>
                  </a:lnTo>
                  <a:lnTo>
                    <a:pt x="3125" y="11906"/>
                  </a:lnTo>
                  <a:lnTo>
                    <a:pt x="2330" y="11575"/>
                  </a:lnTo>
                  <a:lnTo>
                    <a:pt x="1917" y="10477"/>
                  </a:lnTo>
                  <a:lnTo>
                    <a:pt x="1773" y="9727"/>
                  </a:lnTo>
                  <a:lnTo>
                    <a:pt x="1735" y="7554"/>
                  </a:lnTo>
                  <a:lnTo>
                    <a:pt x="1536" y="6879"/>
                  </a:lnTo>
                  <a:lnTo>
                    <a:pt x="1114" y="6729"/>
                  </a:lnTo>
                  <a:lnTo>
                    <a:pt x="711" y="6215"/>
                  </a:lnTo>
                  <a:lnTo>
                    <a:pt x="88" y="4696"/>
                  </a:lnTo>
                  <a:lnTo>
                    <a:pt x="0" y="4290"/>
                  </a:lnTo>
                  <a:lnTo>
                    <a:pt x="295" y="3053"/>
                  </a:lnTo>
                  <a:lnTo>
                    <a:pt x="971" y="981"/>
                  </a:lnTo>
                  <a:lnTo>
                    <a:pt x="1463" y="0"/>
                  </a:lnTo>
                  <a:lnTo>
                    <a:pt x="1769" y="106"/>
                  </a:lnTo>
                  <a:lnTo>
                    <a:pt x="2148" y="728"/>
                  </a:lnTo>
                  <a:lnTo>
                    <a:pt x="2598" y="1862"/>
                  </a:lnTo>
                  <a:lnTo>
                    <a:pt x="2514" y="2666"/>
                  </a:lnTo>
                  <a:lnTo>
                    <a:pt x="689" y="4230"/>
                  </a:lnTo>
                  <a:lnTo>
                    <a:pt x="630" y="4596"/>
                  </a:lnTo>
                  <a:lnTo>
                    <a:pt x="1515" y="5036"/>
                  </a:lnTo>
                  <a:lnTo>
                    <a:pt x="1841" y="5430"/>
                  </a:lnTo>
                  <a:close/>
                </a:path>
              </a:pathLst>
            </a:custGeom>
            <a:solidFill>
              <a:srgbClr val="CFE4C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2" name="pg1501"/>
            <p:cNvSpPr/>
            <p:nvPr/>
          </p:nvSpPr>
          <p:spPr>
            <a:xfrm>
              <a:off x="1835525" y="2199416"/>
              <a:ext cx="1434" cy="3843"/>
            </a:xfrm>
            <a:custGeom>
              <a:avLst/>
              <a:pathLst>
                <a:path w="1434" h="3843">
                  <a:moveTo>
                    <a:pt x="1357" y="3553"/>
                  </a:moveTo>
                  <a:lnTo>
                    <a:pt x="1166" y="3843"/>
                  </a:lnTo>
                  <a:lnTo>
                    <a:pt x="514" y="3455"/>
                  </a:lnTo>
                  <a:lnTo>
                    <a:pt x="129" y="2797"/>
                  </a:lnTo>
                  <a:lnTo>
                    <a:pt x="0" y="1975"/>
                  </a:lnTo>
                  <a:lnTo>
                    <a:pt x="244" y="402"/>
                  </a:lnTo>
                  <a:lnTo>
                    <a:pt x="570" y="0"/>
                  </a:lnTo>
                  <a:lnTo>
                    <a:pt x="772" y="87"/>
                  </a:lnTo>
                  <a:lnTo>
                    <a:pt x="857" y="1470"/>
                  </a:lnTo>
                  <a:lnTo>
                    <a:pt x="1434" y="2933"/>
                  </a:lnTo>
                  <a:close/>
                </a:path>
              </a:pathLst>
            </a:custGeom>
            <a:solidFill>
              <a:srgbClr val="CFE4C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3" name="pg1502"/>
            <p:cNvSpPr/>
            <p:nvPr/>
          </p:nvSpPr>
          <p:spPr>
            <a:xfrm>
              <a:off x="1832632" y="2197594"/>
              <a:ext cx="2228" cy="4292"/>
            </a:xfrm>
            <a:custGeom>
              <a:avLst/>
              <a:pathLst>
                <a:path w="2228" h="4292">
                  <a:moveTo>
                    <a:pt x="1906" y="3321"/>
                  </a:moveTo>
                  <a:lnTo>
                    <a:pt x="2228" y="4292"/>
                  </a:lnTo>
                  <a:lnTo>
                    <a:pt x="915" y="3670"/>
                  </a:lnTo>
                  <a:lnTo>
                    <a:pt x="361" y="3112"/>
                  </a:lnTo>
                  <a:lnTo>
                    <a:pt x="196" y="2569"/>
                  </a:lnTo>
                  <a:lnTo>
                    <a:pt x="0" y="784"/>
                  </a:lnTo>
                  <a:lnTo>
                    <a:pt x="90" y="203"/>
                  </a:lnTo>
                  <a:lnTo>
                    <a:pt x="675" y="0"/>
                  </a:lnTo>
                  <a:lnTo>
                    <a:pt x="1772" y="2210"/>
                  </a:lnTo>
                  <a:close/>
                </a:path>
              </a:pathLst>
            </a:custGeom>
            <a:solidFill>
              <a:srgbClr val="CFE4C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4" name="pg1503"/>
            <p:cNvSpPr/>
            <p:nvPr/>
          </p:nvSpPr>
          <p:spPr>
            <a:xfrm>
              <a:off x="1834665" y="2194726"/>
              <a:ext cx="2851" cy="3423"/>
            </a:xfrm>
            <a:custGeom>
              <a:avLst/>
              <a:pathLst>
                <a:path w="2851" h="3423">
                  <a:moveTo>
                    <a:pt x="2689" y="1112"/>
                  </a:moveTo>
                  <a:lnTo>
                    <a:pt x="2851" y="1754"/>
                  </a:lnTo>
                  <a:lnTo>
                    <a:pt x="2362" y="2379"/>
                  </a:lnTo>
                  <a:lnTo>
                    <a:pt x="2013" y="2475"/>
                  </a:lnTo>
                  <a:lnTo>
                    <a:pt x="1459" y="1468"/>
                  </a:lnTo>
                  <a:lnTo>
                    <a:pt x="1216" y="1348"/>
                  </a:lnTo>
                  <a:lnTo>
                    <a:pt x="1411" y="2897"/>
                  </a:lnTo>
                  <a:lnTo>
                    <a:pt x="1344" y="3423"/>
                  </a:lnTo>
                  <a:lnTo>
                    <a:pt x="209" y="2471"/>
                  </a:lnTo>
                  <a:lnTo>
                    <a:pt x="0" y="1718"/>
                  </a:lnTo>
                  <a:lnTo>
                    <a:pt x="319" y="921"/>
                  </a:lnTo>
                  <a:lnTo>
                    <a:pt x="1033" y="99"/>
                  </a:lnTo>
                  <a:lnTo>
                    <a:pt x="1281" y="0"/>
                  </a:lnTo>
                  <a:close/>
                </a:path>
              </a:pathLst>
            </a:custGeom>
            <a:solidFill>
              <a:srgbClr val="CFE4C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5" name="pg1504"/>
            <p:cNvSpPr/>
            <p:nvPr/>
          </p:nvSpPr>
          <p:spPr>
            <a:xfrm>
              <a:off x="1813859" y="2175243"/>
              <a:ext cx="703481" cy="716163"/>
            </a:xfrm>
            <a:custGeom>
              <a:avLst/>
              <a:pathLst>
                <a:path w="703481" h="716163">
                  <a:moveTo>
                    <a:pt x="609373" y="129005"/>
                  </a:moveTo>
                  <a:lnTo>
                    <a:pt x="609930" y="129004"/>
                  </a:lnTo>
                  <a:lnTo>
                    <a:pt x="612768" y="128995"/>
                  </a:lnTo>
                  <a:lnTo>
                    <a:pt x="617839" y="128981"/>
                  </a:lnTo>
                  <a:lnTo>
                    <a:pt x="622910" y="128966"/>
                  </a:lnTo>
                  <a:lnTo>
                    <a:pt x="627981" y="128953"/>
                  </a:lnTo>
                  <a:lnTo>
                    <a:pt x="633053" y="128939"/>
                  </a:lnTo>
                  <a:lnTo>
                    <a:pt x="638125" y="128924"/>
                  </a:lnTo>
                  <a:lnTo>
                    <a:pt x="643196" y="128910"/>
                  </a:lnTo>
                  <a:lnTo>
                    <a:pt x="648267" y="128896"/>
                  </a:lnTo>
                  <a:lnTo>
                    <a:pt x="649467" y="123199"/>
                  </a:lnTo>
                  <a:lnTo>
                    <a:pt x="650586" y="120547"/>
                  </a:lnTo>
                  <a:lnTo>
                    <a:pt x="652117" y="121426"/>
                  </a:lnTo>
                  <a:lnTo>
                    <a:pt x="652933" y="121353"/>
                  </a:lnTo>
                  <a:lnTo>
                    <a:pt x="653840" y="119985"/>
                  </a:lnTo>
                  <a:lnTo>
                    <a:pt x="654575" y="119154"/>
                  </a:lnTo>
                  <a:lnTo>
                    <a:pt x="655060" y="119276"/>
                  </a:lnTo>
                  <a:lnTo>
                    <a:pt x="655473" y="120529"/>
                  </a:lnTo>
                  <a:lnTo>
                    <a:pt x="655818" y="121364"/>
                  </a:lnTo>
                  <a:lnTo>
                    <a:pt x="656219" y="121120"/>
                  </a:lnTo>
                  <a:lnTo>
                    <a:pt x="656563" y="119939"/>
                  </a:lnTo>
                  <a:lnTo>
                    <a:pt x="656551" y="118299"/>
                  </a:lnTo>
                  <a:lnTo>
                    <a:pt x="657022" y="117158"/>
                  </a:lnTo>
                  <a:lnTo>
                    <a:pt x="657581" y="116984"/>
                  </a:lnTo>
                  <a:lnTo>
                    <a:pt x="658097" y="117020"/>
                  </a:lnTo>
                  <a:lnTo>
                    <a:pt x="658355" y="116463"/>
                  </a:lnTo>
                  <a:lnTo>
                    <a:pt x="658326" y="115663"/>
                  </a:lnTo>
                  <a:lnTo>
                    <a:pt x="658140" y="114376"/>
                  </a:lnTo>
                  <a:lnTo>
                    <a:pt x="658203" y="112827"/>
                  </a:lnTo>
                  <a:lnTo>
                    <a:pt x="659493" y="110090"/>
                  </a:lnTo>
                  <a:lnTo>
                    <a:pt x="661075" y="108233"/>
                  </a:lnTo>
                  <a:lnTo>
                    <a:pt x="661630" y="107305"/>
                  </a:lnTo>
                  <a:lnTo>
                    <a:pt x="661791" y="105424"/>
                  </a:lnTo>
                  <a:lnTo>
                    <a:pt x="662698" y="103469"/>
                  </a:lnTo>
                  <a:lnTo>
                    <a:pt x="663151" y="102345"/>
                  </a:lnTo>
                  <a:lnTo>
                    <a:pt x="663262" y="101368"/>
                  </a:lnTo>
                  <a:lnTo>
                    <a:pt x="663027" y="100166"/>
                  </a:lnTo>
                  <a:lnTo>
                    <a:pt x="663051" y="97875"/>
                  </a:lnTo>
                  <a:lnTo>
                    <a:pt x="663363" y="95138"/>
                  </a:lnTo>
                  <a:lnTo>
                    <a:pt x="663736" y="92157"/>
                  </a:lnTo>
                  <a:lnTo>
                    <a:pt x="664572" y="89469"/>
                  </a:lnTo>
                  <a:lnTo>
                    <a:pt x="665943" y="86537"/>
                  </a:lnTo>
                  <a:lnTo>
                    <a:pt x="666296" y="82685"/>
                  </a:lnTo>
                  <a:lnTo>
                    <a:pt x="666667" y="78622"/>
                  </a:lnTo>
                  <a:lnTo>
                    <a:pt x="668325" y="74663"/>
                  </a:lnTo>
                  <a:lnTo>
                    <a:pt x="670204" y="70173"/>
                  </a:lnTo>
                  <a:lnTo>
                    <a:pt x="671273" y="67617"/>
                  </a:lnTo>
                  <a:lnTo>
                    <a:pt x="673203" y="62969"/>
                  </a:lnTo>
                  <a:lnTo>
                    <a:pt x="674575" y="59660"/>
                  </a:lnTo>
                  <a:lnTo>
                    <a:pt x="675266" y="58142"/>
                  </a:lnTo>
                  <a:lnTo>
                    <a:pt x="675989" y="56340"/>
                  </a:lnTo>
                  <a:lnTo>
                    <a:pt x="677166" y="56878"/>
                  </a:lnTo>
                  <a:lnTo>
                    <a:pt x="678337" y="57415"/>
                  </a:lnTo>
                  <a:lnTo>
                    <a:pt x="678166" y="60030"/>
                  </a:lnTo>
                  <a:lnTo>
                    <a:pt x="678357" y="61936"/>
                  </a:lnTo>
                  <a:lnTo>
                    <a:pt x="678911" y="63035"/>
                  </a:lnTo>
                  <a:lnTo>
                    <a:pt x="679714" y="63779"/>
                  </a:lnTo>
                  <a:lnTo>
                    <a:pt x="680321" y="64028"/>
                  </a:lnTo>
                  <a:lnTo>
                    <a:pt x="681036" y="64013"/>
                  </a:lnTo>
                  <a:lnTo>
                    <a:pt x="682988" y="62531"/>
                  </a:lnTo>
                  <a:lnTo>
                    <a:pt x="685282" y="61576"/>
                  </a:lnTo>
                  <a:lnTo>
                    <a:pt x="686543" y="60679"/>
                  </a:lnTo>
                  <a:lnTo>
                    <a:pt x="686773" y="59841"/>
                  </a:lnTo>
                  <a:lnTo>
                    <a:pt x="687347" y="59546"/>
                  </a:lnTo>
                  <a:lnTo>
                    <a:pt x="688266" y="59799"/>
                  </a:lnTo>
                  <a:lnTo>
                    <a:pt x="689957" y="61899"/>
                  </a:lnTo>
                  <a:lnTo>
                    <a:pt x="691930" y="65068"/>
                  </a:lnTo>
                  <a:lnTo>
                    <a:pt x="693491" y="67574"/>
                  </a:lnTo>
                  <a:lnTo>
                    <a:pt x="693539" y="71920"/>
                  </a:lnTo>
                  <a:lnTo>
                    <a:pt x="693569" y="76525"/>
                  </a:lnTo>
                  <a:lnTo>
                    <a:pt x="693601" y="81379"/>
                  </a:lnTo>
                  <a:lnTo>
                    <a:pt x="693625" y="84843"/>
                  </a:lnTo>
                  <a:lnTo>
                    <a:pt x="693664" y="89600"/>
                  </a:lnTo>
                  <a:lnTo>
                    <a:pt x="693696" y="93385"/>
                  </a:lnTo>
                  <a:lnTo>
                    <a:pt x="693738" y="98325"/>
                  </a:lnTo>
                  <a:lnTo>
                    <a:pt x="693760" y="100965"/>
                  </a:lnTo>
                  <a:lnTo>
                    <a:pt x="693975" y="101727"/>
                  </a:lnTo>
                  <a:lnTo>
                    <a:pt x="693846" y="102767"/>
                  </a:lnTo>
                  <a:lnTo>
                    <a:pt x="693789" y="103288"/>
                  </a:lnTo>
                  <a:lnTo>
                    <a:pt x="693803" y="103702"/>
                  </a:lnTo>
                  <a:lnTo>
                    <a:pt x="693889" y="104223"/>
                  </a:lnTo>
                  <a:lnTo>
                    <a:pt x="693875" y="104952"/>
                  </a:lnTo>
                  <a:lnTo>
                    <a:pt x="693675" y="105611"/>
                  </a:lnTo>
                  <a:lnTo>
                    <a:pt x="693575" y="106373"/>
                  </a:lnTo>
                  <a:lnTo>
                    <a:pt x="693546" y="107621"/>
                  </a:lnTo>
                  <a:lnTo>
                    <a:pt x="693760" y="108384"/>
                  </a:lnTo>
                  <a:lnTo>
                    <a:pt x="694118" y="108834"/>
                  </a:lnTo>
                  <a:lnTo>
                    <a:pt x="694419" y="108834"/>
                  </a:lnTo>
                  <a:lnTo>
                    <a:pt x="694805" y="109286"/>
                  </a:lnTo>
                  <a:lnTo>
                    <a:pt x="695305" y="110084"/>
                  </a:lnTo>
                  <a:lnTo>
                    <a:pt x="696063" y="110777"/>
                  </a:lnTo>
                  <a:lnTo>
                    <a:pt x="696849" y="111019"/>
                  </a:lnTo>
                  <a:lnTo>
                    <a:pt x="697393" y="110846"/>
                  </a:lnTo>
                  <a:lnTo>
                    <a:pt x="698050" y="111298"/>
                  </a:lnTo>
                  <a:lnTo>
                    <a:pt x="698279" y="112407"/>
                  </a:lnTo>
                  <a:lnTo>
                    <a:pt x="698151" y="113446"/>
                  </a:lnTo>
                  <a:lnTo>
                    <a:pt x="697779" y="113932"/>
                  </a:lnTo>
                  <a:lnTo>
                    <a:pt x="697378" y="114314"/>
                  </a:lnTo>
                  <a:lnTo>
                    <a:pt x="697307" y="115111"/>
                  </a:lnTo>
                  <a:lnTo>
                    <a:pt x="697507" y="115943"/>
                  </a:lnTo>
                  <a:lnTo>
                    <a:pt x="697793" y="116672"/>
                  </a:lnTo>
                  <a:lnTo>
                    <a:pt x="698108" y="117952"/>
                  </a:lnTo>
                  <a:lnTo>
                    <a:pt x="697979" y="119061"/>
                  </a:lnTo>
                  <a:lnTo>
                    <a:pt x="697693" y="119998"/>
                  </a:lnTo>
                  <a:lnTo>
                    <a:pt x="697564" y="120967"/>
                  </a:lnTo>
                  <a:lnTo>
                    <a:pt x="697807" y="121801"/>
                  </a:lnTo>
                  <a:lnTo>
                    <a:pt x="698451" y="122909"/>
                  </a:lnTo>
                  <a:lnTo>
                    <a:pt x="698851" y="123984"/>
                  </a:lnTo>
                  <a:lnTo>
                    <a:pt x="699481" y="124574"/>
                  </a:lnTo>
                  <a:lnTo>
                    <a:pt x="699781" y="124157"/>
                  </a:lnTo>
                  <a:lnTo>
                    <a:pt x="700024" y="123602"/>
                  </a:lnTo>
                  <a:lnTo>
                    <a:pt x="700281" y="123186"/>
                  </a:lnTo>
                  <a:lnTo>
                    <a:pt x="700724" y="123430"/>
                  </a:lnTo>
                  <a:lnTo>
                    <a:pt x="701239" y="123742"/>
                  </a:lnTo>
                  <a:lnTo>
                    <a:pt x="701802" y="124113"/>
                  </a:lnTo>
                  <a:lnTo>
                    <a:pt x="701734" y="125012"/>
                  </a:lnTo>
                  <a:lnTo>
                    <a:pt x="702077" y="126526"/>
                  </a:lnTo>
                  <a:lnTo>
                    <a:pt x="702343" y="129440"/>
                  </a:lnTo>
                  <a:lnTo>
                    <a:pt x="701935" y="130763"/>
                  </a:lnTo>
                  <a:lnTo>
                    <a:pt x="702022" y="132516"/>
                  </a:lnTo>
                  <a:lnTo>
                    <a:pt x="703152" y="133026"/>
                  </a:lnTo>
                  <a:lnTo>
                    <a:pt x="703427" y="133563"/>
                  </a:lnTo>
                  <a:lnTo>
                    <a:pt x="703481" y="134211"/>
                  </a:lnTo>
                  <a:lnTo>
                    <a:pt x="700992" y="138705"/>
                  </a:lnTo>
                  <a:lnTo>
                    <a:pt x="698886" y="138076"/>
                  </a:lnTo>
                  <a:lnTo>
                    <a:pt x="697744" y="139268"/>
                  </a:lnTo>
                  <a:lnTo>
                    <a:pt x="696547" y="139616"/>
                  </a:lnTo>
                  <a:lnTo>
                    <a:pt x="696022" y="141624"/>
                  </a:lnTo>
                  <a:lnTo>
                    <a:pt x="695365" y="142050"/>
                  </a:lnTo>
                  <a:lnTo>
                    <a:pt x="694465" y="141929"/>
                  </a:lnTo>
                  <a:lnTo>
                    <a:pt x="693689" y="141362"/>
                  </a:lnTo>
                  <a:lnTo>
                    <a:pt x="693097" y="141640"/>
                  </a:lnTo>
                  <a:lnTo>
                    <a:pt x="692269" y="145264"/>
                  </a:lnTo>
                  <a:lnTo>
                    <a:pt x="691591" y="144948"/>
                  </a:lnTo>
                  <a:lnTo>
                    <a:pt x="691320" y="146253"/>
                  </a:lnTo>
                  <a:lnTo>
                    <a:pt x="690966" y="146823"/>
                  </a:lnTo>
                  <a:lnTo>
                    <a:pt x="690446" y="147312"/>
                  </a:lnTo>
                  <a:lnTo>
                    <a:pt x="689994" y="145702"/>
                  </a:lnTo>
                  <a:lnTo>
                    <a:pt x="689707" y="144171"/>
                  </a:lnTo>
                  <a:lnTo>
                    <a:pt x="689283" y="143835"/>
                  </a:lnTo>
                  <a:lnTo>
                    <a:pt x="688720" y="143444"/>
                  </a:lnTo>
                  <a:lnTo>
                    <a:pt x="688141" y="143457"/>
                  </a:lnTo>
                  <a:lnTo>
                    <a:pt x="687755" y="143676"/>
                  </a:lnTo>
                  <a:lnTo>
                    <a:pt x="687276" y="144666"/>
                  </a:lnTo>
                  <a:lnTo>
                    <a:pt x="686581" y="145515"/>
                  </a:lnTo>
                  <a:lnTo>
                    <a:pt x="686056" y="144807"/>
                  </a:lnTo>
                  <a:lnTo>
                    <a:pt x="685645" y="143669"/>
                  </a:lnTo>
                  <a:lnTo>
                    <a:pt x="685293" y="145500"/>
                  </a:lnTo>
                  <a:lnTo>
                    <a:pt x="684781" y="147433"/>
                  </a:lnTo>
                  <a:lnTo>
                    <a:pt x="684866" y="149688"/>
                  </a:lnTo>
                  <a:lnTo>
                    <a:pt x="684646" y="151026"/>
                  </a:lnTo>
                  <a:lnTo>
                    <a:pt x="684161" y="150665"/>
                  </a:lnTo>
                  <a:lnTo>
                    <a:pt x="683677" y="149492"/>
                  </a:lnTo>
                  <a:lnTo>
                    <a:pt x="682321" y="148554"/>
                  </a:lnTo>
                  <a:lnTo>
                    <a:pt x="681241" y="148641"/>
                  </a:lnTo>
                  <a:lnTo>
                    <a:pt x="681461" y="147388"/>
                  </a:lnTo>
                  <a:lnTo>
                    <a:pt x="682482" y="145591"/>
                  </a:lnTo>
                  <a:lnTo>
                    <a:pt x="682168" y="145238"/>
                  </a:lnTo>
                  <a:lnTo>
                    <a:pt x="681667" y="145488"/>
                  </a:lnTo>
                  <a:lnTo>
                    <a:pt x="681448" y="145238"/>
                  </a:lnTo>
                  <a:lnTo>
                    <a:pt x="681806" y="143605"/>
                  </a:lnTo>
                  <a:lnTo>
                    <a:pt x="681841" y="141803"/>
                  </a:lnTo>
                  <a:lnTo>
                    <a:pt x="681384" y="142434"/>
                  </a:lnTo>
                  <a:lnTo>
                    <a:pt x="680809" y="144335"/>
                  </a:lnTo>
                  <a:lnTo>
                    <a:pt x="679418" y="145849"/>
                  </a:lnTo>
                  <a:lnTo>
                    <a:pt x="679483" y="148382"/>
                  </a:lnTo>
                  <a:lnTo>
                    <a:pt x="678174" y="153575"/>
                  </a:lnTo>
                  <a:lnTo>
                    <a:pt x="678116" y="155785"/>
                  </a:lnTo>
                  <a:lnTo>
                    <a:pt x="677276" y="157550"/>
                  </a:lnTo>
                  <a:lnTo>
                    <a:pt x="676194" y="159068"/>
                  </a:lnTo>
                  <a:lnTo>
                    <a:pt x="674750" y="158641"/>
                  </a:lnTo>
                  <a:lnTo>
                    <a:pt x="673648" y="159960"/>
                  </a:lnTo>
                  <a:lnTo>
                    <a:pt x="673088" y="161473"/>
                  </a:lnTo>
                  <a:lnTo>
                    <a:pt x="672602" y="161701"/>
                  </a:lnTo>
                  <a:lnTo>
                    <a:pt x="672349" y="159773"/>
                  </a:lnTo>
                  <a:lnTo>
                    <a:pt x="672164" y="159178"/>
                  </a:lnTo>
                  <a:lnTo>
                    <a:pt x="671758" y="162020"/>
                  </a:lnTo>
                  <a:lnTo>
                    <a:pt x="671345" y="162196"/>
                  </a:lnTo>
                  <a:lnTo>
                    <a:pt x="671188" y="160180"/>
                  </a:lnTo>
                  <a:lnTo>
                    <a:pt x="670992" y="158849"/>
                  </a:lnTo>
                  <a:lnTo>
                    <a:pt x="670428" y="159997"/>
                  </a:lnTo>
                  <a:lnTo>
                    <a:pt x="670054" y="163041"/>
                  </a:lnTo>
                  <a:lnTo>
                    <a:pt x="669662" y="162785"/>
                  </a:lnTo>
                  <a:lnTo>
                    <a:pt x="669537" y="161652"/>
                  </a:lnTo>
                  <a:lnTo>
                    <a:pt x="669256" y="161309"/>
                  </a:lnTo>
                  <a:lnTo>
                    <a:pt x="669160" y="162603"/>
                  </a:lnTo>
                  <a:lnTo>
                    <a:pt x="669301" y="164424"/>
                  </a:lnTo>
                  <a:lnTo>
                    <a:pt x="669097" y="165396"/>
                  </a:lnTo>
                  <a:lnTo>
                    <a:pt x="668707" y="164877"/>
                  </a:lnTo>
                  <a:lnTo>
                    <a:pt x="668315" y="164001"/>
                  </a:lnTo>
                  <a:lnTo>
                    <a:pt x="667669" y="164666"/>
                  </a:lnTo>
                  <a:lnTo>
                    <a:pt x="667075" y="164936"/>
                  </a:lnTo>
                  <a:lnTo>
                    <a:pt x="667072" y="164044"/>
                  </a:lnTo>
                  <a:lnTo>
                    <a:pt x="667185" y="162951"/>
                  </a:lnTo>
                  <a:lnTo>
                    <a:pt x="666002" y="163555"/>
                  </a:lnTo>
                  <a:lnTo>
                    <a:pt x="664582" y="165572"/>
                  </a:lnTo>
                  <a:lnTo>
                    <a:pt x="663480" y="168363"/>
                  </a:lnTo>
                  <a:lnTo>
                    <a:pt x="663862" y="168827"/>
                  </a:lnTo>
                  <a:lnTo>
                    <a:pt x="664293" y="169716"/>
                  </a:lnTo>
                  <a:lnTo>
                    <a:pt x="662378" y="174027"/>
                  </a:lnTo>
                  <a:lnTo>
                    <a:pt x="660416" y="177910"/>
                  </a:lnTo>
                  <a:lnTo>
                    <a:pt x="658933" y="184245"/>
                  </a:lnTo>
                  <a:lnTo>
                    <a:pt x="658338" y="184987"/>
                  </a:lnTo>
                  <a:lnTo>
                    <a:pt x="657827" y="186148"/>
                  </a:lnTo>
                  <a:lnTo>
                    <a:pt x="657284" y="189973"/>
                  </a:lnTo>
                  <a:lnTo>
                    <a:pt x="656658" y="193378"/>
                  </a:lnTo>
                  <a:lnTo>
                    <a:pt x="657008" y="194895"/>
                  </a:lnTo>
                  <a:lnTo>
                    <a:pt x="657239" y="196454"/>
                  </a:lnTo>
                  <a:lnTo>
                    <a:pt x="657796" y="197990"/>
                  </a:lnTo>
                  <a:lnTo>
                    <a:pt x="658269" y="198128"/>
                  </a:lnTo>
                  <a:lnTo>
                    <a:pt x="658781" y="197851"/>
                  </a:lnTo>
                  <a:lnTo>
                    <a:pt x="659157" y="197916"/>
                  </a:lnTo>
                  <a:lnTo>
                    <a:pt x="659399" y="198568"/>
                  </a:lnTo>
                  <a:lnTo>
                    <a:pt x="659292" y="199350"/>
                  </a:lnTo>
                  <a:lnTo>
                    <a:pt x="658701" y="199545"/>
                  </a:lnTo>
                  <a:lnTo>
                    <a:pt x="657599" y="200913"/>
                  </a:lnTo>
                  <a:lnTo>
                    <a:pt x="656632" y="201438"/>
                  </a:lnTo>
                  <a:lnTo>
                    <a:pt x="656148" y="203091"/>
                  </a:lnTo>
                  <a:lnTo>
                    <a:pt x="655422" y="205002"/>
                  </a:lnTo>
                  <a:lnTo>
                    <a:pt x="654011" y="207983"/>
                  </a:lnTo>
                  <a:lnTo>
                    <a:pt x="654614" y="208902"/>
                  </a:lnTo>
                  <a:lnTo>
                    <a:pt x="656793" y="209938"/>
                  </a:lnTo>
                  <a:lnTo>
                    <a:pt x="657764" y="211004"/>
                  </a:lnTo>
                  <a:lnTo>
                    <a:pt x="659234" y="216572"/>
                  </a:lnTo>
                  <a:lnTo>
                    <a:pt x="658898" y="217129"/>
                  </a:lnTo>
                  <a:lnTo>
                    <a:pt x="658765" y="218149"/>
                  </a:lnTo>
                  <a:lnTo>
                    <a:pt x="660072" y="219580"/>
                  </a:lnTo>
                  <a:lnTo>
                    <a:pt x="660489" y="223578"/>
                  </a:lnTo>
                  <a:lnTo>
                    <a:pt x="661562" y="224939"/>
                  </a:lnTo>
                  <a:lnTo>
                    <a:pt x="663161" y="225775"/>
                  </a:lnTo>
                  <a:lnTo>
                    <a:pt x="665116" y="224566"/>
                  </a:lnTo>
                  <a:lnTo>
                    <a:pt x="666744" y="222903"/>
                  </a:lnTo>
                  <a:lnTo>
                    <a:pt x="666687" y="221539"/>
                  </a:lnTo>
                  <a:lnTo>
                    <a:pt x="665664" y="218367"/>
                  </a:lnTo>
                  <a:lnTo>
                    <a:pt x="665418" y="216876"/>
                  </a:lnTo>
                  <a:lnTo>
                    <a:pt x="664659" y="215911"/>
                  </a:lnTo>
                  <a:lnTo>
                    <a:pt x="664370" y="216729"/>
                  </a:lnTo>
                  <a:lnTo>
                    <a:pt x="663879" y="215667"/>
                  </a:lnTo>
                  <a:lnTo>
                    <a:pt x="663824" y="215071"/>
                  </a:lnTo>
                  <a:lnTo>
                    <a:pt x="664281" y="214781"/>
                  </a:lnTo>
                  <a:lnTo>
                    <a:pt x="664813" y="214897"/>
                  </a:lnTo>
                  <a:lnTo>
                    <a:pt x="665434" y="215452"/>
                  </a:lnTo>
                  <a:lnTo>
                    <a:pt x="667031" y="218910"/>
                  </a:lnTo>
                  <a:lnTo>
                    <a:pt x="667473" y="223444"/>
                  </a:lnTo>
                  <a:lnTo>
                    <a:pt x="667568" y="226322"/>
                  </a:lnTo>
                  <a:lnTo>
                    <a:pt x="667388" y="227306"/>
                  </a:lnTo>
                  <a:lnTo>
                    <a:pt x="666923" y="227104"/>
                  </a:lnTo>
                  <a:lnTo>
                    <a:pt x="666036" y="227301"/>
                  </a:lnTo>
                  <a:lnTo>
                    <a:pt x="661830" y="228791"/>
                  </a:lnTo>
                  <a:lnTo>
                    <a:pt x="660895" y="230104"/>
                  </a:lnTo>
                  <a:lnTo>
                    <a:pt x="658753" y="231529"/>
                  </a:lnTo>
                  <a:lnTo>
                    <a:pt x="658620" y="230818"/>
                  </a:lnTo>
                  <a:lnTo>
                    <a:pt x="658774" y="229346"/>
                  </a:lnTo>
                  <a:lnTo>
                    <a:pt x="658639" y="226332"/>
                  </a:lnTo>
                  <a:lnTo>
                    <a:pt x="658217" y="226192"/>
                  </a:lnTo>
                  <a:lnTo>
                    <a:pt x="654889" y="231107"/>
                  </a:lnTo>
                  <a:lnTo>
                    <a:pt x="653602" y="231415"/>
                  </a:lnTo>
                  <a:lnTo>
                    <a:pt x="652520" y="232854"/>
                  </a:lnTo>
                  <a:lnTo>
                    <a:pt x="652278" y="232056"/>
                  </a:lnTo>
                  <a:lnTo>
                    <a:pt x="652085" y="228371"/>
                  </a:lnTo>
                  <a:lnTo>
                    <a:pt x="652762" y="225281"/>
                  </a:lnTo>
                  <a:lnTo>
                    <a:pt x="652401" y="225330"/>
                  </a:lnTo>
                  <a:lnTo>
                    <a:pt x="651271" y="227185"/>
                  </a:lnTo>
                  <a:lnTo>
                    <a:pt x="650787" y="226044"/>
                  </a:lnTo>
                  <a:lnTo>
                    <a:pt x="650545" y="224791"/>
                  </a:lnTo>
                  <a:lnTo>
                    <a:pt x="650197" y="224083"/>
                  </a:lnTo>
                  <a:lnTo>
                    <a:pt x="649820" y="223815"/>
                  </a:lnTo>
                  <a:lnTo>
                    <a:pt x="650142" y="226550"/>
                  </a:lnTo>
                  <a:lnTo>
                    <a:pt x="649376" y="228602"/>
                  </a:lnTo>
                  <a:lnTo>
                    <a:pt x="649166" y="233909"/>
                  </a:lnTo>
                  <a:lnTo>
                    <a:pt x="648202" y="236118"/>
                  </a:lnTo>
                  <a:lnTo>
                    <a:pt x="645199" y="237537"/>
                  </a:lnTo>
                  <a:lnTo>
                    <a:pt x="643241" y="237237"/>
                  </a:lnTo>
                  <a:lnTo>
                    <a:pt x="641487" y="237679"/>
                  </a:lnTo>
                  <a:lnTo>
                    <a:pt x="639154" y="238697"/>
                  </a:lnTo>
                  <a:lnTo>
                    <a:pt x="637865" y="238091"/>
                  </a:lnTo>
                  <a:lnTo>
                    <a:pt x="636545" y="239166"/>
                  </a:lnTo>
                  <a:lnTo>
                    <a:pt x="632063" y="239459"/>
                  </a:lnTo>
                  <a:lnTo>
                    <a:pt x="631118" y="238889"/>
                  </a:lnTo>
                  <a:lnTo>
                    <a:pt x="629911" y="240919"/>
                  </a:lnTo>
                  <a:lnTo>
                    <a:pt x="627979" y="242120"/>
                  </a:lnTo>
                  <a:lnTo>
                    <a:pt x="623095" y="246669"/>
                  </a:lnTo>
                  <a:lnTo>
                    <a:pt x="622018" y="248324"/>
                  </a:lnTo>
                  <a:lnTo>
                    <a:pt x="620706" y="250908"/>
                  </a:lnTo>
                  <a:lnTo>
                    <a:pt x="619825" y="252297"/>
                  </a:lnTo>
                  <a:lnTo>
                    <a:pt x="619101" y="252749"/>
                  </a:lnTo>
                  <a:lnTo>
                    <a:pt x="618656" y="253906"/>
                  </a:lnTo>
                  <a:lnTo>
                    <a:pt x="618170" y="254662"/>
                  </a:lnTo>
                  <a:lnTo>
                    <a:pt x="618639" y="252080"/>
                  </a:lnTo>
                  <a:lnTo>
                    <a:pt x="619149" y="249902"/>
                  </a:lnTo>
                  <a:lnTo>
                    <a:pt x="619573" y="245685"/>
                  </a:lnTo>
                  <a:lnTo>
                    <a:pt x="619448" y="242274"/>
                  </a:lnTo>
                  <a:lnTo>
                    <a:pt x="618923" y="240872"/>
                  </a:lnTo>
                  <a:lnTo>
                    <a:pt x="618379" y="239937"/>
                  </a:lnTo>
                  <a:lnTo>
                    <a:pt x="619016" y="243303"/>
                  </a:lnTo>
                  <a:lnTo>
                    <a:pt x="619119" y="247431"/>
                  </a:lnTo>
                  <a:lnTo>
                    <a:pt x="618900" y="249849"/>
                  </a:lnTo>
                  <a:lnTo>
                    <a:pt x="617702" y="254514"/>
                  </a:lnTo>
                  <a:lnTo>
                    <a:pt x="617192" y="255600"/>
                  </a:lnTo>
                  <a:lnTo>
                    <a:pt x="616596" y="256555"/>
                  </a:lnTo>
                  <a:lnTo>
                    <a:pt x="616147" y="256971"/>
                  </a:lnTo>
                  <a:lnTo>
                    <a:pt x="615732" y="257717"/>
                  </a:lnTo>
                  <a:lnTo>
                    <a:pt x="615250" y="258898"/>
                  </a:lnTo>
                  <a:lnTo>
                    <a:pt x="614793" y="261244"/>
                  </a:lnTo>
                  <a:lnTo>
                    <a:pt x="615069" y="263383"/>
                  </a:lnTo>
                  <a:lnTo>
                    <a:pt x="617405" y="264163"/>
                  </a:lnTo>
                  <a:lnTo>
                    <a:pt x="618032" y="263504"/>
                  </a:lnTo>
                  <a:lnTo>
                    <a:pt x="618351" y="265035"/>
                  </a:lnTo>
                  <a:lnTo>
                    <a:pt x="618529" y="267161"/>
                  </a:lnTo>
                  <a:lnTo>
                    <a:pt x="618354" y="269461"/>
                  </a:lnTo>
                  <a:lnTo>
                    <a:pt x="617964" y="271802"/>
                  </a:lnTo>
                  <a:lnTo>
                    <a:pt x="617668" y="274707"/>
                  </a:lnTo>
                  <a:lnTo>
                    <a:pt x="617416" y="279138"/>
                  </a:lnTo>
                  <a:lnTo>
                    <a:pt x="617039" y="283125"/>
                  </a:lnTo>
                  <a:lnTo>
                    <a:pt x="616989" y="281914"/>
                  </a:lnTo>
                  <a:lnTo>
                    <a:pt x="617225" y="277068"/>
                  </a:lnTo>
                  <a:lnTo>
                    <a:pt x="616843" y="277574"/>
                  </a:lnTo>
                  <a:lnTo>
                    <a:pt x="616579" y="278693"/>
                  </a:lnTo>
                  <a:lnTo>
                    <a:pt x="615866" y="284943"/>
                  </a:lnTo>
                  <a:lnTo>
                    <a:pt x="614886" y="288274"/>
                  </a:lnTo>
                  <a:lnTo>
                    <a:pt x="613983" y="290578"/>
                  </a:lnTo>
                  <a:lnTo>
                    <a:pt x="613052" y="290198"/>
                  </a:lnTo>
                  <a:lnTo>
                    <a:pt x="613262" y="292029"/>
                  </a:lnTo>
                  <a:lnTo>
                    <a:pt x="613006" y="292982"/>
                  </a:lnTo>
                  <a:lnTo>
                    <a:pt x="612787" y="294972"/>
                  </a:lnTo>
                  <a:lnTo>
                    <a:pt x="612232" y="296291"/>
                  </a:lnTo>
                  <a:lnTo>
                    <a:pt x="611710" y="296164"/>
                  </a:lnTo>
                  <a:lnTo>
                    <a:pt x="610960" y="297073"/>
                  </a:lnTo>
                  <a:lnTo>
                    <a:pt x="610664" y="297768"/>
                  </a:lnTo>
                  <a:lnTo>
                    <a:pt x="610642" y="299100"/>
                  </a:lnTo>
                  <a:lnTo>
                    <a:pt x="610140" y="300271"/>
                  </a:lnTo>
                  <a:lnTo>
                    <a:pt x="608330" y="306357"/>
                  </a:lnTo>
                  <a:lnTo>
                    <a:pt x="606759" y="308153"/>
                  </a:lnTo>
                  <a:lnTo>
                    <a:pt x="606382" y="307892"/>
                  </a:lnTo>
                  <a:lnTo>
                    <a:pt x="606797" y="305020"/>
                  </a:lnTo>
                  <a:lnTo>
                    <a:pt x="607081" y="302115"/>
                  </a:lnTo>
                  <a:lnTo>
                    <a:pt x="606127" y="300851"/>
                  </a:lnTo>
                  <a:lnTo>
                    <a:pt x="605214" y="300183"/>
                  </a:lnTo>
                  <a:lnTo>
                    <a:pt x="604166" y="300271"/>
                  </a:lnTo>
                  <a:lnTo>
                    <a:pt x="603010" y="298013"/>
                  </a:lnTo>
                  <a:lnTo>
                    <a:pt x="601518" y="296371"/>
                  </a:lnTo>
                  <a:lnTo>
                    <a:pt x="599437" y="291929"/>
                  </a:lnTo>
                  <a:lnTo>
                    <a:pt x="599497" y="290697"/>
                  </a:lnTo>
                  <a:lnTo>
                    <a:pt x="599445" y="288629"/>
                  </a:lnTo>
                  <a:lnTo>
                    <a:pt x="600078" y="285363"/>
                  </a:lnTo>
                  <a:lnTo>
                    <a:pt x="600684" y="283079"/>
                  </a:lnTo>
                  <a:lnTo>
                    <a:pt x="601521" y="281896"/>
                  </a:lnTo>
                  <a:lnTo>
                    <a:pt x="603951" y="280691"/>
                  </a:lnTo>
                  <a:lnTo>
                    <a:pt x="604560" y="278879"/>
                  </a:lnTo>
                  <a:lnTo>
                    <a:pt x="604922" y="277352"/>
                  </a:lnTo>
                  <a:lnTo>
                    <a:pt x="603718" y="279974"/>
                  </a:lnTo>
                  <a:lnTo>
                    <a:pt x="601915" y="280863"/>
                  </a:lnTo>
                  <a:lnTo>
                    <a:pt x="600943" y="281841"/>
                  </a:lnTo>
                  <a:lnTo>
                    <a:pt x="600166" y="283337"/>
                  </a:lnTo>
                  <a:lnTo>
                    <a:pt x="599706" y="285215"/>
                  </a:lnTo>
                  <a:lnTo>
                    <a:pt x="598664" y="287479"/>
                  </a:lnTo>
                  <a:lnTo>
                    <a:pt x="598738" y="288996"/>
                  </a:lnTo>
                  <a:lnTo>
                    <a:pt x="598912" y="290073"/>
                  </a:lnTo>
                  <a:lnTo>
                    <a:pt x="598832" y="292320"/>
                  </a:lnTo>
                  <a:lnTo>
                    <a:pt x="599490" y="294510"/>
                  </a:lnTo>
                  <a:lnTo>
                    <a:pt x="600797" y="298099"/>
                  </a:lnTo>
                  <a:lnTo>
                    <a:pt x="601046" y="303672"/>
                  </a:lnTo>
                  <a:lnTo>
                    <a:pt x="602043" y="307402"/>
                  </a:lnTo>
                  <a:lnTo>
                    <a:pt x="603570" y="311751"/>
                  </a:lnTo>
                  <a:lnTo>
                    <a:pt x="604745" y="312987"/>
                  </a:lnTo>
                  <a:lnTo>
                    <a:pt x="604802" y="314604"/>
                  </a:lnTo>
                  <a:lnTo>
                    <a:pt x="604260" y="317275"/>
                  </a:lnTo>
                  <a:lnTo>
                    <a:pt x="603545" y="318496"/>
                  </a:lnTo>
                  <a:lnTo>
                    <a:pt x="604475" y="318252"/>
                  </a:lnTo>
                  <a:lnTo>
                    <a:pt x="604938" y="318862"/>
                  </a:lnTo>
                  <a:lnTo>
                    <a:pt x="605388" y="321090"/>
                  </a:lnTo>
                  <a:lnTo>
                    <a:pt x="605353" y="323364"/>
                  </a:lnTo>
                  <a:lnTo>
                    <a:pt x="605201" y="324645"/>
                  </a:lnTo>
                  <a:lnTo>
                    <a:pt x="604919" y="325156"/>
                  </a:lnTo>
                  <a:lnTo>
                    <a:pt x="604931" y="323847"/>
                  </a:lnTo>
                  <a:lnTo>
                    <a:pt x="604732" y="323393"/>
                  </a:lnTo>
                  <a:lnTo>
                    <a:pt x="604403" y="323960"/>
                  </a:lnTo>
                  <a:lnTo>
                    <a:pt x="604190" y="324606"/>
                  </a:lnTo>
                  <a:lnTo>
                    <a:pt x="604101" y="327153"/>
                  </a:lnTo>
                  <a:lnTo>
                    <a:pt x="603875" y="328425"/>
                  </a:lnTo>
                  <a:lnTo>
                    <a:pt x="603078" y="328803"/>
                  </a:lnTo>
                  <a:lnTo>
                    <a:pt x="602269" y="332145"/>
                  </a:lnTo>
                  <a:lnTo>
                    <a:pt x="601517" y="334041"/>
                  </a:lnTo>
                  <a:lnTo>
                    <a:pt x="598557" y="346860"/>
                  </a:lnTo>
                  <a:lnTo>
                    <a:pt x="598670" y="349003"/>
                  </a:lnTo>
                  <a:lnTo>
                    <a:pt x="598129" y="349692"/>
                  </a:lnTo>
                  <a:lnTo>
                    <a:pt x="597309" y="350254"/>
                  </a:lnTo>
                  <a:lnTo>
                    <a:pt x="596479" y="351535"/>
                  </a:lnTo>
                  <a:lnTo>
                    <a:pt x="595929" y="352948"/>
                  </a:lnTo>
                  <a:lnTo>
                    <a:pt x="595418" y="356746"/>
                  </a:lnTo>
                  <a:lnTo>
                    <a:pt x="594438" y="361023"/>
                  </a:lnTo>
                  <a:lnTo>
                    <a:pt x="593827" y="359241"/>
                  </a:lnTo>
                  <a:lnTo>
                    <a:pt x="593670" y="357716"/>
                  </a:lnTo>
                  <a:lnTo>
                    <a:pt x="593942" y="353738"/>
                  </a:lnTo>
                  <a:lnTo>
                    <a:pt x="595002" y="347217"/>
                  </a:lnTo>
                  <a:lnTo>
                    <a:pt x="596169" y="343162"/>
                  </a:lnTo>
                  <a:lnTo>
                    <a:pt x="597059" y="341240"/>
                  </a:lnTo>
                  <a:lnTo>
                    <a:pt x="597791" y="337323"/>
                  </a:lnTo>
                  <a:lnTo>
                    <a:pt x="596866" y="336739"/>
                  </a:lnTo>
                  <a:lnTo>
                    <a:pt x="595456" y="336802"/>
                  </a:lnTo>
                  <a:lnTo>
                    <a:pt x="595722" y="334994"/>
                  </a:lnTo>
                  <a:lnTo>
                    <a:pt x="596133" y="333402"/>
                  </a:lnTo>
                  <a:lnTo>
                    <a:pt x="595398" y="331814"/>
                  </a:lnTo>
                  <a:lnTo>
                    <a:pt x="594963" y="331612"/>
                  </a:lnTo>
                  <a:lnTo>
                    <a:pt x="594515" y="330962"/>
                  </a:lnTo>
                  <a:lnTo>
                    <a:pt x="595040" y="329640"/>
                  </a:lnTo>
                  <a:lnTo>
                    <a:pt x="595297" y="328243"/>
                  </a:lnTo>
                  <a:lnTo>
                    <a:pt x="595140" y="326544"/>
                  </a:lnTo>
                  <a:lnTo>
                    <a:pt x="595360" y="325264"/>
                  </a:lnTo>
                  <a:lnTo>
                    <a:pt x="594993" y="325457"/>
                  </a:lnTo>
                  <a:lnTo>
                    <a:pt x="594403" y="326812"/>
                  </a:lnTo>
                  <a:lnTo>
                    <a:pt x="594036" y="327353"/>
                  </a:lnTo>
                  <a:lnTo>
                    <a:pt x="593812" y="326154"/>
                  </a:lnTo>
                  <a:lnTo>
                    <a:pt x="593557" y="326425"/>
                  </a:lnTo>
                  <a:lnTo>
                    <a:pt x="593391" y="327249"/>
                  </a:lnTo>
                  <a:lnTo>
                    <a:pt x="593014" y="327702"/>
                  </a:lnTo>
                  <a:lnTo>
                    <a:pt x="592218" y="326575"/>
                  </a:lnTo>
                  <a:lnTo>
                    <a:pt x="591059" y="325286"/>
                  </a:lnTo>
                  <a:lnTo>
                    <a:pt x="590413" y="323067"/>
                  </a:lnTo>
                  <a:lnTo>
                    <a:pt x="590045" y="321347"/>
                  </a:lnTo>
                  <a:lnTo>
                    <a:pt x="590419" y="318235"/>
                  </a:lnTo>
                  <a:lnTo>
                    <a:pt x="591221" y="317682"/>
                  </a:lnTo>
                  <a:lnTo>
                    <a:pt x="592262" y="318187"/>
                  </a:lnTo>
                  <a:lnTo>
                    <a:pt x="593627" y="318183"/>
                  </a:lnTo>
                  <a:lnTo>
                    <a:pt x="593432" y="317491"/>
                  </a:lnTo>
                  <a:lnTo>
                    <a:pt x="592944" y="317606"/>
                  </a:lnTo>
                  <a:lnTo>
                    <a:pt x="591505" y="315081"/>
                  </a:lnTo>
                  <a:lnTo>
                    <a:pt x="591043" y="313555"/>
                  </a:lnTo>
                  <a:lnTo>
                    <a:pt x="590246" y="313137"/>
                  </a:lnTo>
                  <a:lnTo>
                    <a:pt x="589883" y="314603"/>
                  </a:lnTo>
                  <a:lnTo>
                    <a:pt x="589480" y="314993"/>
                  </a:lnTo>
                  <a:lnTo>
                    <a:pt x="589978" y="311785"/>
                  </a:lnTo>
                  <a:lnTo>
                    <a:pt x="590628" y="311654"/>
                  </a:lnTo>
                  <a:lnTo>
                    <a:pt x="591589" y="310765"/>
                  </a:lnTo>
                  <a:lnTo>
                    <a:pt x="591310" y="308908"/>
                  </a:lnTo>
                  <a:lnTo>
                    <a:pt x="590703" y="308096"/>
                  </a:lnTo>
                  <a:lnTo>
                    <a:pt x="589608" y="309114"/>
                  </a:lnTo>
                  <a:lnTo>
                    <a:pt x="589622" y="307809"/>
                  </a:lnTo>
                  <a:lnTo>
                    <a:pt x="589827" y="306136"/>
                  </a:lnTo>
                  <a:lnTo>
                    <a:pt x="590652" y="306142"/>
                  </a:lnTo>
                  <a:lnTo>
                    <a:pt x="591375" y="306688"/>
                  </a:lnTo>
                  <a:lnTo>
                    <a:pt x="591991" y="303987"/>
                  </a:lnTo>
                  <a:lnTo>
                    <a:pt x="592018" y="302781"/>
                  </a:lnTo>
                  <a:lnTo>
                    <a:pt x="590996" y="304533"/>
                  </a:lnTo>
                  <a:lnTo>
                    <a:pt x="590766" y="300752"/>
                  </a:lnTo>
                  <a:lnTo>
                    <a:pt x="591772" y="297104"/>
                  </a:lnTo>
                  <a:lnTo>
                    <a:pt x="592732" y="295514"/>
                  </a:lnTo>
                  <a:lnTo>
                    <a:pt x="593931" y="295561"/>
                  </a:lnTo>
                  <a:lnTo>
                    <a:pt x="595150" y="295304"/>
                  </a:lnTo>
                  <a:lnTo>
                    <a:pt x="594385" y="294636"/>
                  </a:lnTo>
                  <a:lnTo>
                    <a:pt x="593600" y="294274"/>
                  </a:lnTo>
                  <a:lnTo>
                    <a:pt x="594190" y="292832"/>
                  </a:lnTo>
                  <a:lnTo>
                    <a:pt x="594693" y="292574"/>
                  </a:lnTo>
                  <a:lnTo>
                    <a:pt x="595187" y="291317"/>
                  </a:lnTo>
                  <a:lnTo>
                    <a:pt x="593999" y="291503"/>
                  </a:lnTo>
                  <a:lnTo>
                    <a:pt x="594139" y="289126"/>
                  </a:lnTo>
                  <a:lnTo>
                    <a:pt x="593562" y="289609"/>
                  </a:lnTo>
                  <a:lnTo>
                    <a:pt x="592871" y="289833"/>
                  </a:lnTo>
                  <a:lnTo>
                    <a:pt x="592602" y="290841"/>
                  </a:lnTo>
                  <a:lnTo>
                    <a:pt x="592655" y="292516"/>
                  </a:lnTo>
                  <a:lnTo>
                    <a:pt x="592453" y="293616"/>
                  </a:lnTo>
                  <a:lnTo>
                    <a:pt x="591916" y="294499"/>
                  </a:lnTo>
                  <a:lnTo>
                    <a:pt x="591008" y="295187"/>
                  </a:lnTo>
                  <a:lnTo>
                    <a:pt x="590920" y="293994"/>
                  </a:lnTo>
                  <a:lnTo>
                    <a:pt x="590620" y="293453"/>
                  </a:lnTo>
                  <a:lnTo>
                    <a:pt x="590508" y="296008"/>
                  </a:lnTo>
                  <a:lnTo>
                    <a:pt x="590270" y="296876"/>
                  </a:lnTo>
                  <a:lnTo>
                    <a:pt x="589607" y="294478"/>
                  </a:lnTo>
                  <a:lnTo>
                    <a:pt x="589407" y="294962"/>
                  </a:lnTo>
                  <a:lnTo>
                    <a:pt x="589433" y="295643"/>
                  </a:lnTo>
                  <a:lnTo>
                    <a:pt x="589263" y="296820"/>
                  </a:lnTo>
                  <a:lnTo>
                    <a:pt x="588694" y="297433"/>
                  </a:lnTo>
                  <a:lnTo>
                    <a:pt x="588729" y="298943"/>
                  </a:lnTo>
                  <a:lnTo>
                    <a:pt x="588509" y="299765"/>
                  </a:lnTo>
                  <a:lnTo>
                    <a:pt x="586687" y="298455"/>
                  </a:lnTo>
                  <a:lnTo>
                    <a:pt x="586644" y="298899"/>
                  </a:lnTo>
                  <a:lnTo>
                    <a:pt x="587674" y="301724"/>
                  </a:lnTo>
                  <a:lnTo>
                    <a:pt x="588427" y="302690"/>
                  </a:lnTo>
                  <a:lnTo>
                    <a:pt x="588519" y="304231"/>
                  </a:lnTo>
                  <a:lnTo>
                    <a:pt x="587873" y="305509"/>
                  </a:lnTo>
                  <a:lnTo>
                    <a:pt x="586981" y="304405"/>
                  </a:lnTo>
                  <a:lnTo>
                    <a:pt x="586831" y="304486"/>
                  </a:lnTo>
                  <a:lnTo>
                    <a:pt x="587316" y="306379"/>
                  </a:lnTo>
                  <a:lnTo>
                    <a:pt x="587621" y="308032"/>
                  </a:lnTo>
                  <a:lnTo>
                    <a:pt x="587307" y="309417"/>
                  </a:lnTo>
                  <a:lnTo>
                    <a:pt x="587355" y="311123"/>
                  </a:lnTo>
                  <a:lnTo>
                    <a:pt x="587288" y="312670"/>
                  </a:lnTo>
                  <a:lnTo>
                    <a:pt x="587095" y="314019"/>
                  </a:lnTo>
                  <a:lnTo>
                    <a:pt x="587529" y="320237"/>
                  </a:lnTo>
                  <a:lnTo>
                    <a:pt x="588051" y="321928"/>
                  </a:lnTo>
                  <a:lnTo>
                    <a:pt x="588563" y="323546"/>
                  </a:lnTo>
                  <a:lnTo>
                    <a:pt x="588835" y="325059"/>
                  </a:lnTo>
                  <a:lnTo>
                    <a:pt x="588291" y="325280"/>
                  </a:lnTo>
                  <a:lnTo>
                    <a:pt x="587424" y="324035"/>
                  </a:lnTo>
                  <a:lnTo>
                    <a:pt x="586662" y="323085"/>
                  </a:lnTo>
                  <a:lnTo>
                    <a:pt x="585755" y="320050"/>
                  </a:lnTo>
                  <a:lnTo>
                    <a:pt x="585605" y="318838"/>
                  </a:lnTo>
                  <a:lnTo>
                    <a:pt x="585383" y="317880"/>
                  </a:lnTo>
                  <a:lnTo>
                    <a:pt x="585490" y="320080"/>
                  </a:lnTo>
                  <a:lnTo>
                    <a:pt x="585814" y="322537"/>
                  </a:lnTo>
                  <a:lnTo>
                    <a:pt x="588656" y="328036"/>
                  </a:lnTo>
                  <a:lnTo>
                    <a:pt x="589181" y="330145"/>
                  </a:lnTo>
                  <a:lnTo>
                    <a:pt x="589581" y="331803"/>
                  </a:lnTo>
                  <a:lnTo>
                    <a:pt x="589480" y="333391"/>
                  </a:lnTo>
                  <a:lnTo>
                    <a:pt x="588740" y="332267"/>
                  </a:lnTo>
                  <a:lnTo>
                    <a:pt x="588101" y="330835"/>
                  </a:lnTo>
                  <a:lnTo>
                    <a:pt x="586404" y="329216"/>
                  </a:lnTo>
                  <a:lnTo>
                    <a:pt x="584265" y="328193"/>
                  </a:lnTo>
                  <a:lnTo>
                    <a:pt x="583058" y="324430"/>
                  </a:lnTo>
                  <a:lnTo>
                    <a:pt x="583063" y="326000"/>
                  </a:lnTo>
                  <a:lnTo>
                    <a:pt x="582795" y="327332"/>
                  </a:lnTo>
                  <a:lnTo>
                    <a:pt x="582057" y="325708"/>
                  </a:lnTo>
                  <a:lnTo>
                    <a:pt x="581593" y="324323"/>
                  </a:lnTo>
                  <a:lnTo>
                    <a:pt x="581437" y="322805"/>
                  </a:lnTo>
                  <a:lnTo>
                    <a:pt x="580516" y="322909"/>
                  </a:lnTo>
                  <a:lnTo>
                    <a:pt x="579551" y="324228"/>
                  </a:lnTo>
                  <a:lnTo>
                    <a:pt x="578617" y="323915"/>
                  </a:lnTo>
                  <a:lnTo>
                    <a:pt x="578507" y="321341"/>
                  </a:lnTo>
                  <a:lnTo>
                    <a:pt x="578759" y="319977"/>
                  </a:lnTo>
                  <a:lnTo>
                    <a:pt x="579807" y="316753"/>
                  </a:lnTo>
                  <a:lnTo>
                    <a:pt x="580794" y="315107"/>
                  </a:lnTo>
                  <a:lnTo>
                    <a:pt x="581230" y="312981"/>
                  </a:lnTo>
                  <a:lnTo>
                    <a:pt x="581081" y="309686"/>
                  </a:lnTo>
                  <a:lnTo>
                    <a:pt x="580895" y="313039"/>
                  </a:lnTo>
                  <a:lnTo>
                    <a:pt x="580331" y="314701"/>
                  </a:lnTo>
                  <a:lnTo>
                    <a:pt x="579444" y="315971"/>
                  </a:lnTo>
                  <a:lnTo>
                    <a:pt x="578278" y="318233"/>
                  </a:lnTo>
                  <a:lnTo>
                    <a:pt x="577992" y="320325"/>
                  </a:lnTo>
                  <a:lnTo>
                    <a:pt x="577628" y="324242"/>
                  </a:lnTo>
                  <a:lnTo>
                    <a:pt x="578121" y="325568"/>
                  </a:lnTo>
                  <a:lnTo>
                    <a:pt x="578624" y="325915"/>
                  </a:lnTo>
                  <a:lnTo>
                    <a:pt x="580112" y="325026"/>
                  </a:lnTo>
                  <a:lnTo>
                    <a:pt x="580881" y="325423"/>
                  </a:lnTo>
                  <a:lnTo>
                    <a:pt x="582592" y="330139"/>
                  </a:lnTo>
                  <a:lnTo>
                    <a:pt x="585779" y="332005"/>
                  </a:lnTo>
                  <a:lnTo>
                    <a:pt x="586941" y="333171"/>
                  </a:lnTo>
                  <a:lnTo>
                    <a:pt x="587889" y="335632"/>
                  </a:lnTo>
                  <a:lnTo>
                    <a:pt x="589313" y="337049"/>
                  </a:lnTo>
                  <a:lnTo>
                    <a:pt x="590418" y="339108"/>
                  </a:lnTo>
                  <a:lnTo>
                    <a:pt x="590447" y="340451"/>
                  </a:lnTo>
                  <a:lnTo>
                    <a:pt x="590065" y="342040"/>
                  </a:lnTo>
                  <a:lnTo>
                    <a:pt x="589914" y="344190"/>
                  </a:lnTo>
                  <a:lnTo>
                    <a:pt x="589444" y="345546"/>
                  </a:lnTo>
                  <a:lnTo>
                    <a:pt x="588317" y="345702"/>
                  </a:lnTo>
                  <a:lnTo>
                    <a:pt x="587636" y="345353"/>
                  </a:lnTo>
                  <a:lnTo>
                    <a:pt x="583977" y="337795"/>
                  </a:lnTo>
                  <a:lnTo>
                    <a:pt x="583540" y="337100"/>
                  </a:lnTo>
                  <a:lnTo>
                    <a:pt x="582182" y="333142"/>
                  </a:lnTo>
                  <a:lnTo>
                    <a:pt x="580590" y="331022"/>
                  </a:lnTo>
                  <a:lnTo>
                    <a:pt x="580097" y="331067"/>
                  </a:lnTo>
                  <a:lnTo>
                    <a:pt x="582364" y="334987"/>
                  </a:lnTo>
                  <a:lnTo>
                    <a:pt x="583289" y="337729"/>
                  </a:lnTo>
                  <a:lnTo>
                    <a:pt x="584919" y="341572"/>
                  </a:lnTo>
                  <a:lnTo>
                    <a:pt x="586084" y="343200"/>
                  </a:lnTo>
                  <a:lnTo>
                    <a:pt x="586942" y="345739"/>
                  </a:lnTo>
                  <a:lnTo>
                    <a:pt x="587739" y="346929"/>
                  </a:lnTo>
                  <a:lnTo>
                    <a:pt x="589914" y="348625"/>
                  </a:lnTo>
                  <a:lnTo>
                    <a:pt x="589158" y="349843"/>
                  </a:lnTo>
                  <a:lnTo>
                    <a:pt x="590365" y="350880"/>
                  </a:lnTo>
                  <a:lnTo>
                    <a:pt x="590538" y="352787"/>
                  </a:lnTo>
                  <a:lnTo>
                    <a:pt x="590427" y="354962"/>
                  </a:lnTo>
                  <a:lnTo>
                    <a:pt x="588751" y="354102"/>
                  </a:lnTo>
                  <a:lnTo>
                    <a:pt x="588697" y="355703"/>
                  </a:lnTo>
                  <a:lnTo>
                    <a:pt x="588847" y="356648"/>
                  </a:lnTo>
                  <a:lnTo>
                    <a:pt x="588106" y="357429"/>
                  </a:lnTo>
                  <a:lnTo>
                    <a:pt x="587077" y="356370"/>
                  </a:lnTo>
                  <a:lnTo>
                    <a:pt x="584404" y="350577"/>
                  </a:lnTo>
                  <a:lnTo>
                    <a:pt x="584426" y="351352"/>
                  </a:lnTo>
                  <a:lnTo>
                    <a:pt x="584643" y="352251"/>
                  </a:lnTo>
                  <a:lnTo>
                    <a:pt x="586193" y="355980"/>
                  </a:lnTo>
                  <a:lnTo>
                    <a:pt x="587577" y="358217"/>
                  </a:lnTo>
                  <a:lnTo>
                    <a:pt x="588750" y="359227"/>
                  </a:lnTo>
                  <a:lnTo>
                    <a:pt x="589654" y="361101"/>
                  </a:lnTo>
                  <a:lnTo>
                    <a:pt x="589973" y="362235"/>
                  </a:lnTo>
                  <a:lnTo>
                    <a:pt x="590186" y="363955"/>
                  </a:lnTo>
                  <a:lnTo>
                    <a:pt x="589516" y="365123"/>
                  </a:lnTo>
                  <a:lnTo>
                    <a:pt x="588753" y="365768"/>
                  </a:lnTo>
                  <a:lnTo>
                    <a:pt x="588008" y="364603"/>
                  </a:lnTo>
                  <a:lnTo>
                    <a:pt x="587461" y="363375"/>
                  </a:lnTo>
                  <a:lnTo>
                    <a:pt x="586298" y="361290"/>
                  </a:lnTo>
                  <a:lnTo>
                    <a:pt x="585949" y="358960"/>
                  </a:lnTo>
                  <a:lnTo>
                    <a:pt x="585064" y="359079"/>
                  </a:lnTo>
                  <a:lnTo>
                    <a:pt x="581366" y="356125"/>
                  </a:lnTo>
                  <a:lnTo>
                    <a:pt x="578394" y="355784"/>
                  </a:lnTo>
                  <a:lnTo>
                    <a:pt x="578684" y="356378"/>
                  </a:lnTo>
                  <a:lnTo>
                    <a:pt x="579060" y="356774"/>
                  </a:lnTo>
                  <a:lnTo>
                    <a:pt x="581427" y="357502"/>
                  </a:lnTo>
                  <a:lnTo>
                    <a:pt x="582363" y="358863"/>
                  </a:lnTo>
                  <a:lnTo>
                    <a:pt x="584310" y="360071"/>
                  </a:lnTo>
                  <a:lnTo>
                    <a:pt x="585450" y="360401"/>
                  </a:lnTo>
                  <a:lnTo>
                    <a:pt x="585912" y="364111"/>
                  </a:lnTo>
                  <a:lnTo>
                    <a:pt x="587488" y="366663"/>
                  </a:lnTo>
                  <a:lnTo>
                    <a:pt x="587693" y="368555"/>
                  </a:lnTo>
                  <a:lnTo>
                    <a:pt x="588769" y="368767"/>
                  </a:lnTo>
                  <a:lnTo>
                    <a:pt x="590662" y="366911"/>
                  </a:lnTo>
                  <a:lnTo>
                    <a:pt x="591883" y="367562"/>
                  </a:lnTo>
                  <a:lnTo>
                    <a:pt x="593645" y="368093"/>
                  </a:lnTo>
                  <a:lnTo>
                    <a:pt x="594048" y="369590"/>
                  </a:lnTo>
                  <a:lnTo>
                    <a:pt x="594351" y="372440"/>
                  </a:lnTo>
                  <a:lnTo>
                    <a:pt x="594974" y="375646"/>
                  </a:lnTo>
                  <a:lnTo>
                    <a:pt x="596589" y="388287"/>
                  </a:lnTo>
                  <a:lnTo>
                    <a:pt x="599017" y="398626"/>
                  </a:lnTo>
                  <a:lnTo>
                    <a:pt x="599315" y="400406"/>
                  </a:lnTo>
                  <a:lnTo>
                    <a:pt x="598751" y="398844"/>
                  </a:lnTo>
                  <a:lnTo>
                    <a:pt x="596951" y="391996"/>
                  </a:lnTo>
                  <a:lnTo>
                    <a:pt x="595957" y="387052"/>
                  </a:lnTo>
                  <a:lnTo>
                    <a:pt x="594936" y="378321"/>
                  </a:lnTo>
                  <a:lnTo>
                    <a:pt x="594639" y="376366"/>
                  </a:lnTo>
                  <a:lnTo>
                    <a:pt x="594290" y="375585"/>
                  </a:lnTo>
                  <a:lnTo>
                    <a:pt x="594061" y="376220"/>
                  </a:lnTo>
                  <a:lnTo>
                    <a:pt x="593962" y="377333"/>
                  </a:lnTo>
                  <a:lnTo>
                    <a:pt x="594129" y="378187"/>
                  </a:lnTo>
                  <a:lnTo>
                    <a:pt x="593726" y="381061"/>
                  </a:lnTo>
                  <a:lnTo>
                    <a:pt x="593901" y="382380"/>
                  </a:lnTo>
                  <a:lnTo>
                    <a:pt x="594554" y="383743"/>
                  </a:lnTo>
                  <a:lnTo>
                    <a:pt x="595264" y="387145"/>
                  </a:lnTo>
                  <a:lnTo>
                    <a:pt x="595831" y="391726"/>
                  </a:lnTo>
                  <a:lnTo>
                    <a:pt x="595064" y="389869"/>
                  </a:lnTo>
                  <a:lnTo>
                    <a:pt x="594245" y="388885"/>
                  </a:lnTo>
                  <a:lnTo>
                    <a:pt x="592971" y="388131"/>
                  </a:lnTo>
                  <a:lnTo>
                    <a:pt x="591836" y="386808"/>
                  </a:lnTo>
                  <a:lnTo>
                    <a:pt x="591919" y="388705"/>
                  </a:lnTo>
                  <a:lnTo>
                    <a:pt x="591810" y="390754"/>
                  </a:lnTo>
                  <a:lnTo>
                    <a:pt x="590935" y="390129"/>
                  </a:lnTo>
                  <a:lnTo>
                    <a:pt x="590340" y="389449"/>
                  </a:lnTo>
                  <a:lnTo>
                    <a:pt x="590867" y="391632"/>
                  </a:lnTo>
                  <a:lnTo>
                    <a:pt x="589724" y="390977"/>
                  </a:lnTo>
                  <a:lnTo>
                    <a:pt x="588962" y="391114"/>
                  </a:lnTo>
                  <a:lnTo>
                    <a:pt x="588467" y="393052"/>
                  </a:lnTo>
                  <a:lnTo>
                    <a:pt x="587803" y="394228"/>
                  </a:lnTo>
                  <a:lnTo>
                    <a:pt x="586821" y="394608"/>
                  </a:lnTo>
                  <a:lnTo>
                    <a:pt x="585364" y="392836"/>
                  </a:lnTo>
                  <a:lnTo>
                    <a:pt x="584892" y="390684"/>
                  </a:lnTo>
                  <a:lnTo>
                    <a:pt x="584697" y="388289"/>
                  </a:lnTo>
                  <a:lnTo>
                    <a:pt x="584619" y="391122"/>
                  </a:lnTo>
                  <a:lnTo>
                    <a:pt x="584879" y="394071"/>
                  </a:lnTo>
                  <a:lnTo>
                    <a:pt x="584788" y="396313"/>
                  </a:lnTo>
                  <a:lnTo>
                    <a:pt x="586190" y="396726"/>
                  </a:lnTo>
                  <a:lnTo>
                    <a:pt x="587502" y="396359"/>
                  </a:lnTo>
                  <a:lnTo>
                    <a:pt x="589272" y="396453"/>
                  </a:lnTo>
                  <a:lnTo>
                    <a:pt x="590426" y="396033"/>
                  </a:lnTo>
                  <a:lnTo>
                    <a:pt x="591121" y="395320"/>
                  </a:lnTo>
                  <a:lnTo>
                    <a:pt x="592788" y="395938"/>
                  </a:lnTo>
                  <a:lnTo>
                    <a:pt x="592906" y="398646"/>
                  </a:lnTo>
                  <a:lnTo>
                    <a:pt x="592716" y="401338"/>
                  </a:lnTo>
                  <a:lnTo>
                    <a:pt x="592619" y="404205"/>
                  </a:lnTo>
                  <a:lnTo>
                    <a:pt x="593081" y="404186"/>
                  </a:lnTo>
                  <a:lnTo>
                    <a:pt x="593624" y="403270"/>
                  </a:lnTo>
                  <a:lnTo>
                    <a:pt x="593895" y="398135"/>
                  </a:lnTo>
                  <a:lnTo>
                    <a:pt x="595419" y="396238"/>
                  </a:lnTo>
                  <a:lnTo>
                    <a:pt x="595929" y="396368"/>
                  </a:lnTo>
                  <a:lnTo>
                    <a:pt x="596414" y="398018"/>
                  </a:lnTo>
                  <a:lnTo>
                    <a:pt x="596577" y="399692"/>
                  </a:lnTo>
                  <a:lnTo>
                    <a:pt x="596749" y="401990"/>
                  </a:lnTo>
                  <a:lnTo>
                    <a:pt x="596394" y="405492"/>
                  </a:lnTo>
                  <a:lnTo>
                    <a:pt x="594053" y="409587"/>
                  </a:lnTo>
                  <a:lnTo>
                    <a:pt x="592377" y="413373"/>
                  </a:lnTo>
                  <a:lnTo>
                    <a:pt x="591520" y="414145"/>
                  </a:lnTo>
                  <a:lnTo>
                    <a:pt x="590284" y="413705"/>
                  </a:lnTo>
                  <a:lnTo>
                    <a:pt x="588882" y="412752"/>
                  </a:lnTo>
                  <a:lnTo>
                    <a:pt x="588195" y="412561"/>
                  </a:lnTo>
                  <a:lnTo>
                    <a:pt x="587673" y="412878"/>
                  </a:lnTo>
                  <a:lnTo>
                    <a:pt x="587354" y="411712"/>
                  </a:lnTo>
                  <a:lnTo>
                    <a:pt x="587149" y="409586"/>
                  </a:lnTo>
                  <a:lnTo>
                    <a:pt x="586604" y="408880"/>
                  </a:lnTo>
                  <a:lnTo>
                    <a:pt x="586191" y="408958"/>
                  </a:lnTo>
                  <a:lnTo>
                    <a:pt x="585910" y="411217"/>
                  </a:lnTo>
                  <a:lnTo>
                    <a:pt x="584603" y="411859"/>
                  </a:lnTo>
                  <a:lnTo>
                    <a:pt x="582825" y="410926"/>
                  </a:lnTo>
                  <a:lnTo>
                    <a:pt x="580964" y="409026"/>
                  </a:lnTo>
                  <a:lnTo>
                    <a:pt x="581762" y="411064"/>
                  </a:lnTo>
                  <a:lnTo>
                    <a:pt x="586381" y="414868"/>
                  </a:lnTo>
                  <a:lnTo>
                    <a:pt x="586901" y="415579"/>
                  </a:lnTo>
                  <a:lnTo>
                    <a:pt x="587387" y="416619"/>
                  </a:lnTo>
                  <a:lnTo>
                    <a:pt x="586741" y="418251"/>
                  </a:lnTo>
                  <a:lnTo>
                    <a:pt x="586234" y="420089"/>
                  </a:lnTo>
                  <a:lnTo>
                    <a:pt x="586163" y="421532"/>
                  </a:lnTo>
                  <a:lnTo>
                    <a:pt x="585984" y="422443"/>
                  </a:lnTo>
                  <a:lnTo>
                    <a:pt x="584143" y="424895"/>
                  </a:lnTo>
                  <a:lnTo>
                    <a:pt x="583145" y="424463"/>
                  </a:lnTo>
                  <a:lnTo>
                    <a:pt x="580595" y="420040"/>
                  </a:lnTo>
                  <a:lnTo>
                    <a:pt x="581756" y="423865"/>
                  </a:lnTo>
                  <a:lnTo>
                    <a:pt x="582686" y="425488"/>
                  </a:lnTo>
                  <a:lnTo>
                    <a:pt x="584559" y="426354"/>
                  </a:lnTo>
                  <a:lnTo>
                    <a:pt x="588072" y="424924"/>
                  </a:lnTo>
                  <a:lnTo>
                    <a:pt x="589224" y="426485"/>
                  </a:lnTo>
                  <a:lnTo>
                    <a:pt x="588278" y="429251"/>
                  </a:lnTo>
                  <a:lnTo>
                    <a:pt x="587339" y="431192"/>
                  </a:lnTo>
                  <a:lnTo>
                    <a:pt x="586106" y="431408"/>
                  </a:lnTo>
                  <a:lnTo>
                    <a:pt x="585021" y="431933"/>
                  </a:lnTo>
                  <a:lnTo>
                    <a:pt x="584703" y="433268"/>
                  </a:lnTo>
                  <a:lnTo>
                    <a:pt x="583929" y="433352"/>
                  </a:lnTo>
                  <a:lnTo>
                    <a:pt x="582720" y="433431"/>
                  </a:lnTo>
                  <a:lnTo>
                    <a:pt x="580848" y="433552"/>
                  </a:lnTo>
                  <a:lnTo>
                    <a:pt x="579819" y="433241"/>
                  </a:lnTo>
                  <a:lnTo>
                    <a:pt x="578383" y="435968"/>
                  </a:lnTo>
                  <a:lnTo>
                    <a:pt x="577841" y="436343"/>
                  </a:lnTo>
                  <a:lnTo>
                    <a:pt x="577083" y="435830"/>
                  </a:lnTo>
                  <a:lnTo>
                    <a:pt x="576765" y="433640"/>
                  </a:lnTo>
                  <a:lnTo>
                    <a:pt x="576427" y="432564"/>
                  </a:lnTo>
                  <a:lnTo>
                    <a:pt x="576418" y="436662"/>
                  </a:lnTo>
                  <a:lnTo>
                    <a:pt x="576551" y="437765"/>
                  </a:lnTo>
                  <a:lnTo>
                    <a:pt x="576823" y="438598"/>
                  </a:lnTo>
                  <a:lnTo>
                    <a:pt x="575142" y="440821"/>
                  </a:lnTo>
                  <a:lnTo>
                    <a:pt x="573534" y="443594"/>
                  </a:lnTo>
                  <a:lnTo>
                    <a:pt x="572957" y="444349"/>
                  </a:lnTo>
                  <a:lnTo>
                    <a:pt x="572302" y="445738"/>
                  </a:lnTo>
                  <a:lnTo>
                    <a:pt x="570960" y="449751"/>
                  </a:lnTo>
                  <a:lnTo>
                    <a:pt x="570628" y="452677"/>
                  </a:lnTo>
                  <a:lnTo>
                    <a:pt x="570143" y="455939"/>
                  </a:lnTo>
                  <a:lnTo>
                    <a:pt x="570082" y="454470"/>
                  </a:lnTo>
                  <a:lnTo>
                    <a:pt x="570165" y="451997"/>
                  </a:lnTo>
                  <a:lnTo>
                    <a:pt x="569833" y="449165"/>
                  </a:lnTo>
                  <a:lnTo>
                    <a:pt x="569623" y="454353"/>
                  </a:lnTo>
                  <a:lnTo>
                    <a:pt x="569101" y="456764"/>
                  </a:lnTo>
                  <a:lnTo>
                    <a:pt x="564318" y="456594"/>
                  </a:lnTo>
                  <a:lnTo>
                    <a:pt x="562224" y="457904"/>
                  </a:lnTo>
                  <a:lnTo>
                    <a:pt x="559009" y="462312"/>
                  </a:lnTo>
                  <a:lnTo>
                    <a:pt x="558048" y="464244"/>
                  </a:lnTo>
                  <a:lnTo>
                    <a:pt x="555393" y="471713"/>
                  </a:lnTo>
                  <a:lnTo>
                    <a:pt x="554715" y="476494"/>
                  </a:lnTo>
                  <a:lnTo>
                    <a:pt x="554171" y="474484"/>
                  </a:lnTo>
                  <a:lnTo>
                    <a:pt x="554306" y="472976"/>
                  </a:lnTo>
                  <a:lnTo>
                    <a:pt x="554317" y="471744"/>
                  </a:lnTo>
                  <a:lnTo>
                    <a:pt x="553648" y="474387"/>
                  </a:lnTo>
                  <a:lnTo>
                    <a:pt x="554283" y="478237"/>
                  </a:lnTo>
                  <a:lnTo>
                    <a:pt x="553713" y="479707"/>
                  </a:lnTo>
                  <a:lnTo>
                    <a:pt x="551959" y="482451"/>
                  </a:lnTo>
                  <a:lnTo>
                    <a:pt x="550999" y="482901"/>
                  </a:lnTo>
                  <a:lnTo>
                    <a:pt x="549921" y="483682"/>
                  </a:lnTo>
                  <a:lnTo>
                    <a:pt x="549582" y="486389"/>
                  </a:lnTo>
                  <a:lnTo>
                    <a:pt x="548119" y="488885"/>
                  </a:lnTo>
                  <a:lnTo>
                    <a:pt x="547266" y="489990"/>
                  </a:lnTo>
                  <a:lnTo>
                    <a:pt x="545705" y="489320"/>
                  </a:lnTo>
                  <a:lnTo>
                    <a:pt x="546185" y="491724"/>
                  </a:lnTo>
                  <a:lnTo>
                    <a:pt x="545612" y="493544"/>
                  </a:lnTo>
                  <a:lnTo>
                    <a:pt x="544624" y="494939"/>
                  </a:lnTo>
                  <a:lnTo>
                    <a:pt x="543396" y="495849"/>
                  </a:lnTo>
                  <a:lnTo>
                    <a:pt x="542692" y="495738"/>
                  </a:lnTo>
                  <a:lnTo>
                    <a:pt x="542090" y="496221"/>
                  </a:lnTo>
                  <a:lnTo>
                    <a:pt x="541619" y="497379"/>
                  </a:lnTo>
                  <a:lnTo>
                    <a:pt x="540467" y="498461"/>
                  </a:lnTo>
                  <a:lnTo>
                    <a:pt x="539271" y="497852"/>
                  </a:lnTo>
                  <a:lnTo>
                    <a:pt x="537916" y="497487"/>
                  </a:lnTo>
                  <a:lnTo>
                    <a:pt x="537161" y="498136"/>
                  </a:lnTo>
                  <a:lnTo>
                    <a:pt x="538430" y="499209"/>
                  </a:lnTo>
                  <a:lnTo>
                    <a:pt x="539109" y="500765"/>
                  </a:lnTo>
                  <a:lnTo>
                    <a:pt x="538970" y="502861"/>
                  </a:lnTo>
                  <a:lnTo>
                    <a:pt x="538630" y="503671"/>
                  </a:lnTo>
                  <a:lnTo>
                    <a:pt x="537829" y="504767"/>
                  </a:lnTo>
                  <a:lnTo>
                    <a:pt x="537477" y="504604"/>
                  </a:lnTo>
                  <a:lnTo>
                    <a:pt x="537262" y="503616"/>
                  </a:lnTo>
                  <a:lnTo>
                    <a:pt x="537002" y="501557"/>
                  </a:lnTo>
                  <a:lnTo>
                    <a:pt x="536629" y="501996"/>
                  </a:lnTo>
                  <a:lnTo>
                    <a:pt x="536565" y="502955"/>
                  </a:lnTo>
                  <a:lnTo>
                    <a:pt x="536245" y="503297"/>
                  </a:lnTo>
                  <a:lnTo>
                    <a:pt x="535109" y="500017"/>
                  </a:lnTo>
                  <a:lnTo>
                    <a:pt x="535165" y="502519"/>
                  </a:lnTo>
                  <a:lnTo>
                    <a:pt x="535562" y="504441"/>
                  </a:lnTo>
                  <a:lnTo>
                    <a:pt x="535946" y="505417"/>
                  </a:lnTo>
                  <a:lnTo>
                    <a:pt x="536333" y="505991"/>
                  </a:lnTo>
                  <a:lnTo>
                    <a:pt x="536429" y="506882"/>
                  </a:lnTo>
                  <a:lnTo>
                    <a:pt x="535651" y="509055"/>
                  </a:lnTo>
                  <a:lnTo>
                    <a:pt x="535252" y="509539"/>
                  </a:lnTo>
                  <a:lnTo>
                    <a:pt x="534540" y="509891"/>
                  </a:lnTo>
                  <a:lnTo>
                    <a:pt x="534139" y="511230"/>
                  </a:lnTo>
                  <a:lnTo>
                    <a:pt x="534258" y="512383"/>
                  </a:lnTo>
                  <a:lnTo>
                    <a:pt x="533635" y="514884"/>
                  </a:lnTo>
                  <a:lnTo>
                    <a:pt x="532147" y="516447"/>
                  </a:lnTo>
                  <a:lnTo>
                    <a:pt x="531692" y="516386"/>
                  </a:lnTo>
                  <a:lnTo>
                    <a:pt x="531322" y="516844"/>
                  </a:lnTo>
                  <a:lnTo>
                    <a:pt x="531538" y="517958"/>
                  </a:lnTo>
                  <a:lnTo>
                    <a:pt x="531910" y="518768"/>
                  </a:lnTo>
                  <a:lnTo>
                    <a:pt x="531896" y="519522"/>
                  </a:lnTo>
                  <a:lnTo>
                    <a:pt x="531503" y="520545"/>
                  </a:lnTo>
                  <a:lnTo>
                    <a:pt x="530727" y="520830"/>
                  </a:lnTo>
                  <a:lnTo>
                    <a:pt x="530290" y="521997"/>
                  </a:lnTo>
                  <a:lnTo>
                    <a:pt x="530428" y="523098"/>
                  </a:lnTo>
                  <a:lnTo>
                    <a:pt x="530685" y="523713"/>
                  </a:lnTo>
                  <a:lnTo>
                    <a:pt x="530631" y="524772"/>
                  </a:lnTo>
                  <a:lnTo>
                    <a:pt x="529748" y="525835"/>
                  </a:lnTo>
                  <a:lnTo>
                    <a:pt x="529541" y="526881"/>
                  </a:lnTo>
                  <a:lnTo>
                    <a:pt x="529980" y="527190"/>
                  </a:lnTo>
                  <a:lnTo>
                    <a:pt x="530317" y="526881"/>
                  </a:lnTo>
                  <a:lnTo>
                    <a:pt x="530564" y="527107"/>
                  </a:lnTo>
                  <a:lnTo>
                    <a:pt x="530034" y="528855"/>
                  </a:lnTo>
                  <a:lnTo>
                    <a:pt x="529559" y="529921"/>
                  </a:lnTo>
                  <a:lnTo>
                    <a:pt x="529107" y="531837"/>
                  </a:lnTo>
                  <a:lnTo>
                    <a:pt x="528059" y="532367"/>
                  </a:lnTo>
                  <a:lnTo>
                    <a:pt x="528099" y="532986"/>
                  </a:lnTo>
                  <a:lnTo>
                    <a:pt x="528691" y="533534"/>
                  </a:lnTo>
                  <a:lnTo>
                    <a:pt x="529187" y="535007"/>
                  </a:lnTo>
                  <a:lnTo>
                    <a:pt x="528255" y="537727"/>
                  </a:lnTo>
                  <a:lnTo>
                    <a:pt x="527674" y="537503"/>
                  </a:lnTo>
                  <a:lnTo>
                    <a:pt x="527319" y="536905"/>
                  </a:lnTo>
                  <a:lnTo>
                    <a:pt x="527092" y="539052"/>
                  </a:lnTo>
                  <a:lnTo>
                    <a:pt x="527179" y="540197"/>
                  </a:lnTo>
                  <a:lnTo>
                    <a:pt x="526957" y="542539"/>
                  </a:lnTo>
                  <a:lnTo>
                    <a:pt x="526602" y="545354"/>
                  </a:lnTo>
                  <a:lnTo>
                    <a:pt x="526360" y="546510"/>
                  </a:lnTo>
                  <a:lnTo>
                    <a:pt x="526411" y="548662"/>
                  </a:lnTo>
                  <a:lnTo>
                    <a:pt x="526560" y="550741"/>
                  </a:lnTo>
                  <a:lnTo>
                    <a:pt x="527131" y="553421"/>
                  </a:lnTo>
                  <a:lnTo>
                    <a:pt x="528001" y="564378"/>
                  </a:lnTo>
                  <a:lnTo>
                    <a:pt x="528594" y="568182"/>
                  </a:lnTo>
                  <a:lnTo>
                    <a:pt x="529661" y="578448"/>
                  </a:lnTo>
                  <a:lnTo>
                    <a:pt x="531428" y="588401"/>
                  </a:lnTo>
                  <a:lnTo>
                    <a:pt x="533921" y="600431"/>
                  </a:lnTo>
                  <a:lnTo>
                    <a:pt x="538012" y="615012"/>
                  </a:lnTo>
                  <a:lnTo>
                    <a:pt x="538502" y="617090"/>
                  </a:lnTo>
                  <a:lnTo>
                    <a:pt x="537969" y="618851"/>
                  </a:lnTo>
                  <a:lnTo>
                    <a:pt x="537807" y="620676"/>
                  </a:lnTo>
                  <a:lnTo>
                    <a:pt x="537760" y="623428"/>
                  </a:lnTo>
                  <a:lnTo>
                    <a:pt x="537908" y="626109"/>
                  </a:lnTo>
                  <a:lnTo>
                    <a:pt x="538392" y="629383"/>
                  </a:lnTo>
                  <a:lnTo>
                    <a:pt x="539321" y="634388"/>
                  </a:lnTo>
                  <a:lnTo>
                    <a:pt x="538801" y="633389"/>
                  </a:lnTo>
                  <a:lnTo>
                    <a:pt x="537455" y="626205"/>
                  </a:lnTo>
                  <a:lnTo>
                    <a:pt x="537299" y="621987"/>
                  </a:lnTo>
                  <a:lnTo>
                    <a:pt x="537493" y="616002"/>
                  </a:lnTo>
                  <a:lnTo>
                    <a:pt x="537177" y="616146"/>
                  </a:lnTo>
                  <a:lnTo>
                    <a:pt x="536920" y="618091"/>
                  </a:lnTo>
                  <a:lnTo>
                    <a:pt x="536779" y="620375"/>
                  </a:lnTo>
                  <a:lnTo>
                    <a:pt x="536438" y="621259"/>
                  </a:lnTo>
                  <a:lnTo>
                    <a:pt x="535972" y="617775"/>
                  </a:lnTo>
                  <a:lnTo>
                    <a:pt x="536004" y="616199"/>
                  </a:lnTo>
                  <a:lnTo>
                    <a:pt x="536499" y="614358"/>
                  </a:lnTo>
                  <a:lnTo>
                    <a:pt x="536355" y="613696"/>
                  </a:lnTo>
                  <a:lnTo>
                    <a:pt x="535555" y="612754"/>
                  </a:lnTo>
                  <a:lnTo>
                    <a:pt x="535385" y="611272"/>
                  </a:lnTo>
                  <a:lnTo>
                    <a:pt x="535493" y="609809"/>
                  </a:lnTo>
                  <a:lnTo>
                    <a:pt x="535034" y="609027"/>
                  </a:lnTo>
                  <a:lnTo>
                    <a:pt x="534674" y="609065"/>
                  </a:lnTo>
                  <a:lnTo>
                    <a:pt x="534915" y="612672"/>
                  </a:lnTo>
                  <a:lnTo>
                    <a:pt x="535296" y="614886"/>
                  </a:lnTo>
                  <a:lnTo>
                    <a:pt x="535766" y="620195"/>
                  </a:lnTo>
                  <a:lnTo>
                    <a:pt x="536524" y="623411"/>
                  </a:lnTo>
                  <a:lnTo>
                    <a:pt x="536967" y="626107"/>
                  </a:lnTo>
                  <a:lnTo>
                    <a:pt x="542134" y="654884"/>
                  </a:lnTo>
                  <a:lnTo>
                    <a:pt x="543356" y="658549"/>
                  </a:lnTo>
                  <a:lnTo>
                    <a:pt x="543809" y="661181"/>
                  </a:lnTo>
                  <a:lnTo>
                    <a:pt x="544279" y="666684"/>
                  </a:lnTo>
                  <a:lnTo>
                    <a:pt x="544386" y="673749"/>
                  </a:lnTo>
                  <a:lnTo>
                    <a:pt x="543542" y="686663"/>
                  </a:lnTo>
                  <a:lnTo>
                    <a:pt x="543349" y="695471"/>
                  </a:lnTo>
                  <a:lnTo>
                    <a:pt x="543229" y="695201"/>
                  </a:lnTo>
                  <a:lnTo>
                    <a:pt x="543148" y="694274"/>
                  </a:lnTo>
                  <a:lnTo>
                    <a:pt x="542952" y="694147"/>
                  </a:lnTo>
                  <a:lnTo>
                    <a:pt x="542219" y="698182"/>
                  </a:lnTo>
                  <a:lnTo>
                    <a:pt x="541223" y="701822"/>
                  </a:lnTo>
                  <a:lnTo>
                    <a:pt x="540895" y="707480"/>
                  </a:lnTo>
                  <a:lnTo>
                    <a:pt x="540417" y="710312"/>
                  </a:lnTo>
                  <a:lnTo>
                    <a:pt x="538983" y="713309"/>
                  </a:lnTo>
                  <a:lnTo>
                    <a:pt x="538094" y="713232"/>
                  </a:lnTo>
                  <a:lnTo>
                    <a:pt x="535913" y="715480"/>
                  </a:lnTo>
                  <a:lnTo>
                    <a:pt x="534382" y="714894"/>
                  </a:lnTo>
                  <a:lnTo>
                    <a:pt x="532556" y="716163"/>
                  </a:lnTo>
                  <a:lnTo>
                    <a:pt x="531356" y="716021"/>
                  </a:lnTo>
                  <a:lnTo>
                    <a:pt x="530662" y="713348"/>
                  </a:lnTo>
                  <a:lnTo>
                    <a:pt x="530768" y="712152"/>
                  </a:lnTo>
                  <a:lnTo>
                    <a:pt x="531044" y="710950"/>
                  </a:lnTo>
                  <a:lnTo>
                    <a:pt x="531512" y="710670"/>
                  </a:lnTo>
                  <a:lnTo>
                    <a:pt x="533124" y="713472"/>
                  </a:lnTo>
                  <a:lnTo>
                    <a:pt x="533428" y="712293"/>
                  </a:lnTo>
                  <a:lnTo>
                    <a:pt x="532941" y="710891"/>
                  </a:lnTo>
                  <a:lnTo>
                    <a:pt x="532010" y="710109"/>
                  </a:lnTo>
                  <a:lnTo>
                    <a:pt x="531321" y="709249"/>
                  </a:lnTo>
                  <a:lnTo>
                    <a:pt x="529934" y="702861"/>
                  </a:lnTo>
                  <a:lnTo>
                    <a:pt x="528497" y="698475"/>
                  </a:lnTo>
                  <a:lnTo>
                    <a:pt x="528255" y="695543"/>
                  </a:lnTo>
                  <a:lnTo>
                    <a:pt x="525777" y="693756"/>
                  </a:lnTo>
                  <a:lnTo>
                    <a:pt x="523982" y="691049"/>
                  </a:lnTo>
                  <a:lnTo>
                    <a:pt x="522813" y="686234"/>
                  </a:lnTo>
                  <a:lnTo>
                    <a:pt x="522141" y="677697"/>
                  </a:lnTo>
                  <a:lnTo>
                    <a:pt x="521350" y="676737"/>
                  </a:lnTo>
                  <a:lnTo>
                    <a:pt x="521015" y="676074"/>
                  </a:lnTo>
                  <a:lnTo>
                    <a:pt x="521788" y="672905"/>
                  </a:lnTo>
                  <a:lnTo>
                    <a:pt x="522603" y="670249"/>
                  </a:lnTo>
                  <a:lnTo>
                    <a:pt x="521959" y="670910"/>
                  </a:lnTo>
                  <a:lnTo>
                    <a:pt x="521483" y="671892"/>
                  </a:lnTo>
                  <a:lnTo>
                    <a:pt x="520879" y="674238"/>
                  </a:lnTo>
                  <a:lnTo>
                    <a:pt x="520437" y="674599"/>
                  </a:lnTo>
                  <a:lnTo>
                    <a:pt x="520032" y="674238"/>
                  </a:lnTo>
                  <a:lnTo>
                    <a:pt x="519566" y="669738"/>
                  </a:lnTo>
                  <a:lnTo>
                    <a:pt x="519699" y="664207"/>
                  </a:lnTo>
                  <a:lnTo>
                    <a:pt x="520353" y="662138"/>
                  </a:lnTo>
                  <a:lnTo>
                    <a:pt x="519349" y="662083"/>
                  </a:lnTo>
                  <a:lnTo>
                    <a:pt x="518308" y="662870"/>
                  </a:lnTo>
                  <a:lnTo>
                    <a:pt x="518460" y="664714"/>
                  </a:lnTo>
                  <a:lnTo>
                    <a:pt x="518313" y="665727"/>
                  </a:lnTo>
                  <a:lnTo>
                    <a:pt x="517555" y="665468"/>
                  </a:lnTo>
                  <a:lnTo>
                    <a:pt x="516980" y="664820"/>
                  </a:lnTo>
                  <a:lnTo>
                    <a:pt x="516200" y="662901"/>
                  </a:lnTo>
                  <a:lnTo>
                    <a:pt x="515136" y="659239"/>
                  </a:lnTo>
                  <a:lnTo>
                    <a:pt x="512953" y="649151"/>
                  </a:lnTo>
                  <a:lnTo>
                    <a:pt x="512528" y="647728"/>
                  </a:lnTo>
                  <a:lnTo>
                    <a:pt x="511806" y="646239"/>
                  </a:lnTo>
                  <a:lnTo>
                    <a:pt x="512146" y="645776"/>
                  </a:lnTo>
                  <a:lnTo>
                    <a:pt x="512766" y="645502"/>
                  </a:lnTo>
                  <a:lnTo>
                    <a:pt x="514167" y="640960"/>
                  </a:lnTo>
                  <a:lnTo>
                    <a:pt x="515268" y="638215"/>
                  </a:lnTo>
                  <a:lnTo>
                    <a:pt x="515634" y="636317"/>
                  </a:lnTo>
                  <a:lnTo>
                    <a:pt x="515570" y="635504"/>
                  </a:lnTo>
                  <a:lnTo>
                    <a:pt x="515083" y="634324"/>
                  </a:lnTo>
                  <a:lnTo>
                    <a:pt x="514444" y="635356"/>
                  </a:lnTo>
                  <a:lnTo>
                    <a:pt x="514170" y="635061"/>
                  </a:lnTo>
                  <a:lnTo>
                    <a:pt x="513451" y="632681"/>
                  </a:lnTo>
                  <a:lnTo>
                    <a:pt x="512765" y="632008"/>
                  </a:lnTo>
                  <a:lnTo>
                    <a:pt x="512286" y="632524"/>
                  </a:lnTo>
                  <a:lnTo>
                    <a:pt x="512791" y="634474"/>
                  </a:lnTo>
                  <a:lnTo>
                    <a:pt x="513244" y="635199"/>
                  </a:lnTo>
                  <a:lnTo>
                    <a:pt x="513069" y="638035"/>
                  </a:lnTo>
                  <a:lnTo>
                    <a:pt x="512885" y="638959"/>
                  </a:lnTo>
                  <a:lnTo>
                    <a:pt x="512461" y="639774"/>
                  </a:lnTo>
                  <a:lnTo>
                    <a:pt x="511797" y="639339"/>
                  </a:lnTo>
                  <a:lnTo>
                    <a:pt x="511461" y="640041"/>
                  </a:lnTo>
                  <a:lnTo>
                    <a:pt x="511066" y="639302"/>
                  </a:lnTo>
                  <a:lnTo>
                    <a:pt x="510673" y="638055"/>
                  </a:lnTo>
                  <a:lnTo>
                    <a:pt x="510235" y="636004"/>
                  </a:lnTo>
                  <a:lnTo>
                    <a:pt x="511392" y="624455"/>
                  </a:lnTo>
                  <a:lnTo>
                    <a:pt x="512464" y="617097"/>
                  </a:lnTo>
                  <a:lnTo>
                    <a:pt x="512586" y="608703"/>
                  </a:lnTo>
                  <a:lnTo>
                    <a:pt x="512666" y="607459"/>
                  </a:lnTo>
                  <a:lnTo>
                    <a:pt x="512575" y="605228"/>
                  </a:lnTo>
                  <a:lnTo>
                    <a:pt x="511139" y="600380"/>
                  </a:lnTo>
                  <a:lnTo>
                    <a:pt x="504788" y="588551"/>
                  </a:lnTo>
                  <a:lnTo>
                    <a:pt x="499865" y="574542"/>
                  </a:lnTo>
                  <a:lnTo>
                    <a:pt x="495601" y="569287"/>
                  </a:lnTo>
                  <a:lnTo>
                    <a:pt x="492367" y="570442"/>
                  </a:lnTo>
                  <a:lnTo>
                    <a:pt x="491807" y="571498"/>
                  </a:lnTo>
                  <a:lnTo>
                    <a:pt x="491566" y="572879"/>
                  </a:lnTo>
                  <a:lnTo>
                    <a:pt x="491769" y="574441"/>
                  </a:lnTo>
                  <a:lnTo>
                    <a:pt x="491475" y="575092"/>
                  </a:lnTo>
                  <a:lnTo>
                    <a:pt x="490607" y="575010"/>
                  </a:lnTo>
                  <a:lnTo>
                    <a:pt x="489438" y="575373"/>
                  </a:lnTo>
                  <a:lnTo>
                    <a:pt x="486384" y="579061"/>
                  </a:lnTo>
                  <a:lnTo>
                    <a:pt x="485307" y="578925"/>
                  </a:lnTo>
                  <a:lnTo>
                    <a:pt x="484329" y="579881"/>
                  </a:lnTo>
                  <a:lnTo>
                    <a:pt x="483596" y="580596"/>
                  </a:lnTo>
                  <a:lnTo>
                    <a:pt x="481686" y="580986"/>
                  </a:lnTo>
                  <a:lnTo>
                    <a:pt x="480066" y="581804"/>
                  </a:lnTo>
                  <a:lnTo>
                    <a:pt x="479367" y="581361"/>
                  </a:lnTo>
                  <a:lnTo>
                    <a:pt x="478910" y="579223"/>
                  </a:lnTo>
                  <a:lnTo>
                    <a:pt x="478910" y="577009"/>
                  </a:lnTo>
                  <a:lnTo>
                    <a:pt x="479280" y="578706"/>
                  </a:lnTo>
                  <a:lnTo>
                    <a:pt x="479853" y="580034"/>
                  </a:lnTo>
                  <a:lnTo>
                    <a:pt x="480116" y="579503"/>
                  </a:lnTo>
                  <a:lnTo>
                    <a:pt x="480214" y="578328"/>
                  </a:lnTo>
                  <a:lnTo>
                    <a:pt x="479644" y="576027"/>
                  </a:lnTo>
                  <a:lnTo>
                    <a:pt x="477807" y="573071"/>
                  </a:lnTo>
                  <a:lnTo>
                    <a:pt x="475717" y="568752"/>
                  </a:lnTo>
                  <a:lnTo>
                    <a:pt x="476355" y="568895"/>
                  </a:lnTo>
                  <a:lnTo>
                    <a:pt x="476516" y="567970"/>
                  </a:lnTo>
                  <a:lnTo>
                    <a:pt x="475868" y="566757"/>
                  </a:lnTo>
                  <a:lnTo>
                    <a:pt x="476142" y="565354"/>
                  </a:lnTo>
                  <a:lnTo>
                    <a:pt x="476598" y="563881"/>
                  </a:lnTo>
                  <a:lnTo>
                    <a:pt x="475716" y="564102"/>
                  </a:lnTo>
                  <a:lnTo>
                    <a:pt x="474925" y="565134"/>
                  </a:lnTo>
                  <a:lnTo>
                    <a:pt x="474899" y="566408"/>
                  </a:lnTo>
                  <a:lnTo>
                    <a:pt x="474742" y="567420"/>
                  </a:lnTo>
                  <a:lnTo>
                    <a:pt x="474316" y="567273"/>
                  </a:lnTo>
                  <a:lnTo>
                    <a:pt x="473525" y="566019"/>
                  </a:lnTo>
                  <a:lnTo>
                    <a:pt x="469632" y="562529"/>
                  </a:lnTo>
                  <a:lnTo>
                    <a:pt x="466228" y="560561"/>
                  </a:lnTo>
                  <a:lnTo>
                    <a:pt x="468840" y="559675"/>
                  </a:lnTo>
                  <a:lnTo>
                    <a:pt x="470257" y="560364"/>
                  </a:lnTo>
                  <a:lnTo>
                    <a:pt x="470088" y="559307"/>
                  </a:lnTo>
                  <a:lnTo>
                    <a:pt x="469747" y="558637"/>
                  </a:lnTo>
                  <a:lnTo>
                    <a:pt x="468630" y="557787"/>
                  </a:lnTo>
                  <a:lnTo>
                    <a:pt x="467206" y="558110"/>
                  </a:lnTo>
                  <a:lnTo>
                    <a:pt x="466307" y="557710"/>
                  </a:lnTo>
                  <a:lnTo>
                    <a:pt x="465387" y="558553"/>
                  </a:lnTo>
                  <a:lnTo>
                    <a:pt x="464380" y="559805"/>
                  </a:lnTo>
                  <a:lnTo>
                    <a:pt x="463483" y="560450"/>
                  </a:lnTo>
                  <a:lnTo>
                    <a:pt x="459974" y="561352"/>
                  </a:lnTo>
                  <a:lnTo>
                    <a:pt x="457127" y="562330"/>
                  </a:lnTo>
                  <a:lnTo>
                    <a:pt x="457584" y="561297"/>
                  </a:lnTo>
                  <a:lnTo>
                    <a:pt x="458070" y="560633"/>
                  </a:lnTo>
                  <a:lnTo>
                    <a:pt x="459752" y="559623"/>
                  </a:lnTo>
                  <a:lnTo>
                    <a:pt x="460004" y="557524"/>
                  </a:lnTo>
                  <a:lnTo>
                    <a:pt x="459609" y="555503"/>
                  </a:lnTo>
                  <a:lnTo>
                    <a:pt x="459166" y="555988"/>
                  </a:lnTo>
                  <a:lnTo>
                    <a:pt x="458701" y="557567"/>
                  </a:lnTo>
                  <a:lnTo>
                    <a:pt x="458131" y="556429"/>
                  </a:lnTo>
                  <a:lnTo>
                    <a:pt x="457500" y="556435"/>
                  </a:lnTo>
                  <a:lnTo>
                    <a:pt x="457328" y="558948"/>
                  </a:lnTo>
                  <a:lnTo>
                    <a:pt x="456519" y="560633"/>
                  </a:lnTo>
                  <a:lnTo>
                    <a:pt x="456154" y="562330"/>
                  </a:lnTo>
                  <a:lnTo>
                    <a:pt x="453780" y="563659"/>
                  </a:lnTo>
                  <a:lnTo>
                    <a:pt x="453476" y="563216"/>
                  </a:lnTo>
                  <a:lnTo>
                    <a:pt x="454171" y="561604"/>
                  </a:lnTo>
                  <a:lnTo>
                    <a:pt x="454116" y="560708"/>
                  </a:lnTo>
                  <a:lnTo>
                    <a:pt x="453323" y="561477"/>
                  </a:lnTo>
                  <a:lnTo>
                    <a:pt x="451995" y="564532"/>
                  </a:lnTo>
                  <a:lnTo>
                    <a:pt x="447319" y="565532"/>
                  </a:lnTo>
                  <a:lnTo>
                    <a:pt x="447574" y="564838"/>
                  </a:lnTo>
                  <a:lnTo>
                    <a:pt x="448562" y="564699"/>
                  </a:lnTo>
                  <a:lnTo>
                    <a:pt x="449948" y="563733"/>
                  </a:lnTo>
                  <a:lnTo>
                    <a:pt x="449667" y="562105"/>
                  </a:lnTo>
                  <a:lnTo>
                    <a:pt x="449133" y="560316"/>
                  </a:lnTo>
                  <a:lnTo>
                    <a:pt x="448640" y="560117"/>
                  </a:lnTo>
                  <a:lnTo>
                    <a:pt x="448314" y="559068"/>
                  </a:lnTo>
                  <a:lnTo>
                    <a:pt x="448330" y="555762"/>
                  </a:lnTo>
                  <a:lnTo>
                    <a:pt x="448015" y="553830"/>
                  </a:lnTo>
                  <a:lnTo>
                    <a:pt x="447254" y="551842"/>
                  </a:lnTo>
                  <a:lnTo>
                    <a:pt x="446997" y="552225"/>
                  </a:lnTo>
                  <a:lnTo>
                    <a:pt x="446437" y="555624"/>
                  </a:lnTo>
                  <a:lnTo>
                    <a:pt x="445971" y="560082"/>
                  </a:lnTo>
                  <a:lnTo>
                    <a:pt x="445741" y="561522"/>
                  </a:lnTo>
                  <a:lnTo>
                    <a:pt x="444354" y="561623"/>
                  </a:lnTo>
                  <a:lnTo>
                    <a:pt x="443127" y="561319"/>
                  </a:lnTo>
                  <a:lnTo>
                    <a:pt x="438957" y="561854"/>
                  </a:lnTo>
                  <a:lnTo>
                    <a:pt x="437399" y="560343"/>
                  </a:lnTo>
                  <a:lnTo>
                    <a:pt x="436753" y="560053"/>
                  </a:lnTo>
                  <a:lnTo>
                    <a:pt x="436360" y="560088"/>
                  </a:lnTo>
                  <a:lnTo>
                    <a:pt x="434546" y="561473"/>
                  </a:lnTo>
                  <a:lnTo>
                    <a:pt x="432479" y="562534"/>
                  </a:lnTo>
                  <a:lnTo>
                    <a:pt x="431992" y="562200"/>
                  </a:lnTo>
                  <a:lnTo>
                    <a:pt x="431298" y="562151"/>
                  </a:lnTo>
                  <a:lnTo>
                    <a:pt x="429799" y="565761"/>
                  </a:lnTo>
                  <a:lnTo>
                    <a:pt x="428033" y="567451"/>
                  </a:lnTo>
                  <a:lnTo>
                    <a:pt x="423575" y="564414"/>
                  </a:lnTo>
                  <a:lnTo>
                    <a:pt x="422466" y="561971"/>
                  </a:lnTo>
                  <a:lnTo>
                    <a:pt x="421482" y="561449"/>
                  </a:lnTo>
                  <a:lnTo>
                    <a:pt x="420272" y="561147"/>
                  </a:lnTo>
                  <a:lnTo>
                    <a:pt x="418971" y="564152"/>
                  </a:lnTo>
                  <a:lnTo>
                    <a:pt x="417983" y="568208"/>
                  </a:lnTo>
                  <a:lnTo>
                    <a:pt x="419544" y="570432"/>
                  </a:lnTo>
                  <a:lnTo>
                    <a:pt x="420880" y="571495"/>
                  </a:lnTo>
                  <a:lnTo>
                    <a:pt x="423088" y="570603"/>
                  </a:lnTo>
                  <a:lnTo>
                    <a:pt x="424309" y="568635"/>
                  </a:lnTo>
                  <a:lnTo>
                    <a:pt x="425305" y="568700"/>
                  </a:lnTo>
                  <a:lnTo>
                    <a:pt x="425782" y="568301"/>
                  </a:lnTo>
                  <a:lnTo>
                    <a:pt x="426217" y="567273"/>
                  </a:lnTo>
                  <a:lnTo>
                    <a:pt x="427069" y="568084"/>
                  </a:lnTo>
                  <a:lnTo>
                    <a:pt x="427100" y="568897"/>
                  </a:lnTo>
                  <a:lnTo>
                    <a:pt x="426494" y="570041"/>
                  </a:lnTo>
                  <a:lnTo>
                    <a:pt x="425732" y="571004"/>
                  </a:lnTo>
                  <a:lnTo>
                    <a:pt x="425270" y="572140"/>
                  </a:lnTo>
                  <a:lnTo>
                    <a:pt x="426140" y="574428"/>
                  </a:lnTo>
                  <a:lnTo>
                    <a:pt x="427506" y="575197"/>
                  </a:lnTo>
                  <a:lnTo>
                    <a:pt x="428020" y="574865"/>
                  </a:lnTo>
                  <a:lnTo>
                    <a:pt x="428339" y="572293"/>
                  </a:lnTo>
                  <a:lnTo>
                    <a:pt x="429179" y="570637"/>
                  </a:lnTo>
                  <a:lnTo>
                    <a:pt x="430321" y="570994"/>
                  </a:lnTo>
                  <a:lnTo>
                    <a:pt x="430158" y="572033"/>
                  </a:lnTo>
                  <a:lnTo>
                    <a:pt x="430318" y="573014"/>
                  </a:lnTo>
                  <a:lnTo>
                    <a:pt x="430843" y="574689"/>
                  </a:lnTo>
                  <a:lnTo>
                    <a:pt x="430783" y="577089"/>
                  </a:lnTo>
                  <a:lnTo>
                    <a:pt x="430885" y="577667"/>
                  </a:lnTo>
                  <a:lnTo>
                    <a:pt x="429654" y="578726"/>
                  </a:lnTo>
                  <a:lnTo>
                    <a:pt x="428737" y="579086"/>
                  </a:lnTo>
                  <a:lnTo>
                    <a:pt x="428004" y="580472"/>
                  </a:lnTo>
                  <a:lnTo>
                    <a:pt x="428388" y="581277"/>
                  </a:lnTo>
                  <a:lnTo>
                    <a:pt x="427641" y="581984"/>
                  </a:lnTo>
                  <a:lnTo>
                    <a:pt x="427135" y="581702"/>
                  </a:lnTo>
                  <a:lnTo>
                    <a:pt x="426881" y="581963"/>
                  </a:lnTo>
                  <a:lnTo>
                    <a:pt x="426805" y="582814"/>
                  </a:lnTo>
                  <a:lnTo>
                    <a:pt x="426419" y="583605"/>
                  </a:lnTo>
                  <a:lnTo>
                    <a:pt x="426981" y="585987"/>
                  </a:lnTo>
                  <a:lnTo>
                    <a:pt x="428132" y="587542"/>
                  </a:lnTo>
                  <a:lnTo>
                    <a:pt x="428944" y="589491"/>
                  </a:lnTo>
                  <a:lnTo>
                    <a:pt x="432210" y="592058"/>
                  </a:lnTo>
                  <a:lnTo>
                    <a:pt x="433002" y="591985"/>
                  </a:lnTo>
                  <a:lnTo>
                    <a:pt x="433781" y="594569"/>
                  </a:lnTo>
                  <a:lnTo>
                    <a:pt x="434408" y="595457"/>
                  </a:lnTo>
                  <a:lnTo>
                    <a:pt x="435013" y="595909"/>
                  </a:lnTo>
                  <a:lnTo>
                    <a:pt x="434944" y="597687"/>
                  </a:lnTo>
                  <a:lnTo>
                    <a:pt x="433870" y="598988"/>
                  </a:lnTo>
                  <a:lnTo>
                    <a:pt x="433579" y="600541"/>
                  </a:lnTo>
                  <a:lnTo>
                    <a:pt x="433309" y="601413"/>
                  </a:lnTo>
                  <a:lnTo>
                    <a:pt x="432825" y="600308"/>
                  </a:lnTo>
                  <a:lnTo>
                    <a:pt x="432327" y="599507"/>
                  </a:lnTo>
                  <a:lnTo>
                    <a:pt x="431176" y="601943"/>
                  </a:lnTo>
                  <a:lnTo>
                    <a:pt x="430621" y="602455"/>
                  </a:lnTo>
                  <a:lnTo>
                    <a:pt x="430896" y="599829"/>
                  </a:lnTo>
                  <a:lnTo>
                    <a:pt x="430461" y="598800"/>
                  </a:lnTo>
                  <a:lnTo>
                    <a:pt x="429804" y="596167"/>
                  </a:lnTo>
                  <a:lnTo>
                    <a:pt x="428845" y="594538"/>
                  </a:lnTo>
                  <a:lnTo>
                    <a:pt x="428171" y="593999"/>
                  </a:lnTo>
                  <a:lnTo>
                    <a:pt x="427645" y="592969"/>
                  </a:lnTo>
                  <a:lnTo>
                    <a:pt x="427009" y="592552"/>
                  </a:lnTo>
                  <a:lnTo>
                    <a:pt x="426466" y="592658"/>
                  </a:lnTo>
                  <a:lnTo>
                    <a:pt x="425548" y="592058"/>
                  </a:lnTo>
                  <a:lnTo>
                    <a:pt x="425487" y="590657"/>
                  </a:lnTo>
                  <a:lnTo>
                    <a:pt x="425232" y="589608"/>
                  </a:lnTo>
                  <a:lnTo>
                    <a:pt x="424513" y="588370"/>
                  </a:lnTo>
                  <a:lnTo>
                    <a:pt x="421078" y="586031"/>
                  </a:lnTo>
                  <a:lnTo>
                    <a:pt x="421058" y="587000"/>
                  </a:lnTo>
                  <a:lnTo>
                    <a:pt x="421296" y="587728"/>
                  </a:lnTo>
                  <a:lnTo>
                    <a:pt x="421789" y="588213"/>
                  </a:lnTo>
                  <a:lnTo>
                    <a:pt x="422379" y="589157"/>
                  </a:lnTo>
                  <a:lnTo>
                    <a:pt x="422374" y="591951"/>
                  </a:lnTo>
                  <a:lnTo>
                    <a:pt x="422119" y="593134"/>
                  </a:lnTo>
                  <a:lnTo>
                    <a:pt x="422009" y="594820"/>
                  </a:lnTo>
                  <a:lnTo>
                    <a:pt x="421782" y="596532"/>
                  </a:lnTo>
                  <a:lnTo>
                    <a:pt x="421362" y="597883"/>
                  </a:lnTo>
                  <a:lnTo>
                    <a:pt x="420424" y="598803"/>
                  </a:lnTo>
                  <a:lnTo>
                    <a:pt x="420010" y="598033"/>
                  </a:lnTo>
                  <a:lnTo>
                    <a:pt x="419341" y="594345"/>
                  </a:lnTo>
                  <a:lnTo>
                    <a:pt x="418396" y="593183"/>
                  </a:lnTo>
                  <a:lnTo>
                    <a:pt x="416893" y="593046"/>
                  </a:lnTo>
                  <a:lnTo>
                    <a:pt x="415873" y="593880"/>
                  </a:lnTo>
                  <a:lnTo>
                    <a:pt x="414761" y="597453"/>
                  </a:lnTo>
                  <a:lnTo>
                    <a:pt x="413864" y="598037"/>
                  </a:lnTo>
                  <a:lnTo>
                    <a:pt x="410797" y="596186"/>
                  </a:lnTo>
                  <a:lnTo>
                    <a:pt x="407294" y="593365"/>
                  </a:lnTo>
                  <a:lnTo>
                    <a:pt x="407385" y="592426"/>
                  </a:lnTo>
                  <a:lnTo>
                    <a:pt x="407936" y="592124"/>
                  </a:lnTo>
                  <a:lnTo>
                    <a:pt x="408993" y="592510"/>
                  </a:lnTo>
                  <a:lnTo>
                    <a:pt x="408937" y="591542"/>
                  </a:lnTo>
                  <a:lnTo>
                    <a:pt x="407857" y="588390"/>
                  </a:lnTo>
                  <a:lnTo>
                    <a:pt x="407658" y="586968"/>
                  </a:lnTo>
                  <a:lnTo>
                    <a:pt x="407798" y="585232"/>
                  </a:lnTo>
                  <a:lnTo>
                    <a:pt x="407445" y="585271"/>
                  </a:lnTo>
                  <a:lnTo>
                    <a:pt x="406797" y="586728"/>
                  </a:lnTo>
                  <a:lnTo>
                    <a:pt x="404563" y="585493"/>
                  </a:lnTo>
                  <a:lnTo>
                    <a:pt x="403947" y="584017"/>
                  </a:lnTo>
                  <a:lnTo>
                    <a:pt x="402635" y="579858"/>
                  </a:lnTo>
                  <a:lnTo>
                    <a:pt x="400783" y="579722"/>
                  </a:lnTo>
                  <a:lnTo>
                    <a:pt x="399945" y="577200"/>
                  </a:lnTo>
                  <a:lnTo>
                    <a:pt x="398432" y="578256"/>
                  </a:lnTo>
                  <a:lnTo>
                    <a:pt x="397665" y="579425"/>
                  </a:lnTo>
                  <a:lnTo>
                    <a:pt x="396992" y="581235"/>
                  </a:lnTo>
                  <a:lnTo>
                    <a:pt x="397254" y="582175"/>
                  </a:lnTo>
                  <a:lnTo>
                    <a:pt x="397925" y="583667"/>
                  </a:lnTo>
                  <a:lnTo>
                    <a:pt x="397619" y="584387"/>
                  </a:lnTo>
                  <a:lnTo>
                    <a:pt x="395464" y="585450"/>
                  </a:lnTo>
                  <a:lnTo>
                    <a:pt x="390462" y="584261"/>
                  </a:lnTo>
                  <a:lnTo>
                    <a:pt x="388999" y="583150"/>
                  </a:lnTo>
                  <a:lnTo>
                    <a:pt x="387036" y="580801"/>
                  </a:lnTo>
                  <a:lnTo>
                    <a:pt x="384315" y="578887"/>
                  </a:lnTo>
                  <a:lnTo>
                    <a:pt x="383004" y="578578"/>
                  </a:lnTo>
                  <a:lnTo>
                    <a:pt x="381721" y="578957"/>
                  </a:lnTo>
                  <a:lnTo>
                    <a:pt x="377988" y="579153"/>
                  </a:lnTo>
                  <a:lnTo>
                    <a:pt x="377121" y="579663"/>
                  </a:lnTo>
                  <a:lnTo>
                    <a:pt x="376383" y="580477"/>
                  </a:lnTo>
                  <a:lnTo>
                    <a:pt x="375905" y="579576"/>
                  </a:lnTo>
                  <a:lnTo>
                    <a:pt x="375684" y="577969"/>
                  </a:lnTo>
                  <a:lnTo>
                    <a:pt x="376117" y="577708"/>
                  </a:lnTo>
                  <a:lnTo>
                    <a:pt x="376599" y="576763"/>
                  </a:lnTo>
                  <a:lnTo>
                    <a:pt x="377034" y="574894"/>
                  </a:lnTo>
                  <a:lnTo>
                    <a:pt x="377083" y="573765"/>
                  </a:lnTo>
                  <a:lnTo>
                    <a:pt x="376779" y="573027"/>
                  </a:lnTo>
                  <a:lnTo>
                    <a:pt x="376201" y="572954"/>
                  </a:lnTo>
                  <a:lnTo>
                    <a:pt x="374923" y="577822"/>
                  </a:lnTo>
                  <a:lnTo>
                    <a:pt x="375653" y="580550"/>
                  </a:lnTo>
                  <a:lnTo>
                    <a:pt x="375603" y="581534"/>
                  </a:lnTo>
                  <a:lnTo>
                    <a:pt x="373054" y="582094"/>
                  </a:lnTo>
                  <a:lnTo>
                    <a:pt x="367267" y="587587"/>
                  </a:lnTo>
                  <a:lnTo>
                    <a:pt x="365011" y="590549"/>
                  </a:lnTo>
                  <a:lnTo>
                    <a:pt x="365126" y="589552"/>
                  </a:lnTo>
                  <a:lnTo>
                    <a:pt x="367855" y="585713"/>
                  </a:lnTo>
                  <a:lnTo>
                    <a:pt x="366891" y="585125"/>
                  </a:lnTo>
                  <a:lnTo>
                    <a:pt x="365340" y="586085"/>
                  </a:lnTo>
                  <a:lnTo>
                    <a:pt x="364783" y="585715"/>
                  </a:lnTo>
                  <a:lnTo>
                    <a:pt x="365440" y="582541"/>
                  </a:lnTo>
                  <a:lnTo>
                    <a:pt x="365226" y="579742"/>
                  </a:lnTo>
                  <a:lnTo>
                    <a:pt x="364125" y="579666"/>
                  </a:lnTo>
                  <a:lnTo>
                    <a:pt x="363423" y="581901"/>
                  </a:lnTo>
                  <a:lnTo>
                    <a:pt x="362936" y="581805"/>
                  </a:lnTo>
                  <a:lnTo>
                    <a:pt x="362297" y="580847"/>
                  </a:lnTo>
                  <a:lnTo>
                    <a:pt x="361803" y="581150"/>
                  </a:lnTo>
                  <a:lnTo>
                    <a:pt x="362169" y="586215"/>
                  </a:lnTo>
                  <a:lnTo>
                    <a:pt x="362863" y="588298"/>
                  </a:lnTo>
                  <a:lnTo>
                    <a:pt x="363443" y="590954"/>
                  </a:lnTo>
                  <a:lnTo>
                    <a:pt x="361858" y="594237"/>
                  </a:lnTo>
                  <a:lnTo>
                    <a:pt x="360386" y="596945"/>
                  </a:lnTo>
                  <a:lnTo>
                    <a:pt x="360227" y="599562"/>
                  </a:lnTo>
                  <a:lnTo>
                    <a:pt x="358748" y="602972"/>
                  </a:lnTo>
                  <a:lnTo>
                    <a:pt x="357357" y="604905"/>
                  </a:lnTo>
                  <a:lnTo>
                    <a:pt x="354088" y="609450"/>
                  </a:lnTo>
                  <a:lnTo>
                    <a:pt x="353156" y="610422"/>
                  </a:lnTo>
                  <a:lnTo>
                    <a:pt x="351680" y="612532"/>
                  </a:lnTo>
                  <a:lnTo>
                    <a:pt x="349645" y="614113"/>
                  </a:lnTo>
                  <a:lnTo>
                    <a:pt x="347694" y="616624"/>
                  </a:lnTo>
                  <a:lnTo>
                    <a:pt x="347036" y="617005"/>
                  </a:lnTo>
                  <a:lnTo>
                    <a:pt x="348282" y="614879"/>
                  </a:lnTo>
                  <a:lnTo>
                    <a:pt x="349760" y="612780"/>
                  </a:lnTo>
                  <a:lnTo>
                    <a:pt x="348492" y="613067"/>
                  </a:lnTo>
                  <a:lnTo>
                    <a:pt x="346538" y="612095"/>
                  </a:lnTo>
                  <a:lnTo>
                    <a:pt x="345343" y="612038"/>
                  </a:lnTo>
                  <a:lnTo>
                    <a:pt x="345335" y="612804"/>
                  </a:lnTo>
                  <a:lnTo>
                    <a:pt x="344425" y="613887"/>
                  </a:lnTo>
                  <a:lnTo>
                    <a:pt x="343483" y="612297"/>
                  </a:lnTo>
                  <a:lnTo>
                    <a:pt x="343073" y="611227"/>
                  </a:lnTo>
                  <a:lnTo>
                    <a:pt x="342878" y="610304"/>
                  </a:lnTo>
                  <a:lnTo>
                    <a:pt x="342478" y="610080"/>
                  </a:lnTo>
                  <a:lnTo>
                    <a:pt x="342094" y="610509"/>
                  </a:lnTo>
                  <a:lnTo>
                    <a:pt x="343500" y="617012"/>
                  </a:lnTo>
                  <a:lnTo>
                    <a:pt x="344099" y="617293"/>
                  </a:lnTo>
                  <a:lnTo>
                    <a:pt x="344762" y="617939"/>
                  </a:lnTo>
                  <a:lnTo>
                    <a:pt x="343937" y="619454"/>
                  </a:lnTo>
                  <a:lnTo>
                    <a:pt x="343048" y="620604"/>
                  </a:lnTo>
                  <a:lnTo>
                    <a:pt x="341651" y="621368"/>
                  </a:lnTo>
                  <a:lnTo>
                    <a:pt x="340467" y="618994"/>
                  </a:lnTo>
                  <a:lnTo>
                    <a:pt x="340210" y="621972"/>
                  </a:lnTo>
                  <a:lnTo>
                    <a:pt x="340060" y="624946"/>
                  </a:lnTo>
                  <a:lnTo>
                    <a:pt x="339663" y="625709"/>
                  </a:lnTo>
                  <a:lnTo>
                    <a:pt x="339028" y="626797"/>
                  </a:lnTo>
                  <a:lnTo>
                    <a:pt x="338683" y="625976"/>
                  </a:lnTo>
                  <a:lnTo>
                    <a:pt x="338520" y="624826"/>
                  </a:lnTo>
                  <a:lnTo>
                    <a:pt x="338113" y="625852"/>
                  </a:lnTo>
                  <a:lnTo>
                    <a:pt x="337518" y="626622"/>
                  </a:lnTo>
                  <a:lnTo>
                    <a:pt x="336536" y="626777"/>
                  </a:lnTo>
                  <a:lnTo>
                    <a:pt x="335800" y="627188"/>
                  </a:lnTo>
                  <a:lnTo>
                    <a:pt x="335817" y="628420"/>
                  </a:lnTo>
                  <a:lnTo>
                    <a:pt x="335985" y="629658"/>
                  </a:lnTo>
                  <a:lnTo>
                    <a:pt x="337288" y="628680"/>
                  </a:lnTo>
                  <a:lnTo>
                    <a:pt x="336816" y="631864"/>
                  </a:lnTo>
                  <a:lnTo>
                    <a:pt x="335618" y="635011"/>
                  </a:lnTo>
                  <a:lnTo>
                    <a:pt x="334641" y="635754"/>
                  </a:lnTo>
                  <a:lnTo>
                    <a:pt x="333147" y="635294"/>
                  </a:lnTo>
                  <a:lnTo>
                    <a:pt x="332778" y="635610"/>
                  </a:lnTo>
                  <a:lnTo>
                    <a:pt x="332448" y="636263"/>
                  </a:lnTo>
                  <a:lnTo>
                    <a:pt x="334188" y="641186"/>
                  </a:lnTo>
                  <a:lnTo>
                    <a:pt x="333070" y="648611"/>
                  </a:lnTo>
                  <a:lnTo>
                    <a:pt x="332355" y="651302"/>
                  </a:lnTo>
                  <a:lnTo>
                    <a:pt x="331860" y="651647"/>
                  </a:lnTo>
                  <a:lnTo>
                    <a:pt x="331322" y="651725"/>
                  </a:lnTo>
                  <a:lnTo>
                    <a:pt x="329394" y="649332"/>
                  </a:lnTo>
                  <a:lnTo>
                    <a:pt x="328341" y="647483"/>
                  </a:lnTo>
                  <a:lnTo>
                    <a:pt x="329269" y="652517"/>
                  </a:lnTo>
                  <a:lnTo>
                    <a:pt x="331795" y="653987"/>
                  </a:lnTo>
                  <a:lnTo>
                    <a:pt x="331924" y="655892"/>
                  </a:lnTo>
                  <a:lnTo>
                    <a:pt x="331910" y="657519"/>
                  </a:lnTo>
                  <a:lnTo>
                    <a:pt x="331412" y="659429"/>
                  </a:lnTo>
                  <a:lnTo>
                    <a:pt x="330947" y="661967"/>
                  </a:lnTo>
                  <a:lnTo>
                    <a:pt x="331290" y="663735"/>
                  </a:lnTo>
                  <a:lnTo>
                    <a:pt x="331689" y="668105"/>
                  </a:lnTo>
                  <a:lnTo>
                    <a:pt x="332030" y="670111"/>
                  </a:lnTo>
                  <a:lnTo>
                    <a:pt x="332405" y="676195"/>
                  </a:lnTo>
                  <a:lnTo>
                    <a:pt x="332803" y="678834"/>
                  </a:lnTo>
                  <a:lnTo>
                    <a:pt x="335100" y="688546"/>
                  </a:lnTo>
                  <a:lnTo>
                    <a:pt x="335874" y="688621"/>
                  </a:lnTo>
                  <a:lnTo>
                    <a:pt x="335998" y="689672"/>
                  </a:lnTo>
                  <a:lnTo>
                    <a:pt x="335925" y="691689"/>
                  </a:lnTo>
                  <a:lnTo>
                    <a:pt x="334273" y="692277"/>
                  </a:lnTo>
                  <a:lnTo>
                    <a:pt x="333579" y="693176"/>
                  </a:lnTo>
                  <a:lnTo>
                    <a:pt x="333444" y="693956"/>
                  </a:lnTo>
                  <a:lnTo>
                    <a:pt x="333342" y="694377"/>
                  </a:lnTo>
                  <a:lnTo>
                    <a:pt x="333129" y="694338"/>
                  </a:lnTo>
                  <a:lnTo>
                    <a:pt x="332341" y="693777"/>
                  </a:lnTo>
                  <a:lnTo>
                    <a:pt x="330550" y="691019"/>
                  </a:lnTo>
                  <a:lnTo>
                    <a:pt x="327940" y="689309"/>
                  </a:lnTo>
                  <a:lnTo>
                    <a:pt x="324510" y="688647"/>
                  </a:lnTo>
                  <a:lnTo>
                    <a:pt x="322168" y="687266"/>
                  </a:lnTo>
                  <a:lnTo>
                    <a:pt x="320911" y="685162"/>
                  </a:lnTo>
                  <a:lnTo>
                    <a:pt x="319598" y="683915"/>
                  </a:lnTo>
                  <a:lnTo>
                    <a:pt x="318228" y="683523"/>
                  </a:lnTo>
                  <a:lnTo>
                    <a:pt x="317093" y="682382"/>
                  </a:lnTo>
                  <a:lnTo>
                    <a:pt x="316194" y="680492"/>
                  </a:lnTo>
                  <a:lnTo>
                    <a:pt x="314878" y="679285"/>
                  </a:lnTo>
                  <a:lnTo>
                    <a:pt x="313146" y="678762"/>
                  </a:lnTo>
                  <a:lnTo>
                    <a:pt x="312019" y="677345"/>
                  </a:lnTo>
                  <a:lnTo>
                    <a:pt x="311232" y="673829"/>
                  </a:lnTo>
                  <a:lnTo>
                    <a:pt x="310530" y="668037"/>
                  </a:lnTo>
                  <a:lnTo>
                    <a:pt x="309647" y="664409"/>
                  </a:lnTo>
                  <a:lnTo>
                    <a:pt x="307927" y="659918"/>
                  </a:lnTo>
                  <a:lnTo>
                    <a:pt x="307768" y="659327"/>
                  </a:lnTo>
                  <a:lnTo>
                    <a:pt x="307754" y="658588"/>
                  </a:lnTo>
                  <a:lnTo>
                    <a:pt x="307967" y="655975"/>
                  </a:lnTo>
                  <a:lnTo>
                    <a:pt x="307786" y="654097"/>
                  </a:lnTo>
                  <a:lnTo>
                    <a:pt x="307241" y="652566"/>
                  </a:lnTo>
                  <a:lnTo>
                    <a:pt x="307116" y="650946"/>
                  </a:lnTo>
                  <a:lnTo>
                    <a:pt x="307411" y="649240"/>
                  </a:lnTo>
                  <a:lnTo>
                    <a:pt x="307430" y="647191"/>
                  </a:lnTo>
                  <a:lnTo>
                    <a:pt x="307174" y="644799"/>
                  </a:lnTo>
                  <a:lnTo>
                    <a:pt x="306077" y="642212"/>
                  </a:lnTo>
                  <a:lnTo>
                    <a:pt x="304140" y="639433"/>
                  </a:lnTo>
                  <a:lnTo>
                    <a:pt x="302490" y="635375"/>
                  </a:lnTo>
                  <a:lnTo>
                    <a:pt x="301128" y="630039"/>
                  </a:lnTo>
                  <a:lnTo>
                    <a:pt x="299781" y="626343"/>
                  </a:lnTo>
                  <a:lnTo>
                    <a:pt x="298448" y="624284"/>
                  </a:lnTo>
                  <a:lnTo>
                    <a:pt x="297537" y="621770"/>
                  </a:lnTo>
                  <a:lnTo>
                    <a:pt x="297047" y="618802"/>
                  </a:lnTo>
                  <a:lnTo>
                    <a:pt x="296902" y="617080"/>
                  </a:lnTo>
                  <a:lnTo>
                    <a:pt x="297102" y="616603"/>
                  </a:lnTo>
                  <a:lnTo>
                    <a:pt x="296283" y="613304"/>
                  </a:lnTo>
                  <a:lnTo>
                    <a:pt x="294446" y="607183"/>
                  </a:lnTo>
                  <a:lnTo>
                    <a:pt x="293390" y="602708"/>
                  </a:lnTo>
                  <a:lnTo>
                    <a:pt x="293118" y="599878"/>
                  </a:lnTo>
                  <a:lnTo>
                    <a:pt x="291949" y="596511"/>
                  </a:lnTo>
                  <a:lnTo>
                    <a:pt x="289883" y="592605"/>
                  </a:lnTo>
                  <a:lnTo>
                    <a:pt x="288759" y="590064"/>
                  </a:lnTo>
                  <a:lnTo>
                    <a:pt x="288483" y="588300"/>
                  </a:lnTo>
                  <a:lnTo>
                    <a:pt x="285259" y="583167"/>
                  </a:lnTo>
                  <a:lnTo>
                    <a:pt x="284322" y="579961"/>
                  </a:lnTo>
                  <a:lnTo>
                    <a:pt x="283591" y="578949"/>
                  </a:lnTo>
                  <a:lnTo>
                    <a:pt x="282751" y="579058"/>
                  </a:lnTo>
                  <a:lnTo>
                    <a:pt x="282320" y="578751"/>
                  </a:lnTo>
                  <a:lnTo>
                    <a:pt x="282299" y="578027"/>
                  </a:lnTo>
                  <a:lnTo>
                    <a:pt x="282027" y="577992"/>
                  </a:lnTo>
                  <a:lnTo>
                    <a:pt x="281504" y="578650"/>
                  </a:lnTo>
                  <a:lnTo>
                    <a:pt x="279789" y="578783"/>
                  </a:lnTo>
                  <a:lnTo>
                    <a:pt x="276881" y="578392"/>
                  </a:lnTo>
                  <a:lnTo>
                    <a:pt x="274783" y="577519"/>
                  </a:lnTo>
                  <a:lnTo>
                    <a:pt x="273493" y="576161"/>
                  </a:lnTo>
                  <a:lnTo>
                    <a:pt x="272590" y="576344"/>
                  </a:lnTo>
                  <a:lnTo>
                    <a:pt x="272071" y="578068"/>
                  </a:lnTo>
                  <a:lnTo>
                    <a:pt x="270966" y="579178"/>
                  </a:lnTo>
                  <a:lnTo>
                    <a:pt x="269276" y="579673"/>
                  </a:lnTo>
                  <a:lnTo>
                    <a:pt x="267823" y="582876"/>
                  </a:lnTo>
                  <a:lnTo>
                    <a:pt x="266607" y="588786"/>
                  </a:lnTo>
                  <a:lnTo>
                    <a:pt x="266072" y="592586"/>
                  </a:lnTo>
                  <a:lnTo>
                    <a:pt x="266221" y="594280"/>
                  </a:lnTo>
                  <a:lnTo>
                    <a:pt x="265900" y="595509"/>
                  </a:lnTo>
                  <a:lnTo>
                    <a:pt x="265110" y="596278"/>
                  </a:lnTo>
                  <a:lnTo>
                    <a:pt x="264305" y="597997"/>
                  </a:lnTo>
                  <a:lnTo>
                    <a:pt x="263487" y="600666"/>
                  </a:lnTo>
                  <a:lnTo>
                    <a:pt x="262532" y="601957"/>
                  </a:lnTo>
                  <a:lnTo>
                    <a:pt x="261443" y="601871"/>
                  </a:lnTo>
                  <a:lnTo>
                    <a:pt x="259429" y="599815"/>
                  </a:lnTo>
                  <a:lnTo>
                    <a:pt x="256492" y="595791"/>
                  </a:lnTo>
                  <a:lnTo>
                    <a:pt x="254189" y="593303"/>
                  </a:lnTo>
                  <a:lnTo>
                    <a:pt x="252521" y="592355"/>
                  </a:lnTo>
                  <a:lnTo>
                    <a:pt x="251048" y="590494"/>
                  </a:lnTo>
                  <a:lnTo>
                    <a:pt x="249770" y="587724"/>
                  </a:lnTo>
                  <a:lnTo>
                    <a:pt x="248591" y="585876"/>
                  </a:lnTo>
                  <a:lnTo>
                    <a:pt x="247514" y="584951"/>
                  </a:lnTo>
                  <a:lnTo>
                    <a:pt x="246254" y="581879"/>
                  </a:lnTo>
                  <a:lnTo>
                    <a:pt x="244813" y="576660"/>
                  </a:lnTo>
                  <a:lnTo>
                    <a:pt x="244093" y="572635"/>
                  </a:lnTo>
                  <a:lnTo>
                    <a:pt x="244093" y="568384"/>
                  </a:lnTo>
                  <a:lnTo>
                    <a:pt x="242209" y="559127"/>
                  </a:lnTo>
                  <a:lnTo>
                    <a:pt x="241210" y="555117"/>
                  </a:lnTo>
                  <a:lnTo>
                    <a:pt x="240467" y="553268"/>
                  </a:lnTo>
                  <a:lnTo>
                    <a:pt x="239013" y="551063"/>
                  </a:lnTo>
                  <a:lnTo>
                    <a:pt x="236847" y="548501"/>
                  </a:lnTo>
                  <a:lnTo>
                    <a:pt x="233945" y="543374"/>
                  </a:lnTo>
                  <a:lnTo>
                    <a:pt x="230305" y="535684"/>
                  </a:lnTo>
                  <a:lnTo>
                    <a:pt x="227729" y="531053"/>
                  </a:lnTo>
                  <a:lnTo>
                    <a:pt x="226218" y="529481"/>
                  </a:lnTo>
                  <a:lnTo>
                    <a:pt x="224905" y="526711"/>
                  </a:lnTo>
                  <a:lnTo>
                    <a:pt x="223793" y="522742"/>
                  </a:lnTo>
                  <a:lnTo>
                    <a:pt x="222498" y="520048"/>
                  </a:lnTo>
                  <a:lnTo>
                    <a:pt x="219819" y="520014"/>
                  </a:lnTo>
                  <a:lnTo>
                    <a:pt x="217140" y="519980"/>
                  </a:lnTo>
                  <a:lnTo>
                    <a:pt x="214461" y="519946"/>
                  </a:lnTo>
                  <a:lnTo>
                    <a:pt x="211782" y="519913"/>
                  </a:lnTo>
                  <a:lnTo>
                    <a:pt x="209103" y="519879"/>
                  </a:lnTo>
                  <a:lnTo>
                    <a:pt x="206423" y="519845"/>
                  </a:lnTo>
                  <a:lnTo>
                    <a:pt x="203744" y="519812"/>
                  </a:lnTo>
                  <a:lnTo>
                    <a:pt x="201066" y="519777"/>
                  </a:lnTo>
                  <a:lnTo>
                    <a:pt x="201058" y="523101"/>
                  </a:lnTo>
                  <a:lnTo>
                    <a:pt x="201049" y="526424"/>
                  </a:lnTo>
                  <a:lnTo>
                    <a:pt x="201042" y="529748"/>
                  </a:lnTo>
                  <a:lnTo>
                    <a:pt x="201034" y="533071"/>
                  </a:lnTo>
                  <a:lnTo>
                    <a:pt x="196727" y="533090"/>
                  </a:lnTo>
                  <a:lnTo>
                    <a:pt x="192419" y="533110"/>
                  </a:lnTo>
                  <a:lnTo>
                    <a:pt x="188112" y="533130"/>
                  </a:lnTo>
                  <a:lnTo>
                    <a:pt x="183804" y="533149"/>
                  </a:lnTo>
                  <a:lnTo>
                    <a:pt x="179497" y="533168"/>
                  </a:lnTo>
                  <a:lnTo>
                    <a:pt x="175189" y="533187"/>
                  </a:lnTo>
                  <a:lnTo>
                    <a:pt x="170882" y="533207"/>
                  </a:lnTo>
                  <a:lnTo>
                    <a:pt x="166574" y="533226"/>
                  </a:lnTo>
                  <a:lnTo>
                    <a:pt x="160795" y="528851"/>
                  </a:lnTo>
                  <a:lnTo>
                    <a:pt x="155015" y="524479"/>
                  </a:lnTo>
                  <a:lnTo>
                    <a:pt x="149235" y="520104"/>
                  </a:lnTo>
                  <a:lnTo>
                    <a:pt x="143455" y="515731"/>
                  </a:lnTo>
                  <a:lnTo>
                    <a:pt x="137676" y="511357"/>
                  </a:lnTo>
                  <a:lnTo>
                    <a:pt x="131896" y="506983"/>
                  </a:lnTo>
                  <a:lnTo>
                    <a:pt x="126116" y="502610"/>
                  </a:lnTo>
                  <a:lnTo>
                    <a:pt x="120336" y="498237"/>
                  </a:lnTo>
                  <a:lnTo>
                    <a:pt x="120921" y="496568"/>
                  </a:lnTo>
                  <a:lnTo>
                    <a:pt x="121691" y="492119"/>
                  </a:lnTo>
                  <a:lnTo>
                    <a:pt x="120298" y="492433"/>
                  </a:lnTo>
                  <a:lnTo>
                    <a:pt x="116811" y="493066"/>
                  </a:lnTo>
                  <a:lnTo>
                    <a:pt x="113324" y="493699"/>
                  </a:lnTo>
                  <a:lnTo>
                    <a:pt x="109836" y="494331"/>
                  </a:lnTo>
                  <a:lnTo>
                    <a:pt x="106349" y="494965"/>
                  </a:lnTo>
                  <a:lnTo>
                    <a:pt x="102861" y="495598"/>
                  </a:lnTo>
                  <a:lnTo>
                    <a:pt x="99374" y="496230"/>
                  </a:lnTo>
                  <a:lnTo>
                    <a:pt x="95887" y="496863"/>
                  </a:lnTo>
                  <a:lnTo>
                    <a:pt x="92399" y="497497"/>
                  </a:lnTo>
                  <a:lnTo>
                    <a:pt x="92373" y="497308"/>
                  </a:lnTo>
                  <a:lnTo>
                    <a:pt x="92288" y="494074"/>
                  </a:lnTo>
                  <a:lnTo>
                    <a:pt x="91723" y="492930"/>
                  </a:lnTo>
                  <a:lnTo>
                    <a:pt x="90995" y="493636"/>
                  </a:lnTo>
                  <a:lnTo>
                    <a:pt x="90663" y="489433"/>
                  </a:lnTo>
                  <a:lnTo>
                    <a:pt x="90846" y="487449"/>
                  </a:lnTo>
                  <a:lnTo>
                    <a:pt x="90757" y="485514"/>
                  </a:lnTo>
                  <a:lnTo>
                    <a:pt x="90077" y="480751"/>
                  </a:lnTo>
                  <a:lnTo>
                    <a:pt x="88266" y="474976"/>
                  </a:lnTo>
                  <a:lnTo>
                    <a:pt x="84353" y="467796"/>
                  </a:lnTo>
                  <a:lnTo>
                    <a:pt x="82359" y="465398"/>
                  </a:lnTo>
                  <a:lnTo>
                    <a:pt x="80794" y="462368"/>
                  </a:lnTo>
                  <a:lnTo>
                    <a:pt x="79802" y="461526"/>
                  </a:lnTo>
                  <a:lnTo>
                    <a:pt x="78553" y="461292"/>
                  </a:lnTo>
                  <a:lnTo>
                    <a:pt x="78190" y="462660"/>
                  </a:lnTo>
                  <a:lnTo>
                    <a:pt x="76773" y="461725"/>
                  </a:lnTo>
                  <a:lnTo>
                    <a:pt x="76986" y="458346"/>
                  </a:lnTo>
                  <a:lnTo>
                    <a:pt x="75606" y="453645"/>
                  </a:lnTo>
                  <a:lnTo>
                    <a:pt x="74477" y="453124"/>
                  </a:lnTo>
                  <a:lnTo>
                    <a:pt x="71635" y="453436"/>
                  </a:lnTo>
                  <a:lnTo>
                    <a:pt x="67836" y="450849"/>
                  </a:lnTo>
                  <a:lnTo>
                    <a:pt x="66714" y="449309"/>
                  </a:lnTo>
                  <a:lnTo>
                    <a:pt x="66326" y="446552"/>
                  </a:lnTo>
                  <a:lnTo>
                    <a:pt x="64547" y="444154"/>
                  </a:lnTo>
                  <a:lnTo>
                    <a:pt x="62202" y="441807"/>
                  </a:lnTo>
                  <a:lnTo>
                    <a:pt x="60896" y="442349"/>
                  </a:lnTo>
                  <a:lnTo>
                    <a:pt x="59189" y="441986"/>
                  </a:lnTo>
                  <a:lnTo>
                    <a:pt x="56755" y="440292"/>
                  </a:lnTo>
                  <a:lnTo>
                    <a:pt x="55335" y="440080"/>
                  </a:lnTo>
                  <a:lnTo>
                    <a:pt x="52569" y="440579"/>
                  </a:lnTo>
                  <a:lnTo>
                    <a:pt x="51536" y="440222"/>
                  </a:lnTo>
                  <a:lnTo>
                    <a:pt x="50578" y="438087"/>
                  </a:lnTo>
                  <a:lnTo>
                    <a:pt x="49544" y="437021"/>
                  </a:lnTo>
                  <a:lnTo>
                    <a:pt x="49763" y="434392"/>
                  </a:lnTo>
                  <a:lnTo>
                    <a:pt x="49630" y="432016"/>
                  </a:lnTo>
                  <a:lnTo>
                    <a:pt x="49785" y="430166"/>
                  </a:lnTo>
                  <a:lnTo>
                    <a:pt x="49320" y="426109"/>
                  </a:lnTo>
                  <a:lnTo>
                    <a:pt x="49679" y="422350"/>
                  </a:lnTo>
                  <a:lnTo>
                    <a:pt x="49369" y="420993"/>
                  </a:lnTo>
                  <a:lnTo>
                    <a:pt x="48784" y="419951"/>
                  </a:lnTo>
                  <a:lnTo>
                    <a:pt x="46952" y="418414"/>
                  </a:lnTo>
                  <a:lnTo>
                    <a:pt x="46617" y="416485"/>
                  </a:lnTo>
                  <a:lnTo>
                    <a:pt x="46916" y="413812"/>
                  </a:lnTo>
                  <a:lnTo>
                    <a:pt x="46437" y="412048"/>
                  </a:lnTo>
                  <a:lnTo>
                    <a:pt x="44935" y="410404"/>
                  </a:lnTo>
                  <a:lnTo>
                    <a:pt x="43533" y="406670"/>
                  </a:lnTo>
                  <a:lnTo>
                    <a:pt x="41755" y="404625"/>
                  </a:lnTo>
                  <a:lnTo>
                    <a:pt x="41023" y="401200"/>
                  </a:lnTo>
                  <a:lnTo>
                    <a:pt x="39928" y="399083"/>
                  </a:lnTo>
                  <a:lnTo>
                    <a:pt x="39547" y="397206"/>
                  </a:lnTo>
                  <a:lnTo>
                    <a:pt x="37117" y="390509"/>
                  </a:lnTo>
                  <a:lnTo>
                    <a:pt x="34521" y="385278"/>
                  </a:lnTo>
                  <a:lnTo>
                    <a:pt x="34121" y="382269"/>
                  </a:lnTo>
                  <a:lnTo>
                    <a:pt x="34018" y="378148"/>
                  </a:lnTo>
                  <a:lnTo>
                    <a:pt x="35036" y="375633"/>
                  </a:lnTo>
                  <a:lnTo>
                    <a:pt x="35586" y="373423"/>
                  </a:lnTo>
                  <a:lnTo>
                    <a:pt x="35531" y="371393"/>
                  </a:lnTo>
                  <a:lnTo>
                    <a:pt x="35373" y="369908"/>
                  </a:lnTo>
                  <a:lnTo>
                    <a:pt x="34481" y="367317"/>
                  </a:lnTo>
                  <a:lnTo>
                    <a:pt x="31025" y="365779"/>
                  </a:lnTo>
                  <a:lnTo>
                    <a:pt x="28213" y="359380"/>
                  </a:lnTo>
                  <a:lnTo>
                    <a:pt x="28049" y="354485"/>
                  </a:lnTo>
                  <a:lnTo>
                    <a:pt x="26942" y="349478"/>
                  </a:lnTo>
                  <a:lnTo>
                    <a:pt x="26927" y="346222"/>
                  </a:lnTo>
                  <a:lnTo>
                    <a:pt x="26760" y="342701"/>
                  </a:lnTo>
                  <a:lnTo>
                    <a:pt x="27596" y="341932"/>
                  </a:lnTo>
                  <a:lnTo>
                    <a:pt x="28346" y="342211"/>
                  </a:lnTo>
                  <a:lnTo>
                    <a:pt x="28270" y="343614"/>
                  </a:lnTo>
                  <a:lnTo>
                    <a:pt x="28521" y="346132"/>
                  </a:lnTo>
                  <a:lnTo>
                    <a:pt x="29399" y="348023"/>
                  </a:lnTo>
                  <a:lnTo>
                    <a:pt x="30240" y="348848"/>
                  </a:lnTo>
                  <a:lnTo>
                    <a:pt x="31003" y="350688"/>
                  </a:lnTo>
                  <a:lnTo>
                    <a:pt x="31576" y="351245"/>
                  </a:lnTo>
                  <a:lnTo>
                    <a:pt x="32167" y="351379"/>
                  </a:lnTo>
                  <a:lnTo>
                    <a:pt x="31850" y="350199"/>
                  </a:lnTo>
                  <a:lnTo>
                    <a:pt x="31514" y="349443"/>
                  </a:lnTo>
                  <a:lnTo>
                    <a:pt x="31100" y="347000"/>
                  </a:lnTo>
                  <a:lnTo>
                    <a:pt x="30318" y="343881"/>
                  </a:lnTo>
                  <a:lnTo>
                    <a:pt x="29419" y="342158"/>
                  </a:lnTo>
                  <a:lnTo>
                    <a:pt x="28963" y="339019"/>
                  </a:lnTo>
                  <a:lnTo>
                    <a:pt x="28572" y="338291"/>
                  </a:lnTo>
                  <a:lnTo>
                    <a:pt x="28329" y="337127"/>
                  </a:lnTo>
                  <a:lnTo>
                    <a:pt x="29196" y="335746"/>
                  </a:lnTo>
                  <a:lnTo>
                    <a:pt x="30381" y="334762"/>
                  </a:lnTo>
                  <a:lnTo>
                    <a:pt x="31970" y="334497"/>
                  </a:lnTo>
                  <a:lnTo>
                    <a:pt x="36477" y="334955"/>
                  </a:lnTo>
                  <a:lnTo>
                    <a:pt x="37437" y="334152"/>
                  </a:lnTo>
                  <a:lnTo>
                    <a:pt x="38230" y="334414"/>
                  </a:lnTo>
                  <a:lnTo>
                    <a:pt x="38811" y="334310"/>
                  </a:lnTo>
                  <a:lnTo>
                    <a:pt x="37588" y="333482"/>
                  </a:lnTo>
                  <a:lnTo>
                    <a:pt x="36899" y="333752"/>
                  </a:lnTo>
                  <a:lnTo>
                    <a:pt x="36090" y="333585"/>
                  </a:lnTo>
                  <a:lnTo>
                    <a:pt x="34480" y="333746"/>
                  </a:lnTo>
                  <a:lnTo>
                    <a:pt x="33829" y="333397"/>
                  </a:lnTo>
                  <a:lnTo>
                    <a:pt x="33110" y="332413"/>
                  </a:lnTo>
                  <a:lnTo>
                    <a:pt x="32643" y="332312"/>
                  </a:lnTo>
                  <a:lnTo>
                    <a:pt x="31153" y="334026"/>
                  </a:lnTo>
                  <a:lnTo>
                    <a:pt x="30488" y="333819"/>
                  </a:lnTo>
                  <a:lnTo>
                    <a:pt x="28918" y="331947"/>
                  </a:lnTo>
                  <a:lnTo>
                    <a:pt x="28233" y="331683"/>
                  </a:lnTo>
                  <a:lnTo>
                    <a:pt x="27129" y="332746"/>
                  </a:lnTo>
                  <a:lnTo>
                    <a:pt x="26995" y="337335"/>
                  </a:lnTo>
                  <a:lnTo>
                    <a:pt x="27336" y="340744"/>
                  </a:lnTo>
                  <a:lnTo>
                    <a:pt x="26673" y="341092"/>
                  </a:lnTo>
                  <a:lnTo>
                    <a:pt x="25907" y="339684"/>
                  </a:lnTo>
                  <a:lnTo>
                    <a:pt x="24730" y="338848"/>
                  </a:lnTo>
                  <a:lnTo>
                    <a:pt x="23759" y="337568"/>
                  </a:lnTo>
                  <a:lnTo>
                    <a:pt x="22388" y="335192"/>
                  </a:lnTo>
                  <a:lnTo>
                    <a:pt x="21668" y="334323"/>
                  </a:lnTo>
                  <a:lnTo>
                    <a:pt x="20854" y="336299"/>
                  </a:lnTo>
                  <a:lnTo>
                    <a:pt x="20821" y="335393"/>
                  </a:lnTo>
                  <a:lnTo>
                    <a:pt x="21227" y="333096"/>
                  </a:lnTo>
                  <a:lnTo>
                    <a:pt x="21112" y="329245"/>
                  </a:lnTo>
                  <a:lnTo>
                    <a:pt x="22341" y="332318"/>
                  </a:lnTo>
                  <a:lnTo>
                    <a:pt x="21959" y="330154"/>
                  </a:lnTo>
                  <a:lnTo>
                    <a:pt x="21004" y="327775"/>
                  </a:lnTo>
                  <a:lnTo>
                    <a:pt x="20276" y="326948"/>
                  </a:lnTo>
                  <a:lnTo>
                    <a:pt x="19363" y="322687"/>
                  </a:lnTo>
                  <a:lnTo>
                    <a:pt x="17308" y="320129"/>
                  </a:lnTo>
                  <a:lnTo>
                    <a:pt x="15662" y="315998"/>
                  </a:lnTo>
                  <a:lnTo>
                    <a:pt x="12295" y="309153"/>
                  </a:lnTo>
                  <a:lnTo>
                    <a:pt x="12070" y="303134"/>
                  </a:lnTo>
                  <a:lnTo>
                    <a:pt x="10842" y="295527"/>
                  </a:lnTo>
                  <a:lnTo>
                    <a:pt x="11360" y="291197"/>
                  </a:lnTo>
                  <a:lnTo>
                    <a:pt x="11291" y="288131"/>
                  </a:lnTo>
                  <a:lnTo>
                    <a:pt x="10688" y="283499"/>
                  </a:lnTo>
                  <a:lnTo>
                    <a:pt x="10060" y="280978"/>
                  </a:lnTo>
                  <a:lnTo>
                    <a:pt x="7330" y="274071"/>
                  </a:lnTo>
                  <a:lnTo>
                    <a:pt x="4703" y="269419"/>
                  </a:lnTo>
                  <a:lnTo>
                    <a:pt x="4307" y="265899"/>
                  </a:lnTo>
                  <a:lnTo>
                    <a:pt x="4122" y="262350"/>
                  </a:lnTo>
                  <a:lnTo>
                    <a:pt x="4697" y="259191"/>
                  </a:lnTo>
                  <a:lnTo>
                    <a:pt x="5195" y="255868"/>
                  </a:lnTo>
                  <a:lnTo>
                    <a:pt x="5558" y="254990"/>
                  </a:lnTo>
                  <a:lnTo>
                    <a:pt x="5699" y="255356"/>
                  </a:lnTo>
                  <a:lnTo>
                    <a:pt x="5598" y="256065"/>
                  </a:lnTo>
                  <a:lnTo>
                    <a:pt x="5971" y="256284"/>
                  </a:lnTo>
                  <a:lnTo>
                    <a:pt x="6112" y="254818"/>
                  </a:lnTo>
                  <a:lnTo>
                    <a:pt x="6334" y="254061"/>
                  </a:lnTo>
                  <a:lnTo>
                    <a:pt x="5940" y="253963"/>
                  </a:lnTo>
                  <a:lnTo>
                    <a:pt x="5981" y="253499"/>
                  </a:lnTo>
                  <a:lnTo>
                    <a:pt x="6216" y="252573"/>
                  </a:lnTo>
                  <a:lnTo>
                    <a:pt x="7030" y="248208"/>
                  </a:lnTo>
                  <a:lnTo>
                    <a:pt x="6945" y="242708"/>
                  </a:lnTo>
                  <a:lnTo>
                    <a:pt x="7817" y="235963"/>
                  </a:lnTo>
                  <a:lnTo>
                    <a:pt x="7775" y="233737"/>
                  </a:lnTo>
                  <a:lnTo>
                    <a:pt x="7218" y="228944"/>
                  </a:lnTo>
                  <a:lnTo>
                    <a:pt x="6663" y="226070"/>
                  </a:lnTo>
                  <a:lnTo>
                    <a:pt x="5671" y="224032"/>
                  </a:lnTo>
                  <a:lnTo>
                    <a:pt x="6108" y="221059"/>
                  </a:lnTo>
                  <a:lnTo>
                    <a:pt x="6072" y="218221"/>
                  </a:lnTo>
                  <a:lnTo>
                    <a:pt x="4322" y="214135"/>
                  </a:lnTo>
                  <a:lnTo>
                    <a:pt x="3655" y="208773"/>
                  </a:lnTo>
                  <a:lnTo>
                    <a:pt x="3527" y="206508"/>
                  </a:lnTo>
                  <a:lnTo>
                    <a:pt x="3702" y="200519"/>
                  </a:lnTo>
                  <a:lnTo>
                    <a:pt x="3243" y="197962"/>
                  </a:lnTo>
                  <a:lnTo>
                    <a:pt x="2075" y="193746"/>
                  </a:lnTo>
                  <a:lnTo>
                    <a:pt x="2576" y="190083"/>
                  </a:lnTo>
                  <a:lnTo>
                    <a:pt x="3114" y="187852"/>
                  </a:lnTo>
                  <a:lnTo>
                    <a:pt x="4428" y="178122"/>
                  </a:lnTo>
                  <a:lnTo>
                    <a:pt x="4745" y="177337"/>
                  </a:lnTo>
                  <a:lnTo>
                    <a:pt x="5295" y="177361"/>
                  </a:lnTo>
                  <a:lnTo>
                    <a:pt x="6252" y="175708"/>
                  </a:lnTo>
                  <a:lnTo>
                    <a:pt x="5811" y="175323"/>
                  </a:lnTo>
                  <a:lnTo>
                    <a:pt x="5142" y="176111"/>
                  </a:lnTo>
                  <a:lnTo>
                    <a:pt x="5737" y="172260"/>
                  </a:lnTo>
                  <a:lnTo>
                    <a:pt x="6405" y="168964"/>
                  </a:lnTo>
                  <a:lnTo>
                    <a:pt x="6839" y="167777"/>
                  </a:lnTo>
                  <a:lnTo>
                    <a:pt x="7060" y="157023"/>
                  </a:lnTo>
                  <a:lnTo>
                    <a:pt x="7443" y="148805"/>
                  </a:lnTo>
                  <a:lnTo>
                    <a:pt x="8074" y="146096"/>
                  </a:lnTo>
                  <a:lnTo>
                    <a:pt x="7855" y="143301"/>
                  </a:lnTo>
                  <a:lnTo>
                    <a:pt x="8109" y="139513"/>
                  </a:lnTo>
                  <a:lnTo>
                    <a:pt x="7931" y="135687"/>
                  </a:lnTo>
                  <a:lnTo>
                    <a:pt x="9279" y="117275"/>
                  </a:lnTo>
                  <a:lnTo>
                    <a:pt x="9102" y="115052"/>
                  </a:lnTo>
                  <a:lnTo>
                    <a:pt x="9513" y="112071"/>
                  </a:lnTo>
                  <a:lnTo>
                    <a:pt x="9125" y="104210"/>
                  </a:lnTo>
                  <a:lnTo>
                    <a:pt x="9297" y="95416"/>
                  </a:lnTo>
                  <a:lnTo>
                    <a:pt x="8954" y="94301"/>
                  </a:lnTo>
                  <a:lnTo>
                    <a:pt x="8782" y="93088"/>
                  </a:lnTo>
                  <a:lnTo>
                    <a:pt x="9104" y="92909"/>
                  </a:lnTo>
                  <a:lnTo>
                    <a:pt x="9729" y="94187"/>
                  </a:lnTo>
                  <a:lnTo>
                    <a:pt x="12629" y="94174"/>
                  </a:lnTo>
                  <a:lnTo>
                    <a:pt x="14482" y="92991"/>
                  </a:lnTo>
                  <a:lnTo>
                    <a:pt x="15156" y="93382"/>
                  </a:lnTo>
                  <a:lnTo>
                    <a:pt x="15936" y="94991"/>
                  </a:lnTo>
                  <a:lnTo>
                    <a:pt x="16920" y="95315"/>
                  </a:lnTo>
                  <a:lnTo>
                    <a:pt x="18151" y="95031"/>
                  </a:lnTo>
                  <a:lnTo>
                    <a:pt x="17776" y="94627"/>
                  </a:lnTo>
                  <a:lnTo>
                    <a:pt x="17199" y="94522"/>
                  </a:lnTo>
                  <a:lnTo>
                    <a:pt x="15907" y="93040"/>
                  </a:lnTo>
                  <a:lnTo>
                    <a:pt x="15174" y="91560"/>
                  </a:lnTo>
                  <a:lnTo>
                    <a:pt x="12913" y="91659"/>
                  </a:lnTo>
                  <a:lnTo>
                    <a:pt x="12450" y="90710"/>
                  </a:lnTo>
                  <a:lnTo>
                    <a:pt x="9923" y="91658"/>
                  </a:lnTo>
                  <a:lnTo>
                    <a:pt x="9142" y="90684"/>
                  </a:lnTo>
                  <a:lnTo>
                    <a:pt x="7765" y="91313"/>
                  </a:lnTo>
                  <a:lnTo>
                    <a:pt x="8102" y="88551"/>
                  </a:lnTo>
                  <a:lnTo>
                    <a:pt x="8040" y="85076"/>
                  </a:lnTo>
                  <a:lnTo>
                    <a:pt x="8112" y="81691"/>
                  </a:lnTo>
                  <a:lnTo>
                    <a:pt x="8452" y="84164"/>
                  </a:lnTo>
                  <a:lnTo>
                    <a:pt x="9308" y="86788"/>
                  </a:lnTo>
                  <a:lnTo>
                    <a:pt x="9720" y="83810"/>
                  </a:lnTo>
                  <a:lnTo>
                    <a:pt x="10003" y="80067"/>
                  </a:lnTo>
                  <a:lnTo>
                    <a:pt x="9167" y="78629"/>
                  </a:lnTo>
                  <a:lnTo>
                    <a:pt x="7778" y="77563"/>
                  </a:lnTo>
                  <a:lnTo>
                    <a:pt x="7280" y="74078"/>
                  </a:lnTo>
                  <a:lnTo>
                    <a:pt x="10567" y="71109"/>
                  </a:lnTo>
                  <a:lnTo>
                    <a:pt x="8822" y="70480"/>
                  </a:lnTo>
                  <a:lnTo>
                    <a:pt x="8137" y="69144"/>
                  </a:lnTo>
                  <a:lnTo>
                    <a:pt x="7290" y="68981"/>
                  </a:lnTo>
                  <a:lnTo>
                    <a:pt x="7229" y="70011"/>
                  </a:lnTo>
                  <a:lnTo>
                    <a:pt x="6955" y="71360"/>
                  </a:lnTo>
                  <a:lnTo>
                    <a:pt x="6659" y="69568"/>
                  </a:lnTo>
                  <a:lnTo>
                    <a:pt x="6574" y="67460"/>
                  </a:lnTo>
                  <a:lnTo>
                    <a:pt x="6229" y="63859"/>
                  </a:lnTo>
                  <a:lnTo>
                    <a:pt x="4883" y="58066"/>
                  </a:lnTo>
                  <a:lnTo>
                    <a:pt x="4069" y="50559"/>
                  </a:lnTo>
                  <a:lnTo>
                    <a:pt x="3045" y="46848"/>
                  </a:lnTo>
                  <a:lnTo>
                    <a:pt x="1083" y="43304"/>
                  </a:lnTo>
                  <a:lnTo>
                    <a:pt x="571" y="41237"/>
                  </a:lnTo>
                  <a:lnTo>
                    <a:pt x="101" y="35991"/>
                  </a:lnTo>
                  <a:lnTo>
                    <a:pt x="365" y="32024"/>
                  </a:lnTo>
                  <a:lnTo>
                    <a:pt x="0" y="29232"/>
                  </a:lnTo>
                  <a:lnTo>
                    <a:pt x="942" y="29390"/>
                  </a:lnTo>
                  <a:lnTo>
                    <a:pt x="3423" y="31584"/>
                  </a:lnTo>
                  <a:lnTo>
                    <a:pt x="6513" y="33308"/>
                  </a:lnTo>
                  <a:lnTo>
                    <a:pt x="7448" y="34562"/>
                  </a:lnTo>
                  <a:lnTo>
                    <a:pt x="8947" y="35494"/>
                  </a:lnTo>
                  <a:lnTo>
                    <a:pt x="17251" y="36940"/>
                  </a:lnTo>
                  <a:lnTo>
                    <a:pt x="17794" y="36802"/>
                  </a:lnTo>
                  <a:lnTo>
                    <a:pt x="18867" y="35906"/>
                  </a:lnTo>
                  <a:lnTo>
                    <a:pt x="19323" y="36012"/>
                  </a:lnTo>
                  <a:lnTo>
                    <a:pt x="20544" y="38061"/>
                  </a:lnTo>
                  <a:lnTo>
                    <a:pt x="21158" y="38306"/>
                  </a:lnTo>
                  <a:lnTo>
                    <a:pt x="21950" y="38200"/>
                  </a:lnTo>
                  <a:lnTo>
                    <a:pt x="22535" y="37811"/>
                  </a:lnTo>
                  <a:lnTo>
                    <a:pt x="23537" y="36406"/>
                  </a:lnTo>
                  <a:lnTo>
                    <a:pt x="23672" y="36926"/>
                  </a:lnTo>
                  <a:lnTo>
                    <a:pt x="23653" y="38227"/>
                  </a:lnTo>
                  <a:lnTo>
                    <a:pt x="24011" y="40081"/>
                  </a:lnTo>
                  <a:lnTo>
                    <a:pt x="24745" y="42488"/>
                  </a:lnTo>
                  <a:lnTo>
                    <a:pt x="25024" y="43984"/>
                  </a:lnTo>
                  <a:lnTo>
                    <a:pt x="23540" y="48201"/>
                  </a:lnTo>
                  <a:lnTo>
                    <a:pt x="23255" y="48292"/>
                  </a:lnTo>
                  <a:lnTo>
                    <a:pt x="23211" y="46865"/>
                  </a:lnTo>
                  <a:lnTo>
                    <a:pt x="23016" y="46584"/>
                  </a:lnTo>
                  <a:lnTo>
                    <a:pt x="20222" y="53711"/>
                  </a:lnTo>
                  <a:lnTo>
                    <a:pt x="19242" y="57086"/>
                  </a:lnTo>
                  <a:lnTo>
                    <a:pt x="19144" y="58613"/>
                  </a:lnTo>
                  <a:lnTo>
                    <a:pt x="19178" y="59507"/>
                  </a:lnTo>
                  <a:lnTo>
                    <a:pt x="19569" y="59727"/>
                  </a:lnTo>
                  <a:lnTo>
                    <a:pt x="20462" y="59377"/>
                  </a:lnTo>
                  <a:lnTo>
                    <a:pt x="21788" y="57975"/>
                  </a:lnTo>
                  <a:lnTo>
                    <a:pt x="21852" y="57671"/>
                  </a:lnTo>
                  <a:lnTo>
                    <a:pt x="20617" y="58170"/>
                  </a:lnTo>
                  <a:lnTo>
                    <a:pt x="20025" y="58212"/>
                  </a:lnTo>
                  <a:lnTo>
                    <a:pt x="20106" y="56616"/>
                  </a:lnTo>
                  <a:lnTo>
                    <a:pt x="20247" y="55857"/>
                  </a:lnTo>
                  <a:lnTo>
                    <a:pt x="21053" y="53492"/>
                  </a:lnTo>
                  <a:lnTo>
                    <a:pt x="21901" y="52074"/>
                  </a:lnTo>
                  <a:lnTo>
                    <a:pt x="23105" y="50562"/>
                  </a:lnTo>
                  <a:lnTo>
                    <a:pt x="23799" y="49321"/>
                  </a:lnTo>
                  <a:lnTo>
                    <a:pt x="24278" y="47502"/>
                  </a:lnTo>
                  <a:lnTo>
                    <a:pt x="25615" y="45333"/>
                  </a:lnTo>
                  <a:lnTo>
                    <a:pt x="25862" y="44728"/>
                  </a:lnTo>
                  <a:lnTo>
                    <a:pt x="25803" y="42942"/>
                  </a:lnTo>
                  <a:lnTo>
                    <a:pt x="25888" y="42603"/>
                  </a:lnTo>
                  <a:lnTo>
                    <a:pt x="26533" y="42844"/>
                  </a:lnTo>
                  <a:lnTo>
                    <a:pt x="26801" y="45917"/>
                  </a:lnTo>
                  <a:lnTo>
                    <a:pt x="26641" y="47288"/>
                  </a:lnTo>
                  <a:lnTo>
                    <a:pt x="25490" y="48959"/>
                  </a:lnTo>
                  <a:lnTo>
                    <a:pt x="25346" y="49549"/>
                  </a:lnTo>
                  <a:lnTo>
                    <a:pt x="25548" y="51830"/>
                  </a:lnTo>
                  <a:lnTo>
                    <a:pt x="25370" y="52051"/>
                  </a:lnTo>
                  <a:lnTo>
                    <a:pt x="24930" y="51782"/>
                  </a:lnTo>
                  <a:lnTo>
                    <a:pt x="24794" y="51927"/>
                  </a:lnTo>
                  <a:lnTo>
                    <a:pt x="25887" y="54407"/>
                  </a:lnTo>
                  <a:lnTo>
                    <a:pt x="26233" y="56334"/>
                  </a:lnTo>
                  <a:lnTo>
                    <a:pt x="26280" y="58056"/>
                  </a:lnTo>
                  <a:lnTo>
                    <a:pt x="25984" y="61358"/>
                  </a:lnTo>
                  <a:lnTo>
                    <a:pt x="25667" y="61907"/>
                  </a:lnTo>
                  <a:lnTo>
                    <a:pt x="25121" y="61705"/>
                  </a:lnTo>
                  <a:lnTo>
                    <a:pt x="24401" y="60672"/>
                  </a:lnTo>
                  <a:lnTo>
                    <a:pt x="24241" y="61005"/>
                  </a:lnTo>
                  <a:lnTo>
                    <a:pt x="23669" y="63569"/>
                  </a:lnTo>
                  <a:lnTo>
                    <a:pt x="23480" y="63344"/>
                  </a:lnTo>
                  <a:lnTo>
                    <a:pt x="23124" y="60301"/>
                  </a:lnTo>
                  <a:lnTo>
                    <a:pt x="22930" y="60076"/>
                  </a:lnTo>
                  <a:lnTo>
                    <a:pt x="21820" y="61462"/>
                  </a:lnTo>
                  <a:lnTo>
                    <a:pt x="21373" y="62794"/>
                  </a:lnTo>
                  <a:lnTo>
                    <a:pt x="20990" y="64922"/>
                  </a:lnTo>
                  <a:lnTo>
                    <a:pt x="20503" y="65916"/>
                  </a:lnTo>
                  <a:lnTo>
                    <a:pt x="21885" y="66136"/>
                  </a:lnTo>
                  <a:lnTo>
                    <a:pt x="23131" y="65707"/>
                  </a:lnTo>
                  <a:lnTo>
                    <a:pt x="24131" y="66717"/>
                  </a:lnTo>
                  <a:lnTo>
                    <a:pt x="24472" y="66744"/>
                  </a:lnTo>
                  <a:lnTo>
                    <a:pt x="25385" y="65759"/>
                  </a:lnTo>
                  <a:lnTo>
                    <a:pt x="25664" y="65087"/>
                  </a:lnTo>
                  <a:lnTo>
                    <a:pt x="26419" y="61878"/>
                  </a:lnTo>
                  <a:lnTo>
                    <a:pt x="26798" y="61304"/>
                  </a:lnTo>
                  <a:lnTo>
                    <a:pt x="27361" y="61280"/>
                  </a:lnTo>
                  <a:lnTo>
                    <a:pt x="27906" y="60799"/>
                  </a:lnTo>
                  <a:lnTo>
                    <a:pt x="28714" y="59041"/>
                  </a:lnTo>
                  <a:lnTo>
                    <a:pt x="28747" y="58343"/>
                  </a:lnTo>
                  <a:lnTo>
                    <a:pt x="28453" y="54408"/>
                  </a:lnTo>
                  <a:lnTo>
                    <a:pt x="28537" y="52176"/>
                  </a:lnTo>
                  <a:lnTo>
                    <a:pt x="28386" y="51469"/>
                  </a:lnTo>
                  <a:lnTo>
                    <a:pt x="28024" y="50736"/>
                  </a:lnTo>
                  <a:lnTo>
                    <a:pt x="28069" y="50024"/>
                  </a:lnTo>
                  <a:lnTo>
                    <a:pt x="28351" y="48850"/>
                  </a:lnTo>
                  <a:lnTo>
                    <a:pt x="28371" y="47790"/>
                  </a:lnTo>
                  <a:lnTo>
                    <a:pt x="28130" y="46847"/>
                  </a:lnTo>
                  <a:lnTo>
                    <a:pt x="28238" y="45774"/>
                  </a:lnTo>
                  <a:lnTo>
                    <a:pt x="29001" y="43467"/>
                  </a:lnTo>
                  <a:lnTo>
                    <a:pt x="29145" y="42450"/>
                  </a:lnTo>
                  <a:lnTo>
                    <a:pt x="30077" y="40155"/>
                  </a:lnTo>
                  <a:lnTo>
                    <a:pt x="29842" y="39230"/>
                  </a:lnTo>
                  <a:lnTo>
                    <a:pt x="29157" y="38103"/>
                  </a:lnTo>
                  <a:lnTo>
                    <a:pt x="28725" y="37109"/>
                  </a:lnTo>
                  <a:lnTo>
                    <a:pt x="28290" y="35556"/>
                  </a:lnTo>
                  <a:lnTo>
                    <a:pt x="27959" y="35037"/>
                  </a:lnTo>
                  <a:lnTo>
                    <a:pt x="27850" y="35274"/>
                  </a:lnTo>
                  <a:lnTo>
                    <a:pt x="28315" y="37814"/>
                  </a:lnTo>
                  <a:lnTo>
                    <a:pt x="28215" y="37986"/>
                  </a:lnTo>
                  <a:lnTo>
                    <a:pt x="27005" y="36617"/>
                  </a:lnTo>
                  <a:lnTo>
                    <a:pt x="26726" y="35754"/>
                  </a:lnTo>
                  <a:lnTo>
                    <a:pt x="26578" y="34582"/>
                  </a:lnTo>
                  <a:lnTo>
                    <a:pt x="26685" y="33702"/>
                  </a:lnTo>
                  <a:lnTo>
                    <a:pt x="27335" y="32834"/>
                  </a:lnTo>
                  <a:lnTo>
                    <a:pt x="28111" y="32518"/>
                  </a:lnTo>
                  <a:lnTo>
                    <a:pt x="28047" y="31788"/>
                  </a:lnTo>
                  <a:lnTo>
                    <a:pt x="27074" y="29411"/>
                  </a:lnTo>
                  <a:lnTo>
                    <a:pt x="26425" y="28329"/>
                  </a:lnTo>
                  <a:lnTo>
                    <a:pt x="25927" y="27805"/>
                  </a:lnTo>
                  <a:lnTo>
                    <a:pt x="25254" y="27668"/>
                  </a:lnTo>
                  <a:lnTo>
                    <a:pt x="24953" y="27282"/>
                  </a:lnTo>
                  <a:lnTo>
                    <a:pt x="24873" y="26725"/>
                  </a:lnTo>
                  <a:lnTo>
                    <a:pt x="25016" y="25993"/>
                  </a:lnTo>
                  <a:lnTo>
                    <a:pt x="25373" y="25760"/>
                  </a:lnTo>
                  <a:lnTo>
                    <a:pt x="26413" y="26053"/>
                  </a:lnTo>
                  <a:lnTo>
                    <a:pt x="26972" y="25533"/>
                  </a:lnTo>
                  <a:lnTo>
                    <a:pt x="26920" y="24590"/>
                  </a:lnTo>
                  <a:lnTo>
                    <a:pt x="26753" y="24067"/>
                  </a:lnTo>
                  <a:lnTo>
                    <a:pt x="26777" y="20691"/>
                  </a:lnTo>
                  <a:lnTo>
                    <a:pt x="26383" y="17947"/>
                  </a:lnTo>
                  <a:lnTo>
                    <a:pt x="26177" y="17484"/>
                  </a:lnTo>
                  <a:lnTo>
                    <a:pt x="25956" y="17436"/>
                  </a:lnTo>
                  <a:lnTo>
                    <a:pt x="25721" y="17805"/>
                  </a:lnTo>
                  <a:lnTo>
                    <a:pt x="25068" y="17901"/>
                  </a:lnTo>
                  <a:lnTo>
                    <a:pt x="24667" y="17002"/>
                  </a:lnTo>
                  <a:lnTo>
                    <a:pt x="24222" y="15266"/>
                  </a:lnTo>
                  <a:lnTo>
                    <a:pt x="23414" y="11129"/>
                  </a:lnTo>
                  <a:lnTo>
                    <a:pt x="24662" y="11129"/>
                  </a:lnTo>
                  <a:lnTo>
                    <a:pt x="29858" y="11129"/>
                  </a:lnTo>
                  <a:lnTo>
                    <a:pt x="35054" y="11129"/>
                  </a:lnTo>
                  <a:lnTo>
                    <a:pt x="40251" y="11129"/>
                  </a:lnTo>
                  <a:lnTo>
                    <a:pt x="45447" y="11129"/>
                  </a:lnTo>
                  <a:lnTo>
                    <a:pt x="50643" y="11129"/>
                  </a:lnTo>
                  <a:lnTo>
                    <a:pt x="55840" y="11129"/>
                  </a:lnTo>
                  <a:lnTo>
                    <a:pt x="61036" y="11129"/>
                  </a:lnTo>
                  <a:lnTo>
                    <a:pt x="66232" y="11128"/>
                  </a:lnTo>
                  <a:lnTo>
                    <a:pt x="71429" y="11128"/>
                  </a:lnTo>
                  <a:lnTo>
                    <a:pt x="76626" y="11128"/>
                  </a:lnTo>
                  <a:lnTo>
                    <a:pt x="81822" y="11128"/>
                  </a:lnTo>
                  <a:lnTo>
                    <a:pt x="87019" y="11128"/>
                  </a:lnTo>
                  <a:lnTo>
                    <a:pt x="92215" y="11128"/>
                  </a:lnTo>
                  <a:lnTo>
                    <a:pt x="97411" y="11128"/>
                  </a:lnTo>
                  <a:lnTo>
                    <a:pt x="102608" y="11128"/>
                  </a:lnTo>
                  <a:lnTo>
                    <a:pt x="107804" y="11128"/>
                  </a:lnTo>
                  <a:lnTo>
                    <a:pt x="113000" y="11128"/>
                  </a:lnTo>
                  <a:lnTo>
                    <a:pt x="118197" y="11128"/>
                  </a:lnTo>
                  <a:lnTo>
                    <a:pt x="123393" y="11128"/>
                  </a:lnTo>
                  <a:lnTo>
                    <a:pt x="128590" y="11128"/>
                  </a:lnTo>
                  <a:lnTo>
                    <a:pt x="133786" y="11128"/>
                  </a:lnTo>
                  <a:lnTo>
                    <a:pt x="138983" y="11128"/>
                  </a:lnTo>
                  <a:lnTo>
                    <a:pt x="144179" y="11128"/>
                  </a:lnTo>
                  <a:lnTo>
                    <a:pt x="149375" y="11128"/>
                  </a:lnTo>
                  <a:lnTo>
                    <a:pt x="154572" y="11128"/>
                  </a:lnTo>
                  <a:lnTo>
                    <a:pt x="159768" y="11128"/>
                  </a:lnTo>
                  <a:lnTo>
                    <a:pt x="164964" y="11128"/>
                  </a:lnTo>
                  <a:lnTo>
                    <a:pt x="170161" y="11128"/>
                  </a:lnTo>
                  <a:lnTo>
                    <a:pt x="175357" y="11128"/>
                  </a:lnTo>
                  <a:lnTo>
                    <a:pt x="180554" y="11128"/>
                  </a:lnTo>
                  <a:lnTo>
                    <a:pt x="185750" y="11128"/>
                  </a:lnTo>
                  <a:lnTo>
                    <a:pt x="190947" y="11126"/>
                  </a:lnTo>
                  <a:lnTo>
                    <a:pt x="196143" y="11126"/>
                  </a:lnTo>
                  <a:lnTo>
                    <a:pt x="201339" y="11126"/>
                  </a:lnTo>
                  <a:lnTo>
                    <a:pt x="206536" y="11126"/>
                  </a:lnTo>
                  <a:lnTo>
                    <a:pt x="211732" y="11126"/>
                  </a:lnTo>
                  <a:lnTo>
                    <a:pt x="216928" y="11126"/>
                  </a:lnTo>
                  <a:lnTo>
                    <a:pt x="222125" y="11126"/>
                  </a:lnTo>
                  <a:lnTo>
                    <a:pt x="227321" y="11126"/>
                  </a:lnTo>
                  <a:lnTo>
                    <a:pt x="232518" y="11126"/>
                  </a:lnTo>
                  <a:lnTo>
                    <a:pt x="237715" y="11126"/>
                  </a:lnTo>
                  <a:lnTo>
                    <a:pt x="242911" y="11126"/>
                  </a:lnTo>
                  <a:lnTo>
                    <a:pt x="248107" y="11126"/>
                  </a:lnTo>
                  <a:lnTo>
                    <a:pt x="253303" y="11126"/>
                  </a:lnTo>
                  <a:lnTo>
                    <a:pt x="258500" y="11126"/>
                  </a:lnTo>
                  <a:lnTo>
                    <a:pt x="263696" y="11126"/>
                  </a:lnTo>
                  <a:lnTo>
                    <a:pt x="268893" y="11126"/>
                  </a:lnTo>
                  <a:lnTo>
                    <a:pt x="274089" y="11126"/>
                  </a:lnTo>
                  <a:lnTo>
                    <a:pt x="279286" y="11126"/>
                  </a:lnTo>
                  <a:lnTo>
                    <a:pt x="284482" y="11126"/>
                  </a:lnTo>
                  <a:lnTo>
                    <a:pt x="289679" y="11126"/>
                  </a:lnTo>
                  <a:lnTo>
                    <a:pt x="294875" y="11126"/>
                  </a:lnTo>
                  <a:lnTo>
                    <a:pt x="300071" y="11126"/>
                  </a:lnTo>
                  <a:lnTo>
                    <a:pt x="305268" y="11126"/>
                  </a:lnTo>
                  <a:lnTo>
                    <a:pt x="310464" y="11126"/>
                  </a:lnTo>
                  <a:lnTo>
                    <a:pt x="315660" y="11125"/>
                  </a:lnTo>
                  <a:lnTo>
                    <a:pt x="320856" y="11125"/>
                  </a:lnTo>
                  <a:lnTo>
                    <a:pt x="326053" y="11125"/>
                  </a:lnTo>
                  <a:lnTo>
                    <a:pt x="331250" y="11125"/>
                  </a:lnTo>
                  <a:lnTo>
                    <a:pt x="336446" y="11125"/>
                  </a:lnTo>
                  <a:lnTo>
                    <a:pt x="341643" y="11125"/>
                  </a:lnTo>
                  <a:lnTo>
                    <a:pt x="346839" y="11125"/>
                  </a:lnTo>
                  <a:lnTo>
                    <a:pt x="352035" y="11125"/>
                  </a:lnTo>
                  <a:lnTo>
                    <a:pt x="357232" y="11125"/>
                  </a:lnTo>
                  <a:lnTo>
                    <a:pt x="360106" y="11167"/>
                  </a:lnTo>
                  <a:lnTo>
                    <a:pt x="360153" y="4922"/>
                  </a:lnTo>
                  <a:lnTo>
                    <a:pt x="360189" y="0"/>
                  </a:lnTo>
                  <a:lnTo>
                    <a:pt x="362820" y="598"/>
                  </a:lnTo>
                  <a:lnTo>
                    <a:pt x="363607" y="1496"/>
                  </a:lnTo>
                  <a:lnTo>
                    <a:pt x="363856" y="1923"/>
                  </a:lnTo>
                  <a:lnTo>
                    <a:pt x="363783" y="3282"/>
                  </a:lnTo>
                  <a:lnTo>
                    <a:pt x="364000" y="7401"/>
                  </a:lnTo>
                  <a:lnTo>
                    <a:pt x="364476" y="10836"/>
                  </a:lnTo>
                  <a:lnTo>
                    <a:pt x="365584" y="14972"/>
                  </a:lnTo>
                  <a:lnTo>
                    <a:pt x="365676" y="16582"/>
                  </a:lnTo>
                  <a:lnTo>
                    <a:pt x="366038" y="17589"/>
                  </a:lnTo>
                  <a:lnTo>
                    <a:pt x="366701" y="18528"/>
                  </a:lnTo>
                  <a:lnTo>
                    <a:pt x="369221" y="19667"/>
                  </a:lnTo>
                  <a:lnTo>
                    <a:pt x="373596" y="20998"/>
                  </a:lnTo>
                  <a:lnTo>
                    <a:pt x="376077" y="22528"/>
                  </a:lnTo>
                  <a:lnTo>
                    <a:pt x="376662" y="24252"/>
                  </a:lnTo>
                  <a:lnTo>
                    <a:pt x="377831" y="24946"/>
                  </a:lnTo>
                  <a:lnTo>
                    <a:pt x="379579" y="24607"/>
                  </a:lnTo>
                  <a:lnTo>
                    <a:pt x="380805" y="23887"/>
                  </a:lnTo>
                  <a:lnTo>
                    <a:pt x="381850" y="22254"/>
                  </a:lnTo>
                  <a:lnTo>
                    <a:pt x="383312" y="21890"/>
                  </a:lnTo>
                  <a:lnTo>
                    <a:pt x="384564" y="21994"/>
                  </a:lnTo>
                  <a:lnTo>
                    <a:pt x="385825" y="22155"/>
                  </a:lnTo>
                  <a:lnTo>
                    <a:pt x="386501" y="22393"/>
                  </a:lnTo>
                  <a:lnTo>
                    <a:pt x="388446" y="23695"/>
                  </a:lnTo>
                  <a:lnTo>
                    <a:pt x="389714" y="24757"/>
                  </a:lnTo>
                  <a:lnTo>
                    <a:pt x="391535" y="26729"/>
                  </a:lnTo>
                  <a:lnTo>
                    <a:pt x="392542" y="27608"/>
                  </a:lnTo>
                  <a:lnTo>
                    <a:pt x="393026" y="29661"/>
                  </a:lnTo>
                  <a:lnTo>
                    <a:pt x="393590" y="32298"/>
                  </a:lnTo>
                  <a:lnTo>
                    <a:pt x="394396" y="32298"/>
                  </a:lnTo>
                  <a:lnTo>
                    <a:pt x="395003" y="30753"/>
                  </a:lnTo>
                  <a:lnTo>
                    <a:pt x="396549" y="30473"/>
                  </a:lnTo>
                  <a:lnTo>
                    <a:pt x="398580" y="31553"/>
                  </a:lnTo>
                  <a:lnTo>
                    <a:pt x="400369" y="34634"/>
                  </a:lnTo>
                  <a:lnTo>
                    <a:pt x="402941" y="37382"/>
                  </a:lnTo>
                  <a:lnTo>
                    <a:pt x="404513" y="38749"/>
                  </a:lnTo>
                  <a:lnTo>
                    <a:pt x="406111" y="38742"/>
                  </a:lnTo>
                  <a:lnTo>
                    <a:pt x="408141" y="37382"/>
                  </a:lnTo>
                  <a:lnTo>
                    <a:pt x="410300" y="34748"/>
                  </a:lnTo>
                  <a:lnTo>
                    <a:pt x="411853" y="34292"/>
                  </a:lnTo>
                  <a:lnTo>
                    <a:pt x="412776" y="34546"/>
                  </a:lnTo>
                  <a:lnTo>
                    <a:pt x="413300" y="36600"/>
                  </a:lnTo>
                  <a:lnTo>
                    <a:pt x="413945" y="37382"/>
                  </a:lnTo>
                  <a:lnTo>
                    <a:pt x="415619" y="37145"/>
                  </a:lnTo>
                  <a:lnTo>
                    <a:pt x="419116" y="37542"/>
                  </a:lnTo>
                  <a:lnTo>
                    <a:pt x="421899" y="36982"/>
                  </a:lnTo>
                  <a:lnTo>
                    <a:pt x="422531" y="38162"/>
                  </a:lnTo>
                  <a:lnTo>
                    <a:pt x="423095" y="40019"/>
                  </a:lnTo>
                  <a:lnTo>
                    <a:pt x="424224" y="40606"/>
                  </a:lnTo>
                  <a:lnTo>
                    <a:pt x="425755" y="40019"/>
                  </a:lnTo>
                  <a:lnTo>
                    <a:pt x="428494" y="40475"/>
                  </a:lnTo>
                  <a:lnTo>
                    <a:pt x="429651" y="40583"/>
                  </a:lnTo>
                  <a:lnTo>
                    <a:pt x="431875" y="39882"/>
                  </a:lnTo>
                  <a:lnTo>
                    <a:pt x="432942" y="39071"/>
                  </a:lnTo>
                  <a:lnTo>
                    <a:pt x="434442" y="37700"/>
                  </a:lnTo>
                  <a:lnTo>
                    <a:pt x="436439" y="35871"/>
                  </a:lnTo>
                  <a:lnTo>
                    <a:pt x="439936" y="32671"/>
                  </a:lnTo>
                  <a:lnTo>
                    <a:pt x="442783" y="31516"/>
                  </a:lnTo>
                  <a:lnTo>
                    <a:pt x="445434" y="33812"/>
                  </a:lnTo>
                  <a:lnTo>
                    <a:pt x="447545" y="35836"/>
                  </a:lnTo>
                  <a:lnTo>
                    <a:pt x="448360" y="36620"/>
                  </a:lnTo>
                  <a:lnTo>
                    <a:pt x="450513" y="38683"/>
                  </a:lnTo>
                  <a:lnTo>
                    <a:pt x="453556" y="41602"/>
                  </a:lnTo>
                  <a:lnTo>
                    <a:pt x="457044" y="44949"/>
                  </a:lnTo>
                  <a:lnTo>
                    <a:pt x="460532" y="48296"/>
                  </a:lnTo>
                  <a:lnTo>
                    <a:pt x="463574" y="51215"/>
                  </a:lnTo>
                  <a:lnTo>
                    <a:pt x="465727" y="53279"/>
                  </a:lnTo>
                  <a:lnTo>
                    <a:pt x="466543" y="54062"/>
                  </a:lnTo>
                  <a:lnTo>
                    <a:pt x="468909" y="56427"/>
                  </a:lnTo>
                  <a:lnTo>
                    <a:pt x="471274" y="58792"/>
                  </a:lnTo>
                  <a:lnTo>
                    <a:pt x="473639" y="61156"/>
                  </a:lnTo>
                  <a:lnTo>
                    <a:pt x="476004" y="63521"/>
                  </a:lnTo>
                  <a:lnTo>
                    <a:pt x="478369" y="65886"/>
                  </a:lnTo>
                  <a:lnTo>
                    <a:pt x="480735" y="68249"/>
                  </a:lnTo>
                  <a:lnTo>
                    <a:pt x="483099" y="70614"/>
                  </a:lnTo>
                  <a:lnTo>
                    <a:pt x="485465" y="72979"/>
                  </a:lnTo>
                  <a:lnTo>
                    <a:pt x="486061" y="76911"/>
                  </a:lnTo>
                  <a:lnTo>
                    <a:pt x="486642" y="80738"/>
                  </a:lnTo>
                  <a:lnTo>
                    <a:pt x="488027" y="83517"/>
                  </a:lnTo>
                  <a:lnTo>
                    <a:pt x="489294" y="86055"/>
                  </a:lnTo>
                  <a:lnTo>
                    <a:pt x="490028" y="85922"/>
                  </a:lnTo>
                  <a:lnTo>
                    <a:pt x="490772" y="84850"/>
                  </a:lnTo>
                  <a:lnTo>
                    <a:pt x="491245" y="84334"/>
                  </a:lnTo>
                  <a:lnTo>
                    <a:pt x="492037" y="84249"/>
                  </a:lnTo>
                  <a:lnTo>
                    <a:pt x="493798" y="83331"/>
                  </a:lnTo>
                  <a:lnTo>
                    <a:pt x="494319" y="83532"/>
                  </a:lnTo>
                  <a:lnTo>
                    <a:pt x="494615" y="83991"/>
                  </a:lnTo>
                  <a:lnTo>
                    <a:pt x="494639" y="84709"/>
                  </a:lnTo>
                  <a:lnTo>
                    <a:pt x="494579" y="85280"/>
                  </a:lnTo>
                  <a:lnTo>
                    <a:pt x="494307" y="86428"/>
                  </a:lnTo>
                  <a:lnTo>
                    <a:pt x="494737" y="88613"/>
                  </a:lnTo>
                  <a:lnTo>
                    <a:pt x="494827" y="91042"/>
                  </a:lnTo>
                  <a:lnTo>
                    <a:pt x="495063" y="92877"/>
                  </a:lnTo>
                  <a:lnTo>
                    <a:pt x="495785" y="95226"/>
                  </a:lnTo>
                  <a:lnTo>
                    <a:pt x="496411" y="97061"/>
                  </a:lnTo>
                  <a:lnTo>
                    <a:pt x="497200" y="97416"/>
                  </a:lnTo>
                  <a:lnTo>
                    <a:pt x="499027" y="96347"/>
                  </a:lnTo>
                  <a:lnTo>
                    <a:pt x="500171" y="95943"/>
                  </a:lnTo>
                  <a:lnTo>
                    <a:pt x="500821" y="96117"/>
                  </a:lnTo>
                  <a:lnTo>
                    <a:pt x="501932" y="97836"/>
                  </a:lnTo>
                  <a:lnTo>
                    <a:pt x="502476" y="98869"/>
                  </a:lnTo>
                  <a:lnTo>
                    <a:pt x="502606" y="99727"/>
                  </a:lnTo>
                  <a:lnTo>
                    <a:pt x="501105" y="104974"/>
                  </a:lnTo>
                  <a:lnTo>
                    <a:pt x="503486" y="107576"/>
                  </a:lnTo>
                  <a:lnTo>
                    <a:pt x="506143" y="110422"/>
                  </a:lnTo>
                  <a:lnTo>
                    <a:pt x="509311" y="113814"/>
                  </a:lnTo>
                  <a:lnTo>
                    <a:pt x="511248" y="115890"/>
                  </a:lnTo>
                  <a:lnTo>
                    <a:pt x="513799" y="118855"/>
                  </a:lnTo>
                  <a:lnTo>
                    <a:pt x="514236" y="123080"/>
                  </a:lnTo>
                  <a:lnTo>
                    <a:pt x="514603" y="126645"/>
                  </a:lnTo>
                  <a:lnTo>
                    <a:pt x="515072" y="131615"/>
                  </a:lnTo>
                  <a:lnTo>
                    <a:pt x="515550" y="136685"/>
                  </a:lnTo>
                  <a:lnTo>
                    <a:pt x="516027" y="141737"/>
                  </a:lnTo>
                  <a:lnTo>
                    <a:pt x="516532" y="147098"/>
                  </a:lnTo>
                  <a:lnTo>
                    <a:pt x="517087" y="152988"/>
                  </a:lnTo>
                  <a:lnTo>
                    <a:pt x="517581" y="158215"/>
                  </a:lnTo>
                  <a:lnTo>
                    <a:pt x="518119" y="163922"/>
                  </a:lnTo>
                  <a:lnTo>
                    <a:pt x="518835" y="171348"/>
                  </a:lnTo>
                  <a:lnTo>
                    <a:pt x="518195" y="174209"/>
                  </a:lnTo>
                  <a:lnTo>
                    <a:pt x="516801" y="180439"/>
                  </a:lnTo>
                  <a:lnTo>
                    <a:pt x="515540" y="186070"/>
                  </a:lnTo>
                  <a:lnTo>
                    <a:pt x="515430" y="187704"/>
                  </a:lnTo>
                  <a:lnTo>
                    <a:pt x="514564" y="195915"/>
                  </a:lnTo>
                  <a:lnTo>
                    <a:pt x="513869" y="199307"/>
                  </a:lnTo>
                  <a:lnTo>
                    <a:pt x="512653" y="201276"/>
                  </a:lnTo>
                  <a:lnTo>
                    <a:pt x="511445" y="203185"/>
                  </a:lnTo>
                  <a:lnTo>
                    <a:pt x="509939" y="206384"/>
                  </a:lnTo>
                  <a:lnTo>
                    <a:pt x="508283" y="207964"/>
                  </a:lnTo>
                  <a:lnTo>
                    <a:pt x="507436" y="208893"/>
                  </a:lnTo>
                  <a:lnTo>
                    <a:pt x="506993" y="210359"/>
                  </a:lnTo>
                  <a:lnTo>
                    <a:pt x="506504" y="213572"/>
                  </a:lnTo>
                  <a:lnTo>
                    <a:pt x="506598" y="218479"/>
                  </a:lnTo>
                  <a:lnTo>
                    <a:pt x="507962" y="222702"/>
                  </a:lnTo>
                  <a:lnTo>
                    <a:pt x="509958" y="225064"/>
                  </a:lnTo>
                  <a:lnTo>
                    <a:pt x="512105" y="227364"/>
                  </a:lnTo>
                  <a:lnTo>
                    <a:pt x="515164" y="227374"/>
                  </a:lnTo>
                  <a:lnTo>
                    <a:pt x="517915" y="224305"/>
                  </a:lnTo>
                  <a:lnTo>
                    <a:pt x="520830" y="221055"/>
                  </a:lnTo>
                  <a:lnTo>
                    <a:pt x="523429" y="218156"/>
                  </a:lnTo>
                  <a:lnTo>
                    <a:pt x="526519" y="214709"/>
                  </a:lnTo>
                  <a:lnTo>
                    <a:pt x="529319" y="211585"/>
                  </a:lnTo>
                  <a:lnTo>
                    <a:pt x="532358" y="210463"/>
                  </a:lnTo>
                  <a:lnTo>
                    <a:pt x="536570" y="208909"/>
                  </a:lnTo>
                  <a:lnTo>
                    <a:pt x="541872" y="206951"/>
                  </a:lnTo>
                  <a:lnTo>
                    <a:pt x="544454" y="204722"/>
                  </a:lnTo>
                  <a:lnTo>
                    <a:pt x="547790" y="201840"/>
                  </a:lnTo>
                  <a:lnTo>
                    <a:pt x="551638" y="198516"/>
                  </a:lnTo>
                  <a:lnTo>
                    <a:pt x="554959" y="195648"/>
                  </a:lnTo>
                  <a:lnTo>
                    <a:pt x="556629" y="194058"/>
                  </a:lnTo>
                  <a:lnTo>
                    <a:pt x="557817" y="192244"/>
                  </a:lnTo>
                  <a:lnTo>
                    <a:pt x="558111" y="190902"/>
                  </a:lnTo>
                  <a:lnTo>
                    <a:pt x="558041" y="190132"/>
                  </a:lnTo>
                  <a:lnTo>
                    <a:pt x="557735" y="189360"/>
                  </a:lnTo>
                  <a:lnTo>
                    <a:pt x="557311" y="188790"/>
                  </a:lnTo>
                  <a:lnTo>
                    <a:pt x="556934" y="188305"/>
                  </a:lnTo>
                  <a:lnTo>
                    <a:pt x="556758" y="187705"/>
                  </a:lnTo>
                  <a:lnTo>
                    <a:pt x="556723" y="186392"/>
                  </a:lnTo>
                  <a:lnTo>
                    <a:pt x="556492" y="185637"/>
                  </a:lnTo>
                  <a:lnTo>
                    <a:pt x="556272" y="185082"/>
                  </a:lnTo>
                  <a:lnTo>
                    <a:pt x="556355" y="180000"/>
                  </a:lnTo>
                  <a:lnTo>
                    <a:pt x="556064" y="178425"/>
                  </a:lnTo>
                  <a:lnTo>
                    <a:pt x="554982" y="174431"/>
                  </a:lnTo>
                  <a:lnTo>
                    <a:pt x="557046" y="172641"/>
                  </a:lnTo>
                  <a:lnTo>
                    <a:pt x="558959" y="170980"/>
                  </a:lnTo>
                  <a:lnTo>
                    <a:pt x="560484" y="169751"/>
                  </a:lnTo>
                  <a:lnTo>
                    <a:pt x="563679" y="169557"/>
                  </a:lnTo>
                  <a:lnTo>
                    <a:pt x="566646" y="169582"/>
                  </a:lnTo>
                  <a:lnTo>
                    <a:pt x="570735" y="169615"/>
                  </a:lnTo>
                  <a:lnTo>
                    <a:pt x="574181" y="169642"/>
                  </a:lnTo>
                  <a:lnTo>
                    <a:pt x="578201" y="169676"/>
                  </a:lnTo>
                  <a:lnTo>
                    <a:pt x="580557" y="169694"/>
                  </a:lnTo>
                  <a:lnTo>
                    <a:pt x="583645" y="169637"/>
                  </a:lnTo>
                  <a:lnTo>
                    <a:pt x="585150" y="165027"/>
                  </a:lnTo>
                  <a:lnTo>
                    <a:pt x="586495" y="160905"/>
                  </a:lnTo>
                  <a:lnTo>
                    <a:pt x="587976" y="156966"/>
                  </a:lnTo>
                  <a:lnTo>
                    <a:pt x="590609" y="152341"/>
                  </a:lnTo>
                  <a:lnTo>
                    <a:pt x="591374" y="151510"/>
                  </a:lnTo>
                  <a:lnTo>
                    <a:pt x="591796" y="149687"/>
                  </a:lnTo>
                  <a:lnTo>
                    <a:pt x="593392" y="147954"/>
                  </a:lnTo>
                  <a:lnTo>
                    <a:pt x="595150" y="146347"/>
                  </a:lnTo>
                  <a:lnTo>
                    <a:pt x="595840" y="144839"/>
                  </a:lnTo>
                  <a:lnTo>
                    <a:pt x="596174" y="143980"/>
                  </a:lnTo>
                  <a:lnTo>
                    <a:pt x="600935" y="135849"/>
                  </a:lnTo>
                  <a:lnTo>
                    <a:pt x="603639" y="132093"/>
                  </a:lnTo>
                  <a:lnTo>
                    <a:pt x="605873" y="130002"/>
                  </a:lnTo>
                  <a:lnTo>
                    <a:pt x="607573" y="129004"/>
                  </a:lnTo>
                  <a:lnTo>
                    <a:pt x="608721" y="129147"/>
                  </a:lnTo>
                  <a:close/>
                </a:path>
              </a:pathLst>
            </a:custGeom>
            <a:solidFill>
              <a:srgbClr val="CFE4C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6" name="pg1505"/>
            <p:cNvSpPr/>
            <p:nvPr/>
          </p:nvSpPr>
          <p:spPr>
            <a:xfrm>
              <a:off x="5510947" y="2107686"/>
              <a:ext cx="9793" cy="8384"/>
            </a:xfrm>
            <a:custGeom>
              <a:avLst/>
              <a:pathLst>
                <a:path w="9793" h="8384">
                  <a:moveTo>
                    <a:pt x="9793" y="8372"/>
                  </a:moveTo>
                  <a:lnTo>
                    <a:pt x="7680" y="8384"/>
                  </a:lnTo>
                  <a:lnTo>
                    <a:pt x="3387" y="3572"/>
                  </a:lnTo>
                  <a:lnTo>
                    <a:pt x="1208" y="2045"/>
                  </a:lnTo>
                  <a:lnTo>
                    <a:pt x="0" y="356"/>
                  </a:lnTo>
                  <a:lnTo>
                    <a:pt x="539" y="0"/>
                  </a:lnTo>
                  <a:lnTo>
                    <a:pt x="3169" y="1193"/>
                  </a:lnTo>
                  <a:lnTo>
                    <a:pt x="5317" y="3790"/>
                  </a:lnTo>
                  <a:lnTo>
                    <a:pt x="6505" y="5497"/>
                  </a:lnTo>
                  <a:lnTo>
                    <a:pt x="7877" y="6947"/>
                  </a:lnTo>
                  <a:lnTo>
                    <a:pt x="9354" y="7537"/>
                  </a:lnTo>
                  <a:close/>
                </a:path>
              </a:pathLst>
            </a:custGeom>
            <a:solidFill>
              <a:srgbClr val="CFE4C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7" name="pg1506"/>
            <p:cNvSpPr/>
            <p:nvPr/>
          </p:nvSpPr>
          <p:spPr>
            <a:xfrm>
              <a:off x="1183735" y="2101623"/>
              <a:ext cx="1626" cy="3777"/>
            </a:xfrm>
            <a:custGeom>
              <a:avLst/>
              <a:pathLst>
                <a:path w="1626" h="3777">
                  <a:moveTo>
                    <a:pt x="1547" y="2042"/>
                  </a:moveTo>
                  <a:lnTo>
                    <a:pt x="780" y="3777"/>
                  </a:lnTo>
                  <a:lnTo>
                    <a:pt x="214" y="2992"/>
                  </a:lnTo>
                  <a:lnTo>
                    <a:pt x="0" y="607"/>
                  </a:lnTo>
                  <a:lnTo>
                    <a:pt x="428" y="0"/>
                  </a:lnTo>
                  <a:lnTo>
                    <a:pt x="1626" y="1722"/>
                  </a:lnTo>
                  <a:close/>
                </a:path>
              </a:pathLst>
            </a:custGeom>
            <a:solidFill>
              <a:srgbClr val="CFE4C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8" name="pg1507"/>
            <p:cNvSpPr/>
            <p:nvPr/>
          </p:nvSpPr>
          <p:spPr>
            <a:xfrm>
              <a:off x="1186285" y="2100880"/>
              <a:ext cx="2381" cy="2830"/>
            </a:xfrm>
            <a:custGeom>
              <a:avLst/>
              <a:pathLst>
                <a:path w="2381" h="2830">
                  <a:moveTo>
                    <a:pt x="2381" y="2184"/>
                  </a:moveTo>
                  <a:lnTo>
                    <a:pt x="1353" y="2830"/>
                  </a:lnTo>
                  <a:lnTo>
                    <a:pt x="0" y="1520"/>
                  </a:lnTo>
                  <a:lnTo>
                    <a:pt x="131" y="0"/>
                  </a:lnTo>
                  <a:lnTo>
                    <a:pt x="1618" y="1269"/>
                  </a:lnTo>
                  <a:close/>
                </a:path>
              </a:pathLst>
            </a:custGeom>
            <a:solidFill>
              <a:srgbClr val="CFE4C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9" name="pg1508"/>
            <p:cNvSpPr/>
            <p:nvPr/>
          </p:nvSpPr>
          <p:spPr>
            <a:xfrm>
              <a:off x="1162032" y="2099929"/>
              <a:ext cx="6703" cy="8925"/>
            </a:xfrm>
            <a:custGeom>
              <a:avLst/>
              <a:pathLst>
                <a:path w="6703" h="8925">
                  <a:moveTo>
                    <a:pt x="3844" y="7941"/>
                  </a:moveTo>
                  <a:lnTo>
                    <a:pt x="3574" y="8925"/>
                  </a:lnTo>
                  <a:lnTo>
                    <a:pt x="3280" y="8896"/>
                  </a:lnTo>
                  <a:lnTo>
                    <a:pt x="1652" y="7264"/>
                  </a:lnTo>
                  <a:lnTo>
                    <a:pt x="1414" y="6713"/>
                  </a:lnTo>
                  <a:lnTo>
                    <a:pt x="2370" y="5938"/>
                  </a:lnTo>
                  <a:lnTo>
                    <a:pt x="2647" y="5338"/>
                  </a:lnTo>
                  <a:lnTo>
                    <a:pt x="2536" y="4556"/>
                  </a:lnTo>
                  <a:lnTo>
                    <a:pt x="1820" y="3468"/>
                  </a:lnTo>
                  <a:lnTo>
                    <a:pt x="500" y="2074"/>
                  </a:lnTo>
                  <a:lnTo>
                    <a:pt x="0" y="1070"/>
                  </a:lnTo>
                  <a:lnTo>
                    <a:pt x="320" y="455"/>
                  </a:lnTo>
                  <a:lnTo>
                    <a:pt x="949" y="76"/>
                  </a:lnTo>
                  <a:lnTo>
                    <a:pt x="2933" y="0"/>
                  </a:lnTo>
                  <a:lnTo>
                    <a:pt x="4005" y="1715"/>
                  </a:lnTo>
                  <a:lnTo>
                    <a:pt x="4812" y="2317"/>
                  </a:lnTo>
                  <a:lnTo>
                    <a:pt x="6703" y="2724"/>
                  </a:lnTo>
                  <a:lnTo>
                    <a:pt x="5722" y="3451"/>
                  </a:lnTo>
                  <a:lnTo>
                    <a:pt x="5165" y="4153"/>
                  </a:lnTo>
                  <a:lnTo>
                    <a:pt x="4479" y="6872"/>
                  </a:lnTo>
                  <a:close/>
                </a:path>
              </a:pathLst>
            </a:custGeom>
            <a:solidFill>
              <a:srgbClr val="CFE4C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0" name="pg1509"/>
            <p:cNvSpPr/>
            <p:nvPr/>
          </p:nvSpPr>
          <p:spPr>
            <a:xfrm>
              <a:off x="1168422" y="2099594"/>
              <a:ext cx="7399" cy="7482"/>
            </a:xfrm>
            <a:custGeom>
              <a:avLst/>
              <a:pathLst>
                <a:path w="7399" h="7482">
                  <a:moveTo>
                    <a:pt x="6361" y="6295"/>
                  </a:moveTo>
                  <a:lnTo>
                    <a:pt x="6010" y="6680"/>
                  </a:lnTo>
                  <a:lnTo>
                    <a:pt x="5366" y="6980"/>
                  </a:lnTo>
                  <a:lnTo>
                    <a:pt x="3507" y="6647"/>
                  </a:lnTo>
                  <a:lnTo>
                    <a:pt x="2383" y="6752"/>
                  </a:lnTo>
                  <a:lnTo>
                    <a:pt x="1128" y="6961"/>
                  </a:lnTo>
                  <a:lnTo>
                    <a:pt x="186" y="7482"/>
                  </a:lnTo>
                  <a:lnTo>
                    <a:pt x="0" y="6758"/>
                  </a:lnTo>
                  <a:lnTo>
                    <a:pt x="31" y="6163"/>
                  </a:lnTo>
                  <a:lnTo>
                    <a:pt x="4088" y="4537"/>
                  </a:lnTo>
                  <a:lnTo>
                    <a:pt x="5032" y="3689"/>
                  </a:lnTo>
                  <a:lnTo>
                    <a:pt x="5611" y="2615"/>
                  </a:lnTo>
                  <a:lnTo>
                    <a:pt x="6139" y="601"/>
                  </a:lnTo>
                  <a:lnTo>
                    <a:pt x="6565" y="0"/>
                  </a:lnTo>
                  <a:lnTo>
                    <a:pt x="6826" y="30"/>
                  </a:lnTo>
                  <a:lnTo>
                    <a:pt x="7399" y="823"/>
                  </a:lnTo>
                  <a:lnTo>
                    <a:pt x="7198" y="1868"/>
                  </a:lnTo>
                  <a:lnTo>
                    <a:pt x="6688" y="2777"/>
                  </a:lnTo>
                  <a:lnTo>
                    <a:pt x="6521" y="3630"/>
                  </a:lnTo>
                  <a:close/>
                </a:path>
              </a:pathLst>
            </a:custGeom>
            <a:solidFill>
              <a:srgbClr val="CFE4C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1" name="pg1510"/>
            <p:cNvSpPr/>
            <p:nvPr/>
          </p:nvSpPr>
          <p:spPr>
            <a:xfrm>
              <a:off x="1177057" y="2097932"/>
              <a:ext cx="6389" cy="11298"/>
            </a:xfrm>
            <a:custGeom>
              <a:avLst/>
              <a:pathLst>
                <a:path w="6389" h="11298">
                  <a:moveTo>
                    <a:pt x="4488" y="3526"/>
                  </a:moveTo>
                  <a:lnTo>
                    <a:pt x="4554" y="4516"/>
                  </a:lnTo>
                  <a:lnTo>
                    <a:pt x="5950" y="4391"/>
                  </a:lnTo>
                  <a:lnTo>
                    <a:pt x="6388" y="4902"/>
                  </a:lnTo>
                  <a:lnTo>
                    <a:pt x="6389" y="6847"/>
                  </a:lnTo>
                  <a:lnTo>
                    <a:pt x="6206" y="7397"/>
                  </a:lnTo>
                  <a:lnTo>
                    <a:pt x="5994" y="7531"/>
                  </a:lnTo>
                  <a:lnTo>
                    <a:pt x="5492" y="7104"/>
                  </a:lnTo>
                  <a:lnTo>
                    <a:pt x="4924" y="8095"/>
                  </a:lnTo>
                  <a:lnTo>
                    <a:pt x="2323" y="10522"/>
                  </a:lnTo>
                  <a:lnTo>
                    <a:pt x="1517" y="9164"/>
                  </a:lnTo>
                  <a:lnTo>
                    <a:pt x="0" y="11298"/>
                  </a:lnTo>
                  <a:lnTo>
                    <a:pt x="1062" y="5778"/>
                  </a:lnTo>
                  <a:lnTo>
                    <a:pt x="2291" y="4943"/>
                  </a:lnTo>
                  <a:lnTo>
                    <a:pt x="2744" y="4316"/>
                  </a:lnTo>
                  <a:lnTo>
                    <a:pt x="2638" y="2699"/>
                  </a:lnTo>
                  <a:lnTo>
                    <a:pt x="3208" y="0"/>
                  </a:lnTo>
                  <a:lnTo>
                    <a:pt x="4445" y="125"/>
                  </a:lnTo>
                  <a:lnTo>
                    <a:pt x="5017" y="1240"/>
                  </a:lnTo>
                  <a:lnTo>
                    <a:pt x="4996" y="1963"/>
                  </a:lnTo>
                  <a:close/>
                </a:path>
              </a:pathLst>
            </a:custGeom>
            <a:solidFill>
              <a:srgbClr val="CFE4C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2" name="pg1511"/>
            <p:cNvSpPr/>
            <p:nvPr/>
          </p:nvSpPr>
          <p:spPr>
            <a:xfrm>
              <a:off x="5508839" y="2097677"/>
              <a:ext cx="1612" cy="2823"/>
            </a:xfrm>
            <a:custGeom>
              <a:avLst/>
              <a:pathLst>
                <a:path w="1612" h="2823">
                  <a:moveTo>
                    <a:pt x="1224" y="2317"/>
                  </a:moveTo>
                  <a:lnTo>
                    <a:pt x="448" y="2823"/>
                  </a:lnTo>
                  <a:lnTo>
                    <a:pt x="33" y="1540"/>
                  </a:lnTo>
                  <a:lnTo>
                    <a:pt x="0" y="796"/>
                  </a:lnTo>
                  <a:lnTo>
                    <a:pt x="418" y="0"/>
                  </a:lnTo>
                  <a:lnTo>
                    <a:pt x="1165" y="506"/>
                  </a:lnTo>
                  <a:lnTo>
                    <a:pt x="1612" y="1230"/>
                  </a:lnTo>
                  <a:close/>
                </a:path>
              </a:pathLst>
            </a:custGeom>
            <a:solidFill>
              <a:srgbClr val="CFE4C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3" name="pg1512"/>
            <p:cNvSpPr/>
            <p:nvPr/>
          </p:nvSpPr>
          <p:spPr>
            <a:xfrm>
              <a:off x="5521303" y="2096621"/>
              <a:ext cx="3440" cy="4438"/>
            </a:xfrm>
            <a:custGeom>
              <a:avLst/>
              <a:pathLst>
                <a:path w="3440" h="4438">
                  <a:moveTo>
                    <a:pt x="2803" y="3693"/>
                  </a:moveTo>
                  <a:lnTo>
                    <a:pt x="1798" y="4438"/>
                  </a:lnTo>
                  <a:lnTo>
                    <a:pt x="633" y="4029"/>
                  </a:lnTo>
                  <a:lnTo>
                    <a:pt x="0" y="2884"/>
                  </a:lnTo>
                  <a:lnTo>
                    <a:pt x="76" y="1502"/>
                  </a:lnTo>
                  <a:lnTo>
                    <a:pt x="1578" y="0"/>
                  </a:lnTo>
                  <a:lnTo>
                    <a:pt x="3440" y="1878"/>
                  </a:lnTo>
                  <a:close/>
                </a:path>
              </a:pathLst>
            </a:custGeom>
            <a:solidFill>
              <a:srgbClr val="CFE4C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4" name="pg1513"/>
            <p:cNvSpPr/>
            <p:nvPr/>
          </p:nvSpPr>
          <p:spPr>
            <a:xfrm>
              <a:off x="1186528" y="2094566"/>
              <a:ext cx="2549" cy="3751"/>
            </a:xfrm>
            <a:custGeom>
              <a:avLst/>
              <a:pathLst>
                <a:path w="2549" h="3751">
                  <a:moveTo>
                    <a:pt x="1986" y="2881"/>
                  </a:moveTo>
                  <a:lnTo>
                    <a:pt x="1699" y="3751"/>
                  </a:lnTo>
                  <a:lnTo>
                    <a:pt x="507" y="2826"/>
                  </a:lnTo>
                  <a:lnTo>
                    <a:pt x="84" y="2071"/>
                  </a:lnTo>
                  <a:lnTo>
                    <a:pt x="0" y="1297"/>
                  </a:lnTo>
                  <a:lnTo>
                    <a:pt x="351" y="16"/>
                  </a:lnTo>
                  <a:lnTo>
                    <a:pt x="1305" y="0"/>
                  </a:lnTo>
                  <a:lnTo>
                    <a:pt x="1868" y="520"/>
                  </a:lnTo>
                  <a:lnTo>
                    <a:pt x="2394" y="1491"/>
                  </a:lnTo>
                  <a:lnTo>
                    <a:pt x="2549" y="2097"/>
                  </a:lnTo>
                  <a:close/>
                </a:path>
              </a:pathLst>
            </a:custGeom>
            <a:solidFill>
              <a:srgbClr val="CFE4C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5" name="pg1514"/>
            <p:cNvSpPr/>
            <p:nvPr/>
          </p:nvSpPr>
          <p:spPr>
            <a:xfrm>
              <a:off x="5493914" y="2094156"/>
              <a:ext cx="5110" cy="8059"/>
            </a:xfrm>
            <a:custGeom>
              <a:avLst/>
              <a:pathLst>
                <a:path w="5110" h="8059">
                  <a:moveTo>
                    <a:pt x="2012" y="6826"/>
                  </a:moveTo>
                  <a:lnTo>
                    <a:pt x="953" y="8059"/>
                  </a:lnTo>
                  <a:lnTo>
                    <a:pt x="126" y="6800"/>
                  </a:lnTo>
                  <a:lnTo>
                    <a:pt x="0" y="6231"/>
                  </a:lnTo>
                  <a:lnTo>
                    <a:pt x="1588" y="4078"/>
                  </a:lnTo>
                  <a:lnTo>
                    <a:pt x="2780" y="3611"/>
                  </a:lnTo>
                  <a:lnTo>
                    <a:pt x="3293" y="2825"/>
                  </a:lnTo>
                  <a:lnTo>
                    <a:pt x="3820" y="98"/>
                  </a:lnTo>
                  <a:lnTo>
                    <a:pt x="4707" y="0"/>
                  </a:lnTo>
                  <a:lnTo>
                    <a:pt x="5110" y="318"/>
                  </a:lnTo>
                  <a:lnTo>
                    <a:pt x="4908" y="1597"/>
                  </a:lnTo>
                  <a:lnTo>
                    <a:pt x="4213" y="3545"/>
                  </a:lnTo>
                  <a:lnTo>
                    <a:pt x="4190" y="4912"/>
                  </a:lnTo>
                  <a:close/>
                </a:path>
              </a:pathLst>
            </a:custGeom>
            <a:solidFill>
              <a:srgbClr val="CFE4C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6" name="pg1515"/>
            <p:cNvSpPr/>
            <p:nvPr/>
          </p:nvSpPr>
          <p:spPr>
            <a:xfrm>
              <a:off x="1213243" y="2093272"/>
              <a:ext cx="11816" cy="3019"/>
            </a:xfrm>
            <a:custGeom>
              <a:avLst/>
              <a:pathLst>
                <a:path w="11816" h="3019">
                  <a:moveTo>
                    <a:pt x="5352" y="220"/>
                  </a:moveTo>
                  <a:lnTo>
                    <a:pt x="7741" y="1421"/>
                  </a:lnTo>
                  <a:lnTo>
                    <a:pt x="10714" y="1281"/>
                  </a:lnTo>
                  <a:lnTo>
                    <a:pt x="11799" y="1572"/>
                  </a:lnTo>
                  <a:lnTo>
                    <a:pt x="11816" y="1908"/>
                  </a:lnTo>
                  <a:lnTo>
                    <a:pt x="9915" y="2400"/>
                  </a:lnTo>
                  <a:lnTo>
                    <a:pt x="9265" y="2239"/>
                  </a:lnTo>
                  <a:lnTo>
                    <a:pt x="7605" y="2900"/>
                  </a:lnTo>
                  <a:lnTo>
                    <a:pt x="6477" y="3019"/>
                  </a:lnTo>
                  <a:lnTo>
                    <a:pt x="3898" y="2396"/>
                  </a:lnTo>
                  <a:lnTo>
                    <a:pt x="1909" y="2823"/>
                  </a:lnTo>
                  <a:lnTo>
                    <a:pt x="1383" y="2662"/>
                  </a:lnTo>
                  <a:lnTo>
                    <a:pt x="758" y="2115"/>
                  </a:lnTo>
                  <a:lnTo>
                    <a:pt x="34" y="1185"/>
                  </a:lnTo>
                  <a:lnTo>
                    <a:pt x="0" y="603"/>
                  </a:lnTo>
                  <a:lnTo>
                    <a:pt x="652" y="367"/>
                  </a:lnTo>
                  <a:lnTo>
                    <a:pt x="2417" y="1165"/>
                  </a:lnTo>
                  <a:lnTo>
                    <a:pt x="2601" y="750"/>
                  </a:lnTo>
                  <a:lnTo>
                    <a:pt x="4090" y="0"/>
                  </a:lnTo>
                  <a:close/>
                </a:path>
              </a:pathLst>
            </a:custGeom>
            <a:solidFill>
              <a:srgbClr val="CFE4C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7" name="pg1516"/>
            <p:cNvSpPr/>
            <p:nvPr/>
          </p:nvSpPr>
          <p:spPr>
            <a:xfrm>
              <a:off x="1229972" y="2086054"/>
              <a:ext cx="3731" cy="3858"/>
            </a:xfrm>
            <a:custGeom>
              <a:avLst/>
              <a:pathLst>
                <a:path w="3731" h="3858">
                  <a:moveTo>
                    <a:pt x="1889" y="3420"/>
                  </a:moveTo>
                  <a:lnTo>
                    <a:pt x="983" y="3858"/>
                  </a:lnTo>
                  <a:lnTo>
                    <a:pt x="0" y="3403"/>
                  </a:lnTo>
                  <a:lnTo>
                    <a:pt x="458" y="1843"/>
                  </a:lnTo>
                  <a:lnTo>
                    <a:pt x="928" y="1011"/>
                  </a:lnTo>
                  <a:lnTo>
                    <a:pt x="1821" y="0"/>
                  </a:lnTo>
                  <a:lnTo>
                    <a:pt x="2885" y="445"/>
                  </a:lnTo>
                  <a:lnTo>
                    <a:pt x="3731" y="1726"/>
                  </a:lnTo>
                  <a:close/>
                </a:path>
              </a:pathLst>
            </a:custGeom>
            <a:solidFill>
              <a:srgbClr val="CFE4C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8" name="pg1517"/>
            <p:cNvSpPr/>
            <p:nvPr/>
          </p:nvSpPr>
          <p:spPr>
            <a:xfrm>
              <a:off x="1197362" y="2085104"/>
              <a:ext cx="15565" cy="12595"/>
            </a:xfrm>
            <a:custGeom>
              <a:avLst/>
              <a:pathLst>
                <a:path w="15565" h="12595">
                  <a:moveTo>
                    <a:pt x="7533" y="11380"/>
                  </a:moveTo>
                  <a:lnTo>
                    <a:pt x="995" y="12595"/>
                  </a:lnTo>
                  <a:lnTo>
                    <a:pt x="0" y="11760"/>
                  </a:lnTo>
                  <a:lnTo>
                    <a:pt x="992" y="11285"/>
                  </a:lnTo>
                  <a:lnTo>
                    <a:pt x="2167" y="11023"/>
                  </a:lnTo>
                  <a:lnTo>
                    <a:pt x="4626" y="9632"/>
                  </a:lnTo>
                  <a:lnTo>
                    <a:pt x="7651" y="8427"/>
                  </a:lnTo>
                  <a:lnTo>
                    <a:pt x="10009" y="6977"/>
                  </a:lnTo>
                  <a:lnTo>
                    <a:pt x="12058" y="6028"/>
                  </a:lnTo>
                  <a:lnTo>
                    <a:pt x="12634" y="4465"/>
                  </a:lnTo>
                  <a:lnTo>
                    <a:pt x="10835" y="3669"/>
                  </a:lnTo>
                  <a:lnTo>
                    <a:pt x="10481" y="3041"/>
                  </a:lnTo>
                  <a:lnTo>
                    <a:pt x="11335" y="2311"/>
                  </a:lnTo>
                  <a:lnTo>
                    <a:pt x="12049" y="1248"/>
                  </a:lnTo>
                  <a:lnTo>
                    <a:pt x="13730" y="0"/>
                  </a:lnTo>
                  <a:lnTo>
                    <a:pt x="15233" y="1564"/>
                  </a:lnTo>
                  <a:lnTo>
                    <a:pt x="15565" y="2611"/>
                  </a:lnTo>
                  <a:lnTo>
                    <a:pt x="15422" y="3852"/>
                  </a:lnTo>
                  <a:lnTo>
                    <a:pt x="15120" y="5146"/>
                  </a:lnTo>
                  <a:lnTo>
                    <a:pt x="13800" y="5814"/>
                  </a:lnTo>
                  <a:lnTo>
                    <a:pt x="13602" y="6495"/>
                  </a:lnTo>
                  <a:lnTo>
                    <a:pt x="14318" y="8420"/>
                  </a:lnTo>
                  <a:lnTo>
                    <a:pt x="11602" y="10117"/>
                  </a:lnTo>
                  <a:close/>
                </a:path>
              </a:pathLst>
            </a:custGeom>
            <a:solidFill>
              <a:srgbClr val="CFE4C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9" name="pg1518"/>
            <p:cNvSpPr/>
            <p:nvPr/>
          </p:nvSpPr>
          <p:spPr>
            <a:xfrm>
              <a:off x="5447018" y="2082624"/>
              <a:ext cx="4554" cy="4357"/>
            </a:xfrm>
            <a:custGeom>
              <a:avLst/>
              <a:pathLst>
                <a:path w="4554" h="4357">
                  <a:moveTo>
                    <a:pt x="3905" y="4270"/>
                  </a:moveTo>
                  <a:lnTo>
                    <a:pt x="3113" y="4357"/>
                  </a:lnTo>
                  <a:lnTo>
                    <a:pt x="2606" y="3334"/>
                  </a:lnTo>
                  <a:lnTo>
                    <a:pt x="0" y="2934"/>
                  </a:lnTo>
                  <a:lnTo>
                    <a:pt x="270" y="1963"/>
                  </a:lnTo>
                  <a:lnTo>
                    <a:pt x="1391" y="1556"/>
                  </a:lnTo>
                  <a:lnTo>
                    <a:pt x="3110" y="0"/>
                  </a:lnTo>
                  <a:lnTo>
                    <a:pt x="4554" y="265"/>
                  </a:lnTo>
                  <a:lnTo>
                    <a:pt x="4172" y="1698"/>
                  </a:lnTo>
                  <a:close/>
                </a:path>
              </a:pathLst>
            </a:custGeom>
            <a:solidFill>
              <a:srgbClr val="CFE4C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0" name="pg1519"/>
            <p:cNvSpPr/>
            <p:nvPr/>
          </p:nvSpPr>
          <p:spPr>
            <a:xfrm>
              <a:off x="1251821" y="2076907"/>
              <a:ext cx="2954" cy="4367"/>
            </a:xfrm>
            <a:custGeom>
              <a:avLst/>
              <a:pathLst>
                <a:path w="2954" h="4367">
                  <a:moveTo>
                    <a:pt x="1141" y="3429"/>
                  </a:moveTo>
                  <a:lnTo>
                    <a:pt x="361" y="4367"/>
                  </a:lnTo>
                  <a:lnTo>
                    <a:pt x="133" y="4019"/>
                  </a:lnTo>
                  <a:lnTo>
                    <a:pt x="0" y="2861"/>
                  </a:lnTo>
                  <a:lnTo>
                    <a:pt x="437" y="1959"/>
                  </a:lnTo>
                  <a:lnTo>
                    <a:pt x="1766" y="0"/>
                  </a:lnTo>
                  <a:lnTo>
                    <a:pt x="2668" y="369"/>
                  </a:lnTo>
                  <a:lnTo>
                    <a:pt x="2954" y="885"/>
                  </a:lnTo>
                  <a:lnTo>
                    <a:pt x="2930" y="1628"/>
                  </a:lnTo>
                  <a:lnTo>
                    <a:pt x="2596" y="2598"/>
                  </a:lnTo>
                  <a:lnTo>
                    <a:pt x="2166" y="3086"/>
                  </a:lnTo>
                  <a:lnTo>
                    <a:pt x="1642" y="3090"/>
                  </a:lnTo>
                  <a:close/>
                </a:path>
              </a:pathLst>
            </a:custGeom>
            <a:solidFill>
              <a:srgbClr val="CFE4C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1" name="pg1520"/>
            <p:cNvSpPr/>
            <p:nvPr/>
          </p:nvSpPr>
          <p:spPr>
            <a:xfrm>
              <a:off x="1261999" y="2071409"/>
              <a:ext cx="3655" cy="2697"/>
            </a:xfrm>
            <a:custGeom>
              <a:avLst/>
              <a:pathLst>
                <a:path w="3655" h="2697">
                  <a:moveTo>
                    <a:pt x="3655" y="1071"/>
                  </a:moveTo>
                  <a:lnTo>
                    <a:pt x="3457" y="2260"/>
                  </a:lnTo>
                  <a:lnTo>
                    <a:pt x="3279" y="2697"/>
                  </a:lnTo>
                  <a:lnTo>
                    <a:pt x="1395" y="2064"/>
                  </a:lnTo>
                  <a:lnTo>
                    <a:pt x="137" y="2293"/>
                  </a:lnTo>
                  <a:lnTo>
                    <a:pt x="0" y="1589"/>
                  </a:lnTo>
                  <a:lnTo>
                    <a:pt x="113" y="963"/>
                  </a:lnTo>
                  <a:lnTo>
                    <a:pt x="2086" y="7"/>
                  </a:lnTo>
                  <a:lnTo>
                    <a:pt x="2887" y="0"/>
                  </a:lnTo>
                  <a:lnTo>
                    <a:pt x="3423" y="499"/>
                  </a:lnTo>
                  <a:close/>
                </a:path>
              </a:pathLst>
            </a:custGeom>
            <a:solidFill>
              <a:srgbClr val="CFE4C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2" name="pg1521"/>
            <p:cNvSpPr/>
            <p:nvPr/>
          </p:nvSpPr>
          <p:spPr>
            <a:xfrm>
              <a:off x="5435958" y="2067587"/>
              <a:ext cx="11470" cy="7709"/>
            </a:xfrm>
            <a:custGeom>
              <a:avLst/>
              <a:pathLst>
                <a:path w="11470" h="7709">
                  <a:moveTo>
                    <a:pt x="3863" y="0"/>
                  </a:moveTo>
                  <a:lnTo>
                    <a:pt x="5961" y="966"/>
                  </a:lnTo>
                  <a:lnTo>
                    <a:pt x="7401" y="513"/>
                  </a:lnTo>
                  <a:lnTo>
                    <a:pt x="9223" y="2077"/>
                  </a:lnTo>
                  <a:lnTo>
                    <a:pt x="11470" y="4755"/>
                  </a:lnTo>
                  <a:lnTo>
                    <a:pt x="10967" y="5266"/>
                  </a:lnTo>
                  <a:lnTo>
                    <a:pt x="10400" y="5559"/>
                  </a:lnTo>
                  <a:lnTo>
                    <a:pt x="9843" y="5527"/>
                  </a:lnTo>
                  <a:lnTo>
                    <a:pt x="8090" y="5974"/>
                  </a:lnTo>
                  <a:lnTo>
                    <a:pt x="7134" y="5866"/>
                  </a:lnTo>
                  <a:lnTo>
                    <a:pt x="5366" y="7709"/>
                  </a:lnTo>
                  <a:lnTo>
                    <a:pt x="3421" y="6384"/>
                  </a:lnTo>
                  <a:lnTo>
                    <a:pt x="2766" y="3765"/>
                  </a:lnTo>
                  <a:lnTo>
                    <a:pt x="1222" y="3119"/>
                  </a:lnTo>
                  <a:lnTo>
                    <a:pt x="0" y="2219"/>
                  </a:lnTo>
                  <a:lnTo>
                    <a:pt x="2231" y="160"/>
                  </a:lnTo>
                  <a:close/>
                </a:path>
              </a:pathLst>
            </a:custGeom>
            <a:solidFill>
              <a:srgbClr val="CFE4C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3" name="pg1522"/>
            <p:cNvSpPr/>
            <p:nvPr/>
          </p:nvSpPr>
          <p:spPr>
            <a:xfrm>
              <a:off x="1273004" y="2051476"/>
              <a:ext cx="15651" cy="21457"/>
            </a:xfrm>
            <a:custGeom>
              <a:avLst/>
              <a:pathLst>
                <a:path w="15651" h="21457">
                  <a:moveTo>
                    <a:pt x="13705" y="6296"/>
                  </a:moveTo>
                  <a:lnTo>
                    <a:pt x="9971" y="9460"/>
                  </a:lnTo>
                  <a:lnTo>
                    <a:pt x="8760" y="11773"/>
                  </a:lnTo>
                  <a:lnTo>
                    <a:pt x="7835" y="13999"/>
                  </a:lnTo>
                  <a:lnTo>
                    <a:pt x="7108" y="15218"/>
                  </a:lnTo>
                  <a:lnTo>
                    <a:pt x="6579" y="15428"/>
                  </a:lnTo>
                  <a:lnTo>
                    <a:pt x="5990" y="16018"/>
                  </a:lnTo>
                  <a:lnTo>
                    <a:pt x="4757" y="17575"/>
                  </a:lnTo>
                  <a:lnTo>
                    <a:pt x="4239" y="17768"/>
                  </a:lnTo>
                  <a:lnTo>
                    <a:pt x="280" y="21401"/>
                  </a:lnTo>
                  <a:lnTo>
                    <a:pt x="0" y="21457"/>
                  </a:lnTo>
                  <a:lnTo>
                    <a:pt x="192" y="20508"/>
                  </a:lnTo>
                  <a:lnTo>
                    <a:pt x="1401" y="19163"/>
                  </a:lnTo>
                  <a:lnTo>
                    <a:pt x="2190" y="17937"/>
                  </a:lnTo>
                  <a:lnTo>
                    <a:pt x="3081" y="15911"/>
                  </a:lnTo>
                  <a:lnTo>
                    <a:pt x="3571" y="15167"/>
                  </a:lnTo>
                  <a:lnTo>
                    <a:pt x="3728" y="14149"/>
                  </a:lnTo>
                  <a:lnTo>
                    <a:pt x="3791" y="12098"/>
                  </a:lnTo>
                  <a:lnTo>
                    <a:pt x="4013" y="11321"/>
                  </a:lnTo>
                  <a:lnTo>
                    <a:pt x="4863" y="9779"/>
                  </a:lnTo>
                  <a:lnTo>
                    <a:pt x="5483" y="8936"/>
                  </a:lnTo>
                  <a:lnTo>
                    <a:pt x="6297" y="8645"/>
                  </a:lnTo>
                  <a:lnTo>
                    <a:pt x="7949" y="8903"/>
                  </a:lnTo>
                  <a:lnTo>
                    <a:pt x="8634" y="8118"/>
                  </a:lnTo>
                  <a:lnTo>
                    <a:pt x="8846" y="7524"/>
                  </a:lnTo>
                  <a:lnTo>
                    <a:pt x="8429" y="6981"/>
                  </a:lnTo>
                  <a:lnTo>
                    <a:pt x="8331" y="6039"/>
                  </a:lnTo>
                  <a:lnTo>
                    <a:pt x="8439" y="4415"/>
                  </a:lnTo>
                  <a:lnTo>
                    <a:pt x="8917" y="2973"/>
                  </a:lnTo>
                  <a:lnTo>
                    <a:pt x="9764" y="1715"/>
                  </a:lnTo>
                  <a:lnTo>
                    <a:pt x="10917" y="735"/>
                  </a:lnTo>
                  <a:lnTo>
                    <a:pt x="12377" y="36"/>
                  </a:lnTo>
                  <a:lnTo>
                    <a:pt x="13445" y="0"/>
                  </a:lnTo>
                  <a:lnTo>
                    <a:pt x="15366" y="1484"/>
                  </a:lnTo>
                  <a:lnTo>
                    <a:pt x="15651" y="2164"/>
                  </a:lnTo>
                  <a:lnTo>
                    <a:pt x="15182" y="3653"/>
                  </a:lnTo>
                  <a:lnTo>
                    <a:pt x="14914" y="5049"/>
                  </a:lnTo>
                  <a:close/>
                </a:path>
              </a:pathLst>
            </a:custGeom>
            <a:solidFill>
              <a:srgbClr val="CFE4C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4" name="pg1523"/>
            <p:cNvSpPr/>
            <p:nvPr/>
          </p:nvSpPr>
          <p:spPr>
            <a:xfrm>
              <a:off x="1307593" y="2043059"/>
              <a:ext cx="1804" cy="3624"/>
            </a:xfrm>
            <a:custGeom>
              <a:avLst/>
              <a:pathLst>
                <a:path w="1804" h="3624">
                  <a:moveTo>
                    <a:pt x="499" y="3539"/>
                  </a:moveTo>
                  <a:lnTo>
                    <a:pt x="327" y="3624"/>
                  </a:lnTo>
                  <a:lnTo>
                    <a:pt x="15" y="2892"/>
                  </a:lnTo>
                  <a:lnTo>
                    <a:pt x="0" y="2224"/>
                  </a:lnTo>
                  <a:lnTo>
                    <a:pt x="199" y="1740"/>
                  </a:lnTo>
                  <a:lnTo>
                    <a:pt x="767" y="608"/>
                  </a:lnTo>
                  <a:lnTo>
                    <a:pt x="1172" y="204"/>
                  </a:lnTo>
                  <a:lnTo>
                    <a:pt x="1669" y="0"/>
                  </a:lnTo>
                  <a:lnTo>
                    <a:pt x="1804" y="302"/>
                  </a:lnTo>
                  <a:lnTo>
                    <a:pt x="1366" y="1644"/>
                  </a:lnTo>
                  <a:lnTo>
                    <a:pt x="816" y="2546"/>
                  </a:lnTo>
                  <a:close/>
                </a:path>
              </a:pathLst>
            </a:custGeom>
            <a:solidFill>
              <a:srgbClr val="CFE4C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5" name="pg1524"/>
            <p:cNvSpPr/>
            <p:nvPr/>
          </p:nvSpPr>
          <p:spPr>
            <a:xfrm>
              <a:off x="1288605" y="2038245"/>
              <a:ext cx="19230" cy="22059"/>
            </a:xfrm>
            <a:custGeom>
              <a:avLst/>
              <a:pathLst>
                <a:path w="19230" h="22059">
                  <a:moveTo>
                    <a:pt x="14544" y="3103"/>
                  </a:moveTo>
                  <a:lnTo>
                    <a:pt x="15070" y="4506"/>
                  </a:lnTo>
                  <a:lnTo>
                    <a:pt x="15981" y="3617"/>
                  </a:lnTo>
                  <a:lnTo>
                    <a:pt x="16647" y="2398"/>
                  </a:lnTo>
                  <a:lnTo>
                    <a:pt x="17168" y="822"/>
                  </a:lnTo>
                  <a:lnTo>
                    <a:pt x="17506" y="206"/>
                  </a:lnTo>
                  <a:lnTo>
                    <a:pt x="17953" y="1036"/>
                  </a:lnTo>
                  <a:lnTo>
                    <a:pt x="19230" y="2167"/>
                  </a:lnTo>
                  <a:lnTo>
                    <a:pt x="18156" y="3905"/>
                  </a:lnTo>
                  <a:lnTo>
                    <a:pt x="16087" y="6514"/>
                  </a:lnTo>
                  <a:lnTo>
                    <a:pt x="15394" y="8258"/>
                  </a:lnTo>
                  <a:lnTo>
                    <a:pt x="15350" y="9011"/>
                  </a:lnTo>
                  <a:lnTo>
                    <a:pt x="17355" y="8434"/>
                  </a:lnTo>
                  <a:lnTo>
                    <a:pt x="17915" y="8518"/>
                  </a:lnTo>
                  <a:lnTo>
                    <a:pt x="18272" y="9114"/>
                  </a:lnTo>
                  <a:lnTo>
                    <a:pt x="17723" y="9822"/>
                  </a:lnTo>
                  <a:lnTo>
                    <a:pt x="16630" y="10464"/>
                  </a:lnTo>
                  <a:lnTo>
                    <a:pt x="15682" y="11710"/>
                  </a:lnTo>
                  <a:lnTo>
                    <a:pt x="13486" y="13867"/>
                  </a:lnTo>
                  <a:lnTo>
                    <a:pt x="12655" y="15659"/>
                  </a:lnTo>
                  <a:lnTo>
                    <a:pt x="11673" y="16342"/>
                  </a:lnTo>
                  <a:lnTo>
                    <a:pt x="10335" y="16505"/>
                  </a:lnTo>
                  <a:lnTo>
                    <a:pt x="7984" y="17673"/>
                  </a:lnTo>
                  <a:lnTo>
                    <a:pt x="6556" y="18774"/>
                  </a:lnTo>
                  <a:lnTo>
                    <a:pt x="6195" y="19368"/>
                  </a:lnTo>
                  <a:lnTo>
                    <a:pt x="5746" y="19649"/>
                  </a:lnTo>
                  <a:lnTo>
                    <a:pt x="5209" y="19619"/>
                  </a:lnTo>
                  <a:lnTo>
                    <a:pt x="4631" y="20101"/>
                  </a:lnTo>
                  <a:lnTo>
                    <a:pt x="4009" y="21097"/>
                  </a:lnTo>
                  <a:lnTo>
                    <a:pt x="3489" y="21563"/>
                  </a:lnTo>
                  <a:lnTo>
                    <a:pt x="2639" y="21666"/>
                  </a:lnTo>
                  <a:lnTo>
                    <a:pt x="2195" y="22059"/>
                  </a:lnTo>
                  <a:lnTo>
                    <a:pt x="1698" y="22043"/>
                  </a:lnTo>
                  <a:lnTo>
                    <a:pt x="340" y="20853"/>
                  </a:lnTo>
                  <a:lnTo>
                    <a:pt x="0" y="20157"/>
                  </a:lnTo>
                  <a:lnTo>
                    <a:pt x="1202" y="18765"/>
                  </a:lnTo>
                  <a:lnTo>
                    <a:pt x="2072" y="18302"/>
                  </a:lnTo>
                  <a:lnTo>
                    <a:pt x="3395" y="18091"/>
                  </a:lnTo>
                  <a:lnTo>
                    <a:pt x="4695" y="16804"/>
                  </a:lnTo>
                  <a:lnTo>
                    <a:pt x="7369" y="15099"/>
                  </a:lnTo>
                  <a:lnTo>
                    <a:pt x="8198" y="14168"/>
                  </a:lnTo>
                  <a:lnTo>
                    <a:pt x="8731" y="10933"/>
                  </a:lnTo>
                  <a:lnTo>
                    <a:pt x="9339" y="10382"/>
                  </a:lnTo>
                  <a:lnTo>
                    <a:pt x="9665" y="9088"/>
                  </a:lnTo>
                  <a:lnTo>
                    <a:pt x="11146" y="9125"/>
                  </a:lnTo>
                  <a:lnTo>
                    <a:pt x="11827" y="10575"/>
                  </a:lnTo>
                  <a:lnTo>
                    <a:pt x="12065" y="10773"/>
                  </a:lnTo>
                  <a:lnTo>
                    <a:pt x="12184" y="10632"/>
                  </a:lnTo>
                  <a:lnTo>
                    <a:pt x="12249" y="9472"/>
                  </a:lnTo>
                  <a:lnTo>
                    <a:pt x="13010" y="8658"/>
                  </a:lnTo>
                  <a:lnTo>
                    <a:pt x="12571" y="8061"/>
                  </a:lnTo>
                  <a:lnTo>
                    <a:pt x="11202" y="7309"/>
                  </a:lnTo>
                  <a:lnTo>
                    <a:pt x="10186" y="6955"/>
                  </a:lnTo>
                  <a:lnTo>
                    <a:pt x="9524" y="6997"/>
                  </a:lnTo>
                  <a:lnTo>
                    <a:pt x="8985" y="6576"/>
                  </a:lnTo>
                  <a:lnTo>
                    <a:pt x="8569" y="5690"/>
                  </a:lnTo>
                  <a:lnTo>
                    <a:pt x="8380" y="4811"/>
                  </a:lnTo>
                  <a:lnTo>
                    <a:pt x="8416" y="3940"/>
                  </a:lnTo>
                  <a:lnTo>
                    <a:pt x="8754" y="2963"/>
                  </a:lnTo>
                  <a:lnTo>
                    <a:pt x="9392" y="1884"/>
                  </a:lnTo>
                  <a:lnTo>
                    <a:pt x="10124" y="1271"/>
                  </a:lnTo>
                  <a:lnTo>
                    <a:pt x="11701" y="829"/>
                  </a:lnTo>
                  <a:lnTo>
                    <a:pt x="13098" y="111"/>
                  </a:lnTo>
                  <a:lnTo>
                    <a:pt x="13838" y="0"/>
                  </a:lnTo>
                  <a:lnTo>
                    <a:pt x="14397" y="304"/>
                  </a:lnTo>
                  <a:close/>
                </a:path>
              </a:pathLst>
            </a:custGeom>
            <a:solidFill>
              <a:srgbClr val="CFE4C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6" name="pg1525"/>
            <p:cNvSpPr/>
            <p:nvPr/>
          </p:nvSpPr>
          <p:spPr>
            <a:xfrm>
              <a:off x="1309359" y="2032186"/>
              <a:ext cx="5032" cy="4842"/>
            </a:xfrm>
            <a:custGeom>
              <a:avLst/>
              <a:pathLst>
                <a:path w="5032" h="4842">
                  <a:moveTo>
                    <a:pt x="3220" y="4148"/>
                  </a:moveTo>
                  <a:lnTo>
                    <a:pt x="2759" y="4668"/>
                  </a:lnTo>
                  <a:lnTo>
                    <a:pt x="2388" y="4782"/>
                  </a:lnTo>
                  <a:lnTo>
                    <a:pt x="2107" y="4487"/>
                  </a:lnTo>
                  <a:lnTo>
                    <a:pt x="845" y="4842"/>
                  </a:lnTo>
                  <a:lnTo>
                    <a:pt x="599" y="4630"/>
                  </a:lnTo>
                  <a:lnTo>
                    <a:pt x="36" y="2868"/>
                  </a:lnTo>
                  <a:lnTo>
                    <a:pt x="0" y="1956"/>
                  </a:lnTo>
                  <a:lnTo>
                    <a:pt x="220" y="1237"/>
                  </a:lnTo>
                  <a:lnTo>
                    <a:pt x="786" y="584"/>
                  </a:lnTo>
                  <a:lnTo>
                    <a:pt x="1698" y="0"/>
                  </a:lnTo>
                  <a:lnTo>
                    <a:pt x="2595" y="119"/>
                  </a:lnTo>
                  <a:lnTo>
                    <a:pt x="4160" y="1741"/>
                  </a:lnTo>
                  <a:lnTo>
                    <a:pt x="4894" y="2692"/>
                  </a:lnTo>
                  <a:lnTo>
                    <a:pt x="5032" y="3283"/>
                  </a:lnTo>
                  <a:lnTo>
                    <a:pt x="4484" y="3839"/>
                  </a:lnTo>
                  <a:close/>
                </a:path>
              </a:pathLst>
            </a:custGeom>
            <a:solidFill>
              <a:srgbClr val="CFE4C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7" name="pg1526"/>
            <p:cNvSpPr/>
            <p:nvPr/>
          </p:nvSpPr>
          <p:spPr>
            <a:xfrm>
              <a:off x="1314864" y="2030014"/>
              <a:ext cx="3001" cy="4590"/>
            </a:xfrm>
            <a:custGeom>
              <a:avLst/>
              <a:pathLst>
                <a:path w="3001" h="4590">
                  <a:moveTo>
                    <a:pt x="1133" y="4367"/>
                  </a:moveTo>
                  <a:lnTo>
                    <a:pt x="601" y="4590"/>
                  </a:lnTo>
                  <a:lnTo>
                    <a:pt x="472" y="4283"/>
                  </a:lnTo>
                  <a:lnTo>
                    <a:pt x="410" y="2983"/>
                  </a:lnTo>
                  <a:lnTo>
                    <a:pt x="0" y="921"/>
                  </a:lnTo>
                  <a:lnTo>
                    <a:pt x="777" y="173"/>
                  </a:lnTo>
                  <a:lnTo>
                    <a:pt x="1261" y="0"/>
                  </a:lnTo>
                  <a:lnTo>
                    <a:pt x="1466" y="314"/>
                  </a:lnTo>
                  <a:lnTo>
                    <a:pt x="2028" y="1850"/>
                  </a:lnTo>
                  <a:lnTo>
                    <a:pt x="2588" y="2260"/>
                  </a:lnTo>
                  <a:lnTo>
                    <a:pt x="3001" y="2591"/>
                  </a:lnTo>
                  <a:lnTo>
                    <a:pt x="2273" y="3061"/>
                  </a:lnTo>
                  <a:close/>
                </a:path>
              </a:pathLst>
            </a:custGeom>
            <a:solidFill>
              <a:srgbClr val="CFE4C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8" name="pg1527"/>
            <p:cNvSpPr/>
            <p:nvPr/>
          </p:nvSpPr>
          <p:spPr>
            <a:xfrm>
              <a:off x="1349398" y="2023809"/>
              <a:ext cx="3243" cy="3397"/>
            </a:xfrm>
            <a:custGeom>
              <a:avLst/>
              <a:pathLst>
                <a:path w="3243" h="3397">
                  <a:moveTo>
                    <a:pt x="3243" y="2752"/>
                  </a:moveTo>
                  <a:lnTo>
                    <a:pt x="2186" y="3397"/>
                  </a:lnTo>
                  <a:lnTo>
                    <a:pt x="1065" y="2725"/>
                  </a:lnTo>
                  <a:lnTo>
                    <a:pt x="107" y="1481"/>
                  </a:lnTo>
                  <a:lnTo>
                    <a:pt x="0" y="0"/>
                  </a:lnTo>
                  <a:lnTo>
                    <a:pt x="2134" y="959"/>
                  </a:lnTo>
                  <a:lnTo>
                    <a:pt x="2591" y="1415"/>
                  </a:lnTo>
                  <a:close/>
                </a:path>
              </a:pathLst>
            </a:custGeom>
            <a:solidFill>
              <a:srgbClr val="CFE4C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9" name="pg1528"/>
            <p:cNvSpPr/>
            <p:nvPr/>
          </p:nvSpPr>
          <p:spPr>
            <a:xfrm>
              <a:off x="1354110" y="2009360"/>
              <a:ext cx="2439" cy="4169"/>
            </a:xfrm>
            <a:custGeom>
              <a:avLst/>
              <a:pathLst>
                <a:path w="2439" h="4169">
                  <a:moveTo>
                    <a:pt x="1654" y="4032"/>
                  </a:moveTo>
                  <a:lnTo>
                    <a:pt x="1364" y="4169"/>
                  </a:lnTo>
                  <a:lnTo>
                    <a:pt x="525" y="3265"/>
                  </a:lnTo>
                  <a:lnTo>
                    <a:pt x="220" y="2588"/>
                  </a:lnTo>
                  <a:lnTo>
                    <a:pt x="0" y="1535"/>
                  </a:lnTo>
                  <a:lnTo>
                    <a:pt x="1709" y="18"/>
                  </a:lnTo>
                  <a:lnTo>
                    <a:pt x="2063" y="0"/>
                  </a:lnTo>
                  <a:lnTo>
                    <a:pt x="2382" y="849"/>
                  </a:lnTo>
                  <a:lnTo>
                    <a:pt x="2439" y="1520"/>
                  </a:lnTo>
                  <a:lnTo>
                    <a:pt x="1966" y="3436"/>
                  </a:lnTo>
                  <a:close/>
                </a:path>
              </a:pathLst>
            </a:custGeom>
            <a:solidFill>
              <a:srgbClr val="CFE4C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0" name="pg1529"/>
            <p:cNvSpPr/>
            <p:nvPr/>
          </p:nvSpPr>
          <p:spPr>
            <a:xfrm>
              <a:off x="1324007" y="2007370"/>
              <a:ext cx="22189" cy="19102"/>
            </a:xfrm>
            <a:custGeom>
              <a:avLst/>
              <a:pathLst>
                <a:path w="22189" h="19102">
                  <a:moveTo>
                    <a:pt x="17402" y="2071"/>
                  </a:moveTo>
                  <a:lnTo>
                    <a:pt x="18585" y="6953"/>
                  </a:lnTo>
                  <a:lnTo>
                    <a:pt x="19097" y="7908"/>
                  </a:lnTo>
                  <a:lnTo>
                    <a:pt x="19858" y="8429"/>
                  </a:lnTo>
                  <a:lnTo>
                    <a:pt x="20923" y="8955"/>
                  </a:lnTo>
                  <a:lnTo>
                    <a:pt x="21558" y="9678"/>
                  </a:lnTo>
                  <a:lnTo>
                    <a:pt x="22116" y="10777"/>
                  </a:lnTo>
                  <a:lnTo>
                    <a:pt x="22189" y="11282"/>
                  </a:lnTo>
                  <a:lnTo>
                    <a:pt x="18839" y="9311"/>
                  </a:lnTo>
                  <a:lnTo>
                    <a:pt x="16734" y="12188"/>
                  </a:lnTo>
                  <a:lnTo>
                    <a:pt x="16098" y="12562"/>
                  </a:lnTo>
                  <a:lnTo>
                    <a:pt x="10123" y="12701"/>
                  </a:lnTo>
                  <a:lnTo>
                    <a:pt x="8929" y="13232"/>
                  </a:lnTo>
                  <a:lnTo>
                    <a:pt x="8157" y="14168"/>
                  </a:lnTo>
                  <a:lnTo>
                    <a:pt x="6791" y="16795"/>
                  </a:lnTo>
                  <a:lnTo>
                    <a:pt x="6098" y="17817"/>
                  </a:lnTo>
                  <a:lnTo>
                    <a:pt x="5368" y="18423"/>
                  </a:lnTo>
                  <a:lnTo>
                    <a:pt x="3816" y="19102"/>
                  </a:lnTo>
                  <a:lnTo>
                    <a:pt x="1952" y="19010"/>
                  </a:lnTo>
                  <a:lnTo>
                    <a:pt x="981" y="18667"/>
                  </a:lnTo>
                  <a:lnTo>
                    <a:pt x="460" y="17417"/>
                  </a:lnTo>
                  <a:lnTo>
                    <a:pt x="0" y="14953"/>
                  </a:lnTo>
                  <a:lnTo>
                    <a:pt x="2" y="14268"/>
                  </a:lnTo>
                  <a:lnTo>
                    <a:pt x="198" y="13090"/>
                  </a:lnTo>
                  <a:lnTo>
                    <a:pt x="1858" y="11461"/>
                  </a:lnTo>
                  <a:lnTo>
                    <a:pt x="2410" y="10603"/>
                  </a:lnTo>
                  <a:lnTo>
                    <a:pt x="4560" y="5022"/>
                  </a:lnTo>
                  <a:lnTo>
                    <a:pt x="5183" y="4254"/>
                  </a:lnTo>
                  <a:lnTo>
                    <a:pt x="5845" y="4067"/>
                  </a:lnTo>
                  <a:lnTo>
                    <a:pt x="7681" y="4455"/>
                  </a:lnTo>
                  <a:lnTo>
                    <a:pt x="9248" y="2827"/>
                  </a:lnTo>
                  <a:lnTo>
                    <a:pt x="12625" y="346"/>
                  </a:lnTo>
                  <a:lnTo>
                    <a:pt x="13367" y="51"/>
                  </a:lnTo>
                  <a:lnTo>
                    <a:pt x="15800" y="0"/>
                  </a:lnTo>
                  <a:lnTo>
                    <a:pt x="16463" y="383"/>
                  </a:lnTo>
                  <a:lnTo>
                    <a:pt x="16977" y="1079"/>
                  </a:lnTo>
                  <a:close/>
                </a:path>
              </a:pathLst>
            </a:custGeom>
            <a:solidFill>
              <a:srgbClr val="CFE4C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1" name="pg1530"/>
            <p:cNvSpPr/>
            <p:nvPr/>
          </p:nvSpPr>
          <p:spPr>
            <a:xfrm>
              <a:off x="1390330" y="2007135"/>
              <a:ext cx="1217" cy="2702"/>
            </a:xfrm>
            <a:custGeom>
              <a:avLst/>
              <a:pathLst>
                <a:path w="1217" h="2702">
                  <a:moveTo>
                    <a:pt x="1217" y="2552"/>
                  </a:moveTo>
                  <a:lnTo>
                    <a:pt x="821" y="2702"/>
                  </a:lnTo>
                  <a:lnTo>
                    <a:pt x="494" y="2383"/>
                  </a:lnTo>
                  <a:lnTo>
                    <a:pt x="41" y="704"/>
                  </a:lnTo>
                  <a:lnTo>
                    <a:pt x="0" y="0"/>
                  </a:lnTo>
                  <a:lnTo>
                    <a:pt x="871" y="529"/>
                  </a:lnTo>
                  <a:lnTo>
                    <a:pt x="1203" y="1751"/>
                  </a:lnTo>
                  <a:close/>
                </a:path>
              </a:pathLst>
            </a:custGeom>
            <a:solidFill>
              <a:srgbClr val="CFE4C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2" name="pg1531"/>
            <p:cNvSpPr/>
            <p:nvPr/>
          </p:nvSpPr>
          <p:spPr>
            <a:xfrm>
              <a:off x="1388056" y="2002195"/>
              <a:ext cx="1625" cy="4983"/>
            </a:xfrm>
            <a:custGeom>
              <a:avLst/>
              <a:pathLst>
                <a:path w="1625" h="4983">
                  <a:moveTo>
                    <a:pt x="1625" y="2190"/>
                  </a:moveTo>
                  <a:lnTo>
                    <a:pt x="1560" y="4544"/>
                  </a:lnTo>
                  <a:lnTo>
                    <a:pt x="1383" y="4915"/>
                  </a:lnTo>
                  <a:lnTo>
                    <a:pt x="1060" y="4286"/>
                  </a:lnTo>
                  <a:lnTo>
                    <a:pt x="374" y="4983"/>
                  </a:lnTo>
                  <a:lnTo>
                    <a:pt x="0" y="4474"/>
                  </a:lnTo>
                  <a:lnTo>
                    <a:pt x="159" y="3653"/>
                  </a:lnTo>
                  <a:lnTo>
                    <a:pt x="107" y="3014"/>
                  </a:lnTo>
                  <a:lnTo>
                    <a:pt x="615" y="2963"/>
                  </a:lnTo>
                  <a:lnTo>
                    <a:pt x="736" y="1792"/>
                  </a:lnTo>
                  <a:lnTo>
                    <a:pt x="648" y="1298"/>
                  </a:lnTo>
                  <a:lnTo>
                    <a:pt x="898" y="243"/>
                  </a:lnTo>
                  <a:lnTo>
                    <a:pt x="1260" y="0"/>
                  </a:lnTo>
                  <a:close/>
                </a:path>
              </a:pathLst>
            </a:custGeom>
            <a:solidFill>
              <a:srgbClr val="CFE4C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3" name="pg1532"/>
            <p:cNvSpPr/>
            <p:nvPr/>
          </p:nvSpPr>
          <p:spPr>
            <a:xfrm>
              <a:off x="1729949" y="2001068"/>
              <a:ext cx="4425" cy="11121"/>
            </a:xfrm>
            <a:custGeom>
              <a:avLst/>
              <a:pathLst>
                <a:path w="4425" h="11121">
                  <a:moveTo>
                    <a:pt x="3112" y="5445"/>
                  </a:moveTo>
                  <a:lnTo>
                    <a:pt x="4358" y="9296"/>
                  </a:lnTo>
                  <a:lnTo>
                    <a:pt x="4425" y="10648"/>
                  </a:lnTo>
                  <a:lnTo>
                    <a:pt x="3236" y="11121"/>
                  </a:lnTo>
                  <a:lnTo>
                    <a:pt x="2302" y="10927"/>
                  </a:lnTo>
                  <a:lnTo>
                    <a:pt x="1820" y="10483"/>
                  </a:lnTo>
                  <a:lnTo>
                    <a:pt x="1694" y="9855"/>
                  </a:lnTo>
                  <a:lnTo>
                    <a:pt x="1995" y="7908"/>
                  </a:lnTo>
                  <a:lnTo>
                    <a:pt x="1381" y="6762"/>
                  </a:lnTo>
                  <a:lnTo>
                    <a:pt x="671" y="6371"/>
                  </a:lnTo>
                  <a:lnTo>
                    <a:pt x="35" y="7045"/>
                  </a:lnTo>
                  <a:lnTo>
                    <a:pt x="0" y="5123"/>
                  </a:lnTo>
                  <a:lnTo>
                    <a:pt x="476" y="3744"/>
                  </a:lnTo>
                  <a:lnTo>
                    <a:pt x="210" y="1869"/>
                  </a:lnTo>
                  <a:lnTo>
                    <a:pt x="202" y="453"/>
                  </a:lnTo>
                  <a:lnTo>
                    <a:pt x="361" y="0"/>
                  </a:lnTo>
                  <a:lnTo>
                    <a:pt x="1005" y="40"/>
                  </a:lnTo>
                  <a:lnTo>
                    <a:pt x="2321" y="1500"/>
                  </a:lnTo>
                  <a:close/>
                </a:path>
              </a:pathLst>
            </a:custGeom>
            <a:solidFill>
              <a:srgbClr val="CFE4C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4" name="pg1533"/>
            <p:cNvSpPr/>
            <p:nvPr/>
          </p:nvSpPr>
          <p:spPr>
            <a:xfrm>
              <a:off x="1381005" y="2000806"/>
              <a:ext cx="4724" cy="10350"/>
            </a:xfrm>
            <a:custGeom>
              <a:avLst/>
              <a:pathLst>
                <a:path w="4724" h="10350">
                  <a:moveTo>
                    <a:pt x="4314" y="4262"/>
                  </a:moveTo>
                  <a:lnTo>
                    <a:pt x="3572" y="4909"/>
                  </a:lnTo>
                  <a:lnTo>
                    <a:pt x="3338" y="5733"/>
                  </a:lnTo>
                  <a:lnTo>
                    <a:pt x="2774" y="6081"/>
                  </a:lnTo>
                  <a:lnTo>
                    <a:pt x="2298" y="6752"/>
                  </a:lnTo>
                  <a:lnTo>
                    <a:pt x="700" y="9789"/>
                  </a:lnTo>
                  <a:lnTo>
                    <a:pt x="0" y="10350"/>
                  </a:lnTo>
                  <a:lnTo>
                    <a:pt x="773" y="7758"/>
                  </a:lnTo>
                  <a:lnTo>
                    <a:pt x="894" y="6934"/>
                  </a:lnTo>
                  <a:lnTo>
                    <a:pt x="909" y="6385"/>
                  </a:lnTo>
                  <a:lnTo>
                    <a:pt x="670" y="4430"/>
                  </a:lnTo>
                  <a:lnTo>
                    <a:pt x="1137" y="4516"/>
                  </a:lnTo>
                  <a:lnTo>
                    <a:pt x="1521" y="4110"/>
                  </a:lnTo>
                  <a:lnTo>
                    <a:pt x="2294" y="2377"/>
                  </a:lnTo>
                  <a:lnTo>
                    <a:pt x="2991" y="2223"/>
                  </a:lnTo>
                  <a:lnTo>
                    <a:pt x="3736" y="161"/>
                  </a:lnTo>
                  <a:lnTo>
                    <a:pt x="4140" y="0"/>
                  </a:lnTo>
                  <a:lnTo>
                    <a:pt x="4338" y="278"/>
                  </a:lnTo>
                  <a:lnTo>
                    <a:pt x="4007" y="1527"/>
                  </a:lnTo>
                  <a:lnTo>
                    <a:pt x="4724" y="2677"/>
                  </a:lnTo>
                  <a:lnTo>
                    <a:pt x="4545" y="3791"/>
                  </a:lnTo>
                  <a:close/>
                </a:path>
              </a:pathLst>
            </a:custGeom>
            <a:solidFill>
              <a:srgbClr val="CFE4C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5" name="pg1534"/>
            <p:cNvSpPr/>
            <p:nvPr/>
          </p:nvSpPr>
          <p:spPr>
            <a:xfrm>
              <a:off x="1707296" y="1999247"/>
              <a:ext cx="10195" cy="18957"/>
            </a:xfrm>
            <a:custGeom>
              <a:avLst/>
              <a:pathLst>
                <a:path w="10195" h="18957">
                  <a:moveTo>
                    <a:pt x="7209" y="12744"/>
                  </a:moveTo>
                  <a:lnTo>
                    <a:pt x="7508" y="13142"/>
                  </a:lnTo>
                  <a:lnTo>
                    <a:pt x="7810" y="12862"/>
                  </a:lnTo>
                  <a:lnTo>
                    <a:pt x="8305" y="11809"/>
                  </a:lnTo>
                  <a:lnTo>
                    <a:pt x="9179" y="12017"/>
                  </a:lnTo>
                  <a:lnTo>
                    <a:pt x="9810" y="12370"/>
                  </a:lnTo>
                  <a:lnTo>
                    <a:pt x="10195" y="12803"/>
                  </a:lnTo>
                  <a:lnTo>
                    <a:pt x="9990" y="14338"/>
                  </a:lnTo>
                  <a:lnTo>
                    <a:pt x="9833" y="16830"/>
                  </a:lnTo>
                  <a:lnTo>
                    <a:pt x="9471" y="17714"/>
                  </a:lnTo>
                  <a:lnTo>
                    <a:pt x="9116" y="18957"/>
                  </a:lnTo>
                  <a:lnTo>
                    <a:pt x="7879" y="18219"/>
                  </a:lnTo>
                  <a:lnTo>
                    <a:pt x="6876" y="16638"/>
                  </a:lnTo>
                  <a:lnTo>
                    <a:pt x="5421" y="13914"/>
                  </a:lnTo>
                  <a:lnTo>
                    <a:pt x="4611" y="11949"/>
                  </a:lnTo>
                  <a:lnTo>
                    <a:pt x="4548" y="11119"/>
                  </a:lnTo>
                  <a:lnTo>
                    <a:pt x="4035" y="10516"/>
                  </a:lnTo>
                  <a:lnTo>
                    <a:pt x="3036" y="7128"/>
                  </a:lnTo>
                  <a:lnTo>
                    <a:pt x="2469" y="4449"/>
                  </a:lnTo>
                  <a:lnTo>
                    <a:pt x="1571" y="4143"/>
                  </a:lnTo>
                  <a:lnTo>
                    <a:pt x="436" y="3399"/>
                  </a:lnTo>
                  <a:lnTo>
                    <a:pt x="0" y="1931"/>
                  </a:lnTo>
                  <a:lnTo>
                    <a:pt x="301" y="647"/>
                  </a:lnTo>
                  <a:lnTo>
                    <a:pt x="1916" y="0"/>
                  </a:lnTo>
                  <a:lnTo>
                    <a:pt x="4343" y="3309"/>
                  </a:lnTo>
                  <a:lnTo>
                    <a:pt x="4713" y="4713"/>
                  </a:lnTo>
                  <a:lnTo>
                    <a:pt x="5582" y="6356"/>
                  </a:lnTo>
                  <a:lnTo>
                    <a:pt x="5747" y="8649"/>
                  </a:lnTo>
                  <a:lnTo>
                    <a:pt x="6188" y="9548"/>
                  </a:lnTo>
                  <a:close/>
                </a:path>
              </a:pathLst>
            </a:custGeom>
            <a:solidFill>
              <a:srgbClr val="CFE4C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6" name="pg1535"/>
            <p:cNvSpPr/>
            <p:nvPr/>
          </p:nvSpPr>
          <p:spPr>
            <a:xfrm>
              <a:off x="1377466" y="1998324"/>
              <a:ext cx="2293" cy="2901"/>
            </a:xfrm>
            <a:custGeom>
              <a:avLst/>
              <a:pathLst>
                <a:path w="2293" h="2901">
                  <a:moveTo>
                    <a:pt x="2293" y="570"/>
                  </a:moveTo>
                  <a:lnTo>
                    <a:pt x="2122" y="2901"/>
                  </a:lnTo>
                  <a:lnTo>
                    <a:pt x="447" y="1418"/>
                  </a:lnTo>
                  <a:lnTo>
                    <a:pt x="0" y="683"/>
                  </a:lnTo>
                  <a:lnTo>
                    <a:pt x="299" y="137"/>
                  </a:lnTo>
                  <a:lnTo>
                    <a:pt x="1891" y="0"/>
                  </a:lnTo>
                  <a:close/>
                </a:path>
              </a:pathLst>
            </a:custGeom>
            <a:solidFill>
              <a:srgbClr val="CFE4C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7" name="pg1536"/>
            <p:cNvSpPr/>
            <p:nvPr/>
          </p:nvSpPr>
          <p:spPr>
            <a:xfrm>
              <a:off x="1373455" y="1996916"/>
              <a:ext cx="4434" cy="7665"/>
            </a:xfrm>
            <a:custGeom>
              <a:avLst/>
              <a:pathLst>
                <a:path w="4434" h="7665">
                  <a:moveTo>
                    <a:pt x="1969" y="2654"/>
                  </a:moveTo>
                  <a:lnTo>
                    <a:pt x="2154" y="2670"/>
                  </a:lnTo>
                  <a:lnTo>
                    <a:pt x="2531" y="2444"/>
                  </a:lnTo>
                  <a:lnTo>
                    <a:pt x="3321" y="779"/>
                  </a:lnTo>
                  <a:lnTo>
                    <a:pt x="3579" y="705"/>
                  </a:lnTo>
                  <a:lnTo>
                    <a:pt x="3583" y="1219"/>
                  </a:lnTo>
                  <a:lnTo>
                    <a:pt x="3209" y="2866"/>
                  </a:lnTo>
                  <a:lnTo>
                    <a:pt x="3842" y="5065"/>
                  </a:lnTo>
                  <a:lnTo>
                    <a:pt x="4434" y="6123"/>
                  </a:lnTo>
                  <a:lnTo>
                    <a:pt x="4374" y="6494"/>
                  </a:lnTo>
                  <a:lnTo>
                    <a:pt x="2893" y="7257"/>
                  </a:lnTo>
                  <a:lnTo>
                    <a:pt x="1763" y="6707"/>
                  </a:lnTo>
                  <a:lnTo>
                    <a:pt x="1168" y="6898"/>
                  </a:lnTo>
                  <a:lnTo>
                    <a:pt x="627" y="7665"/>
                  </a:lnTo>
                  <a:lnTo>
                    <a:pt x="256" y="6815"/>
                  </a:lnTo>
                  <a:lnTo>
                    <a:pt x="0" y="2757"/>
                  </a:lnTo>
                  <a:lnTo>
                    <a:pt x="83" y="2045"/>
                  </a:lnTo>
                  <a:lnTo>
                    <a:pt x="698" y="636"/>
                  </a:lnTo>
                  <a:lnTo>
                    <a:pt x="1494" y="0"/>
                  </a:lnTo>
                  <a:lnTo>
                    <a:pt x="1838" y="186"/>
                  </a:lnTo>
                  <a:lnTo>
                    <a:pt x="2124" y="745"/>
                  </a:lnTo>
                  <a:lnTo>
                    <a:pt x="2195" y="1336"/>
                  </a:lnTo>
                  <a:close/>
                </a:path>
              </a:pathLst>
            </a:custGeom>
            <a:solidFill>
              <a:srgbClr val="CFE4C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8" name="pg1537"/>
            <p:cNvSpPr/>
            <p:nvPr/>
          </p:nvSpPr>
          <p:spPr>
            <a:xfrm>
              <a:off x="1703844" y="1992352"/>
              <a:ext cx="5550" cy="8563"/>
            </a:xfrm>
            <a:custGeom>
              <a:avLst/>
              <a:pathLst>
                <a:path w="5550" h="8563">
                  <a:moveTo>
                    <a:pt x="5265" y="453"/>
                  </a:moveTo>
                  <a:lnTo>
                    <a:pt x="5531" y="1284"/>
                  </a:lnTo>
                  <a:lnTo>
                    <a:pt x="5550" y="1809"/>
                  </a:lnTo>
                  <a:lnTo>
                    <a:pt x="3785" y="3771"/>
                  </a:lnTo>
                  <a:lnTo>
                    <a:pt x="3753" y="4176"/>
                  </a:lnTo>
                  <a:lnTo>
                    <a:pt x="3339" y="5390"/>
                  </a:lnTo>
                  <a:lnTo>
                    <a:pt x="2969" y="5833"/>
                  </a:lnTo>
                  <a:lnTo>
                    <a:pt x="2312" y="7146"/>
                  </a:lnTo>
                  <a:lnTo>
                    <a:pt x="1059" y="8563"/>
                  </a:lnTo>
                  <a:lnTo>
                    <a:pt x="1244" y="4306"/>
                  </a:lnTo>
                  <a:lnTo>
                    <a:pt x="0" y="1836"/>
                  </a:lnTo>
                  <a:lnTo>
                    <a:pt x="1253" y="585"/>
                  </a:lnTo>
                  <a:lnTo>
                    <a:pt x="2076" y="942"/>
                  </a:lnTo>
                  <a:lnTo>
                    <a:pt x="3440" y="1086"/>
                  </a:lnTo>
                  <a:lnTo>
                    <a:pt x="4771" y="0"/>
                  </a:lnTo>
                  <a:close/>
                </a:path>
              </a:pathLst>
            </a:custGeom>
            <a:solidFill>
              <a:srgbClr val="CFE4C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9" name="pg1538"/>
            <p:cNvSpPr/>
            <p:nvPr/>
          </p:nvSpPr>
          <p:spPr>
            <a:xfrm>
              <a:off x="1435722" y="1981560"/>
              <a:ext cx="2113" cy="3982"/>
            </a:xfrm>
            <a:custGeom>
              <a:avLst/>
              <a:pathLst>
                <a:path w="2113" h="3982">
                  <a:moveTo>
                    <a:pt x="2088" y="3047"/>
                  </a:moveTo>
                  <a:lnTo>
                    <a:pt x="1614" y="3982"/>
                  </a:lnTo>
                  <a:lnTo>
                    <a:pt x="691" y="3914"/>
                  </a:lnTo>
                  <a:lnTo>
                    <a:pt x="172" y="3608"/>
                  </a:lnTo>
                  <a:lnTo>
                    <a:pt x="0" y="2793"/>
                  </a:lnTo>
                  <a:lnTo>
                    <a:pt x="1422" y="331"/>
                  </a:lnTo>
                  <a:lnTo>
                    <a:pt x="1747" y="0"/>
                  </a:lnTo>
                  <a:lnTo>
                    <a:pt x="2000" y="95"/>
                  </a:lnTo>
                  <a:lnTo>
                    <a:pt x="2113" y="1112"/>
                  </a:lnTo>
                  <a:close/>
                </a:path>
              </a:pathLst>
            </a:custGeom>
            <a:solidFill>
              <a:srgbClr val="CFE4C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0" name="pg1539"/>
            <p:cNvSpPr/>
            <p:nvPr/>
          </p:nvSpPr>
          <p:spPr>
            <a:xfrm>
              <a:off x="1726890" y="1980642"/>
              <a:ext cx="10737" cy="23330"/>
            </a:xfrm>
            <a:custGeom>
              <a:avLst/>
              <a:pathLst>
                <a:path w="10737" h="23330">
                  <a:moveTo>
                    <a:pt x="10565" y="13776"/>
                  </a:moveTo>
                  <a:lnTo>
                    <a:pt x="10141" y="17022"/>
                  </a:lnTo>
                  <a:lnTo>
                    <a:pt x="9302" y="20346"/>
                  </a:lnTo>
                  <a:lnTo>
                    <a:pt x="8021" y="22134"/>
                  </a:lnTo>
                  <a:lnTo>
                    <a:pt x="7119" y="21736"/>
                  </a:lnTo>
                  <a:lnTo>
                    <a:pt x="6456" y="20296"/>
                  </a:lnTo>
                  <a:lnTo>
                    <a:pt x="5840" y="20375"/>
                  </a:lnTo>
                  <a:lnTo>
                    <a:pt x="5184" y="20078"/>
                  </a:lnTo>
                  <a:lnTo>
                    <a:pt x="4815" y="18883"/>
                  </a:lnTo>
                  <a:lnTo>
                    <a:pt x="5163" y="17344"/>
                  </a:lnTo>
                  <a:lnTo>
                    <a:pt x="4856" y="16150"/>
                  </a:lnTo>
                  <a:lnTo>
                    <a:pt x="4528" y="17194"/>
                  </a:lnTo>
                  <a:lnTo>
                    <a:pt x="3951" y="18152"/>
                  </a:lnTo>
                  <a:lnTo>
                    <a:pt x="2495" y="19397"/>
                  </a:lnTo>
                  <a:lnTo>
                    <a:pt x="1491" y="21777"/>
                  </a:lnTo>
                  <a:lnTo>
                    <a:pt x="1018" y="23330"/>
                  </a:lnTo>
                  <a:lnTo>
                    <a:pt x="427" y="21637"/>
                  </a:lnTo>
                  <a:lnTo>
                    <a:pt x="49" y="17631"/>
                  </a:lnTo>
                  <a:lnTo>
                    <a:pt x="0" y="15930"/>
                  </a:lnTo>
                  <a:lnTo>
                    <a:pt x="1055" y="13364"/>
                  </a:lnTo>
                  <a:lnTo>
                    <a:pt x="2419" y="10927"/>
                  </a:lnTo>
                  <a:lnTo>
                    <a:pt x="2694" y="3654"/>
                  </a:lnTo>
                  <a:lnTo>
                    <a:pt x="7030" y="0"/>
                  </a:lnTo>
                  <a:lnTo>
                    <a:pt x="7432" y="189"/>
                  </a:lnTo>
                  <a:lnTo>
                    <a:pt x="8841" y="2917"/>
                  </a:lnTo>
                  <a:lnTo>
                    <a:pt x="10338" y="6729"/>
                  </a:lnTo>
                  <a:lnTo>
                    <a:pt x="10726" y="8446"/>
                  </a:lnTo>
                  <a:lnTo>
                    <a:pt x="10737" y="11445"/>
                  </a:lnTo>
                  <a:close/>
                </a:path>
              </a:pathLst>
            </a:custGeom>
            <a:solidFill>
              <a:srgbClr val="CFE4C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1" name="pg1540"/>
            <p:cNvSpPr/>
            <p:nvPr/>
          </p:nvSpPr>
          <p:spPr>
            <a:xfrm>
              <a:off x="1703624" y="1969300"/>
              <a:ext cx="21678" cy="48066"/>
            </a:xfrm>
            <a:custGeom>
              <a:avLst/>
              <a:pathLst>
                <a:path w="21678" h="48066">
                  <a:moveTo>
                    <a:pt x="2304" y="0"/>
                  </a:moveTo>
                  <a:lnTo>
                    <a:pt x="4613" y="633"/>
                  </a:lnTo>
                  <a:lnTo>
                    <a:pt x="6729" y="572"/>
                  </a:lnTo>
                  <a:lnTo>
                    <a:pt x="7452" y="1791"/>
                  </a:lnTo>
                  <a:lnTo>
                    <a:pt x="7929" y="3076"/>
                  </a:lnTo>
                  <a:lnTo>
                    <a:pt x="8207" y="4285"/>
                  </a:lnTo>
                  <a:lnTo>
                    <a:pt x="8284" y="5417"/>
                  </a:lnTo>
                  <a:lnTo>
                    <a:pt x="8226" y="6219"/>
                  </a:lnTo>
                  <a:lnTo>
                    <a:pt x="7969" y="7074"/>
                  </a:lnTo>
                  <a:lnTo>
                    <a:pt x="8025" y="7362"/>
                  </a:lnTo>
                  <a:lnTo>
                    <a:pt x="12158" y="10170"/>
                  </a:lnTo>
                  <a:lnTo>
                    <a:pt x="14107" y="13125"/>
                  </a:lnTo>
                  <a:lnTo>
                    <a:pt x="14885" y="14677"/>
                  </a:lnTo>
                  <a:lnTo>
                    <a:pt x="15334" y="15989"/>
                  </a:lnTo>
                  <a:lnTo>
                    <a:pt x="16148" y="19271"/>
                  </a:lnTo>
                  <a:lnTo>
                    <a:pt x="17870" y="23080"/>
                  </a:lnTo>
                  <a:lnTo>
                    <a:pt x="18773" y="24240"/>
                  </a:lnTo>
                  <a:lnTo>
                    <a:pt x="19285" y="25370"/>
                  </a:lnTo>
                  <a:lnTo>
                    <a:pt x="18997" y="25413"/>
                  </a:lnTo>
                  <a:lnTo>
                    <a:pt x="17784" y="24576"/>
                  </a:lnTo>
                  <a:lnTo>
                    <a:pt x="15159" y="22021"/>
                  </a:lnTo>
                  <a:lnTo>
                    <a:pt x="14945" y="22124"/>
                  </a:lnTo>
                  <a:lnTo>
                    <a:pt x="14707" y="23506"/>
                  </a:lnTo>
                  <a:lnTo>
                    <a:pt x="14300" y="24719"/>
                  </a:lnTo>
                  <a:lnTo>
                    <a:pt x="13696" y="25589"/>
                  </a:lnTo>
                  <a:lnTo>
                    <a:pt x="14180" y="25851"/>
                  </a:lnTo>
                  <a:lnTo>
                    <a:pt x="16297" y="25302"/>
                  </a:lnTo>
                  <a:lnTo>
                    <a:pt x="18075" y="27793"/>
                  </a:lnTo>
                  <a:lnTo>
                    <a:pt x="18767" y="28238"/>
                  </a:lnTo>
                  <a:lnTo>
                    <a:pt x="19437" y="30027"/>
                  </a:lnTo>
                  <a:lnTo>
                    <a:pt x="19460" y="30713"/>
                  </a:lnTo>
                  <a:lnTo>
                    <a:pt x="19069" y="32037"/>
                  </a:lnTo>
                  <a:lnTo>
                    <a:pt x="18771" y="32576"/>
                  </a:lnTo>
                  <a:lnTo>
                    <a:pt x="18871" y="32941"/>
                  </a:lnTo>
                  <a:lnTo>
                    <a:pt x="19367" y="33130"/>
                  </a:lnTo>
                  <a:lnTo>
                    <a:pt x="21328" y="32757"/>
                  </a:lnTo>
                  <a:lnTo>
                    <a:pt x="21678" y="33408"/>
                  </a:lnTo>
                  <a:lnTo>
                    <a:pt x="21386" y="38572"/>
                  </a:lnTo>
                  <a:lnTo>
                    <a:pt x="21663" y="40474"/>
                  </a:lnTo>
                  <a:lnTo>
                    <a:pt x="21659" y="41338"/>
                  </a:lnTo>
                  <a:lnTo>
                    <a:pt x="21432" y="42485"/>
                  </a:lnTo>
                  <a:lnTo>
                    <a:pt x="21424" y="43454"/>
                  </a:lnTo>
                  <a:lnTo>
                    <a:pt x="21601" y="44450"/>
                  </a:lnTo>
                  <a:lnTo>
                    <a:pt x="21623" y="45339"/>
                  </a:lnTo>
                  <a:lnTo>
                    <a:pt x="21126" y="47659"/>
                  </a:lnTo>
                  <a:lnTo>
                    <a:pt x="20601" y="48048"/>
                  </a:lnTo>
                  <a:lnTo>
                    <a:pt x="19753" y="48066"/>
                  </a:lnTo>
                  <a:lnTo>
                    <a:pt x="19084" y="47406"/>
                  </a:lnTo>
                  <a:lnTo>
                    <a:pt x="18145" y="45412"/>
                  </a:lnTo>
                  <a:lnTo>
                    <a:pt x="17231" y="42313"/>
                  </a:lnTo>
                  <a:lnTo>
                    <a:pt x="16878" y="41870"/>
                  </a:lnTo>
                  <a:lnTo>
                    <a:pt x="15679" y="41406"/>
                  </a:lnTo>
                  <a:lnTo>
                    <a:pt x="15461" y="41038"/>
                  </a:lnTo>
                  <a:lnTo>
                    <a:pt x="14695" y="40973"/>
                  </a:lnTo>
                  <a:lnTo>
                    <a:pt x="14153" y="39697"/>
                  </a:lnTo>
                  <a:lnTo>
                    <a:pt x="14218" y="38025"/>
                  </a:lnTo>
                  <a:lnTo>
                    <a:pt x="13749" y="36320"/>
                  </a:lnTo>
                  <a:lnTo>
                    <a:pt x="13808" y="35555"/>
                  </a:lnTo>
                  <a:lnTo>
                    <a:pt x="13282" y="35235"/>
                  </a:lnTo>
                  <a:lnTo>
                    <a:pt x="12838" y="35715"/>
                  </a:lnTo>
                  <a:lnTo>
                    <a:pt x="13068" y="37387"/>
                  </a:lnTo>
                  <a:lnTo>
                    <a:pt x="12808" y="38683"/>
                  </a:lnTo>
                  <a:lnTo>
                    <a:pt x="11856" y="38139"/>
                  </a:lnTo>
                  <a:lnTo>
                    <a:pt x="10268" y="34002"/>
                  </a:lnTo>
                  <a:lnTo>
                    <a:pt x="8464" y="30680"/>
                  </a:lnTo>
                  <a:lnTo>
                    <a:pt x="7758" y="29890"/>
                  </a:lnTo>
                  <a:lnTo>
                    <a:pt x="7947" y="28927"/>
                  </a:lnTo>
                  <a:lnTo>
                    <a:pt x="8837" y="28416"/>
                  </a:lnTo>
                  <a:lnTo>
                    <a:pt x="9559" y="28456"/>
                  </a:lnTo>
                  <a:lnTo>
                    <a:pt x="9704" y="27883"/>
                  </a:lnTo>
                  <a:lnTo>
                    <a:pt x="8198" y="24676"/>
                  </a:lnTo>
                  <a:lnTo>
                    <a:pt x="8247" y="23766"/>
                  </a:lnTo>
                  <a:lnTo>
                    <a:pt x="8796" y="22147"/>
                  </a:lnTo>
                  <a:lnTo>
                    <a:pt x="8110" y="21470"/>
                  </a:lnTo>
                  <a:lnTo>
                    <a:pt x="6232" y="21978"/>
                  </a:lnTo>
                  <a:lnTo>
                    <a:pt x="5568" y="21639"/>
                  </a:lnTo>
                  <a:lnTo>
                    <a:pt x="5025" y="20340"/>
                  </a:lnTo>
                  <a:lnTo>
                    <a:pt x="4706" y="19214"/>
                  </a:lnTo>
                  <a:lnTo>
                    <a:pt x="3076" y="19009"/>
                  </a:lnTo>
                  <a:lnTo>
                    <a:pt x="2460" y="19149"/>
                  </a:lnTo>
                  <a:lnTo>
                    <a:pt x="1397" y="17446"/>
                  </a:lnTo>
                  <a:lnTo>
                    <a:pt x="914" y="16371"/>
                  </a:lnTo>
                  <a:lnTo>
                    <a:pt x="1106" y="15820"/>
                  </a:lnTo>
                  <a:lnTo>
                    <a:pt x="2085" y="14853"/>
                  </a:lnTo>
                  <a:lnTo>
                    <a:pt x="2657" y="14989"/>
                  </a:lnTo>
                  <a:lnTo>
                    <a:pt x="3756" y="16021"/>
                  </a:lnTo>
                  <a:lnTo>
                    <a:pt x="4185" y="15982"/>
                  </a:lnTo>
                  <a:lnTo>
                    <a:pt x="5277" y="14614"/>
                  </a:lnTo>
                  <a:lnTo>
                    <a:pt x="5443" y="13377"/>
                  </a:lnTo>
                  <a:lnTo>
                    <a:pt x="6260" y="12363"/>
                  </a:lnTo>
                  <a:lnTo>
                    <a:pt x="6130" y="11291"/>
                  </a:lnTo>
                  <a:lnTo>
                    <a:pt x="5678" y="9470"/>
                  </a:lnTo>
                  <a:lnTo>
                    <a:pt x="4678" y="8962"/>
                  </a:lnTo>
                  <a:lnTo>
                    <a:pt x="2639" y="10044"/>
                  </a:lnTo>
                  <a:lnTo>
                    <a:pt x="864" y="11714"/>
                  </a:lnTo>
                  <a:lnTo>
                    <a:pt x="153" y="11062"/>
                  </a:lnTo>
                  <a:lnTo>
                    <a:pt x="0" y="10039"/>
                  </a:lnTo>
                  <a:lnTo>
                    <a:pt x="1900" y="7255"/>
                  </a:lnTo>
                  <a:lnTo>
                    <a:pt x="2733" y="5719"/>
                  </a:lnTo>
                  <a:lnTo>
                    <a:pt x="2572" y="4807"/>
                  </a:lnTo>
                  <a:lnTo>
                    <a:pt x="1958" y="3630"/>
                  </a:lnTo>
                  <a:lnTo>
                    <a:pt x="1907" y="678"/>
                  </a:lnTo>
                  <a:close/>
                </a:path>
              </a:pathLst>
            </a:custGeom>
            <a:solidFill>
              <a:srgbClr val="CFE4C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2" name="pg1541"/>
            <p:cNvSpPr/>
            <p:nvPr/>
          </p:nvSpPr>
          <p:spPr>
            <a:xfrm>
              <a:off x="1712368" y="1965915"/>
              <a:ext cx="4978" cy="6194"/>
            </a:xfrm>
            <a:custGeom>
              <a:avLst/>
              <a:pathLst>
                <a:path w="4978" h="6194">
                  <a:moveTo>
                    <a:pt x="3141" y="6101"/>
                  </a:moveTo>
                  <a:lnTo>
                    <a:pt x="2519" y="6194"/>
                  </a:lnTo>
                  <a:lnTo>
                    <a:pt x="1781" y="5742"/>
                  </a:lnTo>
                  <a:lnTo>
                    <a:pt x="32" y="3334"/>
                  </a:lnTo>
                  <a:lnTo>
                    <a:pt x="0" y="2627"/>
                  </a:lnTo>
                  <a:lnTo>
                    <a:pt x="250" y="1825"/>
                  </a:lnTo>
                  <a:lnTo>
                    <a:pt x="1244" y="353"/>
                  </a:lnTo>
                  <a:lnTo>
                    <a:pt x="1652" y="0"/>
                  </a:lnTo>
                  <a:lnTo>
                    <a:pt x="4041" y="155"/>
                  </a:lnTo>
                  <a:lnTo>
                    <a:pt x="4805" y="549"/>
                  </a:lnTo>
                  <a:lnTo>
                    <a:pt x="4978" y="1236"/>
                  </a:lnTo>
                  <a:lnTo>
                    <a:pt x="4940" y="1934"/>
                  </a:lnTo>
                  <a:lnTo>
                    <a:pt x="4689" y="2641"/>
                  </a:lnTo>
                  <a:lnTo>
                    <a:pt x="4631" y="3382"/>
                  </a:lnTo>
                  <a:lnTo>
                    <a:pt x="4766" y="4153"/>
                  </a:lnTo>
                  <a:lnTo>
                    <a:pt x="4488" y="4918"/>
                  </a:lnTo>
                  <a:close/>
                </a:path>
              </a:pathLst>
            </a:custGeom>
            <a:solidFill>
              <a:srgbClr val="CFE4C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3" name="pg1542"/>
            <p:cNvSpPr/>
            <p:nvPr/>
          </p:nvSpPr>
          <p:spPr>
            <a:xfrm>
              <a:off x="1716495" y="1964585"/>
              <a:ext cx="7703" cy="16824"/>
            </a:xfrm>
            <a:custGeom>
              <a:avLst/>
              <a:pathLst>
                <a:path w="7703" h="16824">
                  <a:moveTo>
                    <a:pt x="7149" y="11506"/>
                  </a:moveTo>
                  <a:lnTo>
                    <a:pt x="6898" y="16415"/>
                  </a:lnTo>
                  <a:lnTo>
                    <a:pt x="6415" y="16137"/>
                  </a:lnTo>
                  <a:lnTo>
                    <a:pt x="5955" y="16127"/>
                  </a:lnTo>
                  <a:lnTo>
                    <a:pt x="5017" y="16824"/>
                  </a:lnTo>
                  <a:lnTo>
                    <a:pt x="4026" y="16518"/>
                  </a:lnTo>
                  <a:lnTo>
                    <a:pt x="3563" y="15973"/>
                  </a:lnTo>
                  <a:lnTo>
                    <a:pt x="3393" y="15342"/>
                  </a:lnTo>
                  <a:lnTo>
                    <a:pt x="3570" y="13885"/>
                  </a:lnTo>
                  <a:lnTo>
                    <a:pt x="3020" y="13073"/>
                  </a:lnTo>
                  <a:lnTo>
                    <a:pt x="1170" y="12776"/>
                  </a:lnTo>
                  <a:lnTo>
                    <a:pt x="476" y="12428"/>
                  </a:lnTo>
                  <a:lnTo>
                    <a:pt x="93" y="10894"/>
                  </a:lnTo>
                  <a:lnTo>
                    <a:pt x="0" y="8882"/>
                  </a:lnTo>
                  <a:lnTo>
                    <a:pt x="290" y="8130"/>
                  </a:lnTo>
                  <a:lnTo>
                    <a:pt x="1222" y="7597"/>
                  </a:lnTo>
                  <a:lnTo>
                    <a:pt x="1949" y="5159"/>
                  </a:lnTo>
                  <a:lnTo>
                    <a:pt x="2352" y="4831"/>
                  </a:lnTo>
                  <a:lnTo>
                    <a:pt x="3889" y="0"/>
                  </a:lnTo>
                  <a:lnTo>
                    <a:pt x="4661" y="333"/>
                  </a:lnTo>
                  <a:lnTo>
                    <a:pt x="6013" y="3275"/>
                  </a:lnTo>
                  <a:lnTo>
                    <a:pt x="7703" y="7521"/>
                  </a:lnTo>
                  <a:close/>
                </a:path>
              </a:pathLst>
            </a:custGeom>
            <a:solidFill>
              <a:srgbClr val="CFE4C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4" name="pg1543"/>
            <p:cNvSpPr/>
            <p:nvPr/>
          </p:nvSpPr>
          <p:spPr>
            <a:xfrm>
              <a:off x="1447424" y="1961578"/>
              <a:ext cx="4049" cy="5566"/>
            </a:xfrm>
            <a:custGeom>
              <a:avLst/>
              <a:pathLst>
                <a:path w="4049" h="5566">
                  <a:moveTo>
                    <a:pt x="1149" y="4868"/>
                  </a:moveTo>
                  <a:lnTo>
                    <a:pt x="316" y="5566"/>
                  </a:lnTo>
                  <a:lnTo>
                    <a:pt x="39" y="5326"/>
                  </a:lnTo>
                  <a:lnTo>
                    <a:pt x="0" y="4746"/>
                  </a:lnTo>
                  <a:lnTo>
                    <a:pt x="197" y="3823"/>
                  </a:lnTo>
                  <a:lnTo>
                    <a:pt x="582" y="2907"/>
                  </a:lnTo>
                  <a:lnTo>
                    <a:pt x="1869" y="1158"/>
                  </a:lnTo>
                  <a:lnTo>
                    <a:pt x="3164" y="0"/>
                  </a:lnTo>
                  <a:lnTo>
                    <a:pt x="3824" y="69"/>
                  </a:lnTo>
                  <a:lnTo>
                    <a:pt x="4049" y="807"/>
                  </a:lnTo>
                  <a:lnTo>
                    <a:pt x="3241" y="2337"/>
                  </a:lnTo>
                  <a:close/>
                </a:path>
              </a:pathLst>
            </a:custGeom>
            <a:solidFill>
              <a:srgbClr val="CFE4C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5" name="pg1544"/>
            <p:cNvSpPr/>
            <p:nvPr/>
          </p:nvSpPr>
          <p:spPr>
            <a:xfrm>
              <a:off x="1452848" y="1961336"/>
              <a:ext cx="2801" cy="2838"/>
            </a:xfrm>
            <a:custGeom>
              <a:avLst/>
              <a:pathLst>
                <a:path w="2801" h="2838">
                  <a:moveTo>
                    <a:pt x="1504" y="2773"/>
                  </a:moveTo>
                  <a:lnTo>
                    <a:pt x="905" y="2838"/>
                  </a:lnTo>
                  <a:lnTo>
                    <a:pt x="0" y="2060"/>
                  </a:lnTo>
                  <a:lnTo>
                    <a:pt x="120" y="1126"/>
                  </a:lnTo>
                  <a:lnTo>
                    <a:pt x="1406" y="0"/>
                  </a:lnTo>
                  <a:lnTo>
                    <a:pt x="2702" y="171"/>
                  </a:lnTo>
                  <a:lnTo>
                    <a:pt x="2801" y="800"/>
                  </a:lnTo>
                  <a:lnTo>
                    <a:pt x="2741" y="1504"/>
                  </a:lnTo>
                  <a:lnTo>
                    <a:pt x="2634" y="1916"/>
                  </a:lnTo>
                  <a:lnTo>
                    <a:pt x="2222" y="2338"/>
                  </a:lnTo>
                  <a:close/>
                </a:path>
              </a:pathLst>
            </a:custGeom>
            <a:solidFill>
              <a:srgbClr val="CFE4C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6" name="pg1545"/>
            <p:cNvSpPr/>
            <p:nvPr/>
          </p:nvSpPr>
          <p:spPr>
            <a:xfrm>
              <a:off x="1264750" y="1960558"/>
              <a:ext cx="3556" cy="2737"/>
            </a:xfrm>
            <a:custGeom>
              <a:avLst/>
              <a:pathLst>
                <a:path w="3556" h="2737">
                  <a:moveTo>
                    <a:pt x="133" y="0"/>
                  </a:moveTo>
                  <a:lnTo>
                    <a:pt x="1733" y="588"/>
                  </a:lnTo>
                  <a:lnTo>
                    <a:pt x="2628" y="204"/>
                  </a:lnTo>
                  <a:lnTo>
                    <a:pt x="3418" y="512"/>
                  </a:lnTo>
                  <a:lnTo>
                    <a:pt x="3556" y="1211"/>
                  </a:lnTo>
                  <a:lnTo>
                    <a:pt x="2185" y="2737"/>
                  </a:lnTo>
                  <a:lnTo>
                    <a:pt x="1627" y="2640"/>
                  </a:lnTo>
                  <a:lnTo>
                    <a:pt x="0" y="800"/>
                  </a:lnTo>
                  <a:close/>
                </a:path>
              </a:pathLst>
            </a:custGeom>
            <a:solidFill>
              <a:srgbClr val="CFE4C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7" name="pg1546"/>
            <p:cNvSpPr/>
            <p:nvPr/>
          </p:nvSpPr>
          <p:spPr>
            <a:xfrm>
              <a:off x="1713460" y="1955839"/>
              <a:ext cx="4631" cy="8384"/>
            </a:xfrm>
            <a:custGeom>
              <a:avLst/>
              <a:pathLst>
                <a:path w="4631" h="8384">
                  <a:moveTo>
                    <a:pt x="2451" y="7951"/>
                  </a:moveTo>
                  <a:lnTo>
                    <a:pt x="2320" y="8384"/>
                  </a:lnTo>
                  <a:lnTo>
                    <a:pt x="771" y="8342"/>
                  </a:lnTo>
                  <a:lnTo>
                    <a:pt x="210" y="7987"/>
                  </a:lnTo>
                  <a:lnTo>
                    <a:pt x="0" y="6723"/>
                  </a:lnTo>
                  <a:lnTo>
                    <a:pt x="143" y="5553"/>
                  </a:lnTo>
                  <a:lnTo>
                    <a:pt x="505" y="4650"/>
                  </a:lnTo>
                  <a:lnTo>
                    <a:pt x="943" y="2907"/>
                  </a:lnTo>
                  <a:lnTo>
                    <a:pt x="1285" y="0"/>
                  </a:lnTo>
                  <a:lnTo>
                    <a:pt x="3560" y="3252"/>
                  </a:lnTo>
                  <a:lnTo>
                    <a:pt x="4257" y="4699"/>
                  </a:lnTo>
                  <a:lnTo>
                    <a:pt x="4631" y="6469"/>
                  </a:lnTo>
                  <a:lnTo>
                    <a:pt x="3824" y="7130"/>
                  </a:lnTo>
                  <a:lnTo>
                    <a:pt x="2846" y="7453"/>
                  </a:lnTo>
                  <a:close/>
                </a:path>
              </a:pathLst>
            </a:custGeom>
            <a:solidFill>
              <a:srgbClr val="CFE4C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8" name="pg1547"/>
            <p:cNvSpPr/>
            <p:nvPr/>
          </p:nvSpPr>
          <p:spPr>
            <a:xfrm>
              <a:off x="1695879" y="1951774"/>
              <a:ext cx="7948" cy="25275"/>
            </a:xfrm>
            <a:custGeom>
              <a:avLst/>
              <a:pathLst>
                <a:path w="7948" h="25275">
                  <a:moveTo>
                    <a:pt x="4887" y="2581"/>
                  </a:moveTo>
                  <a:lnTo>
                    <a:pt x="5677" y="4628"/>
                  </a:lnTo>
                  <a:lnTo>
                    <a:pt x="6822" y="4462"/>
                  </a:lnTo>
                  <a:lnTo>
                    <a:pt x="7464" y="6010"/>
                  </a:lnTo>
                  <a:lnTo>
                    <a:pt x="7948" y="8329"/>
                  </a:lnTo>
                  <a:lnTo>
                    <a:pt x="7596" y="9816"/>
                  </a:lnTo>
                  <a:lnTo>
                    <a:pt x="7087" y="9485"/>
                  </a:lnTo>
                  <a:lnTo>
                    <a:pt x="6524" y="10346"/>
                  </a:lnTo>
                  <a:lnTo>
                    <a:pt x="6179" y="13203"/>
                  </a:lnTo>
                  <a:lnTo>
                    <a:pt x="6339" y="16064"/>
                  </a:lnTo>
                  <a:lnTo>
                    <a:pt x="6166" y="18916"/>
                  </a:lnTo>
                  <a:lnTo>
                    <a:pt x="5509" y="21827"/>
                  </a:lnTo>
                  <a:lnTo>
                    <a:pt x="5373" y="23774"/>
                  </a:lnTo>
                  <a:lnTo>
                    <a:pt x="5116" y="24360"/>
                  </a:lnTo>
                  <a:lnTo>
                    <a:pt x="4833" y="24561"/>
                  </a:lnTo>
                  <a:lnTo>
                    <a:pt x="4467" y="24033"/>
                  </a:lnTo>
                  <a:lnTo>
                    <a:pt x="3938" y="23619"/>
                  </a:lnTo>
                  <a:lnTo>
                    <a:pt x="3268" y="25262"/>
                  </a:lnTo>
                  <a:lnTo>
                    <a:pt x="2449" y="25275"/>
                  </a:lnTo>
                  <a:lnTo>
                    <a:pt x="1773" y="21542"/>
                  </a:lnTo>
                  <a:lnTo>
                    <a:pt x="2378" y="15330"/>
                  </a:lnTo>
                  <a:lnTo>
                    <a:pt x="3732" y="14064"/>
                  </a:lnTo>
                  <a:lnTo>
                    <a:pt x="2926" y="12376"/>
                  </a:lnTo>
                  <a:lnTo>
                    <a:pt x="1223" y="10409"/>
                  </a:lnTo>
                  <a:lnTo>
                    <a:pt x="1368" y="9314"/>
                  </a:lnTo>
                  <a:lnTo>
                    <a:pt x="75" y="6154"/>
                  </a:lnTo>
                  <a:lnTo>
                    <a:pt x="0" y="5403"/>
                  </a:lnTo>
                  <a:lnTo>
                    <a:pt x="206" y="2767"/>
                  </a:lnTo>
                  <a:lnTo>
                    <a:pt x="1416" y="418"/>
                  </a:lnTo>
                  <a:lnTo>
                    <a:pt x="3014" y="0"/>
                  </a:lnTo>
                  <a:lnTo>
                    <a:pt x="4129" y="1005"/>
                  </a:lnTo>
                  <a:lnTo>
                    <a:pt x="4753" y="1865"/>
                  </a:lnTo>
                  <a:close/>
                </a:path>
              </a:pathLst>
            </a:custGeom>
            <a:solidFill>
              <a:srgbClr val="CFE4C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9" name="pg1548"/>
            <p:cNvSpPr/>
            <p:nvPr/>
          </p:nvSpPr>
          <p:spPr>
            <a:xfrm>
              <a:off x="1700890" y="1947744"/>
              <a:ext cx="12538" cy="18230"/>
            </a:xfrm>
            <a:custGeom>
              <a:avLst/>
              <a:pathLst>
                <a:path w="12538" h="18230">
                  <a:moveTo>
                    <a:pt x="7473" y="1926"/>
                  </a:moveTo>
                  <a:lnTo>
                    <a:pt x="8284" y="2852"/>
                  </a:lnTo>
                  <a:lnTo>
                    <a:pt x="8725" y="1882"/>
                  </a:lnTo>
                  <a:lnTo>
                    <a:pt x="9548" y="1927"/>
                  </a:lnTo>
                  <a:lnTo>
                    <a:pt x="11073" y="2790"/>
                  </a:lnTo>
                  <a:lnTo>
                    <a:pt x="11982" y="4086"/>
                  </a:lnTo>
                  <a:lnTo>
                    <a:pt x="12495" y="5567"/>
                  </a:lnTo>
                  <a:lnTo>
                    <a:pt x="12538" y="6449"/>
                  </a:lnTo>
                  <a:lnTo>
                    <a:pt x="12383" y="8454"/>
                  </a:lnTo>
                  <a:lnTo>
                    <a:pt x="12497" y="10508"/>
                  </a:lnTo>
                  <a:lnTo>
                    <a:pt x="12434" y="11572"/>
                  </a:lnTo>
                  <a:lnTo>
                    <a:pt x="12230" y="12453"/>
                  </a:lnTo>
                  <a:lnTo>
                    <a:pt x="11886" y="13148"/>
                  </a:lnTo>
                  <a:lnTo>
                    <a:pt x="11511" y="13236"/>
                  </a:lnTo>
                  <a:lnTo>
                    <a:pt x="10323" y="11389"/>
                  </a:lnTo>
                  <a:lnTo>
                    <a:pt x="8963" y="8062"/>
                  </a:lnTo>
                  <a:lnTo>
                    <a:pt x="7927" y="7051"/>
                  </a:lnTo>
                  <a:lnTo>
                    <a:pt x="7885" y="7393"/>
                  </a:lnTo>
                  <a:lnTo>
                    <a:pt x="8169" y="8346"/>
                  </a:lnTo>
                  <a:lnTo>
                    <a:pt x="9015" y="10135"/>
                  </a:lnTo>
                  <a:lnTo>
                    <a:pt x="9167" y="11212"/>
                  </a:lnTo>
                  <a:lnTo>
                    <a:pt x="9761" y="12525"/>
                  </a:lnTo>
                  <a:lnTo>
                    <a:pt x="10027" y="13520"/>
                  </a:lnTo>
                  <a:lnTo>
                    <a:pt x="10178" y="14827"/>
                  </a:lnTo>
                  <a:lnTo>
                    <a:pt x="10172" y="15970"/>
                  </a:lnTo>
                  <a:lnTo>
                    <a:pt x="10009" y="16947"/>
                  </a:lnTo>
                  <a:lnTo>
                    <a:pt x="9733" y="17573"/>
                  </a:lnTo>
                  <a:lnTo>
                    <a:pt x="9345" y="17850"/>
                  </a:lnTo>
                  <a:lnTo>
                    <a:pt x="7271" y="17576"/>
                  </a:lnTo>
                  <a:lnTo>
                    <a:pt x="6035" y="18230"/>
                  </a:lnTo>
                  <a:lnTo>
                    <a:pt x="4590" y="17865"/>
                  </a:lnTo>
                  <a:lnTo>
                    <a:pt x="4242" y="17276"/>
                  </a:lnTo>
                  <a:lnTo>
                    <a:pt x="4024" y="16308"/>
                  </a:lnTo>
                  <a:lnTo>
                    <a:pt x="3913" y="13959"/>
                  </a:lnTo>
                  <a:lnTo>
                    <a:pt x="3549" y="10599"/>
                  </a:lnTo>
                  <a:lnTo>
                    <a:pt x="3637" y="8013"/>
                  </a:lnTo>
                  <a:lnTo>
                    <a:pt x="2704" y="5674"/>
                  </a:lnTo>
                  <a:lnTo>
                    <a:pt x="1906" y="4265"/>
                  </a:lnTo>
                  <a:lnTo>
                    <a:pt x="757" y="3002"/>
                  </a:lnTo>
                  <a:lnTo>
                    <a:pt x="0" y="1747"/>
                  </a:lnTo>
                  <a:lnTo>
                    <a:pt x="208" y="745"/>
                  </a:lnTo>
                  <a:lnTo>
                    <a:pt x="1383" y="0"/>
                  </a:lnTo>
                  <a:lnTo>
                    <a:pt x="3311" y="173"/>
                  </a:lnTo>
                  <a:close/>
                </a:path>
              </a:pathLst>
            </a:custGeom>
            <a:solidFill>
              <a:srgbClr val="CFE4C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0" name="pg1549"/>
            <p:cNvSpPr/>
            <p:nvPr/>
          </p:nvSpPr>
          <p:spPr>
            <a:xfrm>
              <a:off x="1464517" y="1944306"/>
              <a:ext cx="5689" cy="5455"/>
            </a:xfrm>
            <a:custGeom>
              <a:avLst/>
              <a:pathLst>
                <a:path w="5689" h="5455">
                  <a:moveTo>
                    <a:pt x="4479" y="1778"/>
                  </a:moveTo>
                  <a:lnTo>
                    <a:pt x="2929" y="2732"/>
                  </a:lnTo>
                  <a:lnTo>
                    <a:pt x="2653" y="2692"/>
                  </a:lnTo>
                  <a:lnTo>
                    <a:pt x="1696" y="4622"/>
                  </a:lnTo>
                  <a:lnTo>
                    <a:pt x="965" y="5455"/>
                  </a:lnTo>
                  <a:lnTo>
                    <a:pt x="0" y="3934"/>
                  </a:lnTo>
                  <a:lnTo>
                    <a:pt x="246" y="1569"/>
                  </a:lnTo>
                  <a:lnTo>
                    <a:pt x="1089" y="0"/>
                  </a:lnTo>
                  <a:lnTo>
                    <a:pt x="5351" y="523"/>
                  </a:lnTo>
                  <a:lnTo>
                    <a:pt x="5681" y="963"/>
                  </a:lnTo>
                  <a:lnTo>
                    <a:pt x="5689" y="1338"/>
                  </a:lnTo>
                  <a:lnTo>
                    <a:pt x="5376" y="1649"/>
                  </a:lnTo>
                  <a:close/>
                </a:path>
              </a:pathLst>
            </a:custGeom>
            <a:solidFill>
              <a:srgbClr val="CFE4C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1" name="pg1550"/>
            <p:cNvSpPr/>
            <p:nvPr/>
          </p:nvSpPr>
          <p:spPr>
            <a:xfrm>
              <a:off x="1257188" y="1942629"/>
              <a:ext cx="3296" cy="3103"/>
            </a:xfrm>
            <a:custGeom>
              <a:avLst/>
              <a:pathLst>
                <a:path w="3296" h="3103">
                  <a:moveTo>
                    <a:pt x="2755" y="1709"/>
                  </a:moveTo>
                  <a:lnTo>
                    <a:pt x="1494" y="3103"/>
                  </a:lnTo>
                  <a:lnTo>
                    <a:pt x="348" y="2588"/>
                  </a:lnTo>
                  <a:lnTo>
                    <a:pt x="9" y="1572"/>
                  </a:lnTo>
                  <a:lnTo>
                    <a:pt x="0" y="1145"/>
                  </a:lnTo>
                  <a:lnTo>
                    <a:pt x="3296" y="0"/>
                  </a:lnTo>
                  <a:close/>
                </a:path>
              </a:pathLst>
            </a:custGeom>
            <a:solidFill>
              <a:srgbClr val="CFE4C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2" name="pg1551"/>
            <p:cNvSpPr/>
            <p:nvPr/>
          </p:nvSpPr>
          <p:spPr>
            <a:xfrm>
              <a:off x="1678426" y="1933984"/>
              <a:ext cx="14773" cy="38951"/>
            </a:xfrm>
            <a:custGeom>
              <a:avLst/>
              <a:pathLst>
                <a:path w="14773" h="38951">
                  <a:moveTo>
                    <a:pt x="10395" y="5406"/>
                  </a:moveTo>
                  <a:lnTo>
                    <a:pt x="11430" y="8648"/>
                  </a:lnTo>
                  <a:lnTo>
                    <a:pt x="12181" y="11164"/>
                  </a:lnTo>
                  <a:lnTo>
                    <a:pt x="12848" y="14188"/>
                  </a:lnTo>
                  <a:lnTo>
                    <a:pt x="13965" y="20450"/>
                  </a:lnTo>
                  <a:lnTo>
                    <a:pt x="14486" y="22819"/>
                  </a:lnTo>
                  <a:lnTo>
                    <a:pt x="14649" y="24113"/>
                  </a:lnTo>
                  <a:lnTo>
                    <a:pt x="14773" y="27509"/>
                  </a:lnTo>
                  <a:lnTo>
                    <a:pt x="14605" y="28239"/>
                  </a:lnTo>
                  <a:lnTo>
                    <a:pt x="14271" y="28908"/>
                  </a:lnTo>
                  <a:lnTo>
                    <a:pt x="14206" y="29878"/>
                  </a:lnTo>
                  <a:lnTo>
                    <a:pt x="14515" y="32466"/>
                  </a:lnTo>
                  <a:lnTo>
                    <a:pt x="14536" y="36402"/>
                  </a:lnTo>
                  <a:lnTo>
                    <a:pt x="14243" y="38617"/>
                  </a:lnTo>
                  <a:lnTo>
                    <a:pt x="13904" y="38951"/>
                  </a:lnTo>
                  <a:lnTo>
                    <a:pt x="13070" y="38224"/>
                  </a:lnTo>
                  <a:lnTo>
                    <a:pt x="12386" y="37028"/>
                  </a:lnTo>
                  <a:lnTo>
                    <a:pt x="11879" y="35780"/>
                  </a:lnTo>
                  <a:lnTo>
                    <a:pt x="10634" y="31840"/>
                  </a:lnTo>
                  <a:lnTo>
                    <a:pt x="10263" y="30005"/>
                  </a:lnTo>
                  <a:lnTo>
                    <a:pt x="10241" y="28684"/>
                  </a:lnTo>
                  <a:lnTo>
                    <a:pt x="10433" y="27723"/>
                  </a:lnTo>
                  <a:lnTo>
                    <a:pt x="10841" y="27126"/>
                  </a:lnTo>
                  <a:lnTo>
                    <a:pt x="11549" y="25527"/>
                  </a:lnTo>
                  <a:lnTo>
                    <a:pt x="11447" y="25274"/>
                  </a:lnTo>
                  <a:lnTo>
                    <a:pt x="10909" y="25630"/>
                  </a:lnTo>
                  <a:lnTo>
                    <a:pt x="9809" y="25832"/>
                  </a:lnTo>
                  <a:lnTo>
                    <a:pt x="8842" y="24571"/>
                  </a:lnTo>
                  <a:lnTo>
                    <a:pt x="8088" y="23904"/>
                  </a:lnTo>
                  <a:lnTo>
                    <a:pt x="8240" y="21630"/>
                  </a:lnTo>
                  <a:lnTo>
                    <a:pt x="8038" y="20987"/>
                  </a:lnTo>
                  <a:lnTo>
                    <a:pt x="6555" y="21690"/>
                  </a:lnTo>
                  <a:lnTo>
                    <a:pt x="5997" y="21053"/>
                  </a:lnTo>
                  <a:lnTo>
                    <a:pt x="5875" y="20199"/>
                  </a:lnTo>
                  <a:lnTo>
                    <a:pt x="5903" y="18922"/>
                  </a:lnTo>
                  <a:lnTo>
                    <a:pt x="6186" y="17804"/>
                  </a:lnTo>
                  <a:lnTo>
                    <a:pt x="7594" y="14982"/>
                  </a:lnTo>
                  <a:lnTo>
                    <a:pt x="7452" y="14462"/>
                  </a:lnTo>
                  <a:lnTo>
                    <a:pt x="6768" y="14346"/>
                  </a:lnTo>
                  <a:lnTo>
                    <a:pt x="5866" y="13379"/>
                  </a:lnTo>
                  <a:lnTo>
                    <a:pt x="5453" y="10222"/>
                  </a:lnTo>
                  <a:lnTo>
                    <a:pt x="4482" y="8420"/>
                  </a:lnTo>
                  <a:lnTo>
                    <a:pt x="3909" y="8584"/>
                  </a:lnTo>
                  <a:lnTo>
                    <a:pt x="2605" y="13679"/>
                  </a:lnTo>
                  <a:lnTo>
                    <a:pt x="1960" y="14793"/>
                  </a:lnTo>
                  <a:lnTo>
                    <a:pt x="127" y="15509"/>
                  </a:lnTo>
                  <a:lnTo>
                    <a:pt x="500" y="14090"/>
                  </a:lnTo>
                  <a:lnTo>
                    <a:pt x="670" y="12823"/>
                  </a:lnTo>
                  <a:lnTo>
                    <a:pt x="19" y="8981"/>
                  </a:lnTo>
                  <a:lnTo>
                    <a:pt x="0" y="7504"/>
                  </a:lnTo>
                  <a:lnTo>
                    <a:pt x="434" y="6414"/>
                  </a:lnTo>
                  <a:lnTo>
                    <a:pt x="1728" y="5963"/>
                  </a:lnTo>
                  <a:lnTo>
                    <a:pt x="2416" y="5318"/>
                  </a:lnTo>
                  <a:lnTo>
                    <a:pt x="2951" y="4266"/>
                  </a:lnTo>
                  <a:lnTo>
                    <a:pt x="3084" y="3240"/>
                  </a:lnTo>
                  <a:lnTo>
                    <a:pt x="4088" y="528"/>
                  </a:lnTo>
                  <a:lnTo>
                    <a:pt x="4559" y="0"/>
                  </a:lnTo>
                  <a:lnTo>
                    <a:pt x="5806" y="37"/>
                  </a:lnTo>
                  <a:lnTo>
                    <a:pt x="8434" y="3035"/>
                  </a:lnTo>
                  <a:lnTo>
                    <a:pt x="9232" y="3477"/>
                  </a:lnTo>
                  <a:close/>
                </a:path>
              </a:pathLst>
            </a:custGeom>
            <a:solidFill>
              <a:srgbClr val="CFE4C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3" name="pg1552"/>
            <p:cNvSpPr/>
            <p:nvPr/>
          </p:nvSpPr>
          <p:spPr>
            <a:xfrm>
              <a:off x="1462745" y="1921081"/>
              <a:ext cx="3405" cy="4393"/>
            </a:xfrm>
            <a:custGeom>
              <a:avLst/>
              <a:pathLst>
                <a:path w="3405" h="4393">
                  <a:moveTo>
                    <a:pt x="3405" y="3573"/>
                  </a:moveTo>
                  <a:lnTo>
                    <a:pt x="3065" y="4393"/>
                  </a:lnTo>
                  <a:lnTo>
                    <a:pt x="2743" y="4182"/>
                  </a:lnTo>
                  <a:lnTo>
                    <a:pt x="2062" y="3223"/>
                  </a:lnTo>
                  <a:lnTo>
                    <a:pt x="670" y="1822"/>
                  </a:lnTo>
                  <a:lnTo>
                    <a:pt x="36" y="861"/>
                  </a:lnTo>
                  <a:lnTo>
                    <a:pt x="0" y="451"/>
                  </a:lnTo>
                  <a:lnTo>
                    <a:pt x="475" y="0"/>
                  </a:lnTo>
                  <a:lnTo>
                    <a:pt x="2109" y="1129"/>
                  </a:lnTo>
                  <a:lnTo>
                    <a:pt x="2803" y="2161"/>
                  </a:lnTo>
                  <a:close/>
                </a:path>
              </a:pathLst>
            </a:custGeom>
            <a:solidFill>
              <a:srgbClr val="CFE4C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4" name="pg1553"/>
            <p:cNvSpPr/>
            <p:nvPr/>
          </p:nvSpPr>
          <p:spPr>
            <a:xfrm>
              <a:off x="1448216" y="1921053"/>
              <a:ext cx="30430" cy="35392"/>
            </a:xfrm>
            <a:custGeom>
              <a:avLst/>
              <a:pathLst>
                <a:path w="30430" h="35392">
                  <a:moveTo>
                    <a:pt x="22109" y="4374"/>
                  </a:moveTo>
                  <a:lnTo>
                    <a:pt x="22197" y="5997"/>
                  </a:lnTo>
                  <a:lnTo>
                    <a:pt x="22693" y="5800"/>
                  </a:lnTo>
                  <a:lnTo>
                    <a:pt x="24569" y="4127"/>
                  </a:lnTo>
                  <a:lnTo>
                    <a:pt x="25546" y="3637"/>
                  </a:lnTo>
                  <a:lnTo>
                    <a:pt x="26819" y="3560"/>
                  </a:lnTo>
                  <a:lnTo>
                    <a:pt x="27829" y="4322"/>
                  </a:lnTo>
                  <a:lnTo>
                    <a:pt x="28034" y="4907"/>
                  </a:lnTo>
                  <a:lnTo>
                    <a:pt x="27946" y="5604"/>
                  </a:lnTo>
                  <a:lnTo>
                    <a:pt x="27138" y="7019"/>
                  </a:lnTo>
                  <a:lnTo>
                    <a:pt x="27172" y="7938"/>
                  </a:lnTo>
                  <a:lnTo>
                    <a:pt x="28039" y="9629"/>
                  </a:lnTo>
                  <a:lnTo>
                    <a:pt x="30171" y="10551"/>
                  </a:lnTo>
                  <a:lnTo>
                    <a:pt x="30430" y="11059"/>
                  </a:lnTo>
                  <a:lnTo>
                    <a:pt x="30419" y="11671"/>
                  </a:lnTo>
                  <a:lnTo>
                    <a:pt x="28951" y="14471"/>
                  </a:lnTo>
                  <a:lnTo>
                    <a:pt x="28412" y="15125"/>
                  </a:lnTo>
                  <a:lnTo>
                    <a:pt x="28030" y="15282"/>
                  </a:lnTo>
                  <a:lnTo>
                    <a:pt x="25364" y="14778"/>
                  </a:lnTo>
                  <a:lnTo>
                    <a:pt x="22925" y="13861"/>
                  </a:lnTo>
                  <a:lnTo>
                    <a:pt x="21937" y="13705"/>
                  </a:lnTo>
                  <a:lnTo>
                    <a:pt x="21588" y="14002"/>
                  </a:lnTo>
                  <a:lnTo>
                    <a:pt x="20898" y="14864"/>
                  </a:lnTo>
                  <a:lnTo>
                    <a:pt x="21393" y="15117"/>
                  </a:lnTo>
                  <a:lnTo>
                    <a:pt x="23532" y="15322"/>
                  </a:lnTo>
                  <a:lnTo>
                    <a:pt x="24285" y="16580"/>
                  </a:lnTo>
                  <a:lnTo>
                    <a:pt x="24614" y="17504"/>
                  </a:lnTo>
                  <a:lnTo>
                    <a:pt x="24778" y="18523"/>
                  </a:lnTo>
                  <a:lnTo>
                    <a:pt x="24351" y="18941"/>
                  </a:lnTo>
                  <a:lnTo>
                    <a:pt x="23437" y="19245"/>
                  </a:lnTo>
                  <a:lnTo>
                    <a:pt x="22341" y="19241"/>
                  </a:lnTo>
                  <a:lnTo>
                    <a:pt x="20985" y="20388"/>
                  </a:lnTo>
                  <a:lnTo>
                    <a:pt x="20238" y="21698"/>
                  </a:lnTo>
                  <a:lnTo>
                    <a:pt x="17523" y="22031"/>
                  </a:lnTo>
                  <a:lnTo>
                    <a:pt x="15459" y="23780"/>
                  </a:lnTo>
                  <a:lnTo>
                    <a:pt x="14730" y="24643"/>
                  </a:lnTo>
                  <a:lnTo>
                    <a:pt x="14476" y="25675"/>
                  </a:lnTo>
                  <a:lnTo>
                    <a:pt x="13697" y="26425"/>
                  </a:lnTo>
                  <a:lnTo>
                    <a:pt x="11939" y="27174"/>
                  </a:lnTo>
                  <a:lnTo>
                    <a:pt x="12987" y="27846"/>
                  </a:lnTo>
                  <a:lnTo>
                    <a:pt x="13151" y="28414"/>
                  </a:lnTo>
                  <a:lnTo>
                    <a:pt x="13171" y="29202"/>
                  </a:lnTo>
                  <a:lnTo>
                    <a:pt x="13027" y="29880"/>
                  </a:lnTo>
                  <a:lnTo>
                    <a:pt x="11638" y="32906"/>
                  </a:lnTo>
                  <a:lnTo>
                    <a:pt x="9012" y="35392"/>
                  </a:lnTo>
                  <a:lnTo>
                    <a:pt x="8346" y="35281"/>
                  </a:lnTo>
                  <a:lnTo>
                    <a:pt x="8061" y="34971"/>
                  </a:lnTo>
                  <a:lnTo>
                    <a:pt x="7826" y="34496"/>
                  </a:lnTo>
                  <a:lnTo>
                    <a:pt x="7816" y="34020"/>
                  </a:lnTo>
                  <a:lnTo>
                    <a:pt x="11200" y="29031"/>
                  </a:lnTo>
                  <a:lnTo>
                    <a:pt x="11066" y="28785"/>
                  </a:lnTo>
                  <a:lnTo>
                    <a:pt x="10145" y="28616"/>
                  </a:lnTo>
                  <a:lnTo>
                    <a:pt x="8687" y="27244"/>
                  </a:lnTo>
                  <a:lnTo>
                    <a:pt x="7658" y="28127"/>
                  </a:lnTo>
                  <a:lnTo>
                    <a:pt x="7424" y="28093"/>
                  </a:lnTo>
                  <a:lnTo>
                    <a:pt x="7699" y="26917"/>
                  </a:lnTo>
                  <a:lnTo>
                    <a:pt x="8369" y="25514"/>
                  </a:lnTo>
                  <a:lnTo>
                    <a:pt x="8252" y="25121"/>
                  </a:lnTo>
                  <a:lnTo>
                    <a:pt x="7883" y="24770"/>
                  </a:lnTo>
                  <a:lnTo>
                    <a:pt x="7036" y="24561"/>
                  </a:lnTo>
                  <a:lnTo>
                    <a:pt x="5709" y="24494"/>
                  </a:lnTo>
                  <a:lnTo>
                    <a:pt x="4726" y="24826"/>
                  </a:lnTo>
                  <a:lnTo>
                    <a:pt x="4087" y="25558"/>
                  </a:lnTo>
                  <a:lnTo>
                    <a:pt x="4035" y="25868"/>
                  </a:lnTo>
                  <a:lnTo>
                    <a:pt x="5395" y="25781"/>
                  </a:lnTo>
                  <a:lnTo>
                    <a:pt x="5764" y="26154"/>
                  </a:lnTo>
                  <a:lnTo>
                    <a:pt x="6131" y="26849"/>
                  </a:lnTo>
                  <a:lnTo>
                    <a:pt x="6354" y="27653"/>
                  </a:lnTo>
                  <a:lnTo>
                    <a:pt x="6433" y="28563"/>
                  </a:lnTo>
                  <a:lnTo>
                    <a:pt x="6148" y="29790"/>
                  </a:lnTo>
                  <a:lnTo>
                    <a:pt x="5499" y="31328"/>
                  </a:lnTo>
                  <a:lnTo>
                    <a:pt x="4548" y="31058"/>
                  </a:lnTo>
                  <a:lnTo>
                    <a:pt x="2601" y="27640"/>
                  </a:lnTo>
                  <a:lnTo>
                    <a:pt x="1741" y="22636"/>
                  </a:lnTo>
                  <a:lnTo>
                    <a:pt x="76" y="18811"/>
                  </a:lnTo>
                  <a:lnTo>
                    <a:pt x="0" y="17898"/>
                  </a:lnTo>
                  <a:lnTo>
                    <a:pt x="475" y="15539"/>
                  </a:lnTo>
                  <a:lnTo>
                    <a:pt x="2156" y="12190"/>
                  </a:lnTo>
                  <a:lnTo>
                    <a:pt x="3962" y="11272"/>
                  </a:lnTo>
                  <a:lnTo>
                    <a:pt x="5249" y="9865"/>
                  </a:lnTo>
                  <a:lnTo>
                    <a:pt x="6494" y="9441"/>
                  </a:lnTo>
                  <a:lnTo>
                    <a:pt x="7264" y="9477"/>
                  </a:lnTo>
                  <a:lnTo>
                    <a:pt x="8316" y="10083"/>
                  </a:lnTo>
                  <a:lnTo>
                    <a:pt x="8740" y="11366"/>
                  </a:lnTo>
                  <a:lnTo>
                    <a:pt x="8486" y="11969"/>
                  </a:lnTo>
                  <a:lnTo>
                    <a:pt x="8583" y="12287"/>
                  </a:lnTo>
                  <a:lnTo>
                    <a:pt x="9321" y="13057"/>
                  </a:lnTo>
                  <a:lnTo>
                    <a:pt x="10119" y="15748"/>
                  </a:lnTo>
                  <a:lnTo>
                    <a:pt x="11051" y="18136"/>
                  </a:lnTo>
                  <a:lnTo>
                    <a:pt x="11670" y="19107"/>
                  </a:lnTo>
                  <a:lnTo>
                    <a:pt x="12486" y="19704"/>
                  </a:lnTo>
                  <a:lnTo>
                    <a:pt x="11642" y="17880"/>
                  </a:lnTo>
                  <a:lnTo>
                    <a:pt x="11144" y="15622"/>
                  </a:lnTo>
                  <a:lnTo>
                    <a:pt x="10893" y="11121"/>
                  </a:lnTo>
                  <a:lnTo>
                    <a:pt x="10652" y="9932"/>
                  </a:lnTo>
                  <a:lnTo>
                    <a:pt x="11123" y="9612"/>
                  </a:lnTo>
                  <a:lnTo>
                    <a:pt x="12456" y="9788"/>
                  </a:lnTo>
                  <a:lnTo>
                    <a:pt x="12419" y="9117"/>
                  </a:lnTo>
                  <a:lnTo>
                    <a:pt x="11013" y="7600"/>
                  </a:lnTo>
                  <a:lnTo>
                    <a:pt x="10149" y="6346"/>
                  </a:lnTo>
                  <a:lnTo>
                    <a:pt x="9824" y="5354"/>
                  </a:lnTo>
                  <a:lnTo>
                    <a:pt x="9844" y="4494"/>
                  </a:lnTo>
                  <a:lnTo>
                    <a:pt x="10610" y="3224"/>
                  </a:lnTo>
                  <a:lnTo>
                    <a:pt x="11046" y="2862"/>
                  </a:lnTo>
                  <a:lnTo>
                    <a:pt x="11495" y="2706"/>
                  </a:lnTo>
                  <a:lnTo>
                    <a:pt x="12389" y="2976"/>
                  </a:lnTo>
                  <a:lnTo>
                    <a:pt x="12791" y="3373"/>
                  </a:lnTo>
                  <a:lnTo>
                    <a:pt x="13938" y="6231"/>
                  </a:lnTo>
                  <a:lnTo>
                    <a:pt x="14475" y="7120"/>
                  </a:lnTo>
                  <a:lnTo>
                    <a:pt x="14920" y="7121"/>
                  </a:lnTo>
                  <a:lnTo>
                    <a:pt x="15333" y="6647"/>
                  </a:lnTo>
                  <a:lnTo>
                    <a:pt x="15715" y="5697"/>
                  </a:lnTo>
                  <a:lnTo>
                    <a:pt x="16108" y="5129"/>
                  </a:lnTo>
                  <a:lnTo>
                    <a:pt x="16514" y="4943"/>
                  </a:lnTo>
                  <a:lnTo>
                    <a:pt x="17791" y="5363"/>
                  </a:lnTo>
                  <a:lnTo>
                    <a:pt x="18216" y="5207"/>
                  </a:lnTo>
                  <a:lnTo>
                    <a:pt x="18426" y="4490"/>
                  </a:lnTo>
                  <a:lnTo>
                    <a:pt x="18417" y="3211"/>
                  </a:lnTo>
                  <a:lnTo>
                    <a:pt x="18731" y="2751"/>
                  </a:lnTo>
                  <a:lnTo>
                    <a:pt x="18809" y="1812"/>
                  </a:lnTo>
                  <a:lnTo>
                    <a:pt x="18113" y="424"/>
                  </a:lnTo>
                  <a:lnTo>
                    <a:pt x="18911" y="0"/>
                  </a:lnTo>
                  <a:lnTo>
                    <a:pt x="21558" y="1061"/>
                  </a:lnTo>
                  <a:lnTo>
                    <a:pt x="22690" y="2222"/>
                  </a:lnTo>
                  <a:close/>
                </a:path>
              </a:pathLst>
            </a:custGeom>
            <a:solidFill>
              <a:srgbClr val="CFE4C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5" name="pg1554"/>
            <p:cNvSpPr/>
            <p:nvPr/>
          </p:nvSpPr>
          <p:spPr>
            <a:xfrm>
              <a:off x="1669336" y="1912291"/>
              <a:ext cx="20663" cy="25074"/>
            </a:xfrm>
            <a:custGeom>
              <a:avLst/>
              <a:pathLst>
                <a:path w="20663" h="25074">
                  <a:moveTo>
                    <a:pt x="10215" y="717"/>
                  </a:moveTo>
                  <a:lnTo>
                    <a:pt x="11956" y="3596"/>
                  </a:lnTo>
                  <a:lnTo>
                    <a:pt x="11971" y="4257"/>
                  </a:lnTo>
                  <a:lnTo>
                    <a:pt x="11617" y="6236"/>
                  </a:lnTo>
                  <a:lnTo>
                    <a:pt x="10669" y="6795"/>
                  </a:lnTo>
                  <a:lnTo>
                    <a:pt x="10937" y="7582"/>
                  </a:lnTo>
                  <a:lnTo>
                    <a:pt x="11643" y="8175"/>
                  </a:lnTo>
                  <a:lnTo>
                    <a:pt x="12145" y="7681"/>
                  </a:lnTo>
                  <a:lnTo>
                    <a:pt x="13983" y="4908"/>
                  </a:lnTo>
                  <a:lnTo>
                    <a:pt x="14550" y="4325"/>
                  </a:lnTo>
                  <a:lnTo>
                    <a:pt x="14892" y="4266"/>
                  </a:lnTo>
                  <a:lnTo>
                    <a:pt x="17132" y="5101"/>
                  </a:lnTo>
                  <a:lnTo>
                    <a:pt x="19091" y="6424"/>
                  </a:lnTo>
                  <a:lnTo>
                    <a:pt x="19669" y="7481"/>
                  </a:lnTo>
                  <a:lnTo>
                    <a:pt x="19994" y="9329"/>
                  </a:lnTo>
                  <a:lnTo>
                    <a:pt x="19474" y="13334"/>
                  </a:lnTo>
                  <a:lnTo>
                    <a:pt x="17866" y="14031"/>
                  </a:lnTo>
                  <a:lnTo>
                    <a:pt x="17109" y="13959"/>
                  </a:lnTo>
                  <a:lnTo>
                    <a:pt x="16299" y="13376"/>
                  </a:lnTo>
                  <a:lnTo>
                    <a:pt x="14991" y="14770"/>
                  </a:lnTo>
                  <a:lnTo>
                    <a:pt x="16075" y="15836"/>
                  </a:lnTo>
                  <a:lnTo>
                    <a:pt x="19374" y="16078"/>
                  </a:lnTo>
                  <a:lnTo>
                    <a:pt x="20376" y="18335"/>
                  </a:lnTo>
                  <a:lnTo>
                    <a:pt x="20663" y="20072"/>
                  </a:lnTo>
                  <a:lnTo>
                    <a:pt x="19951" y="23265"/>
                  </a:lnTo>
                  <a:lnTo>
                    <a:pt x="18082" y="22382"/>
                  </a:lnTo>
                  <a:lnTo>
                    <a:pt x="16433" y="20532"/>
                  </a:lnTo>
                  <a:lnTo>
                    <a:pt x="13049" y="17914"/>
                  </a:lnTo>
                  <a:lnTo>
                    <a:pt x="12240" y="17791"/>
                  </a:lnTo>
                  <a:lnTo>
                    <a:pt x="11700" y="18254"/>
                  </a:lnTo>
                  <a:lnTo>
                    <a:pt x="11552" y="19843"/>
                  </a:lnTo>
                  <a:lnTo>
                    <a:pt x="11587" y="23288"/>
                  </a:lnTo>
                  <a:lnTo>
                    <a:pt x="10684" y="25074"/>
                  </a:lnTo>
                  <a:lnTo>
                    <a:pt x="8016" y="24287"/>
                  </a:lnTo>
                  <a:lnTo>
                    <a:pt x="6970" y="21678"/>
                  </a:lnTo>
                  <a:lnTo>
                    <a:pt x="5995" y="17550"/>
                  </a:lnTo>
                  <a:lnTo>
                    <a:pt x="2320" y="12662"/>
                  </a:lnTo>
                  <a:lnTo>
                    <a:pt x="1324" y="11684"/>
                  </a:lnTo>
                  <a:lnTo>
                    <a:pt x="0" y="8756"/>
                  </a:lnTo>
                  <a:lnTo>
                    <a:pt x="530" y="6439"/>
                  </a:lnTo>
                  <a:lnTo>
                    <a:pt x="686" y="5097"/>
                  </a:lnTo>
                  <a:lnTo>
                    <a:pt x="1391" y="4742"/>
                  </a:lnTo>
                  <a:lnTo>
                    <a:pt x="2426" y="3706"/>
                  </a:lnTo>
                  <a:lnTo>
                    <a:pt x="3005" y="1466"/>
                  </a:lnTo>
                  <a:lnTo>
                    <a:pt x="3935" y="3281"/>
                  </a:lnTo>
                  <a:lnTo>
                    <a:pt x="5177" y="5024"/>
                  </a:lnTo>
                  <a:lnTo>
                    <a:pt x="5195" y="3386"/>
                  </a:lnTo>
                  <a:lnTo>
                    <a:pt x="5779" y="2079"/>
                  </a:lnTo>
                  <a:lnTo>
                    <a:pt x="6998" y="2126"/>
                  </a:lnTo>
                  <a:lnTo>
                    <a:pt x="7570" y="1852"/>
                  </a:lnTo>
                  <a:lnTo>
                    <a:pt x="8370" y="630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CFE4C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6" name="pg1555"/>
            <p:cNvSpPr/>
            <p:nvPr/>
          </p:nvSpPr>
          <p:spPr>
            <a:xfrm>
              <a:off x="1692577" y="1910400"/>
              <a:ext cx="4251" cy="3794"/>
            </a:xfrm>
            <a:custGeom>
              <a:avLst/>
              <a:pathLst>
                <a:path w="4251" h="3794">
                  <a:moveTo>
                    <a:pt x="4251" y="3061"/>
                  </a:moveTo>
                  <a:lnTo>
                    <a:pt x="4164" y="3794"/>
                  </a:lnTo>
                  <a:lnTo>
                    <a:pt x="2502" y="3722"/>
                  </a:lnTo>
                  <a:lnTo>
                    <a:pt x="823" y="2641"/>
                  </a:lnTo>
                  <a:lnTo>
                    <a:pt x="0" y="1229"/>
                  </a:lnTo>
                  <a:lnTo>
                    <a:pt x="165" y="594"/>
                  </a:lnTo>
                  <a:lnTo>
                    <a:pt x="1725" y="0"/>
                  </a:lnTo>
                  <a:lnTo>
                    <a:pt x="3201" y="1338"/>
                  </a:lnTo>
                  <a:close/>
                </a:path>
              </a:pathLst>
            </a:custGeom>
            <a:solidFill>
              <a:srgbClr val="CFE4C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7" name="pg1556"/>
            <p:cNvSpPr/>
            <p:nvPr/>
          </p:nvSpPr>
          <p:spPr>
            <a:xfrm>
              <a:off x="1689268" y="1909746"/>
              <a:ext cx="13532" cy="38770"/>
            </a:xfrm>
            <a:custGeom>
              <a:avLst/>
              <a:pathLst>
                <a:path w="13532" h="38770">
                  <a:moveTo>
                    <a:pt x="3081" y="5701"/>
                  </a:moveTo>
                  <a:lnTo>
                    <a:pt x="6178" y="6377"/>
                  </a:lnTo>
                  <a:lnTo>
                    <a:pt x="8446" y="6224"/>
                  </a:lnTo>
                  <a:lnTo>
                    <a:pt x="10516" y="10640"/>
                  </a:lnTo>
                  <a:lnTo>
                    <a:pt x="11792" y="14208"/>
                  </a:lnTo>
                  <a:lnTo>
                    <a:pt x="12540" y="16707"/>
                  </a:lnTo>
                  <a:lnTo>
                    <a:pt x="12964" y="19121"/>
                  </a:lnTo>
                  <a:lnTo>
                    <a:pt x="13532" y="21451"/>
                  </a:lnTo>
                  <a:lnTo>
                    <a:pt x="13481" y="21779"/>
                  </a:lnTo>
                  <a:lnTo>
                    <a:pt x="12285" y="20206"/>
                  </a:lnTo>
                  <a:lnTo>
                    <a:pt x="11426" y="17025"/>
                  </a:lnTo>
                  <a:lnTo>
                    <a:pt x="10986" y="15780"/>
                  </a:lnTo>
                  <a:lnTo>
                    <a:pt x="10552" y="15218"/>
                  </a:lnTo>
                  <a:lnTo>
                    <a:pt x="10095" y="14044"/>
                  </a:lnTo>
                  <a:lnTo>
                    <a:pt x="9208" y="11005"/>
                  </a:lnTo>
                  <a:lnTo>
                    <a:pt x="9174" y="10150"/>
                  </a:lnTo>
                  <a:lnTo>
                    <a:pt x="8780" y="9358"/>
                  </a:lnTo>
                  <a:lnTo>
                    <a:pt x="8325" y="9026"/>
                  </a:lnTo>
                  <a:lnTo>
                    <a:pt x="7809" y="9157"/>
                  </a:lnTo>
                  <a:lnTo>
                    <a:pt x="7631" y="9463"/>
                  </a:lnTo>
                  <a:lnTo>
                    <a:pt x="7711" y="11559"/>
                  </a:lnTo>
                  <a:lnTo>
                    <a:pt x="8116" y="13891"/>
                  </a:lnTo>
                  <a:lnTo>
                    <a:pt x="10351" y="18981"/>
                  </a:lnTo>
                  <a:lnTo>
                    <a:pt x="11845" y="21880"/>
                  </a:lnTo>
                  <a:lnTo>
                    <a:pt x="12139" y="22842"/>
                  </a:lnTo>
                  <a:lnTo>
                    <a:pt x="12336" y="25490"/>
                  </a:lnTo>
                  <a:lnTo>
                    <a:pt x="11691" y="26690"/>
                  </a:lnTo>
                  <a:lnTo>
                    <a:pt x="12482" y="29133"/>
                  </a:lnTo>
                  <a:lnTo>
                    <a:pt x="12454" y="29611"/>
                  </a:lnTo>
                  <a:lnTo>
                    <a:pt x="12282" y="30077"/>
                  </a:lnTo>
                  <a:lnTo>
                    <a:pt x="10152" y="31160"/>
                  </a:lnTo>
                  <a:lnTo>
                    <a:pt x="8201" y="35691"/>
                  </a:lnTo>
                  <a:lnTo>
                    <a:pt x="6066" y="38344"/>
                  </a:lnTo>
                  <a:lnTo>
                    <a:pt x="5083" y="38770"/>
                  </a:lnTo>
                  <a:lnTo>
                    <a:pt x="4610" y="38327"/>
                  </a:lnTo>
                  <a:lnTo>
                    <a:pt x="4163" y="37309"/>
                  </a:lnTo>
                  <a:lnTo>
                    <a:pt x="3900" y="35952"/>
                  </a:lnTo>
                  <a:lnTo>
                    <a:pt x="3821" y="34251"/>
                  </a:lnTo>
                  <a:lnTo>
                    <a:pt x="4353" y="33180"/>
                  </a:lnTo>
                  <a:lnTo>
                    <a:pt x="5409" y="27612"/>
                  </a:lnTo>
                  <a:lnTo>
                    <a:pt x="5439" y="25784"/>
                  </a:lnTo>
                  <a:lnTo>
                    <a:pt x="4122" y="23249"/>
                  </a:lnTo>
                  <a:lnTo>
                    <a:pt x="3330" y="21173"/>
                  </a:lnTo>
                  <a:lnTo>
                    <a:pt x="2900" y="18279"/>
                  </a:lnTo>
                  <a:lnTo>
                    <a:pt x="2181" y="10626"/>
                  </a:lnTo>
                  <a:lnTo>
                    <a:pt x="1847" y="8179"/>
                  </a:lnTo>
                  <a:lnTo>
                    <a:pt x="1377" y="6139"/>
                  </a:lnTo>
                  <a:lnTo>
                    <a:pt x="769" y="4507"/>
                  </a:lnTo>
                  <a:lnTo>
                    <a:pt x="309" y="2713"/>
                  </a:lnTo>
                  <a:lnTo>
                    <a:pt x="0" y="758"/>
                  </a:lnTo>
                  <a:lnTo>
                    <a:pt x="117" y="0"/>
                  </a:lnTo>
                  <a:lnTo>
                    <a:pt x="1171" y="1018"/>
                  </a:lnTo>
                  <a:lnTo>
                    <a:pt x="2436" y="3830"/>
                  </a:lnTo>
                  <a:close/>
                </a:path>
              </a:pathLst>
            </a:custGeom>
            <a:solidFill>
              <a:srgbClr val="CFE4C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8" name="pg1557"/>
            <p:cNvSpPr/>
            <p:nvPr/>
          </p:nvSpPr>
          <p:spPr>
            <a:xfrm>
              <a:off x="1464435" y="1906911"/>
              <a:ext cx="17147" cy="13500"/>
            </a:xfrm>
            <a:custGeom>
              <a:avLst/>
              <a:pathLst>
                <a:path w="17147" h="13500">
                  <a:moveTo>
                    <a:pt x="11753" y="2670"/>
                  </a:moveTo>
                  <a:lnTo>
                    <a:pt x="12194" y="2910"/>
                  </a:lnTo>
                  <a:lnTo>
                    <a:pt x="12654" y="1151"/>
                  </a:lnTo>
                  <a:lnTo>
                    <a:pt x="12980" y="1096"/>
                  </a:lnTo>
                  <a:lnTo>
                    <a:pt x="14422" y="2585"/>
                  </a:lnTo>
                  <a:lnTo>
                    <a:pt x="15308" y="2255"/>
                  </a:lnTo>
                  <a:lnTo>
                    <a:pt x="15877" y="4084"/>
                  </a:lnTo>
                  <a:lnTo>
                    <a:pt x="16388" y="4252"/>
                  </a:lnTo>
                  <a:lnTo>
                    <a:pt x="16862" y="4029"/>
                  </a:lnTo>
                  <a:lnTo>
                    <a:pt x="17147" y="4158"/>
                  </a:lnTo>
                  <a:lnTo>
                    <a:pt x="17047" y="6094"/>
                  </a:lnTo>
                  <a:lnTo>
                    <a:pt x="15994" y="8056"/>
                  </a:lnTo>
                  <a:lnTo>
                    <a:pt x="15505" y="8553"/>
                  </a:lnTo>
                  <a:lnTo>
                    <a:pt x="14818" y="8046"/>
                  </a:lnTo>
                  <a:lnTo>
                    <a:pt x="14561" y="7857"/>
                  </a:lnTo>
                  <a:lnTo>
                    <a:pt x="14110" y="6990"/>
                  </a:lnTo>
                  <a:lnTo>
                    <a:pt x="13767" y="5893"/>
                  </a:lnTo>
                  <a:lnTo>
                    <a:pt x="13564" y="5876"/>
                  </a:lnTo>
                  <a:lnTo>
                    <a:pt x="12759" y="7166"/>
                  </a:lnTo>
                  <a:lnTo>
                    <a:pt x="12780" y="7802"/>
                  </a:lnTo>
                  <a:lnTo>
                    <a:pt x="13114" y="8762"/>
                  </a:lnTo>
                  <a:lnTo>
                    <a:pt x="13066" y="9358"/>
                  </a:lnTo>
                  <a:lnTo>
                    <a:pt x="12189" y="9642"/>
                  </a:lnTo>
                  <a:lnTo>
                    <a:pt x="11330" y="9495"/>
                  </a:lnTo>
                  <a:lnTo>
                    <a:pt x="10282" y="10330"/>
                  </a:lnTo>
                  <a:lnTo>
                    <a:pt x="10031" y="9809"/>
                  </a:lnTo>
                  <a:lnTo>
                    <a:pt x="9871" y="8343"/>
                  </a:lnTo>
                  <a:lnTo>
                    <a:pt x="9543" y="8509"/>
                  </a:lnTo>
                  <a:lnTo>
                    <a:pt x="9049" y="10306"/>
                  </a:lnTo>
                  <a:lnTo>
                    <a:pt x="8510" y="11443"/>
                  </a:lnTo>
                  <a:lnTo>
                    <a:pt x="7525" y="12386"/>
                  </a:lnTo>
                  <a:lnTo>
                    <a:pt x="7309" y="12844"/>
                  </a:lnTo>
                  <a:lnTo>
                    <a:pt x="6588" y="12906"/>
                  </a:lnTo>
                  <a:lnTo>
                    <a:pt x="5519" y="13500"/>
                  </a:lnTo>
                  <a:lnTo>
                    <a:pt x="4860" y="13401"/>
                  </a:lnTo>
                  <a:lnTo>
                    <a:pt x="924" y="11450"/>
                  </a:lnTo>
                  <a:lnTo>
                    <a:pt x="0" y="10737"/>
                  </a:lnTo>
                  <a:lnTo>
                    <a:pt x="3236" y="6266"/>
                  </a:lnTo>
                  <a:lnTo>
                    <a:pt x="4938" y="4537"/>
                  </a:lnTo>
                  <a:lnTo>
                    <a:pt x="5922" y="4631"/>
                  </a:lnTo>
                  <a:lnTo>
                    <a:pt x="6907" y="5169"/>
                  </a:lnTo>
                  <a:lnTo>
                    <a:pt x="7427" y="5083"/>
                  </a:lnTo>
                  <a:lnTo>
                    <a:pt x="7466" y="3102"/>
                  </a:lnTo>
                  <a:lnTo>
                    <a:pt x="6549" y="1624"/>
                  </a:lnTo>
                  <a:lnTo>
                    <a:pt x="6583" y="1009"/>
                  </a:lnTo>
                  <a:lnTo>
                    <a:pt x="8612" y="0"/>
                  </a:lnTo>
                  <a:lnTo>
                    <a:pt x="9372" y="144"/>
                  </a:lnTo>
                  <a:lnTo>
                    <a:pt x="10210" y="662"/>
                  </a:lnTo>
                  <a:lnTo>
                    <a:pt x="11003" y="1503"/>
                  </a:lnTo>
                  <a:close/>
                </a:path>
              </a:pathLst>
            </a:custGeom>
            <a:solidFill>
              <a:srgbClr val="CFE4C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9" name="pg1558"/>
            <p:cNvSpPr/>
            <p:nvPr/>
          </p:nvSpPr>
          <p:spPr>
            <a:xfrm>
              <a:off x="1473511" y="1901923"/>
              <a:ext cx="3409" cy="4159"/>
            </a:xfrm>
            <a:custGeom>
              <a:avLst/>
              <a:pathLst>
                <a:path w="3409" h="4159">
                  <a:moveTo>
                    <a:pt x="1834" y="3970"/>
                  </a:moveTo>
                  <a:lnTo>
                    <a:pt x="1475" y="4159"/>
                  </a:lnTo>
                  <a:lnTo>
                    <a:pt x="585" y="3254"/>
                  </a:lnTo>
                  <a:lnTo>
                    <a:pt x="0" y="2295"/>
                  </a:lnTo>
                  <a:lnTo>
                    <a:pt x="386" y="1565"/>
                  </a:lnTo>
                  <a:lnTo>
                    <a:pt x="2113" y="25"/>
                  </a:lnTo>
                  <a:lnTo>
                    <a:pt x="2938" y="0"/>
                  </a:lnTo>
                  <a:lnTo>
                    <a:pt x="3274" y="245"/>
                  </a:lnTo>
                  <a:lnTo>
                    <a:pt x="3409" y="721"/>
                  </a:lnTo>
                  <a:lnTo>
                    <a:pt x="3343" y="1433"/>
                  </a:lnTo>
                  <a:lnTo>
                    <a:pt x="2971" y="2320"/>
                  </a:lnTo>
                  <a:close/>
                </a:path>
              </a:pathLst>
            </a:custGeom>
            <a:solidFill>
              <a:srgbClr val="CFE4C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0" name="pg1559"/>
            <p:cNvSpPr/>
            <p:nvPr/>
          </p:nvSpPr>
          <p:spPr>
            <a:xfrm>
              <a:off x="1369982" y="1896727"/>
              <a:ext cx="5074" cy="6919"/>
            </a:xfrm>
            <a:custGeom>
              <a:avLst/>
              <a:pathLst>
                <a:path w="5074" h="6919">
                  <a:moveTo>
                    <a:pt x="2589" y="6445"/>
                  </a:moveTo>
                  <a:lnTo>
                    <a:pt x="1695" y="6919"/>
                  </a:lnTo>
                  <a:lnTo>
                    <a:pt x="746" y="6680"/>
                  </a:lnTo>
                  <a:lnTo>
                    <a:pt x="0" y="3753"/>
                  </a:lnTo>
                  <a:lnTo>
                    <a:pt x="571" y="3661"/>
                  </a:lnTo>
                  <a:lnTo>
                    <a:pt x="1770" y="1737"/>
                  </a:lnTo>
                  <a:lnTo>
                    <a:pt x="4422" y="177"/>
                  </a:lnTo>
                  <a:lnTo>
                    <a:pt x="5074" y="0"/>
                  </a:lnTo>
                  <a:close/>
                </a:path>
              </a:pathLst>
            </a:custGeom>
            <a:solidFill>
              <a:srgbClr val="CFE4C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1" name="pg1560"/>
            <p:cNvSpPr/>
            <p:nvPr/>
          </p:nvSpPr>
          <p:spPr>
            <a:xfrm>
              <a:off x="1571290" y="1860679"/>
              <a:ext cx="4604" cy="5984"/>
            </a:xfrm>
            <a:custGeom>
              <a:avLst/>
              <a:pathLst>
                <a:path w="4604" h="5984">
                  <a:moveTo>
                    <a:pt x="584" y="5814"/>
                  </a:moveTo>
                  <a:lnTo>
                    <a:pt x="0" y="5984"/>
                  </a:lnTo>
                  <a:lnTo>
                    <a:pt x="877" y="4047"/>
                  </a:lnTo>
                  <a:lnTo>
                    <a:pt x="2055" y="1906"/>
                  </a:lnTo>
                  <a:lnTo>
                    <a:pt x="3163" y="561"/>
                  </a:lnTo>
                  <a:lnTo>
                    <a:pt x="4604" y="0"/>
                  </a:lnTo>
                  <a:lnTo>
                    <a:pt x="4443" y="976"/>
                  </a:lnTo>
                  <a:lnTo>
                    <a:pt x="2563" y="2780"/>
                  </a:lnTo>
                  <a:close/>
                </a:path>
              </a:pathLst>
            </a:custGeom>
            <a:solidFill>
              <a:srgbClr val="CFE4C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2" name="pg1561"/>
            <p:cNvSpPr/>
            <p:nvPr/>
          </p:nvSpPr>
          <p:spPr>
            <a:xfrm>
              <a:off x="1526705" y="1856646"/>
              <a:ext cx="4358" cy="3455"/>
            </a:xfrm>
            <a:custGeom>
              <a:avLst/>
              <a:pathLst>
                <a:path w="4358" h="3455">
                  <a:moveTo>
                    <a:pt x="3047" y="2550"/>
                  </a:moveTo>
                  <a:lnTo>
                    <a:pt x="2409" y="3455"/>
                  </a:lnTo>
                  <a:lnTo>
                    <a:pt x="0" y="2907"/>
                  </a:lnTo>
                  <a:lnTo>
                    <a:pt x="502" y="1126"/>
                  </a:lnTo>
                  <a:lnTo>
                    <a:pt x="2343" y="0"/>
                  </a:lnTo>
                  <a:lnTo>
                    <a:pt x="4358" y="1753"/>
                  </a:lnTo>
                  <a:close/>
                </a:path>
              </a:pathLst>
            </a:custGeom>
            <a:solidFill>
              <a:srgbClr val="CFE4C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3" name="pg1562"/>
            <p:cNvSpPr/>
            <p:nvPr/>
          </p:nvSpPr>
          <p:spPr>
            <a:xfrm>
              <a:off x="1531573" y="1850398"/>
              <a:ext cx="11146" cy="16673"/>
            </a:xfrm>
            <a:custGeom>
              <a:avLst/>
              <a:pathLst>
                <a:path w="11146" h="16673">
                  <a:moveTo>
                    <a:pt x="1664" y="16247"/>
                  </a:moveTo>
                  <a:lnTo>
                    <a:pt x="318" y="16673"/>
                  </a:lnTo>
                  <a:lnTo>
                    <a:pt x="0" y="15800"/>
                  </a:lnTo>
                  <a:lnTo>
                    <a:pt x="708" y="13626"/>
                  </a:lnTo>
                  <a:lnTo>
                    <a:pt x="1272" y="12391"/>
                  </a:lnTo>
                  <a:lnTo>
                    <a:pt x="1691" y="12099"/>
                  </a:lnTo>
                  <a:lnTo>
                    <a:pt x="3239" y="9646"/>
                  </a:lnTo>
                  <a:lnTo>
                    <a:pt x="4955" y="7861"/>
                  </a:lnTo>
                  <a:lnTo>
                    <a:pt x="6531" y="5251"/>
                  </a:lnTo>
                  <a:lnTo>
                    <a:pt x="8131" y="1529"/>
                  </a:lnTo>
                  <a:lnTo>
                    <a:pt x="8428" y="142"/>
                  </a:lnTo>
                  <a:lnTo>
                    <a:pt x="9170" y="0"/>
                  </a:lnTo>
                  <a:lnTo>
                    <a:pt x="10390" y="911"/>
                  </a:lnTo>
                  <a:lnTo>
                    <a:pt x="11146" y="2193"/>
                  </a:lnTo>
                  <a:lnTo>
                    <a:pt x="10794" y="3213"/>
                  </a:lnTo>
                  <a:lnTo>
                    <a:pt x="6751" y="8504"/>
                  </a:lnTo>
                  <a:lnTo>
                    <a:pt x="6412" y="9193"/>
                  </a:lnTo>
                  <a:lnTo>
                    <a:pt x="6044" y="10989"/>
                  </a:lnTo>
                  <a:lnTo>
                    <a:pt x="5711" y="11616"/>
                  </a:lnTo>
                  <a:lnTo>
                    <a:pt x="5178" y="11903"/>
                  </a:lnTo>
                  <a:lnTo>
                    <a:pt x="4790" y="12688"/>
                  </a:lnTo>
                  <a:lnTo>
                    <a:pt x="4547" y="13973"/>
                  </a:lnTo>
                  <a:lnTo>
                    <a:pt x="4049" y="14643"/>
                  </a:lnTo>
                  <a:lnTo>
                    <a:pt x="3295" y="14700"/>
                  </a:lnTo>
                  <a:lnTo>
                    <a:pt x="2773" y="15054"/>
                  </a:lnTo>
                  <a:lnTo>
                    <a:pt x="2482" y="15706"/>
                  </a:lnTo>
                  <a:close/>
                </a:path>
              </a:pathLst>
            </a:custGeom>
            <a:solidFill>
              <a:srgbClr val="CFE4C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4" name="pg1563"/>
            <p:cNvSpPr/>
            <p:nvPr/>
          </p:nvSpPr>
          <p:spPr>
            <a:xfrm>
              <a:off x="1293143" y="1849403"/>
              <a:ext cx="22480" cy="18694"/>
            </a:xfrm>
            <a:custGeom>
              <a:avLst/>
              <a:pathLst>
                <a:path w="22480" h="18694">
                  <a:moveTo>
                    <a:pt x="15855" y="390"/>
                  </a:moveTo>
                  <a:lnTo>
                    <a:pt x="16974" y="1856"/>
                  </a:lnTo>
                  <a:lnTo>
                    <a:pt x="17568" y="1939"/>
                  </a:lnTo>
                  <a:lnTo>
                    <a:pt x="19444" y="1493"/>
                  </a:lnTo>
                  <a:lnTo>
                    <a:pt x="20132" y="1807"/>
                  </a:lnTo>
                  <a:lnTo>
                    <a:pt x="20800" y="2439"/>
                  </a:lnTo>
                  <a:lnTo>
                    <a:pt x="21213" y="3404"/>
                  </a:lnTo>
                  <a:lnTo>
                    <a:pt x="21292" y="5101"/>
                  </a:lnTo>
                  <a:lnTo>
                    <a:pt x="20986" y="6616"/>
                  </a:lnTo>
                  <a:lnTo>
                    <a:pt x="21077" y="8752"/>
                  </a:lnTo>
                  <a:lnTo>
                    <a:pt x="21011" y="9675"/>
                  </a:lnTo>
                  <a:lnTo>
                    <a:pt x="22008" y="10886"/>
                  </a:lnTo>
                  <a:lnTo>
                    <a:pt x="22319" y="12527"/>
                  </a:lnTo>
                  <a:lnTo>
                    <a:pt x="22480" y="14291"/>
                  </a:lnTo>
                  <a:lnTo>
                    <a:pt x="20317" y="14879"/>
                  </a:lnTo>
                  <a:lnTo>
                    <a:pt x="18155" y="14973"/>
                  </a:lnTo>
                  <a:lnTo>
                    <a:pt x="16289" y="16168"/>
                  </a:lnTo>
                  <a:lnTo>
                    <a:pt x="15907" y="17049"/>
                  </a:lnTo>
                  <a:lnTo>
                    <a:pt x="16205" y="18359"/>
                  </a:lnTo>
                  <a:lnTo>
                    <a:pt x="15693" y="18694"/>
                  </a:lnTo>
                  <a:lnTo>
                    <a:pt x="15220" y="18407"/>
                  </a:lnTo>
                  <a:lnTo>
                    <a:pt x="14317" y="17194"/>
                  </a:lnTo>
                  <a:lnTo>
                    <a:pt x="13326" y="16616"/>
                  </a:lnTo>
                  <a:lnTo>
                    <a:pt x="9856" y="15723"/>
                  </a:lnTo>
                  <a:lnTo>
                    <a:pt x="5501" y="12200"/>
                  </a:lnTo>
                  <a:lnTo>
                    <a:pt x="3626" y="11471"/>
                  </a:lnTo>
                  <a:lnTo>
                    <a:pt x="1722" y="8896"/>
                  </a:lnTo>
                  <a:lnTo>
                    <a:pt x="0" y="5618"/>
                  </a:lnTo>
                  <a:lnTo>
                    <a:pt x="1122" y="5091"/>
                  </a:lnTo>
                  <a:lnTo>
                    <a:pt x="2251" y="4823"/>
                  </a:lnTo>
                  <a:lnTo>
                    <a:pt x="7313" y="5312"/>
                  </a:lnTo>
                  <a:lnTo>
                    <a:pt x="7946" y="2964"/>
                  </a:lnTo>
                  <a:lnTo>
                    <a:pt x="8597" y="2379"/>
                  </a:lnTo>
                  <a:lnTo>
                    <a:pt x="10206" y="1713"/>
                  </a:lnTo>
                  <a:lnTo>
                    <a:pt x="11708" y="413"/>
                  </a:lnTo>
                  <a:lnTo>
                    <a:pt x="12383" y="445"/>
                  </a:lnTo>
                  <a:lnTo>
                    <a:pt x="13071" y="946"/>
                  </a:lnTo>
                  <a:lnTo>
                    <a:pt x="14496" y="165"/>
                  </a:lnTo>
                  <a:lnTo>
                    <a:pt x="15251" y="0"/>
                  </a:lnTo>
                  <a:close/>
                </a:path>
              </a:pathLst>
            </a:custGeom>
            <a:solidFill>
              <a:srgbClr val="CFE4C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5" name="pg1564"/>
            <p:cNvSpPr/>
            <p:nvPr/>
          </p:nvSpPr>
          <p:spPr>
            <a:xfrm>
              <a:off x="1563116" y="1849274"/>
              <a:ext cx="2216" cy="2614"/>
            </a:xfrm>
            <a:custGeom>
              <a:avLst/>
              <a:pathLst>
                <a:path w="2216" h="2614">
                  <a:moveTo>
                    <a:pt x="2020" y="1891"/>
                  </a:moveTo>
                  <a:lnTo>
                    <a:pt x="1630" y="2614"/>
                  </a:lnTo>
                  <a:lnTo>
                    <a:pt x="568" y="2357"/>
                  </a:lnTo>
                  <a:lnTo>
                    <a:pt x="0" y="1900"/>
                  </a:lnTo>
                  <a:lnTo>
                    <a:pt x="1903" y="0"/>
                  </a:lnTo>
                  <a:lnTo>
                    <a:pt x="2216" y="381"/>
                  </a:lnTo>
                  <a:close/>
                </a:path>
              </a:pathLst>
            </a:custGeom>
            <a:solidFill>
              <a:srgbClr val="CFE4C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6" name="pg1565"/>
            <p:cNvSpPr/>
            <p:nvPr/>
          </p:nvSpPr>
          <p:spPr>
            <a:xfrm>
              <a:off x="1545827" y="1846927"/>
              <a:ext cx="7320" cy="6267"/>
            </a:xfrm>
            <a:custGeom>
              <a:avLst/>
              <a:pathLst>
                <a:path w="7320" h="6267">
                  <a:moveTo>
                    <a:pt x="3764" y="913"/>
                  </a:moveTo>
                  <a:lnTo>
                    <a:pt x="4036" y="1725"/>
                  </a:lnTo>
                  <a:lnTo>
                    <a:pt x="6377" y="1530"/>
                  </a:lnTo>
                  <a:lnTo>
                    <a:pt x="7051" y="1673"/>
                  </a:lnTo>
                  <a:lnTo>
                    <a:pt x="7320" y="2050"/>
                  </a:lnTo>
                  <a:lnTo>
                    <a:pt x="7002" y="2601"/>
                  </a:lnTo>
                  <a:lnTo>
                    <a:pt x="6099" y="3325"/>
                  </a:lnTo>
                  <a:lnTo>
                    <a:pt x="3457" y="4595"/>
                  </a:lnTo>
                  <a:lnTo>
                    <a:pt x="1311" y="6267"/>
                  </a:lnTo>
                  <a:lnTo>
                    <a:pt x="1030" y="6113"/>
                  </a:lnTo>
                  <a:lnTo>
                    <a:pt x="638" y="4282"/>
                  </a:lnTo>
                  <a:lnTo>
                    <a:pt x="242" y="3542"/>
                  </a:lnTo>
                  <a:lnTo>
                    <a:pt x="0" y="2510"/>
                  </a:lnTo>
                  <a:lnTo>
                    <a:pt x="4" y="2128"/>
                  </a:lnTo>
                  <a:lnTo>
                    <a:pt x="397" y="1416"/>
                  </a:lnTo>
                  <a:lnTo>
                    <a:pt x="1181" y="376"/>
                  </a:lnTo>
                  <a:lnTo>
                    <a:pt x="1737" y="0"/>
                  </a:lnTo>
                  <a:close/>
                </a:path>
              </a:pathLst>
            </a:custGeom>
            <a:solidFill>
              <a:srgbClr val="CFE4C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7" name="pg1566"/>
            <p:cNvSpPr/>
            <p:nvPr/>
          </p:nvSpPr>
          <p:spPr>
            <a:xfrm>
              <a:off x="1531342" y="1846607"/>
              <a:ext cx="2842" cy="9262"/>
            </a:xfrm>
            <a:custGeom>
              <a:avLst/>
              <a:pathLst>
                <a:path w="2842" h="9262">
                  <a:moveTo>
                    <a:pt x="2842" y="1209"/>
                  </a:moveTo>
                  <a:lnTo>
                    <a:pt x="2836" y="1988"/>
                  </a:lnTo>
                  <a:lnTo>
                    <a:pt x="2454" y="2734"/>
                  </a:lnTo>
                  <a:lnTo>
                    <a:pt x="2821" y="4104"/>
                  </a:lnTo>
                  <a:lnTo>
                    <a:pt x="2186" y="6461"/>
                  </a:lnTo>
                  <a:lnTo>
                    <a:pt x="1941" y="7958"/>
                  </a:lnTo>
                  <a:lnTo>
                    <a:pt x="1602" y="8899"/>
                  </a:lnTo>
                  <a:lnTo>
                    <a:pt x="1262" y="9262"/>
                  </a:lnTo>
                  <a:lnTo>
                    <a:pt x="921" y="9049"/>
                  </a:lnTo>
                  <a:lnTo>
                    <a:pt x="850" y="8529"/>
                  </a:lnTo>
                  <a:lnTo>
                    <a:pt x="1050" y="7704"/>
                  </a:lnTo>
                  <a:lnTo>
                    <a:pt x="245" y="7730"/>
                  </a:lnTo>
                  <a:lnTo>
                    <a:pt x="0" y="5673"/>
                  </a:lnTo>
                  <a:lnTo>
                    <a:pt x="445" y="5022"/>
                  </a:lnTo>
                  <a:lnTo>
                    <a:pt x="606" y="4140"/>
                  </a:lnTo>
                  <a:lnTo>
                    <a:pt x="656" y="3549"/>
                  </a:lnTo>
                  <a:lnTo>
                    <a:pt x="1181" y="931"/>
                  </a:lnTo>
                  <a:lnTo>
                    <a:pt x="1368" y="748"/>
                  </a:lnTo>
                  <a:lnTo>
                    <a:pt x="1429" y="1372"/>
                  </a:lnTo>
                  <a:lnTo>
                    <a:pt x="1599" y="1555"/>
                  </a:lnTo>
                  <a:lnTo>
                    <a:pt x="1878" y="1299"/>
                  </a:lnTo>
                  <a:lnTo>
                    <a:pt x="2297" y="135"/>
                  </a:lnTo>
                  <a:lnTo>
                    <a:pt x="2472" y="0"/>
                  </a:lnTo>
                  <a:close/>
                </a:path>
              </a:pathLst>
            </a:custGeom>
            <a:solidFill>
              <a:srgbClr val="CFE4C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8" name="pg1567"/>
            <p:cNvSpPr/>
            <p:nvPr/>
          </p:nvSpPr>
          <p:spPr>
            <a:xfrm>
              <a:off x="1480428" y="1846242"/>
              <a:ext cx="2214" cy="4305"/>
            </a:xfrm>
            <a:custGeom>
              <a:avLst/>
              <a:pathLst>
                <a:path w="2214" h="4305">
                  <a:moveTo>
                    <a:pt x="588" y="4197"/>
                  </a:moveTo>
                  <a:lnTo>
                    <a:pt x="0" y="4305"/>
                  </a:lnTo>
                  <a:lnTo>
                    <a:pt x="786" y="2846"/>
                  </a:lnTo>
                  <a:lnTo>
                    <a:pt x="1332" y="0"/>
                  </a:lnTo>
                  <a:lnTo>
                    <a:pt x="2067" y="395"/>
                  </a:lnTo>
                  <a:lnTo>
                    <a:pt x="2214" y="917"/>
                  </a:lnTo>
                  <a:lnTo>
                    <a:pt x="1001" y="3835"/>
                  </a:lnTo>
                  <a:close/>
                </a:path>
              </a:pathLst>
            </a:custGeom>
            <a:solidFill>
              <a:srgbClr val="CFE4C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9" name="pg1568"/>
            <p:cNvSpPr/>
            <p:nvPr/>
          </p:nvSpPr>
          <p:spPr>
            <a:xfrm>
              <a:off x="1224436" y="1843196"/>
              <a:ext cx="10261" cy="9092"/>
            </a:xfrm>
            <a:custGeom>
              <a:avLst/>
              <a:pathLst>
                <a:path w="10261" h="9092">
                  <a:moveTo>
                    <a:pt x="4043" y="4416"/>
                  </a:moveTo>
                  <a:lnTo>
                    <a:pt x="6678" y="6355"/>
                  </a:lnTo>
                  <a:lnTo>
                    <a:pt x="8366" y="6156"/>
                  </a:lnTo>
                  <a:lnTo>
                    <a:pt x="9707" y="7776"/>
                  </a:lnTo>
                  <a:lnTo>
                    <a:pt x="10261" y="9092"/>
                  </a:lnTo>
                  <a:lnTo>
                    <a:pt x="8249" y="8147"/>
                  </a:lnTo>
                  <a:lnTo>
                    <a:pt x="5341" y="8214"/>
                  </a:lnTo>
                  <a:lnTo>
                    <a:pt x="1409" y="4256"/>
                  </a:lnTo>
                  <a:lnTo>
                    <a:pt x="0" y="3357"/>
                  </a:lnTo>
                  <a:lnTo>
                    <a:pt x="321" y="1138"/>
                  </a:lnTo>
                  <a:lnTo>
                    <a:pt x="1830" y="0"/>
                  </a:lnTo>
                  <a:lnTo>
                    <a:pt x="2606" y="2989"/>
                  </a:lnTo>
                  <a:close/>
                </a:path>
              </a:pathLst>
            </a:custGeom>
            <a:solidFill>
              <a:srgbClr val="CFE4C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0" name="pg1569"/>
            <p:cNvSpPr/>
            <p:nvPr/>
          </p:nvSpPr>
          <p:spPr>
            <a:xfrm>
              <a:off x="1528510" y="1833820"/>
              <a:ext cx="2352" cy="3138"/>
            </a:xfrm>
            <a:custGeom>
              <a:avLst/>
              <a:pathLst>
                <a:path w="2352" h="3138">
                  <a:moveTo>
                    <a:pt x="2352" y="2894"/>
                  </a:moveTo>
                  <a:lnTo>
                    <a:pt x="808" y="3138"/>
                  </a:lnTo>
                  <a:lnTo>
                    <a:pt x="101" y="2762"/>
                  </a:lnTo>
                  <a:lnTo>
                    <a:pt x="0" y="2357"/>
                  </a:lnTo>
                  <a:lnTo>
                    <a:pt x="293" y="865"/>
                  </a:lnTo>
                  <a:lnTo>
                    <a:pt x="269" y="236"/>
                  </a:lnTo>
                  <a:lnTo>
                    <a:pt x="1048" y="0"/>
                  </a:lnTo>
                  <a:lnTo>
                    <a:pt x="1942" y="708"/>
                  </a:lnTo>
                  <a:lnTo>
                    <a:pt x="2201" y="1439"/>
                  </a:lnTo>
                  <a:close/>
                </a:path>
              </a:pathLst>
            </a:custGeom>
            <a:solidFill>
              <a:srgbClr val="CFE4C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1" name="pg1570"/>
            <p:cNvSpPr/>
            <p:nvPr/>
          </p:nvSpPr>
          <p:spPr>
            <a:xfrm>
              <a:off x="1239727" y="1750998"/>
              <a:ext cx="37821" cy="22779"/>
            </a:xfrm>
            <a:custGeom>
              <a:avLst/>
              <a:pathLst>
                <a:path w="37821" h="22779">
                  <a:moveTo>
                    <a:pt x="4342" y="2569"/>
                  </a:moveTo>
                  <a:lnTo>
                    <a:pt x="4527" y="3289"/>
                  </a:lnTo>
                  <a:lnTo>
                    <a:pt x="5801" y="3172"/>
                  </a:lnTo>
                  <a:lnTo>
                    <a:pt x="7585" y="3483"/>
                  </a:lnTo>
                  <a:lnTo>
                    <a:pt x="9561" y="4181"/>
                  </a:lnTo>
                  <a:lnTo>
                    <a:pt x="11514" y="3930"/>
                  </a:lnTo>
                  <a:lnTo>
                    <a:pt x="13977" y="1718"/>
                  </a:lnTo>
                  <a:lnTo>
                    <a:pt x="15447" y="1138"/>
                  </a:lnTo>
                  <a:lnTo>
                    <a:pt x="16927" y="832"/>
                  </a:lnTo>
                  <a:lnTo>
                    <a:pt x="18524" y="1370"/>
                  </a:lnTo>
                  <a:lnTo>
                    <a:pt x="20085" y="2543"/>
                  </a:lnTo>
                  <a:lnTo>
                    <a:pt x="20688" y="3234"/>
                  </a:lnTo>
                  <a:lnTo>
                    <a:pt x="21168" y="4442"/>
                  </a:lnTo>
                  <a:lnTo>
                    <a:pt x="21486" y="5904"/>
                  </a:lnTo>
                  <a:lnTo>
                    <a:pt x="21961" y="6951"/>
                  </a:lnTo>
                  <a:lnTo>
                    <a:pt x="24885" y="8244"/>
                  </a:lnTo>
                  <a:lnTo>
                    <a:pt x="26754" y="8759"/>
                  </a:lnTo>
                  <a:lnTo>
                    <a:pt x="27204" y="9467"/>
                  </a:lnTo>
                  <a:lnTo>
                    <a:pt x="27602" y="10446"/>
                  </a:lnTo>
                  <a:lnTo>
                    <a:pt x="29149" y="11189"/>
                  </a:lnTo>
                  <a:lnTo>
                    <a:pt x="30764" y="10918"/>
                  </a:lnTo>
                  <a:lnTo>
                    <a:pt x="31665" y="11182"/>
                  </a:lnTo>
                  <a:lnTo>
                    <a:pt x="34408" y="11219"/>
                  </a:lnTo>
                  <a:lnTo>
                    <a:pt x="37821" y="12304"/>
                  </a:lnTo>
                  <a:lnTo>
                    <a:pt x="37269" y="15165"/>
                  </a:lnTo>
                  <a:lnTo>
                    <a:pt x="36159" y="16422"/>
                  </a:lnTo>
                  <a:lnTo>
                    <a:pt x="33031" y="16018"/>
                  </a:lnTo>
                  <a:lnTo>
                    <a:pt x="29915" y="16425"/>
                  </a:lnTo>
                  <a:lnTo>
                    <a:pt x="28622" y="17898"/>
                  </a:lnTo>
                  <a:lnTo>
                    <a:pt x="27544" y="19762"/>
                  </a:lnTo>
                  <a:lnTo>
                    <a:pt x="27397" y="21577"/>
                  </a:lnTo>
                  <a:lnTo>
                    <a:pt x="26769" y="22411"/>
                  </a:lnTo>
                  <a:lnTo>
                    <a:pt x="26117" y="22779"/>
                  </a:lnTo>
                  <a:lnTo>
                    <a:pt x="25587" y="21775"/>
                  </a:lnTo>
                  <a:lnTo>
                    <a:pt x="24881" y="18712"/>
                  </a:lnTo>
                  <a:lnTo>
                    <a:pt x="24383" y="17866"/>
                  </a:lnTo>
                  <a:lnTo>
                    <a:pt x="23837" y="17334"/>
                  </a:lnTo>
                  <a:lnTo>
                    <a:pt x="22313" y="16366"/>
                  </a:lnTo>
                  <a:lnTo>
                    <a:pt x="20766" y="15754"/>
                  </a:lnTo>
                  <a:lnTo>
                    <a:pt x="19862" y="15680"/>
                  </a:lnTo>
                  <a:lnTo>
                    <a:pt x="19210" y="14618"/>
                  </a:lnTo>
                  <a:lnTo>
                    <a:pt x="18849" y="13082"/>
                  </a:lnTo>
                  <a:lnTo>
                    <a:pt x="18230" y="12288"/>
                  </a:lnTo>
                  <a:lnTo>
                    <a:pt x="17003" y="11161"/>
                  </a:lnTo>
                  <a:lnTo>
                    <a:pt x="15749" y="10274"/>
                  </a:lnTo>
                  <a:lnTo>
                    <a:pt x="11833" y="8351"/>
                  </a:lnTo>
                  <a:lnTo>
                    <a:pt x="10546" y="8098"/>
                  </a:lnTo>
                  <a:lnTo>
                    <a:pt x="9239" y="8306"/>
                  </a:lnTo>
                  <a:lnTo>
                    <a:pt x="7840" y="9183"/>
                  </a:lnTo>
                  <a:lnTo>
                    <a:pt x="6484" y="10485"/>
                  </a:lnTo>
                  <a:lnTo>
                    <a:pt x="5096" y="11457"/>
                  </a:lnTo>
                  <a:lnTo>
                    <a:pt x="3659" y="11672"/>
                  </a:lnTo>
                  <a:lnTo>
                    <a:pt x="2285" y="11104"/>
                  </a:lnTo>
                  <a:lnTo>
                    <a:pt x="993" y="9832"/>
                  </a:lnTo>
                  <a:lnTo>
                    <a:pt x="346" y="8932"/>
                  </a:lnTo>
                  <a:lnTo>
                    <a:pt x="0" y="7380"/>
                  </a:lnTo>
                  <a:lnTo>
                    <a:pt x="17" y="5826"/>
                  </a:lnTo>
                  <a:lnTo>
                    <a:pt x="193" y="4328"/>
                  </a:lnTo>
                  <a:lnTo>
                    <a:pt x="889" y="706"/>
                  </a:lnTo>
                  <a:lnTo>
                    <a:pt x="2107" y="0"/>
                  </a:lnTo>
                  <a:close/>
                </a:path>
              </a:pathLst>
            </a:custGeom>
            <a:solidFill>
              <a:srgbClr val="CFE4C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2" name="pg1571"/>
            <p:cNvSpPr/>
            <p:nvPr/>
          </p:nvSpPr>
          <p:spPr>
            <a:xfrm>
              <a:off x="1308838" y="1674139"/>
              <a:ext cx="3977" cy="3139"/>
            </a:xfrm>
            <a:custGeom>
              <a:avLst/>
              <a:pathLst>
                <a:path w="3977" h="3139">
                  <a:moveTo>
                    <a:pt x="472" y="2973"/>
                  </a:moveTo>
                  <a:lnTo>
                    <a:pt x="0" y="3139"/>
                  </a:lnTo>
                  <a:lnTo>
                    <a:pt x="26" y="2686"/>
                  </a:lnTo>
                  <a:lnTo>
                    <a:pt x="1414" y="1487"/>
                  </a:lnTo>
                  <a:lnTo>
                    <a:pt x="3977" y="0"/>
                  </a:lnTo>
                  <a:lnTo>
                    <a:pt x="3884" y="323"/>
                  </a:lnTo>
                  <a:lnTo>
                    <a:pt x="2514" y="1474"/>
                  </a:lnTo>
                  <a:close/>
                </a:path>
              </a:pathLst>
            </a:custGeom>
            <a:solidFill>
              <a:srgbClr val="CFE4C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3" name="pg1572"/>
            <p:cNvSpPr/>
            <p:nvPr/>
          </p:nvSpPr>
          <p:spPr>
            <a:xfrm>
              <a:off x="1285197" y="1524042"/>
              <a:ext cx="464019" cy="491636"/>
            </a:xfrm>
            <a:custGeom>
              <a:avLst/>
              <a:pathLst>
                <a:path w="464019" h="491636">
                  <a:moveTo>
                    <a:pt x="330105" y="51914"/>
                  </a:moveTo>
                  <a:lnTo>
                    <a:pt x="330105" y="60548"/>
                  </a:lnTo>
                  <a:lnTo>
                    <a:pt x="330105" y="69183"/>
                  </a:lnTo>
                  <a:lnTo>
                    <a:pt x="330105" y="77817"/>
                  </a:lnTo>
                  <a:lnTo>
                    <a:pt x="330105" y="86451"/>
                  </a:lnTo>
                  <a:lnTo>
                    <a:pt x="330105" y="95086"/>
                  </a:lnTo>
                  <a:lnTo>
                    <a:pt x="330105" y="103720"/>
                  </a:lnTo>
                  <a:lnTo>
                    <a:pt x="330105" y="112354"/>
                  </a:lnTo>
                  <a:lnTo>
                    <a:pt x="330105" y="120989"/>
                  </a:lnTo>
                  <a:lnTo>
                    <a:pt x="330105" y="129623"/>
                  </a:lnTo>
                  <a:lnTo>
                    <a:pt x="330105" y="138257"/>
                  </a:lnTo>
                  <a:lnTo>
                    <a:pt x="330105" y="146892"/>
                  </a:lnTo>
                  <a:lnTo>
                    <a:pt x="330105" y="155526"/>
                  </a:lnTo>
                  <a:lnTo>
                    <a:pt x="330105" y="164160"/>
                  </a:lnTo>
                  <a:lnTo>
                    <a:pt x="330105" y="172795"/>
                  </a:lnTo>
                  <a:lnTo>
                    <a:pt x="330105" y="181429"/>
                  </a:lnTo>
                  <a:lnTo>
                    <a:pt x="330105" y="190063"/>
                  </a:lnTo>
                  <a:lnTo>
                    <a:pt x="330105" y="198698"/>
                  </a:lnTo>
                  <a:lnTo>
                    <a:pt x="330105" y="207332"/>
                  </a:lnTo>
                  <a:lnTo>
                    <a:pt x="330105" y="215967"/>
                  </a:lnTo>
                  <a:lnTo>
                    <a:pt x="330105" y="224601"/>
                  </a:lnTo>
                  <a:lnTo>
                    <a:pt x="330105" y="233236"/>
                  </a:lnTo>
                  <a:lnTo>
                    <a:pt x="330105" y="241870"/>
                  </a:lnTo>
                  <a:lnTo>
                    <a:pt x="330105" y="250504"/>
                  </a:lnTo>
                  <a:lnTo>
                    <a:pt x="330105" y="259138"/>
                  </a:lnTo>
                  <a:lnTo>
                    <a:pt x="330105" y="267772"/>
                  </a:lnTo>
                  <a:lnTo>
                    <a:pt x="330105" y="276407"/>
                  </a:lnTo>
                  <a:lnTo>
                    <a:pt x="330105" y="285041"/>
                  </a:lnTo>
                  <a:lnTo>
                    <a:pt x="330105" y="293676"/>
                  </a:lnTo>
                  <a:lnTo>
                    <a:pt x="330105" y="302310"/>
                  </a:lnTo>
                  <a:lnTo>
                    <a:pt x="330105" y="310944"/>
                  </a:lnTo>
                  <a:lnTo>
                    <a:pt x="330105" y="319579"/>
                  </a:lnTo>
                  <a:lnTo>
                    <a:pt x="330105" y="328213"/>
                  </a:lnTo>
                  <a:lnTo>
                    <a:pt x="333023" y="329428"/>
                  </a:lnTo>
                  <a:lnTo>
                    <a:pt x="335915" y="330633"/>
                  </a:lnTo>
                  <a:lnTo>
                    <a:pt x="336800" y="328229"/>
                  </a:lnTo>
                  <a:lnTo>
                    <a:pt x="339919" y="330067"/>
                  </a:lnTo>
                  <a:lnTo>
                    <a:pt x="342644" y="331673"/>
                  </a:lnTo>
                  <a:lnTo>
                    <a:pt x="344382" y="329613"/>
                  </a:lnTo>
                  <a:lnTo>
                    <a:pt x="346263" y="327384"/>
                  </a:lnTo>
                  <a:lnTo>
                    <a:pt x="348803" y="327225"/>
                  </a:lnTo>
                  <a:lnTo>
                    <a:pt x="351645" y="327046"/>
                  </a:lnTo>
                  <a:lnTo>
                    <a:pt x="353540" y="326929"/>
                  </a:lnTo>
                  <a:lnTo>
                    <a:pt x="353540" y="328828"/>
                  </a:lnTo>
                  <a:lnTo>
                    <a:pt x="352837" y="331982"/>
                  </a:lnTo>
                  <a:lnTo>
                    <a:pt x="352249" y="334615"/>
                  </a:lnTo>
                  <a:lnTo>
                    <a:pt x="353976" y="337284"/>
                  </a:lnTo>
                  <a:lnTo>
                    <a:pt x="356105" y="338688"/>
                  </a:lnTo>
                  <a:lnTo>
                    <a:pt x="358095" y="340001"/>
                  </a:lnTo>
                  <a:lnTo>
                    <a:pt x="358987" y="343637"/>
                  </a:lnTo>
                  <a:lnTo>
                    <a:pt x="361165" y="346441"/>
                  </a:lnTo>
                  <a:lnTo>
                    <a:pt x="362822" y="348576"/>
                  </a:lnTo>
                  <a:lnTo>
                    <a:pt x="364409" y="350620"/>
                  </a:lnTo>
                  <a:lnTo>
                    <a:pt x="366679" y="353547"/>
                  </a:lnTo>
                  <a:lnTo>
                    <a:pt x="368271" y="355595"/>
                  </a:lnTo>
                  <a:lnTo>
                    <a:pt x="370390" y="358327"/>
                  </a:lnTo>
                  <a:lnTo>
                    <a:pt x="371649" y="359948"/>
                  </a:lnTo>
                  <a:lnTo>
                    <a:pt x="372254" y="363105"/>
                  </a:lnTo>
                  <a:lnTo>
                    <a:pt x="372979" y="366894"/>
                  </a:lnTo>
                  <a:lnTo>
                    <a:pt x="372532" y="369135"/>
                  </a:lnTo>
                  <a:lnTo>
                    <a:pt x="373535" y="369497"/>
                  </a:lnTo>
                  <a:lnTo>
                    <a:pt x="375498" y="366983"/>
                  </a:lnTo>
                  <a:lnTo>
                    <a:pt x="377342" y="365424"/>
                  </a:lnTo>
                  <a:lnTo>
                    <a:pt x="379620" y="363499"/>
                  </a:lnTo>
                  <a:lnTo>
                    <a:pt x="381156" y="362201"/>
                  </a:lnTo>
                  <a:lnTo>
                    <a:pt x="384014" y="362136"/>
                  </a:lnTo>
                  <a:lnTo>
                    <a:pt x="385379" y="358363"/>
                  </a:lnTo>
                  <a:lnTo>
                    <a:pt x="385384" y="353069"/>
                  </a:lnTo>
                  <a:lnTo>
                    <a:pt x="386828" y="353158"/>
                  </a:lnTo>
                  <a:lnTo>
                    <a:pt x="387680" y="352441"/>
                  </a:lnTo>
                  <a:lnTo>
                    <a:pt x="388056" y="350887"/>
                  </a:lnTo>
                  <a:lnTo>
                    <a:pt x="387145" y="348762"/>
                  </a:lnTo>
                  <a:lnTo>
                    <a:pt x="389883" y="347771"/>
                  </a:lnTo>
                  <a:lnTo>
                    <a:pt x="391864" y="347054"/>
                  </a:lnTo>
                  <a:lnTo>
                    <a:pt x="394692" y="345100"/>
                  </a:lnTo>
                  <a:lnTo>
                    <a:pt x="397454" y="343194"/>
                  </a:lnTo>
                  <a:lnTo>
                    <a:pt x="398771" y="344670"/>
                  </a:lnTo>
                  <a:lnTo>
                    <a:pt x="400076" y="346097"/>
                  </a:lnTo>
                  <a:lnTo>
                    <a:pt x="402633" y="349535"/>
                  </a:lnTo>
                  <a:lnTo>
                    <a:pt x="402808" y="350362"/>
                  </a:lnTo>
                  <a:lnTo>
                    <a:pt x="402635" y="351977"/>
                  </a:lnTo>
                  <a:lnTo>
                    <a:pt x="402386" y="353590"/>
                  </a:lnTo>
                  <a:lnTo>
                    <a:pt x="403940" y="358116"/>
                  </a:lnTo>
                  <a:lnTo>
                    <a:pt x="404385" y="358621"/>
                  </a:lnTo>
                  <a:lnTo>
                    <a:pt x="405663" y="359247"/>
                  </a:lnTo>
                  <a:lnTo>
                    <a:pt x="407188" y="360746"/>
                  </a:lnTo>
                  <a:lnTo>
                    <a:pt x="407862" y="362045"/>
                  </a:lnTo>
                  <a:lnTo>
                    <a:pt x="410070" y="364112"/>
                  </a:lnTo>
                  <a:lnTo>
                    <a:pt x="410443" y="364972"/>
                  </a:lnTo>
                  <a:lnTo>
                    <a:pt x="410651" y="366363"/>
                  </a:lnTo>
                  <a:lnTo>
                    <a:pt x="411011" y="367558"/>
                  </a:lnTo>
                  <a:lnTo>
                    <a:pt x="411424" y="368416"/>
                  </a:lnTo>
                  <a:lnTo>
                    <a:pt x="411823" y="369634"/>
                  </a:lnTo>
                  <a:lnTo>
                    <a:pt x="412779" y="371070"/>
                  </a:lnTo>
                  <a:lnTo>
                    <a:pt x="414599" y="372677"/>
                  </a:lnTo>
                  <a:lnTo>
                    <a:pt x="415860" y="373789"/>
                  </a:lnTo>
                  <a:lnTo>
                    <a:pt x="417626" y="375350"/>
                  </a:lnTo>
                  <a:lnTo>
                    <a:pt x="419416" y="378538"/>
                  </a:lnTo>
                  <a:lnTo>
                    <a:pt x="420970" y="381306"/>
                  </a:lnTo>
                  <a:lnTo>
                    <a:pt x="422740" y="384042"/>
                  </a:lnTo>
                  <a:lnTo>
                    <a:pt x="422479" y="386223"/>
                  </a:lnTo>
                  <a:lnTo>
                    <a:pt x="424274" y="389598"/>
                  </a:lnTo>
                  <a:lnTo>
                    <a:pt x="426162" y="393886"/>
                  </a:lnTo>
                  <a:lnTo>
                    <a:pt x="427612" y="397691"/>
                  </a:lnTo>
                  <a:lnTo>
                    <a:pt x="428642" y="399818"/>
                  </a:lnTo>
                  <a:lnTo>
                    <a:pt x="429877" y="402900"/>
                  </a:lnTo>
                  <a:lnTo>
                    <a:pt x="431389" y="406670"/>
                  </a:lnTo>
                  <a:lnTo>
                    <a:pt x="433107" y="410961"/>
                  </a:lnTo>
                  <a:lnTo>
                    <a:pt x="434424" y="413714"/>
                  </a:lnTo>
                  <a:lnTo>
                    <a:pt x="436140" y="417567"/>
                  </a:lnTo>
                  <a:lnTo>
                    <a:pt x="436987" y="419866"/>
                  </a:lnTo>
                  <a:lnTo>
                    <a:pt x="436411" y="421437"/>
                  </a:lnTo>
                  <a:lnTo>
                    <a:pt x="435697" y="423385"/>
                  </a:lnTo>
                  <a:lnTo>
                    <a:pt x="437903" y="424308"/>
                  </a:lnTo>
                  <a:lnTo>
                    <a:pt x="439432" y="424947"/>
                  </a:lnTo>
                  <a:lnTo>
                    <a:pt x="439050" y="427110"/>
                  </a:lnTo>
                  <a:lnTo>
                    <a:pt x="438545" y="429964"/>
                  </a:lnTo>
                  <a:lnTo>
                    <a:pt x="440273" y="431090"/>
                  </a:lnTo>
                  <a:lnTo>
                    <a:pt x="441447" y="431854"/>
                  </a:lnTo>
                  <a:lnTo>
                    <a:pt x="441206" y="433352"/>
                  </a:lnTo>
                  <a:lnTo>
                    <a:pt x="441850" y="435046"/>
                  </a:lnTo>
                  <a:lnTo>
                    <a:pt x="441958" y="437848"/>
                  </a:lnTo>
                  <a:lnTo>
                    <a:pt x="444063" y="437667"/>
                  </a:lnTo>
                  <a:lnTo>
                    <a:pt x="444995" y="437587"/>
                  </a:lnTo>
                  <a:lnTo>
                    <a:pt x="446253" y="438830"/>
                  </a:lnTo>
                  <a:lnTo>
                    <a:pt x="447911" y="440471"/>
                  </a:lnTo>
                  <a:lnTo>
                    <a:pt x="449573" y="442007"/>
                  </a:lnTo>
                  <a:lnTo>
                    <a:pt x="450993" y="443319"/>
                  </a:lnTo>
                  <a:lnTo>
                    <a:pt x="452854" y="444094"/>
                  </a:lnTo>
                  <a:lnTo>
                    <a:pt x="455151" y="445210"/>
                  </a:lnTo>
                  <a:lnTo>
                    <a:pt x="456280" y="447490"/>
                  </a:lnTo>
                  <a:lnTo>
                    <a:pt x="458376" y="448468"/>
                  </a:lnTo>
                  <a:lnTo>
                    <a:pt x="459156" y="451661"/>
                  </a:lnTo>
                  <a:lnTo>
                    <a:pt x="461574" y="452834"/>
                  </a:lnTo>
                  <a:lnTo>
                    <a:pt x="462998" y="452052"/>
                  </a:lnTo>
                  <a:lnTo>
                    <a:pt x="463509" y="453354"/>
                  </a:lnTo>
                  <a:lnTo>
                    <a:pt x="463912" y="454853"/>
                  </a:lnTo>
                  <a:lnTo>
                    <a:pt x="464019" y="456743"/>
                  </a:lnTo>
                  <a:lnTo>
                    <a:pt x="463885" y="458584"/>
                  </a:lnTo>
                  <a:lnTo>
                    <a:pt x="463281" y="460126"/>
                  </a:lnTo>
                  <a:lnTo>
                    <a:pt x="462826" y="461789"/>
                  </a:lnTo>
                  <a:lnTo>
                    <a:pt x="462520" y="463573"/>
                  </a:lnTo>
                  <a:lnTo>
                    <a:pt x="462405" y="465491"/>
                  </a:lnTo>
                  <a:lnTo>
                    <a:pt x="462479" y="467544"/>
                  </a:lnTo>
                  <a:lnTo>
                    <a:pt x="462723" y="469335"/>
                  </a:lnTo>
                  <a:lnTo>
                    <a:pt x="463466" y="472647"/>
                  </a:lnTo>
                  <a:lnTo>
                    <a:pt x="463712" y="474677"/>
                  </a:lnTo>
                  <a:lnTo>
                    <a:pt x="463745" y="476028"/>
                  </a:lnTo>
                  <a:lnTo>
                    <a:pt x="462097" y="480782"/>
                  </a:lnTo>
                  <a:lnTo>
                    <a:pt x="461528" y="483050"/>
                  </a:lnTo>
                  <a:lnTo>
                    <a:pt x="461582" y="484066"/>
                  </a:lnTo>
                  <a:lnTo>
                    <a:pt x="460382" y="486428"/>
                  </a:lnTo>
                  <a:lnTo>
                    <a:pt x="458179" y="489730"/>
                  </a:lnTo>
                  <a:lnTo>
                    <a:pt x="457179" y="491636"/>
                  </a:lnTo>
                  <a:lnTo>
                    <a:pt x="456685" y="491009"/>
                  </a:lnTo>
                  <a:lnTo>
                    <a:pt x="453836" y="490515"/>
                  </a:lnTo>
                  <a:lnTo>
                    <a:pt x="452800" y="486296"/>
                  </a:lnTo>
                  <a:lnTo>
                    <a:pt x="452251" y="483023"/>
                  </a:lnTo>
                  <a:lnTo>
                    <a:pt x="451420" y="480171"/>
                  </a:lnTo>
                  <a:lnTo>
                    <a:pt x="451444" y="479524"/>
                  </a:lnTo>
                  <a:lnTo>
                    <a:pt x="452199" y="477622"/>
                  </a:lnTo>
                  <a:lnTo>
                    <a:pt x="455045" y="476055"/>
                  </a:lnTo>
                  <a:lnTo>
                    <a:pt x="455072" y="475433"/>
                  </a:lnTo>
                  <a:lnTo>
                    <a:pt x="454014" y="475018"/>
                  </a:lnTo>
                  <a:lnTo>
                    <a:pt x="453759" y="474337"/>
                  </a:lnTo>
                  <a:lnTo>
                    <a:pt x="453469" y="471252"/>
                  </a:lnTo>
                  <a:lnTo>
                    <a:pt x="453546" y="468545"/>
                  </a:lnTo>
                  <a:lnTo>
                    <a:pt x="453470" y="466752"/>
                  </a:lnTo>
                  <a:lnTo>
                    <a:pt x="452996" y="463083"/>
                  </a:lnTo>
                  <a:lnTo>
                    <a:pt x="452284" y="460838"/>
                  </a:lnTo>
                  <a:lnTo>
                    <a:pt x="450447" y="456459"/>
                  </a:lnTo>
                  <a:lnTo>
                    <a:pt x="450293" y="455355"/>
                  </a:lnTo>
                  <a:lnTo>
                    <a:pt x="451101" y="453970"/>
                  </a:lnTo>
                  <a:lnTo>
                    <a:pt x="451604" y="452679"/>
                  </a:lnTo>
                  <a:lnTo>
                    <a:pt x="448498" y="454924"/>
                  </a:lnTo>
                  <a:lnTo>
                    <a:pt x="444262" y="457284"/>
                  </a:lnTo>
                  <a:lnTo>
                    <a:pt x="442447" y="458929"/>
                  </a:lnTo>
                  <a:lnTo>
                    <a:pt x="442065" y="459590"/>
                  </a:lnTo>
                  <a:lnTo>
                    <a:pt x="441935" y="460147"/>
                  </a:lnTo>
                  <a:lnTo>
                    <a:pt x="442265" y="461699"/>
                  </a:lnTo>
                  <a:lnTo>
                    <a:pt x="442214" y="462197"/>
                  </a:lnTo>
                  <a:lnTo>
                    <a:pt x="441844" y="463115"/>
                  </a:lnTo>
                  <a:lnTo>
                    <a:pt x="441408" y="465707"/>
                  </a:lnTo>
                  <a:lnTo>
                    <a:pt x="440486" y="468456"/>
                  </a:lnTo>
                  <a:lnTo>
                    <a:pt x="440019" y="469021"/>
                  </a:lnTo>
                  <a:lnTo>
                    <a:pt x="438366" y="467994"/>
                  </a:lnTo>
                  <a:lnTo>
                    <a:pt x="437922" y="467114"/>
                  </a:lnTo>
                  <a:lnTo>
                    <a:pt x="437093" y="463524"/>
                  </a:lnTo>
                  <a:lnTo>
                    <a:pt x="437287" y="462568"/>
                  </a:lnTo>
                  <a:lnTo>
                    <a:pt x="437891" y="461763"/>
                  </a:lnTo>
                  <a:lnTo>
                    <a:pt x="438711" y="460023"/>
                  </a:lnTo>
                  <a:lnTo>
                    <a:pt x="439747" y="457348"/>
                  </a:lnTo>
                  <a:lnTo>
                    <a:pt x="441719" y="450550"/>
                  </a:lnTo>
                  <a:lnTo>
                    <a:pt x="443009" y="450517"/>
                  </a:lnTo>
                  <a:lnTo>
                    <a:pt x="445284" y="449171"/>
                  </a:lnTo>
                  <a:lnTo>
                    <a:pt x="441715" y="448496"/>
                  </a:lnTo>
                  <a:lnTo>
                    <a:pt x="441183" y="448141"/>
                  </a:lnTo>
                  <a:lnTo>
                    <a:pt x="440702" y="447215"/>
                  </a:lnTo>
                  <a:lnTo>
                    <a:pt x="440276" y="445717"/>
                  </a:lnTo>
                  <a:lnTo>
                    <a:pt x="439549" y="444050"/>
                  </a:lnTo>
                  <a:lnTo>
                    <a:pt x="438192" y="443466"/>
                  </a:lnTo>
                  <a:lnTo>
                    <a:pt x="437598" y="442851"/>
                  </a:lnTo>
                  <a:lnTo>
                    <a:pt x="436702" y="440829"/>
                  </a:lnTo>
                  <a:lnTo>
                    <a:pt x="436099" y="439920"/>
                  </a:lnTo>
                  <a:lnTo>
                    <a:pt x="435770" y="438796"/>
                  </a:lnTo>
                  <a:lnTo>
                    <a:pt x="435713" y="437460"/>
                  </a:lnTo>
                  <a:lnTo>
                    <a:pt x="435457" y="436787"/>
                  </a:lnTo>
                  <a:lnTo>
                    <a:pt x="434522" y="436543"/>
                  </a:lnTo>
                  <a:lnTo>
                    <a:pt x="434016" y="436085"/>
                  </a:lnTo>
                  <a:lnTo>
                    <a:pt x="433880" y="432635"/>
                  </a:lnTo>
                  <a:lnTo>
                    <a:pt x="432023" y="431747"/>
                  </a:lnTo>
                  <a:lnTo>
                    <a:pt x="431261" y="430984"/>
                  </a:lnTo>
                  <a:lnTo>
                    <a:pt x="430040" y="428830"/>
                  </a:lnTo>
                  <a:lnTo>
                    <a:pt x="429702" y="427783"/>
                  </a:lnTo>
                  <a:lnTo>
                    <a:pt x="429593" y="426908"/>
                  </a:lnTo>
                  <a:lnTo>
                    <a:pt x="429893" y="424529"/>
                  </a:lnTo>
                  <a:lnTo>
                    <a:pt x="429767" y="424083"/>
                  </a:lnTo>
                  <a:lnTo>
                    <a:pt x="428684" y="424330"/>
                  </a:lnTo>
                  <a:lnTo>
                    <a:pt x="421951" y="420645"/>
                  </a:lnTo>
                  <a:lnTo>
                    <a:pt x="422307" y="415778"/>
                  </a:lnTo>
                  <a:lnTo>
                    <a:pt x="421061" y="409358"/>
                  </a:lnTo>
                  <a:lnTo>
                    <a:pt x="419723" y="406754"/>
                  </a:lnTo>
                  <a:lnTo>
                    <a:pt x="419988" y="405742"/>
                  </a:lnTo>
                  <a:lnTo>
                    <a:pt x="420276" y="405205"/>
                  </a:lnTo>
                  <a:lnTo>
                    <a:pt x="420875" y="405194"/>
                  </a:lnTo>
                  <a:lnTo>
                    <a:pt x="423457" y="407084"/>
                  </a:lnTo>
                  <a:lnTo>
                    <a:pt x="425888" y="409329"/>
                  </a:lnTo>
                  <a:lnTo>
                    <a:pt x="426203" y="409001"/>
                  </a:lnTo>
                  <a:lnTo>
                    <a:pt x="422319" y="404249"/>
                  </a:lnTo>
                  <a:lnTo>
                    <a:pt x="421347" y="402827"/>
                  </a:lnTo>
                  <a:lnTo>
                    <a:pt x="421106" y="401119"/>
                  </a:lnTo>
                  <a:lnTo>
                    <a:pt x="421092" y="400206"/>
                  </a:lnTo>
                  <a:lnTo>
                    <a:pt x="421400" y="399725"/>
                  </a:lnTo>
                  <a:lnTo>
                    <a:pt x="425045" y="400152"/>
                  </a:lnTo>
                  <a:lnTo>
                    <a:pt x="425261" y="399798"/>
                  </a:lnTo>
                  <a:lnTo>
                    <a:pt x="421567" y="398410"/>
                  </a:lnTo>
                  <a:lnTo>
                    <a:pt x="420812" y="398415"/>
                  </a:lnTo>
                  <a:lnTo>
                    <a:pt x="420003" y="400409"/>
                  </a:lnTo>
                  <a:lnTo>
                    <a:pt x="419619" y="400881"/>
                  </a:lnTo>
                  <a:lnTo>
                    <a:pt x="418826" y="400786"/>
                  </a:lnTo>
                  <a:lnTo>
                    <a:pt x="418560" y="400480"/>
                  </a:lnTo>
                  <a:lnTo>
                    <a:pt x="417619" y="398063"/>
                  </a:lnTo>
                  <a:lnTo>
                    <a:pt x="416728" y="396382"/>
                  </a:lnTo>
                  <a:lnTo>
                    <a:pt x="415063" y="394051"/>
                  </a:lnTo>
                  <a:lnTo>
                    <a:pt x="414750" y="392390"/>
                  </a:lnTo>
                  <a:lnTo>
                    <a:pt x="414670" y="389946"/>
                  </a:lnTo>
                  <a:lnTo>
                    <a:pt x="414890" y="387636"/>
                  </a:lnTo>
                  <a:lnTo>
                    <a:pt x="416251" y="382358"/>
                  </a:lnTo>
                  <a:lnTo>
                    <a:pt x="416800" y="381446"/>
                  </a:lnTo>
                  <a:lnTo>
                    <a:pt x="416944" y="380872"/>
                  </a:lnTo>
                  <a:lnTo>
                    <a:pt x="416525" y="380959"/>
                  </a:lnTo>
                  <a:lnTo>
                    <a:pt x="416126" y="381459"/>
                  </a:lnTo>
                  <a:lnTo>
                    <a:pt x="415001" y="383911"/>
                  </a:lnTo>
                  <a:lnTo>
                    <a:pt x="413843" y="387929"/>
                  </a:lnTo>
                  <a:lnTo>
                    <a:pt x="412897" y="389300"/>
                  </a:lnTo>
                  <a:lnTo>
                    <a:pt x="412302" y="388968"/>
                  </a:lnTo>
                  <a:lnTo>
                    <a:pt x="411402" y="387330"/>
                  </a:lnTo>
                  <a:lnTo>
                    <a:pt x="409525" y="385333"/>
                  </a:lnTo>
                  <a:lnTo>
                    <a:pt x="407354" y="384815"/>
                  </a:lnTo>
                  <a:lnTo>
                    <a:pt x="405983" y="382772"/>
                  </a:lnTo>
                  <a:lnTo>
                    <a:pt x="403955" y="377086"/>
                  </a:lnTo>
                  <a:lnTo>
                    <a:pt x="403684" y="374252"/>
                  </a:lnTo>
                  <a:lnTo>
                    <a:pt x="403424" y="373560"/>
                  </a:lnTo>
                  <a:lnTo>
                    <a:pt x="402323" y="372639"/>
                  </a:lnTo>
                  <a:lnTo>
                    <a:pt x="401648" y="371277"/>
                  </a:lnTo>
                  <a:lnTo>
                    <a:pt x="400605" y="364370"/>
                  </a:lnTo>
                  <a:lnTo>
                    <a:pt x="399229" y="359570"/>
                  </a:lnTo>
                  <a:lnTo>
                    <a:pt x="398886" y="357034"/>
                  </a:lnTo>
                  <a:lnTo>
                    <a:pt x="399002" y="354517"/>
                  </a:lnTo>
                  <a:lnTo>
                    <a:pt x="398823" y="354240"/>
                  </a:lnTo>
                  <a:lnTo>
                    <a:pt x="398349" y="356201"/>
                  </a:lnTo>
                  <a:lnTo>
                    <a:pt x="398224" y="357224"/>
                  </a:lnTo>
                  <a:lnTo>
                    <a:pt x="397355" y="357513"/>
                  </a:lnTo>
                  <a:lnTo>
                    <a:pt x="398173" y="359498"/>
                  </a:lnTo>
                  <a:lnTo>
                    <a:pt x="398378" y="360491"/>
                  </a:lnTo>
                  <a:lnTo>
                    <a:pt x="397968" y="360409"/>
                  </a:lnTo>
                  <a:lnTo>
                    <a:pt x="397132" y="360657"/>
                  </a:lnTo>
                  <a:lnTo>
                    <a:pt x="398549" y="364047"/>
                  </a:lnTo>
                  <a:lnTo>
                    <a:pt x="399183" y="369305"/>
                  </a:lnTo>
                  <a:lnTo>
                    <a:pt x="400122" y="373202"/>
                  </a:lnTo>
                  <a:lnTo>
                    <a:pt x="400731" y="376359"/>
                  </a:lnTo>
                  <a:lnTo>
                    <a:pt x="401005" y="378757"/>
                  </a:lnTo>
                  <a:lnTo>
                    <a:pt x="401403" y="381048"/>
                  </a:lnTo>
                  <a:lnTo>
                    <a:pt x="402499" y="386111"/>
                  </a:lnTo>
                  <a:lnTo>
                    <a:pt x="402649" y="387118"/>
                  </a:lnTo>
                  <a:lnTo>
                    <a:pt x="402517" y="387942"/>
                  </a:lnTo>
                  <a:lnTo>
                    <a:pt x="402155" y="388919"/>
                  </a:lnTo>
                  <a:lnTo>
                    <a:pt x="401529" y="389287"/>
                  </a:lnTo>
                  <a:lnTo>
                    <a:pt x="399568" y="388622"/>
                  </a:lnTo>
                  <a:lnTo>
                    <a:pt x="398829" y="387369"/>
                  </a:lnTo>
                  <a:lnTo>
                    <a:pt x="397771" y="385069"/>
                  </a:lnTo>
                  <a:lnTo>
                    <a:pt x="396286" y="384007"/>
                  </a:lnTo>
                  <a:lnTo>
                    <a:pt x="392610" y="384534"/>
                  </a:lnTo>
                  <a:lnTo>
                    <a:pt x="392316" y="384358"/>
                  </a:lnTo>
                  <a:lnTo>
                    <a:pt x="392331" y="382478"/>
                  </a:lnTo>
                  <a:lnTo>
                    <a:pt x="392753" y="379132"/>
                  </a:lnTo>
                  <a:lnTo>
                    <a:pt x="392413" y="377783"/>
                  </a:lnTo>
                  <a:lnTo>
                    <a:pt x="390513" y="372866"/>
                  </a:lnTo>
                  <a:lnTo>
                    <a:pt x="390542" y="371905"/>
                  </a:lnTo>
                  <a:lnTo>
                    <a:pt x="393183" y="369650"/>
                  </a:lnTo>
                  <a:lnTo>
                    <a:pt x="391900" y="369478"/>
                  </a:lnTo>
                  <a:lnTo>
                    <a:pt x="390865" y="370358"/>
                  </a:lnTo>
                  <a:lnTo>
                    <a:pt x="390466" y="369790"/>
                  </a:lnTo>
                  <a:lnTo>
                    <a:pt x="389841" y="366639"/>
                  </a:lnTo>
                  <a:lnTo>
                    <a:pt x="389438" y="365465"/>
                  </a:lnTo>
                  <a:lnTo>
                    <a:pt x="389239" y="365213"/>
                  </a:lnTo>
                  <a:lnTo>
                    <a:pt x="389124" y="368207"/>
                  </a:lnTo>
                  <a:lnTo>
                    <a:pt x="389562" y="369783"/>
                  </a:lnTo>
                  <a:lnTo>
                    <a:pt x="389624" y="370694"/>
                  </a:lnTo>
                  <a:lnTo>
                    <a:pt x="389554" y="371964"/>
                  </a:lnTo>
                  <a:lnTo>
                    <a:pt x="389278" y="372874"/>
                  </a:lnTo>
                  <a:lnTo>
                    <a:pt x="388797" y="373426"/>
                  </a:lnTo>
                  <a:lnTo>
                    <a:pt x="388315" y="373564"/>
                  </a:lnTo>
                  <a:lnTo>
                    <a:pt x="387423" y="372931"/>
                  </a:lnTo>
                  <a:lnTo>
                    <a:pt x="386433" y="371738"/>
                  </a:lnTo>
                  <a:lnTo>
                    <a:pt x="385569" y="371175"/>
                  </a:lnTo>
                  <a:lnTo>
                    <a:pt x="385247" y="370697"/>
                  </a:lnTo>
                  <a:lnTo>
                    <a:pt x="384838" y="369380"/>
                  </a:lnTo>
                  <a:lnTo>
                    <a:pt x="384167" y="368380"/>
                  </a:lnTo>
                  <a:lnTo>
                    <a:pt x="380940" y="367112"/>
                  </a:lnTo>
                  <a:lnTo>
                    <a:pt x="379014" y="365616"/>
                  </a:lnTo>
                  <a:lnTo>
                    <a:pt x="378854" y="366010"/>
                  </a:lnTo>
                  <a:lnTo>
                    <a:pt x="379455" y="367611"/>
                  </a:lnTo>
                  <a:lnTo>
                    <a:pt x="379513" y="368558"/>
                  </a:lnTo>
                  <a:lnTo>
                    <a:pt x="379028" y="368846"/>
                  </a:lnTo>
                  <a:lnTo>
                    <a:pt x="378161" y="370365"/>
                  </a:lnTo>
                  <a:lnTo>
                    <a:pt x="378413" y="370575"/>
                  </a:lnTo>
                  <a:lnTo>
                    <a:pt x="379331" y="370075"/>
                  </a:lnTo>
                  <a:lnTo>
                    <a:pt x="380354" y="370134"/>
                  </a:lnTo>
                  <a:lnTo>
                    <a:pt x="382047" y="371061"/>
                  </a:lnTo>
                  <a:lnTo>
                    <a:pt x="383585" y="372270"/>
                  </a:lnTo>
                  <a:lnTo>
                    <a:pt x="384143" y="372948"/>
                  </a:lnTo>
                  <a:lnTo>
                    <a:pt x="384373" y="373951"/>
                  </a:lnTo>
                  <a:lnTo>
                    <a:pt x="384565" y="374310"/>
                  </a:lnTo>
                  <a:lnTo>
                    <a:pt x="386069" y="375480"/>
                  </a:lnTo>
                  <a:lnTo>
                    <a:pt x="386141" y="376096"/>
                  </a:lnTo>
                  <a:lnTo>
                    <a:pt x="385172" y="377932"/>
                  </a:lnTo>
                  <a:lnTo>
                    <a:pt x="387169" y="377731"/>
                  </a:lnTo>
                  <a:lnTo>
                    <a:pt x="388330" y="378388"/>
                  </a:lnTo>
                  <a:lnTo>
                    <a:pt x="389813" y="381223"/>
                  </a:lnTo>
                  <a:lnTo>
                    <a:pt x="390318" y="382806"/>
                  </a:lnTo>
                  <a:lnTo>
                    <a:pt x="390386" y="384831"/>
                  </a:lnTo>
                  <a:lnTo>
                    <a:pt x="390077" y="385421"/>
                  </a:lnTo>
                  <a:lnTo>
                    <a:pt x="389487" y="385830"/>
                  </a:lnTo>
                  <a:lnTo>
                    <a:pt x="385432" y="386492"/>
                  </a:lnTo>
                  <a:lnTo>
                    <a:pt x="383967" y="388937"/>
                  </a:lnTo>
                  <a:lnTo>
                    <a:pt x="383665" y="388973"/>
                  </a:lnTo>
                  <a:lnTo>
                    <a:pt x="382549" y="388310"/>
                  </a:lnTo>
                  <a:lnTo>
                    <a:pt x="380526" y="386361"/>
                  </a:lnTo>
                  <a:lnTo>
                    <a:pt x="378004" y="384505"/>
                  </a:lnTo>
                  <a:lnTo>
                    <a:pt x="372250" y="379009"/>
                  </a:lnTo>
                  <a:lnTo>
                    <a:pt x="372093" y="378751"/>
                  </a:lnTo>
                  <a:lnTo>
                    <a:pt x="371999" y="377689"/>
                  </a:lnTo>
                  <a:lnTo>
                    <a:pt x="371604" y="377147"/>
                  </a:lnTo>
                  <a:lnTo>
                    <a:pt x="370823" y="376684"/>
                  </a:lnTo>
                  <a:lnTo>
                    <a:pt x="369740" y="375290"/>
                  </a:lnTo>
                  <a:lnTo>
                    <a:pt x="368354" y="372971"/>
                  </a:lnTo>
                  <a:lnTo>
                    <a:pt x="367497" y="371159"/>
                  </a:lnTo>
                  <a:lnTo>
                    <a:pt x="367170" y="369855"/>
                  </a:lnTo>
                  <a:lnTo>
                    <a:pt x="366365" y="368364"/>
                  </a:lnTo>
                  <a:lnTo>
                    <a:pt x="363759" y="365251"/>
                  </a:lnTo>
                  <a:lnTo>
                    <a:pt x="362397" y="364055"/>
                  </a:lnTo>
                  <a:lnTo>
                    <a:pt x="361193" y="363381"/>
                  </a:lnTo>
                  <a:lnTo>
                    <a:pt x="360146" y="363233"/>
                  </a:lnTo>
                  <a:lnTo>
                    <a:pt x="359864" y="362818"/>
                  </a:lnTo>
                  <a:lnTo>
                    <a:pt x="360347" y="362136"/>
                  </a:lnTo>
                  <a:lnTo>
                    <a:pt x="360418" y="361731"/>
                  </a:lnTo>
                  <a:lnTo>
                    <a:pt x="358111" y="361092"/>
                  </a:lnTo>
                  <a:lnTo>
                    <a:pt x="355916" y="359634"/>
                  </a:lnTo>
                  <a:lnTo>
                    <a:pt x="350350" y="355535"/>
                  </a:lnTo>
                  <a:lnTo>
                    <a:pt x="347476" y="352969"/>
                  </a:lnTo>
                  <a:lnTo>
                    <a:pt x="345798" y="351743"/>
                  </a:lnTo>
                  <a:lnTo>
                    <a:pt x="345082" y="351053"/>
                  </a:lnTo>
                  <a:lnTo>
                    <a:pt x="344767" y="350493"/>
                  </a:lnTo>
                  <a:lnTo>
                    <a:pt x="345170" y="349908"/>
                  </a:lnTo>
                  <a:lnTo>
                    <a:pt x="346290" y="349294"/>
                  </a:lnTo>
                  <a:lnTo>
                    <a:pt x="347052" y="348600"/>
                  </a:lnTo>
                  <a:lnTo>
                    <a:pt x="348253" y="346006"/>
                  </a:lnTo>
                  <a:lnTo>
                    <a:pt x="348344" y="345172"/>
                  </a:lnTo>
                  <a:lnTo>
                    <a:pt x="347699" y="343285"/>
                  </a:lnTo>
                  <a:lnTo>
                    <a:pt x="347411" y="341568"/>
                  </a:lnTo>
                  <a:lnTo>
                    <a:pt x="347423" y="340616"/>
                  </a:lnTo>
                  <a:lnTo>
                    <a:pt x="347570" y="339675"/>
                  </a:lnTo>
                  <a:lnTo>
                    <a:pt x="347753" y="339056"/>
                  </a:lnTo>
                  <a:lnTo>
                    <a:pt x="348262" y="338457"/>
                  </a:lnTo>
                  <a:lnTo>
                    <a:pt x="348619" y="338156"/>
                  </a:lnTo>
                  <a:lnTo>
                    <a:pt x="349060" y="338361"/>
                  </a:lnTo>
                  <a:lnTo>
                    <a:pt x="350472" y="340720"/>
                  </a:lnTo>
                  <a:lnTo>
                    <a:pt x="350671" y="341578"/>
                  </a:lnTo>
                  <a:lnTo>
                    <a:pt x="350606" y="344806"/>
                  </a:lnTo>
                  <a:lnTo>
                    <a:pt x="351011" y="348582"/>
                  </a:lnTo>
                  <a:lnTo>
                    <a:pt x="351139" y="348303"/>
                  </a:lnTo>
                  <a:lnTo>
                    <a:pt x="351269" y="347055"/>
                  </a:lnTo>
                  <a:lnTo>
                    <a:pt x="351352" y="344670"/>
                  </a:lnTo>
                  <a:lnTo>
                    <a:pt x="351511" y="343525"/>
                  </a:lnTo>
                  <a:lnTo>
                    <a:pt x="351815" y="342408"/>
                  </a:lnTo>
                  <a:lnTo>
                    <a:pt x="352326" y="341818"/>
                  </a:lnTo>
                  <a:lnTo>
                    <a:pt x="353917" y="342161"/>
                  </a:lnTo>
                  <a:lnTo>
                    <a:pt x="354651" y="341961"/>
                  </a:lnTo>
                  <a:lnTo>
                    <a:pt x="351551" y="340254"/>
                  </a:lnTo>
                  <a:lnTo>
                    <a:pt x="349600" y="337056"/>
                  </a:lnTo>
                  <a:lnTo>
                    <a:pt x="349248" y="336723"/>
                  </a:lnTo>
                  <a:lnTo>
                    <a:pt x="348181" y="336580"/>
                  </a:lnTo>
                  <a:lnTo>
                    <a:pt x="347051" y="337870"/>
                  </a:lnTo>
                  <a:lnTo>
                    <a:pt x="344144" y="342087"/>
                  </a:lnTo>
                  <a:lnTo>
                    <a:pt x="343332" y="342828"/>
                  </a:lnTo>
                  <a:lnTo>
                    <a:pt x="339677" y="345162"/>
                  </a:lnTo>
                  <a:lnTo>
                    <a:pt x="337202" y="345632"/>
                  </a:lnTo>
                  <a:lnTo>
                    <a:pt x="334416" y="345265"/>
                  </a:lnTo>
                  <a:lnTo>
                    <a:pt x="332043" y="344506"/>
                  </a:lnTo>
                  <a:lnTo>
                    <a:pt x="326086" y="340815"/>
                  </a:lnTo>
                  <a:lnTo>
                    <a:pt x="325155" y="339958"/>
                  </a:lnTo>
                  <a:lnTo>
                    <a:pt x="326541" y="337675"/>
                  </a:lnTo>
                  <a:lnTo>
                    <a:pt x="326598" y="336963"/>
                  </a:lnTo>
                  <a:lnTo>
                    <a:pt x="326115" y="334638"/>
                  </a:lnTo>
                  <a:lnTo>
                    <a:pt x="325718" y="333974"/>
                  </a:lnTo>
                  <a:lnTo>
                    <a:pt x="325150" y="333608"/>
                  </a:lnTo>
                  <a:lnTo>
                    <a:pt x="324992" y="333869"/>
                  </a:lnTo>
                  <a:lnTo>
                    <a:pt x="324986" y="334559"/>
                  </a:lnTo>
                  <a:lnTo>
                    <a:pt x="325138" y="335836"/>
                  </a:lnTo>
                  <a:lnTo>
                    <a:pt x="324683" y="336511"/>
                  </a:lnTo>
                  <a:lnTo>
                    <a:pt x="323670" y="337240"/>
                  </a:lnTo>
                  <a:lnTo>
                    <a:pt x="321964" y="337975"/>
                  </a:lnTo>
                  <a:lnTo>
                    <a:pt x="316675" y="336097"/>
                  </a:lnTo>
                  <a:lnTo>
                    <a:pt x="311258" y="334543"/>
                  </a:lnTo>
                  <a:lnTo>
                    <a:pt x="306419" y="334220"/>
                  </a:lnTo>
                  <a:lnTo>
                    <a:pt x="299589" y="335459"/>
                  </a:lnTo>
                  <a:lnTo>
                    <a:pt x="295945" y="336704"/>
                  </a:lnTo>
                  <a:lnTo>
                    <a:pt x="293820" y="336825"/>
                  </a:lnTo>
                  <a:lnTo>
                    <a:pt x="291776" y="336600"/>
                  </a:lnTo>
                  <a:lnTo>
                    <a:pt x="291608" y="335732"/>
                  </a:lnTo>
                  <a:lnTo>
                    <a:pt x="292543" y="335223"/>
                  </a:lnTo>
                  <a:lnTo>
                    <a:pt x="292491" y="334593"/>
                  </a:lnTo>
                  <a:lnTo>
                    <a:pt x="291309" y="332631"/>
                  </a:lnTo>
                  <a:lnTo>
                    <a:pt x="289516" y="331441"/>
                  </a:lnTo>
                  <a:lnTo>
                    <a:pt x="287111" y="331021"/>
                  </a:lnTo>
                  <a:lnTo>
                    <a:pt x="285734" y="330447"/>
                  </a:lnTo>
                  <a:lnTo>
                    <a:pt x="285385" y="329721"/>
                  </a:lnTo>
                  <a:lnTo>
                    <a:pt x="284534" y="329027"/>
                  </a:lnTo>
                  <a:lnTo>
                    <a:pt x="283181" y="328366"/>
                  </a:lnTo>
                  <a:lnTo>
                    <a:pt x="282585" y="327182"/>
                  </a:lnTo>
                  <a:lnTo>
                    <a:pt x="283059" y="323517"/>
                  </a:lnTo>
                  <a:lnTo>
                    <a:pt x="283523" y="321318"/>
                  </a:lnTo>
                  <a:lnTo>
                    <a:pt x="283984" y="319810"/>
                  </a:lnTo>
                  <a:lnTo>
                    <a:pt x="285147" y="317314"/>
                  </a:lnTo>
                  <a:lnTo>
                    <a:pt x="284741" y="317499"/>
                  </a:lnTo>
                  <a:lnTo>
                    <a:pt x="283051" y="319330"/>
                  </a:lnTo>
                  <a:lnTo>
                    <a:pt x="281577" y="321220"/>
                  </a:lnTo>
                  <a:lnTo>
                    <a:pt x="280213" y="323680"/>
                  </a:lnTo>
                  <a:lnTo>
                    <a:pt x="279400" y="324811"/>
                  </a:lnTo>
                  <a:lnTo>
                    <a:pt x="278357" y="325853"/>
                  </a:lnTo>
                  <a:lnTo>
                    <a:pt x="276730" y="325603"/>
                  </a:lnTo>
                  <a:lnTo>
                    <a:pt x="274519" y="324062"/>
                  </a:lnTo>
                  <a:lnTo>
                    <a:pt x="272627" y="323269"/>
                  </a:lnTo>
                  <a:lnTo>
                    <a:pt x="271051" y="323220"/>
                  </a:lnTo>
                  <a:lnTo>
                    <a:pt x="270428" y="322956"/>
                  </a:lnTo>
                  <a:lnTo>
                    <a:pt x="271503" y="321582"/>
                  </a:lnTo>
                  <a:lnTo>
                    <a:pt x="272123" y="320478"/>
                  </a:lnTo>
                  <a:lnTo>
                    <a:pt x="272971" y="318707"/>
                  </a:lnTo>
                  <a:lnTo>
                    <a:pt x="273157" y="317845"/>
                  </a:lnTo>
                  <a:lnTo>
                    <a:pt x="267379" y="317562"/>
                  </a:lnTo>
                  <a:lnTo>
                    <a:pt x="267167" y="316629"/>
                  </a:lnTo>
                  <a:lnTo>
                    <a:pt x="267159" y="315942"/>
                  </a:lnTo>
                  <a:lnTo>
                    <a:pt x="266973" y="315374"/>
                  </a:lnTo>
                  <a:lnTo>
                    <a:pt x="266136" y="314951"/>
                  </a:lnTo>
                  <a:lnTo>
                    <a:pt x="264964" y="315274"/>
                  </a:lnTo>
                  <a:lnTo>
                    <a:pt x="263065" y="316378"/>
                  </a:lnTo>
                  <a:lnTo>
                    <a:pt x="262243" y="315539"/>
                  </a:lnTo>
                  <a:lnTo>
                    <a:pt x="262536" y="315068"/>
                  </a:lnTo>
                  <a:lnTo>
                    <a:pt x="263156" y="314723"/>
                  </a:lnTo>
                  <a:lnTo>
                    <a:pt x="264418" y="313126"/>
                  </a:lnTo>
                  <a:lnTo>
                    <a:pt x="262713" y="312298"/>
                  </a:lnTo>
                  <a:lnTo>
                    <a:pt x="261840" y="311350"/>
                  </a:lnTo>
                  <a:lnTo>
                    <a:pt x="261415" y="310571"/>
                  </a:lnTo>
                  <a:lnTo>
                    <a:pt x="261444" y="307757"/>
                  </a:lnTo>
                  <a:lnTo>
                    <a:pt x="261894" y="305955"/>
                  </a:lnTo>
                  <a:lnTo>
                    <a:pt x="265723" y="304208"/>
                  </a:lnTo>
                  <a:lnTo>
                    <a:pt x="264511" y="303522"/>
                  </a:lnTo>
                  <a:lnTo>
                    <a:pt x="262094" y="303759"/>
                  </a:lnTo>
                  <a:lnTo>
                    <a:pt x="260470" y="305245"/>
                  </a:lnTo>
                  <a:lnTo>
                    <a:pt x="258543" y="307392"/>
                  </a:lnTo>
                  <a:lnTo>
                    <a:pt x="257250" y="308193"/>
                  </a:lnTo>
                  <a:lnTo>
                    <a:pt x="256590" y="307649"/>
                  </a:lnTo>
                  <a:lnTo>
                    <a:pt x="255717" y="307461"/>
                  </a:lnTo>
                  <a:lnTo>
                    <a:pt x="254631" y="307630"/>
                  </a:lnTo>
                  <a:lnTo>
                    <a:pt x="253902" y="308178"/>
                  </a:lnTo>
                  <a:lnTo>
                    <a:pt x="253527" y="309109"/>
                  </a:lnTo>
                  <a:lnTo>
                    <a:pt x="253095" y="309738"/>
                  </a:lnTo>
                  <a:lnTo>
                    <a:pt x="252604" y="310063"/>
                  </a:lnTo>
                  <a:lnTo>
                    <a:pt x="252248" y="309959"/>
                  </a:lnTo>
                  <a:lnTo>
                    <a:pt x="251726" y="309005"/>
                  </a:lnTo>
                  <a:lnTo>
                    <a:pt x="250631" y="308413"/>
                  </a:lnTo>
                  <a:lnTo>
                    <a:pt x="250094" y="307686"/>
                  </a:lnTo>
                  <a:lnTo>
                    <a:pt x="249786" y="308144"/>
                  </a:lnTo>
                  <a:lnTo>
                    <a:pt x="249412" y="309516"/>
                  </a:lnTo>
                  <a:lnTo>
                    <a:pt x="249017" y="310210"/>
                  </a:lnTo>
                  <a:lnTo>
                    <a:pt x="247165" y="310923"/>
                  </a:lnTo>
                  <a:lnTo>
                    <a:pt x="246148" y="310790"/>
                  </a:lnTo>
                  <a:lnTo>
                    <a:pt x="244933" y="309064"/>
                  </a:lnTo>
                  <a:lnTo>
                    <a:pt x="244758" y="308465"/>
                  </a:lnTo>
                  <a:lnTo>
                    <a:pt x="245172" y="306973"/>
                  </a:lnTo>
                  <a:lnTo>
                    <a:pt x="247845" y="301067"/>
                  </a:lnTo>
                  <a:lnTo>
                    <a:pt x="247578" y="301100"/>
                  </a:lnTo>
                  <a:lnTo>
                    <a:pt x="246712" y="302029"/>
                  </a:lnTo>
                  <a:lnTo>
                    <a:pt x="244987" y="304389"/>
                  </a:lnTo>
                  <a:lnTo>
                    <a:pt x="244219" y="305093"/>
                  </a:lnTo>
                  <a:lnTo>
                    <a:pt x="242896" y="305181"/>
                  </a:lnTo>
                  <a:lnTo>
                    <a:pt x="242277" y="304927"/>
                  </a:lnTo>
                  <a:lnTo>
                    <a:pt x="241530" y="305119"/>
                  </a:lnTo>
                  <a:lnTo>
                    <a:pt x="240654" y="305751"/>
                  </a:lnTo>
                  <a:lnTo>
                    <a:pt x="240083" y="306444"/>
                  </a:lnTo>
                  <a:lnTo>
                    <a:pt x="239815" y="307197"/>
                  </a:lnTo>
                  <a:lnTo>
                    <a:pt x="239997" y="307326"/>
                  </a:lnTo>
                  <a:lnTo>
                    <a:pt x="241318" y="306466"/>
                  </a:lnTo>
                  <a:lnTo>
                    <a:pt x="242068" y="306235"/>
                  </a:lnTo>
                  <a:lnTo>
                    <a:pt x="242277" y="306652"/>
                  </a:lnTo>
                  <a:lnTo>
                    <a:pt x="241248" y="309318"/>
                  </a:lnTo>
                  <a:lnTo>
                    <a:pt x="240623" y="311863"/>
                  </a:lnTo>
                  <a:lnTo>
                    <a:pt x="240028" y="312504"/>
                  </a:lnTo>
                  <a:lnTo>
                    <a:pt x="239080" y="312397"/>
                  </a:lnTo>
                  <a:lnTo>
                    <a:pt x="238043" y="312648"/>
                  </a:lnTo>
                  <a:lnTo>
                    <a:pt x="238028" y="313359"/>
                  </a:lnTo>
                  <a:lnTo>
                    <a:pt x="239962" y="315395"/>
                  </a:lnTo>
                  <a:lnTo>
                    <a:pt x="240662" y="315682"/>
                  </a:lnTo>
                  <a:lnTo>
                    <a:pt x="241556" y="316410"/>
                  </a:lnTo>
                  <a:lnTo>
                    <a:pt x="241692" y="317131"/>
                  </a:lnTo>
                  <a:lnTo>
                    <a:pt x="241357" y="319080"/>
                  </a:lnTo>
                  <a:lnTo>
                    <a:pt x="241104" y="319848"/>
                  </a:lnTo>
                  <a:lnTo>
                    <a:pt x="240696" y="320247"/>
                  </a:lnTo>
                  <a:lnTo>
                    <a:pt x="239120" y="320181"/>
                  </a:lnTo>
                  <a:lnTo>
                    <a:pt x="238611" y="320383"/>
                  </a:lnTo>
                  <a:lnTo>
                    <a:pt x="237550" y="321608"/>
                  </a:lnTo>
                  <a:lnTo>
                    <a:pt x="237019" y="322622"/>
                  </a:lnTo>
                  <a:lnTo>
                    <a:pt x="237213" y="322712"/>
                  </a:lnTo>
                  <a:lnTo>
                    <a:pt x="238129" y="321874"/>
                  </a:lnTo>
                  <a:lnTo>
                    <a:pt x="239460" y="321425"/>
                  </a:lnTo>
                  <a:lnTo>
                    <a:pt x="241209" y="321363"/>
                  </a:lnTo>
                  <a:lnTo>
                    <a:pt x="242512" y="320918"/>
                  </a:lnTo>
                  <a:lnTo>
                    <a:pt x="243368" y="320090"/>
                  </a:lnTo>
                  <a:lnTo>
                    <a:pt x="244203" y="320325"/>
                  </a:lnTo>
                  <a:lnTo>
                    <a:pt x="245015" y="321621"/>
                  </a:lnTo>
                  <a:lnTo>
                    <a:pt x="245258" y="322758"/>
                  </a:lnTo>
                  <a:lnTo>
                    <a:pt x="244931" y="323733"/>
                  </a:lnTo>
                  <a:lnTo>
                    <a:pt x="244260" y="324429"/>
                  </a:lnTo>
                  <a:lnTo>
                    <a:pt x="243246" y="324846"/>
                  </a:lnTo>
                  <a:lnTo>
                    <a:pt x="242607" y="325470"/>
                  </a:lnTo>
                  <a:lnTo>
                    <a:pt x="242340" y="326302"/>
                  </a:lnTo>
                  <a:lnTo>
                    <a:pt x="242190" y="327537"/>
                  </a:lnTo>
                  <a:lnTo>
                    <a:pt x="242156" y="329176"/>
                  </a:lnTo>
                  <a:lnTo>
                    <a:pt x="242413" y="332128"/>
                  </a:lnTo>
                  <a:lnTo>
                    <a:pt x="242216" y="332527"/>
                  </a:lnTo>
                  <a:lnTo>
                    <a:pt x="241835" y="332747"/>
                  </a:lnTo>
                  <a:lnTo>
                    <a:pt x="241270" y="332787"/>
                  </a:lnTo>
                  <a:lnTo>
                    <a:pt x="240761" y="333480"/>
                  </a:lnTo>
                  <a:lnTo>
                    <a:pt x="239572" y="337407"/>
                  </a:lnTo>
                  <a:lnTo>
                    <a:pt x="239153" y="337833"/>
                  </a:lnTo>
                  <a:lnTo>
                    <a:pt x="238653" y="337411"/>
                  </a:lnTo>
                  <a:lnTo>
                    <a:pt x="238211" y="337458"/>
                  </a:lnTo>
                  <a:lnTo>
                    <a:pt x="237825" y="337970"/>
                  </a:lnTo>
                  <a:lnTo>
                    <a:pt x="236977" y="338361"/>
                  </a:lnTo>
                  <a:lnTo>
                    <a:pt x="235670" y="338629"/>
                  </a:lnTo>
                  <a:lnTo>
                    <a:pt x="234550" y="338527"/>
                  </a:lnTo>
                  <a:lnTo>
                    <a:pt x="232582" y="337677"/>
                  </a:lnTo>
                  <a:lnTo>
                    <a:pt x="231779" y="337078"/>
                  </a:lnTo>
                  <a:lnTo>
                    <a:pt x="231152" y="336095"/>
                  </a:lnTo>
                  <a:lnTo>
                    <a:pt x="229385" y="337136"/>
                  </a:lnTo>
                  <a:lnTo>
                    <a:pt x="228917" y="336681"/>
                  </a:lnTo>
                  <a:lnTo>
                    <a:pt x="227816" y="333960"/>
                  </a:lnTo>
                  <a:lnTo>
                    <a:pt x="227578" y="334123"/>
                  </a:lnTo>
                  <a:lnTo>
                    <a:pt x="227366" y="337055"/>
                  </a:lnTo>
                  <a:lnTo>
                    <a:pt x="227031" y="338082"/>
                  </a:lnTo>
                  <a:lnTo>
                    <a:pt x="225941" y="340207"/>
                  </a:lnTo>
                  <a:lnTo>
                    <a:pt x="225345" y="343868"/>
                  </a:lnTo>
                  <a:lnTo>
                    <a:pt x="225164" y="343975"/>
                  </a:lnTo>
                  <a:lnTo>
                    <a:pt x="224960" y="343448"/>
                  </a:lnTo>
                  <a:lnTo>
                    <a:pt x="224289" y="340179"/>
                  </a:lnTo>
                  <a:lnTo>
                    <a:pt x="223934" y="339461"/>
                  </a:lnTo>
                  <a:lnTo>
                    <a:pt x="222947" y="341346"/>
                  </a:lnTo>
                  <a:lnTo>
                    <a:pt x="222839" y="342028"/>
                  </a:lnTo>
                  <a:lnTo>
                    <a:pt x="223098" y="344462"/>
                  </a:lnTo>
                  <a:lnTo>
                    <a:pt x="222868" y="344829"/>
                  </a:lnTo>
                  <a:lnTo>
                    <a:pt x="220873" y="343519"/>
                  </a:lnTo>
                  <a:lnTo>
                    <a:pt x="220382" y="343455"/>
                  </a:lnTo>
                  <a:lnTo>
                    <a:pt x="220252" y="343676"/>
                  </a:lnTo>
                  <a:lnTo>
                    <a:pt x="220932" y="345565"/>
                  </a:lnTo>
                  <a:lnTo>
                    <a:pt x="220855" y="346244"/>
                  </a:lnTo>
                  <a:lnTo>
                    <a:pt x="218033" y="349893"/>
                  </a:lnTo>
                  <a:lnTo>
                    <a:pt x="217296" y="349763"/>
                  </a:lnTo>
                  <a:lnTo>
                    <a:pt x="216833" y="349400"/>
                  </a:lnTo>
                  <a:lnTo>
                    <a:pt x="216326" y="349456"/>
                  </a:lnTo>
                  <a:lnTo>
                    <a:pt x="214531" y="350817"/>
                  </a:lnTo>
                  <a:lnTo>
                    <a:pt x="214036" y="350757"/>
                  </a:lnTo>
                  <a:lnTo>
                    <a:pt x="213359" y="349951"/>
                  </a:lnTo>
                  <a:lnTo>
                    <a:pt x="213044" y="349987"/>
                  </a:lnTo>
                  <a:lnTo>
                    <a:pt x="212876" y="350824"/>
                  </a:lnTo>
                  <a:lnTo>
                    <a:pt x="212855" y="352461"/>
                  </a:lnTo>
                  <a:lnTo>
                    <a:pt x="212190" y="354018"/>
                  </a:lnTo>
                  <a:lnTo>
                    <a:pt x="210053" y="356533"/>
                  </a:lnTo>
                  <a:lnTo>
                    <a:pt x="209486" y="357690"/>
                  </a:lnTo>
                  <a:lnTo>
                    <a:pt x="209057" y="359273"/>
                  </a:lnTo>
                  <a:lnTo>
                    <a:pt x="208738" y="359424"/>
                  </a:lnTo>
                  <a:lnTo>
                    <a:pt x="207484" y="358407"/>
                  </a:lnTo>
                  <a:lnTo>
                    <a:pt x="206032" y="357746"/>
                  </a:lnTo>
                  <a:lnTo>
                    <a:pt x="205831" y="358075"/>
                  </a:lnTo>
                  <a:lnTo>
                    <a:pt x="206272" y="359042"/>
                  </a:lnTo>
                  <a:lnTo>
                    <a:pt x="206179" y="359634"/>
                  </a:lnTo>
                  <a:lnTo>
                    <a:pt x="205550" y="359856"/>
                  </a:lnTo>
                  <a:lnTo>
                    <a:pt x="204755" y="359769"/>
                  </a:lnTo>
                  <a:lnTo>
                    <a:pt x="203794" y="359377"/>
                  </a:lnTo>
                  <a:lnTo>
                    <a:pt x="202446" y="359821"/>
                  </a:lnTo>
                  <a:lnTo>
                    <a:pt x="200711" y="361100"/>
                  </a:lnTo>
                  <a:lnTo>
                    <a:pt x="199263" y="361064"/>
                  </a:lnTo>
                  <a:lnTo>
                    <a:pt x="197244" y="358958"/>
                  </a:lnTo>
                  <a:lnTo>
                    <a:pt x="196687" y="358801"/>
                  </a:lnTo>
                  <a:lnTo>
                    <a:pt x="196510" y="358210"/>
                  </a:lnTo>
                  <a:lnTo>
                    <a:pt x="196905" y="356507"/>
                  </a:lnTo>
                  <a:lnTo>
                    <a:pt x="197478" y="355219"/>
                  </a:lnTo>
                  <a:lnTo>
                    <a:pt x="197901" y="354627"/>
                  </a:lnTo>
                  <a:lnTo>
                    <a:pt x="199819" y="352976"/>
                  </a:lnTo>
                  <a:lnTo>
                    <a:pt x="202011" y="352370"/>
                  </a:lnTo>
                  <a:lnTo>
                    <a:pt x="203389" y="351378"/>
                  </a:lnTo>
                  <a:lnTo>
                    <a:pt x="205065" y="349331"/>
                  </a:lnTo>
                  <a:lnTo>
                    <a:pt x="205951" y="347791"/>
                  </a:lnTo>
                  <a:lnTo>
                    <a:pt x="207693" y="343828"/>
                  </a:lnTo>
                  <a:lnTo>
                    <a:pt x="207561" y="343522"/>
                  </a:lnTo>
                  <a:lnTo>
                    <a:pt x="207169" y="343308"/>
                  </a:lnTo>
                  <a:lnTo>
                    <a:pt x="203340" y="347065"/>
                  </a:lnTo>
                  <a:lnTo>
                    <a:pt x="202774" y="347416"/>
                  </a:lnTo>
                  <a:lnTo>
                    <a:pt x="202012" y="347390"/>
                  </a:lnTo>
                  <a:lnTo>
                    <a:pt x="198950" y="345950"/>
                  </a:lnTo>
                  <a:lnTo>
                    <a:pt x="198303" y="345332"/>
                  </a:lnTo>
                  <a:lnTo>
                    <a:pt x="197861" y="343525"/>
                  </a:lnTo>
                  <a:lnTo>
                    <a:pt x="198711" y="339416"/>
                  </a:lnTo>
                  <a:lnTo>
                    <a:pt x="199307" y="337430"/>
                  </a:lnTo>
                  <a:lnTo>
                    <a:pt x="200802" y="334366"/>
                  </a:lnTo>
                  <a:lnTo>
                    <a:pt x="202757" y="331097"/>
                  </a:lnTo>
                  <a:lnTo>
                    <a:pt x="203433" y="328975"/>
                  </a:lnTo>
                  <a:lnTo>
                    <a:pt x="204448" y="323302"/>
                  </a:lnTo>
                  <a:lnTo>
                    <a:pt x="204390" y="320728"/>
                  </a:lnTo>
                  <a:lnTo>
                    <a:pt x="203932" y="317587"/>
                  </a:lnTo>
                  <a:lnTo>
                    <a:pt x="203915" y="315723"/>
                  </a:lnTo>
                  <a:lnTo>
                    <a:pt x="204338" y="315133"/>
                  </a:lnTo>
                  <a:lnTo>
                    <a:pt x="208823" y="312228"/>
                  </a:lnTo>
                  <a:lnTo>
                    <a:pt x="210947" y="310054"/>
                  </a:lnTo>
                  <a:lnTo>
                    <a:pt x="215069" y="306839"/>
                  </a:lnTo>
                  <a:lnTo>
                    <a:pt x="216192" y="306867"/>
                  </a:lnTo>
                  <a:lnTo>
                    <a:pt x="217016" y="307973"/>
                  </a:lnTo>
                  <a:lnTo>
                    <a:pt x="217975" y="308859"/>
                  </a:lnTo>
                  <a:lnTo>
                    <a:pt x="219069" y="309521"/>
                  </a:lnTo>
                  <a:lnTo>
                    <a:pt x="220476" y="309452"/>
                  </a:lnTo>
                  <a:lnTo>
                    <a:pt x="222198" y="308652"/>
                  </a:lnTo>
                  <a:lnTo>
                    <a:pt x="224926" y="308955"/>
                  </a:lnTo>
                  <a:lnTo>
                    <a:pt x="230527" y="311070"/>
                  </a:lnTo>
                  <a:lnTo>
                    <a:pt x="231719" y="311188"/>
                  </a:lnTo>
                  <a:lnTo>
                    <a:pt x="231765" y="310918"/>
                  </a:lnTo>
                  <a:lnTo>
                    <a:pt x="230900" y="309436"/>
                  </a:lnTo>
                  <a:lnTo>
                    <a:pt x="227038" y="308578"/>
                  </a:lnTo>
                  <a:lnTo>
                    <a:pt x="225413" y="307718"/>
                  </a:lnTo>
                  <a:lnTo>
                    <a:pt x="220840" y="303939"/>
                  </a:lnTo>
                  <a:lnTo>
                    <a:pt x="219797" y="302481"/>
                  </a:lnTo>
                  <a:lnTo>
                    <a:pt x="220220" y="301797"/>
                  </a:lnTo>
                  <a:lnTo>
                    <a:pt x="221339" y="301234"/>
                  </a:lnTo>
                  <a:lnTo>
                    <a:pt x="221722" y="300689"/>
                  </a:lnTo>
                  <a:lnTo>
                    <a:pt x="221884" y="299743"/>
                  </a:lnTo>
                  <a:lnTo>
                    <a:pt x="222528" y="298449"/>
                  </a:lnTo>
                  <a:lnTo>
                    <a:pt x="223653" y="296800"/>
                  </a:lnTo>
                  <a:lnTo>
                    <a:pt x="225370" y="295206"/>
                  </a:lnTo>
                  <a:lnTo>
                    <a:pt x="228623" y="292840"/>
                  </a:lnTo>
                  <a:lnTo>
                    <a:pt x="227350" y="292739"/>
                  </a:lnTo>
                  <a:lnTo>
                    <a:pt x="225011" y="293174"/>
                  </a:lnTo>
                  <a:lnTo>
                    <a:pt x="224160" y="293627"/>
                  </a:lnTo>
                  <a:lnTo>
                    <a:pt x="222595" y="295321"/>
                  </a:lnTo>
                  <a:lnTo>
                    <a:pt x="221986" y="296514"/>
                  </a:lnTo>
                  <a:lnTo>
                    <a:pt x="221114" y="298842"/>
                  </a:lnTo>
                  <a:lnTo>
                    <a:pt x="220743" y="299282"/>
                  </a:lnTo>
                  <a:lnTo>
                    <a:pt x="219119" y="299619"/>
                  </a:lnTo>
                  <a:lnTo>
                    <a:pt x="214697" y="299855"/>
                  </a:lnTo>
                  <a:lnTo>
                    <a:pt x="213948" y="298664"/>
                  </a:lnTo>
                  <a:lnTo>
                    <a:pt x="213533" y="298471"/>
                  </a:lnTo>
                  <a:lnTo>
                    <a:pt x="212985" y="298638"/>
                  </a:lnTo>
                  <a:lnTo>
                    <a:pt x="208923" y="301678"/>
                  </a:lnTo>
                  <a:lnTo>
                    <a:pt x="207467" y="303231"/>
                  </a:lnTo>
                  <a:lnTo>
                    <a:pt x="206429" y="305000"/>
                  </a:lnTo>
                  <a:lnTo>
                    <a:pt x="204824" y="306297"/>
                  </a:lnTo>
                  <a:lnTo>
                    <a:pt x="202652" y="307119"/>
                  </a:lnTo>
                  <a:lnTo>
                    <a:pt x="201026" y="308138"/>
                  </a:lnTo>
                  <a:lnTo>
                    <a:pt x="199314" y="310174"/>
                  </a:lnTo>
                  <a:lnTo>
                    <a:pt x="198733" y="311733"/>
                  </a:lnTo>
                  <a:lnTo>
                    <a:pt x="198699" y="312466"/>
                  </a:lnTo>
                  <a:lnTo>
                    <a:pt x="199113" y="314779"/>
                  </a:lnTo>
                  <a:lnTo>
                    <a:pt x="198691" y="315212"/>
                  </a:lnTo>
                  <a:lnTo>
                    <a:pt x="197703" y="315394"/>
                  </a:lnTo>
                  <a:lnTo>
                    <a:pt x="196118" y="316926"/>
                  </a:lnTo>
                  <a:lnTo>
                    <a:pt x="192773" y="321480"/>
                  </a:lnTo>
                  <a:lnTo>
                    <a:pt x="192335" y="323132"/>
                  </a:lnTo>
                  <a:lnTo>
                    <a:pt x="192354" y="323699"/>
                  </a:lnTo>
                  <a:lnTo>
                    <a:pt x="192900" y="324987"/>
                  </a:lnTo>
                  <a:lnTo>
                    <a:pt x="192519" y="325824"/>
                  </a:lnTo>
                  <a:lnTo>
                    <a:pt x="191577" y="327147"/>
                  </a:lnTo>
                  <a:lnTo>
                    <a:pt x="189480" y="329242"/>
                  </a:lnTo>
                  <a:lnTo>
                    <a:pt x="188102" y="330040"/>
                  </a:lnTo>
                  <a:lnTo>
                    <a:pt x="187208" y="330080"/>
                  </a:lnTo>
                  <a:lnTo>
                    <a:pt x="186348" y="329782"/>
                  </a:lnTo>
                  <a:lnTo>
                    <a:pt x="184819" y="328431"/>
                  </a:lnTo>
                  <a:lnTo>
                    <a:pt x="183580" y="328349"/>
                  </a:lnTo>
                  <a:lnTo>
                    <a:pt x="183504" y="328538"/>
                  </a:lnTo>
                  <a:lnTo>
                    <a:pt x="185190" y="329982"/>
                  </a:lnTo>
                  <a:lnTo>
                    <a:pt x="186903" y="331841"/>
                  </a:lnTo>
                  <a:lnTo>
                    <a:pt x="187971" y="333383"/>
                  </a:lnTo>
                  <a:lnTo>
                    <a:pt x="188393" y="334609"/>
                  </a:lnTo>
                  <a:lnTo>
                    <a:pt x="188411" y="335870"/>
                  </a:lnTo>
                  <a:lnTo>
                    <a:pt x="188027" y="337168"/>
                  </a:lnTo>
                  <a:lnTo>
                    <a:pt x="186816" y="339422"/>
                  </a:lnTo>
                  <a:lnTo>
                    <a:pt x="185628" y="340096"/>
                  </a:lnTo>
                  <a:lnTo>
                    <a:pt x="182592" y="340777"/>
                  </a:lnTo>
                  <a:lnTo>
                    <a:pt x="181613" y="341314"/>
                  </a:lnTo>
                  <a:lnTo>
                    <a:pt x="181311" y="341733"/>
                  </a:lnTo>
                  <a:lnTo>
                    <a:pt x="183396" y="342685"/>
                  </a:lnTo>
                  <a:lnTo>
                    <a:pt x="183585" y="343172"/>
                  </a:lnTo>
                  <a:lnTo>
                    <a:pt x="183298" y="345063"/>
                  </a:lnTo>
                  <a:lnTo>
                    <a:pt x="182744" y="345680"/>
                  </a:lnTo>
                  <a:lnTo>
                    <a:pt x="181006" y="346808"/>
                  </a:lnTo>
                  <a:lnTo>
                    <a:pt x="179448" y="347136"/>
                  </a:lnTo>
                  <a:lnTo>
                    <a:pt x="179211" y="346920"/>
                  </a:lnTo>
                  <a:lnTo>
                    <a:pt x="179502" y="345434"/>
                  </a:lnTo>
                  <a:lnTo>
                    <a:pt x="179419" y="345068"/>
                  </a:lnTo>
                  <a:lnTo>
                    <a:pt x="178834" y="344764"/>
                  </a:lnTo>
                  <a:lnTo>
                    <a:pt x="178003" y="345331"/>
                  </a:lnTo>
                  <a:lnTo>
                    <a:pt x="175932" y="347515"/>
                  </a:lnTo>
                  <a:lnTo>
                    <a:pt x="175711" y="347876"/>
                  </a:lnTo>
                  <a:lnTo>
                    <a:pt x="176458" y="348460"/>
                  </a:lnTo>
                  <a:lnTo>
                    <a:pt x="176301" y="348950"/>
                  </a:lnTo>
                  <a:lnTo>
                    <a:pt x="175179" y="350522"/>
                  </a:lnTo>
                  <a:lnTo>
                    <a:pt x="174713" y="351568"/>
                  </a:lnTo>
                  <a:lnTo>
                    <a:pt x="173962" y="352636"/>
                  </a:lnTo>
                  <a:lnTo>
                    <a:pt x="170621" y="355900"/>
                  </a:lnTo>
                  <a:lnTo>
                    <a:pt x="170875" y="356695"/>
                  </a:lnTo>
                  <a:lnTo>
                    <a:pt x="170006" y="359539"/>
                  </a:lnTo>
                  <a:lnTo>
                    <a:pt x="169524" y="362038"/>
                  </a:lnTo>
                  <a:lnTo>
                    <a:pt x="170115" y="363092"/>
                  </a:lnTo>
                  <a:lnTo>
                    <a:pt x="172922" y="364329"/>
                  </a:lnTo>
                  <a:lnTo>
                    <a:pt x="174282" y="364627"/>
                  </a:lnTo>
                  <a:lnTo>
                    <a:pt x="175885" y="365492"/>
                  </a:lnTo>
                  <a:lnTo>
                    <a:pt x="178787" y="367817"/>
                  </a:lnTo>
                  <a:lnTo>
                    <a:pt x="179754" y="369337"/>
                  </a:lnTo>
                  <a:lnTo>
                    <a:pt x="179899" y="370052"/>
                  </a:lnTo>
                  <a:lnTo>
                    <a:pt x="179809" y="370834"/>
                  </a:lnTo>
                  <a:lnTo>
                    <a:pt x="179462" y="371888"/>
                  </a:lnTo>
                  <a:lnTo>
                    <a:pt x="178552" y="373879"/>
                  </a:lnTo>
                  <a:lnTo>
                    <a:pt x="176361" y="376837"/>
                  </a:lnTo>
                  <a:lnTo>
                    <a:pt x="175371" y="377675"/>
                  </a:lnTo>
                  <a:lnTo>
                    <a:pt x="173873" y="378333"/>
                  </a:lnTo>
                  <a:lnTo>
                    <a:pt x="173380" y="378813"/>
                  </a:lnTo>
                  <a:lnTo>
                    <a:pt x="171455" y="381617"/>
                  </a:lnTo>
                  <a:lnTo>
                    <a:pt x="170936" y="383130"/>
                  </a:lnTo>
                  <a:lnTo>
                    <a:pt x="171019" y="384447"/>
                  </a:lnTo>
                  <a:lnTo>
                    <a:pt x="170651" y="385374"/>
                  </a:lnTo>
                  <a:lnTo>
                    <a:pt x="168175" y="387190"/>
                  </a:lnTo>
                  <a:lnTo>
                    <a:pt x="168263" y="387512"/>
                  </a:lnTo>
                  <a:lnTo>
                    <a:pt x="169162" y="387650"/>
                  </a:lnTo>
                  <a:lnTo>
                    <a:pt x="168832" y="389251"/>
                  </a:lnTo>
                  <a:lnTo>
                    <a:pt x="168687" y="391472"/>
                  </a:lnTo>
                  <a:lnTo>
                    <a:pt x="168257" y="391846"/>
                  </a:lnTo>
                  <a:lnTo>
                    <a:pt x="166710" y="391830"/>
                  </a:lnTo>
                  <a:lnTo>
                    <a:pt x="164744" y="392695"/>
                  </a:lnTo>
                  <a:lnTo>
                    <a:pt x="164605" y="392940"/>
                  </a:lnTo>
                  <a:lnTo>
                    <a:pt x="164569" y="394539"/>
                  </a:lnTo>
                  <a:lnTo>
                    <a:pt x="159427" y="395709"/>
                  </a:lnTo>
                  <a:lnTo>
                    <a:pt x="158300" y="398744"/>
                  </a:lnTo>
                  <a:lnTo>
                    <a:pt x="157714" y="399675"/>
                  </a:lnTo>
                  <a:lnTo>
                    <a:pt x="155699" y="401882"/>
                  </a:lnTo>
                  <a:lnTo>
                    <a:pt x="154465" y="402771"/>
                  </a:lnTo>
                  <a:lnTo>
                    <a:pt x="153056" y="403308"/>
                  </a:lnTo>
                  <a:lnTo>
                    <a:pt x="152317" y="404055"/>
                  </a:lnTo>
                  <a:lnTo>
                    <a:pt x="152249" y="405016"/>
                  </a:lnTo>
                  <a:lnTo>
                    <a:pt x="151848" y="405844"/>
                  </a:lnTo>
                  <a:lnTo>
                    <a:pt x="150626" y="407217"/>
                  </a:lnTo>
                  <a:lnTo>
                    <a:pt x="150029" y="408942"/>
                  </a:lnTo>
                  <a:lnTo>
                    <a:pt x="149594" y="409213"/>
                  </a:lnTo>
                  <a:lnTo>
                    <a:pt x="147321" y="409629"/>
                  </a:lnTo>
                  <a:lnTo>
                    <a:pt x="146868" y="410174"/>
                  </a:lnTo>
                  <a:lnTo>
                    <a:pt x="146648" y="412507"/>
                  </a:lnTo>
                  <a:lnTo>
                    <a:pt x="146228" y="412581"/>
                  </a:lnTo>
                  <a:lnTo>
                    <a:pt x="145422" y="412039"/>
                  </a:lnTo>
                  <a:lnTo>
                    <a:pt x="144372" y="412458"/>
                  </a:lnTo>
                  <a:lnTo>
                    <a:pt x="142011" y="415096"/>
                  </a:lnTo>
                  <a:lnTo>
                    <a:pt x="141492" y="416044"/>
                  </a:lnTo>
                  <a:lnTo>
                    <a:pt x="141550" y="416552"/>
                  </a:lnTo>
                  <a:lnTo>
                    <a:pt x="141917" y="417055"/>
                  </a:lnTo>
                  <a:lnTo>
                    <a:pt x="142477" y="418624"/>
                  </a:lnTo>
                  <a:lnTo>
                    <a:pt x="142442" y="419680"/>
                  </a:lnTo>
                  <a:lnTo>
                    <a:pt x="141532" y="422625"/>
                  </a:lnTo>
                  <a:lnTo>
                    <a:pt x="141214" y="423079"/>
                  </a:lnTo>
                  <a:lnTo>
                    <a:pt x="140108" y="423809"/>
                  </a:lnTo>
                  <a:lnTo>
                    <a:pt x="139657" y="425438"/>
                  </a:lnTo>
                  <a:lnTo>
                    <a:pt x="138638" y="425258"/>
                  </a:lnTo>
                  <a:lnTo>
                    <a:pt x="137818" y="425566"/>
                  </a:lnTo>
                  <a:lnTo>
                    <a:pt x="137283" y="426653"/>
                  </a:lnTo>
                  <a:lnTo>
                    <a:pt x="136699" y="427279"/>
                  </a:lnTo>
                  <a:lnTo>
                    <a:pt x="136069" y="427444"/>
                  </a:lnTo>
                  <a:lnTo>
                    <a:pt x="135277" y="428305"/>
                  </a:lnTo>
                  <a:lnTo>
                    <a:pt x="134323" y="429863"/>
                  </a:lnTo>
                  <a:lnTo>
                    <a:pt x="133440" y="430857"/>
                  </a:lnTo>
                  <a:lnTo>
                    <a:pt x="132628" y="431286"/>
                  </a:lnTo>
                  <a:lnTo>
                    <a:pt x="131839" y="431391"/>
                  </a:lnTo>
                  <a:lnTo>
                    <a:pt x="131070" y="431173"/>
                  </a:lnTo>
                  <a:lnTo>
                    <a:pt x="130380" y="431352"/>
                  </a:lnTo>
                  <a:lnTo>
                    <a:pt x="129767" y="431928"/>
                  </a:lnTo>
                  <a:lnTo>
                    <a:pt x="129168" y="432831"/>
                  </a:lnTo>
                  <a:lnTo>
                    <a:pt x="128692" y="435389"/>
                  </a:lnTo>
                  <a:lnTo>
                    <a:pt x="128087" y="436533"/>
                  </a:lnTo>
                  <a:lnTo>
                    <a:pt x="127705" y="436734"/>
                  </a:lnTo>
                  <a:lnTo>
                    <a:pt x="126923" y="436564"/>
                  </a:lnTo>
                  <a:lnTo>
                    <a:pt x="125743" y="436025"/>
                  </a:lnTo>
                  <a:lnTo>
                    <a:pt x="124544" y="436216"/>
                  </a:lnTo>
                  <a:lnTo>
                    <a:pt x="122609" y="437784"/>
                  </a:lnTo>
                  <a:lnTo>
                    <a:pt x="121994" y="438969"/>
                  </a:lnTo>
                  <a:lnTo>
                    <a:pt x="123214" y="439231"/>
                  </a:lnTo>
                  <a:lnTo>
                    <a:pt x="123818" y="439571"/>
                  </a:lnTo>
                  <a:lnTo>
                    <a:pt x="123802" y="439902"/>
                  </a:lnTo>
                  <a:lnTo>
                    <a:pt x="123166" y="440224"/>
                  </a:lnTo>
                  <a:lnTo>
                    <a:pt x="122084" y="440201"/>
                  </a:lnTo>
                  <a:lnTo>
                    <a:pt x="121433" y="440477"/>
                  </a:lnTo>
                  <a:lnTo>
                    <a:pt x="120640" y="441152"/>
                  </a:lnTo>
                  <a:lnTo>
                    <a:pt x="118653" y="441881"/>
                  </a:lnTo>
                  <a:lnTo>
                    <a:pt x="117898" y="442403"/>
                  </a:lnTo>
                  <a:lnTo>
                    <a:pt x="116399" y="445369"/>
                  </a:lnTo>
                  <a:lnTo>
                    <a:pt x="116220" y="446041"/>
                  </a:lnTo>
                  <a:lnTo>
                    <a:pt x="116412" y="446190"/>
                  </a:lnTo>
                  <a:lnTo>
                    <a:pt x="117253" y="445877"/>
                  </a:lnTo>
                  <a:lnTo>
                    <a:pt x="118243" y="446371"/>
                  </a:lnTo>
                  <a:lnTo>
                    <a:pt x="118756" y="446998"/>
                  </a:lnTo>
                  <a:lnTo>
                    <a:pt x="119085" y="447772"/>
                  </a:lnTo>
                  <a:lnTo>
                    <a:pt x="119397" y="449263"/>
                  </a:lnTo>
                  <a:lnTo>
                    <a:pt x="119590" y="449483"/>
                  </a:lnTo>
                  <a:lnTo>
                    <a:pt x="117686" y="451987"/>
                  </a:lnTo>
                  <a:lnTo>
                    <a:pt x="117146" y="453051"/>
                  </a:lnTo>
                  <a:lnTo>
                    <a:pt x="116798" y="453446"/>
                  </a:lnTo>
                  <a:lnTo>
                    <a:pt x="116571" y="453140"/>
                  </a:lnTo>
                  <a:lnTo>
                    <a:pt x="116335" y="450351"/>
                  </a:lnTo>
                  <a:lnTo>
                    <a:pt x="116192" y="449878"/>
                  </a:lnTo>
                  <a:lnTo>
                    <a:pt x="115744" y="449829"/>
                  </a:lnTo>
                  <a:lnTo>
                    <a:pt x="115310" y="450711"/>
                  </a:lnTo>
                  <a:lnTo>
                    <a:pt x="114358" y="454007"/>
                  </a:lnTo>
                  <a:lnTo>
                    <a:pt x="113323" y="455668"/>
                  </a:lnTo>
                  <a:lnTo>
                    <a:pt x="105528" y="459929"/>
                  </a:lnTo>
                  <a:lnTo>
                    <a:pt x="104385" y="460895"/>
                  </a:lnTo>
                  <a:lnTo>
                    <a:pt x="104165" y="462713"/>
                  </a:lnTo>
                  <a:lnTo>
                    <a:pt x="103844" y="464288"/>
                  </a:lnTo>
                  <a:lnTo>
                    <a:pt x="103327" y="465541"/>
                  </a:lnTo>
                  <a:lnTo>
                    <a:pt x="102722" y="466335"/>
                  </a:lnTo>
                  <a:lnTo>
                    <a:pt x="102593" y="465771"/>
                  </a:lnTo>
                  <a:lnTo>
                    <a:pt x="102653" y="461343"/>
                  </a:lnTo>
                  <a:lnTo>
                    <a:pt x="102492" y="460463"/>
                  </a:lnTo>
                  <a:lnTo>
                    <a:pt x="101706" y="459898"/>
                  </a:lnTo>
                  <a:lnTo>
                    <a:pt x="101360" y="459976"/>
                  </a:lnTo>
                  <a:lnTo>
                    <a:pt x="100885" y="460225"/>
                  </a:lnTo>
                  <a:lnTo>
                    <a:pt x="100106" y="461183"/>
                  </a:lnTo>
                  <a:lnTo>
                    <a:pt x="99628" y="461422"/>
                  </a:lnTo>
                  <a:lnTo>
                    <a:pt x="99034" y="461343"/>
                  </a:lnTo>
                  <a:lnTo>
                    <a:pt x="98018" y="462286"/>
                  </a:lnTo>
                  <a:lnTo>
                    <a:pt x="95603" y="465312"/>
                  </a:lnTo>
                  <a:lnTo>
                    <a:pt x="94026" y="466064"/>
                  </a:lnTo>
                  <a:lnTo>
                    <a:pt x="93609" y="466693"/>
                  </a:lnTo>
                  <a:lnTo>
                    <a:pt x="92935" y="468348"/>
                  </a:lnTo>
                  <a:lnTo>
                    <a:pt x="92489" y="468954"/>
                  </a:lnTo>
                  <a:lnTo>
                    <a:pt x="91829" y="469007"/>
                  </a:lnTo>
                  <a:lnTo>
                    <a:pt x="90954" y="468508"/>
                  </a:lnTo>
                  <a:lnTo>
                    <a:pt x="90252" y="468861"/>
                  </a:lnTo>
                  <a:lnTo>
                    <a:pt x="89720" y="470066"/>
                  </a:lnTo>
                  <a:lnTo>
                    <a:pt x="89180" y="470542"/>
                  </a:lnTo>
                  <a:lnTo>
                    <a:pt x="87646" y="469653"/>
                  </a:lnTo>
                  <a:lnTo>
                    <a:pt x="86970" y="470261"/>
                  </a:lnTo>
                  <a:lnTo>
                    <a:pt x="86092" y="471816"/>
                  </a:lnTo>
                  <a:lnTo>
                    <a:pt x="85174" y="472842"/>
                  </a:lnTo>
                  <a:lnTo>
                    <a:pt x="84217" y="473340"/>
                  </a:lnTo>
                  <a:lnTo>
                    <a:pt x="81732" y="473859"/>
                  </a:lnTo>
                  <a:lnTo>
                    <a:pt x="80734" y="473527"/>
                  </a:lnTo>
                  <a:lnTo>
                    <a:pt x="80531" y="473076"/>
                  </a:lnTo>
                  <a:lnTo>
                    <a:pt x="80577" y="471093"/>
                  </a:lnTo>
                  <a:lnTo>
                    <a:pt x="80978" y="469663"/>
                  </a:lnTo>
                  <a:lnTo>
                    <a:pt x="81350" y="468988"/>
                  </a:lnTo>
                  <a:lnTo>
                    <a:pt x="81845" y="468392"/>
                  </a:lnTo>
                  <a:lnTo>
                    <a:pt x="82569" y="468323"/>
                  </a:lnTo>
                  <a:lnTo>
                    <a:pt x="83924" y="468769"/>
                  </a:lnTo>
                  <a:lnTo>
                    <a:pt x="83770" y="468290"/>
                  </a:lnTo>
                  <a:lnTo>
                    <a:pt x="83278" y="467721"/>
                  </a:lnTo>
                  <a:lnTo>
                    <a:pt x="82031" y="466740"/>
                  </a:lnTo>
                  <a:lnTo>
                    <a:pt x="80796" y="466240"/>
                  </a:lnTo>
                  <a:lnTo>
                    <a:pt x="80087" y="466557"/>
                  </a:lnTo>
                  <a:lnTo>
                    <a:pt x="79090" y="467313"/>
                  </a:lnTo>
                  <a:lnTo>
                    <a:pt x="78413" y="468183"/>
                  </a:lnTo>
                  <a:lnTo>
                    <a:pt x="78057" y="469171"/>
                  </a:lnTo>
                  <a:lnTo>
                    <a:pt x="77608" y="472399"/>
                  </a:lnTo>
                  <a:lnTo>
                    <a:pt x="77350" y="473272"/>
                  </a:lnTo>
                  <a:lnTo>
                    <a:pt x="74440" y="478961"/>
                  </a:lnTo>
                  <a:lnTo>
                    <a:pt x="73298" y="480714"/>
                  </a:lnTo>
                  <a:lnTo>
                    <a:pt x="72170" y="480583"/>
                  </a:lnTo>
                  <a:lnTo>
                    <a:pt x="71623" y="481245"/>
                  </a:lnTo>
                  <a:lnTo>
                    <a:pt x="70853" y="482666"/>
                  </a:lnTo>
                  <a:lnTo>
                    <a:pt x="70143" y="483346"/>
                  </a:lnTo>
                  <a:lnTo>
                    <a:pt x="69491" y="483284"/>
                  </a:lnTo>
                  <a:lnTo>
                    <a:pt x="68985" y="483014"/>
                  </a:lnTo>
                  <a:lnTo>
                    <a:pt x="68625" y="482535"/>
                  </a:lnTo>
                  <a:lnTo>
                    <a:pt x="68686" y="482088"/>
                  </a:lnTo>
                  <a:lnTo>
                    <a:pt x="69172" y="481672"/>
                  </a:lnTo>
                  <a:lnTo>
                    <a:pt x="68998" y="480534"/>
                  </a:lnTo>
                  <a:lnTo>
                    <a:pt x="68164" y="478671"/>
                  </a:lnTo>
                  <a:lnTo>
                    <a:pt x="67596" y="477658"/>
                  </a:lnTo>
                  <a:lnTo>
                    <a:pt x="66517" y="477541"/>
                  </a:lnTo>
                  <a:lnTo>
                    <a:pt x="66350" y="478388"/>
                  </a:lnTo>
                  <a:lnTo>
                    <a:pt x="66713" y="482718"/>
                  </a:lnTo>
                  <a:lnTo>
                    <a:pt x="66657" y="483695"/>
                  </a:lnTo>
                  <a:lnTo>
                    <a:pt x="65981" y="484931"/>
                  </a:lnTo>
                  <a:lnTo>
                    <a:pt x="64211" y="486308"/>
                  </a:lnTo>
                  <a:lnTo>
                    <a:pt x="63657" y="486174"/>
                  </a:lnTo>
                  <a:lnTo>
                    <a:pt x="62063" y="483457"/>
                  </a:lnTo>
                  <a:lnTo>
                    <a:pt x="60555" y="482919"/>
                  </a:lnTo>
                  <a:lnTo>
                    <a:pt x="60455" y="483803"/>
                  </a:lnTo>
                  <a:lnTo>
                    <a:pt x="60792" y="485610"/>
                  </a:lnTo>
                  <a:lnTo>
                    <a:pt x="60415" y="487296"/>
                  </a:lnTo>
                  <a:lnTo>
                    <a:pt x="59325" y="488868"/>
                  </a:lnTo>
                  <a:lnTo>
                    <a:pt x="58495" y="489629"/>
                  </a:lnTo>
                  <a:lnTo>
                    <a:pt x="57926" y="489583"/>
                  </a:lnTo>
                  <a:lnTo>
                    <a:pt x="57895" y="488484"/>
                  </a:lnTo>
                  <a:lnTo>
                    <a:pt x="58401" y="486330"/>
                  </a:lnTo>
                  <a:lnTo>
                    <a:pt x="58531" y="484536"/>
                  </a:lnTo>
                  <a:lnTo>
                    <a:pt x="58284" y="483101"/>
                  </a:lnTo>
                  <a:lnTo>
                    <a:pt x="58312" y="481998"/>
                  </a:lnTo>
                  <a:lnTo>
                    <a:pt x="58615" y="481231"/>
                  </a:lnTo>
                  <a:lnTo>
                    <a:pt x="60617" y="479100"/>
                  </a:lnTo>
                  <a:lnTo>
                    <a:pt x="61460" y="478781"/>
                  </a:lnTo>
                  <a:lnTo>
                    <a:pt x="61912" y="479309"/>
                  </a:lnTo>
                  <a:lnTo>
                    <a:pt x="62476" y="479398"/>
                  </a:lnTo>
                  <a:lnTo>
                    <a:pt x="63151" y="479052"/>
                  </a:lnTo>
                  <a:lnTo>
                    <a:pt x="63578" y="478371"/>
                  </a:lnTo>
                  <a:lnTo>
                    <a:pt x="63754" y="477354"/>
                  </a:lnTo>
                  <a:lnTo>
                    <a:pt x="64618" y="476052"/>
                  </a:lnTo>
                  <a:lnTo>
                    <a:pt x="66169" y="474465"/>
                  </a:lnTo>
                  <a:lnTo>
                    <a:pt x="67943" y="471533"/>
                  </a:lnTo>
                  <a:lnTo>
                    <a:pt x="69942" y="467257"/>
                  </a:lnTo>
                  <a:lnTo>
                    <a:pt x="72285" y="463572"/>
                  </a:lnTo>
                  <a:lnTo>
                    <a:pt x="74972" y="460477"/>
                  </a:lnTo>
                  <a:lnTo>
                    <a:pt x="77889" y="458023"/>
                  </a:lnTo>
                  <a:lnTo>
                    <a:pt x="83759" y="454648"/>
                  </a:lnTo>
                  <a:lnTo>
                    <a:pt x="84210" y="454854"/>
                  </a:lnTo>
                  <a:lnTo>
                    <a:pt x="83675" y="455948"/>
                  </a:lnTo>
                  <a:lnTo>
                    <a:pt x="84041" y="456632"/>
                  </a:lnTo>
                  <a:lnTo>
                    <a:pt x="84618" y="456720"/>
                  </a:lnTo>
                  <a:lnTo>
                    <a:pt x="86769" y="456179"/>
                  </a:lnTo>
                  <a:lnTo>
                    <a:pt x="87622" y="455469"/>
                  </a:lnTo>
                  <a:lnTo>
                    <a:pt x="87876" y="456153"/>
                  </a:lnTo>
                  <a:lnTo>
                    <a:pt x="87577" y="457016"/>
                  </a:lnTo>
                  <a:lnTo>
                    <a:pt x="86285" y="457890"/>
                  </a:lnTo>
                  <a:lnTo>
                    <a:pt x="86322" y="458616"/>
                  </a:lnTo>
                  <a:lnTo>
                    <a:pt x="88199" y="462022"/>
                  </a:lnTo>
                  <a:lnTo>
                    <a:pt x="88790" y="462537"/>
                  </a:lnTo>
                  <a:lnTo>
                    <a:pt x="89280" y="462474"/>
                  </a:lnTo>
                  <a:lnTo>
                    <a:pt x="89489" y="462034"/>
                  </a:lnTo>
                  <a:lnTo>
                    <a:pt x="89332" y="459577"/>
                  </a:lnTo>
                  <a:lnTo>
                    <a:pt x="89966" y="459109"/>
                  </a:lnTo>
                  <a:lnTo>
                    <a:pt x="91265" y="458995"/>
                  </a:lnTo>
                  <a:lnTo>
                    <a:pt x="92112" y="459316"/>
                  </a:lnTo>
                  <a:lnTo>
                    <a:pt x="92506" y="460072"/>
                  </a:lnTo>
                  <a:lnTo>
                    <a:pt x="93250" y="460698"/>
                  </a:lnTo>
                  <a:lnTo>
                    <a:pt x="94342" y="461194"/>
                  </a:lnTo>
                  <a:lnTo>
                    <a:pt x="95019" y="461041"/>
                  </a:lnTo>
                  <a:lnTo>
                    <a:pt x="95282" y="460240"/>
                  </a:lnTo>
                  <a:lnTo>
                    <a:pt x="94815" y="459287"/>
                  </a:lnTo>
                  <a:lnTo>
                    <a:pt x="92726" y="457189"/>
                  </a:lnTo>
                  <a:lnTo>
                    <a:pt x="92146" y="456314"/>
                  </a:lnTo>
                  <a:lnTo>
                    <a:pt x="92005" y="455095"/>
                  </a:lnTo>
                  <a:lnTo>
                    <a:pt x="92302" y="453534"/>
                  </a:lnTo>
                  <a:lnTo>
                    <a:pt x="92958" y="451218"/>
                  </a:lnTo>
                  <a:lnTo>
                    <a:pt x="93974" y="448147"/>
                  </a:lnTo>
                  <a:lnTo>
                    <a:pt x="94893" y="446000"/>
                  </a:lnTo>
                  <a:lnTo>
                    <a:pt x="96755" y="443570"/>
                  </a:lnTo>
                  <a:lnTo>
                    <a:pt x="98011" y="442368"/>
                  </a:lnTo>
                  <a:lnTo>
                    <a:pt x="101194" y="438686"/>
                  </a:lnTo>
                  <a:lnTo>
                    <a:pt x="107311" y="434935"/>
                  </a:lnTo>
                  <a:lnTo>
                    <a:pt x="108823" y="432527"/>
                  </a:lnTo>
                  <a:lnTo>
                    <a:pt x="110879" y="429868"/>
                  </a:lnTo>
                  <a:lnTo>
                    <a:pt x="111761" y="429214"/>
                  </a:lnTo>
                  <a:lnTo>
                    <a:pt x="111761" y="430241"/>
                  </a:lnTo>
                  <a:lnTo>
                    <a:pt x="112043" y="431157"/>
                  </a:lnTo>
                  <a:lnTo>
                    <a:pt x="113417" y="431768"/>
                  </a:lnTo>
                  <a:lnTo>
                    <a:pt x="114310" y="431980"/>
                  </a:lnTo>
                  <a:lnTo>
                    <a:pt x="114721" y="431794"/>
                  </a:lnTo>
                  <a:lnTo>
                    <a:pt x="114833" y="430817"/>
                  </a:lnTo>
                  <a:lnTo>
                    <a:pt x="114648" y="429049"/>
                  </a:lnTo>
                  <a:lnTo>
                    <a:pt x="114603" y="427380"/>
                  </a:lnTo>
                  <a:lnTo>
                    <a:pt x="114695" y="425810"/>
                  </a:lnTo>
                  <a:lnTo>
                    <a:pt x="114896" y="424568"/>
                  </a:lnTo>
                  <a:lnTo>
                    <a:pt x="115812" y="422362"/>
                  </a:lnTo>
                  <a:lnTo>
                    <a:pt x="117175" y="419850"/>
                  </a:lnTo>
                  <a:lnTo>
                    <a:pt x="119037" y="416930"/>
                  </a:lnTo>
                  <a:lnTo>
                    <a:pt x="120212" y="415607"/>
                  </a:lnTo>
                  <a:lnTo>
                    <a:pt x="121321" y="414905"/>
                  </a:lnTo>
                  <a:lnTo>
                    <a:pt x="122392" y="413633"/>
                  </a:lnTo>
                  <a:lnTo>
                    <a:pt x="124237" y="410622"/>
                  </a:lnTo>
                  <a:lnTo>
                    <a:pt x="124829" y="410128"/>
                  </a:lnTo>
                  <a:lnTo>
                    <a:pt x="126151" y="409535"/>
                  </a:lnTo>
                  <a:lnTo>
                    <a:pt x="126636" y="409798"/>
                  </a:lnTo>
                  <a:lnTo>
                    <a:pt x="126921" y="410552"/>
                  </a:lnTo>
                  <a:lnTo>
                    <a:pt x="127268" y="411023"/>
                  </a:lnTo>
                  <a:lnTo>
                    <a:pt x="128612" y="411447"/>
                  </a:lnTo>
                  <a:lnTo>
                    <a:pt x="129506" y="410775"/>
                  </a:lnTo>
                  <a:lnTo>
                    <a:pt x="129361" y="410420"/>
                  </a:lnTo>
                  <a:lnTo>
                    <a:pt x="128634" y="410193"/>
                  </a:lnTo>
                  <a:lnTo>
                    <a:pt x="128169" y="409756"/>
                  </a:lnTo>
                  <a:lnTo>
                    <a:pt x="127731" y="407960"/>
                  </a:lnTo>
                  <a:lnTo>
                    <a:pt x="126841" y="406877"/>
                  </a:lnTo>
                  <a:lnTo>
                    <a:pt x="126639" y="405655"/>
                  </a:lnTo>
                  <a:lnTo>
                    <a:pt x="126800" y="403751"/>
                  </a:lnTo>
                  <a:lnTo>
                    <a:pt x="127565" y="399280"/>
                  </a:lnTo>
                  <a:lnTo>
                    <a:pt x="127691" y="394681"/>
                  </a:lnTo>
                  <a:lnTo>
                    <a:pt x="128372" y="392048"/>
                  </a:lnTo>
                  <a:lnTo>
                    <a:pt x="129741" y="391096"/>
                  </a:lnTo>
                  <a:lnTo>
                    <a:pt x="132775" y="390445"/>
                  </a:lnTo>
                  <a:lnTo>
                    <a:pt x="131000" y="389253"/>
                  </a:lnTo>
                  <a:lnTo>
                    <a:pt x="130339" y="389245"/>
                  </a:lnTo>
                  <a:lnTo>
                    <a:pt x="129184" y="388686"/>
                  </a:lnTo>
                  <a:lnTo>
                    <a:pt x="128745" y="385820"/>
                  </a:lnTo>
                  <a:lnTo>
                    <a:pt x="128754" y="383733"/>
                  </a:lnTo>
                  <a:lnTo>
                    <a:pt x="129519" y="381319"/>
                  </a:lnTo>
                  <a:lnTo>
                    <a:pt x="132347" y="377245"/>
                  </a:lnTo>
                  <a:lnTo>
                    <a:pt x="135445" y="374426"/>
                  </a:lnTo>
                  <a:lnTo>
                    <a:pt x="135026" y="374193"/>
                  </a:lnTo>
                  <a:lnTo>
                    <a:pt x="134643" y="373355"/>
                  </a:lnTo>
                  <a:lnTo>
                    <a:pt x="136071" y="367708"/>
                  </a:lnTo>
                  <a:lnTo>
                    <a:pt x="137465" y="362667"/>
                  </a:lnTo>
                  <a:lnTo>
                    <a:pt x="135582" y="366963"/>
                  </a:lnTo>
                  <a:lnTo>
                    <a:pt x="133405" y="370250"/>
                  </a:lnTo>
                  <a:lnTo>
                    <a:pt x="127023" y="374066"/>
                  </a:lnTo>
                  <a:lnTo>
                    <a:pt x="122682" y="377266"/>
                  </a:lnTo>
                  <a:lnTo>
                    <a:pt x="120622" y="378033"/>
                  </a:lnTo>
                  <a:lnTo>
                    <a:pt x="119261" y="377219"/>
                  </a:lnTo>
                  <a:lnTo>
                    <a:pt x="118200" y="374150"/>
                  </a:lnTo>
                  <a:lnTo>
                    <a:pt x="117595" y="373058"/>
                  </a:lnTo>
                  <a:lnTo>
                    <a:pt x="116816" y="371056"/>
                  </a:lnTo>
                  <a:lnTo>
                    <a:pt x="117144" y="368455"/>
                  </a:lnTo>
                  <a:lnTo>
                    <a:pt x="117761" y="366654"/>
                  </a:lnTo>
                  <a:lnTo>
                    <a:pt x="119116" y="366359"/>
                  </a:lnTo>
                  <a:lnTo>
                    <a:pt x="120643" y="367227"/>
                  </a:lnTo>
                  <a:lnTo>
                    <a:pt x="121967" y="367301"/>
                  </a:lnTo>
                  <a:lnTo>
                    <a:pt x="120260" y="365526"/>
                  </a:lnTo>
                  <a:lnTo>
                    <a:pt x="117796" y="363979"/>
                  </a:lnTo>
                  <a:lnTo>
                    <a:pt x="116680" y="364482"/>
                  </a:lnTo>
                  <a:lnTo>
                    <a:pt x="115826" y="366995"/>
                  </a:lnTo>
                  <a:lnTo>
                    <a:pt x="114683" y="368721"/>
                  </a:lnTo>
                  <a:lnTo>
                    <a:pt x="113679" y="368109"/>
                  </a:lnTo>
                  <a:lnTo>
                    <a:pt x="113084" y="367406"/>
                  </a:lnTo>
                  <a:lnTo>
                    <a:pt x="113497" y="369514"/>
                  </a:lnTo>
                  <a:lnTo>
                    <a:pt x="112739" y="372723"/>
                  </a:lnTo>
                  <a:lnTo>
                    <a:pt x="112451" y="374945"/>
                  </a:lnTo>
                  <a:lnTo>
                    <a:pt x="113539" y="380809"/>
                  </a:lnTo>
                  <a:lnTo>
                    <a:pt x="113338" y="383153"/>
                  </a:lnTo>
                  <a:lnTo>
                    <a:pt x="111363" y="384230"/>
                  </a:lnTo>
                  <a:lnTo>
                    <a:pt x="109754" y="382302"/>
                  </a:lnTo>
                  <a:lnTo>
                    <a:pt x="106396" y="374870"/>
                  </a:lnTo>
                  <a:lnTo>
                    <a:pt x="105226" y="372753"/>
                  </a:lnTo>
                  <a:lnTo>
                    <a:pt x="102593" y="369260"/>
                  </a:lnTo>
                  <a:lnTo>
                    <a:pt x="101725" y="369758"/>
                  </a:lnTo>
                  <a:lnTo>
                    <a:pt x="100619" y="371481"/>
                  </a:lnTo>
                  <a:lnTo>
                    <a:pt x="99547" y="371957"/>
                  </a:lnTo>
                  <a:lnTo>
                    <a:pt x="96715" y="369415"/>
                  </a:lnTo>
                  <a:lnTo>
                    <a:pt x="95396" y="367476"/>
                  </a:lnTo>
                  <a:lnTo>
                    <a:pt x="94149" y="365122"/>
                  </a:lnTo>
                  <a:lnTo>
                    <a:pt x="92238" y="366418"/>
                  </a:lnTo>
                  <a:lnTo>
                    <a:pt x="90572" y="367962"/>
                  </a:lnTo>
                  <a:lnTo>
                    <a:pt x="88616" y="370426"/>
                  </a:lnTo>
                  <a:lnTo>
                    <a:pt x="87310" y="370404"/>
                  </a:lnTo>
                  <a:lnTo>
                    <a:pt x="83756" y="372515"/>
                  </a:lnTo>
                  <a:lnTo>
                    <a:pt x="83379" y="372560"/>
                  </a:lnTo>
                  <a:lnTo>
                    <a:pt x="82878" y="373698"/>
                  </a:lnTo>
                  <a:lnTo>
                    <a:pt x="82388" y="374208"/>
                  </a:lnTo>
                  <a:lnTo>
                    <a:pt x="81984" y="376399"/>
                  </a:lnTo>
                  <a:lnTo>
                    <a:pt x="77180" y="378099"/>
                  </a:lnTo>
                  <a:lnTo>
                    <a:pt x="72434" y="377147"/>
                  </a:lnTo>
                  <a:lnTo>
                    <a:pt x="74094" y="375942"/>
                  </a:lnTo>
                  <a:lnTo>
                    <a:pt x="75949" y="374994"/>
                  </a:lnTo>
                  <a:lnTo>
                    <a:pt x="77559" y="372713"/>
                  </a:lnTo>
                  <a:lnTo>
                    <a:pt x="76875" y="369666"/>
                  </a:lnTo>
                  <a:lnTo>
                    <a:pt x="76756" y="368113"/>
                  </a:lnTo>
                  <a:lnTo>
                    <a:pt x="76775" y="366149"/>
                  </a:lnTo>
                  <a:lnTo>
                    <a:pt x="78534" y="363394"/>
                  </a:lnTo>
                  <a:lnTo>
                    <a:pt x="76705" y="363399"/>
                  </a:lnTo>
                  <a:lnTo>
                    <a:pt x="75531" y="364386"/>
                  </a:lnTo>
                  <a:lnTo>
                    <a:pt x="74431" y="362316"/>
                  </a:lnTo>
                  <a:lnTo>
                    <a:pt x="73916" y="358243"/>
                  </a:lnTo>
                  <a:lnTo>
                    <a:pt x="75174" y="355835"/>
                  </a:lnTo>
                  <a:lnTo>
                    <a:pt x="75757" y="353979"/>
                  </a:lnTo>
                  <a:lnTo>
                    <a:pt x="76251" y="351431"/>
                  </a:lnTo>
                  <a:lnTo>
                    <a:pt x="76287" y="349241"/>
                  </a:lnTo>
                  <a:lnTo>
                    <a:pt x="75313" y="345533"/>
                  </a:lnTo>
                  <a:lnTo>
                    <a:pt x="72516" y="337675"/>
                  </a:lnTo>
                  <a:lnTo>
                    <a:pt x="71245" y="331816"/>
                  </a:lnTo>
                  <a:lnTo>
                    <a:pt x="69065" y="328694"/>
                  </a:lnTo>
                  <a:lnTo>
                    <a:pt x="70692" y="323585"/>
                  </a:lnTo>
                  <a:lnTo>
                    <a:pt x="72507" y="318932"/>
                  </a:lnTo>
                  <a:lnTo>
                    <a:pt x="74851" y="316850"/>
                  </a:lnTo>
                  <a:lnTo>
                    <a:pt x="74663" y="316538"/>
                  </a:lnTo>
                  <a:lnTo>
                    <a:pt x="73368" y="316552"/>
                  </a:lnTo>
                  <a:lnTo>
                    <a:pt x="72518" y="316828"/>
                  </a:lnTo>
                  <a:lnTo>
                    <a:pt x="71764" y="318341"/>
                  </a:lnTo>
                  <a:lnTo>
                    <a:pt x="70970" y="319497"/>
                  </a:lnTo>
                  <a:lnTo>
                    <a:pt x="68488" y="325423"/>
                  </a:lnTo>
                  <a:lnTo>
                    <a:pt x="66891" y="328310"/>
                  </a:lnTo>
                  <a:lnTo>
                    <a:pt x="65852" y="329138"/>
                  </a:lnTo>
                  <a:lnTo>
                    <a:pt x="67525" y="330258"/>
                  </a:lnTo>
                  <a:lnTo>
                    <a:pt x="67778" y="331201"/>
                  </a:lnTo>
                  <a:lnTo>
                    <a:pt x="68100" y="333345"/>
                  </a:lnTo>
                  <a:lnTo>
                    <a:pt x="67672" y="335951"/>
                  </a:lnTo>
                  <a:lnTo>
                    <a:pt x="67244" y="337388"/>
                  </a:lnTo>
                  <a:lnTo>
                    <a:pt x="65271" y="337273"/>
                  </a:lnTo>
                  <a:lnTo>
                    <a:pt x="63502" y="339368"/>
                  </a:lnTo>
                  <a:lnTo>
                    <a:pt x="59339" y="341647"/>
                  </a:lnTo>
                  <a:lnTo>
                    <a:pt x="53721" y="342950"/>
                  </a:lnTo>
                  <a:lnTo>
                    <a:pt x="50960" y="342794"/>
                  </a:lnTo>
                  <a:lnTo>
                    <a:pt x="48085" y="340135"/>
                  </a:lnTo>
                  <a:lnTo>
                    <a:pt x="48106" y="338596"/>
                  </a:lnTo>
                  <a:lnTo>
                    <a:pt x="48222" y="337256"/>
                  </a:lnTo>
                  <a:lnTo>
                    <a:pt x="44091" y="332673"/>
                  </a:lnTo>
                  <a:lnTo>
                    <a:pt x="41754" y="328108"/>
                  </a:lnTo>
                  <a:lnTo>
                    <a:pt x="40076" y="328007"/>
                  </a:lnTo>
                  <a:lnTo>
                    <a:pt x="38617" y="326789"/>
                  </a:lnTo>
                  <a:lnTo>
                    <a:pt x="36893" y="324895"/>
                  </a:lnTo>
                  <a:lnTo>
                    <a:pt x="37044" y="323367"/>
                  </a:lnTo>
                  <a:lnTo>
                    <a:pt x="37315" y="322292"/>
                  </a:lnTo>
                  <a:lnTo>
                    <a:pt x="36258" y="321540"/>
                  </a:lnTo>
                  <a:lnTo>
                    <a:pt x="34902" y="321614"/>
                  </a:lnTo>
                  <a:lnTo>
                    <a:pt x="33326" y="321093"/>
                  </a:lnTo>
                  <a:lnTo>
                    <a:pt x="37443" y="315218"/>
                  </a:lnTo>
                  <a:lnTo>
                    <a:pt x="38859" y="311285"/>
                  </a:lnTo>
                  <a:lnTo>
                    <a:pt x="40013" y="310726"/>
                  </a:lnTo>
                  <a:lnTo>
                    <a:pt x="41509" y="311332"/>
                  </a:lnTo>
                  <a:lnTo>
                    <a:pt x="43574" y="312883"/>
                  </a:lnTo>
                  <a:lnTo>
                    <a:pt x="45315" y="313567"/>
                  </a:lnTo>
                  <a:lnTo>
                    <a:pt x="45944" y="314294"/>
                  </a:lnTo>
                  <a:lnTo>
                    <a:pt x="46587" y="315672"/>
                  </a:lnTo>
                  <a:lnTo>
                    <a:pt x="45909" y="317978"/>
                  </a:lnTo>
                  <a:lnTo>
                    <a:pt x="45287" y="319597"/>
                  </a:lnTo>
                  <a:lnTo>
                    <a:pt x="46052" y="319157"/>
                  </a:lnTo>
                  <a:lnTo>
                    <a:pt x="48219" y="316652"/>
                  </a:lnTo>
                  <a:lnTo>
                    <a:pt x="49831" y="314449"/>
                  </a:lnTo>
                  <a:lnTo>
                    <a:pt x="50604" y="314678"/>
                  </a:lnTo>
                  <a:lnTo>
                    <a:pt x="51106" y="315066"/>
                  </a:lnTo>
                  <a:lnTo>
                    <a:pt x="52002" y="317339"/>
                  </a:lnTo>
                  <a:lnTo>
                    <a:pt x="53116" y="319652"/>
                  </a:lnTo>
                  <a:lnTo>
                    <a:pt x="55569" y="317448"/>
                  </a:lnTo>
                  <a:lnTo>
                    <a:pt x="56883" y="314704"/>
                  </a:lnTo>
                  <a:lnTo>
                    <a:pt x="55775" y="313501"/>
                  </a:lnTo>
                  <a:lnTo>
                    <a:pt x="54419" y="312789"/>
                  </a:lnTo>
                  <a:lnTo>
                    <a:pt x="50964" y="311856"/>
                  </a:lnTo>
                  <a:lnTo>
                    <a:pt x="51808" y="311070"/>
                  </a:lnTo>
                  <a:lnTo>
                    <a:pt x="54025" y="311156"/>
                  </a:lnTo>
                  <a:lnTo>
                    <a:pt x="54860" y="310403"/>
                  </a:lnTo>
                  <a:lnTo>
                    <a:pt x="53982" y="309361"/>
                  </a:lnTo>
                  <a:lnTo>
                    <a:pt x="52884" y="308431"/>
                  </a:lnTo>
                  <a:lnTo>
                    <a:pt x="49891" y="311534"/>
                  </a:lnTo>
                  <a:lnTo>
                    <a:pt x="44444" y="311378"/>
                  </a:lnTo>
                  <a:lnTo>
                    <a:pt x="40637" y="309566"/>
                  </a:lnTo>
                  <a:lnTo>
                    <a:pt x="36839" y="309881"/>
                  </a:lnTo>
                  <a:lnTo>
                    <a:pt x="36239" y="309521"/>
                  </a:lnTo>
                  <a:lnTo>
                    <a:pt x="35499" y="308550"/>
                  </a:lnTo>
                  <a:lnTo>
                    <a:pt x="37640" y="306246"/>
                  </a:lnTo>
                  <a:lnTo>
                    <a:pt x="39154" y="304972"/>
                  </a:lnTo>
                  <a:lnTo>
                    <a:pt x="39235" y="304234"/>
                  </a:lnTo>
                  <a:lnTo>
                    <a:pt x="38355" y="304141"/>
                  </a:lnTo>
                  <a:lnTo>
                    <a:pt x="36699" y="304753"/>
                  </a:lnTo>
                  <a:lnTo>
                    <a:pt x="35960" y="303691"/>
                  </a:lnTo>
                  <a:lnTo>
                    <a:pt x="36081" y="301850"/>
                  </a:lnTo>
                  <a:lnTo>
                    <a:pt x="35809" y="302015"/>
                  </a:lnTo>
                  <a:lnTo>
                    <a:pt x="35155" y="303020"/>
                  </a:lnTo>
                  <a:lnTo>
                    <a:pt x="34228" y="302524"/>
                  </a:lnTo>
                  <a:lnTo>
                    <a:pt x="33435" y="301694"/>
                  </a:lnTo>
                  <a:lnTo>
                    <a:pt x="33851" y="300810"/>
                  </a:lnTo>
                  <a:lnTo>
                    <a:pt x="34665" y="299595"/>
                  </a:lnTo>
                  <a:lnTo>
                    <a:pt x="34303" y="299414"/>
                  </a:lnTo>
                  <a:lnTo>
                    <a:pt x="33571" y="299673"/>
                  </a:lnTo>
                  <a:lnTo>
                    <a:pt x="32860" y="301263"/>
                  </a:lnTo>
                  <a:lnTo>
                    <a:pt x="33016" y="302550"/>
                  </a:lnTo>
                  <a:lnTo>
                    <a:pt x="32998" y="304395"/>
                  </a:lnTo>
                  <a:lnTo>
                    <a:pt x="31783" y="304733"/>
                  </a:lnTo>
                  <a:lnTo>
                    <a:pt x="30742" y="304512"/>
                  </a:lnTo>
                  <a:lnTo>
                    <a:pt x="29990" y="302655"/>
                  </a:lnTo>
                  <a:lnTo>
                    <a:pt x="29212" y="298674"/>
                  </a:lnTo>
                  <a:lnTo>
                    <a:pt x="27109" y="297617"/>
                  </a:lnTo>
                  <a:lnTo>
                    <a:pt x="26593" y="295604"/>
                  </a:lnTo>
                  <a:lnTo>
                    <a:pt x="27924" y="293023"/>
                  </a:lnTo>
                  <a:lnTo>
                    <a:pt x="27336" y="291691"/>
                  </a:lnTo>
                  <a:lnTo>
                    <a:pt x="25922" y="291258"/>
                  </a:lnTo>
                  <a:lnTo>
                    <a:pt x="24305" y="292562"/>
                  </a:lnTo>
                  <a:lnTo>
                    <a:pt x="23590" y="291404"/>
                  </a:lnTo>
                  <a:lnTo>
                    <a:pt x="23458" y="290131"/>
                  </a:lnTo>
                  <a:lnTo>
                    <a:pt x="23402" y="288305"/>
                  </a:lnTo>
                  <a:lnTo>
                    <a:pt x="23853" y="288113"/>
                  </a:lnTo>
                  <a:lnTo>
                    <a:pt x="24226" y="288475"/>
                  </a:lnTo>
                  <a:lnTo>
                    <a:pt x="27467" y="287461"/>
                  </a:lnTo>
                  <a:lnTo>
                    <a:pt x="27780" y="286967"/>
                  </a:lnTo>
                  <a:lnTo>
                    <a:pt x="25208" y="285425"/>
                  </a:lnTo>
                  <a:lnTo>
                    <a:pt x="24491" y="283805"/>
                  </a:lnTo>
                  <a:lnTo>
                    <a:pt x="25556" y="282887"/>
                  </a:lnTo>
                  <a:lnTo>
                    <a:pt x="27476" y="282809"/>
                  </a:lnTo>
                  <a:lnTo>
                    <a:pt x="30170" y="281850"/>
                  </a:lnTo>
                  <a:lnTo>
                    <a:pt x="29036" y="280131"/>
                  </a:lnTo>
                  <a:lnTo>
                    <a:pt x="28800" y="279188"/>
                  </a:lnTo>
                  <a:lnTo>
                    <a:pt x="28572" y="277641"/>
                  </a:lnTo>
                  <a:lnTo>
                    <a:pt x="29019" y="275019"/>
                  </a:lnTo>
                  <a:lnTo>
                    <a:pt x="32182" y="269007"/>
                  </a:lnTo>
                  <a:lnTo>
                    <a:pt x="35267" y="263995"/>
                  </a:lnTo>
                  <a:lnTo>
                    <a:pt x="36229" y="262837"/>
                  </a:lnTo>
                  <a:lnTo>
                    <a:pt x="37642" y="262214"/>
                  </a:lnTo>
                  <a:lnTo>
                    <a:pt x="38956" y="262693"/>
                  </a:lnTo>
                  <a:lnTo>
                    <a:pt x="40329" y="263770"/>
                  </a:lnTo>
                  <a:lnTo>
                    <a:pt x="40589" y="263309"/>
                  </a:lnTo>
                  <a:lnTo>
                    <a:pt x="40123" y="262869"/>
                  </a:lnTo>
                  <a:lnTo>
                    <a:pt x="39535" y="260818"/>
                  </a:lnTo>
                  <a:lnTo>
                    <a:pt x="41441" y="260014"/>
                  </a:lnTo>
                  <a:lnTo>
                    <a:pt x="42558" y="257697"/>
                  </a:lnTo>
                  <a:lnTo>
                    <a:pt x="42642" y="257026"/>
                  </a:lnTo>
                  <a:lnTo>
                    <a:pt x="41429" y="257990"/>
                  </a:lnTo>
                  <a:lnTo>
                    <a:pt x="40165" y="259572"/>
                  </a:lnTo>
                  <a:lnTo>
                    <a:pt x="39848" y="257981"/>
                  </a:lnTo>
                  <a:lnTo>
                    <a:pt x="39522" y="254319"/>
                  </a:lnTo>
                  <a:lnTo>
                    <a:pt x="40080" y="250859"/>
                  </a:lnTo>
                  <a:lnTo>
                    <a:pt x="40514" y="249307"/>
                  </a:lnTo>
                  <a:lnTo>
                    <a:pt x="41569" y="247833"/>
                  </a:lnTo>
                  <a:lnTo>
                    <a:pt x="44608" y="247243"/>
                  </a:lnTo>
                  <a:lnTo>
                    <a:pt x="45143" y="247538"/>
                  </a:lnTo>
                  <a:lnTo>
                    <a:pt x="45254" y="246842"/>
                  </a:lnTo>
                  <a:lnTo>
                    <a:pt x="43425" y="244667"/>
                  </a:lnTo>
                  <a:lnTo>
                    <a:pt x="44179" y="242965"/>
                  </a:lnTo>
                  <a:lnTo>
                    <a:pt x="44841" y="242084"/>
                  </a:lnTo>
                  <a:lnTo>
                    <a:pt x="48514" y="240705"/>
                  </a:lnTo>
                  <a:lnTo>
                    <a:pt x="50522" y="241133"/>
                  </a:lnTo>
                  <a:lnTo>
                    <a:pt x="53040" y="242740"/>
                  </a:lnTo>
                  <a:lnTo>
                    <a:pt x="54502" y="244740"/>
                  </a:lnTo>
                  <a:lnTo>
                    <a:pt x="54289" y="245766"/>
                  </a:lnTo>
                  <a:lnTo>
                    <a:pt x="53926" y="246360"/>
                  </a:lnTo>
                  <a:lnTo>
                    <a:pt x="53168" y="247026"/>
                  </a:lnTo>
                  <a:lnTo>
                    <a:pt x="52885" y="247542"/>
                  </a:lnTo>
                  <a:lnTo>
                    <a:pt x="53020" y="247953"/>
                  </a:lnTo>
                  <a:lnTo>
                    <a:pt x="54099" y="246760"/>
                  </a:lnTo>
                  <a:lnTo>
                    <a:pt x="55866" y="245310"/>
                  </a:lnTo>
                  <a:lnTo>
                    <a:pt x="56855" y="245941"/>
                  </a:lnTo>
                  <a:lnTo>
                    <a:pt x="57639" y="247086"/>
                  </a:lnTo>
                  <a:lnTo>
                    <a:pt x="58505" y="247066"/>
                  </a:lnTo>
                  <a:lnTo>
                    <a:pt x="61254" y="246082"/>
                  </a:lnTo>
                  <a:lnTo>
                    <a:pt x="62650" y="245040"/>
                  </a:lnTo>
                  <a:lnTo>
                    <a:pt x="64355" y="242333"/>
                  </a:lnTo>
                  <a:lnTo>
                    <a:pt x="66626" y="240583"/>
                  </a:lnTo>
                  <a:lnTo>
                    <a:pt x="69815" y="235065"/>
                  </a:lnTo>
                  <a:lnTo>
                    <a:pt x="70753" y="232801"/>
                  </a:lnTo>
                  <a:lnTo>
                    <a:pt x="71844" y="232453"/>
                  </a:lnTo>
                  <a:lnTo>
                    <a:pt x="72829" y="232654"/>
                  </a:lnTo>
                  <a:lnTo>
                    <a:pt x="73514" y="234511"/>
                  </a:lnTo>
                  <a:lnTo>
                    <a:pt x="74517" y="235054"/>
                  </a:lnTo>
                  <a:lnTo>
                    <a:pt x="80227" y="234604"/>
                  </a:lnTo>
                  <a:lnTo>
                    <a:pt x="83145" y="233753"/>
                  </a:lnTo>
                  <a:lnTo>
                    <a:pt x="85172" y="231952"/>
                  </a:lnTo>
                  <a:lnTo>
                    <a:pt x="87280" y="228920"/>
                  </a:lnTo>
                  <a:lnTo>
                    <a:pt x="88501" y="226887"/>
                  </a:lnTo>
                  <a:lnTo>
                    <a:pt x="89086" y="224239"/>
                  </a:lnTo>
                  <a:lnTo>
                    <a:pt x="88331" y="220812"/>
                  </a:lnTo>
                  <a:lnTo>
                    <a:pt x="87558" y="217967"/>
                  </a:lnTo>
                  <a:lnTo>
                    <a:pt x="86539" y="211464"/>
                  </a:lnTo>
                  <a:lnTo>
                    <a:pt x="83705" y="207170"/>
                  </a:lnTo>
                  <a:lnTo>
                    <a:pt x="81687" y="205889"/>
                  </a:lnTo>
                  <a:lnTo>
                    <a:pt x="80407" y="206071"/>
                  </a:lnTo>
                  <a:lnTo>
                    <a:pt x="81334" y="203335"/>
                  </a:lnTo>
                  <a:lnTo>
                    <a:pt x="84034" y="203630"/>
                  </a:lnTo>
                  <a:lnTo>
                    <a:pt x="85793" y="203096"/>
                  </a:lnTo>
                  <a:lnTo>
                    <a:pt x="87217" y="201777"/>
                  </a:lnTo>
                  <a:lnTo>
                    <a:pt x="87683" y="200779"/>
                  </a:lnTo>
                  <a:lnTo>
                    <a:pt x="88385" y="198739"/>
                  </a:lnTo>
                  <a:lnTo>
                    <a:pt x="88143" y="196561"/>
                  </a:lnTo>
                  <a:lnTo>
                    <a:pt x="87765" y="195381"/>
                  </a:lnTo>
                  <a:lnTo>
                    <a:pt x="86783" y="194081"/>
                  </a:lnTo>
                  <a:lnTo>
                    <a:pt x="85616" y="192177"/>
                  </a:lnTo>
                  <a:lnTo>
                    <a:pt x="84801" y="191543"/>
                  </a:lnTo>
                  <a:lnTo>
                    <a:pt x="84109" y="191585"/>
                  </a:lnTo>
                  <a:lnTo>
                    <a:pt x="80704" y="195401"/>
                  </a:lnTo>
                  <a:lnTo>
                    <a:pt x="78661" y="195472"/>
                  </a:lnTo>
                  <a:lnTo>
                    <a:pt x="77132" y="194769"/>
                  </a:lnTo>
                  <a:lnTo>
                    <a:pt x="75805" y="196944"/>
                  </a:lnTo>
                  <a:lnTo>
                    <a:pt x="72100" y="198853"/>
                  </a:lnTo>
                  <a:lnTo>
                    <a:pt x="70122" y="200780"/>
                  </a:lnTo>
                  <a:lnTo>
                    <a:pt x="66452" y="205567"/>
                  </a:lnTo>
                  <a:lnTo>
                    <a:pt x="65534" y="207733"/>
                  </a:lnTo>
                  <a:lnTo>
                    <a:pt x="64365" y="207831"/>
                  </a:lnTo>
                  <a:lnTo>
                    <a:pt x="63519" y="203630"/>
                  </a:lnTo>
                  <a:lnTo>
                    <a:pt x="59528" y="199623"/>
                  </a:lnTo>
                  <a:lnTo>
                    <a:pt x="58322" y="200985"/>
                  </a:lnTo>
                  <a:lnTo>
                    <a:pt x="58987" y="202245"/>
                  </a:lnTo>
                  <a:lnTo>
                    <a:pt x="59891" y="203141"/>
                  </a:lnTo>
                  <a:lnTo>
                    <a:pt x="61382" y="203532"/>
                  </a:lnTo>
                  <a:lnTo>
                    <a:pt x="60739" y="204746"/>
                  </a:lnTo>
                  <a:lnTo>
                    <a:pt x="60253" y="206365"/>
                  </a:lnTo>
                  <a:lnTo>
                    <a:pt x="58758" y="204847"/>
                  </a:lnTo>
                  <a:lnTo>
                    <a:pt x="56088" y="202643"/>
                  </a:lnTo>
                  <a:lnTo>
                    <a:pt x="53322" y="201508"/>
                  </a:lnTo>
                  <a:lnTo>
                    <a:pt x="46121" y="201634"/>
                  </a:lnTo>
                  <a:lnTo>
                    <a:pt x="41394" y="203895"/>
                  </a:lnTo>
                  <a:lnTo>
                    <a:pt x="40960" y="203426"/>
                  </a:lnTo>
                  <a:lnTo>
                    <a:pt x="40503" y="203239"/>
                  </a:lnTo>
                  <a:lnTo>
                    <a:pt x="39716" y="203778"/>
                  </a:lnTo>
                  <a:lnTo>
                    <a:pt x="39378" y="204696"/>
                  </a:lnTo>
                  <a:lnTo>
                    <a:pt x="38863" y="205277"/>
                  </a:lnTo>
                  <a:lnTo>
                    <a:pt x="37897" y="205484"/>
                  </a:lnTo>
                  <a:lnTo>
                    <a:pt x="35955" y="205142"/>
                  </a:lnTo>
                  <a:lnTo>
                    <a:pt x="32200" y="203735"/>
                  </a:lnTo>
                  <a:lnTo>
                    <a:pt x="23711" y="201669"/>
                  </a:lnTo>
                  <a:lnTo>
                    <a:pt x="21489" y="200399"/>
                  </a:lnTo>
                  <a:lnTo>
                    <a:pt x="19584" y="197375"/>
                  </a:lnTo>
                  <a:lnTo>
                    <a:pt x="19624" y="195322"/>
                  </a:lnTo>
                  <a:lnTo>
                    <a:pt x="20470" y="194453"/>
                  </a:lnTo>
                  <a:lnTo>
                    <a:pt x="20390" y="191511"/>
                  </a:lnTo>
                  <a:lnTo>
                    <a:pt x="18737" y="190729"/>
                  </a:lnTo>
                  <a:lnTo>
                    <a:pt x="15373" y="186501"/>
                  </a:lnTo>
                  <a:lnTo>
                    <a:pt x="14136" y="184698"/>
                  </a:lnTo>
                  <a:lnTo>
                    <a:pt x="14404" y="184499"/>
                  </a:lnTo>
                  <a:lnTo>
                    <a:pt x="15009" y="184989"/>
                  </a:lnTo>
                  <a:lnTo>
                    <a:pt x="16158" y="185354"/>
                  </a:lnTo>
                  <a:lnTo>
                    <a:pt x="18980" y="184768"/>
                  </a:lnTo>
                  <a:lnTo>
                    <a:pt x="19947" y="182032"/>
                  </a:lnTo>
                  <a:lnTo>
                    <a:pt x="22043" y="181250"/>
                  </a:lnTo>
                  <a:lnTo>
                    <a:pt x="23970" y="181635"/>
                  </a:lnTo>
                  <a:lnTo>
                    <a:pt x="23537" y="180894"/>
                  </a:lnTo>
                  <a:lnTo>
                    <a:pt x="23045" y="180311"/>
                  </a:lnTo>
                  <a:lnTo>
                    <a:pt x="18024" y="178917"/>
                  </a:lnTo>
                  <a:lnTo>
                    <a:pt x="17342" y="179344"/>
                  </a:lnTo>
                  <a:lnTo>
                    <a:pt x="8340" y="176867"/>
                  </a:lnTo>
                  <a:lnTo>
                    <a:pt x="1232" y="172563"/>
                  </a:lnTo>
                  <a:lnTo>
                    <a:pt x="650" y="171740"/>
                  </a:lnTo>
                  <a:lnTo>
                    <a:pt x="0" y="169904"/>
                  </a:lnTo>
                  <a:lnTo>
                    <a:pt x="959" y="168090"/>
                  </a:lnTo>
                  <a:lnTo>
                    <a:pt x="1923" y="167233"/>
                  </a:lnTo>
                  <a:lnTo>
                    <a:pt x="1966" y="168231"/>
                  </a:lnTo>
                  <a:lnTo>
                    <a:pt x="2120" y="169211"/>
                  </a:lnTo>
                  <a:lnTo>
                    <a:pt x="6195" y="166933"/>
                  </a:lnTo>
                  <a:lnTo>
                    <a:pt x="8324" y="163948"/>
                  </a:lnTo>
                  <a:lnTo>
                    <a:pt x="12359" y="163424"/>
                  </a:lnTo>
                  <a:lnTo>
                    <a:pt x="13298" y="162600"/>
                  </a:lnTo>
                  <a:lnTo>
                    <a:pt x="14550" y="160997"/>
                  </a:lnTo>
                  <a:lnTo>
                    <a:pt x="16339" y="158259"/>
                  </a:lnTo>
                  <a:lnTo>
                    <a:pt x="18868" y="156817"/>
                  </a:lnTo>
                  <a:lnTo>
                    <a:pt x="20591" y="155523"/>
                  </a:lnTo>
                  <a:lnTo>
                    <a:pt x="22836" y="154760"/>
                  </a:lnTo>
                  <a:lnTo>
                    <a:pt x="24751" y="156031"/>
                  </a:lnTo>
                  <a:lnTo>
                    <a:pt x="25342" y="156206"/>
                  </a:lnTo>
                  <a:lnTo>
                    <a:pt x="28819" y="156465"/>
                  </a:lnTo>
                  <a:lnTo>
                    <a:pt x="29961" y="155914"/>
                  </a:lnTo>
                  <a:lnTo>
                    <a:pt x="30448" y="155503"/>
                  </a:lnTo>
                  <a:lnTo>
                    <a:pt x="30811" y="154854"/>
                  </a:lnTo>
                  <a:lnTo>
                    <a:pt x="27398" y="152549"/>
                  </a:lnTo>
                  <a:lnTo>
                    <a:pt x="27744" y="151267"/>
                  </a:lnTo>
                  <a:lnTo>
                    <a:pt x="28179" y="150364"/>
                  </a:lnTo>
                  <a:lnTo>
                    <a:pt x="32161" y="147678"/>
                  </a:lnTo>
                  <a:lnTo>
                    <a:pt x="35222" y="146791"/>
                  </a:lnTo>
                  <a:lnTo>
                    <a:pt x="36859" y="146853"/>
                  </a:lnTo>
                  <a:lnTo>
                    <a:pt x="41610" y="143390"/>
                  </a:lnTo>
                  <a:lnTo>
                    <a:pt x="44213" y="142403"/>
                  </a:lnTo>
                  <a:lnTo>
                    <a:pt x="49116" y="141744"/>
                  </a:lnTo>
                  <a:lnTo>
                    <a:pt x="53144" y="141575"/>
                  </a:lnTo>
                  <a:lnTo>
                    <a:pt x="54234" y="142810"/>
                  </a:lnTo>
                  <a:lnTo>
                    <a:pt x="52071" y="142549"/>
                  </a:lnTo>
                  <a:lnTo>
                    <a:pt x="51118" y="142774"/>
                  </a:lnTo>
                  <a:lnTo>
                    <a:pt x="51797" y="143197"/>
                  </a:lnTo>
                  <a:lnTo>
                    <a:pt x="52562" y="144097"/>
                  </a:lnTo>
                  <a:lnTo>
                    <a:pt x="52340" y="145234"/>
                  </a:lnTo>
                  <a:lnTo>
                    <a:pt x="51009" y="148611"/>
                  </a:lnTo>
                  <a:lnTo>
                    <a:pt x="51118" y="151313"/>
                  </a:lnTo>
                  <a:lnTo>
                    <a:pt x="50252" y="152187"/>
                  </a:lnTo>
                  <a:lnTo>
                    <a:pt x="49414" y="153422"/>
                  </a:lnTo>
                  <a:lnTo>
                    <a:pt x="53538" y="157314"/>
                  </a:lnTo>
                  <a:lnTo>
                    <a:pt x="59923" y="157562"/>
                  </a:lnTo>
                  <a:lnTo>
                    <a:pt x="63396" y="156859"/>
                  </a:lnTo>
                  <a:lnTo>
                    <a:pt x="65403" y="158023"/>
                  </a:lnTo>
                  <a:lnTo>
                    <a:pt x="67048" y="158289"/>
                  </a:lnTo>
                  <a:lnTo>
                    <a:pt x="71589" y="157692"/>
                  </a:lnTo>
                  <a:lnTo>
                    <a:pt x="75008" y="158524"/>
                  </a:lnTo>
                  <a:lnTo>
                    <a:pt x="76439" y="158205"/>
                  </a:lnTo>
                  <a:lnTo>
                    <a:pt x="79601" y="152388"/>
                  </a:lnTo>
                  <a:lnTo>
                    <a:pt x="80837" y="151476"/>
                  </a:lnTo>
                  <a:lnTo>
                    <a:pt x="82182" y="152487"/>
                  </a:lnTo>
                  <a:lnTo>
                    <a:pt x="83937" y="153308"/>
                  </a:lnTo>
                  <a:lnTo>
                    <a:pt x="85056" y="152714"/>
                  </a:lnTo>
                  <a:lnTo>
                    <a:pt x="85969" y="154212"/>
                  </a:lnTo>
                  <a:lnTo>
                    <a:pt x="85540" y="151085"/>
                  </a:lnTo>
                  <a:lnTo>
                    <a:pt x="84921" y="149912"/>
                  </a:lnTo>
                  <a:lnTo>
                    <a:pt x="79752" y="147763"/>
                  </a:lnTo>
                  <a:lnTo>
                    <a:pt x="76294" y="148833"/>
                  </a:lnTo>
                  <a:lnTo>
                    <a:pt x="75213" y="147622"/>
                  </a:lnTo>
                  <a:lnTo>
                    <a:pt x="75570" y="145221"/>
                  </a:lnTo>
                  <a:lnTo>
                    <a:pt x="71870" y="139310"/>
                  </a:lnTo>
                  <a:lnTo>
                    <a:pt x="70328" y="138111"/>
                  </a:lnTo>
                  <a:lnTo>
                    <a:pt x="68503" y="138053"/>
                  </a:lnTo>
                  <a:lnTo>
                    <a:pt x="67574" y="136000"/>
                  </a:lnTo>
                  <a:lnTo>
                    <a:pt x="66797" y="133363"/>
                  </a:lnTo>
                  <a:lnTo>
                    <a:pt x="68371" y="132286"/>
                  </a:lnTo>
                  <a:lnTo>
                    <a:pt x="69793" y="131799"/>
                  </a:lnTo>
                  <a:lnTo>
                    <a:pt x="71110" y="132646"/>
                  </a:lnTo>
                  <a:lnTo>
                    <a:pt x="72599" y="136111"/>
                  </a:lnTo>
                  <a:lnTo>
                    <a:pt x="73985" y="136621"/>
                  </a:lnTo>
                  <a:lnTo>
                    <a:pt x="73582" y="140073"/>
                  </a:lnTo>
                  <a:lnTo>
                    <a:pt x="75302" y="143255"/>
                  </a:lnTo>
                  <a:lnTo>
                    <a:pt x="79184" y="146212"/>
                  </a:lnTo>
                  <a:lnTo>
                    <a:pt x="82293" y="145125"/>
                  </a:lnTo>
                  <a:lnTo>
                    <a:pt x="84488" y="145155"/>
                  </a:lnTo>
                  <a:lnTo>
                    <a:pt x="85800" y="145778"/>
                  </a:lnTo>
                  <a:lnTo>
                    <a:pt x="89014" y="148433"/>
                  </a:lnTo>
                  <a:lnTo>
                    <a:pt x="90646" y="148766"/>
                  </a:lnTo>
                  <a:lnTo>
                    <a:pt x="95751" y="147373"/>
                  </a:lnTo>
                  <a:lnTo>
                    <a:pt x="95804" y="144764"/>
                  </a:lnTo>
                  <a:lnTo>
                    <a:pt x="95375" y="142875"/>
                  </a:lnTo>
                  <a:lnTo>
                    <a:pt x="94176" y="141692"/>
                  </a:lnTo>
                  <a:lnTo>
                    <a:pt x="90728" y="141914"/>
                  </a:lnTo>
                  <a:lnTo>
                    <a:pt x="88044" y="139968"/>
                  </a:lnTo>
                  <a:lnTo>
                    <a:pt x="85760" y="140502"/>
                  </a:lnTo>
                  <a:lnTo>
                    <a:pt x="81536" y="143484"/>
                  </a:lnTo>
                  <a:lnTo>
                    <a:pt x="79419" y="142310"/>
                  </a:lnTo>
                  <a:lnTo>
                    <a:pt x="78089" y="140717"/>
                  </a:lnTo>
                  <a:lnTo>
                    <a:pt x="75946" y="139097"/>
                  </a:lnTo>
                  <a:lnTo>
                    <a:pt x="75677" y="136035"/>
                  </a:lnTo>
                  <a:lnTo>
                    <a:pt x="77475" y="132523"/>
                  </a:lnTo>
                  <a:lnTo>
                    <a:pt x="78804" y="130852"/>
                  </a:lnTo>
                  <a:lnTo>
                    <a:pt x="77613" y="129635"/>
                  </a:lnTo>
                  <a:lnTo>
                    <a:pt x="74621" y="128777"/>
                  </a:lnTo>
                  <a:lnTo>
                    <a:pt x="69428" y="129655"/>
                  </a:lnTo>
                  <a:lnTo>
                    <a:pt x="69184" y="128460"/>
                  </a:lnTo>
                  <a:lnTo>
                    <a:pt x="69210" y="127170"/>
                  </a:lnTo>
                  <a:lnTo>
                    <a:pt x="67094" y="129695"/>
                  </a:lnTo>
                  <a:lnTo>
                    <a:pt x="64920" y="129165"/>
                  </a:lnTo>
                  <a:lnTo>
                    <a:pt x="61992" y="129435"/>
                  </a:lnTo>
                  <a:lnTo>
                    <a:pt x="55531" y="127211"/>
                  </a:lnTo>
                  <a:lnTo>
                    <a:pt x="53231" y="124463"/>
                  </a:lnTo>
                  <a:lnTo>
                    <a:pt x="52265" y="122234"/>
                  </a:lnTo>
                  <a:lnTo>
                    <a:pt x="50524" y="116130"/>
                  </a:lnTo>
                  <a:lnTo>
                    <a:pt x="48300" y="112313"/>
                  </a:lnTo>
                  <a:lnTo>
                    <a:pt x="32934" y="99345"/>
                  </a:lnTo>
                  <a:lnTo>
                    <a:pt x="25944" y="96086"/>
                  </a:lnTo>
                  <a:lnTo>
                    <a:pt x="22576" y="92480"/>
                  </a:lnTo>
                  <a:lnTo>
                    <a:pt x="20465" y="91593"/>
                  </a:lnTo>
                  <a:lnTo>
                    <a:pt x="18450" y="91229"/>
                  </a:lnTo>
                  <a:lnTo>
                    <a:pt x="15868" y="90066"/>
                  </a:lnTo>
                  <a:lnTo>
                    <a:pt x="17604" y="88637"/>
                  </a:lnTo>
                  <a:lnTo>
                    <a:pt x="18798" y="88153"/>
                  </a:lnTo>
                  <a:lnTo>
                    <a:pt x="17556" y="89647"/>
                  </a:lnTo>
                  <a:lnTo>
                    <a:pt x="18499" y="90023"/>
                  </a:lnTo>
                  <a:lnTo>
                    <a:pt x="20003" y="89162"/>
                  </a:lnTo>
                  <a:lnTo>
                    <a:pt x="20814" y="88130"/>
                  </a:lnTo>
                  <a:lnTo>
                    <a:pt x="22003" y="83754"/>
                  </a:lnTo>
                  <a:lnTo>
                    <a:pt x="23233" y="77136"/>
                  </a:lnTo>
                  <a:lnTo>
                    <a:pt x="22903" y="74532"/>
                  </a:lnTo>
                  <a:lnTo>
                    <a:pt x="31429" y="75057"/>
                  </a:lnTo>
                  <a:lnTo>
                    <a:pt x="37103" y="74617"/>
                  </a:lnTo>
                  <a:lnTo>
                    <a:pt x="38983" y="74027"/>
                  </a:lnTo>
                  <a:lnTo>
                    <a:pt x="46141" y="73021"/>
                  </a:lnTo>
                  <a:lnTo>
                    <a:pt x="47995" y="72291"/>
                  </a:lnTo>
                  <a:lnTo>
                    <a:pt x="51435" y="70060"/>
                  </a:lnTo>
                  <a:lnTo>
                    <a:pt x="55484" y="66117"/>
                  </a:lnTo>
                  <a:lnTo>
                    <a:pt x="58959" y="60939"/>
                  </a:lnTo>
                  <a:lnTo>
                    <a:pt x="59512" y="59545"/>
                  </a:lnTo>
                  <a:lnTo>
                    <a:pt x="59732" y="59901"/>
                  </a:lnTo>
                  <a:lnTo>
                    <a:pt x="60045" y="59681"/>
                  </a:lnTo>
                  <a:lnTo>
                    <a:pt x="60416" y="57718"/>
                  </a:lnTo>
                  <a:lnTo>
                    <a:pt x="60873" y="53098"/>
                  </a:lnTo>
                  <a:lnTo>
                    <a:pt x="62596" y="48742"/>
                  </a:lnTo>
                  <a:lnTo>
                    <a:pt x="69930" y="38813"/>
                  </a:lnTo>
                  <a:lnTo>
                    <a:pt x="73333" y="34881"/>
                  </a:lnTo>
                  <a:lnTo>
                    <a:pt x="74468" y="33095"/>
                  </a:lnTo>
                  <a:lnTo>
                    <a:pt x="75651" y="31792"/>
                  </a:lnTo>
                  <a:lnTo>
                    <a:pt x="76484" y="33030"/>
                  </a:lnTo>
                  <a:lnTo>
                    <a:pt x="76882" y="33400"/>
                  </a:lnTo>
                  <a:lnTo>
                    <a:pt x="77112" y="33981"/>
                  </a:lnTo>
                  <a:lnTo>
                    <a:pt x="76413" y="34254"/>
                  </a:lnTo>
                  <a:lnTo>
                    <a:pt x="75273" y="35523"/>
                  </a:lnTo>
                  <a:lnTo>
                    <a:pt x="73683" y="36374"/>
                  </a:lnTo>
                  <a:lnTo>
                    <a:pt x="73300" y="36809"/>
                  </a:lnTo>
                  <a:lnTo>
                    <a:pt x="74231" y="36712"/>
                  </a:lnTo>
                  <a:lnTo>
                    <a:pt x="77025" y="35787"/>
                  </a:lnTo>
                  <a:lnTo>
                    <a:pt x="78599" y="34665"/>
                  </a:lnTo>
                  <a:lnTo>
                    <a:pt x="86432" y="32594"/>
                  </a:lnTo>
                  <a:lnTo>
                    <a:pt x="90681" y="29168"/>
                  </a:lnTo>
                  <a:lnTo>
                    <a:pt x="90846" y="28404"/>
                  </a:lnTo>
                  <a:lnTo>
                    <a:pt x="97147" y="24125"/>
                  </a:lnTo>
                  <a:lnTo>
                    <a:pt x="98018" y="24291"/>
                  </a:lnTo>
                  <a:lnTo>
                    <a:pt x="99024" y="24806"/>
                  </a:lnTo>
                  <a:lnTo>
                    <a:pt x="97278" y="27631"/>
                  </a:lnTo>
                  <a:lnTo>
                    <a:pt x="98506" y="28370"/>
                  </a:lnTo>
                  <a:lnTo>
                    <a:pt x="97416" y="31746"/>
                  </a:lnTo>
                  <a:lnTo>
                    <a:pt x="99701" y="31801"/>
                  </a:lnTo>
                  <a:lnTo>
                    <a:pt x="100211" y="33355"/>
                  </a:lnTo>
                  <a:lnTo>
                    <a:pt x="100339" y="32016"/>
                  </a:lnTo>
                  <a:lnTo>
                    <a:pt x="100311" y="30093"/>
                  </a:lnTo>
                  <a:lnTo>
                    <a:pt x="100492" y="28208"/>
                  </a:lnTo>
                  <a:lnTo>
                    <a:pt x="100829" y="26907"/>
                  </a:lnTo>
                  <a:lnTo>
                    <a:pt x="102434" y="27495"/>
                  </a:lnTo>
                  <a:lnTo>
                    <a:pt x="106048" y="26096"/>
                  </a:lnTo>
                  <a:lnTo>
                    <a:pt x="101668" y="25920"/>
                  </a:lnTo>
                  <a:lnTo>
                    <a:pt x="99040" y="22858"/>
                  </a:lnTo>
                  <a:lnTo>
                    <a:pt x="97580" y="22835"/>
                  </a:lnTo>
                  <a:lnTo>
                    <a:pt x="102463" y="18347"/>
                  </a:lnTo>
                  <a:lnTo>
                    <a:pt x="106929" y="15635"/>
                  </a:lnTo>
                  <a:lnTo>
                    <a:pt x="107937" y="15688"/>
                  </a:lnTo>
                  <a:lnTo>
                    <a:pt x="108425" y="16192"/>
                  </a:lnTo>
                  <a:lnTo>
                    <a:pt x="108529" y="17012"/>
                  </a:lnTo>
                  <a:lnTo>
                    <a:pt x="107566" y="17546"/>
                  </a:lnTo>
                  <a:lnTo>
                    <a:pt x="106620" y="18510"/>
                  </a:lnTo>
                  <a:lnTo>
                    <a:pt x="107055" y="19358"/>
                  </a:lnTo>
                  <a:lnTo>
                    <a:pt x="107700" y="19479"/>
                  </a:lnTo>
                  <a:lnTo>
                    <a:pt x="109847" y="18781"/>
                  </a:lnTo>
                  <a:lnTo>
                    <a:pt x="110807" y="17908"/>
                  </a:lnTo>
                  <a:lnTo>
                    <a:pt x="115381" y="17985"/>
                  </a:lnTo>
                  <a:lnTo>
                    <a:pt x="116723" y="17361"/>
                  </a:lnTo>
                  <a:lnTo>
                    <a:pt x="117046" y="16742"/>
                  </a:lnTo>
                  <a:lnTo>
                    <a:pt x="122967" y="16617"/>
                  </a:lnTo>
                  <a:lnTo>
                    <a:pt x="124053" y="16179"/>
                  </a:lnTo>
                  <a:lnTo>
                    <a:pt x="127755" y="13781"/>
                  </a:lnTo>
                  <a:lnTo>
                    <a:pt x="131178" y="10875"/>
                  </a:lnTo>
                  <a:lnTo>
                    <a:pt x="132756" y="9290"/>
                  </a:lnTo>
                  <a:lnTo>
                    <a:pt x="135461" y="5249"/>
                  </a:lnTo>
                  <a:lnTo>
                    <a:pt x="137777" y="2621"/>
                  </a:lnTo>
                  <a:lnTo>
                    <a:pt x="141593" y="0"/>
                  </a:lnTo>
                  <a:lnTo>
                    <a:pt x="142506" y="324"/>
                  </a:lnTo>
                  <a:lnTo>
                    <a:pt x="141270" y="844"/>
                  </a:lnTo>
                  <a:lnTo>
                    <a:pt x="140410" y="1953"/>
                  </a:lnTo>
                  <a:lnTo>
                    <a:pt x="141596" y="3430"/>
                  </a:lnTo>
                  <a:lnTo>
                    <a:pt x="149625" y="6478"/>
                  </a:lnTo>
                  <a:lnTo>
                    <a:pt x="151642" y="6645"/>
                  </a:lnTo>
                  <a:lnTo>
                    <a:pt x="152449" y="8468"/>
                  </a:lnTo>
                  <a:lnTo>
                    <a:pt x="151777" y="10226"/>
                  </a:lnTo>
                  <a:lnTo>
                    <a:pt x="149708" y="12181"/>
                  </a:lnTo>
                  <a:lnTo>
                    <a:pt x="145537" y="14178"/>
                  </a:lnTo>
                  <a:lnTo>
                    <a:pt x="146812" y="14934"/>
                  </a:lnTo>
                  <a:lnTo>
                    <a:pt x="147646" y="16715"/>
                  </a:lnTo>
                  <a:lnTo>
                    <a:pt x="148881" y="16931"/>
                  </a:lnTo>
                  <a:lnTo>
                    <a:pt x="150881" y="16263"/>
                  </a:lnTo>
                  <a:lnTo>
                    <a:pt x="152449" y="15168"/>
                  </a:lnTo>
                  <a:lnTo>
                    <a:pt x="155691" y="11603"/>
                  </a:lnTo>
                  <a:lnTo>
                    <a:pt x="156711" y="9616"/>
                  </a:lnTo>
                  <a:lnTo>
                    <a:pt x="157477" y="9114"/>
                  </a:lnTo>
                  <a:lnTo>
                    <a:pt x="160195" y="9592"/>
                  </a:lnTo>
                  <a:lnTo>
                    <a:pt x="161734" y="10613"/>
                  </a:lnTo>
                  <a:lnTo>
                    <a:pt x="163487" y="12427"/>
                  </a:lnTo>
                  <a:lnTo>
                    <a:pt x="162846" y="14180"/>
                  </a:lnTo>
                  <a:lnTo>
                    <a:pt x="162128" y="15169"/>
                  </a:lnTo>
                  <a:lnTo>
                    <a:pt x="164402" y="16537"/>
                  </a:lnTo>
                  <a:lnTo>
                    <a:pt x="166918" y="16823"/>
                  </a:lnTo>
                  <a:lnTo>
                    <a:pt x="169319" y="17922"/>
                  </a:lnTo>
                  <a:lnTo>
                    <a:pt x="172694" y="15670"/>
                  </a:lnTo>
                  <a:lnTo>
                    <a:pt x="175337" y="15190"/>
                  </a:lnTo>
                  <a:lnTo>
                    <a:pt x="177819" y="15265"/>
                  </a:lnTo>
                  <a:lnTo>
                    <a:pt x="181046" y="14038"/>
                  </a:lnTo>
                  <a:lnTo>
                    <a:pt x="186506" y="15709"/>
                  </a:lnTo>
                  <a:lnTo>
                    <a:pt x="187896" y="15275"/>
                  </a:lnTo>
                  <a:lnTo>
                    <a:pt x="190086" y="15563"/>
                  </a:lnTo>
                  <a:lnTo>
                    <a:pt x="192411" y="16573"/>
                  </a:lnTo>
                  <a:lnTo>
                    <a:pt x="193233" y="17650"/>
                  </a:lnTo>
                  <a:lnTo>
                    <a:pt x="190743" y="19928"/>
                  </a:lnTo>
                  <a:lnTo>
                    <a:pt x="190337" y="22281"/>
                  </a:lnTo>
                  <a:lnTo>
                    <a:pt x="191206" y="23261"/>
                  </a:lnTo>
                  <a:lnTo>
                    <a:pt x="192785" y="23430"/>
                  </a:lnTo>
                  <a:lnTo>
                    <a:pt x="192984" y="24803"/>
                  </a:lnTo>
                  <a:lnTo>
                    <a:pt x="193964" y="25147"/>
                  </a:lnTo>
                  <a:lnTo>
                    <a:pt x="198887" y="25043"/>
                  </a:lnTo>
                  <a:lnTo>
                    <a:pt x="198511" y="25696"/>
                  </a:lnTo>
                  <a:lnTo>
                    <a:pt x="198270" y="26485"/>
                  </a:lnTo>
                  <a:lnTo>
                    <a:pt x="196746" y="28236"/>
                  </a:lnTo>
                  <a:lnTo>
                    <a:pt x="205519" y="29221"/>
                  </a:lnTo>
                  <a:lnTo>
                    <a:pt x="206699" y="28250"/>
                  </a:lnTo>
                  <a:lnTo>
                    <a:pt x="208515" y="27863"/>
                  </a:lnTo>
                  <a:lnTo>
                    <a:pt x="212371" y="26527"/>
                  </a:lnTo>
                  <a:lnTo>
                    <a:pt x="213823" y="27112"/>
                  </a:lnTo>
                  <a:lnTo>
                    <a:pt x="215532" y="28478"/>
                  </a:lnTo>
                  <a:lnTo>
                    <a:pt x="217112" y="28761"/>
                  </a:lnTo>
                  <a:lnTo>
                    <a:pt x="218588" y="28484"/>
                  </a:lnTo>
                  <a:lnTo>
                    <a:pt x="222029" y="26535"/>
                  </a:lnTo>
                  <a:lnTo>
                    <a:pt x="226003" y="26439"/>
                  </a:lnTo>
                  <a:lnTo>
                    <a:pt x="227630" y="27074"/>
                  </a:lnTo>
                  <a:lnTo>
                    <a:pt x="229350" y="26797"/>
                  </a:lnTo>
                  <a:lnTo>
                    <a:pt x="234525" y="29031"/>
                  </a:lnTo>
                  <a:lnTo>
                    <a:pt x="236431" y="29293"/>
                  </a:lnTo>
                  <a:lnTo>
                    <a:pt x="238981" y="32201"/>
                  </a:lnTo>
                  <a:lnTo>
                    <a:pt x="240298" y="32287"/>
                  </a:lnTo>
                  <a:lnTo>
                    <a:pt x="241789" y="31053"/>
                  </a:lnTo>
                  <a:lnTo>
                    <a:pt x="243082" y="31091"/>
                  </a:lnTo>
                  <a:lnTo>
                    <a:pt x="244345" y="32273"/>
                  </a:lnTo>
                  <a:lnTo>
                    <a:pt x="246411" y="32633"/>
                  </a:lnTo>
                  <a:lnTo>
                    <a:pt x="247373" y="34499"/>
                  </a:lnTo>
                  <a:lnTo>
                    <a:pt x="248412" y="35176"/>
                  </a:lnTo>
                  <a:lnTo>
                    <a:pt x="256241" y="36559"/>
                  </a:lnTo>
                  <a:lnTo>
                    <a:pt x="260117" y="35929"/>
                  </a:lnTo>
                  <a:lnTo>
                    <a:pt x="265768" y="36095"/>
                  </a:lnTo>
                  <a:lnTo>
                    <a:pt x="268493" y="36978"/>
                  </a:lnTo>
                  <a:lnTo>
                    <a:pt x="271351" y="36865"/>
                  </a:lnTo>
                  <a:lnTo>
                    <a:pt x="276019" y="40090"/>
                  </a:lnTo>
                  <a:lnTo>
                    <a:pt x="278496" y="40592"/>
                  </a:lnTo>
                  <a:lnTo>
                    <a:pt x="278977" y="41338"/>
                  </a:lnTo>
                  <a:lnTo>
                    <a:pt x="286024" y="42123"/>
                  </a:lnTo>
                  <a:lnTo>
                    <a:pt x="288489" y="40442"/>
                  </a:lnTo>
                  <a:lnTo>
                    <a:pt x="292788" y="39996"/>
                  </a:lnTo>
                  <a:lnTo>
                    <a:pt x="296660" y="38582"/>
                  </a:lnTo>
                  <a:lnTo>
                    <a:pt x="298854" y="38597"/>
                  </a:lnTo>
                  <a:lnTo>
                    <a:pt x="301406" y="38949"/>
                  </a:lnTo>
                  <a:lnTo>
                    <a:pt x="302387" y="38778"/>
                  </a:lnTo>
                  <a:lnTo>
                    <a:pt x="303096" y="38160"/>
                  </a:lnTo>
                  <a:lnTo>
                    <a:pt x="309317" y="40596"/>
                  </a:lnTo>
                  <a:lnTo>
                    <a:pt x="312800" y="43382"/>
                  </a:lnTo>
                  <a:lnTo>
                    <a:pt x="314325" y="45440"/>
                  </a:lnTo>
                  <a:lnTo>
                    <a:pt x="321610" y="48380"/>
                  </a:lnTo>
                  <a:lnTo>
                    <a:pt x="323716" y="50025"/>
                  </a:lnTo>
                  <a:lnTo>
                    <a:pt x="325160" y="51837"/>
                  </a:lnTo>
                  <a:lnTo>
                    <a:pt x="326004" y="52032"/>
                  </a:lnTo>
                  <a:lnTo>
                    <a:pt x="326601" y="51503"/>
                  </a:lnTo>
                  <a:lnTo>
                    <a:pt x="329147" y="51658"/>
                  </a:lnTo>
                  <a:close/>
                </a:path>
              </a:pathLst>
            </a:custGeom>
            <a:solidFill>
              <a:srgbClr val="CFE4C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4" name="pg1573"/>
            <p:cNvSpPr/>
            <p:nvPr/>
          </p:nvSpPr>
          <p:spPr>
            <a:xfrm>
              <a:off x="4207171" y="2452247"/>
              <a:ext cx="1474" cy="2605"/>
            </a:xfrm>
            <a:custGeom>
              <a:avLst/>
              <a:pathLst>
                <a:path w="1474" h="2605">
                  <a:moveTo>
                    <a:pt x="1349" y="1331"/>
                  </a:moveTo>
                  <a:lnTo>
                    <a:pt x="1023" y="2605"/>
                  </a:lnTo>
                  <a:lnTo>
                    <a:pt x="449" y="2301"/>
                  </a:lnTo>
                  <a:lnTo>
                    <a:pt x="0" y="1454"/>
                  </a:lnTo>
                  <a:lnTo>
                    <a:pt x="149" y="787"/>
                  </a:lnTo>
                  <a:lnTo>
                    <a:pt x="823" y="424"/>
                  </a:lnTo>
                  <a:lnTo>
                    <a:pt x="1174" y="60"/>
                  </a:lnTo>
                  <a:lnTo>
                    <a:pt x="1474" y="0"/>
                  </a:lnTo>
                  <a:close/>
                </a:path>
              </a:pathLst>
            </a:custGeom>
            <a:solidFill>
              <a:srgbClr val="FFF0E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5" name="pg1574"/>
            <p:cNvSpPr/>
            <p:nvPr/>
          </p:nvSpPr>
          <p:spPr>
            <a:xfrm>
              <a:off x="4198539" y="2447608"/>
              <a:ext cx="3266" cy="7944"/>
            </a:xfrm>
            <a:custGeom>
              <a:avLst/>
              <a:pathLst>
                <a:path w="3266" h="7944">
                  <a:moveTo>
                    <a:pt x="2991" y="7674"/>
                  </a:moveTo>
                  <a:lnTo>
                    <a:pt x="2383" y="7944"/>
                  </a:lnTo>
                  <a:lnTo>
                    <a:pt x="1262" y="7900"/>
                  </a:lnTo>
                  <a:lnTo>
                    <a:pt x="622" y="7599"/>
                  </a:lnTo>
                  <a:lnTo>
                    <a:pt x="1011" y="5199"/>
                  </a:lnTo>
                  <a:lnTo>
                    <a:pt x="979" y="4650"/>
                  </a:lnTo>
                  <a:lnTo>
                    <a:pt x="655" y="4329"/>
                  </a:lnTo>
                  <a:lnTo>
                    <a:pt x="167" y="3351"/>
                  </a:lnTo>
                  <a:lnTo>
                    <a:pt x="0" y="1900"/>
                  </a:lnTo>
                  <a:lnTo>
                    <a:pt x="190" y="562"/>
                  </a:lnTo>
                  <a:lnTo>
                    <a:pt x="546" y="0"/>
                  </a:lnTo>
                  <a:lnTo>
                    <a:pt x="773" y="92"/>
                  </a:lnTo>
                  <a:lnTo>
                    <a:pt x="1459" y="2139"/>
                  </a:lnTo>
                  <a:lnTo>
                    <a:pt x="2067" y="2737"/>
                  </a:lnTo>
                  <a:lnTo>
                    <a:pt x="3266" y="3077"/>
                  </a:lnTo>
                  <a:lnTo>
                    <a:pt x="2664" y="5096"/>
                  </a:lnTo>
                  <a:lnTo>
                    <a:pt x="3107" y="7254"/>
                  </a:lnTo>
                  <a:close/>
                </a:path>
              </a:pathLst>
            </a:custGeom>
            <a:solidFill>
              <a:srgbClr val="FFF0E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6" name="pg1575"/>
            <p:cNvSpPr/>
            <p:nvPr/>
          </p:nvSpPr>
          <p:spPr>
            <a:xfrm>
              <a:off x="4015914" y="2287952"/>
              <a:ext cx="209147" cy="247714"/>
            </a:xfrm>
            <a:custGeom>
              <a:avLst/>
              <a:pathLst>
                <a:path w="209147" h="247714">
                  <a:moveTo>
                    <a:pt x="182455" y="97709"/>
                  </a:moveTo>
                  <a:lnTo>
                    <a:pt x="182848" y="97181"/>
                  </a:lnTo>
                  <a:lnTo>
                    <a:pt x="183543" y="96646"/>
                  </a:lnTo>
                  <a:lnTo>
                    <a:pt x="184688" y="97670"/>
                  </a:lnTo>
                  <a:lnTo>
                    <a:pt x="185696" y="98957"/>
                  </a:lnTo>
                  <a:lnTo>
                    <a:pt x="185935" y="99553"/>
                  </a:lnTo>
                  <a:lnTo>
                    <a:pt x="185889" y="100244"/>
                  </a:lnTo>
                  <a:lnTo>
                    <a:pt x="183497" y="102759"/>
                  </a:lnTo>
                  <a:lnTo>
                    <a:pt x="182012" y="103935"/>
                  </a:lnTo>
                  <a:lnTo>
                    <a:pt x="181357" y="104147"/>
                  </a:lnTo>
                  <a:lnTo>
                    <a:pt x="181177" y="104477"/>
                  </a:lnTo>
                  <a:lnTo>
                    <a:pt x="180707" y="107343"/>
                  </a:lnTo>
                  <a:lnTo>
                    <a:pt x="179786" y="107858"/>
                  </a:lnTo>
                  <a:lnTo>
                    <a:pt x="178605" y="108737"/>
                  </a:lnTo>
                  <a:lnTo>
                    <a:pt x="177777" y="110057"/>
                  </a:lnTo>
                  <a:lnTo>
                    <a:pt x="176462" y="113182"/>
                  </a:lnTo>
                  <a:lnTo>
                    <a:pt x="173122" y="117721"/>
                  </a:lnTo>
                  <a:lnTo>
                    <a:pt x="173073" y="118650"/>
                  </a:lnTo>
                  <a:lnTo>
                    <a:pt x="173365" y="119405"/>
                  </a:lnTo>
                  <a:lnTo>
                    <a:pt x="174452" y="119926"/>
                  </a:lnTo>
                  <a:lnTo>
                    <a:pt x="175887" y="121322"/>
                  </a:lnTo>
                  <a:lnTo>
                    <a:pt x="176662" y="122413"/>
                  </a:lnTo>
                  <a:lnTo>
                    <a:pt x="178789" y="121003"/>
                  </a:lnTo>
                  <a:lnTo>
                    <a:pt x="179312" y="121315"/>
                  </a:lnTo>
                  <a:lnTo>
                    <a:pt x="179867" y="122771"/>
                  </a:lnTo>
                  <a:lnTo>
                    <a:pt x="180452" y="126850"/>
                  </a:lnTo>
                  <a:lnTo>
                    <a:pt x="181403" y="127961"/>
                  </a:lnTo>
                  <a:lnTo>
                    <a:pt x="182648" y="128815"/>
                  </a:lnTo>
                  <a:lnTo>
                    <a:pt x="183421" y="129093"/>
                  </a:lnTo>
                  <a:lnTo>
                    <a:pt x="184454" y="130096"/>
                  </a:lnTo>
                  <a:lnTo>
                    <a:pt x="185827" y="130471"/>
                  </a:lnTo>
                  <a:lnTo>
                    <a:pt x="186746" y="130100"/>
                  </a:lnTo>
                  <a:lnTo>
                    <a:pt x="187894" y="130960"/>
                  </a:lnTo>
                  <a:lnTo>
                    <a:pt x="188081" y="130587"/>
                  </a:lnTo>
                  <a:lnTo>
                    <a:pt x="188234" y="124504"/>
                  </a:lnTo>
                  <a:lnTo>
                    <a:pt x="189198" y="125521"/>
                  </a:lnTo>
                  <a:lnTo>
                    <a:pt x="189753" y="125504"/>
                  </a:lnTo>
                  <a:lnTo>
                    <a:pt x="190240" y="124759"/>
                  </a:lnTo>
                  <a:lnTo>
                    <a:pt x="190492" y="123749"/>
                  </a:lnTo>
                  <a:lnTo>
                    <a:pt x="190656" y="121739"/>
                  </a:lnTo>
                  <a:lnTo>
                    <a:pt x="190444" y="119735"/>
                  </a:lnTo>
                  <a:lnTo>
                    <a:pt x="190873" y="118822"/>
                  </a:lnTo>
                  <a:lnTo>
                    <a:pt x="191208" y="118614"/>
                  </a:lnTo>
                  <a:lnTo>
                    <a:pt x="191454" y="118856"/>
                  </a:lnTo>
                  <a:lnTo>
                    <a:pt x="191602" y="119372"/>
                  </a:lnTo>
                  <a:lnTo>
                    <a:pt x="191643" y="121191"/>
                  </a:lnTo>
                  <a:lnTo>
                    <a:pt x="192338" y="121959"/>
                  </a:lnTo>
                  <a:lnTo>
                    <a:pt x="192762" y="122399"/>
                  </a:lnTo>
                  <a:lnTo>
                    <a:pt x="193168" y="123938"/>
                  </a:lnTo>
                  <a:lnTo>
                    <a:pt x="193561" y="125405"/>
                  </a:lnTo>
                  <a:lnTo>
                    <a:pt x="193812" y="128844"/>
                  </a:lnTo>
                  <a:lnTo>
                    <a:pt x="194785" y="129079"/>
                  </a:lnTo>
                  <a:lnTo>
                    <a:pt x="195930" y="129738"/>
                  </a:lnTo>
                  <a:lnTo>
                    <a:pt x="196698" y="129093"/>
                  </a:lnTo>
                  <a:lnTo>
                    <a:pt x="197293" y="129473"/>
                  </a:lnTo>
                  <a:lnTo>
                    <a:pt x="197497" y="131106"/>
                  </a:lnTo>
                  <a:lnTo>
                    <a:pt x="197493" y="132631"/>
                  </a:lnTo>
                  <a:lnTo>
                    <a:pt x="197574" y="133840"/>
                  </a:lnTo>
                  <a:lnTo>
                    <a:pt x="197888" y="134185"/>
                  </a:lnTo>
                  <a:lnTo>
                    <a:pt x="198886" y="133426"/>
                  </a:lnTo>
                  <a:lnTo>
                    <a:pt x="199728" y="133322"/>
                  </a:lnTo>
                  <a:lnTo>
                    <a:pt x="200499" y="134047"/>
                  </a:lnTo>
                  <a:lnTo>
                    <a:pt x="201457" y="135147"/>
                  </a:lnTo>
                  <a:lnTo>
                    <a:pt x="202852" y="138040"/>
                  </a:lnTo>
                  <a:lnTo>
                    <a:pt x="203314" y="138450"/>
                  </a:lnTo>
                  <a:lnTo>
                    <a:pt x="205418" y="138680"/>
                  </a:lnTo>
                  <a:lnTo>
                    <a:pt x="205853" y="139265"/>
                  </a:lnTo>
                  <a:lnTo>
                    <a:pt x="206576" y="139262"/>
                  </a:lnTo>
                  <a:lnTo>
                    <a:pt x="207357" y="138740"/>
                  </a:lnTo>
                  <a:lnTo>
                    <a:pt x="209089" y="139674"/>
                  </a:lnTo>
                  <a:lnTo>
                    <a:pt x="209147" y="140202"/>
                  </a:lnTo>
                  <a:lnTo>
                    <a:pt x="208854" y="140929"/>
                  </a:lnTo>
                  <a:lnTo>
                    <a:pt x="204722" y="144937"/>
                  </a:lnTo>
                  <a:lnTo>
                    <a:pt x="204417" y="146169"/>
                  </a:lnTo>
                  <a:lnTo>
                    <a:pt x="203574" y="147738"/>
                  </a:lnTo>
                  <a:lnTo>
                    <a:pt x="202653" y="148629"/>
                  </a:lnTo>
                  <a:lnTo>
                    <a:pt x="202207" y="148661"/>
                  </a:lnTo>
                  <a:lnTo>
                    <a:pt x="200191" y="147074"/>
                  </a:lnTo>
                  <a:lnTo>
                    <a:pt x="199954" y="147456"/>
                  </a:lnTo>
                  <a:lnTo>
                    <a:pt x="199789" y="148097"/>
                  </a:lnTo>
                  <a:lnTo>
                    <a:pt x="199797" y="148798"/>
                  </a:lnTo>
                  <a:lnTo>
                    <a:pt x="200239" y="150472"/>
                  </a:lnTo>
                  <a:lnTo>
                    <a:pt x="200035" y="151526"/>
                  </a:lnTo>
                  <a:lnTo>
                    <a:pt x="199651" y="152287"/>
                  </a:lnTo>
                  <a:lnTo>
                    <a:pt x="198387" y="151620"/>
                  </a:lnTo>
                  <a:lnTo>
                    <a:pt x="198151" y="151195"/>
                  </a:lnTo>
                  <a:lnTo>
                    <a:pt x="198129" y="150728"/>
                  </a:lnTo>
                  <a:lnTo>
                    <a:pt x="197642" y="150727"/>
                  </a:lnTo>
                  <a:lnTo>
                    <a:pt x="196891" y="151195"/>
                  </a:lnTo>
                  <a:lnTo>
                    <a:pt x="195445" y="154087"/>
                  </a:lnTo>
                  <a:lnTo>
                    <a:pt x="194939" y="155601"/>
                  </a:lnTo>
                  <a:lnTo>
                    <a:pt x="194751" y="156514"/>
                  </a:lnTo>
                  <a:lnTo>
                    <a:pt x="194106" y="157035"/>
                  </a:lnTo>
                  <a:lnTo>
                    <a:pt x="193407" y="157231"/>
                  </a:lnTo>
                  <a:lnTo>
                    <a:pt x="192521" y="158599"/>
                  </a:lnTo>
                  <a:lnTo>
                    <a:pt x="191543" y="159654"/>
                  </a:lnTo>
                  <a:lnTo>
                    <a:pt x="191230" y="158878"/>
                  </a:lnTo>
                  <a:lnTo>
                    <a:pt x="191036" y="158009"/>
                  </a:lnTo>
                  <a:lnTo>
                    <a:pt x="190781" y="157739"/>
                  </a:lnTo>
                  <a:lnTo>
                    <a:pt x="190178" y="157943"/>
                  </a:lnTo>
                  <a:lnTo>
                    <a:pt x="189446" y="157980"/>
                  </a:lnTo>
                  <a:lnTo>
                    <a:pt x="188679" y="157005"/>
                  </a:lnTo>
                  <a:lnTo>
                    <a:pt x="187689" y="156024"/>
                  </a:lnTo>
                  <a:lnTo>
                    <a:pt x="186817" y="155677"/>
                  </a:lnTo>
                  <a:lnTo>
                    <a:pt x="184256" y="156140"/>
                  </a:lnTo>
                  <a:lnTo>
                    <a:pt x="182990" y="156624"/>
                  </a:lnTo>
                  <a:lnTo>
                    <a:pt x="182592" y="157097"/>
                  </a:lnTo>
                  <a:lnTo>
                    <a:pt x="181878" y="157224"/>
                  </a:lnTo>
                  <a:lnTo>
                    <a:pt x="178877" y="158211"/>
                  </a:lnTo>
                  <a:lnTo>
                    <a:pt x="178263" y="157827"/>
                  </a:lnTo>
                  <a:lnTo>
                    <a:pt x="177813" y="156262"/>
                  </a:lnTo>
                  <a:lnTo>
                    <a:pt x="177420" y="154566"/>
                  </a:lnTo>
                  <a:lnTo>
                    <a:pt x="176644" y="153950"/>
                  </a:lnTo>
                  <a:lnTo>
                    <a:pt x="175770" y="153477"/>
                  </a:lnTo>
                  <a:lnTo>
                    <a:pt x="175445" y="152805"/>
                  </a:lnTo>
                  <a:lnTo>
                    <a:pt x="175423" y="151981"/>
                  </a:lnTo>
                  <a:lnTo>
                    <a:pt x="175513" y="151176"/>
                  </a:lnTo>
                  <a:lnTo>
                    <a:pt x="175580" y="150754"/>
                  </a:lnTo>
                  <a:lnTo>
                    <a:pt x="177606" y="147525"/>
                  </a:lnTo>
                  <a:lnTo>
                    <a:pt x="179428" y="144618"/>
                  </a:lnTo>
                  <a:lnTo>
                    <a:pt x="179594" y="144384"/>
                  </a:lnTo>
                  <a:lnTo>
                    <a:pt x="179760" y="143832"/>
                  </a:lnTo>
                  <a:lnTo>
                    <a:pt x="180070" y="142828"/>
                  </a:lnTo>
                  <a:lnTo>
                    <a:pt x="180069" y="142301"/>
                  </a:lnTo>
                  <a:lnTo>
                    <a:pt x="178706" y="141150"/>
                  </a:lnTo>
                  <a:lnTo>
                    <a:pt x="178653" y="140617"/>
                  </a:lnTo>
                  <a:lnTo>
                    <a:pt x="178928" y="140070"/>
                  </a:lnTo>
                  <a:lnTo>
                    <a:pt x="178928" y="139345"/>
                  </a:lnTo>
                  <a:lnTo>
                    <a:pt x="177964" y="137222"/>
                  </a:lnTo>
                  <a:lnTo>
                    <a:pt x="176298" y="133914"/>
                  </a:lnTo>
                  <a:lnTo>
                    <a:pt x="175816" y="133569"/>
                  </a:lnTo>
                  <a:lnTo>
                    <a:pt x="175458" y="133790"/>
                  </a:lnTo>
                  <a:lnTo>
                    <a:pt x="174804" y="136993"/>
                  </a:lnTo>
                  <a:lnTo>
                    <a:pt x="174477" y="137806"/>
                  </a:lnTo>
                  <a:lnTo>
                    <a:pt x="172578" y="139913"/>
                  </a:lnTo>
                  <a:lnTo>
                    <a:pt x="170986" y="141360"/>
                  </a:lnTo>
                  <a:lnTo>
                    <a:pt x="168153" y="143936"/>
                  </a:lnTo>
                  <a:lnTo>
                    <a:pt x="167418" y="144742"/>
                  </a:lnTo>
                  <a:lnTo>
                    <a:pt x="166905" y="144595"/>
                  </a:lnTo>
                  <a:lnTo>
                    <a:pt x="166388" y="144090"/>
                  </a:lnTo>
                  <a:lnTo>
                    <a:pt x="164802" y="141489"/>
                  </a:lnTo>
                  <a:lnTo>
                    <a:pt x="163773" y="140600"/>
                  </a:lnTo>
                  <a:lnTo>
                    <a:pt x="163083" y="141480"/>
                  </a:lnTo>
                  <a:lnTo>
                    <a:pt x="162500" y="142764"/>
                  </a:lnTo>
                  <a:lnTo>
                    <a:pt x="162556" y="145399"/>
                  </a:lnTo>
                  <a:lnTo>
                    <a:pt x="161898" y="146791"/>
                  </a:lnTo>
                  <a:lnTo>
                    <a:pt x="161243" y="147414"/>
                  </a:lnTo>
                  <a:lnTo>
                    <a:pt x="162437" y="154481"/>
                  </a:lnTo>
                  <a:lnTo>
                    <a:pt x="162318" y="155392"/>
                  </a:lnTo>
                  <a:lnTo>
                    <a:pt x="161405" y="155641"/>
                  </a:lnTo>
                  <a:lnTo>
                    <a:pt x="162080" y="158302"/>
                  </a:lnTo>
                  <a:lnTo>
                    <a:pt x="161512" y="158612"/>
                  </a:lnTo>
                  <a:lnTo>
                    <a:pt x="160074" y="157987"/>
                  </a:lnTo>
                  <a:lnTo>
                    <a:pt x="158142" y="157578"/>
                  </a:lnTo>
                  <a:lnTo>
                    <a:pt x="154495" y="158758"/>
                  </a:lnTo>
                  <a:lnTo>
                    <a:pt x="154228" y="159218"/>
                  </a:lnTo>
                  <a:lnTo>
                    <a:pt x="154128" y="159804"/>
                  </a:lnTo>
                  <a:lnTo>
                    <a:pt x="154339" y="160338"/>
                  </a:lnTo>
                  <a:lnTo>
                    <a:pt x="156104" y="160400"/>
                  </a:lnTo>
                  <a:lnTo>
                    <a:pt x="157838" y="160127"/>
                  </a:lnTo>
                  <a:lnTo>
                    <a:pt x="158315" y="160622"/>
                  </a:lnTo>
                  <a:lnTo>
                    <a:pt x="158389" y="161498"/>
                  </a:lnTo>
                  <a:lnTo>
                    <a:pt x="158189" y="162047"/>
                  </a:lnTo>
                  <a:lnTo>
                    <a:pt x="157614" y="162140"/>
                  </a:lnTo>
                  <a:lnTo>
                    <a:pt x="156349" y="162668"/>
                  </a:lnTo>
                  <a:lnTo>
                    <a:pt x="156204" y="163225"/>
                  </a:lnTo>
                  <a:lnTo>
                    <a:pt x="156164" y="163761"/>
                  </a:lnTo>
                  <a:lnTo>
                    <a:pt x="156590" y="165314"/>
                  </a:lnTo>
                  <a:lnTo>
                    <a:pt x="157071" y="166302"/>
                  </a:lnTo>
                  <a:lnTo>
                    <a:pt x="157130" y="166890"/>
                  </a:lnTo>
                  <a:lnTo>
                    <a:pt x="156929" y="167377"/>
                  </a:lnTo>
                  <a:lnTo>
                    <a:pt x="156687" y="167573"/>
                  </a:lnTo>
                  <a:lnTo>
                    <a:pt x="156264" y="166841"/>
                  </a:lnTo>
                  <a:lnTo>
                    <a:pt x="156022" y="166986"/>
                  </a:lnTo>
                  <a:lnTo>
                    <a:pt x="155902" y="167647"/>
                  </a:lnTo>
                  <a:lnTo>
                    <a:pt x="155783" y="168423"/>
                  </a:lnTo>
                  <a:lnTo>
                    <a:pt x="155503" y="168995"/>
                  </a:lnTo>
                  <a:lnTo>
                    <a:pt x="154914" y="168697"/>
                  </a:lnTo>
                  <a:lnTo>
                    <a:pt x="154330" y="168917"/>
                  </a:lnTo>
                  <a:lnTo>
                    <a:pt x="153981" y="171742"/>
                  </a:lnTo>
                  <a:lnTo>
                    <a:pt x="153686" y="174942"/>
                  </a:lnTo>
                  <a:lnTo>
                    <a:pt x="152721" y="177075"/>
                  </a:lnTo>
                  <a:lnTo>
                    <a:pt x="152188" y="177845"/>
                  </a:lnTo>
                  <a:lnTo>
                    <a:pt x="151405" y="178077"/>
                  </a:lnTo>
                  <a:lnTo>
                    <a:pt x="150235" y="177816"/>
                  </a:lnTo>
                  <a:lnTo>
                    <a:pt x="149527" y="177503"/>
                  </a:lnTo>
                  <a:lnTo>
                    <a:pt x="147483" y="177034"/>
                  </a:lnTo>
                  <a:lnTo>
                    <a:pt x="145428" y="176158"/>
                  </a:lnTo>
                  <a:lnTo>
                    <a:pt x="143118" y="175343"/>
                  </a:lnTo>
                  <a:lnTo>
                    <a:pt x="140967" y="177227"/>
                  </a:lnTo>
                  <a:lnTo>
                    <a:pt x="140348" y="178376"/>
                  </a:lnTo>
                  <a:lnTo>
                    <a:pt x="139956" y="179449"/>
                  </a:lnTo>
                  <a:lnTo>
                    <a:pt x="139549" y="179947"/>
                  </a:lnTo>
                  <a:lnTo>
                    <a:pt x="138616" y="186551"/>
                  </a:lnTo>
                  <a:lnTo>
                    <a:pt x="138714" y="187301"/>
                  </a:lnTo>
                  <a:lnTo>
                    <a:pt x="139235" y="187893"/>
                  </a:lnTo>
                  <a:lnTo>
                    <a:pt x="141869" y="189263"/>
                  </a:lnTo>
                  <a:lnTo>
                    <a:pt x="142257" y="189832"/>
                  </a:lnTo>
                  <a:lnTo>
                    <a:pt x="142487" y="190478"/>
                  </a:lnTo>
                  <a:lnTo>
                    <a:pt x="142601" y="193453"/>
                  </a:lnTo>
                  <a:lnTo>
                    <a:pt x="142818" y="193863"/>
                  </a:lnTo>
                  <a:lnTo>
                    <a:pt x="143722" y="194230"/>
                  </a:lnTo>
                  <a:lnTo>
                    <a:pt x="145027" y="194206"/>
                  </a:lnTo>
                  <a:lnTo>
                    <a:pt x="146050" y="193914"/>
                  </a:lnTo>
                  <a:lnTo>
                    <a:pt x="147083" y="194189"/>
                  </a:lnTo>
                  <a:lnTo>
                    <a:pt x="147804" y="194827"/>
                  </a:lnTo>
                  <a:lnTo>
                    <a:pt x="148157" y="195843"/>
                  </a:lnTo>
                  <a:lnTo>
                    <a:pt x="148353" y="196936"/>
                  </a:lnTo>
                  <a:lnTo>
                    <a:pt x="147126" y="203477"/>
                  </a:lnTo>
                  <a:lnTo>
                    <a:pt x="147224" y="205852"/>
                  </a:lnTo>
                  <a:lnTo>
                    <a:pt x="147605" y="209261"/>
                  </a:lnTo>
                  <a:lnTo>
                    <a:pt x="148299" y="211933"/>
                  </a:lnTo>
                  <a:lnTo>
                    <a:pt x="149606" y="214550"/>
                  </a:lnTo>
                  <a:lnTo>
                    <a:pt x="150602" y="216227"/>
                  </a:lnTo>
                  <a:lnTo>
                    <a:pt x="150811" y="217018"/>
                  </a:lnTo>
                  <a:lnTo>
                    <a:pt x="150863" y="218244"/>
                  </a:lnTo>
                  <a:lnTo>
                    <a:pt x="150701" y="219802"/>
                  </a:lnTo>
                  <a:lnTo>
                    <a:pt x="150126" y="222281"/>
                  </a:lnTo>
                  <a:lnTo>
                    <a:pt x="149425" y="224445"/>
                  </a:lnTo>
                  <a:lnTo>
                    <a:pt x="148663" y="225369"/>
                  </a:lnTo>
                  <a:lnTo>
                    <a:pt x="147610" y="228116"/>
                  </a:lnTo>
                  <a:lnTo>
                    <a:pt x="146676" y="231499"/>
                  </a:lnTo>
                  <a:lnTo>
                    <a:pt x="144880" y="235939"/>
                  </a:lnTo>
                  <a:lnTo>
                    <a:pt x="144280" y="238412"/>
                  </a:lnTo>
                  <a:lnTo>
                    <a:pt x="144081" y="245564"/>
                  </a:lnTo>
                  <a:lnTo>
                    <a:pt x="143605" y="247714"/>
                  </a:lnTo>
                  <a:lnTo>
                    <a:pt x="143531" y="246898"/>
                  </a:lnTo>
                  <a:lnTo>
                    <a:pt x="142886" y="246088"/>
                  </a:lnTo>
                  <a:lnTo>
                    <a:pt x="141758" y="246228"/>
                  </a:lnTo>
                  <a:lnTo>
                    <a:pt x="141015" y="245839"/>
                  </a:lnTo>
                  <a:lnTo>
                    <a:pt x="140659" y="244923"/>
                  </a:lnTo>
                  <a:lnTo>
                    <a:pt x="139738" y="245179"/>
                  </a:lnTo>
                  <a:lnTo>
                    <a:pt x="138252" y="246610"/>
                  </a:lnTo>
                  <a:lnTo>
                    <a:pt x="136738" y="245852"/>
                  </a:lnTo>
                  <a:lnTo>
                    <a:pt x="135194" y="242909"/>
                  </a:lnTo>
                  <a:lnTo>
                    <a:pt x="132256" y="241831"/>
                  </a:lnTo>
                  <a:lnTo>
                    <a:pt x="128533" y="242505"/>
                  </a:lnTo>
                  <a:lnTo>
                    <a:pt x="128391" y="239249"/>
                  </a:lnTo>
                  <a:lnTo>
                    <a:pt x="128400" y="235098"/>
                  </a:lnTo>
                  <a:lnTo>
                    <a:pt x="128573" y="229585"/>
                  </a:lnTo>
                  <a:lnTo>
                    <a:pt x="129837" y="225262"/>
                  </a:lnTo>
                  <a:lnTo>
                    <a:pt x="129802" y="224440"/>
                  </a:lnTo>
                  <a:lnTo>
                    <a:pt x="129556" y="223646"/>
                  </a:lnTo>
                  <a:lnTo>
                    <a:pt x="129170" y="222935"/>
                  </a:lnTo>
                  <a:lnTo>
                    <a:pt x="126918" y="221749"/>
                  </a:lnTo>
                  <a:lnTo>
                    <a:pt x="126255" y="221121"/>
                  </a:lnTo>
                  <a:lnTo>
                    <a:pt x="125381" y="219765"/>
                  </a:lnTo>
                  <a:lnTo>
                    <a:pt x="124278" y="218328"/>
                  </a:lnTo>
                  <a:lnTo>
                    <a:pt x="123324" y="217339"/>
                  </a:lnTo>
                  <a:lnTo>
                    <a:pt x="121817" y="216037"/>
                  </a:lnTo>
                  <a:lnTo>
                    <a:pt x="120427" y="215312"/>
                  </a:lnTo>
                  <a:lnTo>
                    <a:pt x="119611" y="215865"/>
                  </a:lnTo>
                  <a:lnTo>
                    <a:pt x="118859" y="216565"/>
                  </a:lnTo>
                  <a:lnTo>
                    <a:pt x="118157" y="216583"/>
                  </a:lnTo>
                  <a:lnTo>
                    <a:pt x="117450" y="216204"/>
                  </a:lnTo>
                  <a:lnTo>
                    <a:pt x="114851" y="212946"/>
                  </a:lnTo>
                  <a:lnTo>
                    <a:pt x="110915" y="207313"/>
                  </a:lnTo>
                  <a:lnTo>
                    <a:pt x="107796" y="203383"/>
                  </a:lnTo>
                  <a:lnTo>
                    <a:pt x="105837" y="201504"/>
                  </a:lnTo>
                  <a:lnTo>
                    <a:pt x="105372" y="200901"/>
                  </a:lnTo>
                  <a:lnTo>
                    <a:pt x="104273" y="199135"/>
                  </a:lnTo>
                  <a:lnTo>
                    <a:pt x="101571" y="194375"/>
                  </a:lnTo>
                  <a:lnTo>
                    <a:pt x="99777" y="195075"/>
                  </a:lnTo>
                  <a:lnTo>
                    <a:pt x="97215" y="191980"/>
                  </a:lnTo>
                  <a:lnTo>
                    <a:pt x="94913" y="188960"/>
                  </a:lnTo>
                  <a:lnTo>
                    <a:pt x="94391" y="188145"/>
                  </a:lnTo>
                  <a:lnTo>
                    <a:pt x="91774" y="182562"/>
                  </a:lnTo>
                  <a:lnTo>
                    <a:pt x="89164" y="178944"/>
                  </a:lnTo>
                  <a:lnTo>
                    <a:pt x="86314" y="174995"/>
                  </a:lnTo>
                  <a:lnTo>
                    <a:pt x="84471" y="172524"/>
                  </a:lnTo>
                  <a:lnTo>
                    <a:pt x="81349" y="168337"/>
                  </a:lnTo>
                  <a:lnTo>
                    <a:pt x="79823" y="165807"/>
                  </a:lnTo>
                  <a:lnTo>
                    <a:pt x="79308" y="164875"/>
                  </a:lnTo>
                  <a:lnTo>
                    <a:pt x="78801" y="163085"/>
                  </a:lnTo>
                  <a:lnTo>
                    <a:pt x="77989" y="154343"/>
                  </a:lnTo>
                  <a:lnTo>
                    <a:pt x="77051" y="150342"/>
                  </a:lnTo>
                  <a:lnTo>
                    <a:pt x="75716" y="148163"/>
                  </a:lnTo>
                  <a:lnTo>
                    <a:pt x="74577" y="143965"/>
                  </a:lnTo>
                  <a:lnTo>
                    <a:pt x="73633" y="137744"/>
                  </a:lnTo>
                  <a:lnTo>
                    <a:pt x="72853" y="133702"/>
                  </a:lnTo>
                  <a:lnTo>
                    <a:pt x="72235" y="131838"/>
                  </a:lnTo>
                  <a:lnTo>
                    <a:pt x="70980" y="129777"/>
                  </a:lnTo>
                  <a:lnTo>
                    <a:pt x="69087" y="127519"/>
                  </a:lnTo>
                  <a:lnTo>
                    <a:pt x="67289" y="126449"/>
                  </a:lnTo>
                  <a:lnTo>
                    <a:pt x="66639" y="126492"/>
                  </a:lnTo>
                  <a:lnTo>
                    <a:pt x="66319" y="126772"/>
                  </a:lnTo>
                  <a:lnTo>
                    <a:pt x="65954" y="127156"/>
                  </a:lnTo>
                  <a:lnTo>
                    <a:pt x="65240" y="128841"/>
                  </a:lnTo>
                  <a:lnTo>
                    <a:pt x="64186" y="129015"/>
                  </a:lnTo>
                  <a:lnTo>
                    <a:pt x="63417" y="128975"/>
                  </a:lnTo>
                  <a:lnTo>
                    <a:pt x="62693" y="128375"/>
                  </a:lnTo>
                  <a:lnTo>
                    <a:pt x="60418" y="127839"/>
                  </a:lnTo>
                  <a:lnTo>
                    <a:pt x="59613" y="127258"/>
                  </a:lnTo>
                  <a:lnTo>
                    <a:pt x="58245" y="127345"/>
                  </a:lnTo>
                  <a:lnTo>
                    <a:pt x="55304" y="128219"/>
                  </a:lnTo>
                  <a:lnTo>
                    <a:pt x="54590" y="128057"/>
                  </a:lnTo>
                  <a:lnTo>
                    <a:pt x="51482" y="124294"/>
                  </a:lnTo>
                  <a:lnTo>
                    <a:pt x="50137" y="122804"/>
                  </a:lnTo>
                  <a:lnTo>
                    <a:pt x="49866" y="121979"/>
                  </a:lnTo>
                  <a:lnTo>
                    <a:pt x="49883" y="120534"/>
                  </a:lnTo>
                  <a:lnTo>
                    <a:pt x="50337" y="118496"/>
                  </a:lnTo>
                  <a:lnTo>
                    <a:pt x="50726" y="117050"/>
                  </a:lnTo>
                  <a:lnTo>
                    <a:pt x="50556" y="115548"/>
                  </a:lnTo>
                  <a:lnTo>
                    <a:pt x="49966" y="113906"/>
                  </a:lnTo>
                  <a:lnTo>
                    <a:pt x="49966" y="112159"/>
                  </a:lnTo>
                  <a:lnTo>
                    <a:pt x="50368" y="111183"/>
                  </a:lnTo>
                  <a:lnTo>
                    <a:pt x="51194" y="111491"/>
                  </a:lnTo>
                  <a:lnTo>
                    <a:pt x="51492" y="110875"/>
                  </a:lnTo>
                  <a:lnTo>
                    <a:pt x="51386" y="109950"/>
                  </a:lnTo>
                  <a:lnTo>
                    <a:pt x="50941" y="109282"/>
                  </a:lnTo>
                  <a:lnTo>
                    <a:pt x="50348" y="107793"/>
                  </a:lnTo>
                  <a:lnTo>
                    <a:pt x="48589" y="106405"/>
                  </a:lnTo>
                  <a:lnTo>
                    <a:pt x="48335" y="105839"/>
                  </a:lnTo>
                  <a:lnTo>
                    <a:pt x="48427" y="105193"/>
                  </a:lnTo>
                  <a:lnTo>
                    <a:pt x="48729" y="104502"/>
                  </a:lnTo>
                  <a:lnTo>
                    <a:pt x="48791" y="103046"/>
                  </a:lnTo>
                  <a:lnTo>
                    <a:pt x="48821" y="101165"/>
                  </a:lnTo>
                  <a:lnTo>
                    <a:pt x="49054" y="100189"/>
                  </a:lnTo>
                  <a:lnTo>
                    <a:pt x="49118" y="99419"/>
                  </a:lnTo>
                  <a:lnTo>
                    <a:pt x="48864" y="98801"/>
                  </a:lnTo>
                  <a:lnTo>
                    <a:pt x="48271" y="98083"/>
                  </a:lnTo>
                  <a:lnTo>
                    <a:pt x="47318" y="96335"/>
                  </a:lnTo>
                  <a:lnTo>
                    <a:pt x="46151" y="96147"/>
                  </a:lnTo>
                  <a:lnTo>
                    <a:pt x="42355" y="96207"/>
                  </a:lnTo>
                  <a:lnTo>
                    <a:pt x="41175" y="95504"/>
                  </a:lnTo>
                  <a:lnTo>
                    <a:pt x="40228" y="94533"/>
                  </a:lnTo>
                  <a:lnTo>
                    <a:pt x="39284" y="90824"/>
                  </a:lnTo>
                  <a:lnTo>
                    <a:pt x="38802" y="89945"/>
                  </a:lnTo>
                  <a:lnTo>
                    <a:pt x="38358" y="89580"/>
                  </a:lnTo>
                  <a:lnTo>
                    <a:pt x="37294" y="89452"/>
                  </a:lnTo>
                  <a:lnTo>
                    <a:pt x="36015" y="89092"/>
                  </a:lnTo>
                  <a:lnTo>
                    <a:pt x="35358" y="88466"/>
                  </a:lnTo>
                  <a:lnTo>
                    <a:pt x="33567" y="85077"/>
                  </a:lnTo>
                  <a:lnTo>
                    <a:pt x="31849" y="82054"/>
                  </a:lnTo>
                  <a:lnTo>
                    <a:pt x="31158" y="84907"/>
                  </a:lnTo>
                  <a:lnTo>
                    <a:pt x="30485" y="85471"/>
                  </a:lnTo>
                  <a:lnTo>
                    <a:pt x="28974" y="85208"/>
                  </a:lnTo>
                  <a:lnTo>
                    <a:pt x="27835" y="84725"/>
                  </a:lnTo>
                  <a:lnTo>
                    <a:pt x="27186" y="85368"/>
                  </a:lnTo>
                  <a:lnTo>
                    <a:pt x="26517" y="86498"/>
                  </a:lnTo>
                  <a:lnTo>
                    <a:pt x="26645" y="87240"/>
                  </a:lnTo>
                  <a:lnTo>
                    <a:pt x="27158" y="88026"/>
                  </a:lnTo>
                  <a:lnTo>
                    <a:pt x="28188" y="89476"/>
                  </a:lnTo>
                  <a:lnTo>
                    <a:pt x="29767" y="93040"/>
                  </a:lnTo>
                  <a:lnTo>
                    <a:pt x="30483" y="95007"/>
                  </a:lnTo>
                  <a:lnTo>
                    <a:pt x="30591" y="95695"/>
                  </a:lnTo>
                  <a:lnTo>
                    <a:pt x="30452" y="96211"/>
                  </a:lnTo>
                  <a:lnTo>
                    <a:pt x="30240" y="96435"/>
                  </a:lnTo>
                  <a:lnTo>
                    <a:pt x="29928" y="96426"/>
                  </a:lnTo>
                  <a:lnTo>
                    <a:pt x="29509" y="96415"/>
                  </a:lnTo>
                  <a:lnTo>
                    <a:pt x="29267" y="95825"/>
                  </a:lnTo>
                  <a:lnTo>
                    <a:pt x="29186" y="94810"/>
                  </a:lnTo>
                  <a:lnTo>
                    <a:pt x="28658" y="93269"/>
                  </a:lnTo>
                  <a:lnTo>
                    <a:pt x="28118" y="92385"/>
                  </a:lnTo>
                  <a:lnTo>
                    <a:pt x="27523" y="91828"/>
                  </a:lnTo>
                  <a:lnTo>
                    <a:pt x="26689" y="91418"/>
                  </a:lnTo>
                  <a:lnTo>
                    <a:pt x="25590" y="90681"/>
                  </a:lnTo>
                  <a:lnTo>
                    <a:pt x="25023" y="90648"/>
                  </a:lnTo>
                  <a:lnTo>
                    <a:pt x="24469" y="91500"/>
                  </a:lnTo>
                  <a:lnTo>
                    <a:pt x="24009" y="92646"/>
                  </a:lnTo>
                  <a:lnTo>
                    <a:pt x="23737" y="95152"/>
                  </a:lnTo>
                  <a:lnTo>
                    <a:pt x="22915" y="98230"/>
                  </a:lnTo>
                  <a:lnTo>
                    <a:pt x="22407" y="99448"/>
                  </a:lnTo>
                  <a:lnTo>
                    <a:pt x="20845" y="100188"/>
                  </a:lnTo>
                  <a:lnTo>
                    <a:pt x="17135" y="100439"/>
                  </a:lnTo>
                  <a:lnTo>
                    <a:pt x="16025" y="101400"/>
                  </a:lnTo>
                  <a:lnTo>
                    <a:pt x="15272" y="102561"/>
                  </a:lnTo>
                  <a:lnTo>
                    <a:pt x="13867" y="106324"/>
                  </a:lnTo>
                  <a:lnTo>
                    <a:pt x="12894" y="107574"/>
                  </a:lnTo>
                  <a:lnTo>
                    <a:pt x="12045" y="109296"/>
                  </a:lnTo>
                  <a:lnTo>
                    <a:pt x="12299" y="114828"/>
                  </a:lnTo>
                  <a:lnTo>
                    <a:pt x="12704" y="121292"/>
                  </a:lnTo>
                  <a:lnTo>
                    <a:pt x="13417" y="123082"/>
                  </a:lnTo>
                  <a:lnTo>
                    <a:pt x="13871" y="123621"/>
                  </a:lnTo>
                  <a:lnTo>
                    <a:pt x="13931" y="124256"/>
                  </a:lnTo>
                  <a:lnTo>
                    <a:pt x="13639" y="124817"/>
                  </a:lnTo>
                  <a:lnTo>
                    <a:pt x="13266" y="125527"/>
                  </a:lnTo>
                  <a:lnTo>
                    <a:pt x="12702" y="126821"/>
                  </a:lnTo>
                  <a:lnTo>
                    <a:pt x="12066" y="126772"/>
                  </a:lnTo>
                  <a:lnTo>
                    <a:pt x="10787" y="126447"/>
                  </a:lnTo>
                  <a:lnTo>
                    <a:pt x="9724" y="126097"/>
                  </a:lnTo>
                  <a:lnTo>
                    <a:pt x="6144" y="125723"/>
                  </a:lnTo>
                  <a:lnTo>
                    <a:pt x="3245" y="125421"/>
                  </a:lnTo>
                  <a:lnTo>
                    <a:pt x="21" y="125085"/>
                  </a:lnTo>
                  <a:lnTo>
                    <a:pt x="20" y="118302"/>
                  </a:lnTo>
                  <a:lnTo>
                    <a:pt x="17" y="111518"/>
                  </a:lnTo>
                  <a:lnTo>
                    <a:pt x="16" y="104736"/>
                  </a:lnTo>
                  <a:lnTo>
                    <a:pt x="15" y="97953"/>
                  </a:lnTo>
                  <a:lnTo>
                    <a:pt x="14" y="91170"/>
                  </a:lnTo>
                  <a:lnTo>
                    <a:pt x="13" y="84387"/>
                  </a:lnTo>
                  <a:lnTo>
                    <a:pt x="11" y="77605"/>
                  </a:lnTo>
                  <a:lnTo>
                    <a:pt x="10" y="70822"/>
                  </a:lnTo>
                  <a:lnTo>
                    <a:pt x="9" y="64041"/>
                  </a:lnTo>
                  <a:lnTo>
                    <a:pt x="8" y="57258"/>
                  </a:lnTo>
                  <a:lnTo>
                    <a:pt x="7" y="50474"/>
                  </a:lnTo>
                  <a:lnTo>
                    <a:pt x="5" y="43691"/>
                  </a:lnTo>
                  <a:lnTo>
                    <a:pt x="4" y="36908"/>
                  </a:lnTo>
                  <a:lnTo>
                    <a:pt x="3" y="30126"/>
                  </a:lnTo>
                  <a:lnTo>
                    <a:pt x="1" y="23343"/>
                  </a:lnTo>
                  <a:lnTo>
                    <a:pt x="0" y="16560"/>
                  </a:lnTo>
                  <a:lnTo>
                    <a:pt x="1521" y="15719"/>
                  </a:lnTo>
                  <a:lnTo>
                    <a:pt x="3439" y="14657"/>
                  </a:lnTo>
                  <a:lnTo>
                    <a:pt x="5283" y="13638"/>
                  </a:lnTo>
                  <a:lnTo>
                    <a:pt x="7471" y="12428"/>
                  </a:lnTo>
                  <a:lnTo>
                    <a:pt x="9947" y="11060"/>
                  </a:lnTo>
                  <a:lnTo>
                    <a:pt x="12057" y="9891"/>
                  </a:lnTo>
                  <a:lnTo>
                    <a:pt x="14575" y="8499"/>
                  </a:lnTo>
                  <a:lnTo>
                    <a:pt x="16496" y="7437"/>
                  </a:lnTo>
                  <a:lnTo>
                    <a:pt x="18301" y="6439"/>
                  </a:lnTo>
                  <a:lnTo>
                    <a:pt x="20608" y="5257"/>
                  </a:lnTo>
                  <a:lnTo>
                    <a:pt x="24195" y="3418"/>
                  </a:lnTo>
                  <a:lnTo>
                    <a:pt x="26196" y="2393"/>
                  </a:lnTo>
                  <a:lnTo>
                    <a:pt x="28218" y="1357"/>
                  </a:lnTo>
                  <a:lnTo>
                    <a:pt x="30147" y="367"/>
                  </a:lnTo>
                  <a:lnTo>
                    <a:pt x="31438" y="0"/>
                  </a:lnTo>
                  <a:lnTo>
                    <a:pt x="32823" y="1412"/>
                  </a:lnTo>
                  <a:lnTo>
                    <a:pt x="34506" y="3355"/>
                  </a:lnTo>
                  <a:lnTo>
                    <a:pt x="36189" y="5300"/>
                  </a:lnTo>
                  <a:lnTo>
                    <a:pt x="37874" y="7244"/>
                  </a:lnTo>
                  <a:lnTo>
                    <a:pt x="39557" y="9187"/>
                  </a:lnTo>
                  <a:lnTo>
                    <a:pt x="41240" y="11132"/>
                  </a:lnTo>
                  <a:lnTo>
                    <a:pt x="42925" y="13076"/>
                  </a:lnTo>
                  <a:lnTo>
                    <a:pt x="44608" y="15019"/>
                  </a:lnTo>
                  <a:lnTo>
                    <a:pt x="46291" y="16963"/>
                  </a:lnTo>
                  <a:lnTo>
                    <a:pt x="47975" y="18905"/>
                  </a:lnTo>
                  <a:lnTo>
                    <a:pt x="49658" y="20850"/>
                  </a:lnTo>
                  <a:lnTo>
                    <a:pt x="51342" y="22793"/>
                  </a:lnTo>
                  <a:lnTo>
                    <a:pt x="53026" y="24737"/>
                  </a:lnTo>
                  <a:lnTo>
                    <a:pt x="54709" y="26680"/>
                  </a:lnTo>
                  <a:lnTo>
                    <a:pt x="56393" y="28625"/>
                  </a:lnTo>
                  <a:lnTo>
                    <a:pt x="58077" y="30569"/>
                  </a:lnTo>
                  <a:lnTo>
                    <a:pt x="59760" y="32512"/>
                  </a:lnTo>
                  <a:lnTo>
                    <a:pt x="61328" y="34323"/>
                  </a:lnTo>
                  <a:lnTo>
                    <a:pt x="62028" y="35665"/>
                  </a:lnTo>
                  <a:lnTo>
                    <a:pt x="62415" y="38624"/>
                  </a:lnTo>
                  <a:lnTo>
                    <a:pt x="63191" y="40977"/>
                  </a:lnTo>
                  <a:lnTo>
                    <a:pt x="64540" y="43528"/>
                  </a:lnTo>
                  <a:lnTo>
                    <a:pt x="65925" y="46138"/>
                  </a:lnTo>
                  <a:lnTo>
                    <a:pt x="67641" y="49588"/>
                  </a:lnTo>
                  <a:lnTo>
                    <a:pt x="68832" y="51982"/>
                  </a:lnTo>
                  <a:lnTo>
                    <a:pt x="70046" y="54423"/>
                  </a:lnTo>
                  <a:lnTo>
                    <a:pt x="72049" y="58451"/>
                  </a:lnTo>
                  <a:lnTo>
                    <a:pt x="73300" y="60966"/>
                  </a:lnTo>
                  <a:lnTo>
                    <a:pt x="74296" y="61048"/>
                  </a:lnTo>
                  <a:lnTo>
                    <a:pt x="76318" y="60451"/>
                  </a:lnTo>
                  <a:lnTo>
                    <a:pt x="79018" y="59652"/>
                  </a:lnTo>
                  <a:lnTo>
                    <a:pt x="81152" y="59020"/>
                  </a:lnTo>
                  <a:lnTo>
                    <a:pt x="83732" y="58255"/>
                  </a:lnTo>
                  <a:lnTo>
                    <a:pt x="86187" y="57528"/>
                  </a:lnTo>
                  <a:lnTo>
                    <a:pt x="88129" y="56952"/>
                  </a:lnTo>
                  <a:lnTo>
                    <a:pt x="91027" y="57388"/>
                  </a:lnTo>
                  <a:lnTo>
                    <a:pt x="93890" y="57819"/>
                  </a:lnTo>
                  <a:lnTo>
                    <a:pt x="95943" y="58129"/>
                  </a:lnTo>
                  <a:lnTo>
                    <a:pt x="97955" y="58434"/>
                  </a:lnTo>
                  <a:lnTo>
                    <a:pt x="100338" y="58792"/>
                  </a:lnTo>
                  <a:lnTo>
                    <a:pt x="101671" y="58992"/>
                  </a:lnTo>
                  <a:lnTo>
                    <a:pt x="103194" y="59222"/>
                  </a:lnTo>
                  <a:lnTo>
                    <a:pt x="103840" y="58617"/>
                  </a:lnTo>
                  <a:lnTo>
                    <a:pt x="105156" y="57381"/>
                  </a:lnTo>
                  <a:lnTo>
                    <a:pt x="106398" y="56213"/>
                  </a:lnTo>
                  <a:lnTo>
                    <a:pt x="107687" y="55003"/>
                  </a:lnTo>
                  <a:lnTo>
                    <a:pt x="108829" y="54390"/>
                  </a:lnTo>
                  <a:lnTo>
                    <a:pt x="110019" y="56329"/>
                  </a:lnTo>
                  <a:lnTo>
                    <a:pt x="111015" y="58557"/>
                  </a:lnTo>
                  <a:lnTo>
                    <a:pt x="112064" y="60905"/>
                  </a:lnTo>
                  <a:lnTo>
                    <a:pt x="113277" y="63171"/>
                  </a:lnTo>
                  <a:lnTo>
                    <a:pt x="114447" y="64515"/>
                  </a:lnTo>
                  <a:lnTo>
                    <a:pt x="116028" y="66332"/>
                  </a:lnTo>
                  <a:lnTo>
                    <a:pt x="116936" y="69446"/>
                  </a:lnTo>
                  <a:lnTo>
                    <a:pt x="118149" y="73599"/>
                  </a:lnTo>
                  <a:lnTo>
                    <a:pt x="118946" y="76332"/>
                  </a:lnTo>
                  <a:lnTo>
                    <a:pt x="119767" y="79144"/>
                  </a:lnTo>
                  <a:lnTo>
                    <a:pt x="120962" y="78035"/>
                  </a:lnTo>
                  <a:lnTo>
                    <a:pt x="122237" y="76850"/>
                  </a:lnTo>
                  <a:lnTo>
                    <a:pt x="123390" y="75780"/>
                  </a:lnTo>
                  <a:lnTo>
                    <a:pt x="123251" y="79250"/>
                  </a:lnTo>
                  <a:lnTo>
                    <a:pt x="123125" y="82404"/>
                  </a:lnTo>
                  <a:lnTo>
                    <a:pt x="122932" y="87175"/>
                  </a:lnTo>
                  <a:lnTo>
                    <a:pt x="122775" y="91088"/>
                  </a:lnTo>
                  <a:lnTo>
                    <a:pt x="122357" y="95755"/>
                  </a:lnTo>
                  <a:lnTo>
                    <a:pt x="122329" y="99311"/>
                  </a:lnTo>
                  <a:lnTo>
                    <a:pt x="122305" y="102434"/>
                  </a:lnTo>
                  <a:lnTo>
                    <a:pt x="122285" y="104913"/>
                  </a:lnTo>
                  <a:lnTo>
                    <a:pt x="124522" y="105024"/>
                  </a:lnTo>
                  <a:lnTo>
                    <a:pt x="126175" y="105106"/>
                  </a:lnTo>
                  <a:lnTo>
                    <a:pt x="128245" y="105209"/>
                  </a:lnTo>
                  <a:lnTo>
                    <a:pt x="128445" y="108325"/>
                  </a:lnTo>
                  <a:lnTo>
                    <a:pt x="128723" y="112703"/>
                  </a:lnTo>
                  <a:lnTo>
                    <a:pt x="129146" y="116671"/>
                  </a:lnTo>
                  <a:lnTo>
                    <a:pt x="129501" y="119999"/>
                  </a:lnTo>
                  <a:lnTo>
                    <a:pt x="130032" y="124305"/>
                  </a:lnTo>
                  <a:lnTo>
                    <a:pt x="130317" y="126606"/>
                  </a:lnTo>
                  <a:lnTo>
                    <a:pt x="130817" y="129313"/>
                  </a:lnTo>
                  <a:lnTo>
                    <a:pt x="131306" y="129965"/>
                  </a:lnTo>
                  <a:lnTo>
                    <a:pt x="132091" y="130399"/>
                  </a:lnTo>
                  <a:lnTo>
                    <a:pt x="134826" y="130076"/>
                  </a:lnTo>
                  <a:lnTo>
                    <a:pt x="137097" y="129809"/>
                  </a:lnTo>
                  <a:lnTo>
                    <a:pt x="138884" y="129597"/>
                  </a:lnTo>
                  <a:lnTo>
                    <a:pt x="140790" y="129372"/>
                  </a:lnTo>
                  <a:lnTo>
                    <a:pt x="143314" y="129073"/>
                  </a:lnTo>
                  <a:lnTo>
                    <a:pt x="144167" y="129763"/>
                  </a:lnTo>
                  <a:lnTo>
                    <a:pt x="144906" y="129280"/>
                  </a:lnTo>
                  <a:lnTo>
                    <a:pt x="145759" y="128798"/>
                  </a:lnTo>
                  <a:lnTo>
                    <a:pt x="146438" y="130764"/>
                  </a:lnTo>
                  <a:lnTo>
                    <a:pt x="146783" y="131763"/>
                  </a:lnTo>
                  <a:lnTo>
                    <a:pt x="147266" y="132796"/>
                  </a:lnTo>
                  <a:lnTo>
                    <a:pt x="147921" y="133761"/>
                  </a:lnTo>
                  <a:lnTo>
                    <a:pt x="147643" y="135781"/>
                  </a:lnTo>
                  <a:lnTo>
                    <a:pt x="147237" y="138726"/>
                  </a:lnTo>
                  <a:lnTo>
                    <a:pt x="147123" y="140242"/>
                  </a:lnTo>
                  <a:lnTo>
                    <a:pt x="147911" y="141874"/>
                  </a:lnTo>
                  <a:lnTo>
                    <a:pt x="148495" y="142828"/>
                  </a:lnTo>
                  <a:lnTo>
                    <a:pt x="150100" y="144768"/>
                  </a:lnTo>
                  <a:lnTo>
                    <a:pt x="151601" y="145852"/>
                  </a:lnTo>
                  <a:lnTo>
                    <a:pt x="152584" y="146171"/>
                  </a:lnTo>
                  <a:lnTo>
                    <a:pt x="153521" y="145756"/>
                  </a:lnTo>
                  <a:lnTo>
                    <a:pt x="153863" y="144654"/>
                  </a:lnTo>
                  <a:lnTo>
                    <a:pt x="153777" y="143138"/>
                  </a:lnTo>
                  <a:lnTo>
                    <a:pt x="153325" y="141546"/>
                  </a:lnTo>
                  <a:lnTo>
                    <a:pt x="153358" y="139650"/>
                  </a:lnTo>
                  <a:lnTo>
                    <a:pt x="153661" y="138262"/>
                  </a:lnTo>
                  <a:lnTo>
                    <a:pt x="154620" y="135743"/>
                  </a:lnTo>
                  <a:lnTo>
                    <a:pt x="155526" y="133368"/>
                  </a:lnTo>
                  <a:lnTo>
                    <a:pt x="156916" y="130947"/>
                  </a:lnTo>
                  <a:lnTo>
                    <a:pt x="158570" y="128548"/>
                  </a:lnTo>
                  <a:lnTo>
                    <a:pt x="159259" y="126802"/>
                  </a:lnTo>
                  <a:lnTo>
                    <a:pt x="159521" y="123764"/>
                  </a:lnTo>
                  <a:lnTo>
                    <a:pt x="160602" y="122041"/>
                  </a:lnTo>
                  <a:lnTo>
                    <a:pt x="161768" y="121006"/>
                  </a:lnTo>
                  <a:lnTo>
                    <a:pt x="163219" y="120110"/>
                  </a:lnTo>
                  <a:lnTo>
                    <a:pt x="163616" y="118594"/>
                  </a:lnTo>
                  <a:lnTo>
                    <a:pt x="165617" y="116018"/>
                  </a:lnTo>
                  <a:lnTo>
                    <a:pt x="166820" y="114746"/>
                  </a:lnTo>
                  <a:lnTo>
                    <a:pt x="168334" y="114001"/>
                  </a:lnTo>
                  <a:lnTo>
                    <a:pt x="170429" y="112325"/>
                  </a:lnTo>
                  <a:lnTo>
                    <a:pt x="172082" y="110361"/>
                  </a:lnTo>
                  <a:lnTo>
                    <a:pt x="173670" y="106653"/>
                  </a:lnTo>
                  <a:lnTo>
                    <a:pt x="174925" y="104231"/>
                  </a:lnTo>
                  <a:lnTo>
                    <a:pt x="175987" y="102736"/>
                  </a:lnTo>
                  <a:lnTo>
                    <a:pt x="176877" y="102685"/>
                  </a:lnTo>
                  <a:lnTo>
                    <a:pt x="177500" y="103892"/>
                  </a:lnTo>
                  <a:lnTo>
                    <a:pt x="178037" y="103993"/>
                  </a:lnTo>
                  <a:lnTo>
                    <a:pt x="178391" y="103440"/>
                  </a:lnTo>
                  <a:lnTo>
                    <a:pt x="178991" y="101882"/>
                  </a:lnTo>
                  <a:lnTo>
                    <a:pt x="179634" y="100074"/>
                  </a:lnTo>
                  <a:lnTo>
                    <a:pt x="180235" y="99319"/>
                  </a:lnTo>
                  <a:lnTo>
                    <a:pt x="181402" y="98934"/>
                  </a:lnTo>
                  <a:close/>
                </a:path>
              </a:pathLst>
            </a:custGeom>
            <a:solidFill>
              <a:srgbClr val="FFF0E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7" name="pg1576"/>
            <p:cNvSpPr/>
            <p:nvPr/>
          </p:nvSpPr>
          <p:spPr>
            <a:xfrm>
              <a:off x="4193534" y="2421826"/>
              <a:ext cx="1249" cy="2670"/>
            </a:xfrm>
            <a:custGeom>
              <a:avLst/>
              <a:pathLst>
                <a:path w="1249" h="2670">
                  <a:moveTo>
                    <a:pt x="1249" y="2605"/>
                  </a:moveTo>
                  <a:lnTo>
                    <a:pt x="1209" y="1890"/>
                  </a:lnTo>
                  <a:lnTo>
                    <a:pt x="833" y="683"/>
                  </a:lnTo>
                  <a:lnTo>
                    <a:pt x="268" y="0"/>
                  </a:lnTo>
                  <a:lnTo>
                    <a:pt x="0" y="292"/>
                  </a:lnTo>
                  <a:lnTo>
                    <a:pt x="228" y="1269"/>
                  </a:lnTo>
                  <a:lnTo>
                    <a:pt x="886" y="2670"/>
                  </a:lnTo>
                  <a:close/>
                </a:path>
              </a:pathLst>
            </a:custGeom>
            <a:solidFill>
              <a:srgbClr val="FFF0E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8" name="pg1577"/>
            <p:cNvSpPr/>
            <p:nvPr/>
          </p:nvSpPr>
          <p:spPr>
            <a:xfrm>
              <a:off x="3485184" y="2395782"/>
              <a:ext cx="132" cy="161"/>
            </a:xfrm>
            <a:custGeom>
              <a:avLst/>
              <a:pathLst>
                <a:path w="132" h="161">
                  <a:moveTo>
                    <a:pt x="0" y="161"/>
                  </a:moveTo>
                  <a:lnTo>
                    <a:pt x="132" y="0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9" name="pg1578"/>
            <p:cNvSpPr/>
            <p:nvPr/>
          </p:nvSpPr>
          <p:spPr>
            <a:xfrm>
              <a:off x="2586027" y="3257861"/>
              <a:ext cx="442" cy="903"/>
            </a:xfrm>
            <a:custGeom>
              <a:avLst/>
              <a:pathLst>
                <a:path w="442" h="903">
                  <a:moveTo>
                    <a:pt x="0" y="901"/>
                  </a:moveTo>
                  <a:lnTo>
                    <a:pt x="138" y="829"/>
                  </a:lnTo>
                  <a:lnTo>
                    <a:pt x="203" y="634"/>
                  </a:lnTo>
                  <a:lnTo>
                    <a:pt x="180" y="373"/>
                  </a:lnTo>
                  <a:lnTo>
                    <a:pt x="186" y="85"/>
                  </a:lnTo>
                  <a:lnTo>
                    <a:pt x="418" y="0"/>
                  </a:lnTo>
                  <a:lnTo>
                    <a:pt x="442" y="269"/>
                  </a:lnTo>
                  <a:lnTo>
                    <a:pt x="377" y="477"/>
                  </a:lnTo>
                  <a:lnTo>
                    <a:pt x="307" y="644"/>
                  </a:lnTo>
                  <a:lnTo>
                    <a:pt x="271" y="903"/>
                  </a:lnTo>
                  <a:close/>
                </a:path>
              </a:pathLst>
            </a:custGeom>
            <a:solidFill>
              <a:srgbClr val="BCD9B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0" name="pg1579"/>
            <p:cNvSpPr/>
            <p:nvPr/>
          </p:nvSpPr>
          <p:spPr>
            <a:xfrm>
              <a:off x="2586931" y="3248654"/>
              <a:ext cx="1014" cy="1979"/>
            </a:xfrm>
            <a:custGeom>
              <a:avLst/>
              <a:pathLst>
                <a:path w="1014" h="1979">
                  <a:moveTo>
                    <a:pt x="618" y="1437"/>
                  </a:moveTo>
                  <a:lnTo>
                    <a:pt x="514" y="1760"/>
                  </a:lnTo>
                  <a:lnTo>
                    <a:pt x="423" y="1979"/>
                  </a:lnTo>
                  <a:lnTo>
                    <a:pt x="361" y="1761"/>
                  </a:lnTo>
                  <a:lnTo>
                    <a:pt x="141" y="1568"/>
                  </a:lnTo>
                  <a:lnTo>
                    <a:pt x="0" y="1577"/>
                  </a:lnTo>
                  <a:lnTo>
                    <a:pt x="0" y="1356"/>
                  </a:lnTo>
                  <a:lnTo>
                    <a:pt x="181" y="1491"/>
                  </a:lnTo>
                  <a:lnTo>
                    <a:pt x="458" y="1359"/>
                  </a:lnTo>
                  <a:lnTo>
                    <a:pt x="459" y="1119"/>
                  </a:lnTo>
                  <a:lnTo>
                    <a:pt x="377" y="903"/>
                  </a:lnTo>
                  <a:lnTo>
                    <a:pt x="340" y="751"/>
                  </a:lnTo>
                  <a:lnTo>
                    <a:pt x="442" y="517"/>
                  </a:lnTo>
                  <a:lnTo>
                    <a:pt x="781" y="0"/>
                  </a:lnTo>
                  <a:lnTo>
                    <a:pt x="1014" y="147"/>
                  </a:lnTo>
                  <a:lnTo>
                    <a:pt x="839" y="548"/>
                  </a:lnTo>
                  <a:close/>
                </a:path>
              </a:pathLst>
            </a:custGeom>
            <a:solidFill>
              <a:srgbClr val="BCD9B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1" name="pg1580"/>
            <p:cNvSpPr/>
            <p:nvPr/>
          </p:nvSpPr>
          <p:spPr>
            <a:xfrm>
              <a:off x="2586927" y="3239332"/>
              <a:ext cx="1867" cy="6396"/>
            </a:xfrm>
            <a:custGeom>
              <a:avLst/>
              <a:pathLst>
                <a:path w="1867" h="6396">
                  <a:moveTo>
                    <a:pt x="1252" y="5928"/>
                  </a:moveTo>
                  <a:lnTo>
                    <a:pt x="894" y="6396"/>
                  </a:lnTo>
                  <a:lnTo>
                    <a:pt x="0" y="4407"/>
                  </a:lnTo>
                  <a:lnTo>
                    <a:pt x="107" y="2099"/>
                  </a:lnTo>
                  <a:lnTo>
                    <a:pt x="648" y="829"/>
                  </a:lnTo>
                  <a:lnTo>
                    <a:pt x="1159" y="82"/>
                  </a:lnTo>
                  <a:lnTo>
                    <a:pt x="1685" y="0"/>
                  </a:lnTo>
                  <a:lnTo>
                    <a:pt x="1867" y="1911"/>
                  </a:lnTo>
                  <a:lnTo>
                    <a:pt x="1739" y="4605"/>
                  </a:lnTo>
                  <a:close/>
                </a:path>
              </a:pathLst>
            </a:custGeom>
            <a:solidFill>
              <a:srgbClr val="BCD9B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2" name="pg1581"/>
            <p:cNvSpPr/>
            <p:nvPr/>
          </p:nvSpPr>
          <p:spPr>
            <a:xfrm>
              <a:off x="2589463" y="3366051"/>
              <a:ext cx="2681" cy="6598"/>
            </a:xfrm>
            <a:custGeom>
              <a:avLst/>
              <a:pathLst>
                <a:path w="2681" h="6598">
                  <a:moveTo>
                    <a:pt x="868" y="5997"/>
                  </a:moveTo>
                  <a:lnTo>
                    <a:pt x="112" y="6598"/>
                  </a:lnTo>
                  <a:lnTo>
                    <a:pt x="0" y="3634"/>
                  </a:lnTo>
                  <a:lnTo>
                    <a:pt x="227" y="2835"/>
                  </a:lnTo>
                  <a:lnTo>
                    <a:pt x="1516" y="451"/>
                  </a:lnTo>
                  <a:lnTo>
                    <a:pt x="1869" y="0"/>
                  </a:lnTo>
                  <a:lnTo>
                    <a:pt x="2128" y="500"/>
                  </a:lnTo>
                  <a:lnTo>
                    <a:pt x="2063" y="1135"/>
                  </a:lnTo>
                  <a:lnTo>
                    <a:pt x="2681" y="2204"/>
                  </a:lnTo>
                  <a:lnTo>
                    <a:pt x="2532" y="3566"/>
                  </a:lnTo>
                  <a:lnTo>
                    <a:pt x="1861" y="5054"/>
                  </a:lnTo>
                  <a:close/>
                </a:path>
              </a:pathLst>
            </a:custGeom>
            <a:solidFill>
              <a:srgbClr val="32902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3" name="pg1582"/>
            <p:cNvSpPr/>
            <p:nvPr/>
          </p:nvSpPr>
          <p:spPr>
            <a:xfrm>
              <a:off x="2591021" y="3361676"/>
              <a:ext cx="2505" cy="3332"/>
            </a:xfrm>
            <a:custGeom>
              <a:avLst/>
              <a:pathLst>
                <a:path w="2505" h="3332">
                  <a:moveTo>
                    <a:pt x="1465" y="2363"/>
                  </a:moveTo>
                  <a:lnTo>
                    <a:pt x="0" y="3332"/>
                  </a:lnTo>
                  <a:lnTo>
                    <a:pt x="23" y="2542"/>
                  </a:lnTo>
                  <a:lnTo>
                    <a:pt x="415" y="1171"/>
                  </a:lnTo>
                  <a:lnTo>
                    <a:pt x="1176" y="784"/>
                  </a:lnTo>
                  <a:lnTo>
                    <a:pt x="1462" y="315"/>
                  </a:lnTo>
                  <a:lnTo>
                    <a:pt x="1947" y="0"/>
                  </a:lnTo>
                  <a:lnTo>
                    <a:pt x="2224" y="56"/>
                  </a:lnTo>
                  <a:lnTo>
                    <a:pt x="2505" y="444"/>
                  </a:lnTo>
                  <a:lnTo>
                    <a:pt x="1840" y="1216"/>
                  </a:lnTo>
                  <a:close/>
                </a:path>
              </a:pathLst>
            </a:custGeom>
            <a:solidFill>
              <a:srgbClr val="32902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4" name="pg1583"/>
            <p:cNvSpPr/>
            <p:nvPr/>
          </p:nvSpPr>
          <p:spPr>
            <a:xfrm>
              <a:off x="2536504" y="3309804"/>
              <a:ext cx="2463" cy="2654"/>
            </a:xfrm>
            <a:custGeom>
              <a:avLst/>
              <a:pathLst>
                <a:path w="2463" h="2654">
                  <a:moveTo>
                    <a:pt x="2463" y="1991"/>
                  </a:moveTo>
                  <a:lnTo>
                    <a:pt x="1806" y="2654"/>
                  </a:lnTo>
                  <a:lnTo>
                    <a:pt x="602" y="1991"/>
                  </a:lnTo>
                  <a:lnTo>
                    <a:pt x="0" y="1061"/>
                  </a:lnTo>
                  <a:lnTo>
                    <a:pt x="383" y="0"/>
                  </a:lnTo>
                  <a:lnTo>
                    <a:pt x="1368" y="0"/>
                  </a:lnTo>
                  <a:lnTo>
                    <a:pt x="2292" y="1288"/>
                  </a:lnTo>
                  <a:close/>
                </a:path>
              </a:pathLst>
            </a:custGeom>
            <a:solidFill>
              <a:srgbClr val="32902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5" name="pg1584"/>
            <p:cNvSpPr/>
            <p:nvPr/>
          </p:nvSpPr>
          <p:spPr>
            <a:xfrm>
              <a:off x="2548841" y="3304089"/>
              <a:ext cx="7130" cy="8452"/>
            </a:xfrm>
            <a:custGeom>
              <a:avLst/>
              <a:pathLst>
                <a:path w="7130" h="8452">
                  <a:moveTo>
                    <a:pt x="6739" y="1070"/>
                  </a:moveTo>
                  <a:lnTo>
                    <a:pt x="7130" y="4931"/>
                  </a:lnTo>
                  <a:lnTo>
                    <a:pt x="7010" y="5655"/>
                  </a:lnTo>
                  <a:lnTo>
                    <a:pt x="5907" y="8264"/>
                  </a:lnTo>
                  <a:lnTo>
                    <a:pt x="4982" y="8452"/>
                  </a:lnTo>
                  <a:lnTo>
                    <a:pt x="4236" y="8359"/>
                  </a:lnTo>
                  <a:lnTo>
                    <a:pt x="3670" y="7854"/>
                  </a:lnTo>
                  <a:lnTo>
                    <a:pt x="2942" y="6159"/>
                  </a:lnTo>
                  <a:lnTo>
                    <a:pt x="2235" y="6667"/>
                  </a:lnTo>
                  <a:lnTo>
                    <a:pt x="485" y="6078"/>
                  </a:lnTo>
                  <a:lnTo>
                    <a:pt x="0" y="5485"/>
                  </a:lnTo>
                  <a:lnTo>
                    <a:pt x="654" y="3407"/>
                  </a:lnTo>
                  <a:lnTo>
                    <a:pt x="1859" y="2568"/>
                  </a:lnTo>
                  <a:lnTo>
                    <a:pt x="2299" y="2396"/>
                  </a:lnTo>
                  <a:lnTo>
                    <a:pt x="2651" y="3671"/>
                  </a:lnTo>
                  <a:lnTo>
                    <a:pt x="3528" y="4774"/>
                  </a:lnTo>
                  <a:lnTo>
                    <a:pt x="4558" y="4886"/>
                  </a:lnTo>
                  <a:lnTo>
                    <a:pt x="4814" y="2918"/>
                  </a:lnTo>
                  <a:lnTo>
                    <a:pt x="6206" y="0"/>
                  </a:lnTo>
                  <a:close/>
                </a:path>
              </a:pathLst>
            </a:custGeom>
            <a:solidFill>
              <a:srgbClr val="32902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6" name="pg1585"/>
            <p:cNvSpPr/>
            <p:nvPr/>
          </p:nvSpPr>
          <p:spPr>
            <a:xfrm>
              <a:off x="2439597" y="3274225"/>
              <a:ext cx="164982" cy="339515"/>
            </a:xfrm>
            <a:custGeom>
              <a:avLst/>
              <a:pathLst>
                <a:path w="164982" h="339515">
                  <a:moveTo>
                    <a:pt x="162683" y="107220"/>
                  </a:moveTo>
                  <a:lnTo>
                    <a:pt x="164948" y="114411"/>
                  </a:lnTo>
                  <a:lnTo>
                    <a:pt x="164982" y="115203"/>
                  </a:lnTo>
                  <a:lnTo>
                    <a:pt x="164736" y="116104"/>
                  </a:lnTo>
                  <a:lnTo>
                    <a:pt x="163325" y="117790"/>
                  </a:lnTo>
                  <a:lnTo>
                    <a:pt x="163009" y="118665"/>
                  </a:lnTo>
                  <a:lnTo>
                    <a:pt x="162501" y="121869"/>
                  </a:lnTo>
                  <a:lnTo>
                    <a:pt x="160725" y="123628"/>
                  </a:lnTo>
                  <a:lnTo>
                    <a:pt x="159497" y="125833"/>
                  </a:lnTo>
                  <a:lnTo>
                    <a:pt x="158670" y="127766"/>
                  </a:lnTo>
                  <a:lnTo>
                    <a:pt x="158258" y="128545"/>
                  </a:lnTo>
                  <a:lnTo>
                    <a:pt x="156637" y="128972"/>
                  </a:lnTo>
                  <a:lnTo>
                    <a:pt x="156116" y="130188"/>
                  </a:lnTo>
                  <a:lnTo>
                    <a:pt x="155461" y="133843"/>
                  </a:lnTo>
                  <a:lnTo>
                    <a:pt x="154981" y="135371"/>
                  </a:lnTo>
                  <a:lnTo>
                    <a:pt x="154138" y="137164"/>
                  </a:lnTo>
                  <a:lnTo>
                    <a:pt x="154131" y="138265"/>
                  </a:lnTo>
                  <a:lnTo>
                    <a:pt x="155295" y="142265"/>
                  </a:lnTo>
                  <a:lnTo>
                    <a:pt x="155504" y="143520"/>
                  </a:lnTo>
                  <a:lnTo>
                    <a:pt x="155143" y="145419"/>
                  </a:lnTo>
                  <a:lnTo>
                    <a:pt x="155178" y="146764"/>
                  </a:lnTo>
                  <a:lnTo>
                    <a:pt x="155789" y="148385"/>
                  </a:lnTo>
                  <a:lnTo>
                    <a:pt x="156520" y="148755"/>
                  </a:lnTo>
                  <a:lnTo>
                    <a:pt x="157230" y="148079"/>
                  </a:lnTo>
                  <a:lnTo>
                    <a:pt x="158114" y="148139"/>
                  </a:lnTo>
                  <a:lnTo>
                    <a:pt x="158691" y="148569"/>
                  </a:lnTo>
                  <a:lnTo>
                    <a:pt x="158930" y="149042"/>
                  </a:lnTo>
                  <a:lnTo>
                    <a:pt x="158971" y="150281"/>
                  </a:lnTo>
                  <a:lnTo>
                    <a:pt x="158605" y="152916"/>
                  </a:lnTo>
                  <a:lnTo>
                    <a:pt x="158082" y="154615"/>
                  </a:lnTo>
                  <a:lnTo>
                    <a:pt x="155754" y="157224"/>
                  </a:lnTo>
                  <a:lnTo>
                    <a:pt x="154718" y="158735"/>
                  </a:lnTo>
                  <a:lnTo>
                    <a:pt x="154147" y="159847"/>
                  </a:lnTo>
                  <a:lnTo>
                    <a:pt x="152893" y="159251"/>
                  </a:lnTo>
                  <a:lnTo>
                    <a:pt x="152253" y="159297"/>
                  </a:lnTo>
                  <a:lnTo>
                    <a:pt x="151762" y="160157"/>
                  </a:lnTo>
                  <a:lnTo>
                    <a:pt x="151465" y="160898"/>
                  </a:lnTo>
                  <a:lnTo>
                    <a:pt x="150623" y="161079"/>
                  </a:lnTo>
                  <a:lnTo>
                    <a:pt x="149432" y="161529"/>
                  </a:lnTo>
                  <a:lnTo>
                    <a:pt x="148935" y="162027"/>
                  </a:lnTo>
                  <a:lnTo>
                    <a:pt x="148549" y="163316"/>
                  </a:lnTo>
                  <a:lnTo>
                    <a:pt x="148228" y="165164"/>
                  </a:lnTo>
                  <a:lnTo>
                    <a:pt x="148496" y="167380"/>
                  </a:lnTo>
                  <a:lnTo>
                    <a:pt x="148869" y="169355"/>
                  </a:lnTo>
                  <a:lnTo>
                    <a:pt x="148853" y="171170"/>
                  </a:lnTo>
                  <a:lnTo>
                    <a:pt x="149141" y="176217"/>
                  </a:lnTo>
                  <a:lnTo>
                    <a:pt x="148766" y="177396"/>
                  </a:lnTo>
                  <a:lnTo>
                    <a:pt x="147968" y="178732"/>
                  </a:lnTo>
                  <a:lnTo>
                    <a:pt x="147015" y="181087"/>
                  </a:lnTo>
                  <a:lnTo>
                    <a:pt x="145946" y="184359"/>
                  </a:lnTo>
                  <a:lnTo>
                    <a:pt x="146117" y="185299"/>
                  </a:lnTo>
                  <a:lnTo>
                    <a:pt x="148672" y="192176"/>
                  </a:lnTo>
                  <a:lnTo>
                    <a:pt x="151270" y="199174"/>
                  </a:lnTo>
                  <a:lnTo>
                    <a:pt x="153852" y="206129"/>
                  </a:lnTo>
                  <a:lnTo>
                    <a:pt x="154220" y="206439"/>
                  </a:lnTo>
                  <a:lnTo>
                    <a:pt x="154707" y="207242"/>
                  </a:lnTo>
                  <a:lnTo>
                    <a:pt x="155157" y="209677"/>
                  </a:lnTo>
                  <a:lnTo>
                    <a:pt x="155529" y="212259"/>
                  </a:lnTo>
                  <a:lnTo>
                    <a:pt x="155537" y="213595"/>
                  </a:lnTo>
                  <a:lnTo>
                    <a:pt x="155248" y="215275"/>
                  </a:lnTo>
                  <a:lnTo>
                    <a:pt x="154619" y="217208"/>
                  </a:lnTo>
                  <a:lnTo>
                    <a:pt x="153857" y="218774"/>
                  </a:lnTo>
                  <a:lnTo>
                    <a:pt x="152740" y="220101"/>
                  </a:lnTo>
                  <a:lnTo>
                    <a:pt x="151852" y="221353"/>
                  </a:lnTo>
                  <a:lnTo>
                    <a:pt x="151119" y="224666"/>
                  </a:lnTo>
                  <a:lnTo>
                    <a:pt x="150675" y="225832"/>
                  </a:lnTo>
                  <a:lnTo>
                    <a:pt x="150267" y="226302"/>
                  </a:lnTo>
                  <a:lnTo>
                    <a:pt x="149461" y="226735"/>
                  </a:lnTo>
                  <a:lnTo>
                    <a:pt x="148157" y="226635"/>
                  </a:lnTo>
                  <a:lnTo>
                    <a:pt x="147296" y="226374"/>
                  </a:lnTo>
                  <a:lnTo>
                    <a:pt x="146230" y="228853"/>
                  </a:lnTo>
                  <a:lnTo>
                    <a:pt x="144867" y="229762"/>
                  </a:lnTo>
                  <a:lnTo>
                    <a:pt x="143954" y="233144"/>
                  </a:lnTo>
                  <a:lnTo>
                    <a:pt x="140705" y="235826"/>
                  </a:lnTo>
                  <a:lnTo>
                    <a:pt x="137528" y="237915"/>
                  </a:lnTo>
                  <a:lnTo>
                    <a:pt x="136656" y="238741"/>
                  </a:lnTo>
                  <a:lnTo>
                    <a:pt x="133517" y="237017"/>
                  </a:lnTo>
                  <a:lnTo>
                    <a:pt x="132763" y="237555"/>
                  </a:lnTo>
                  <a:lnTo>
                    <a:pt x="131893" y="239156"/>
                  </a:lnTo>
                  <a:lnTo>
                    <a:pt x="131091" y="240399"/>
                  </a:lnTo>
                  <a:lnTo>
                    <a:pt x="130413" y="240476"/>
                  </a:lnTo>
                  <a:lnTo>
                    <a:pt x="129843" y="241119"/>
                  </a:lnTo>
                  <a:lnTo>
                    <a:pt x="129504" y="243411"/>
                  </a:lnTo>
                  <a:lnTo>
                    <a:pt x="129204" y="251312"/>
                  </a:lnTo>
                  <a:lnTo>
                    <a:pt x="128078" y="253661"/>
                  </a:lnTo>
                  <a:lnTo>
                    <a:pt x="126717" y="253647"/>
                  </a:lnTo>
                  <a:lnTo>
                    <a:pt x="125783" y="250912"/>
                  </a:lnTo>
                  <a:lnTo>
                    <a:pt x="124674" y="248845"/>
                  </a:lnTo>
                  <a:lnTo>
                    <a:pt x="122743" y="243945"/>
                  </a:lnTo>
                  <a:lnTo>
                    <a:pt x="122207" y="243306"/>
                  </a:lnTo>
                  <a:lnTo>
                    <a:pt x="121706" y="243336"/>
                  </a:lnTo>
                  <a:lnTo>
                    <a:pt x="119914" y="244789"/>
                  </a:lnTo>
                  <a:lnTo>
                    <a:pt x="119063" y="244159"/>
                  </a:lnTo>
                  <a:lnTo>
                    <a:pt x="118377" y="243397"/>
                  </a:lnTo>
                  <a:lnTo>
                    <a:pt x="117231" y="243641"/>
                  </a:lnTo>
                  <a:lnTo>
                    <a:pt x="115188" y="243697"/>
                  </a:lnTo>
                  <a:lnTo>
                    <a:pt x="113886" y="243743"/>
                  </a:lnTo>
                  <a:lnTo>
                    <a:pt x="113253" y="242404"/>
                  </a:lnTo>
                  <a:lnTo>
                    <a:pt x="112664" y="239669"/>
                  </a:lnTo>
                  <a:lnTo>
                    <a:pt x="112267" y="238689"/>
                  </a:lnTo>
                  <a:lnTo>
                    <a:pt x="111802" y="237900"/>
                  </a:lnTo>
                  <a:lnTo>
                    <a:pt x="111032" y="237501"/>
                  </a:lnTo>
                  <a:lnTo>
                    <a:pt x="107743" y="237511"/>
                  </a:lnTo>
                  <a:lnTo>
                    <a:pt x="107123" y="237514"/>
                  </a:lnTo>
                  <a:lnTo>
                    <a:pt x="106669" y="236988"/>
                  </a:lnTo>
                  <a:lnTo>
                    <a:pt x="106037" y="234642"/>
                  </a:lnTo>
                  <a:lnTo>
                    <a:pt x="105345" y="233539"/>
                  </a:lnTo>
                  <a:lnTo>
                    <a:pt x="104536" y="233492"/>
                  </a:lnTo>
                  <a:lnTo>
                    <a:pt x="104180" y="234785"/>
                  </a:lnTo>
                  <a:lnTo>
                    <a:pt x="105585" y="239009"/>
                  </a:lnTo>
                  <a:lnTo>
                    <a:pt x="105994" y="241299"/>
                  </a:lnTo>
                  <a:lnTo>
                    <a:pt x="107226" y="244609"/>
                  </a:lnTo>
                  <a:lnTo>
                    <a:pt x="110792" y="251615"/>
                  </a:lnTo>
                  <a:lnTo>
                    <a:pt x="111453" y="253840"/>
                  </a:lnTo>
                  <a:lnTo>
                    <a:pt x="111380" y="256682"/>
                  </a:lnTo>
                  <a:lnTo>
                    <a:pt x="111360" y="261032"/>
                  </a:lnTo>
                  <a:lnTo>
                    <a:pt x="111480" y="265149"/>
                  </a:lnTo>
                  <a:lnTo>
                    <a:pt x="112398" y="271053"/>
                  </a:lnTo>
                  <a:lnTo>
                    <a:pt x="113687" y="277062"/>
                  </a:lnTo>
                  <a:lnTo>
                    <a:pt x="114037" y="280893"/>
                  </a:lnTo>
                  <a:lnTo>
                    <a:pt x="113798" y="283724"/>
                  </a:lnTo>
                  <a:lnTo>
                    <a:pt x="113552" y="285230"/>
                  </a:lnTo>
                  <a:lnTo>
                    <a:pt x="113580" y="285901"/>
                  </a:lnTo>
                  <a:lnTo>
                    <a:pt x="113844" y="286507"/>
                  </a:lnTo>
                  <a:lnTo>
                    <a:pt x="115072" y="287377"/>
                  </a:lnTo>
                  <a:lnTo>
                    <a:pt x="117651" y="287921"/>
                  </a:lnTo>
                  <a:lnTo>
                    <a:pt x="119210" y="287924"/>
                  </a:lnTo>
                  <a:lnTo>
                    <a:pt x="121591" y="288574"/>
                  </a:lnTo>
                  <a:lnTo>
                    <a:pt x="121766" y="290687"/>
                  </a:lnTo>
                  <a:lnTo>
                    <a:pt x="121534" y="294171"/>
                  </a:lnTo>
                  <a:lnTo>
                    <a:pt x="121063" y="296149"/>
                  </a:lnTo>
                  <a:lnTo>
                    <a:pt x="120681" y="296726"/>
                  </a:lnTo>
                  <a:lnTo>
                    <a:pt x="119385" y="297185"/>
                  </a:lnTo>
                  <a:lnTo>
                    <a:pt x="118021" y="299324"/>
                  </a:lnTo>
                  <a:lnTo>
                    <a:pt x="116043" y="301434"/>
                  </a:lnTo>
                  <a:lnTo>
                    <a:pt x="114913" y="301721"/>
                  </a:lnTo>
                  <a:lnTo>
                    <a:pt x="114443" y="302134"/>
                  </a:lnTo>
                  <a:lnTo>
                    <a:pt x="114044" y="302768"/>
                  </a:lnTo>
                  <a:lnTo>
                    <a:pt x="113716" y="303570"/>
                  </a:lnTo>
                  <a:lnTo>
                    <a:pt x="113330" y="307527"/>
                  </a:lnTo>
                  <a:lnTo>
                    <a:pt x="112748" y="311996"/>
                  </a:lnTo>
                  <a:lnTo>
                    <a:pt x="111649" y="314649"/>
                  </a:lnTo>
                  <a:lnTo>
                    <a:pt x="110440" y="316842"/>
                  </a:lnTo>
                  <a:lnTo>
                    <a:pt x="109210" y="317090"/>
                  </a:lnTo>
                  <a:lnTo>
                    <a:pt x="108224" y="316916"/>
                  </a:lnTo>
                  <a:lnTo>
                    <a:pt x="107734" y="317559"/>
                  </a:lnTo>
                  <a:lnTo>
                    <a:pt x="107026" y="319366"/>
                  </a:lnTo>
                  <a:lnTo>
                    <a:pt x="106013" y="321612"/>
                  </a:lnTo>
                  <a:lnTo>
                    <a:pt x="105232" y="322810"/>
                  </a:lnTo>
                  <a:lnTo>
                    <a:pt x="104179" y="322697"/>
                  </a:lnTo>
                  <a:lnTo>
                    <a:pt x="103056" y="323802"/>
                  </a:lnTo>
                  <a:lnTo>
                    <a:pt x="101637" y="325613"/>
                  </a:lnTo>
                  <a:lnTo>
                    <a:pt x="100696" y="327101"/>
                  </a:lnTo>
                  <a:lnTo>
                    <a:pt x="99893" y="329639"/>
                  </a:lnTo>
                  <a:lnTo>
                    <a:pt x="98743" y="332308"/>
                  </a:lnTo>
                  <a:lnTo>
                    <a:pt x="97563" y="334176"/>
                  </a:lnTo>
                  <a:lnTo>
                    <a:pt x="96997" y="336486"/>
                  </a:lnTo>
                  <a:lnTo>
                    <a:pt x="96191" y="339418"/>
                  </a:lnTo>
                  <a:lnTo>
                    <a:pt x="95184" y="339515"/>
                  </a:lnTo>
                  <a:lnTo>
                    <a:pt x="95103" y="337756"/>
                  </a:lnTo>
                  <a:lnTo>
                    <a:pt x="95586" y="334922"/>
                  </a:lnTo>
                  <a:lnTo>
                    <a:pt x="95062" y="332480"/>
                  </a:lnTo>
                  <a:lnTo>
                    <a:pt x="94103" y="331171"/>
                  </a:lnTo>
                  <a:lnTo>
                    <a:pt x="93655" y="330784"/>
                  </a:lnTo>
                  <a:lnTo>
                    <a:pt x="93208" y="330944"/>
                  </a:lnTo>
                  <a:lnTo>
                    <a:pt x="92073" y="332149"/>
                  </a:lnTo>
                  <a:lnTo>
                    <a:pt x="90676" y="334339"/>
                  </a:lnTo>
                  <a:lnTo>
                    <a:pt x="89818" y="335916"/>
                  </a:lnTo>
                  <a:lnTo>
                    <a:pt x="89041" y="336638"/>
                  </a:lnTo>
                  <a:lnTo>
                    <a:pt x="87443" y="337290"/>
                  </a:lnTo>
                  <a:lnTo>
                    <a:pt x="86097" y="337625"/>
                  </a:lnTo>
                  <a:lnTo>
                    <a:pt x="85543" y="337175"/>
                  </a:lnTo>
                  <a:lnTo>
                    <a:pt x="84542" y="335564"/>
                  </a:lnTo>
                  <a:lnTo>
                    <a:pt x="82229" y="330527"/>
                  </a:lnTo>
                  <a:lnTo>
                    <a:pt x="79097" y="323704"/>
                  </a:lnTo>
                  <a:lnTo>
                    <a:pt x="78859" y="321729"/>
                  </a:lnTo>
                  <a:lnTo>
                    <a:pt x="78994" y="319709"/>
                  </a:lnTo>
                  <a:lnTo>
                    <a:pt x="78425" y="316761"/>
                  </a:lnTo>
                  <a:lnTo>
                    <a:pt x="78093" y="313623"/>
                  </a:lnTo>
                  <a:lnTo>
                    <a:pt x="77811" y="312543"/>
                  </a:lnTo>
                  <a:lnTo>
                    <a:pt x="77731" y="310197"/>
                  </a:lnTo>
                  <a:lnTo>
                    <a:pt x="77051" y="305971"/>
                  </a:lnTo>
                  <a:lnTo>
                    <a:pt x="76494" y="302509"/>
                  </a:lnTo>
                  <a:lnTo>
                    <a:pt x="75984" y="300750"/>
                  </a:lnTo>
                  <a:lnTo>
                    <a:pt x="76199" y="299251"/>
                  </a:lnTo>
                  <a:lnTo>
                    <a:pt x="75984" y="297754"/>
                  </a:lnTo>
                  <a:lnTo>
                    <a:pt x="75569" y="296533"/>
                  </a:lnTo>
                  <a:lnTo>
                    <a:pt x="74963" y="292606"/>
                  </a:lnTo>
                  <a:lnTo>
                    <a:pt x="75178" y="290913"/>
                  </a:lnTo>
                  <a:lnTo>
                    <a:pt x="75016" y="289218"/>
                  </a:lnTo>
                  <a:lnTo>
                    <a:pt x="74506" y="288056"/>
                  </a:lnTo>
                  <a:lnTo>
                    <a:pt x="73780" y="286808"/>
                  </a:lnTo>
                  <a:lnTo>
                    <a:pt x="72813" y="284201"/>
                  </a:lnTo>
                  <a:lnTo>
                    <a:pt x="71658" y="281727"/>
                  </a:lnTo>
                  <a:lnTo>
                    <a:pt x="71066" y="280749"/>
                  </a:lnTo>
                  <a:lnTo>
                    <a:pt x="70663" y="280359"/>
                  </a:lnTo>
                  <a:lnTo>
                    <a:pt x="70314" y="278013"/>
                  </a:lnTo>
                  <a:lnTo>
                    <a:pt x="70046" y="277296"/>
                  </a:lnTo>
                  <a:lnTo>
                    <a:pt x="69454" y="277101"/>
                  </a:lnTo>
                  <a:lnTo>
                    <a:pt x="68245" y="276123"/>
                  </a:lnTo>
                  <a:lnTo>
                    <a:pt x="67116" y="277296"/>
                  </a:lnTo>
                  <a:lnTo>
                    <a:pt x="67090" y="275472"/>
                  </a:lnTo>
                  <a:lnTo>
                    <a:pt x="67412" y="274364"/>
                  </a:lnTo>
                  <a:lnTo>
                    <a:pt x="71311" y="265664"/>
                  </a:lnTo>
                  <a:lnTo>
                    <a:pt x="73276" y="261663"/>
                  </a:lnTo>
                  <a:lnTo>
                    <a:pt x="73488" y="261073"/>
                  </a:lnTo>
                  <a:lnTo>
                    <a:pt x="73660" y="260146"/>
                  </a:lnTo>
                  <a:lnTo>
                    <a:pt x="73794" y="258909"/>
                  </a:lnTo>
                  <a:lnTo>
                    <a:pt x="73348" y="257493"/>
                  </a:lnTo>
                  <a:lnTo>
                    <a:pt x="71508" y="250775"/>
                  </a:lnTo>
                  <a:lnTo>
                    <a:pt x="70869" y="249513"/>
                  </a:lnTo>
                  <a:lnTo>
                    <a:pt x="70243" y="248480"/>
                  </a:lnTo>
                  <a:lnTo>
                    <a:pt x="69523" y="245659"/>
                  </a:lnTo>
                  <a:lnTo>
                    <a:pt x="68661" y="239091"/>
                  </a:lnTo>
                  <a:lnTo>
                    <a:pt x="68041" y="235790"/>
                  </a:lnTo>
                  <a:lnTo>
                    <a:pt x="67853" y="233259"/>
                  </a:lnTo>
                  <a:lnTo>
                    <a:pt x="67892" y="230398"/>
                  </a:lnTo>
                  <a:lnTo>
                    <a:pt x="67662" y="228201"/>
                  </a:lnTo>
                  <a:lnTo>
                    <a:pt x="67163" y="226670"/>
                  </a:lnTo>
                  <a:lnTo>
                    <a:pt x="67163" y="221984"/>
                  </a:lnTo>
                  <a:lnTo>
                    <a:pt x="67662" y="214143"/>
                  </a:lnTo>
                  <a:lnTo>
                    <a:pt x="67785" y="208183"/>
                  </a:lnTo>
                  <a:lnTo>
                    <a:pt x="67533" y="204107"/>
                  </a:lnTo>
                  <a:lnTo>
                    <a:pt x="67977" y="201004"/>
                  </a:lnTo>
                  <a:lnTo>
                    <a:pt x="69120" y="198876"/>
                  </a:lnTo>
                  <a:lnTo>
                    <a:pt x="69758" y="195587"/>
                  </a:lnTo>
                  <a:lnTo>
                    <a:pt x="69892" y="191138"/>
                  </a:lnTo>
                  <a:lnTo>
                    <a:pt x="70576" y="187482"/>
                  </a:lnTo>
                  <a:lnTo>
                    <a:pt x="71811" y="184619"/>
                  </a:lnTo>
                  <a:lnTo>
                    <a:pt x="72231" y="181795"/>
                  </a:lnTo>
                  <a:lnTo>
                    <a:pt x="71839" y="179011"/>
                  </a:lnTo>
                  <a:lnTo>
                    <a:pt x="71712" y="177223"/>
                  </a:lnTo>
                  <a:lnTo>
                    <a:pt x="70663" y="175405"/>
                  </a:lnTo>
                  <a:lnTo>
                    <a:pt x="68724" y="174130"/>
                  </a:lnTo>
                  <a:lnTo>
                    <a:pt x="67115" y="173984"/>
                  </a:lnTo>
                  <a:lnTo>
                    <a:pt x="66144" y="175401"/>
                  </a:lnTo>
                  <a:lnTo>
                    <a:pt x="63655" y="176714"/>
                  </a:lnTo>
                  <a:lnTo>
                    <a:pt x="59649" y="177924"/>
                  </a:lnTo>
                  <a:lnTo>
                    <a:pt x="56423" y="177917"/>
                  </a:lnTo>
                  <a:lnTo>
                    <a:pt x="53977" y="176694"/>
                  </a:lnTo>
                  <a:lnTo>
                    <a:pt x="52115" y="177102"/>
                  </a:lnTo>
                  <a:lnTo>
                    <a:pt x="50841" y="179142"/>
                  </a:lnTo>
                  <a:lnTo>
                    <a:pt x="49943" y="179604"/>
                  </a:lnTo>
                  <a:lnTo>
                    <a:pt x="49423" y="178484"/>
                  </a:lnTo>
                  <a:lnTo>
                    <a:pt x="48860" y="178177"/>
                  </a:lnTo>
                  <a:lnTo>
                    <a:pt x="48006" y="178887"/>
                  </a:lnTo>
                  <a:lnTo>
                    <a:pt x="47858" y="178563"/>
                  </a:lnTo>
                  <a:lnTo>
                    <a:pt x="45962" y="173050"/>
                  </a:lnTo>
                  <a:lnTo>
                    <a:pt x="44206" y="167941"/>
                  </a:lnTo>
                  <a:lnTo>
                    <a:pt x="42192" y="161858"/>
                  </a:lnTo>
                  <a:lnTo>
                    <a:pt x="39866" y="154835"/>
                  </a:lnTo>
                  <a:lnTo>
                    <a:pt x="39450" y="154372"/>
                  </a:lnTo>
                  <a:lnTo>
                    <a:pt x="38731" y="154418"/>
                  </a:lnTo>
                  <a:lnTo>
                    <a:pt x="37781" y="154539"/>
                  </a:lnTo>
                  <a:lnTo>
                    <a:pt x="36302" y="153810"/>
                  </a:lnTo>
                  <a:lnTo>
                    <a:pt x="35288" y="152790"/>
                  </a:lnTo>
                  <a:lnTo>
                    <a:pt x="34497" y="151803"/>
                  </a:lnTo>
                  <a:lnTo>
                    <a:pt x="33041" y="150555"/>
                  </a:lnTo>
                  <a:lnTo>
                    <a:pt x="32040" y="150340"/>
                  </a:lnTo>
                  <a:lnTo>
                    <a:pt x="31144" y="150708"/>
                  </a:lnTo>
                  <a:lnTo>
                    <a:pt x="28675" y="153165"/>
                  </a:lnTo>
                  <a:lnTo>
                    <a:pt x="27270" y="153393"/>
                  </a:lnTo>
                  <a:lnTo>
                    <a:pt x="26182" y="153438"/>
                  </a:lnTo>
                  <a:lnTo>
                    <a:pt x="23266" y="152222"/>
                  </a:lnTo>
                  <a:lnTo>
                    <a:pt x="21270" y="152028"/>
                  </a:lnTo>
                  <a:lnTo>
                    <a:pt x="18950" y="152829"/>
                  </a:lnTo>
                  <a:lnTo>
                    <a:pt x="17958" y="153287"/>
                  </a:lnTo>
                  <a:lnTo>
                    <a:pt x="16569" y="152037"/>
                  </a:lnTo>
                  <a:lnTo>
                    <a:pt x="15623" y="150138"/>
                  </a:lnTo>
                  <a:lnTo>
                    <a:pt x="14740" y="145622"/>
                  </a:lnTo>
                  <a:lnTo>
                    <a:pt x="14118" y="142060"/>
                  </a:lnTo>
                  <a:lnTo>
                    <a:pt x="13038" y="141343"/>
                  </a:lnTo>
                  <a:lnTo>
                    <a:pt x="11840" y="140735"/>
                  </a:lnTo>
                  <a:lnTo>
                    <a:pt x="11251" y="139560"/>
                  </a:lnTo>
                  <a:lnTo>
                    <a:pt x="10898" y="137509"/>
                  </a:lnTo>
                  <a:lnTo>
                    <a:pt x="10813" y="134880"/>
                  </a:lnTo>
                  <a:lnTo>
                    <a:pt x="10935" y="130604"/>
                  </a:lnTo>
                  <a:lnTo>
                    <a:pt x="11049" y="129070"/>
                  </a:lnTo>
                  <a:lnTo>
                    <a:pt x="11214" y="124453"/>
                  </a:lnTo>
                  <a:lnTo>
                    <a:pt x="11876" y="122042"/>
                  </a:lnTo>
                  <a:lnTo>
                    <a:pt x="12291" y="120872"/>
                  </a:lnTo>
                  <a:lnTo>
                    <a:pt x="12212" y="118937"/>
                  </a:lnTo>
                  <a:lnTo>
                    <a:pt x="11893" y="114970"/>
                  </a:lnTo>
                  <a:lnTo>
                    <a:pt x="11573" y="112165"/>
                  </a:lnTo>
                  <a:lnTo>
                    <a:pt x="10243" y="108982"/>
                  </a:lnTo>
                  <a:lnTo>
                    <a:pt x="8540" y="104907"/>
                  </a:lnTo>
                  <a:lnTo>
                    <a:pt x="7807" y="98386"/>
                  </a:lnTo>
                  <a:lnTo>
                    <a:pt x="6944" y="90682"/>
                  </a:lnTo>
                  <a:lnTo>
                    <a:pt x="6265" y="89909"/>
                  </a:lnTo>
                  <a:lnTo>
                    <a:pt x="5627" y="90296"/>
                  </a:lnTo>
                  <a:lnTo>
                    <a:pt x="4948" y="89909"/>
                  </a:lnTo>
                  <a:lnTo>
                    <a:pt x="4350" y="86813"/>
                  </a:lnTo>
                  <a:lnTo>
                    <a:pt x="3751" y="86233"/>
                  </a:lnTo>
                  <a:lnTo>
                    <a:pt x="2796" y="87319"/>
                  </a:lnTo>
                  <a:lnTo>
                    <a:pt x="2108" y="88166"/>
                  </a:lnTo>
                  <a:lnTo>
                    <a:pt x="359" y="88941"/>
                  </a:lnTo>
                  <a:lnTo>
                    <a:pt x="0" y="88166"/>
                  </a:lnTo>
                  <a:lnTo>
                    <a:pt x="120" y="87199"/>
                  </a:lnTo>
                  <a:lnTo>
                    <a:pt x="859" y="84387"/>
                  </a:lnTo>
                  <a:lnTo>
                    <a:pt x="1729" y="80795"/>
                  </a:lnTo>
                  <a:lnTo>
                    <a:pt x="2741" y="77514"/>
                  </a:lnTo>
                  <a:lnTo>
                    <a:pt x="3682" y="74158"/>
                  </a:lnTo>
                  <a:lnTo>
                    <a:pt x="4383" y="70584"/>
                  </a:lnTo>
                  <a:lnTo>
                    <a:pt x="4860" y="63475"/>
                  </a:lnTo>
                  <a:lnTo>
                    <a:pt x="5189" y="58569"/>
                  </a:lnTo>
                  <a:lnTo>
                    <a:pt x="6055" y="49838"/>
                  </a:lnTo>
                  <a:lnTo>
                    <a:pt x="7642" y="42866"/>
                  </a:lnTo>
                  <a:lnTo>
                    <a:pt x="8240" y="39656"/>
                  </a:lnTo>
                  <a:lnTo>
                    <a:pt x="9675" y="35480"/>
                  </a:lnTo>
                  <a:lnTo>
                    <a:pt x="10337" y="33212"/>
                  </a:lnTo>
                  <a:lnTo>
                    <a:pt x="11213" y="31429"/>
                  </a:lnTo>
                  <a:lnTo>
                    <a:pt x="13622" y="29000"/>
                  </a:lnTo>
                  <a:lnTo>
                    <a:pt x="16500" y="17018"/>
                  </a:lnTo>
                  <a:lnTo>
                    <a:pt x="17160" y="15113"/>
                  </a:lnTo>
                  <a:lnTo>
                    <a:pt x="20069" y="13327"/>
                  </a:lnTo>
                  <a:lnTo>
                    <a:pt x="22304" y="11932"/>
                  </a:lnTo>
                  <a:lnTo>
                    <a:pt x="23960" y="10470"/>
                  </a:lnTo>
                  <a:lnTo>
                    <a:pt x="24504" y="9695"/>
                  </a:lnTo>
                  <a:lnTo>
                    <a:pt x="24940" y="9336"/>
                  </a:lnTo>
                  <a:lnTo>
                    <a:pt x="24579" y="10724"/>
                  </a:lnTo>
                  <a:lnTo>
                    <a:pt x="23785" y="12490"/>
                  </a:lnTo>
                  <a:lnTo>
                    <a:pt x="22885" y="13566"/>
                  </a:lnTo>
                  <a:lnTo>
                    <a:pt x="18251" y="16267"/>
                  </a:lnTo>
                  <a:lnTo>
                    <a:pt x="17777" y="16840"/>
                  </a:lnTo>
                  <a:lnTo>
                    <a:pt x="17175" y="17964"/>
                  </a:lnTo>
                  <a:lnTo>
                    <a:pt x="17171" y="20538"/>
                  </a:lnTo>
                  <a:lnTo>
                    <a:pt x="17296" y="22558"/>
                  </a:lnTo>
                  <a:lnTo>
                    <a:pt x="18659" y="29181"/>
                  </a:lnTo>
                  <a:lnTo>
                    <a:pt x="19191" y="30814"/>
                  </a:lnTo>
                  <a:lnTo>
                    <a:pt x="21018" y="34405"/>
                  </a:lnTo>
                  <a:lnTo>
                    <a:pt x="20602" y="34901"/>
                  </a:lnTo>
                  <a:lnTo>
                    <a:pt x="19929" y="34962"/>
                  </a:lnTo>
                  <a:lnTo>
                    <a:pt x="20423" y="39666"/>
                  </a:lnTo>
                  <a:lnTo>
                    <a:pt x="21544" y="42895"/>
                  </a:lnTo>
                  <a:lnTo>
                    <a:pt x="21594" y="44929"/>
                  </a:lnTo>
                  <a:lnTo>
                    <a:pt x="20734" y="51241"/>
                  </a:lnTo>
                  <a:lnTo>
                    <a:pt x="19166" y="55017"/>
                  </a:lnTo>
                  <a:lnTo>
                    <a:pt x="18054" y="59412"/>
                  </a:lnTo>
                  <a:lnTo>
                    <a:pt x="17190" y="61161"/>
                  </a:lnTo>
                  <a:lnTo>
                    <a:pt x="15275" y="69803"/>
                  </a:lnTo>
                  <a:lnTo>
                    <a:pt x="16732" y="74947"/>
                  </a:lnTo>
                  <a:lnTo>
                    <a:pt x="16939" y="77556"/>
                  </a:lnTo>
                  <a:lnTo>
                    <a:pt x="18197" y="81267"/>
                  </a:lnTo>
                  <a:lnTo>
                    <a:pt x="19018" y="82484"/>
                  </a:lnTo>
                  <a:lnTo>
                    <a:pt x="19566" y="83982"/>
                  </a:lnTo>
                  <a:lnTo>
                    <a:pt x="19315" y="86516"/>
                  </a:lnTo>
                  <a:lnTo>
                    <a:pt x="19817" y="89947"/>
                  </a:lnTo>
                  <a:lnTo>
                    <a:pt x="20468" y="91760"/>
                  </a:lnTo>
                  <a:lnTo>
                    <a:pt x="21287" y="92486"/>
                  </a:lnTo>
                  <a:lnTo>
                    <a:pt x="22297" y="92476"/>
                  </a:lnTo>
                  <a:lnTo>
                    <a:pt x="25206" y="90190"/>
                  </a:lnTo>
                  <a:lnTo>
                    <a:pt x="25895" y="89162"/>
                  </a:lnTo>
                  <a:lnTo>
                    <a:pt x="26334" y="87329"/>
                  </a:lnTo>
                  <a:lnTo>
                    <a:pt x="27791" y="83613"/>
                  </a:lnTo>
                  <a:lnTo>
                    <a:pt x="27881" y="78809"/>
                  </a:lnTo>
                  <a:lnTo>
                    <a:pt x="28195" y="73047"/>
                  </a:lnTo>
                  <a:lnTo>
                    <a:pt x="27841" y="69282"/>
                  </a:lnTo>
                  <a:lnTo>
                    <a:pt x="26311" y="63922"/>
                  </a:lnTo>
                  <a:lnTo>
                    <a:pt x="25641" y="60110"/>
                  </a:lnTo>
                  <a:lnTo>
                    <a:pt x="24125" y="56560"/>
                  </a:lnTo>
                  <a:lnTo>
                    <a:pt x="23197" y="50488"/>
                  </a:lnTo>
                  <a:lnTo>
                    <a:pt x="22814" y="48598"/>
                  </a:lnTo>
                  <a:lnTo>
                    <a:pt x="22526" y="45979"/>
                  </a:lnTo>
                  <a:lnTo>
                    <a:pt x="22200" y="41344"/>
                  </a:lnTo>
                  <a:lnTo>
                    <a:pt x="23217" y="39661"/>
                  </a:lnTo>
                  <a:lnTo>
                    <a:pt x="23115" y="35864"/>
                  </a:lnTo>
                  <a:lnTo>
                    <a:pt x="25615" y="34819"/>
                  </a:lnTo>
                  <a:lnTo>
                    <a:pt x="31024" y="28645"/>
                  </a:lnTo>
                  <a:lnTo>
                    <a:pt x="34375" y="27081"/>
                  </a:lnTo>
                  <a:lnTo>
                    <a:pt x="38190" y="23783"/>
                  </a:lnTo>
                  <a:lnTo>
                    <a:pt x="39075" y="22156"/>
                  </a:lnTo>
                  <a:lnTo>
                    <a:pt x="39841" y="19446"/>
                  </a:lnTo>
                  <a:lnTo>
                    <a:pt x="40433" y="19134"/>
                  </a:lnTo>
                  <a:lnTo>
                    <a:pt x="42422" y="21675"/>
                  </a:lnTo>
                  <a:lnTo>
                    <a:pt x="43403" y="20792"/>
                  </a:lnTo>
                  <a:lnTo>
                    <a:pt x="43792" y="18810"/>
                  </a:lnTo>
                  <a:lnTo>
                    <a:pt x="43250" y="14946"/>
                  </a:lnTo>
                  <a:lnTo>
                    <a:pt x="42110" y="14944"/>
                  </a:lnTo>
                  <a:lnTo>
                    <a:pt x="38677" y="16348"/>
                  </a:lnTo>
                  <a:lnTo>
                    <a:pt x="38342" y="14686"/>
                  </a:lnTo>
                  <a:lnTo>
                    <a:pt x="38343" y="13232"/>
                  </a:lnTo>
                  <a:lnTo>
                    <a:pt x="37532" y="8623"/>
                  </a:lnTo>
                  <a:lnTo>
                    <a:pt x="38037" y="5152"/>
                  </a:lnTo>
                  <a:lnTo>
                    <a:pt x="38553" y="2348"/>
                  </a:lnTo>
                  <a:lnTo>
                    <a:pt x="39537" y="1219"/>
                  </a:lnTo>
                  <a:lnTo>
                    <a:pt x="40976" y="0"/>
                  </a:lnTo>
                  <a:lnTo>
                    <a:pt x="42068" y="1869"/>
                  </a:lnTo>
                  <a:lnTo>
                    <a:pt x="42729" y="3654"/>
                  </a:lnTo>
                  <a:lnTo>
                    <a:pt x="43089" y="5386"/>
                  </a:lnTo>
                  <a:lnTo>
                    <a:pt x="43333" y="10076"/>
                  </a:lnTo>
                  <a:lnTo>
                    <a:pt x="43920" y="14829"/>
                  </a:lnTo>
                  <a:lnTo>
                    <a:pt x="44535" y="18133"/>
                  </a:lnTo>
                  <a:lnTo>
                    <a:pt x="45514" y="20623"/>
                  </a:lnTo>
                  <a:lnTo>
                    <a:pt x="46267" y="20460"/>
                  </a:lnTo>
                  <a:lnTo>
                    <a:pt x="46804" y="20045"/>
                  </a:lnTo>
                  <a:lnTo>
                    <a:pt x="50377" y="19485"/>
                  </a:lnTo>
                  <a:lnTo>
                    <a:pt x="52546" y="21182"/>
                  </a:lnTo>
                  <a:lnTo>
                    <a:pt x="55308" y="22047"/>
                  </a:lnTo>
                  <a:lnTo>
                    <a:pt x="57889" y="25663"/>
                  </a:lnTo>
                  <a:lnTo>
                    <a:pt x="60540" y="30048"/>
                  </a:lnTo>
                  <a:lnTo>
                    <a:pt x="61216" y="33244"/>
                  </a:lnTo>
                  <a:lnTo>
                    <a:pt x="61440" y="36302"/>
                  </a:lnTo>
                  <a:lnTo>
                    <a:pt x="62083" y="38350"/>
                  </a:lnTo>
                  <a:lnTo>
                    <a:pt x="61441" y="40456"/>
                  </a:lnTo>
                  <a:lnTo>
                    <a:pt x="61788" y="43984"/>
                  </a:lnTo>
                  <a:lnTo>
                    <a:pt x="62546" y="47536"/>
                  </a:lnTo>
                  <a:lnTo>
                    <a:pt x="63693" y="49794"/>
                  </a:lnTo>
                  <a:lnTo>
                    <a:pt x="66963" y="50405"/>
                  </a:lnTo>
                  <a:lnTo>
                    <a:pt x="70501" y="48878"/>
                  </a:lnTo>
                  <a:lnTo>
                    <a:pt x="75961" y="47499"/>
                  </a:lnTo>
                  <a:lnTo>
                    <a:pt x="77719" y="46310"/>
                  </a:lnTo>
                  <a:lnTo>
                    <a:pt x="86760" y="45672"/>
                  </a:lnTo>
                  <a:lnTo>
                    <a:pt x="88483" y="47375"/>
                  </a:lnTo>
                  <a:lnTo>
                    <a:pt x="88650" y="49074"/>
                  </a:lnTo>
                  <a:lnTo>
                    <a:pt x="88670" y="50379"/>
                  </a:lnTo>
                  <a:lnTo>
                    <a:pt x="91580" y="56737"/>
                  </a:lnTo>
                  <a:lnTo>
                    <a:pt x="93967" y="57603"/>
                  </a:lnTo>
                  <a:lnTo>
                    <a:pt x="95996" y="59643"/>
                  </a:lnTo>
                  <a:lnTo>
                    <a:pt x="98092" y="60738"/>
                  </a:lnTo>
                  <a:lnTo>
                    <a:pt x="100387" y="62283"/>
                  </a:lnTo>
                  <a:lnTo>
                    <a:pt x="101676" y="62089"/>
                  </a:lnTo>
                  <a:lnTo>
                    <a:pt x="102642" y="61546"/>
                  </a:lnTo>
                  <a:lnTo>
                    <a:pt x="103782" y="61455"/>
                  </a:lnTo>
                  <a:lnTo>
                    <a:pt x="111852" y="50826"/>
                  </a:lnTo>
                  <a:lnTo>
                    <a:pt x="116174" y="51100"/>
                  </a:lnTo>
                  <a:lnTo>
                    <a:pt x="116840" y="50409"/>
                  </a:lnTo>
                  <a:lnTo>
                    <a:pt x="117415" y="49478"/>
                  </a:lnTo>
                  <a:lnTo>
                    <a:pt x="115821" y="47861"/>
                  </a:lnTo>
                  <a:lnTo>
                    <a:pt x="112223" y="47238"/>
                  </a:lnTo>
                  <a:lnTo>
                    <a:pt x="111131" y="48321"/>
                  </a:lnTo>
                  <a:lnTo>
                    <a:pt x="110513" y="45586"/>
                  </a:lnTo>
                  <a:lnTo>
                    <a:pt x="111686" y="45659"/>
                  </a:lnTo>
                  <a:lnTo>
                    <a:pt x="115690" y="44740"/>
                  </a:lnTo>
                  <a:lnTo>
                    <a:pt x="120280" y="45346"/>
                  </a:lnTo>
                  <a:lnTo>
                    <a:pt x="124020" y="43398"/>
                  </a:lnTo>
                  <a:lnTo>
                    <a:pt x="125902" y="43075"/>
                  </a:lnTo>
                  <a:lnTo>
                    <a:pt x="126984" y="43460"/>
                  </a:lnTo>
                  <a:lnTo>
                    <a:pt x="129962" y="42198"/>
                  </a:lnTo>
                  <a:lnTo>
                    <a:pt x="135569" y="43682"/>
                  </a:lnTo>
                  <a:lnTo>
                    <a:pt x="139991" y="42457"/>
                  </a:lnTo>
                  <a:lnTo>
                    <a:pt x="139480" y="44218"/>
                  </a:lnTo>
                  <a:lnTo>
                    <a:pt x="138029" y="45284"/>
                  </a:lnTo>
                  <a:lnTo>
                    <a:pt x="135683" y="45620"/>
                  </a:lnTo>
                  <a:lnTo>
                    <a:pt x="133891" y="48194"/>
                  </a:lnTo>
                  <a:lnTo>
                    <a:pt x="130069" y="47718"/>
                  </a:lnTo>
                  <a:lnTo>
                    <a:pt x="127388" y="48649"/>
                  </a:lnTo>
                  <a:lnTo>
                    <a:pt x="128248" y="49366"/>
                  </a:lnTo>
                  <a:lnTo>
                    <a:pt x="128248" y="52005"/>
                  </a:lnTo>
                  <a:lnTo>
                    <a:pt x="128614" y="52537"/>
                  </a:lnTo>
                  <a:lnTo>
                    <a:pt x="129001" y="52557"/>
                  </a:lnTo>
                  <a:lnTo>
                    <a:pt x="129914" y="54512"/>
                  </a:lnTo>
                  <a:lnTo>
                    <a:pt x="130164" y="55791"/>
                  </a:lnTo>
                  <a:lnTo>
                    <a:pt x="130459" y="58486"/>
                  </a:lnTo>
                  <a:lnTo>
                    <a:pt x="130056" y="61396"/>
                  </a:lnTo>
                  <a:lnTo>
                    <a:pt x="129496" y="62695"/>
                  </a:lnTo>
                  <a:lnTo>
                    <a:pt x="130586" y="62266"/>
                  </a:lnTo>
                  <a:lnTo>
                    <a:pt x="131204" y="60898"/>
                  </a:lnTo>
                  <a:lnTo>
                    <a:pt x="131113" y="59525"/>
                  </a:lnTo>
                  <a:lnTo>
                    <a:pt x="131204" y="57933"/>
                  </a:lnTo>
                  <a:lnTo>
                    <a:pt x="131815" y="58431"/>
                  </a:lnTo>
                  <a:lnTo>
                    <a:pt x="132244" y="59150"/>
                  </a:lnTo>
                  <a:lnTo>
                    <a:pt x="133636" y="66765"/>
                  </a:lnTo>
                  <a:lnTo>
                    <a:pt x="134617" y="70764"/>
                  </a:lnTo>
                  <a:lnTo>
                    <a:pt x="134868" y="70613"/>
                  </a:lnTo>
                  <a:lnTo>
                    <a:pt x="135101" y="70471"/>
                  </a:lnTo>
                  <a:lnTo>
                    <a:pt x="135393" y="69705"/>
                  </a:lnTo>
                  <a:lnTo>
                    <a:pt x="135827" y="67824"/>
                  </a:lnTo>
                  <a:lnTo>
                    <a:pt x="136201" y="69017"/>
                  </a:lnTo>
                  <a:lnTo>
                    <a:pt x="136426" y="69474"/>
                  </a:lnTo>
                  <a:lnTo>
                    <a:pt x="136653" y="69620"/>
                  </a:lnTo>
                  <a:lnTo>
                    <a:pt x="136446" y="67915"/>
                  </a:lnTo>
                  <a:lnTo>
                    <a:pt x="136725" y="65730"/>
                  </a:lnTo>
                  <a:lnTo>
                    <a:pt x="136629" y="64967"/>
                  </a:lnTo>
                  <a:lnTo>
                    <a:pt x="137064" y="64801"/>
                  </a:lnTo>
                  <a:lnTo>
                    <a:pt x="137582" y="65091"/>
                  </a:lnTo>
                  <a:lnTo>
                    <a:pt x="138321" y="65693"/>
                  </a:lnTo>
                  <a:lnTo>
                    <a:pt x="139636" y="68197"/>
                  </a:lnTo>
                  <a:lnTo>
                    <a:pt x="140505" y="70793"/>
                  </a:lnTo>
                  <a:lnTo>
                    <a:pt x="140580" y="72242"/>
                  </a:lnTo>
                  <a:lnTo>
                    <a:pt x="140894" y="73055"/>
                  </a:lnTo>
                  <a:lnTo>
                    <a:pt x="141462" y="73912"/>
                  </a:lnTo>
                  <a:lnTo>
                    <a:pt x="141740" y="75251"/>
                  </a:lnTo>
                  <a:lnTo>
                    <a:pt x="141791" y="73145"/>
                  </a:lnTo>
                  <a:lnTo>
                    <a:pt x="141457" y="71610"/>
                  </a:lnTo>
                  <a:lnTo>
                    <a:pt x="141375" y="69855"/>
                  </a:lnTo>
                  <a:lnTo>
                    <a:pt x="143087" y="69777"/>
                  </a:lnTo>
                  <a:lnTo>
                    <a:pt x="143533" y="67470"/>
                  </a:lnTo>
                  <a:lnTo>
                    <a:pt x="144466" y="68860"/>
                  </a:lnTo>
                  <a:lnTo>
                    <a:pt x="146939" y="75197"/>
                  </a:lnTo>
                  <a:lnTo>
                    <a:pt x="147852" y="76244"/>
                  </a:lnTo>
                  <a:lnTo>
                    <a:pt x="150546" y="77460"/>
                  </a:lnTo>
                  <a:lnTo>
                    <a:pt x="152244" y="80508"/>
                  </a:lnTo>
                  <a:lnTo>
                    <a:pt x="153238" y="83243"/>
                  </a:lnTo>
                  <a:lnTo>
                    <a:pt x="152647" y="86112"/>
                  </a:lnTo>
                  <a:lnTo>
                    <a:pt x="151062" y="87544"/>
                  </a:lnTo>
                  <a:lnTo>
                    <a:pt x="150427" y="89335"/>
                  </a:lnTo>
                  <a:lnTo>
                    <a:pt x="150062" y="91092"/>
                  </a:lnTo>
                  <a:lnTo>
                    <a:pt x="150056" y="92861"/>
                  </a:lnTo>
                  <a:lnTo>
                    <a:pt x="149576" y="94914"/>
                  </a:lnTo>
                  <a:lnTo>
                    <a:pt x="149505" y="95637"/>
                  </a:lnTo>
                  <a:lnTo>
                    <a:pt x="149218" y="98531"/>
                  </a:lnTo>
                  <a:lnTo>
                    <a:pt x="148566" y="102017"/>
                  </a:lnTo>
                  <a:lnTo>
                    <a:pt x="147696" y="105712"/>
                  </a:lnTo>
                  <a:lnTo>
                    <a:pt x="143169" y="105797"/>
                  </a:lnTo>
                  <a:lnTo>
                    <a:pt x="144288" y="107314"/>
                  </a:lnTo>
                  <a:lnTo>
                    <a:pt x="145315" y="108421"/>
                  </a:lnTo>
                  <a:lnTo>
                    <a:pt x="147004" y="111325"/>
                  </a:lnTo>
                  <a:lnTo>
                    <a:pt x="148348" y="109044"/>
                  </a:lnTo>
                  <a:lnTo>
                    <a:pt x="150271" y="108881"/>
                  </a:lnTo>
                  <a:lnTo>
                    <a:pt x="152352" y="106349"/>
                  </a:lnTo>
                  <a:lnTo>
                    <a:pt x="153135" y="105955"/>
                  </a:lnTo>
                  <a:lnTo>
                    <a:pt x="157028" y="107281"/>
                  </a:lnTo>
                  <a:lnTo>
                    <a:pt x="157967" y="105419"/>
                  </a:lnTo>
                  <a:lnTo>
                    <a:pt x="158750" y="104873"/>
                  </a:lnTo>
                  <a:lnTo>
                    <a:pt x="160855" y="105220"/>
                  </a:lnTo>
                  <a:close/>
                </a:path>
              </a:pathLst>
            </a:custGeom>
            <a:solidFill>
              <a:srgbClr val="32902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7" name="pg1586"/>
            <p:cNvSpPr/>
            <p:nvPr/>
          </p:nvSpPr>
          <p:spPr>
            <a:xfrm>
              <a:off x="2545273" y="3089000"/>
              <a:ext cx="1827" cy="1393"/>
            </a:xfrm>
            <a:custGeom>
              <a:avLst/>
              <a:pathLst>
                <a:path w="1827" h="1393">
                  <a:moveTo>
                    <a:pt x="1236" y="1284"/>
                  </a:moveTo>
                  <a:lnTo>
                    <a:pt x="283" y="1393"/>
                  </a:lnTo>
                  <a:lnTo>
                    <a:pt x="0" y="1022"/>
                  </a:lnTo>
                  <a:lnTo>
                    <a:pt x="537" y="111"/>
                  </a:lnTo>
                  <a:lnTo>
                    <a:pt x="1535" y="0"/>
                  </a:lnTo>
                  <a:lnTo>
                    <a:pt x="1827" y="240"/>
                  </a:lnTo>
                  <a:close/>
                </a:path>
              </a:pathLst>
            </a:custGeom>
            <a:solidFill>
              <a:srgbClr val="EEF5E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8" name="pg1587"/>
            <p:cNvSpPr/>
            <p:nvPr/>
          </p:nvSpPr>
          <p:spPr>
            <a:xfrm>
              <a:off x="2548337" y="3086896"/>
              <a:ext cx="1451" cy="1774"/>
            </a:xfrm>
            <a:custGeom>
              <a:avLst/>
              <a:pathLst>
                <a:path w="1451" h="1774">
                  <a:moveTo>
                    <a:pt x="591" y="1562"/>
                  </a:moveTo>
                  <a:lnTo>
                    <a:pt x="275" y="1774"/>
                  </a:lnTo>
                  <a:lnTo>
                    <a:pt x="69" y="1728"/>
                  </a:lnTo>
                  <a:lnTo>
                    <a:pt x="0" y="1302"/>
                  </a:lnTo>
                  <a:lnTo>
                    <a:pt x="215" y="129"/>
                  </a:lnTo>
                  <a:lnTo>
                    <a:pt x="1451" y="0"/>
                  </a:lnTo>
                  <a:close/>
                </a:path>
              </a:pathLst>
            </a:custGeom>
            <a:solidFill>
              <a:srgbClr val="EEF5E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9" name="pg1588"/>
            <p:cNvSpPr/>
            <p:nvPr/>
          </p:nvSpPr>
          <p:spPr>
            <a:xfrm>
              <a:off x="2548731" y="3079946"/>
              <a:ext cx="1573" cy="1328"/>
            </a:xfrm>
            <a:custGeom>
              <a:avLst/>
              <a:pathLst>
                <a:path w="1573" h="1328">
                  <a:moveTo>
                    <a:pt x="1505" y="357"/>
                  </a:moveTo>
                  <a:lnTo>
                    <a:pt x="1573" y="1328"/>
                  </a:lnTo>
                  <a:lnTo>
                    <a:pt x="877" y="649"/>
                  </a:lnTo>
                  <a:lnTo>
                    <a:pt x="341" y="593"/>
                  </a:lnTo>
                  <a:lnTo>
                    <a:pt x="121" y="416"/>
                  </a:lnTo>
                  <a:lnTo>
                    <a:pt x="0" y="44"/>
                  </a:lnTo>
                  <a:lnTo>
                    <a:pt x="1076" y="0"/>
                  </a:lnTo>
                  <a:close/>
                </a:path>
              </a:pathLst>
            </a:custGeom>
            <a:solidFill>
              <a:srgbClr val="EEF5E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0" name="pg1589"/>
            <p:cNvSpPr/>
            <p:nvPr/>
          </p:nvSpPr>
          <p:spPr>
            <a:xfrm>
              <a:off x="2542909" y="3108264"/>
              <a:ext cx="3761" cy="2737"/>
            </a:xfrm>
            <a:custGeom>
              <a:avLst/>
              <a:pathLst>
                <a:path w="3761" h="2737">
                  <a:moveTo>
                    <a:pt x="1504" y="0"/>
                  </a:moveTo>
                  <a:lnTo>
                    <a:pt x="2526" y="1304"/>
                  </a:lnTo>
                  <a:lnTo>
                    <a:pt x="3761" y="1304"/>
                  </a:lnTo>
                  <a:lnTo>
                    <a:pt x="2471" y="2607"/>
                  </a:lnTo>
                  <a:lnTo>
                    <a:pt x="0" y="2737"/>
                  </a:lnTo>
                  <a:lnTo>
                    <a:pt x="53" y="652"/>
                  </a:lnTo>
                  <a:close/>
                </a:path>
              </a:pathLst>
            </a:custGeom>
            <a:solidFill>
              <a:srgbClr val="EEF5E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1" name="pg1590"/>
            <p:cNvSpPr/>
            <p:nvPr/>
          </p:nvSpPr>
          <p:spPr>
            <a:xfrm>
              <a:off x="2544145" y="3091196"/>
              <a:ext cx="1558" cy="1302"/>
            </a:xfrm>
            <a:custGeom>
              <a:avLst/>
              <a:pathLst>
                <a:path w="1558" h="1302">
                  <a:moveTo>
                    <a:pt x="1558" y="520"/>
                  </a:moveTo>
                  <a:lnTo>
                    <a:pt x="752" y="1302"/>
                  </a:lnTo>
                  <a:lnTo>
                    <a:pt x="208" y="1193"/>
                  </a:lnTo>
                  <a:lnTo>
                    <a:pt x="0" y="911"/>
                  </a:lnTo>
                  <a:lnTo>
                    <a:pt x="429" y="0"/>
                  </a:lnTo>
                  <a:close/>
                </a:path>
              </a:pathLst>
            </a:custGeom>
            <a:solidFill>
              <a:srgbClr val="EEF5E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2" name="pg1591"/>
            <p:cNvSpPr/>
            <p:nvPr/>
          </p:nvSpPr>
          <p:spPr>
            <a:xfrm>
              <a:off x="2541269" y="3090805"/>
              <a:ext cx="2176" cy="1888"/>
            </a:xfrm>
            <a:custGeom>
              <a:avLst/>
              <a:pathLst>
                <a:path w="2176" h="1888">
                  <a:moveTo>
                    <a:pt x="2176" y="1628"/>
                  </a:moveTo>
                  <a:lnTo>
                    <a:pt x="1263" y="1888"/>
                  </a:lnTo>
                  <a:lnTo>
                    <a:pt x="0" y="520"/>
                  </a:lnTo>
                  <a:lnTo>
                    <a:pt x="994" y="0"/>
                  </a:lnTo>
                  <a:lnTo>
                    <a:pt x="1639" y="324"/>
                  </a:lnTo>
                  <a:close/>
                </a:path>
              </a:pathLst>
            </a:custGeom>
            <a:solidFill>
              <a:srgbClr val="EEF5E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3" name="pg1592"/>
            <p:cNvSpPr/>
            <p:nvPr/>
          </p:nvSpPr>
          <p:spPr>
            <a:xfrm>
              <a:off x="4632493" y="3375032"/>
              <a:ext cx="1104" cy="2536"/>
            </a:xfrm>
            <a:custGeom>
              <a:avLst/>
              <a:pathLst>
                <a:path w="1104" h="2536">
                  <a:moveTo>
                    <a:pt x="603" y="2468"/>
                  </a:moveTo>
                  <a:lnTo>
                    <a:pt x="259" y="2536"/>
                  </a:lnTo>
                  <a:lnTo>
                    <a:pt x="0" y="1933"/>
                  </a:lnTo>
                  <a:lnTo>
                    <a:pt x="1104" y="0"/>
                  </a:lnTo>
                  <a:lnTo>
                    <a:pt x="993" y="1281"/>
                  </a:lnTo>
                  <a:lnTo>
                    <a:pt x="1030" y="1927"/>
                  </a:lnTo>
                  <a:close/>
                </a:path>
              </a:pathLst>
            </a:custGeom>
            <a:solidFill>
              <a:srgbClr val="DAEAD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4" name="pg1593"/>
            <p:cNvSpPr/>
            <p:nvPr/>
          </p:nvSpPr>
          <p:spPr>
            <a:xfrm>
              <a:off x="4599363" y="3325922"/>
              <a:ext cx="2845" cy="11795"/>
            </a:xfrm>
            <a:custGeom>
              <a:avLst/>
              <a:pathLst>
                <a:path w="2845" h="11795">
                  <a:moveTo>
                    <a:pt x="2613" y="1109"/>
                  </a:moveTo>
                  <a:lnTo>
                    <a:pt x="2845" y="2578"/>
                  </a:lnTo>
                  <a:lnTo>
                    <a:pt x="2757" y="6013"/>
                  </a:lnTo>
                  <a:lnTo>
                    <a:pt x="2282" y="9385"/>
                  </a:lnTo>
                  <a:lnTo>
                    <a:pt x="2423" y="10854"/>
                  </a:lnTo>
                  <a:lnTo>
                    <a:pt x="2059" y="11795"/>
                  </a:lnTo>
                  <a:lnTo>
                    <a:pt x="1250" y="5479"/>
                  </a:lnTo>
                  <a:lnTo>
                    <a:pt x="225" y="2747"/>
                  </a:lnTo>
                  <a:lnTo>
                    <a:pt x="0" y="1692"/>
                  </a:lnTo>
                  <a:lnTo>
                    <a:pt x="596" y="1768"/>
                  </a:lnTo>
                  <a:lnTo>
                    <a:pt x="1661" y="41"/>
                  </a:lnTo>
                  <a:lnTo>
                    <a:pt x="2172" y="0"/>
                  </a:lnTo>
                  <a:close/>
                </a:path>
              </a:pathLst>
            </a:custGeom>
            <a:solidFill>
              <a:srgbClr val="DAEAD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5" name="pg1594"/>
            <p:cNvSpPr/>
            <p:nvPr/>
          </p:nvSpPr>
          <p:spPr>
            <a:xfrm>
              <a:off x="4638708" y="3325395"/>
              <a:ext cx="1425" cy="3239"/>
            </a:xfrm>
            <a:custGeom>
              <a:avLst/>
              <a:pathLst>
                <a:path w="1425" h="3239">
                  <a:moveTo>
                    <a:pt x="1093" y="1448"/>
                  </a:moveTo>
                  <a:lnTo>
                    <a:pt x="71" y="3239"/>
                  </a:lnTo>
                  <a:lnTo>
                    <a:pt x="0" y="1734"/>
                  </a:lnTo>
                  <a:lnTo>
                    <a:pt x="889" y="764"/>
                  </a:lnTo>
                  <a:lnTo>
                    <a:pt x="1202" y="0"/>
                  </a:lnTo>
                  <a:lnTo>
                    <a:pt x="1425" y="14"/>
                  </a:lnTo>
                  <a:close/>
                </a:path>
              </a:pathLst>
            </a:custGeom>
            <a:solidFill>
              <a:srgbClr val="DAEAD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6" name="pg1595"/>
            <p:cNvSpPr/>
            <p:nvPr/>
          </p:nvSpPr>
          <p:spPr>
            <a:xfrm>
              <a:off x="4636669" y="3017469"/>
              <a:ext cx="1874" cy="3663"/>
            </a:xfrm>
            <a:custGeom>
              <a:avLst/>
              <a:pathLst>
                <a:path w="1874" h="3663">
                  <a:moveTo>
                    <a:pt x="1471" y="3546"/>
                  </a:moveTo>
                  <a:lnTo>
                    <a:pt x="967" y="3663"/>
                  </a:lnTo>
                  <a:lnTo>
                    <a:pt x="0" y="1265"/>
                  </a:lnTo>
                  <a:lnTo>
                    <a:pt x="521" y="0"/>
                  </a:lnTo>
                  <a:lnTo>
                    <a:pt x="1622" y="893"/>
                  </a:lnTo>
                  <a:lnTo>
                    <a:pt x="1874" y="1470"/>
                  </a:lnTo>
                  <a:lnTo>
                    <a:pt x="1868" y="1988"/>
                  </a:lnTo>
                  <a:lnTo>
                    <a:pt x="1604" y="3132"/>
                  </a:lnTo>
                  <a:close/>
                </a:path>
              </a:pathLst>
            </a:custGeom>
            <a:solidFill>
              <a:srgbClr val="DAEAD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7" name="pg1596"/>
            <p:cNvSpPr/>
            <p:nvPr/>
          </p:nvSpPr>
          <p:spPr>
            <a:xfrm>
              <a:off x="4634948" y="3015670"/>
              <a:ext cx="1172" cy="3887"/>
            </a:xfrm>
            <a:custGeom>
              <a:avLst/>
              <a:pathLst>
                <a:path w="1172" h="3887">
                  <a:moveTo>
                    <a:pt x="1172" y="3315"/>
                  </a:moveTo>
                  <a:lnTo>
                    <a:pt x="1031" y="3887"/>
                  </a:lnTo>
                  <a:lnTo>
                    <a:pt x="410" y="2487"/>
                  </a:lnTo>
                  <a:lnTo>
                    <a:pt x="0" y="1882"/>
                  </a:lnTo>
                  <a:lnTo>
                    <a:pt x="315" y="0"/>
                  </a:lnTo>
                  <a:lnTo>
                    <a:pt x="1043" y="2058"/>
                  </a:lnTo>
                  <a:close/>
                </a:path>
              </a:pathLst>
            </a:custGeom>
            <a:solidFill>
              <a:srgbClr val="DAEAD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8" name="pg1597"/>
            <p:cNvSpPr/>
            <p:nvPr/>
          </p:nvSpPr>
          <p:spPr>
            <a:xfrm>
              <a:off x="4642624" y="3012534"/>
              <a:ext cx="1853" cy="3944"/>
            </a:xfrm>
            <a:custGeom>
              <a:avLst/>
              <a:pathLst>
                <a:path w="1853" h="3944">
                  <a:moveTo>
                    <a:pt x="1487" y="3174"/>
                  </a:moveTo>
                  <a:lnTo>
                    <a:pt x="808" y="3944"/>
                  </a:lnTo>
                  <a:lnTo>
                    <a:pt x="0" y="3858"/>
                  </a:lnTo>
                  <a:lnTo>
                    <a:pt x="967" y="2413"/>
                  </a:lnTo>
                  <a:lnTo>
                    <a:pt x="1459" y="626"/>
                  </a:lnTo>
                  <a:lnTo>
                    <a:pt x="1853" y="0"/>
                  </a:lnTo>
                  <a:lnTo>
                    <a:pt x="1850" y="1561"/>
                  </a:lnTo>
                  <a:close/>
                </a:path>
              </a:pathLst>
            </a:custGeom>
            <a:solidFill>
              <a:srgbClr val="DAEAD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9" name="pg1598"/>
            <p:cNvSpPr/>
            <p:nvPr/>
          </p:nvSpPr>
          <p:spPr>
            <a:xfrm>
              <a:off x="4642676" y="3005593"/>
              <a:ext cx="2427" cy="5238"/>
            </a:xfrm>
            <a:custGeom>
              <a:avLst/>
              <a:pathLst>
                <a:path w="2427" h="5238">
                  <a:moveTo>
                    <a:pt x="2427" y="1540"/>
                  </a:moveTo>
                  <a:lnTo>
                    <a:pt x="672" y="5238"/>
                  </a:lnTo>
                  <a:lnTo>
                    <a:pt x="0" y="5179"/>
                  </a:lnTo>
                  <a:lnTo>
                    <a:pt x="597" y="994"/>
                  </a:lnTo>
                  <a:lnTo>
                    <a:pt x="886" y="0"/>
                  </a:lnTo>
                  <a:lnTo>
                    <a:pt x="1939" y="1434"/>
                  </a:lnTo>
                  <a:close/>
                </a:path>
              </a:pathLst>
            </a:custGeom>
            <a:solidFill>
              <a:srgbClr val="DAEAD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0" name="pg1599"/>
            <p:cNvSpPr/>
            <p:nvPr/>
          </p:nvSpPr>
          <p:spPr>
            <a:xfrm>
              <a:off x="4578375" y="2944241"/>
              <a:ext cx="89179" cy="436201"/>
            </a:xfrm>
            <a:custGeom>
              <a:avLst/>
              <a:pathLst>
                <a:path w="89179" h="436201">
                  <a:moveTo>
                    <a:pt x="71236" y="54289"/>
                  </a:moveTo>
                  <a:lnTo>
                    <a:pt x="70665" y="54556"/>
                  </a:lnTo>
                  <a:lnTo>
                    <a:pt x="69243" y="54609"/>
                  </a:lnTo>
                  <a:lnTo>
                    <a:pt x="68002" y="57306"/>
                  </a:lnTo>
                  <a:lnTo>
                    <a:pt x="67142" y="58422"/>
                  </a:lnTo>
                  <a:lnTo>
                    <a:pt x="65805" y="59363"/>
                  </a:lnTo>
                  <a:lnTo>
                    <a:pt x="64379" y="60882"/>
                  </a:lnTo>
                  <a:lnTo>
                    <a:pt x="63967" y="63562"/>
                  </a:lnTo>
                  <a:lnTo>
                    <a:pt x="63932" y="65502"/>
                  </a:lnTo>
                  <a:lnTo>
                    <a:pt x="63700" y="67668"/>
                  </a:lnTo>
                  <a:lnTo>
                    <a:pt x="61390" y="70813"/>
                  </a:lnTo>
                  <a:lnTo>
                    <a:pt x="60744" y="70493"/>
                  </a:lnTo>
                  <a:lnTo>
                    <a:pt x="60299" y="69320"/>
                  </a:lnTo>
                  <a:lnTo>
                    <a:pt x="59617" y="69558"/>
                  </a:lnTo>
                  <a:lnTo>
                    <a:pt x="59156" y="70144"/>
                  </a:lnTo>
                  <a:lnTo>
                    <a:pt x="58608" y="70064"/>
                  </a:lnTo>
                  <a:lnTo>
                    <a:pt x="57996" y="70776"/>
                  </a:lnTo>
                  <a:lnTo>
                    <a:pt x="57196" y="70554"/>
                  </a:lnTo>
                  <a:lnTo>
                    <a:pt x="56461" y="69561"/>
                  </a:lnTo>
                  <a:lnTo>
                    <a:pt x="56033" y="69301"/>
                  </a:lnTo>
                  <a:lnTo>
                    <a:pt x="55524" y="69290"/>
                  </a:lnTo>
                  <a:lnTo>
                    <a:pt x="55427" y="70466"/>
                  </a:lnTo>
                  <a:lnTo>
                    <a:pt x="56181" y="75026"/>
                  </a:lnTo>
                  <a:lnTo>
                    <a:pt x="56377" y="77127"/>
                  </a:lnTo>
                  <a:lnTo>
                    <a:pt x="53908" y="83288"/>
                  </a:lnTo>
                  <a:lnTo>
                    <a:pt x="54177" y="87259"/>
                  </a:lnTo>
                  <a:lnTo>
                    <a:pt x="53508" y="90312"/>
                  </a:lnTo>
                  <a:lnTo>
                    <a:pt x="52015" y="92763"/>
                  </a:lnTo>
                  <a:lnTo>
                    <a:pt x="49215" y="99083"/>
                  </a:lnTo>
                  <a:lnTo>
                    <a:pt x="47953" y="99221"/>
                  </a:lnTo>
                  <a:lnTo>
                    <a:pt x="47001" y="100648"/>
                  </a:lnTo>
                  <a:lnTo>
                    <a:pt x="44928" y="111038"/>
                  </a:lnTo>
                  <a:lnTo>
                    <a:pt x="44905" y="114597"/>
                  </a:lnTo>
                  <a:lnTo>
                    <a:pt x="44579" y="117202"/>
                  </a:lnTo>
                  <a:lnTo>
                    <a:pt x="44649" y="119703"/>
                  </a:lnTo>
                  <a:lnTo>
                    <a:pt x="43739" y="124621"/>
                  </a:lnTo>
                  <a:lnTo>
                    <a:pt x="42796" y="126707"/>
                  </a:lnTo>
                  <a:lnTo>
                    <a:pt x="42586" y="129392"/>
                  </a:lnTo>
                  <a:lnTo>
                    <a:pt x="43929" y="134918"/>
                  </a:lnTo>
                  <a:lnTo>
                    <a:pt x="44078" y="135893"/>
                  </a:lnTo>
                  <a:lnTo>
                    <a:pt x="44858" y="138861"/>
                  </a:lnTo>
                  <a:lnTo>
                    <a:pt x="45236" y="140979"/>
                  </a:lnTo>
                  <a:lnTo>
                    <a:pt x="45834" y="143097"/>
                  </a:lnTo>
                  <a:lnTo>
                    <a:pt x="47995" y="148597"/>
                  </a:lnTo>
                  <a:lnTo>
                    <a:pt x="48957" y="150280"/>
                  </a:lnTo>
                  <a:lnTo>
                    <a:pt x="50115" y="151424"/>
                  </a:lnTo>
                  <a:lnTo>
                    <a:pt x="52215" y="156374"/>
                  </a:lnTo>
                  <a:lnTo>
                    <a:pt x="53277" y="159528"/>
                  </a:lnTo>
                  <a:lnTo>
                    <a:pt x="52794" y="161678"/>
                  </a:lnTo>
                  <a:lnTo>
                    <a:pt x="53032" y="166232"/>
                  </a:lnTo>
                  <a:lnTo>
                    <a:pt x="51532" y="164888"/>
                  </a:lnTo>
                  <a:lnTo>
                    <a:pt x="51711" y="165425"/>
                  </a:lnTo>
                  <a:lnTo>
                    <a:pt x="53493" y="167910"/>
                  </a:lnTo>
                  <a:lnTo>
                    <a:pt x="56162" y="176645"/>
                  </a:lnTo>
                  <a:lnTo>
                    <a:pt x="58483" y="180953"/>
                  </a:lnTo>
                  <a:lnTo>
                    <a:pt x="60844" y="185854"/>
                  </a:lnTo>
                  <a:lnTo>
                    <a:pt x="61581" y="190510"/>
                  </a:lnTo>
                  <a:lnTo>
                    <a:pt x="63710" y="193589"/>
                  </a:lnTo>
                  <a:lnTo>
                    <a:pt x="66077" y="198056"/>
                  </a:lnTo>
                  <a:lnTo>
                    <a:pt x="65974" y="199059"/>
                  </a:lnTo>
                  <a:lnTo>
                    <a:pt x="66615" y="200258"/>
                  </a:lnTo>
                  <a:lnTo>
                    <a:pt x="68207" y="202628"/>
                  </a:lnTo>
                  <a:lnTo>
                    <a:pt x="69170" y="205133"/>
                  </a:lnTo>
                  <a:lnTo>
                    <a:pt x="69544" y="207515"/>
                  </a:lnTo>
                  <a:lnTo>
                    <a:pt x="70132" y="207895"/>
                  </a:lnTo>
                  <a:lnTo>
                    <a:pt x="70794" y="207310"/>
                  </a:lnTo>
                  <a:lnTo>
                    <a:pt x="71457" y="207082"/>
                  </a:lnTo>
                  <a:lnTo>
                    <a:pt x="71928" y="207260"/>
                  </a:lnTo>
                  <a:lnTo>
                    <a:pt x="72642" y="209871"/>
                  </a:lnTo>
                  <a:lnTo>
                    <a:pt x="73638" y="212207"/>
                  </a:lnTo>
                  <a:lnTo>
                    <a:pt x="74117" y="214353"/>
                  </a:lnTo>
                  <a:lnTo>
                    <a:pt x="74505" y="214066"/>
                  </a:lnTo>
                  <a:lnTo>
                    <a:pt x="74828" y="214390"/>
                  </a:lnTo>
                  <a:lnTo>
                    <a:pt x="74909" y="216185"/>
                  </a:lnTo>
                  <a:lnTo>
                    <a:pt x="75056" y="217367"/>
                  </a:lnTo>
                  <a:lnTo>
                    <a:pt x="76387" y="220812"/>
                  </a:lnTo>
                  <a:lnTo>
                    <a:pt x="77023" y="224056"/>
                  </a:lnTo>
                  <a:lnTo>
                    <a:pt x="78612" y="229315"/>
                  </a:lnTo>
                  <a:lnTo>
                    <a:pt x="79786" y="232303"/>
                  </a:lnTo>
                  <a:lnTo>
                    <a:pt x="80622" y="233987"/>
                  </a:lnTo>
                  <a:lnTo>
                    <a:pt x="81579" y="235425"/>
                  </a:lnTo>
                  <a:lnTo>
                    <a:pt x="82517" y="241259"/>
                  </a:lnTo>
                  <a:lnTo>
                    <a:pt x="83025" y="246549"/>
                  </a:lnTo>
                  <a:lnTo>
                    <a:pt x="84031" y="252419"/>
                  </a:lnTo>
                  <a:lnTo>
                    <a:pt x="84791" y="254980"/>
                  </a:lnTo>
                  <a:lnTo>
                    <a:pt x="84817" y="259813"/>
                  </a:lnTo>
                  <a:lnTo>
                    <a:pt x="85430" y="264791"/>
                  </a:lnTo>
                  <a:lnTo>
                    <a:pt x="86090" y="268150"/>
                  </a:lnTo>
                  <a:lnTo>
                    <a:pt x="86284" y="271582"/>
                  </a:lnTo>
                  <a:lnTo>
                    <a:pt x="86486" y="273285"/>
                  </a:lnTo>
                  <a:lnTo>
                    <a:pt x="86738" y="274563"/>
                  </a:lnTo>
                  <a:lnTo>
                    <a:pt x="87453" y="280384"/>
                  </a:lnTo>
                  <a:lnTo>
                    <a:pt x="87268" y="283085"/>
                  </a:lnTo>
                  <a:lnTo>
                    <a:pt x="86768" y="280434"/>
                  </a:lnTo>
                  <a:lnTo>
                    <a:pt x="86829" y="288241"/>
                  </a:lnTo>
                  <a:lnTo>
                    <a:pt x="87268" y="292371"/>
                  </a:lnTo>
                  <a:lnTo>
                    <a:pt x="87070" y="297436"/>
                  </a:lnTo>
                  <a:lnTo>
                    <a:pt x="87530" y="299214"/>
                  </a:lnTo>
                  <a:lnTo>
                    <a:pt x="88348" y="304938"/>
                  </a:lnTo>
                  <a:lnTo>
                    <a:pt x="88923" y="306992"/>
                  </a:lnTo>
                  <a:lnTo>
                    <a:pt x="88876" y="313993"/>
                  </a:lnTo>
                  <a:lnTo>
                    <a:pt x="89179" y="317522"/>
                  </a:lnTo>
                  <a:lnTo>
                    <a:pt x="88406" y="315420"/>
                  </a:lnTo>
                  <a:lnTo>
                    <a:pt x="87846" y="313022"/>
                  </a:lnTo>
                  <a:lnTo>
                    <a:pt x="87096" y="314289"/>
                  </a:lnTo>
                  <a:lnTo>
                    <a:pt x="86425" y="316157"/>
                  </a:lnTo>
                  <a:lnTo>
                    <a:pt x="87470" y="323681"/>
                  </a:lnTo>
                  <a:lnTo>
                    <a:pt x="86278" y="322966"/>
                  </a:lnTo>
                  <a:lnTo>
                    <a:pt x="86386" y="333086"/>
                  </a:lnTo>
                  <a:lnTo>
                    <a:pt x="86880" y="335450"/>
                  </a:lnTo>
                  <a:lnTo>
                    <a:pt x="86916" y="336583"/>
                  </a:lnTo>
                  <a:lnTo>
                    <a:pt x="86770" y="337938"/>
                  </a:lnTo>
                  <a:lnTo>
                    <a:pt x="86441" y="336456"/>
                  </a:lnTo>
                  <a:lnTo>
                    <a:pt x="86372" y="334931"/>
                  </a:lnTo>
                  <a:lnTo>
                    <a:pt x="86184" y="335269"/>
                  </a:lnTo>
                  <a:lnTo>
                    <a:pt x="86193" y="336054"/>
                  </a:lnTo>
                  <a:lnTo>
                    <a:pt x="85796" y="337840"/>
                  </a:lnTo>
                  <a:lnTo>
                    <a:pt x="85677" y="340053"/>
                  </a:lnTo>
                  <a:lnTo>
                    <a:pt x="86105" y="341934"/>
                  </a:lnTo>
                  <a:lnTo>
                    <a:pt x="86178" y="343370"/>
                  </a:lnTo>
                  <a:lnTo>
                    <a:pt x="85868" y="345146"/>
                  </a:lnTo>
                  <a:lnTo>
                    <a:pt x="85372" y="347028"/>
                  </a:lnTo>
                  <a:lnTo>
                    <a:pt x="84240" y="347276"/>
                  </a:lnTo>
                  <a:lnTo>
                    <a:pt x="83982" y="350949"/>
                  </a:lnTo>
                  <a:lnTo>
                    <a:pt x="83595" y="354849"/>
                  </a:lnTo>
                  <a:lnTo>
                    <a:pt x="81573" y="355468"/>
                  </a:lnTo>
                  <a:lnTo>
                    <a:pt x="80104" y="358901"/>
                  </a:lnTo>
                  <a:lnTo>
                    <a:pt x="78288" y="360180"/>
                  </a:lnTo>
                  <a:lnTo>
                    <a:pt x="76671" y="363585"/>
                  </a:lnTo>
                  <a:lnTo>
                    <a:pt x="74881" y="366731"/>
                  </a:lnTo>
                  <a:lnTo>
                    <a:pt x="73717" y="367148"/>
                  </a:lnTo>
                  <a:lnTo>
                    <a:pt x="72726" y="367825"/>
                  </a:lnTo>
                  <a:lnTo>
                    <a:pt x="71586" y="373052"/>
                  </a:lnTo>
                  <a:lnTo>
                    <a:pt x="69682" y="373651"/>
                  </a:lnTo>
                  <a:lnTo>
                    <a:pt x="66262" y="377924"/>
                  </a:lnTo>
                  <a:lnTo>
                    <a:pt x="65114" y="379982"/>
                  </a:lnTo>
                  <a:lnTo>
                    <a:pt x="64068" y="380785"/>
                  </a:lnTo>
                  <a:lnTo>
                    <a:pt x="62570" y="382566"/>
                  </a:lnTo>
                  <a:lnTo>
                    <a:pt x="62247" y="381931"/>
                  </a:lnTo>
                  <a:lnTo>
                    <a:pt x="61749" y="380403"/>
                  </a:lnTo>
                  <a:lnTo>
                    <a:pt x="60452" y="379612"/>
                  </a:lnTo>
                  <a:lnTo>
                    <a:pt x="59818" y="377900"/>
                  </a:lnTo>
                  <a:lnTo>
                    <a:pt x="59635" y="375694"/>
                  </a:lnTo>
                  <a:lnTo>
                    <a:pt x="59463" y="374819"/>
                  </a:lnTo>
                  <a:lnTo>
                    <a:pt x="59184" y="376067"/>
                  </a:lnTo>
                  <a:lnTo>
                    <a:pt x="58969" y="381315"/>
                  </a:lnTo>
                  <a:lnTo>
                    <a:pt x="58742" y="382508"/>
                  </a:lnTo>
                  <a:lnTo>
                    <a:pt x="58189" y="383026"/>
                  </a:lnTo>
                  <a:lnTo>
                    <a:pt x="57100" y="381534"/>
                  </a:lnTo>
                  <a:lnTo>
                    <a:pt x="56059" y="378510"/>
                  </a:lnTo>
                  <a:lnTo>
                    <a:pt x="54579" y="380599"/>
                  </a:lnTo>
                  <a:lnTo>
                    <a:pt x="55032" y="380856"/>
                  </a:lnTo>
                  <a:lnTo>
                    <a:pt x="55707" y="380684"/>
                  </a:lnTo>
                  <a:lnTo>
                    <a:pt x="56228" y="381207"/>
                  </a:lnTo>
                  <a:lnTo>
                    <a:pt x="56671" y="383224"/>
                  </a:lnTo>
                  <a:lnTo>
                    <a:pt x="56656" y="384322"/>
                  </a:lnTo>
                  <a:lnTo>
                    <a:pt x="56426" y="385597"/>
                  </a:lnTo>
                  <a:lnTo>
                    <a:pt x="55038" y="385801"/>
                  </a:lnTo>
                  <a:lnTo>
                    <a:pt x="53188" y="385352"/>
                  </a:lnTo>
                  <a:lnTo>
                    <a:pt x="52851" y="385524"/>
                  </a:lnTo>
                  <a:lnTo>
                    <a:pt x="54537" y="387490"/>
                  </a:lnTo>
                  <a:lnTo>
                    <a:pt x="56080" y="388626"/>
                  </a:lnTo>
                  <a:lnTo>
                    <a:pt x="56765" y="389871"/>
                  </a:lnTo>
                  <a:lnTo>
                    <a:pt x="56765" y="390897"/>
                  </a:lnTo>
                  <a:lnTo>
                    <a:pt x="55899" y="392559"/>
                  </a:lnTo>
                  <a:lnTo>
                    <a:pt x="55229" y="394592"/>
                  </a:lnTo>
                  <a:lnTo>
                    <a:pt x="55216" y="395853"/>
                  </a:lnTo>
                  <a:lnTo>
                    <a:pt x="55200" y="397261"/>
                  </a:lnTo>
                  <a:lnTo>
                    <a:pt x="54454" y="398479"/>
                  </a:lnTo>
                  <a:lnTo>
                    <a:pt x="53987" y="398236"/>
                  </a:lnTo>
                  <a:lnTo>
                    <a:pt x="52669" y="396121"/>
                  </a:lnTo>
                  <a:lnTo>
                    <a:pt x="48858" y="387787"/>
                  </a:lnTo>
                  <a:lnTo>
                    <a:pt x="49433" y="390139"/>
                  </a:lnTo>
                  <a:lnTo>
                    <a:pt x="53379" y="399620"/>
                  </a:lnTo>
                  <a:lnTo>
                    <a:pt x="54073" y="402741"/>
                  </a:lnTo>
                  <a:lnTo>
                    <a:pt x="54172" y="404943"/>
                  </a:lnTo>
                  <a:lnTo>
                    <a:pt x="53766" y="406052"/>
                  </a:lnTo>
                  <a:lnTo>
                    <a:pt x="53095" y="407356"/>
                  </a:lnTo>
                  <a:lnTo>
                    <a:pt x="51802" y="407455"/>
                  </a:lnTo>
                  <a:lnTo>
                    <a:pt x="49681" y="403928"/>
                  </a:lnTo>
                  <a:lnTo>
                    <a:pt x="46289" y="395469"/>
                  </a:lnTo>
                  <a:lnTo>
                    <a:pt x="45135" y="394316"/>
                  </a:lnTo>
                  <a:lnTo>
                    <a:pt x="48566" y="403983"/>
                  </a:lnTo>
                  <a:lnTo>
                    <a:pt x="49128" y="406331"/>
                  </a:lnTo>
                  <a:lnTo>
                    <a:pt x="49708" y="409043"/>
                  </a:lnTo>
                  <a:lnTo>
                    <a:pt x="49542" y="410655"/>
                  </a:lnTo>
                  <a:lnTo>
                    <a:pt x="49247" y="412164"/>
                  </a:lnTo>
                  <a:lnTo>
                    <a:pt x="41113" y="421133"/>
                  </a:lnTo>
                  <a:lnTo>
                    <a:pt x="39900" y="424998"/>
                  </a:lnTo>
                  <a:lnTo>
                    <a:pt x="38936" y="429764"/>
                  </a:lnTo>
                  <a:lnTo>
                    <a:pt x="37338" y="432417"/>
                  </a:lnTo>
                  <a:lnTo>
                    <a:pt x="36402" y="434844"/>
                  </a:lnTo>
                  <a:lnTo>
                    <a:pt x="33690" y="436201"/>
                  </a:lnTo>
                  <a:lnTo>
                    <a:pt x="32210" y="435776"/>
                  </a:lnTo>
                  <a:lnTo>
                    <a:pt x="33744" y="431374"/>
                  </a:lnTo>
                  <a:lnTo>
                    <a:pt x="32797" y="429742"/>
                  </a:lnTo>
                  <a:lnTo>
                    <a:pt x="32749" y="418406"/>
                  </a:lnTo>
                  <a:lnTo>
                    <a:pt x="33122" y="405976"/>
                  </a:lnTo>
                  <a:lnTo>
                    <a:pt x="33829" y="399767"/>
                  </a:lnTo>
                  <a:lnTo>
                    <a:pt x="34851" y="398219"/>
                  </a:lnTo>
                  <a:lnTo>
                    <a:pt x="36136" y="397264"/>
                  </a:lnTo>
                  <a:lnTo>
                    <a:pt x="36165" y="395955"/>
                  </a:lnTo>
                  <a:lnTo>
                    <a:pt x="36037" y="394465"/>
                  </a:lnTo>
                  <a:lnTo>
                    <a:pt x="35347" y="392345"/>
                  </a:lnTo>
                  <a:lnTo>
                    <a:pt x="34591" y="391366"/>
                  </a:lnTo>
                  <a:lnTo>
                    <a:pt x="33463" y="390946"/>
                  </a:lnTo>
                  <a:lnTo>
                    <a:pt x="32594" y="388347"/>
                  </a:lnTo>
                  <a:lnTo>
                    <a:pt x="31933" y="388454"/>
                  </a:lnTo>
                  <a:lnTo>
                    <a:pt x="30907" y="389317"/>
                  </a:lnTo>
                  <a:lnTo>
                    <a:pt x="30288" y="388202"/>
                  </a:lnTo>
                  <a:lnTo>
                    <a:pt x="30060" y="386451"/>
                  </a:lnTo>
                  <a:lnTo>
                    <a:pt x="29111" y="384291"/>
                  </a:lnTo>
                  <a:lnTo>
                    <a:pt x="28017" y="382186"/>
                  </a:lnTo>
                  <a:lnTo>
                    <a:pt x="28512" y="381857"/>
                  </a:lnTo>
                  <a:lnTo>
                    <a:pt x="29086" y="380647"/>
                  </a:lnTo>
                  <a:lnTo>
                    <a:pt x="29698" y="379092"/>
                  </a:lnTo>
                  <a:lnTo>
                    <a:pt x="31226" y="378877"/>
                  </a:lnTo>
                  <a:lnTo>
                    <a:pt x="32759" y="378949"/>
                  </a:lnTo>
                  <a:lnTo>
                    <a:pt x="33187" y="378545"/>
                  </a:lnTo>
                  <a:lnTo>
                    <a:pt x="33805" y="376897"/>
                  </a:lnTo>
                  <a:lnTo>
                    <a:pt x="34812" y="374779"/>
                  </a:lnTo>
                  <a:lnTo>
                    <a:pt x="35573" y="373604"/>
                  </a:lnTo>
                  <a:lnTo>
                    <a:pt x="35753" y="372655"/>
                  </a:lnTo>
                  <a:lnTo>
                    <a:pt x="35448" y="370422"/>
                  </a:lnTo>
                  <a:lnTo>
                    <a:pt x="35279" y="368132"/>
                  </a:lnTo>
                  <a:lnTo>
                    <a:pt x="35565" y="367408"/>
                  </a:lnTo>
                  <a:lnTo>
                    <a:pt x="36951" y="367816"/>
                  </a:lnTo>
                  <a:lnTo>
                    <a:pt x="38473" y="368882"/>
                  </a:lnTo>
                  <a:lnTo>
                    <a:pt x="38843" y="369364"/>
                  </a:lnTo>
                  <a:lnTo>
                    <a:pt x="39719" y="366559"/>
                  </a:lnTo>
                  <a:lnTo>
                    <a:pt x="39953" y="366219"/>
                  </a:lnTo>
                  <a:lnTo>
                    <a:pt x="40525" y="366224"/>
                  </a:lnTo>
                  <a:lnTo>
                    <a:pt x="42035" y="365708"/>
                  </a:lnTo>
                  <a:lnTo>
                    <a:pt x="43512" y="364965"/>
                  </a:lnTo>
                  <a:lnTo>
                    <a:pt x="44210" y="365085"/>
                  </a:lnTo>
                  <a:lnTo>
                    <a:pt x="44889" y="366973"/>
                  </a:lnTo>
                  <a:lnTo>
                    <a:pt x="45408" y="368820"/>
                  </a:lnTo>
                  <a:lnTo>
                    <a:pt x="45674" y="368970"/>
                  </a:lnTo>
                  <a:lnTo>
                    <a:pt x="46442" y="368182"/>
                  </a:lnTo>
                  <a:lnTo>
                    <a:pt x="47075" y="369168"/>
                  </a:lnTo>
                  <a:lnTo>
                    <a:pt x="48400" y="370779"/>
                  </a:lnTo>
                  <a:lnTo>
                    <a:pt x="49193" y="370849"/>
                  </a:lnTo>
                  <a:lnTo>
                    <a:pt x="48798" y="367094"/>
                  </a:lnTo>
                  <a:lnTo>
                    <a:pt x="49242" y="364425"/>
                  </a:lnTo>
                  <a:lnTo>
                    <a:pt x="49157" y="363692"/>
                  </a:lnTo>
                  <a:lnTo>
                    <a:pt x="48408" y="362464"/>
                  </a:lnTo>
                  <a:lnTo>
                    <a:pt x="45874" y="357554"/>
                  </a:lnTo>
                  <a:lnTo>
                    <a:pt x="45441" y="356093"/>
                  </a:lnTo>
                  <a:lnTo>
                    <a:pt x="45500" y="353784"/>
                  </a:lnTo>
                  <a:lnTo>
                    <a:pt x="45416" y="350397"/>
                  </a:lnTo>
                  <a:lnTo>
                    <a:pt x="45189" y="348267"/>
                  </a:lnTo>
                  <a:lnTo>
                    <a:pt x="45227" y="347020"/>
                  </a:lnTo>
                  <a:lnTo>
                    <a:pt x="45385" y="346025"/>
                  </a:lnTo>
                  <a:lnTo>
                    <a:pt x="45853" y="345630"/>
                  </a:lnTo>
                  <a:lnTo>
                    <a:pt x="46300" y="345495"/>
                  </a:lnTo>
                  <a:lnTo>
                    <a:pt x="46662" y="344622"/>
                  </a:lnTo>
                  <a:lnTo>
                    <a:pt x="47269" y="342390"/>
                  </a:lnTo>
                  <a:lnTo>
                    <a:pt x="48450" y="342590"/>
                  </a:lnTo>
                  <a:lnTo>
                    <a:pt x="50110" y="343858"/>
                  </a:lnTo>
                  <a:lnTo>
                    <a:pt x="51337" y="344641"/>
                  </a:lnTo>
                  <a:lnTo>
                    <a:pt x="52061" y="344488"/>
                  </a:lnTo>
                  <a:lnTo>
                    <a:pt x="52222" y="344169"/>
                  </a:lnTo>
                  <a:lnTo>
                    <a:pt x="52201" y="342970"/>
                  </a:lnTo>
                  <a:lnTo>
                    <a:pt x="52287" y="337848"/>
                  </a:lnTo>
                  <a:lnTo>
                    <a:pt x="52239" y="336763"/>
                  </a:lnTo>
                  <a:lnTo>
                    <a:pt x="53284" y="336258"/>
                  </a:lnTo>
                  <a:lnTo>
                    <a:pt x="54885" y="336150"/>
                  </a:lnTo>
                  <a:lnTo>
                    <a:pt x="55727" y="335852"/>
                  </a:lnTo>
                  <a:lnTo>
                    <a:pt x="56514" y="333693"/>
                  </a:lnTo>
                  <a:lnTo>
                    <a:pt x="58537" y="332950"/>
                  </a:lnTo>
                  <a:lnTo>
                    <a:pt x="60000" y="330043"/>
                  </a:lnTo>
                  <a:lnTo>
                    <a:pt x="61320" y="327053"/>
                  </a:lnTo>
                  <a:lnTo>
                    <a:pt x="61967" y="326257"/>
                  </a:lnTo>
                  <a:lnTo>
                    <a:pt x="62791" y="325737"/>
                  </a:lnTo>
                  <a:lnTo>
                    <a:pt x="63405" y="325812"/>
                  </a:lnTo>
                  <a:lnTo>
                    <a:pt x="64176" y="327542"/>
                  </a:lnTo>
                  <a:lnTo>
                    <a:pt x="64818" y="326502"/>
                  </a:lnTo>
                  <a:lnTo>
                    <a:pt x="65555" y="324468"/>
                  </a:lnTo>
                  <a:lnTo>
                    <a:pt x="65940" y="322481"/>
                  </a:lnTo>
                  <a:lnTo>
                    <a:pt x="66152" y="319284"/>
                  </a:lnTo>
                  <a:lnTo>
                    <a:pt x="66007" y="314381"/>
                  </a:lnTo>
                  <a:lnTo>
                    <a:pt x="65616" y="310544"/>
                  </a:lnTo>
                  <a:lnTo>
                    <a:pt x="65251" y="307667"/>
                  </a:lnTo>
                  <a:lnTo>
                    <a:pt x="65176" y="304793"/>
                  </a:lnTo>
                  <a:lnTo>
                    <a:pt x="66031" y="299029"/>
                  </a:lnTo>
                  <a:lnTo>
                    <a:pt x="66761" y="292754"/>
                  </a:lnTo>
                  <a:lnTo>
                    <a:pt x="66621" y="290276"/>
                  </a:lnTo>
                  <a:lnTo>
                    <a:pt x="65825" y="286360"/>
                  </a:lnTo>
                  <a:lnTo>
                    <a:pt x="65017" y="281590"/>
                  </a:lnTo>
                  <a:lnTo>
                    <a:pt x="64129" y="276348"/>
                  </a:lnTo>
                  <a:lnTo>
                    <a:pt x="63796" y="275566"/>
                  </a:lnTo>
                  <a:lnTo>
                    <a:pt x="63557" y="274106"/>
                  </a:lnTo>
                  <a:lnTo>
                    <a:pt x="63422" y="272400"/>
                  </a:lnTo>
                  <a:lnTo>
                    <a:pt x="63774" y="267045"/>
                  </a:lnTo>
                  <a:lnTo>
                    <a:pt x="63824" y="265247"/>
                  </a:lnTo>
                  <a:lnTo>
                    <a:pt x="64848" y="262809"/>
                  </a:lnTo>
                  <a:lnTo>
                    <a:pt x="65393" y="260015"/>
                  </a:lnTo>
                  <a:lnTo>
                    <a:pt x="65906" y="256936"/>
                  </a:lnTo>
                  <a:lnTo>
                    <a:pt x="65713" y="255307"/>
                  </a:lnTo>
                  <a:lnTo>
                    <a:pt x="65644" y="251989"/>
                  </a:lnTo>
                  <a:lnTo>
                    <a:pt x="65775" y="250380"/>
                  </a:lnTo>
                  <a:lnTo>
                    <a:pt x="65533" y="249077"/>
                  </a:lnTo>
                  <a:lnTo>
                    <a:pt x="65237" y="247187"/>
                  </a:lnTo>
                  <a:lnTo>
                    <a:pt x="65431" y="245959"/>
                  </a:lnTo>
                  <a:lnTo>
                    <a:pt x="66150" y="244907"/>
                  </a:lnTo>
                  <a:lnTo>
                    <a:pt x="66569" y="243092"/>
                  </a:lnTo>
                  <a:lnTo>
                    <a:pt x="67105" y="240983"/>
                  </a:lnTo>
                  <a:lnTo>
                    <a:pt x="67342" y="239051"/>
                  </a:lnTo>
                  <a:lnTo>
                    <a:pt x="66959" y="237436"/>
                  </a:lnTo>
                  <a:lnTo>
                    <a:pt x="66259" y="235021"/>
                  </a:lnTo>
                  <a:lnTo>
                    <a:pt x="64983" y="232828"/>
                  </a:lnTo>
                  <a:lnTo>
                    <a:pt x="63511" y="230030"/>
                  </a:lnTo>
                  <a:lnTo>
                    <a:pt x="62787" y="228311"/>
                  </a:lnTo>
                  <a:lnTo>
                    <a:pt x="62217" y="226556"/>
                  </a:lnTo>
                  <a:lnTo>
                    <a:pt x="61693" y="224512"/>
                  </a:lnTo>
                  <a:lnTo>
                    <a:pt x="61405" y="222880"/>
                  </a:lnTo>
                  <a:lnTo>
                    <a:pt x="61684" y="221812"/>
                  </a:lnTo>
                  <a:lnTo>
                    <a:pt x="63778" y="219356"/>
                  </a:lnTo>
                  <a:lnTo>
                    <a:pt x="64160" y="218472"/>
                  </a:lnTo>
                  <a:lnTo>
                    <a:pt x="64381" y="217107"/>
                  </a:lnTo>
                  <a:lnTo>
                    <a:pt x="64213" y="215772"/>
                  </a:lnTo>
                  <a:lnTo>
                    <a:pt x="63649" y="215052"/>
                  </a:lnTo>
                  <a:lnTo>
                    <a:pt x="62996" y="214560"/>
                  </a:lnTo>
                  <a:lnTo>
                    <a:pt x="62032" y="213015"/>
                  </a:lnTo>
                  <a:lnTo>
                    <a:pt x="60232" y="208775"/>
                  </a:lnTo>
                  <a:lnTo>
                    <a:pt x="59406" y="207830"/>
                  </a:lnTo>
                  <a:lnTo>
                    <a:pt x="58537" y="206609"/>
                  </a:lnTo>
                  <a:lnTo>
                    <a:pt x="58076" y="205326"/>
                  </a:lnTo>
                  <a:lnTo>
                    <a:pt x="57567" y="201807"/>
                  </a:lnTo>
                  <a:lnTo>
                    <a:pt x="57340" y="201493"/>
                  </a:lnTo>
                  <a:lnTo>
                    <a:pt x="56843" y="202555"/>
                  </a:lnTo>
                  <a:lnTo>
                    <a:pt x="56208" y="203671"/>
                  </a:lnTo>
                  <a:lnTo>
                    <a:pt x="55679" y="203481"/>
                  </a:lnTo>
                  <a:lnTo>
                    <a:pt x="55195" y="202487"/>
                  </a:lnTo>
                  <a:lnTo>
                    <a:pt x="54965" y="201148"/>
                  </a:lnTo>
                  <a:lnTo>
                    <a:pt x="54430" y="199311"/>
                  </a:lnTo>
                  <a:lnTo>
                    <a:pt x="53852" y="197815"/>
                  </a:lnTo>
                  <a:lnTo>
                    <a:pt x="53699" y="192782"/>
                  </a:lnTo>
                  <a:lnTo>
                    <a:pt x="53605" y="191141"/>
                  </a:lnTo>
                  <a:lnTo>
                    <a:pt x="53316" y="188851"/>
                  </a:lnTo>
                  <a:lnTo>
                    <a:pt x="52866" y="188031"/>
                  </a:lnTo>
                  <a:lnTo>
                    <a:pt x="52387" y="187420"/>
                  </a:lnTo>
                  <a:lnTo>
                    <a:pt x="51258" y="183248"/>
                  </a:lnTo>
                  <a:lnTo>
                    <a:pt x="50480" y="181088"/>
                  </a:lnTo>
                  <a:lnTo>
                    <a:pt x="47271" y="175223"/>
                  </a:lnTo>
                  <a:lnTo>
                    <a:pt x="46873" y="174287"/>
                  </a:lnTo>
                  <a:lnTo>
                    <a:pt x="46010" y="171873"/>
                  </a:lnTo>
                  <a:lnTo>
                    <a:pt x="44508" y="168452"/>
                  </a:lnTo>
                  <a:lnTo>
                    <a:pt x="43434" y="165692"/>
                  </a:lnTo>
                  <a:lnTo>
                    <a:pt x="42652" y="162838"/>
                  </a:lnTo>
                  <a:lnTo>
                    <a:pt x="42292" y="160361"/>
                  </a:lnTo>
                  <a:lnTo>
                    <a:pt x="42180" y="158427"/>
                  </a:lnTo>
                  <a:lnTo>
                    <a:pt x="41328" y="155657"/>
                  </a:lnTo>
                  <a:lnTo>
                    <a:pt x="40592" y="153386"/>
                  </a:lnTo>
                  <a:lnTo>
                    <a:pt x="39883" y="152649"/>
                  </a:lnTo>
                  <a:lnTo>
                    <a:pt x="39072" y="152342"/>
                  </a:lnTo>
                  <a:lnTo>
                    <a:pt x="38338" y="150991"/>
                  </a:lnTo>
                  <a:lnTo>
                    <a:pt x="36998" y="147937"/>
                  </a:lnTo>
                  <a:lnTo>
                    <a:pt x="36404" y="145970"/>
                  </a:lnTo>
                  <a:lnTo>
                    <a:pt x="36054" y="144646"/>
                  </a:lnTo>
                  <a:lnTo>
                    <a:pt x="36068" y="143282"/>
                  </a:lnTo>
                  <a:lnTo>
                    <a:pt x="36391" y="141013"/>
                  </a:lnTo>
                  <a:lnTo>
                    <a:pt x="36780" y="139720"/>
                  </a:lnTo>
                  <a:lnTo>
                    <a:pt x="36793" y="138710"/>
                  </a:lnTo>
                  <a:lnTo>
                    <a:pt x="36411" y="137886"/>
                  </a:lnTo>
                  <a:lnTo>
                    <a:pt x="34925" y="136424"/>
                  </a:lnTo>
                  <a:lnTo>
                    <a:pt x="31553" y="134205"/>
                  </a:lnTo>
                  <a:lnTo>
                    <a:pt x="30295" y="132514"/>
                  </a:lnTo>
                  <a:lnTo>
                    <a:pt x="29133" y="130344"/>
                  </a:lnTo>
                  <a:lnTo>
                    <a:pt x="28254" y="128874"/>
                  </a:lnTo>
                  <a:lnTo>
                    <a:pt x="24144" y="122618"/>
                  </a:lnTo>
                  <a:lnTo>
                    <a:pt x="22898" y="121573"/>
                  </a:lnTo>
                  <a:lnTo>
                    <a:pt x="21826" y="120462"/>
                  </a:lnTo>
                  <a:lnTo>
                    <a:pt x="21500" y="119385"/>
                  </a:lnTo>
                  <a:lnTo>
                    <a:pt x="21558" y="118350"/>
                  </a:lnTo>
                  <a:lnTo>
                    <a:pt x="21992" y="117580"/>
                  </a:lnTo>
                  <a:lnTo>
                    <a:pt x="23156" y="115972"/>
                  </a:lnTo>
                  <a:lnTo>
                    <a:pt x="23587" y="114137"/>
                  </a:lnTo>
                  <a:lnTo>
                    <a:pt x="23449" y="111726"/>
                  </a:lnTo>
                  <a:lnTo>
                    <a:pt x="22985" y="109293"/>
                  </a:lnTo>
                  <a:lnTo>
                    <a:pt x="23211" y="108446"/>
                  </a:lnTo>
                  <a:lnTo>
                    <a:pt x="23586" y="108350"/>
                  </a:lnTo>
                  <a:lnTo>
                    <a:pt x="24370" y="108278"/>
                  </a:lnTo>
                  <a:lnTo>
                    <a:pt x="25988" y="108141"/>
                  </a:lnTo>
                  <a:lnTo>
                    <a:pt x="29478" y="110355"/>
                  </a:lnTo>
                  <a:lnTo>
                    <a:pt x="29986" y="110113"/>
                  </a:lnTo>
                  <a:lnTo>
                    <a:pt x="31878" y="106095"/>
                  </a:lnTo>
                  <a:lnTo>
                    <a:pt x="32592" y="103690"/>
                  </a:lnTo>
                  <a:lnTo>
                    <a:pt x="32755" y="101684"/>
                  </a:lnTo>
                  <a:lnTo>
                    <a:pt x="33129" y="100409"/>
                  </a:lnTo>
                  <a:lnTo>
                    <a:pt x="34130" y="98312"/>
                  </a:lnTo>
                  <a:lnTo>
                    <a:pt x="34145" y="96400"/>
                  </a:lnTo>
                  <a:lnTo>
                    <a:pt x="33651" y="93851"/>
                  </a:lnTo>
                  <a:lnTo>
                    <a:pt x="33154" y="92865"/>
                  </a:lnTo>
                  <a:lnTo>
                    <a:pt x="32725" y="92440"/>
                  </a:lnTo>
                  <a:lnTo>
                    <a:pt x="31336" y="92780"/>
                  </a:lnTo>
                  <a:lnTo>
                    <a:pt x="31071" y="92208"/>
                  </a:lnTo>
                  <a:lnTo>
                    <a:pt x="30888" y="90307"/>
                  </a:lnTo>
                  <a:lnTo>
                    <a:pt x="30821" y="89140"/>
                  </a:lnTo>
                  <a:lnTo>
                    <a:pt x="30363" y="87781"/>
                  </a:lnTo>
                  <a:lnTo>
                    <a:pt x="28868" y="86624"/>
                  </a:lnTo>
                  <a:lnTo>
                    <a:pt x="27600" y="86296"/>
                  </a:lnTo>
                  <a:lnTo>
                    <a:pt x="27303" y="85804"/>
                  </a:lnTo>
                  <a:lnTo>
                    <a:pt x="27791" y="84494"/>
                  </a:lnTo>
                  <a:lnTo>
                    <a:pt x="28654" y="83199"/>
                  </a:lnTo>
                  <a:lnTo>
                    <a:pt x="29313" y="82451"/>
                  </a:lnTo>
                  <a:lnTo>
                    <a:pt x="29831" y="81111"/>
                  </a:lnTo>
                  <a:lnTo>
                    <a:pt x="29928" y="79739"/>
                  </a:lnTo>
                  <a:lnTo>
                    <a:pt x="29285" y="78518"/>
                  </a:lnTo>
                  <a:lnTo>
                    <a:pt x="28444" y="77166"/>
                  </a:lnTo>
                  <a:lnTo>
                    <a:pt x="27082" y="74585"/>
                  </a:lnTo>
                  <a:lnTo>
                    <a:pt x="25201" y="71841"/>
                  </a:lnTo>
                  <a:lnTo>
                    <a:pt x="24056" y="70909"/>
                  </a:lnTo>
                  <a:lnTo>
                    <a:pt x="23455" y="71035"/>
                  </a:lnTo>
                  <a:lnTo>
                    <a:pt x="21383" y="73393"/>
                  </a:lnTo>
                  <a:lnTo>
                    <a:pt x="20268" y="74927"/>
                  </a:lnTo>
                  <a:lnTo>
                    <a:pt x="19341" y="77662"/>
                  </a:lnTo>
                  <a:lnTo>
                    <a:pt x="18373" y="78250"/>
                  </a:lnTo>
                  <a:lnTo>
                    <a:pt x="17394" y="77045"/>
                  </a:lnTo>
                  <a:lnTo>
                    <a:pt x="16283" y="75804"/>
                  </a:lnTo>
                  <a:lnTo>
                    <a:pt x="13202" y="74008"/>
                  </a:lnTo>
                  <a:lnTo>
                    <a:pt x="11907" y="72500"/>
                  </a:lnTo>
                  <a:lnTo>
                    <a:pt x="9217" y="63312"/>
                  </a:lnTo>
                  <a:lnTo>
                    <a:pt x="8820" y="61441"/>
                  </a:lnTo>
                  <a:lnTo>
                    <a:pt x="9077" y="59326"/>
                  </a:lnTo>
                  <a:lnTo>
                    <a:pt x="9262" y="56299"/>
                  </a:lnTo>
                  <a:lnTo>
                    <a:pt x="9531" y="54336"/>
                  </a:lnTo>
                  <a:lnTo>
                    <a:pt x="10008" y="52462"/>
                  </a:lnTo>
                  <a:lnTo>
                    <a:pt x="10136" y="50794"/>
                  </a:lnTo>
                  <a:lnTo>
                    <a:pt x="10019" y="49165"/>
                  </a:lnTo>
                  <a:lnTo>
                    <a:pt x="9630" y="48232"/>
                  </a:lnTo>
                  <a:lnTo>
                    <a:pt x="9124" y="47956"/>
                  </a:lnTo>
                  <a:lnTo>
                    <a:pt x="8747" y="47587"/>
                  </a:lnTo>
                  <a:lnTo>
                    <a:pt x="8390" y="45441"/>
                  </a:lnTo>
                  <a:lnTo>
                    <a:pt x="8175" y="45720"/>
                  </a:lnTo>
                  <a:lnTo>
                    <a:pt x="7844" y="48328"/>
                  </a:lnTo>
                  <a:lnTo>
                    <a:pt x="7447" y="49266"/>
                  </a:lnTo>
                  <a:lnTo>
                    <a:pt x="6920" y="49734"/>
                  </a:lnTo>
                  <a:lnTo>
                    <a:pt x="6514" y="49322"/>
                  </a:lnTo>
                  <a:lnTo>
                    <a:pt x="6256" y="48276"/>
                  </a:lnTo>
                  <a:lnTo>
                    <a:pt x="6140" y="46506"/>
                  </a:lnTo>
                  <a:lnTo>
                    <a:pt x="5876" y="44130"/>
                  </a:lnTo>
                  <a:lnTo>
                    <a:pt x="5546" y="42577"/>
                  </a:lnTo>
                  <a:lnTo>
                    <a:pt x="4388" y="40997"/>
                  </a:lnTo>
                  <a:lnTo>
                    <a:pt x="3841" y="38947"/>
                  </a:lnTo>
                  <a:lnTo>
                    <a:pt x="2119" y="34484"/>
                  </a:lnTo>
                  <a:lnTo>
                    <a:pt x="677" y="31356"/>
                  </a:lnTo>
                  <a:lnTo>
                    <a:pt x="0" y="28544"/>
                  </a:lnTo>
                  <a:lnTo>
                    <a:pt x="591" y="27497"/>
                  </a:lnTo>
                  <a:lnTo>
                    <a:pt x="1335" y="25979"/>
                  </a:lnTo>
                  <a:lnTo>
                    <a:pt x="2130" y="23616"/>
                  </a:lnTo>
                  <a:lnTo>
                    <a:pt x="3026" y="20642"/>
                  </a:lnTo>
                  <a:lnTo>
                    <a:pt x="3400" y="18828"/>
                  </a:lnTo>
                  <a:lnTo>
                    <a:pt x="3662" y="18095"/>
                  </a:lnTo>
                  <a:lnTo>
                    <a:pt x="4185" y="17560"/>
                  </a:lnTo>
                  <a:lnTo>
                    <a:pt x="4749" y="17853"/>
                  </a:lnTo>
                  <a:lnTo>
                    <a:pt x="5741" y="19053"/>
                  </a:lnTo>
                  <a:lnTo>
                    <a:pt x="7233" y="20587"/>
                  </a:lnTo>
                  <a:lnTo>
                    <a:pt x="8563" y="22399"/>
                  </a:lnTo>
                  <a:lnTo>
                    <a:pt x="9101" y="24225"/>
                  </a:lnTo>
                  <a:lnTo>
                    <a:pt x="9843" y="25975"/>
                  </a:lnTo>
                  <a:lnTo>
                    <a:pt x="10413" y="26504"/>
                  </a:lnTo>
                  <a:lnTo>
                    <a:pt x="10699" y="26364"/>
                  </a:lnTo>
                  <a:lnTo>
                    <a:pt x="11558" y="25048"/>
                  </a:lnTo>
                  <a:lnTo>
                    <a:pt x="12295" y="23727"/>
                  </a:lnTo>
                  <a:lnTo>
                    <a:pt x="12310" y="22228"/>
                  </a:lnTo>
                  <a:lnTo>
                    <a:pt x="12990" y="20882"/>
                  </a:lnTo>
                  <a:lnTo>
                    <a:pt x="13879" y="18665"/>
                  </a:lnTo>
                  <a:lnTo>
                    <a:pt x="14297" y="17162"/>
                  </a:lnTo>
                  <a:lnTo>
                    <a:pt x="14615" y="17003"/>
                  </a:lnTo>
                  <a:lnTo>
                    <a:pt x="14973" y="17449"/>
                  </a:lnTo>
                  <a:lnTo>
                    <a:pt x="16374" y="22096"/>
                  </a:lnTo>
                  <a:lnTo>
                    <a:pt x="16641" y="22375"/>
                  </a:lnTo>
                  <a:lnTo>
                    <a:pt x="17037" y="21678"/>
                  </a:lnTo>
                  <a:lnTo>
                    <a:pt x="17589" y="18048"/>
                  </a:lnTo>
                  <a:lnTo>
                    <a:pt x="18192" y="16641"/>
                  </a:lnTo>
                  <a:lnTo>
                    <a:pt x="18400" y="16996"/>
                  </a:lnTo>
                  <a:lnTo>
                    <a:pt x="21785" y="23845"/>
                  </a:lnTo>
                  <a:lnTo>
                    <a:pt x="22108" y="23790"/>
                  </a:lnTo>
                  <a:lnTo>
                    <a:pt x="22472" y="23483"/>
                  </a:lnTo>
                  <a:lnTo>
                    <a:pt x="22709" y="22430"/>
                  </a:lnTo>
                  <a:lnTo>
                    <a:pt x="22975" y="20059"/>
                  </a:lnTo>
                  <a:lnTo>
                    <a:pt x="23478" y="17520"/>
                  </a:lnTo>
                  <a:lnTo>
                    <a:pt x="24564" y="16106"/>
                  </a:lnTo>
                  <a:lnTo>
                    <a:pt x="25411" y="15832"/>
                  </a:lnTo>
                  <a:lnTo>
                    <a:pt x="25725" y="17041"/>
                  </a:lnTo>
                  <a:lnTo>
                    <a:pt x="26457" y="18710"/>
                  </a:lnTo>
                  <a:lnTo>
                    <a:pt x="27352" y="18945"/>
                  </a:lnTo>
                  <a:lnTo>
                    <a:pt x="29242" y="15989"/>
                  </a:lnTo>
                  <a:lnTo>
                    <a:pt x="29859" y="15518"/>
                  </a:lnTo>
                  <a:lnTo>
                    <a:pt x="30520" y="15572"/>
                  </a:lnTo>
                  <a:lnTo>
                    <a:pt x="31197" y="15454"/>
                  </a:lnTo>
                  <a:lnTo>
                    <a:pt x="31840" y="14322"/>
                  </a:lnTo>
                  <a:lnTo>
                    <a:pt x="32518" y="12826"/>
                  </a:lnTo>
                  <a:lnTo>
                    <a:pt x="32750" y="9881"/>
                  </a:lnTo>
                  <a:lnTo>
                    <a:pt x="32894" y="7240"/>
                  </a:lnTo>
                  <a:lnTo>
                    <a:pt x="33360" y="6171"/>
                  </a:lnTo>
                  <a:lnTo>
                    <a:pt x="33913" y="5456"/>
                  </a:lnTo>
                  <a:lnTo>
                    <a:pt x="34956" y="4458"/>
                  </a:lnTo>
                  <a:lnTo>
                    <a:pt x="37312" y="1895"/>
                  </a:lnTo>
                  <a:lnTo>
                    <a:pt x="37918" y="682"/>
                  </a:lnTo>
                  <a:lnTo>
                    <a:pt x="38364" y="0"/>
                  </a:lnTo>
                  <a:lnTo>
                    <a:pt x="39280" y="1109"/>
                  </a:lnTo>
                  <a:lnTo>
                    <a:pt x="40372" y="3246"/>
                  </a:lnTo>
                  <a:lnTo>
                    <a:pt x="41035" y="4856"/>
                  </a:lnTo>
                  <a:lnTo>
                    <a:pt x="41478" y="6596"/>
                  </a:lnTo>
                  <a:lnTo>
                    <a:pt x="41688" y="8053"/>
                  </a:lnTo>
                  <a:lnTo>
                    <a:pt x="43432" y="9316"/>
                  </a:lnTo>
                  <a:lnTo>
                    <a:pt x="44542" y="11106"/>
                  </a:lnTo>
                  <a:lnTo>
                    <a:pt x="45281" y="12481"/>
                  </a:lnTo>
                  <a:lnTo>
                    <a:pt x="46009" y="12418"/>
                  </a:lnTo>
                  <a:lnTo>
                    <a:pt x="46736" y="12049"/>
                  </a:lnTo>
                  <a:lnTo>
                    <a:pt x="47207" y="10946"/>
                  </a:lnTo>
                  <a:lnTo>
                    <a:pt x="48030" y="10923"/>
                  </a:lnTo>
                  <a:lnTo>
                    <a:pt x="49004" y="11085"/>
                  </a:lnTo>
                  <a:lnTo>
                    <a:pt x="49437" y="11526"/>
                  </a:lnTo>
                  <a:lnTo>
                    <a:pt x="50235" y="14058"/>
                  </a:lnTo>
                  <a:lnTo>
                    <a:pt x="50596" y="14412"/>
                  </a:lnTo>
                  <a:lnTo>
                    <a:pt x="51316" y="14234"/>
                  </a:lnTo>
                  <a:lnTo>
                    <a:pt x="52690" y="13336"/>
                  </a:lnTo>
                  <a:lnTo>
                    <a:pt x="53798" y="12908"/>
                  </a:lnTo>
                  <a:lnTo>
                    <a:pt x="54800" y="13916"/>
                  </a:lnTo>
                  <a:lnTo>
                    <a:pt x="56705" y="16733"/>
                  </a:lnTo>
                  <a:lnTo>
                    <a:pt x="56169" y="18742"/>
                  </a:lnTo>
                  <a:lnTo>
                    <a:pt x="55745" y="20905"/>
                  </a:lnTo>
                  <a:lnTo>
                    <a:pt x="54911" y="22433"/>
                  </a:lnTo>
                  <a:lnTo>
                    <a:pt x="54293" y="22811"/>
                  </a:lnTo>
                  <a:lnTo>
                    <a:pt x="53903" y="24934"/>
                  </a:lnTo>
                  <a:lnTo>
                    <a:pt x="53732" y="28065"/>
                  </a:lnTo>
                  <a:lnTo>
                    <a:pt x="53942" y="29652"/>
                  </a:lnTo>
                  <a:lnTo>
                    <a:pt x="54424" y="30160"/>
                  </a:lnTo>
                  <a:lnTo>
                    <a:pt x="54953" y="31221"/>
                  </a:lnTo>
                  <a:lnTo>
                    <a:pt x="55168" y="32615"/>
                  </a:lnTo>
                  <a:lnTo>
                    <a:pt x="55239" y="35717"/>
                  </a:lnTo>
                  <a:lnTo>
                    <a:pt x="55211" y="39211"/>
                  </a:lnTo>
                  <a:lnTo>
                    <a:pt x="55282" y="40373"/>
                  </a:lnTo>
                  <a:lnTo>
                    <a:pt x="55698" y="40158"/>
                  </a:lnTo>
                  <a:lnTo>
                    <a:pt x="56086" y="39739"/>
                  </a:lnTo>
                  <a:lnTo>
                    <a:pt x="56874" y="40282"/>
                  </a:lnTo>
                  <a:lnTo>
                    <a:pt x="57853" y="41189"/>
                  </a:lnTo>
                  <a:lnTo>
                    <a:pt x="58471" y="42110"/>
                  </a:lnTo>
                  <a:lnTo>
                    <a:pt x="59029" y="41997"/>
                  </a:lnTo>
                  <a:lnTo>
                    <a:pt x="59461" y="42899"/>
                  </a:lnTo>
                  <a:lnTo>
                    <a:pt x="59624" y="44629"/>
                  </a:lnTo>
                  <a:lnTo>
                    <a:pt x="60133" y="45831"/>
                  </a:lnTo>
                  <a:lnTo>
                    <a:pt x="61558" y="48109"/>
                  </a:lnTo>
                  <a:lnTo>
                    <a:pt x="62698" y="48300"/>
                  </a:lnTo>
                  <a:lnTo>
                    <a:pt x="63662" y="51306"/>
                  </a:lnTo>
                  <a:lnTo>
                    <a:pt x="64666" y="50319"/>
                  </a:lnTo>
                  <a:lnTo>
                    <a:pt x="65127" y="51618"/>
                  </a:lnTo>
                  <a:lnTo>
                    <a:pt x="67195" y="51158"/>
                  </a:lnTo>
                  <a:lnTo>
                    <a:pt x="68636" y="49943"/>
                  </a:lnTo>
                  <a:lnTo>
                    <a:pt x="69157" y="50234"/>
                  </a:lnTo>
                  <a:lnTo>
                    <a:pt x="70453" y="52739"/>
                  </a:lnTo>
                  <a:close/>
                </a:path>
              </a:pathLst>
            </a:custGeom>
            <a:solidFill>
              <a:srgbClr val="DAEAD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1" name="pg1600"/>
            <p:cNvSpPr/>
            <p:nvPr/>
          </p:nvSpPr>
          <p:spPr>
            <a:xfrm>
              <a:off x="5402354" y="4229327"/>
              <a:ext cx="1935" cy="2868"/>
            </a:xfrm>
            <a:custGeom>
              <a:avLst/>
              <a:pathLst>
                <a:path w="1935" h="2868">
                  <a:moveTo>
                    <a:pt x="1935" y="1237"/>
                  </a:moveTo>
                  <a:lnTo>
                    <a:pt x="1506" y="2868"/>
                  </a:lnTo>
                  <a:lnTo>
                    <a:pt x="847" y="2848"/>
                  </a:lnTo>
                  <a:lnTo>
                    <a:pt x="0" y="1696"/>
                  </a:lnTo>
                  <a:lnTo>
                    <a:pt x="160" y="253"/>
                  </a:lnTo>
                  <a:lnTo>
                    <a:pt x="1121" y="0"/>
                  </a:lnTo>
                  <a:lnTo>
                    <a:pt x="1399" y="95"/>
                  </a:lnTo>
                  <a:close/>
                </a:path>
              </a:pathLst>
            </a:custGeom>
            <a:solidFill>
              <a:srgbClr val="F4F9F3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2" name="pg1601"/>
            <p:cNvSpPr/>
            <p:nvPr/>
          </p:nvSpPr>
          <p:spPr>
            <a:xfrm>
              <a:off x="5396016" y="4205010"/>
              <a:ext cx="3337" cy="9664"/>
            </a:xfrm>
            <a:custGeom>
              <a:avLst/>
              <a:pathLst>
                <a:path w="3337" h="9664">
                  <a:moveTo>
                    <a:pt x="3337" y="6452"/>
                  </a:moveTo>
                  <a:lnTo>
                    <a:pt x="2693" y="9664"/>
                  </a:lnTo>
                  <a:lnTo>
                    <a:pt x="1581" y="8916"/>
                  </a:lnTo>
                  <a:lnTo>
                    <a:pt x="541" y="6596"/>
                  </a:lnTo>
                  <a:lnTo>
                    <a:pt x="0" y="4567"/>
                  </a:lnTo>
                  <a:lnTo>
                    <a:pt x="365" y="678"/>
                  </a:lnTo>
                  <a:lnTo>
                    <a:pt x="897" y="0"/>
                  </a:lnTo>
                  <a:lnTo>
                    <a:pt x="1453" y="222"/>
                  </a:lnTo>
                  <a:lnTo>
                    <a:pt x="1736" y="4019"/>
                  </a:lnTo>
                  <a:close/>
                </a:path>
              </a:pathLst>
            </a:custGeom>
            <a:solidFill>
              <a:srgbClr val="F4F9F3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3" name="pg1602"/>
            <p:cNvSpPr/>
            <p:nvPr/>
          </p:nvSpPr>
          <p:spPr>
            <a:xfrm>
              <a:off x="5393206" y="4184199"/>
              <a:ext cx="4234" cy="10965"/>
            </a:xfrm>
            <a:custGeom>
              <a:avLst/>
              <a:pathLst>
                <a:path w="4234" h="10965">
                  <a:moveTo>
                    <a:pt x="4234" y="9537"/>
                  </a:moveTo>
                  <a:lnTo>
                    <a:pt x="3672" y="10965"/>
                  </a:lnTo>
                  <a:lnTo>
                    <a:pt x="3182" y="10809"/>
                  </a:lnTo>
                  <a:lnTo>
                    <a:pt x="0" y="7499"/>
                  </a:lnTo>
                  <a:lnTo>
                    <a:pt x="133" y="6137"/>
                  </a:lnTo>
                  <a:lnTo>
                    <a:pt x="2" y="2663"/>
                  </a:lnTo>
                  <a:lnTo>
                    <a:pt x="352" y="776"/>
                  </a:lnTo>
                  <a:lnTo>
                    <a:pt x="1230" y="0"/>
                  </a:lnTo>
                  <a:lnTo>
                    <a:pt x="1912" y="401"/>
                  </a:lnTo>
                  <a:lnTo>
                    <a:pt x="2329" y="3179"/>
                  </a:lnTo>
                  <a:lnTo>
                    <a:pt x="3276" y="4311"/>
                  </a:lnTo>
                  <a:lnTo>
                    <a:pt x="2611" y="5266"/>
                  </a:lnTo>
                  <a:lnTo>
                    <a:pt x="3769" y="7367"/>
                  </a:lnTo>
                  <a:close/>
                </a:path>
              </a:pathLst>
            </a:custGeom>
            <a:solidFill>
              <a:srgbClr val="F4F9F3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4" name="pg1603"/>
            <p:cNvSpPr/>
            <p:nvPr/>
          </p:nvSpPr>
          <p:spPr>
            <a:xfrm>
              <a:off x="5383106" y="4152425"/>
              <a:ext cx="5200" cy="7831"/>
            </a:xfrm>
            <a:custGeom>
              <a:avLst/>
              <a:pathLst>
                <a:path w="5200" h="7831">
                  <a:moveTo>
                    <a:pt x="3505" y="0"/>
                  </a:moveTo>
                  <a:lnTo>
                    <a:pt x="4718" y="4210"/>
                  </a:lnTo>
                  <a:lnTo>
                    <a:pt x="5200" y="4541"/>
                  </a:lnTo>
                  <a:lnTo>
                    <a:pt x="4465" y="7560"/>
                  </a:lnTo>
                  <a:lnTo>
                    <a:pt x="2939" y="7831"/>
                  </a:lnTo>
                  <a:lnTo>
                    <a:pt x="1139" y="7049"/>
                  </a:lnTo>
                  <a:lnTo>
                    <a:pt x="1799" y="6013"/>
                  </a:lnTo>
                  <a:lnTo>
                    <a:pt x="1457" y="4842"/>
                  </a:lnTo>
                  <a:lnTo>
                    <a:pt x="914" y="4605"/>
                  </a:lnTo>
                  <a:lnTo>
                    <a:pt x="290" y="5165"/>
                  </a:lnTo>
                  <a:lnTo>
                    <a:pt x="0" y="4974"/>
                  </a:lnTo>
                  <a:lnTo>
                    <a:pt x="398" y="3032"/>
                  </a:lnTo>
                  <a:lnTo>
                    <a:pt x="1400" y="297"/>
                  </a:lnTo>
                  <a:lnTo>
                    <a:pt x="1697" y="80"/>
                  </a:lnTo>
                  <a:lnTo>
                    <a:pt x="1966" y="51"/>
                  </a:lnTo>
                  <a:lnTo>
                    <a:pt x="2228" y="291"/>
                  </a:lnTo>
                  <a:close/>
                </a:path>
              </a:pathLst>
            </a:custGeom>
            <a:solidFill>
              <a:srgbClr val="F4F9F3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5" name="pg1604"/>
            <p:cNvSpPr/>
            <p:nvPr/>
          </p:nvSpPr>
          <p:spPr>
            <a:xfrm>
              <a:off x="5382693" y="4124402"/>
              <a:ext cx="4292" cy="7127"/>
            </a:xfrm>
            <a:custGeom>
              <a:avLst/>
              <a:pathLst>
                <a:path w="4292" h="7127">
                  <a:moveTo>
                    <a:pt x="3929" y="5465"/>
                  </a:moveTo>
                  <a:lnTo>
                    <a:pt x="4292" y="5904"/>
                  </a:lnTo>
                  <a:lnTo>
                    <a:pt x="4093" y="7127"/>
                  </a:lnTo>
                  <a:lnTo>
                    <a:pt x="2418" y="5730"/>
                  </a:lnTo>
                  <a:lnTo>
                    <a:pt x="1072" y="6273"/>
                  </a:lnTo>
                  <a:lnTo>
                    <a:pt x="696" y="6209"/>
                  </a:lnTo>
                  <a:lnTo>
                    <a:pt x="295" y="5078"/>
                  </a:lnTo>
                  <a:lnTo>
                    <a:pt x="0" y="2842"/>
                  </a:lnTo>
                  <a:lnTo>
                    <a:pt x="134" y="1272"/>
                  </a:lnTo>
                  <a:lnTo>
                    <a:pt x="701" y="178"/>
                  </a:lnTo>
                  <a:lnTo>
                    <a:pt x="912" y="0"/>
                  </a:lnTo>
                  <a:lnTo>
                    <a:pt x="1334" y="1353"/>
                  </a:lnTo>
                  <a:lnTo>
                    <a:pt x="1719" y="2273"/>
                  </a:lnTo>
                  <a:lnTo>
                    <a:pt x="2093" y="2669"/>
                  </a:lnTo>
                  <a:lnTo>
                    <a:pt x="2945" y="4873"/>
                  </a:lnTo>
                  <a:close/>
                </a:path>
              </a:pathLst>
            </a:custGeom>
            <a:solidFill>
              <a:srgbClr val="F4F9F3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6" name="pg1605"/>
            <p:cNvSpPr/>
            <p:nvPr/>
          </p:nvSpPr>
          <p:spPr>
            <a:xfrm>
              <a:off x="5380313" y="4109267"/>
              <a:ext cx="4496" cy="7834"/>
            </a:xfrm>
            <a:custGeom>
              <a:avLst/>
              <a:pathLst>
                <a:path w="4496" h="7834">
                  <a:moveTo>
                    <a:pt x="4480" y="7531"/>
                  </a:moveTo>
                  <a:lnTo>
                    <a:pt x="3088" y="7834"/>
                  </a:lnTo>
                  <a:lnTo>
                    <a:pt x="1129" y="6914"/>
                  </a:lnTo>
                  <a:lnTo>
                    <a:pt x="341" y="5632"/>
                  </a:lnTo>
                  <a:lnTo>
                    <a:pt x="0" y="4345"/>
                  </a:lnTo>
                  <a:lnTo>
                    <a:pt x="677" y="3393"/>
                  </a:lnTo>
                  <a:lnTo>
                    <a:pt x="1648" y="2943"/>
                  </a:lnTo>
                  <a:lnTo>
                    <a:pt x="2862" y="0"/>
                  </a:lnTo>
                  <a:lnTo>
                    <a:pt x="3282" y="1128"/>
                  </a:lnTo>
                  <a:lnTo>
                    <a:pt x="3734" y="4423"/>
                  </a:lnTo>
                  <a:lnTo>
                    <a:pt x="4225" y="5416"/>
                  </a:lnTo>
                  <a:lnTo>
                    <a:pt x="4496" y="6414"/>
                  </a:lnTo>
                  <a:close/>
                </a:path>
              </a:pathLst>
            </a:custGeom>
            <a:solidFill>
              <a:srgbClr val="F4F9F3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7" name="pg1606"/>
            <p:cNvSpPr/>
            <p:nvPr/>
          </p:nvSpPr>
          <p:spPr>
            <a:xfrm>
              <a:off x="5370837" y="4103213"/>
              <a:ext cx="8350" cy="20612"/>
            </a:xfrm>
            <a:custGeom>
              <a:avLst/>
              <a:pathLst>
                <a:path w="8350" h="20612">
                  <a:moveTo>
                    <a:pt x="3181" y="6475"/>
                  </a:moveTo>
                  <a:lnTo>
                    <a:pt x="3743" y="7116"/>
                  </a:lnTo>
                  <a:lnTo>
                    <a:pt x="4049" y="7116"/>
                  </a:lnTo>
                  <a:lnTo>
                    <a:pt x="4232" y="8553"/>
                  </a:lnTo>
                  <a:lnTo>
                    <a:pt x="5978" y="11421"/>
                  </a:lnTo>
                  <a:lnTo>
                    <a:pt x="6457" y="11340"/>
                  </a:lnTo>
                  <a:lnTo>
                    <a:pt x="6861" y="12910"/>
                  </a:lnTo>
                  <a:lnTo>
                    <a:pt x="7611" y="13703"/>
                  </a:lnTo>
                  <a:lnTo>
                    <a:pt x="7813" y="15302"/>
                  </a:lnTo>
                  <a:lnTo>
                    <a:pt x="8350" y="16930"/>
                  </a:lnTo>
                  <a:lnTo>
                    <a:pt x="7413" y="18901"/>
                  </a:lnTo>
                  <a:lnTo>
                    <a:pt x="5605" y="18375"/>
                  </a:lnTo>
                  <a:lnTo>
                    <a:pt x="4569" y="20612"/>
                  </a:lnTo>
                  <a:lnTo>
                    <a:pt x="3629" y="20040"/>
                  </a:lnTo>
                  <a:lnTo>
                    <a:pt x="3469" y="18866"/>
                  </a:lnTo>
                  <a:lnTo>
                    <a:pt x="3600" y="18473"/>
                  </a:lnTo>
                  <a:lnTo>
                    <a:pt x="3040" y="15478"/>
                  </a:lnTo>
                  <a:lnTo>
                    <a:pt x="2788" y="10902"/>
                  </a:lnTo>
                  <a:lnTo>
                    <a:pt x="2410" y="8206"/>
                  </a:lnTo>
                  <a:lnTo>
                    <a:pt x="2000" y="7055"/>
                  </a:lnTo>
                  <a:lnTo>
                    <a:pt x="1153" y="8062"/>
                  </a:lnTo>
                  <a:lnTo>
                    <a:pt x="811" y="8229"/>
                  </a:lnTo>
                  <a:lnTo>
                    <a:pt x="0" y="6019"/>
                  </a:lnTo>
                  <a:lnTo>
                    <a:pt x="384" y="1529"/>
                  </a:lnTo>
                  <a:lnTo>
                    <a:pt x="585" y="245"/>
                  </a:lnTo>
                  <a:lnTo>
                    <a:pt x="1246" y="0"/>
                  </a:lnTo>
                  <a:lnTo>
                    <a:pt x="2245" y="1180"/>
                  </a:lnTo>
                  <a:close/>
                </a:path>
              </a:pathLst>
            </a:custGeom>
            <a:solidFill>
              <a:srgbClr val="F4F9F3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8" name="pg1607"/>
            <p:cNvSpPr/>
            <p:nvPr/>
          </p:nvSpPr>
          <p:spPr>
            <a:xfrm>
              <a:off x="5370146" y="4095702"/>
              <a:ext cx="1701" cy="3768"/>
            </a:xfrm>
            <a:custGeom>
              <a:avLst/>
              <a:pathLst>
                <a:path w="1701" h="3768">
                  <a:moveTo>
                    <a:pt x="1513" y="3001"/>
                  </a:moveTo>
                  <a:lnTo>
                    <a:pt x="1292" y="3768"/>
                  </a:lnTo>
                  <a:lnTo>
                    <a:pt x="0" y="1852"/>
                  </a:lnTo>
                  <a:lnTo>
                    <a:pt x="296" y="0"/>
                  </a:lnTo>
                  <a:lnTo>
                    <a:pt x="1701" y="663"/>
                  </a:lnTo>
                  <a:close/>
                </a:path>
              </a:pathLst>
            </a:custGeom>
            <a:solidFill>
              <a:srgbClr val="F4F9F3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9" name="pg1608"/>
            <p:cNvSpPr/>
            <p:nvPr/>
          </p:nvSpPr>
          <p:spPr>
            <a:xfrm>
              <a:off x="5382675" y="4090952"/>
              <a:ext cx="1766" cy="15065"/>
            </a:xfrm>
            <a:custGeom>
              <a:avLst/>
              <a:pathLst>
                <a:path w="1766" h="15065">
                  <a:moveTo>
                    <a:pt x="1097" y="15028"/>
                  </a:moveTo>
                  <a:lnTo>
                    <a:pt x="893" y="15065"/>
                  </a:lnTo>
                  <a:lnTo>
                    <a:pt x="687" y="13706"/>
                  </a:lnTo>
                  <a:lnTo>
                    <a:pt x="0" y="6472"/>
                  </a:lnTo>
                  <a:lnTo>
                    <a:pt x="452" y="0"/>
                  </a:lnTo>
                  <a:lnTo>
                    <a:pt x="739" y="1370"/>
                  </a:lnTo>
                  <a:lnTo>
                    <a:pt x="1766" y="12719"/>
                  </a:lnTo>
                  <a:lnTo>
                    <a:pt x="1626" y="14578"/>
                  </a:lnTo>
                  <a:close/>
                </a:path>
              </a:pathLst>
            </a:custGeom>
            <a:solidFill>
              <a:srgbClr val="F4F9F3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0" name="pg1609"/>
            <p:cNvSpPr/>
            <p:nvPr/>
          </p:nvSpPr>
          <p:spPr>
            <a:xfrm>
              <a:off x="5377208" y="4085674"/>
              <a:ext cx="4001" cy="5869"/>
            </a:xfrm>
            <a:custGeom>
              <a:avLst/>
              <a:pathLst>
                <a:path w="4001" h="5869">
                  <a:moveTo>
                    <a:pt x="2889" y="4513"/>
                  </a:moveTo>
                  <a:lnTo>
                    <a:pt x="2071" y="5869"/>
                  </a:lnTo>
                  <a:lnTo>
                    <a:pt x="560" y="5739"/>
                  </a:lnTo>
                  <a:lnTo>
                    <a:pt x="0" y="4974"/>
                  </a:lnTo>
                  <a:lnTo>
                    <a:pt x="1853" y="851"/>
                  </a:lnTo>
                  <a:lnTo>
                    <a:pt x="4001" y="0"/>
                  </a:lnTo>
                  <a:close/>
                </a:path>
              </a:pathLst>
            </a:custGeom>
            <a:solidFill>
              <a:srgbClr val="F4F9F3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1" name="pg1610"/>
            <p:cNvSpPr/>
            <p:nvPr/>
          </p:nvSpPr>
          <p:spPr>
            <a:xfrm>
              <a:off x="5382448" y="4076905"/>
              <a:ext cx="1035" cy="11943"/>
            </a:xfrm>
            <a:custGeom>
              <a:avLst/>
              <a:pathLst>
                <a:path w="1035" h="11943">
                  <a:moveTo>
                    <a:pt x="1035" y="10114"/>
                  </a:moveTo>
                  <a:lnTo>
                    <a:pt x="824" y="11943"/>
                  </a:lnTo>
                  <a:lnTo>
                    <a:pt x="320" y="9825"/>
                  </a:lnTo>
                  <a:lnTo>
                    <a:pt x="0" y="891"/>
                  </a:lnTo>
                  <a:lnTo>
                    <a:pt x="131" y="63"/>
                  </a:lnTo>
                  <a:lnTo>
                    <a:pt x="392" y="0"/>
                  </a:lnTo>
                  <a:lnTo>
                    <a:pt x="1008" y="6218"/>
                  </a:lnTo>
                  <a:close/>
                </a:path>
              </a:pathLst>
            </a:custGeom>
            <a:solidFill>
              <a:srgbClr val="F4F9F3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2" name="pg1611"/>
            <p:cNvSpPr/>
            <p:nvPr/>
          </p:nvSpPr>
          <p:spPr>
            <a:xfrm>
              <a:off x="5363215" y="4066565"/>
              <a:ext cx="8222" cy="29499"/>
            </a:xfrm>
            <a:custGeom>
              <a:avLst/>
              <a:pathLst>
                <a:path w="8222" h="29499">
                  <a:moveTo>
                    <a:pt x="2677" y="5624"/>
                  </a:moveTo>
                  <a:lnTo>
                    <a:pt x="3462" y="15392"/>
                  </a:lnTo>
                  <a:lnTo>
                    <a:pt x="4376" y="15371"/>
                  </a:lnTo>
                  <a:lnTo>
                    <a:pt x="4842" y="14852"/>
                  </a:lnTo>
                  <a:lnTo>
                    <a:pt x="5380" y="12564"/>
                  </a:lnTo>
                  <a:lnTo>
                    <a:pt x="5621" y="8968"/>
                  </a:lnTo>
                  <a:lnTo>
                    <a:pt x="6099" y="8454"/>
                  </a:lnTo>
                  <a:lnTo>
                    <a:pt x="6696" y="8838"/>
                  </a:lnTo>
                  <a:lnTo>
                    <a:pt x="6437" y="9984"/>
                  </a:lnTo>
                  <a:lnTo>
                    <a:pt x="6611" y="12861"/>
                  </a:lnTo>
                  <a:lnTo>
                    <a:pt x="7073" y="14451"/>
                  </a:lnTo>
                  <a:lnTo>
                    <a:pt x="7380" y="14739"/>
                  </a:lnTo>
                  <a:lnTo>
                    <a:pt x="7994" y="22257"/>
                  </a:lnTo>
                  <a:lnTo>
                    <a:pt x="8222" y="23832"/>
                  </a:lnTo>
                  <a:lnTo>
                    <a:pt x="8208" y="25093"/>
                  </a:lnTo>
                  <a:lnTo>
                    <a:pt x="6920" y="27904"/>
                  </a:lnTo>
                  <a:lnTo>
                    <a:pt x="5003" y="27820"/>
                  </a:lnTo>
                  <a:lnTo>
                    <a:pt x="3652" y="29499"/>
                  </a:lnTo>
                  <a:lnTo>
                    <a:pt x="2830" y="29390"/>
                  </a:lnTo>
                  <a:lnTo>
                    <a:pt x="2838" y="27488"/>
                  </a:lnTo>
                  <a:lnTo>
                    <a:pt x="2106" y="25976"/>
                  </a:lnTo>
                  <a:lnTo>
                    <a:pt x="1279" y="22738"/>
                  </a:lnTo>
                  <a:lnTo>
                    <a:pt x="1483" y="16990"/>
                  </a:lnTo>
                  <a:lnTo>
                    <a:pt x="14" y="6310"/>
                  </a:lnTo>
                  <a:lnTo>
                    <a:pt x="0" y="3641"/>
                  </a:lnTo>
                  <a:lnTo>
                    <a:pt x="503" y="155"/>
                  </a:lnTo>
                  <a:lnTo>
                    <a:pt x="996" y="0"/>
                  </a:lnTo>
                  <a:lnTo>
                    <a:pt x="1663" y="2911"/>
                  </a:lnTo>
                  <a:close/>
                </a:path>
              </a:pathLst>
            </a:custGeom>
            <a:solidFill>
              <a:srgbClr val="F4F9F3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3" name="pg1612"/>
            <p:cNvSpPr/>
            <p:nvPr/>
          </p:nvSpPr>
          <p:spPr>
            <a:xfrm>
              <a:off x="5373909" y="4051958"/>
              <a:ext cx="2381" cy="5006"/>
            </a:xfrm>
            <a:custGeom>
              <a:avLst/>
              <a:pathLst>
                <a:path w="2381" h="5006">
                  <a:moveTo>
                    <a:pt x="2210" y="3508"/>
                  </a:moveTo>
                  <a:lnTo>
                    <a:pt x="1703" y="5006"/>
                  </a:lnTo>
                  <a:lnTo>
                    <a:pt x="326" y="4513"/>
                  </a:lnTo>
                  <a:lnTo>
                    <a:pt x="0" y="4117"/>
                  </a:lnTo>
                  <a:lnTo>
                    <a:pt x="88" y="1633"/>
                  </a:lnTo>
                  <a:lnTo>
                    <a:pt x="433" y="776"/>
                  </a:lnTo>
                  <a:lnTo>
                    <a:pt x="1254" y="0"/>
                  </a:lnTo>
                  <a:lnTo>
                    <a:pt x="2381" y="1229"/>
                  </a:lnTo>
                  <a:close/>
                </a:path>
              </a:pathLst>
            </a:custGeom>
            <a:solidFill>
              <a:srgbClr val="F4F9F3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4" name="pg1613"/>
            <p:cNvSpPr/>
            <p:nvPr/>
          </p:nvSpPr>
          <p:spPr>
            <a:xfrm>
              <a:off x="5373766" y="4039172"/>
              <a:ext cx="1970" cy="6134"/>
            </a:xfrm>
            <a:custGeom>
              <a:avLst/>
              <a:pathLst>
                <a:path w="1970" h="6134">
                  <a:moveTo>
                    <a:pt x="1182" y="5843"/>
                  </a:moveTo>
                  <a:lnTo>
                    <a:pt x="1004" y="6134"/>
                  </a:lnTo>
                  <a:lnTo>
                    <a:pt x="722" y="5906"/>
                  </a:lnTo>
                  <a:lnTo>
                    <a:pt x="0" y="2331"/>
                  </a:lnTo>
                  <a:lnTo>
                    <a:pt x="183" y="1139"/>
                  </a:lnTo>
                  <a:lnTo>
                    <a:pt x="1087" y="0"/>
                  </a:lnTo>
                  <a:lnTo>
                    <a:pt x="1894" y="1985"/>
                  </a:lnTo>
                  <a:lnTo>
                    <a:pt x="1970" y="3087"/>
                  </a:lnTo>
                  <a:lnTo>
                    <a:pt x="1964" y="4025"/>
                  </a:lnTo>
                  <a:lnTo>
                    <a:pt x="1841" y="4836"/>
                  </a:lnTo>
                  <a:lnTo>
                    <a:pt x="1301" y="5173"/>
                  </a:lnTo>
                  <a:close/>
                </a:path>
              </a:pathLst>
            </a:custGeom>
            <a:solidFill>
              <a:srgbClr val="F4F9F3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5" name="pg1614"/>
            <p:cNvSpPr/>
            <p:nvPr/>
          </p:nvSpPr>
          <p:spPr>
            <a:xfrm>
              <a:off x="1162033" y="4054601"/>
              <a:ext cx="1837" cy="2755"/>
            </a:xfrm>
            <a:custGeom>
              <a:avLst/>
              <a:pathLst>
                <a:path w="1837" h="2755">
                  <a:moveTo>
                    <a:pt x="1800" y="2562"/>
                  </a:moveTo>
                  <a:lnTo>
                    <a:pt x="1110" y="2755"/>
                  </a:lnTo>
                  <a:lnTo>
                    <a:pt x="436" y="2371"/>
                  </a:lnTo>
                  <a:lnTo>
                    <a:pt x="0" y="704"/>
                  </a:lnTo>
                  <a:lnTo>
                    <a:pt x="199" y="0"/>
                  </a:lnTo>
                  <a:lnTo>
                    <a:pt x="635" y="323"/>
                  </a:lnTo>
                  <a:lnTo>
                    <a:pt x="1089" y="1552"/>
                  </a:lnTo>
                  <a:lnTo>
                    <a:pt x="1837" y="2115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6" name="pg1615"/>
            <p:cNvSpPr/>
            <p:nvPr/>
          </p:nvSpPr>
          <p:spPr>
            <a:xfrm>
              <a:off x="1186396" y="4024758"/>
              <a:ext cx="819" cy="3523"/>
            </a:xfrm>
            <a:custGeom>
              <a:avLst/>
              <a:pathLst>
                <a:path w="819" h="3523">
                  <a:moveTo>
                    <a:pt x="423" y="3283"/>
                  </a:moveTo>
                  <a:lnTo>
                    <a:pt x="225" y="3523"/>
                  </a:lnTo>
                  <a:lnTo>
                    <a:pt x="0" y="2363"/>
                  </a:lnTo>
                  <a:lnTo>
                    <a:pt x="294" y="617"/>
                  </a:lnTo>
                  <a:lnTo>
                    <a:pt x="577" y="0"/>
                  </a:lnTo>
                  <a:lnTo>
                    <a:pt x="819" y="1373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7" name="pg1616"/>
            <p:cNvSpPr/>
            <p:nvPr/>
          </p:nvSpPr>
          <p:spPr>
            <a:xfrm>
              <a:off x="1236966" y="4042057"/>
              <a:ext cx="7267" cy="7095"/>
            </a:xfrm>
            <a:custGeom>
              <a:avLst/>
              <a:pathLst>
                <a:path w="7267" h="7095">
                  <a:moveTo>
                    <a:pt x="7212" y="7072"/>
                  </a:moveTo>
                  <a:lnTo>
                    <a:pt x="3871" y="7095"/>
                  </a:lnTo>
                  <a:lnTo>
                    <a:pt x="2219" y="5759"/>
                  </a:lnTo>
                  <a:lnTo>
                    <a:pt x="1632" y="5748"/>
                  </a:lnTo>
                  <a:lnTo>
                    <a:pt x="217" y="2946"/>
                  </a:lnTo>
                  <a:lnTo>
                    <a:pt x="0" y="1477"/>
                  </a:lnTo>
                  <a:lnTo>
                    <a:pt x="743" y="510"/>
                  </a:lnTo>
                  <a:lnTo>
                    <a:pt x="2288" y="0"/>
                  </a:lnTo>
                  <a:lnTo>
                    <a:pt x="5386" y="2129"/>
                  </a:lnTo>
                  <a:lnTo>
                    <a:pt x="5855" y="4016"/>
                  </a:lnTo>
                  <a:lnTo>
                    <a:pt x="6569" y="4218"/>
                  </a:lnTo>
                  <a:lnTo>
                    <a:pt x="7123" y="5038"/>
                  </a:lnTo>
                  <a:lnTo>
                    <a:pt x="7267" y="6362"/>
                  </a:lnTo>
                  <a:close/>
                </a:path>
              </a:pathLst>
            </a:custGeom>
            <a:solidFill>
              <a:srgbClr val="EDF5E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8" name="pg1617"/>
            <p:cNvSpPr/>
            <p:nvPr/>
          </p:nvSpPr>
          <p:spPr>
            <a:xfrm>
              <a:off x="1228038" y="4031955"/>
              <a:ext cx="7332" cy="10018"/>
            </a:xfrm>
            <a:custGeom>
              <a:avLst/>
              <a:pathLst>
                <a:path w="7332" h="10018">
                  <a:moveTo>
                    <a:pt x="5423" y="0"/>
                  </a:moveTo>
                  <a:lnTo>
                    <a:pt x="6787" y="2787"/>
                  </a:lnTo>
                  <a:lnTo>
                    <a:pt x="7332" y="6484"/>
                  </a:lnTo>
                  <a:lnTo>
                    <a:pt x="6746" y="10018"/>
                  </a:lnTo>
                  <a:lnTo>
                    <a:pt x="5455" y="9144"/>
                  </a:lnTo>
                  <a:lnTo>
                    <a:pt x="3583" y="9897"/>
                  </a:lnTo>
                  <a:lnTo>
                    <a:pt x="2959" y="9646"/>
                  </a:lnTo>
                  <a:lnTo>
                    <a:pt x="1459" y="5306"/>
                  </a:lnTo>
                  <a:lnTo>
                    <a:pt x="419" y="3353"/>
                  </a:lnTo>
                  <a:lnTo>
                    <a:pt x="0" y="1523"/>
                  </a:lnTo>
                  <a:lnTo>
                    <a:pt x="1327" y="1731"/>
                  </a:lnTo>
                  <a:lnTo>
                    <a:pt x="3261" y="519"/>
                  </a:lnTo>
                  <a:close/>
                </a:path>
              </a:pathLst>
            </a:custGeom>
            <a:solidFill>
              <a:srgbClr val="EDF5E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9" name="pg1618"/>
            <p:cNvSpPr/>
            <p:nvPr/>
          </p:nvSpPr>
          <p:spPr>
            <a:xfrm>
              <a:off x="3983498" y="3258331"/>
              <a:ext cx="14567" cy="11724"/>
            </a:xfrm>
            <a:custGeom>
              <a:avLst/>
              <a:pathLst>
                <a:path w="14567" h="11724">
                  <a:moveTo>
                    <a:pt x="5452" y="2333"/>
                  </a:moveTo>
                  <a:lnTo>
                    <a:pt x="6203" y="2687"/>
                  </a:lnTo>
                  <a:lnTo>
                    <a:pt x="7345" y="1664"/>
                  </a:lnTo>
                  <a:lnTo>
                    <a:pt x="10622" y="1529"/>
                  </a:lnTo>
                  <a:lnTo>
                    <a:pt x="14567" y="4816"/>
                  </a:lnTo>
                  <a:lnTo>
                    <a:pt x="13822" y="5683"/>
                  </a:lnTo>
                  <a:lnTo>
                    <a:pt x="13380" y="6869"/>
                  </a:lnTo>
                  <a:lnTo>
                    <a:pt x="11644" y="7952"/>
                  </a:lnTo>
                  <a:lnTo>
                    <a:pt x="9916" y="10493"/>
                  </a:lnTo>
                  <a:lnTo>
                    <a:pt x="4911" y="11724"/>
                  </a:lnTo>
                  <a:lnTo>
                    <a:pt x="3443" y="11036"/>
                  </a:lnTo>
                  <a:lnTo>
                    <a:pt x="2237" y="8581"/>
                  </a:lnTo>
                  <a:lnTo>
                    <a:pt x="0" y="5396"/>
                  </a:lnTo>
                  <a:lnTo>
                    <a:pt x="885" y="3366"/>
                  </a:lnTo>
                  <a:lnTo>
                    <a:pt x="1073" y="2435"/>
                  </a:lnTo>
                  <a:lnTo>
                    <a:pt x="1403" y="1542"/>
                  </a:lnTo>
                  <a:lnTo>
                    <a:pt x="2670" y="0"/>
                  </a:lnTo>
                  <a:lnTo>
                    <a:pt x="3932" y="248"/>
                  </a:lnTo>
                  <a:close/>
                </a:path>
              </a:pathLst>
            </a:custGeom>
            <a:solidFill>
              <a:srgbClr val="DDEC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0" name="pg1619"/>
            <p:cNvSpPr/>
            <p:nvPr/>
          </p:nvSpPr>
          <p:spPr>
            <a:xfrm>
              <a:off x="3853995" y="3227201"/>
              <a:ext cx="1272" cy="2826"/>
            </a:xfrm>
            <a:custGeom>
              <a:avLst/>
              <a:pathLst>
                <a:path w="1272" h="2826">
                  <a:moveTo>
                    <a:pt x="805" y="1920"/>
                  </a:moveTo>
                  <a:lnTo>
                    <a:pt x="0" y="2826"/>
                  </a:lnTo>
                  <a:lnTo>
                    <a:pt x="551" y="481"/>
                  </a:lnTo>
                  <a:lnTo>
                    <a:pt x="1115" y="0"/>
                  </a:lnTo>
                  <a:lnTo>
                    <a:pt x="1272" y="93"/>
                  </a:lnTo>
                  <a:close/>
                </a:path>
              </a:pathLst>
            </a:custGeom>
            <a:solidFill>
              <a:srgbClr val="DDEC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1" name="pg1620"/>
            <p:cNvSpPr/>
            <p:nvPr/>
          </p:nvSpPr>
          <p:spPr>
            <a:xfrm>
              <a:off x="3854048" y="3218389"/>
              <a:ext cx="1271" cy="3464"/>
            </a:xfrm>
            <a:custGeom>
              <a:avLst/>
              <a:pathLst>
                <a:path w="1271" h="3464">
                  <a:moveTo>
                    <a:pt x="1137" y="2836"/>
                  </a:moveTo>
                  <a:lnTo>
                    <a:pt x="977" y="3464"/>
                  </a:lnTo>
                  <a:lnTo>
                    <a:pt x="755" y="3327"/>
                  </a:lnTo>
                  <a:lnTo>
                    <a:pt x="0" y="1760"/>
                  </a:lnTo>
                  <a:lnTo>
                    <a:pt x="829" y="0"/>
                  </a:lnTo>
                  <a:lnTo>
                    <a:pt x="1271" y="1631"/>
                  </a:lnTo>
                  <a:close/>
                </a:path>
              </a:pathLst>
            </a:custGeom>
            <a:solidFill>
              <a:srgbClr val="DDEC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2" name="pg1621"/>
            <p:cNvSpPr/>
            <p:nvPr/>
          </p:nvSpPr>
          <p:spPr>
            <a:xfrm>
              <a:off x="3852280" y="3178054"/>
              <a:ext cx="920" cy="4471"/>
            </a:xfrm>
            <a:custGeom>
              <a:avLst/>
              <a:pathLst>
                <a:path w="920" h="4471">
                  <a:moveTo>
                    <a:pt x="502" y="3814"/>
                  </a:moveTo>
                  <a:lnTo>
                    <a:pt x="117" y="4471"/>
                  </a:lnTo>
                  <a:lnTo>
                    <a:pt x="0" y="3322"/>
                  </a:lnTo>
                  <a:lnTo>
                    <a:pt x="252" y="744"/>
                  </a:lnTo>
                  <a:lnTo>
                    <a:pt x="649" y="0"/>
                  </a:lnTo>
                  <a:lnTo>
                    <a:pt x="920" y="1907"/>
                  </a:lnTo>
                  <a:lnTo>
                    <a:pt x="748" y="2962"/>
                  </a:lnTo>
                  <a:close/>
                </a:path>
              </a:pathLst>
            </a:custGeom>
            <a:solidFill>
              <a:srgbClr val="DDEC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3" name="pg1622"/>
            <p:cNvSpPr/>
            <p:nvPr/>
          </p:nvSpPr>
          <p:spPr>
            <a:xfrm>
              <a:off x="3853606" y="3072752"/>
              <a:ext cx="127086" cy="188773"/>
            </a:xfrm>
            <a:custGeom>
              <a:avLst/>
              <a:pathLst>
                <a:path w="127086" h="188773">
                  <a:moveTo>
                    <a:pt x="127086" y="69373"/>
                  </a:moveTo>
                  <a:lnTo>
                    <a:pt x="120941" y="74634"/>
                  </a:lnTo>
                  <a:lnTo>
                    <a:pt x="119320" y="76971"/>
                  </a:lnTo>
                  <a:lnTo>
                    <a:pt x="117849" y="79858"/>
                  </a:lnTo>
                  <a:lnTo>
                    <a:pt x="116747" y="83468"/>
                  </a:lnTo>
                  <a:lnTo>
                    <a:pt x="115976" y="89808"/>
                  </a:lnTo>
                  <a:lnTo>
                    <a:pt x="116561" y="95607"/>
                  </a:lnTo>
                  <a:lnTo>
                    <a:pt x="116505" y="98712"/>
                  </a:lnTo>
                  <a:lnTo>
                    <a:pt x="114919" y="100768"/>
                  </a:lnTo>
                  <a:lnTo>
                    <a:pt x="113438" y="102252"/>
                  </a:lnTo>
                  <a:lnTo>
                    <a:pt x="111792" y="104510"/>
                  </a:lnTo>
                  <a:lnTo>
                    <a:pt x="110791" y="105076"/>
                  </a:lnTo>
                  <a:lnTo>
                    <a:pt x="109974" y="106880"/>
                  </a:lnTo>
                  <a:lnTo>
                    <a:pt x="109025" y="108129"/>
                  </a:lnTo>
                  <a:lnTo>
                    <a:pt x="105597" y="111396"/>
                  </a:lnTo>
                  <a:lnTo>
                    <a:pt x="101852" y="113922"/>
                  </a:lnTo>
                  <a:lnTo>
                    <a:pt x="95904" y="116953"/>
                  </a:lnTo>
                  <a:lnTo>
                    <a:pt x="93607" y="120233"/>
                  </a:lnTo>
                  <a:lnTo>
                    <a:pt x="91514" y="122484"/>
                  </a:lnTo>
                  <a:lnTo>
                    <a:pt x="88339" y="123160"/>
                  </a:lnTo>
                  <a:lnTo>
                    <a:pt x="83979" y="126284"/>
                  </a:lnTo>
                  <a:lnTo>
                    <a:pt x="81557" y="128785"/>
                  </a:lnTo>
                  <a:lnTo>
                    <a:pt x="78547" y="132855"/>
                  </a:lnTo>
                  <a:lnTo>
                    <a:pt x="77879" y="134143"/>
                  </a:lnTo>
                  <a:lnTo>
                    <a:pt x="77350" y="137140"/>
                  </a:lnTo>
                  <a:lnTo>
                    <a:pt x="76424" y="139727"/>
                  </a:lnTo>
                  <a:lnTo>
                    <a:pt x="74612" y="143970"/>
                  </a:lnTo>
                  <a:lnTo>
                    <a:pt x="73251" y="146149"/>
                  </a:lnTo>
                  <a:lnTo>
                    <a:pt x="72342" y="146264"/>
                  </a:lnTo>
                  <a:lnTo>
                    <a:pt x="70578" y="147456"/>
                  </a:lnTo>
                  <a:lnTo>
                    <a:pt x="68492" y="147700"/>
                  </a:lnTo>
                  <a:lnTo>
                    <a:pt x="64983" y="146210"/>
                  </a:lnTo>
                  <a:lnTo>
                    <a:pt x="64082" y="147251"/>
                  </a:lnTo>
                  <a:lnTo>
                    <a:pt x="63340" y="148903"/>
                  </a:lnTo>
                  <a:lnTo>
                    <a:pt x="60638" y="151814"/>
                  </a:lnTo>
                  <a:lnTo>
                    <a:pt x="57888" y="157630"/>
                  </a:lnTo>
                  <a:lnTo>
                    <a:pt x="55875" y="159173"/>
                  </a:lnTo>
                  <a:lnTo>
                    <a:pt x="52622" y="161003"/>
                  </a:lnTo>
                  <a:lnTo>
                    <a:pt x="50346" y="163422"/>
                  </a:lnTo>
                  <a:lnTo>
                    <a:pt x="48817" y="164394"/>
                  </a:lnTo>
                  <a:lnTo>
                    <a:pt x="46849" y="164900"/>
                  </a:lnTo>
                  <a:lnTo>
                    <a:pt x="43207" y="164656"/>
                  </a:lnTo>
                  <a:lnTo>
                    <a:pt x="39753" y="165529"/>
                  </a:lnTo>
                  <a:lnTo>
                    <a:pt x="36555" y="167171"/>
                  </a:lnTo>
                  <a:lnTo>
                    <a:pt x="35052" y="170280"/>
                  </a:lnTo>
                  <a:lnTo>
                    <a:pt x="33341" y="175199"/>
                  </a:lnTo>
                  <a:lnTo>
                    <a:pt x="30541" y="177230"/>
                  </a:lnTo>
                  <a:lnTo>
                    <a:pt x="29882" y="178995"/>
                  </a:lnTo>
                  <a:lnTo>
                    <a:pt x="29015" y="182621"/>
                  </a:lnTo>
                  <a:lnTo>
                    <a:pt x="27202" y="183557"/>
                  </a:lnTo>
                  <a:lnTo>
                    <a:pt x="25562" y="184160"/>
                  </a:lnTo>
                  <a:lnTo>
                    <a:pt x="23886" y="182580"/>
                  </a:lnTo>
                  <a:lnTo>
                    <a:pt x="20726" y="186956"/>
                  </a:lnTo>
                  <a:lnTo>
                    <a:pt x="19530" y="187681"/>
                  </a:lnTo>
                  <a:lnTo>
                    <a:pt x="17716" y="187857"/>
                  </a:lnTo>
                  <a:lnTo>
                    <a:pt x="16428" y="188773"/>
                  </a:lnTo>
                  <a:lnTo>
                    <a:pt x="15501" y="188512"/>
                  </a:lnTo>
                  <a:lnTo>
                    <a:pt x="14350" y="186801"/>
                  </a:lnTo>
                  <a:lnTo>
                    <a:pt x="11901" y="184730"/>
                  </a:lnTo>
                  <a:lnTo>
                    <a:pt x="10112" y="186079"/>
                  </a:lnTo>
                  <a:lnTo>
                    <a:pt x="9962" y="181937"/>
                  </a:lnTo>
                  <a:lnTo>
                    <a:pt x="6996" y="169288"/>
                  </a:lnTo>
                  <a:lnTo>
                    <a:pt x="7614" y="158273"/>
                  </a:lnTo>
                  <a:lnTo>
                    <a:pt x="7612" y="156716"/>
                  </a:lnTo>
                  <a:lnTo>
                    <a:pt x="7023" y="151799"/>
                  </a:lnTo>
                  <a:lnTo>
                    <a:pt x="5255" y="147306"/>
                  </a:lnTo>
                  <a:lnTo>
                    <a:pt x="5308" y="141613"/>
                  </a:lnTo>
                  <a:lnTo>
                    <a:pt x="4716" y="137538"/>
                  </a:lnTo>
                  <a:lnTo>
                    <a:pt x="4246" y="133355"/>
                  </a:lnTo>
                  <a:lnTo>
                    <a:pt x="4398" y="132242"/>
                  </a:lnTo>
                  <a:lnTo>
                    <a:pt x="4427" y="131234"/>
                  </a:lnTo>
                  <a:lnTo>
                    <a:pt x="3524" y="124785"/>
                  </a:lnTo>
                  <a:lnTo>
                    <a:pt x="3221" y="123478"/>
                  </a:lnTo>
                  <a:lnTo>
                    <a:pt x="3109" y="122127"/>
                  </a:lnTo>
                  <a:lnTo>
                    <a:pt x="3406" y="121094"/>
                  </a:lnTo>
                  <a:lnTo>
                    <a:pt x="3395" y="119897"/>
                  </a:lnTo>
                  <a:lnTo>
                    <a:pt x="2915" y="117917"/>
                  </a:lnTo>
                  <a:lnTo>
                    <a:pt x="2411" y="114153"/>
                  </a:lnTo>
                  <a:lnTo>
                    <a:pt x="0" y="111202"/>
                  </a:lnTo>
                  <a:lnTo>
                    <a:pt x="487" y="108439"/>
                  </a:lnTo>
                  <a:lnTo>
                    <a:pt x="958" y="109407"/>
                  </a:lnTo>
                  <a:lnTo>
                    <a:pt x="1592" y="110230"/>
                  </a:lnTo>
                  <a:lnTo>
                    <a:pt x="1720" y="108441"/>
                  </a:lnTo>
                  <a:lnTo>
                    <a:pt x="1731" y="107100"/>
                  </a:lnTo>
                  <a:lnTo>
                    <a:pt x="723" y="98738"/>
                  </a:lnTo>
                  <a:lnTo>
                    <a:pt x="2216" y="87586"/>
                  </a:lnTo>
                  <a:lnTo>
                    <a:pt x="1724" y="77547"/>
                  </a:lnTo>
                  <a:lnTo>
                    <a:pt x="4003" y="73490"/>
                  </a:lnTo>
                  <a:lnTo>
                    <a:pt x="4579" y="72269"/>
                  </a:lnTo>
                  <a:lnTo>
                    <a:pt x="4910" y="71199"/>
                  </a:lnTo>
                  <a:lnTo>
                    <a:pt x="5447" y="68907"/>
                  </a:lnTo>
                  <a:lnTo>
                    <a:pt x="6181" y="68161"/>
                  </a:lnTo>
                  <a:lnTo>
                    <a:pt x="6441" y="65750"/>
                  </a:lnTo>
                  <a:lnTo>
                    <a:pt x="6418" y="64544"/>
                  </a:lnTo>
                  <a:lnTo>
                    <a:pt x="5944" y="63511"/>
                  </a:lnTo>
                  <a:lnTo>
                    <a:pt x="5590" y="60698"/>
                  </a:lnTo>
                  <a:lnTo>
                    <a:pt x="5707" y="57138"/>
                  </a:lnTo>
                  <a:lnTo>
                    <a:pt x="5826" y="55645"/>
                  </a:lnTo>
                  <a:lnTo>
                    <a:pt x="6070" y="52925"/>
                  </a:lnTo>
                  <a:lnTo>
                    <a:pt x="6868" y="51914"/>
                  </a:lnTo>
                  <a:lnTo>
                    <a:pt x="7057" y="51110"/>
                  </a:lnTo>
                  <a:lnTo>
                    <a:pt x="6441" y="49389"/>
                  </a:lnTo>
                  <a:lnTo>
                    <a:pt x="6497" y="48364"/>
                  </a:lnTo>
                  <a:lnTo>
                    <a:pt x="7852" y="45486"/>
                  </a:lnTo>
                  <a:lnTo>
                    <a:pt x="8388" y="44622"/>
                  </a:lnTo>
                  <a:lnTo>
                    <a:pt x="9264" y="43729"/>
                  </a:lnTo>
                  <a:lnTo>
                    <a:pt x="9949" y="43739"/>
                  </a:lnTo>
                  <a:lnTo>
                    <a:pt x="10742" y="44247"/>
                  </a:lnTo>
                  <a:lnTo>
                    <a:pt x="11449" y="45053"/>
                  </a:lnTo>
                  <a:lnTo>
                    <a:pt x="12133" y="46518"/>
                  </a:lnTo>
                  <a:lnTo>
                    <a:pt x="12859" y="48183"/>
                  </a:lnTo>
                  <a:lnTo>
                    <a:pt x="13972" y="48815"/>
                  </a:lnTo>
                  <a:lnTo>
                    <a:pt x="14729" y="48653"/>
                  </a:lnTo>
                  <a:lnTo>
                    <a:pt x="15345" y="49389"/>
                  </a:lnTo>
                  <a:lnTo>
                    <a:pt x="15865" y="48986"/>
                  </a:lnTo>
                  <a:lnTo>
                    <a:pt x="16457" y="48125"/>
                  </a:lnTo>
                  <a:lnTo>
                    <a:pt x="17404" y="48183"/>
                  </a:lnTo>
                  <a:lnTo>
                    <a:pt x="18258" y="47207"/>
                  </a:lnTo>
                  <a:lnTo>
                    <a:pt x="20680" y="46740"/>
                  </a:lnTo>
                  <a:lnTo>
                    <a:pt x="23017" y="47036"/>
                  </a:lnTo>
                  <a:lnTo>
                    <a:pt x="25458" y="46228"/>
                  </a:lnTo>
                  <a:lnTo>
                    <a:pt x="27892" y="46290"/>
                  </a:lnTo>
                  <a:lnTo>
                    <a:pt x="30348" y="46353"/>
                  </a:lnTo>
                  <a:lnTo>
                    <a:pt x="30894" y="46473"/>
                  </a:lnTo>
                  <a:lnTo>
                    <a:pt x="31428" y="46981"/>
                  </a:lnTo>
                  <a:lnTo>
                    <a:pt x="33499" y="49535"/>
                  </a:lnTo>
                  <a:lnTo>
                    <a:pt x="35069" y="50058"/>
                  </a:lnTo>
                  <a:lnTo>
                    <a:pt x="38226" y="50757"/>
                  </a:lnTo>
                  <a:lnTo>
                    <a:pt x="41594" y="51503"/>
                  </a:lnTo>
                  <a:lnTo>
                    <a:pt x="44514" y="52149"/>
                  </a:lnTo>
                  <a:lnTo>
                    <a:pt x="46989" y="51547"/>
                  </a:lnTo>
                  <a:lnTo>
                    <a:pt x="49043" y="51048"/>
                  </a:lnTo>
                  <a:lnTo>
                    <a:pt x="49599" y="51136"/>
                  </a:lnTo>
                  <a:lnTo>
                    <a:pt x="50219" y="52716"/>
                  </a:lnTo>
                  <a:lnTo>
                    <a:pt x="51456" y="56649"/>
                  </a:lnTo>
                  <a:lnTo>
                    <a:pt x="52622" y="60359"/>
                  </a:lnTo>
                  <a:lnTo>
                    <a:pt x="54668" y="60559"/>
                  </a:lnTo>
                  <a:lnTo>
                    <a:pt x="55981" y="59163"/>
                  </a:lnTo>
                  <a:lnTo>
                    <a:pt x="57423" y="57199"/>
                  </a:lnTo>
                  <a:lnTo>
                    <a:pt x="58303" y="55678"/>
                  </a:lnTo>
                  <a:lnTo>
                    <a:pt x="59322" y="49643"/>
                  </a:lnTo>
                  <a:lnTo>
                    <a:pt x="59982" y="45736"/>
                  </a:lnTo>
                  <a:lnTo>
                    <a:pt x="61495" y="41348"/>
                  </a:lnTo>
                  <a:lnTo>
                    <a:pt x="62764" y="37676"/>
                  </a:lnTo>
                  <a:lnTo>
                    <a:pt x="64442" y="32808"/>
                  </a:lnTo>
                  <a:lnTo>
                    <a:pt x="65370" y="30116"/>
                  </a:lnTo>
                  <a:lnTo>
                    <a:pt x="67204" y="24797"/>
                  </a:lnTo>
                  <a:lnTo>
                    <a:pt x="68955" y="22725"/>
                  </a:lnTo>
                  <a:lnTo>
                    <a:pt x="72332" y="18726"/>
                  </a:lnTo>
                  <a:lnTo>
                    <a:pt x="75646" y="14801"/>
                  </a:lnTo>
                  <a:lnTo>
                    <a:pt x="77805" y="12243"/>
                  </a:lnTo>
                  <a:lnTo>
                    <a:pt x="79638" y="11075"/>
                  </a:lnTo>
                  <a:lnTo>
                    <a:pt x="82718" y="10070"/>
                  </a:lnTo>
                  <a:lnTo>
                    <a:pt x="86337" y="8889"/>
                  </a:lnTo>
                  <a:lnTo>
                    <a:pt x="89955" y="7709"/>
                  </a:lnTo>
                  <a:lnTo>
                    <a:pt x="93810" y="6452"/>
                  </a:lnTo>
                  <a:lnTo>
                    <a:pt x="98111" y="5048"/>
                  </a:lnTo>
                  <a:lnTo>
                    <a:pt x="101058" y="4086"/>
                  </a:lnTo>
                  <a:lnTo>
                    <a:pt x="104817" y="2859"/>
                  </a:lnTo>
                  <a:lnTo>
                    <a:pt x="107943" y="1839"/>
                  </a:lnTo>
                  <a:lnTo>
                    <a:pt x="110722" y="933"/>
                  </a:lnTo>
                  <a:lnTo>
                    <a:pt x="113582" y="0"/>
                  </a:lnTo>
                  <a:lnTo>
                    <a:pt x="114121" y="2950"/>
                  </a:lnTo>
                  <a:lnTo>
                    <a:pt x="114662" y="5902"/>
                  </a:lnTo>
                  <a:lnTo>
                    <a:pt x="115201" y="8854"/>
                  </a:lnTo>
                  <a:lnTo>
                    <a:pt x="115740" y="11806"/>
                  </a:lnTo>
                  <a:lnTo>
                    <a:pt x="116280" y="14758"/>
                  </a:lnTo>
                  <a:lnTo>
                    <a:pt x="116819" y="17709"/>
                  </a:lnTo>
                  <a:lnTo>
                    <a:pt x="117359" y="20661"/>
                  </a:lnTo>
                  <a:lnTo>
                    <a:pt x="117898" y="23611"/>
                  </a:lnTo>
                  <a:lnTo>
                    <a:pt x="118438" y="26563"/>
                  </a:lnTo>
                  <a:lnTo>
                    <a:pt x="118977" y="29514"/>
                  </a:lnTo>
                  <a:lnTo>
                    <a:pt x="119516" y="32466"/>
                  </a:lnTo>
                  <a:lnTo>
                    <a:pt x="120057" y="35418"/>
                  </a:lnTo>
                  <a:lnTo>
                    <a:pt x="120596" y="38370"/>
                  </a:lnTo>
                  <a:lnTo>
                    <a:pt x="121135" y="41321"/>
                  </a:lnTo>
                  <a:lnTo>
                    <a:pt x="121675" y="44273"/>
                  </a:lnTo>
                  <a:lnTo>
                    <a:pt x="122214" y="47225"/>
                  </a:lnTo>
                  <a:lnTo>
                    <a:pt x="122742" y="50107"/>
                  </a:lnTo>
                  <a:lnTo>
                    <a:pt x="123612" y="51067"/>
                  </a:lnTo>
                  <a:lnTo>
                    <a:pt x="124128" y="53792"/>
                  </a:lnTo>
                  <a:lnTo>
                    <a:pt x="124868" y="57688"/>
                  </a:lnTo>
                  <a:lnTo>
                    <a:pt x="125608" y="61582"/>
                  </a:lnTo>
                  <a:lnTo>
                    <a:pt x="126347" y="65478"/>
                  </a:lnTo>
                  <a:close/>
                </a:path>
              </a:pathLst>
            </a:custGeom>
            <a:solidFill>
              <a:srgbClr val="DDEC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4" name="pg1623"/>
            <p:cNvSpPr/>
            <p:nvPr/>
          </p:nvSpPr>
          <p:spPr>
            <a:xfrm>
              <a:off x="3791844" y="5017675"/>
              <a:ext cx="3627" cy="4103"/>
            </a:xfrm>
            <a:custGeom>
              <a:avLst/>
              <a:pathLst>
                <a:path w="3627" h="4103">
                  <a:moveTo>
                    <a:pt x="3252" y="3552"/>
                  </a:moveTo>
                  <a:lnTo>
                    <a:pt x="2729" y="4103"/>
                  </a:lnTo>
                  <a:lnTo>
                    <a:pt x="265" y="3618"/>
                  </a:lnTo>
                  <a:lnTo>
                    <a:pt x="0" y="2481"/>
                  </a:lnTo>
                  <a:lnTo>
                    <a:pt x="727" y="735"/>
                  </a:lnTo>
                  <a:lnTo>
                    <a:pt x="1155" y="0"/>
                  </a:lnTo>
                  <a:lnTo>
                    <a:pt x="2431" y="398"/>
                  </a:lnTo>
                  <a:lnTo>
                    <a:pt x="3446" y="1815"/>
                  </a:lnTo>
                  <a:lnTo>
                    <a:pt x="3627" y="2294"/>
                  </a:lnTo>
                  <a:close/>
                </a:path>
              </a:pathLst>
            </a:custGeom>
            <a:solidFill>
              <a:srgbClr val="BEDAB7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5" name="pg1624"/>
            <p:cNvSpPr/>
            <p:nvPr/>
          </p:nvSpPr>
          <p:spPr>
            <a:xfrm>
              <a:off x="3534176" y="4288472"/>
              <a:ext cx="200340" cy="373483"/>
            </a:xfrm>
            <a:custGeom>
              <a:avLst/>
              <a:pathLst>
                <a:path w="200340" h="373483">
                  <a:moveTo>
                    <a:pt x="180862" y="7557"/>
                  </a:moveTo>
                  <a:lnTo>
                    <a:pt x="180926" y="9112"/>
                  </a:lnTo>
                  <a:lnTo>
                    <a:pt x="181012" y="9819"/>
                  </a:lnTo>
                  <a:lnTo>
                    <a:pt x="181595" y="13926"/>
                  </a:lnTo>
                  <a:lnTo>
                    <a:pt x="182464" y="20058"/>
                  </a:lnTo>
                  <a:lnTo>
                    <a:pt x="183041" y="25719"/>
                  </a:lnTo>
                  <a:lnTo>
                    <a:pt x="183834" y="33485"/>
                  </a:lnTo>
                  <a:lnTo>
                    <a:pt x="183809" y="37807"/>
                  </a:lnTo>
                  <a:lnTo>
                    <a:pt x="184003" y="39478"/>
                  </a:lnTo>
                  <a:lnTo>
                    <a:pt x="184716" y="41564"/>
                  </a:lnTo>
                  <a:lnTo>
                    <a:pt x="185587" y="45148"/>
                  </a:lnTo>
                  <a:lnTo>
                    <a:pt x="185884" y="47183"/>
                  </a:lnTo>
                  <a:lnTo>
                    <a:pt x="186177" y="48703"/>
                  </a:lnTo>
                  <a:lnTo>
                    <a:pt x="187098" y="51589"/>
                  </a:lnTo>
                  <a:lnTo>
                    <a:pt x="187814" y="55964"/>
                  </a:lnTo>
                  <a:lnTo>
                    <a:pt x="188419" y="61755"/>
                  </a:lnTo>
                  <a:lnTo>
                    <a:pt x="188938" y="64534"/>
                  </a:lnTo>
                  <a:lnTo>
                    <a:pt x="189133" y="65899"/>
                  </a:lnTo>
                  <a:lnTo>
                    <a:pt x="189368" y="68386"/>
                  </a:lnTo>
                  <a:lnTo>
                    <a:pt x="189336" y="73636"/>
                  </a:lnTo>
                  <a:lnTo>
                    <a:pt x="189350" y="79716"/>
                  </a:lnTo>
                  <a:lnTo>
                    <a:pt x="189367" y="86505"/>
                  </a:lnTo>
                  <a:lnTo>
                    <a:pt x="189382" y="92109"/>
                  </a:lnTo>
                  <a:lnTo>
                    <a:pt x="189289" y="94946"/>
                  </a:lnTo>
                  <a:lnTo>
                    <a:pt x="189352" y="102997"/>
                  </a:lnTo>
                  <a:lnTo>
                    <a:pt x="188569" y="107193"/>
                  </a:lnTo>
                  <a:lnTo>
                    <a:pt x="188667" y="110485"/>
                  </a:lnTo>
                  <a:lnTo>
                    <a:pt x="188910" y="112621"/>
                  </a:lnTo>
                  <a:lnTo>
                    <a:pt x="188586" y="112950"/>
                  </a:lnTo>
                  <a:lnTo>
                    <a:pt x="187974" y="113330"/>
                  </a:lnTo>
                  <a:lnTo>
                    <a:pt x="185158" y="109951"/>
                  </a:lnTo>
                  <a:lnTo>
                    <a:pt x="182413" y="106385"/>
                  </a:lnTo>
                  <a:lnTo>
                    <a:pt x="182016" y="106278"/>
                  </a:lnTo>
                  <a:lnTo>
                    <a:pt x="181438" y="106650"/>
                  </a:lnTo>
                  <a:lnTo>
                    <a:pt x="179880" y="109244"/>
                  </a:lnTo>
                  <a:lnTo>
                    <a:pt x="178427" y="113302"/>
                  </a:lnTo>
                  <a:lnTo>
                    <a:pt x="177759" y="116761"/>
                  </a:lnTo>
                  <a:lnTo>
                    <a:pt x="176686" y="120337"/>
                  </a:lnTo>
                  <a:lnTo>
                    <a:pt x="174956" y="126091"/>
                  </a:lnTo>
                  <a:lnTo>
                    <a:pt x="174782" y="127332"/>
                  </a:lnTo>
                  <a:lnTo>
                    <a:pt x="174763" y="132006"/>
                  </a:lnTo>
                  <a:lnTo>
                    <a:pt x="174847" y="136456"/>
                  </a:lnTo>
                  <a:lnTo>
                    <a:pt x="174998" y="137077"/>
                  </a:lnTo>
                  <a:lnTo>
                    <a:pt x="175931" y="137287"/>
                  </a:lnTo>
                  <a:lnTo>
                    <a:pt x="176599" y="140935"/>
                  </a:lnTo>
                  <a:lnTo>
                    <a:pt x="178126" y="146740"/>
                  </a:lnTo>
                  <a:lnTo>
                    <a:pt x="180693" y="150466"/>
                  </a:lnTo>
                  <a:lnTo>
                    <a:pt x="183075" y="152154"/>
                  </a:lnTo>
                  <a:lnTo>
                    <a:pt x="186403" y="152581"/>
                  </a:lnTo>
                  <a:lnTo>
                    <a:pt x="189033" y="152460"/>
                  </a:lnTo>
                  <a:lnTo>
                    <a:pt x="188883" y="148553"/>
                  </a:lnTo>
                  <a:lnTo>
                    <a:pt x="189141" y="142259"/>
                  </a:lnTo>
                  <a:lnTo>
                    <a:pt x="189476" y="138029"/>
                  </a:lnTo>
                  <a:lnTo>
                    <a:pt x="189843" y="137841"/>
                  </a:lnTo>
                  <a:lnTo>
                    <a:pt x="190535" y="138245"/>
                  </a:lnTo>
                  <a:lnTo>
                    <a:pt x="190916" y="138678"/>
                  </a:lnTo>
                  <a:lnTo>
                    <a:pt x="191973" y="138502"/>
                  </a:lnTo>
                  <a:lnTo>
                    <a:pt x="193849" y="139333"/>
                  </a:lnTo>
                  <a:lnTo>
                    <a:pt x="195363" y="139241"/>
                  </a:lnTo>
                  <a:lnTo>
                    <a:pt x="196716" y="139160"/>
                  </a:lnTo>
                  <a:lnTo>
                    <a:pt x="199005" y="139019"/>
                  </a:lnTo>
                  <a:lnTo>
                    <a:pt x="200340" y="138969"/>
                  </a:lnTo>
                  <a:lnTo>
                    <a:pt x="199889" y="145791"/>
                  </a:lnTo>
                  <a:lnTo>
                    <a:pt x="198143" y="156471"/>
                  </a:lnTo>
                  <a:lnTo>
                    <a:pt x="197548" y="161368"/>
                  </a:lnTo>
                  <a:lnTo>
                    <a:pt x="196058" y="178872"/>
                  </a:lnTo>
                  <a:lnTo>
                    <a:pt x="194113" y="187694"/>
                  </a:lnTo>
                  <a:lnTo>
                    <a:pt x="193023" y="191335"/>
                  </a:lnTo>
                  <a:lnTo>
                    <a:pt x="189872" y="197779"/>
                  </a:lnTo>
                  <a:lnTo>
                    <a:pt x="188997" y="199086"/>
                  </a:lnTo>
                  <a:lnTo>
                    <a:pt x="188218" y="199923"/>
                  </a:lnTo>
                  <a:lnTo>
                    <a:pt x="186838" y="200662"/>
                  </a:lnTo>
                  <a:lnTo>
                    <a:pt x="181438" y="213693"/>
                  </a:lnTo>
                  <a:lnTo>
                    <a:pt x="179424" y="219978"/>
                  </a:lnTo>
                  <a:lnTo>
                    <a:pt x="177638" y="229140"/>
                  </a:lnTo>
                  <a:lnTo>
                    <a:pt x="175862" y="234170"/>
                  </a:lnTo>
                  <a:lnTo>
                    <a:pt x="173253" y="244899"/>
                  </a:lnTo>
                  <a:lnTo>
                    <a:pt x="170922" y="253183"/>
                  </a:lnTo>
                  <a:lnTo>
                    <a:pt x="168684" y="260735"/>
                  </a:lnTo>
                  <a:lnTo>
                    <a:pt x="164815" y="271135"/>
                  </a:lnTo>
                  <a:lnTo>
                    <a:pt x="163098" y="274142"/>
                  </a:lnTo>
                  <a:lnTo>
                    <a:pt x="161938" y="275518"/>
                  </a:lnTo>
                  <a:lnTo>
                    <a:pt x="158864" y="281555"/>
                  </a:lnTo>
                  <a:lnTo>
                    <a:pt x="154537" y="291260"/>
                  </a:lnTo>
                  <a:lnTo>
                    <a:pt x="151223" y="299862"/>
                  </a:lnTo>
                  <a:lnTo>
                    <a:pt x="146269" y="309624"/>
                  </a:lnTo>
                  <a:lnTo>
                    <a:pt x="143400" y="313898"/>
                  </a:lnTo>
                  <a:lnTo>
                    <a:pt x="139093" y="322309"/>
                  </a:lnTo>
                  <a:lnTo>
                    <a:pt x="137892" y="323553"/>
                  </a:lnTo>
                  <a:lnTo>
                    <a:pt x="133038" y="331370"/>
                  </a:lnTo>
                  <a:lnTo>
                    <a:pt x="129548" y="336117"/>
                  </a:lnTo>
                  <a:lnTo>
                    <a:pt x="123896" y="341620"/>
                  </a:lnTo>
                  <a:lnTo>
                    <a:pt x="121651" y="343161"/>
                  </a:lnTo>
                  <a:lnTo>
                    <a:pt x="116290" y="341735"/>
                  </a:lnTo>
                  <a:lnTo>
                    <a:pt x="114051" y="342497"/>
                  </a:lnTo>
                  <a:lnTo>
                    <a:pt x="112181" y="345821"/>
                  </a:lnTo>
                  <a:lnTo>
                    <a:pt x="112008" y="350594"/>
                  </a:lnTo>
                  <a:lnTo>
                    <a:pt x="111228" y="351310"/>
                  </a:lnTo>
                  <a:lnTo>
                    <a:pt x="110046" y="351096"/>
                  </a:lnTo>
                  <a:lnTo>
                    <a:pt x="106298" y="349105"/>
                  </a:lnTo>
                  <a:lnTo>
                    <a:pt x="104266" y="349486"/>
                  </a:lnTo>
                  <a:lnTo>
                    <a:pt x="103079" y="352031"/>
                  </a:lnTo>
                  <a:lnTo>
                    <a:pt x="102123" y="355257"/>
                  </a:lnTo>
                  <a:lnTo>
                    <a:pt x="99300" y="355422"/>
                  </a:lnTo>
                  <a:lnTo>
                    <a:pt x="94273" y="352083"/>
                  </a:lnTo>
                  <a:lnTo>
                    <a:pt x="88360" y="350052"/>
                  </a:lnTo>
                  <a:lnTo>
                    <a:pt x="86992" y="349827"/>
                  </a:lnTo>
                  <a:lnTo>
                    <a:pt x="84126" y="352303"/>
                  </a:lnTo>
                  <a:lnTo>
                    <a:pt x="83124" y="352663"/>
                  </a:lnTo>
                  <a:lnTo>
                    <a:pt x="78949" y="352132"/>
                  </a:lnTo>
                  <a:lnTo>
                    <a:pt x="76633" y="350568"/>
                  </a:lnTo>
                  <a:lnTo>
                    <a:pt x="74418" y="350563"/>
                  </a:lnTo>
                  <a:lnTo>
                    <a:pt x="72719" y="351855"/>
                  </a:lnTo>
                  <a:lnTo>
                    <a:pt x="70660" y="352308"/>
                  </a:lnTo>
                  <a:lnTo>
                    <a:pt x="65096" y="361277"/>
                  </a:lnTo>
                  <a:lnTo>
                    <a:pt x="62223" y="361288"/>
                  </a:lnTo>
                  <a:lnTo>
                    <a:pt x="59744" y="362327"/>
                  </a:lnTo>
                  <a:lnTo>
                    <a:pt x="58515" y="362293"/>
                  </a:lnTo>
                  <a:lnTo>
                    <a:pt x="56214" y="361040"/>
                  </a:lnTo>
                  <a:lnTo>
                    <a:pt x="55357" y="361124"/>
                  </a:lnTo>
                  <a:lnTo>
                    <a:pt x="54048" y="361687"/>
                  </a:lnTo>
                  <a:lnTo>
                    <a:pt x="52737" y="363265"/>
                  </a:lnTo>
                  <a:lnTo>
                    <a:pt x="49752" y="363949"/>
                  </a:lnTo>
                  <a:lnTo>
                    <a:pt x="48591" y="365294"/>
                  </a:lnTo>
                  <a:lnTo>
                    <a:pt x="43545" y="373483"/>
                  </a:lnTo>
                  <a:lnTo>
                    <a:pt x="42395" y="373157"/>
                  </a:lnTo>
                  <a:lnTo>
                    <a:pt x="41466" y="372623"/>
                  </a:lnTo>
                  <a:lnTo>
                    <a:pt x="38845" y="372525"/>
                  </a:lnTo>
                  <a:lnTo>
                    <a:pt x="35878" y="368162"/>
                  </a:lnTo>
                  <a:lnTo>
                    <a:pt x="34741" y="368439"/>
                  </a:lnTo>
                  <a:lnTo>
                    <a:pt x="35046" y="367132"/>
                  </a:lnTo>
                  <a:lnTo>
                    <a:pt x="35138" y="364815"/>
                  </a:lnTo>
                  <a:lnTo>
                    <a:pt x="34512" y="363179"/>
                  </a:lnTo>
                  <a:lnTo>
                    <a:pt x="34088" y="362449"/>
                  </a:lnTo>
                  <a:lnTo>
                    <a:pt x="32924" y="362584"/>
                  </a:lnTo>
                  <a:lnTo>
                    <a:pt x="32305" y="360610"/>
                  </a:lnTo>
                  <a:lnTo>
                    <a:pt x="30523" y="360423"/>
                  </a:lnTo>
                  <a:lnTo>
                    <a:pt x="29907" y="360922"/>
                  </a:lnTo>
                  <a:lnTo>
                    <a:pt x="29051" y="361023"/>
                  </a:lnTo>
                  <a:lnTo>
                    <a:pt x="28975" y="359026"/>
                  </a:lnTo>
                  <a:lnTo>
                    <a:pt x="29043" y="357768"/>
                  </a:lnTo>
                  <a:lnTo>
                    <a:pt x="28991" y="355835"/>
                  </a:lnTo>
                  <a:lnTo>
                    <a:pt x="28776" y="353463"/>
                  </a:lnTo>
                  <a:lnTo>
                    <a:pt x="28086" y="352707"/>
                  </a:lnTo>
                  <a:lnTo>
                    <a:pt x="27556" y="352389"/>
                  </a:lnTo>
                  <a:lnTo>
                    <a:pt x="26295" y="352551"/>
                  </a:lnTo>
                  <a:lnTo>
                    <a:pt x="25426" y="352805"/>
                  </a:lnTo>
                  <a:lnTo>
                    <a:pt x="25018" y="353494"/>
                  </a:lnTo>
                  <a:lnTo>
                    <a:pt x="24551" y="355231"/>
                  </a:lnTo>
                  <a:lnTo>
                    <a:pt x="24545" y="360515"/>
                  </a:lnTo>
                  <a:lnTo>
                    <a:pt x="23920" y="359000"/>
                  </a:lnTo>
                  <a:lnTo>
                    <a:pt x="23210" y="355835"/>
                  </a:lnTo>
                  <a:lnTo>
                    <a:pt x="22983" y="352458"/>
                  </a:lnTo>
                  <a:lnTo>
                    <a:pt x="23239" y="348465"/>
                  </a:lnTo>
                  <a:lnTo>
                    <a:pt x="24587" y="346950"/>
                  </a:lnTo>
                  <a:lnTo>
                    <a:pt x="24482" y="344252"/>
                  </a:lnTo>
                  <a:lnTo>
                    <a:pt x="24197" y="341911"/>
                  </a:lnTo>
                  <a:lnTo>
                    <a:pt x="22691" y="335918"/>
                  </a:lnTo>
                  <a:lnTo>
                    <a:pt x="22103" y="333177"/>
                  </a:lnTo>
                  <a:lnTo>
                    <a:pt x="20825" y="331318"/>
                  </a:lnTo>
                  <a:lnTo>
                    <a:pt x="19831" y="326843"/>
                  </a:lnTo>
                  <a:lnTo>
                    <a:pt x="18829" y="325218"/>
                  </a:lnTo>
                  <a:lnTo>
                    <a:pt x="18412" y="322087"/>
                  </a:lnTo>
                  <a:lnTo>
                    <a:pt x="17435" y="319579"/>
                  </a:lnTo>
                  <a:lnTo>
                    <a:pt x="17104" y="315617"/>
                  </a:lnTo>
                  <a:lnTo>
                    <a:pt x="17644" y="313343"/>
                  </a:lnTo>
                  <a:lnTo>
                    <a:pt x="18496" y="312106"/>
                  </a:lnTo>
                  <a:lnTo>
                    <a:pt x="19365" y="314071"/>
                  </a:lnTo>
                  <a:lnTo>
                    <a:pt x="20443" y="313303"/>
                  </a:lnTo>
                  <a:lnTo>
                    <a:pt x="21977" y="310438"/>
                  </a:lnTo>
                  <a:lnTo>
                    <a:pt x="22884" y="306089"/>
                  </a:lnTo>
                  <a:lnTo>
                    <a:pt x="22940" y="299132"/>
                  </a:lnTo>
                  <a:lnTo>
                    <a:pt x="22707" y="294786"/>
                  </a:lnTo>
                  <a:lnTo>
                    <a:pt x="21489" y="283558"/>
                  </a:lnTo>
                  <a:lnTo>
                    <a:pt x="20914" y="280978"/>
                  </a:lnTo>
                  <a:lnTo>
                    <a:pt x="18171" y="272941"/>
                  </a:lnTo>
                  <a:lnTo>
                    <a:pt x="14988" y="262181"/>
                  </a:lnTo>
                  <a:lnTo>
                    <a:pt x="10962" y="245213"/>
                  </a:lnTo>
                  <a:lnTo>
                    <a:pt x="9036" y="235018"/>
                  </a:lnTo>
                  <a:lnTo>
                    <a:pt x="6123" y="214441"/>
                  </a:lnTo>
                  <a:lnTo>
                    <a:pt x="3557" y="202797"/>
                  </a:lnTo>
                  <a:lnTo>
                    <a:pt x="404" y="191927"/>
                  </a:lnTo>
                  <a:lnTo>
                    <a:pt x="0" y="191220"/>
                  </a:lnTo>
                  <a:lnTo>
                    <a:pt x="482" y="189898"/>
                  </a:lnTo>
                  <a:lnTo>
                    <a:pt x="2176" y="187388"/>
                  </a:lnTo>
                  <a:lnTo>
                    <a:pt x="2948" y="186710"/>
                  </a:lnTo>
                  <a:lnTo>
                    <a:pt x="3357" y="187021"/>
                  </a:lnTo>
                  <a:lnTo>
                    <a:pt x="3756" y="186332"/>
                  </a:lnTo>
                  <a:lnTo>
                    <a:pt x="4142" y="184635"/>
                  </a:lnTo>
                  <a:lnTo>
                    <a:pt x="4228" y="183042"/>
                  </a:lnTo>
                  <a:lnTo>
                    <a:pt x="4419" y="180788"/>
                  </a:lnTo>
                  <a:lnTo>
                    <a:pt x="4797" y="179441"/>
                  </a:lnTo>
                  <a:lnTo>
                    <a:pt x="5212" y="176751"/>
                  </a:lnTo>
                  <a:lnTo>
                    <a:pt x="5919" y="175029"/>
                  </a:lnTo>
                  <a:lnTo>
                    <a:pt x="7418" y="173889"/>
                  </a:lnTo>
                  <a:lnTo>
                    <a:pt x="8553" y="175401"/>
                  </a:lnTo>
                  <a:lnTo>
                    <a:pt x="9029" y="176887"/>
                  </a:lnTo>
                  <a:lnTo>
                    <a:pt x="9226" y="178846"/>
                  </a:lnTo>
                  <a:lnTo>
                    <a:pt x="9728" y="179793"/>
                  </a:lnTo>
                  <a:lnTo>
                    <a:pt x="10535" y="179726"/>
                  </a:lnTo>
                  <a:lnTo>
                    <a:pt x="11104" y="180933"/>
                  </a:lnTo>
                  <a:lnTo>
                    <a:pt x="11433" y="183408"/>
                  </a:lnTo>
                  <a:lnTo>
                    <a:pt x="11367" y="185203"/>
                  </a:lnTo>
                  <a:lnTo>
                    <a:pt x="10907" y="186317"/>
                  </a:lnTo>
                  <a:lnTo>
                    <a:pt x="10972" y="187780"/>
                  </a:lnTo>
                  <a:lnTo>
                    <a:pt x="11557" y="189598"/>
                  </a:lnTo>
                  <a:lnTo>
                    <a:pt x="11799" y="191324"/>
                  </a:lnTo>
                  <a:lnTo>
                    <a:pt x="12191" y="193601"/>
                  </a:lnTo>
                  <a:lnTo>
                    <a:pt x="14249" y="194928"/>
                  </a:lnTo>
                  <a:lnTo>
                    <a:pt x="15255" y="195675"/>
                  </a:lnTo>
                  <a:lnTo>
                    <a:pt x="16989" y="195929"/>
                  </a:lnTo>
                  <a:lnTo>
                    <a:pt x="18628" y="196945"/>
                  </a:lnTo>
                  <a:lnTo>
                    <a:pt x="20172" y="198728"/>
                  </a:lnTo>
                  <a:lnTo>
                    <a:pt x="22708" y="199158"/>
                  </a:lnTo>
                  <a:lnTo>
                    <a:pt x="26237" y="198244"/>
                  </a:lnTo>
                  <a:lnTo>
                    <a:pt x="29142" y="198653"/>
                  </a:lnTo>
                  <a:lnTo>
                    <a:pt x="31424" y="200391"/>
                  </a:lnTo>
                  <a:lnTo>
                    <a:pt x="33078" y="200711"/>
                  </a:lnTo>
                  <a:lnTo>
                    <a:pt x="34102" y="199614"/>
                  </a:lnTo>
                  <a:lnTo>
                    <a:pt x="34546" y="198027"/>
                  </a:lnTo>
                  <a:lnTo>
                    <a:pt x="34409" y="195952"/>
                  </a:lnTo>
                  <a:lnTo>
                    <a:pt x="34918" y="194639"/>
                  </a:lnTo>
                  <a:lnTo>
                    <a:pt x="36070" y="194082"/>
                  </a:lnTo>
                  <a:lnTo>
                    <a:pt x="36992" y="192521"/>
                  </a:lnTo>
                  <a:lnTo>
                    <a:pt x="37686" y="189950"/>
                  </a:lnTo>
                  <a:lnTo>
                    <a:pt x="39290" y="187861"/>
                  </a:lnTo>
                  <a:lnTo>
                    <a:pt x="41805" y="186251"/>
                  </a:lnTo>
                  <a:lnTo>
                    <a:pt x="43056" y="186306"/>
                  </a:lnTo>
                  <a:lnTo>
                    <a:pt x="43056" y="182142"/>
                  </a:lnTo>
                  <a:lnTo>
                    <a:pt x="43056" y="168998"/>
                  </a:lnTo>
                  <a:lnTo>
                    <a:pt x="43056" y="155853"/>
                  </a:lnTo>
                  <a:lnTo>
                    <a:pt x="43056" y="142712"/>
                  </a:lnTo>
                  <a:lnTo>
                    <a:pt x="43056" y="129568"/>
                  </a:lnTo>
                  <a:lnTo>
                    <a:pt x="43056" y="116424"/>
                  </a:lnTo>
                  <a:lnTo>
                    <a:pt x="43056" y="103283"/>
                  </a:lnTo>
                  <a:lnTo>
                    <a:pt x="43056" y="90138"/>
                  </a:lnTo>
                  <a:lnTo>
                    <a:pt x="43056" y="77727"/>
                  </a:lnTo>
                  <a:lnTo>
                    <a:pt x="43643" y="78622"/>
                  </a:lnTo>
                  <a:lnTo>
                    <a:pt x="47501" y="85207"/>
                  </a:lnTo>
                  <a:lnTo>
                    <a:pt x="48542" y="88670"/>
                  </a:lnTo>
                  <a:lnTo>
                    <a:pt x="49060" y="90863"/>
                  </a:lnTo>
                  <a:lnTo>
                    <a:pt x="50719" y="98839"/>
                  </a:lnTo>
                  <a:lnTo>
                    <a:pt x="51956" y="105989"/>
                  </a:lnTo>
                  <a:lnTo>
                    <a:pt x="52960" y="111380"/>
                  </a:lnTo>
                  <a:lnTo>
                    <a:pt x="53037" y="113844"/>
                  </a:lnTo>
                  <a:lnTo>
                    <a:pt x="53178" y="116254"/>
                  </a:lnTo>
                  <a:lnTo>
                    <a:pt x="53320" y="117437"/>
                  </a:lnTo>
                  <a:lnTo>
                    <a:pt x="53227" y="118747"/>
                  </a:lnTo>
                  <a:lnTo>
                    <a:pt x="52520" y="121679"/>
                  </a:lnTo>
                  <a:lnTo>
                    <a:pt x="51799" y="123924"/>
                  </a:lnTo>
                  <a:lnTo>
                    <a:pt x="50932" y="126988"/>
                  </a:lnTo>
                  <a:lnTo>
                    <a:pt x="50849" y="131037"/>
                  </a:lnTo>
                  <a:lnTo>
                    <a:pt x="51111" y="135804"/>
                  </a:lnTo>
                  <a:lnTo>
                    <a:pt x="51643" y="138176"/>
                  </a:lnTo>
                  <a:lnTo>
                    <a:pt x="52311" y="138955"/>
                  </a:lnTo>
                  <a:lnTo>
                    <a:pt x="53908" y="137772"/>
                  </a:lnTo>
                  <a:lnTo>
                    <a:pt x="54919" y="138136"/>
                  </a:lnTo>
                  <a:lnTo>
                    <a:pt x="56346" y="139042"/>
                  </a:lnTo>
                  <a:lnTo>
                    <a:pt x="61026" y="138482"/>
                  </a:lnTo>
                  <a:lnTo>
                    <a:pt x="61591" y="138773"/>
                  </a:lnTo>
                  <a:lnTo>
                    <a:pt x="63358" y="139114"/>
                  </a:lnTo>
                  <a:lnTo>
                    <a:pt x="63948" y="138721"/>
                  </a:lnTo>
                  <a:lnTo>
                    <a:pt x="64476" y="137714"/>
                  </a:lnTo>
                  <a:lnTo>
                    <a:pt x="65088" y="134855"/>
                  </a:lnTo>
                  <a:lnTo>
                    <a:pt x="65636" y="133917"/>
                  </a:lnTo>
                  <a:lnTo>
                    <a:pt x="66627" y="133432"/>
                  </a:lnTo>
                  <a:lnTo>
                    <a:pt x="67802" y="132661"/>
                  </a:lnTo>
                  <a:lnTo>
                    <a:pt x="68776" y="131017"/>
                  </a:lnTo>
                  <a:lnTo>
                    <a:pt x="70320" y="125364"/>
                  </a:lnTo>
                  <a:lnTo>
                    <a:pt x="73407" y="120345"/>
                  </a:lnTo>
                  <a:lnTo>
                    <a:pt x="74355" y="119145"/>
                  </a:lnTo>
                  <a:lnTo>
                    <a:pt x="74952" y="117795"/>
                  </a:lnTo>
                  <a:lnTo>
                    <a:pt x="75471" y="115977"/>
                  </a:lnTo>
                  <a:lnTo>
                    <a:pt x="76553" y="109657"/>
                  </a:lnTo>
                  <a:lnTo>
                    <a:pt x="77370" y="104391"/>
                  </a:lnTo>
                  <a:lnTo>
                    <a:pt x="77649" y="101909"/>
                  </a:lnTo>
                  <a:lnTo>
                    <a:pt x="78379" y="97855"/>
                  </a:lnTo>
                  <a:lnTo>
                    <a:pt x="79262" y="95266"/>
                  </a:lnTo>
                  <a:lnTo>
                    <a:pt x="80125" y="93901"/>
                  </a:lnTo>
                  <a:lnTo>
                    <a:pt x="80557" y="93552"/>
                  </a:lnTo>
                  <a:lnTo>
                    <a:pt x="81668" y="92854"/>
                  </a:lnTo>
                  <a:lnTo>
                    <a:pt x="83098" y="92202"/>
                  </a:lnTo>
                  <a:lnTo>
                    <a:pt x="84599" y="92935"/>
                  </a:lnTo>
                  <a:lnTo>
                    <a:pt x="86211" y="94502"/>
                  </a:lnTo>
                  <a:lnTo>
                    <a:pt x="88030" y="97148"/>
                  </a:lnTo>
                  <a:lnTo>
                    <a:pt x="89891" y="100417"/>
                  </a:lnTo>
                  <a:lnTo>
                    <a:pt x="90748" y="102079"/>
                  </a:lnTo>
                  <a:lnTo>
                    <a:pt x="91671" y="102824"/>
                  </a:lnTo>
                  <a:lnTo>
                    <a:pt x="93316" y="103084"/>
                  </a:lnTo>
                  <a:lnTo>
                    <a:pt x="94394" y="103026"/>
                  </a:lnTo>
                  <a:lnTo>
                    <a:pt x="96071" y="106275"/>
                  </a:lnTo>
                  <a:lnTo>
                    <a:pt x="96920" y="106480"/>
                  </a:lnTo>
                  <a:lnTo>
                    <a:pt x="98817" y="107464"/>
                  </a:lnTo>
                  <a:lnTo>
                    <a:pt x="101161" y="108477"/>
                  </a:lnTo>
                  <a:lnTo>
                    <a:pt x="102636" y="108361"/>
                  </a:lnTo>
                  <a:lnTo>
                    <a:pt x="104217" y="106604"/>
                  </a:lnTo>
                  <a:lnTo>
                    <a:pt x="105357" y="106529"/>
                  </a:lnTo>
                  <a:lnTo>
                    <a:pt x="106830" y="106670"/>
                  </a:lnTo>
                  <a:lnTo>
                    <a:pt x="108449" y="106189"/>
                  </a:lnTo>
                  <a:lnTo>
                    <a:pt x="109637" y="105435"/>
                  </a:lnTo>
                  <a:lnTo>
                    <a:pt x="110545" y="103909"/>
                  </a:lnTo>
                  <a:lnTo>
                    <a:pt x="111345" y="102238"/>
                  </a:lnTo>
                  <a:lnTo>
                    <a:pt x="112264" y="97263"/>
                  </a:lnTo>
                  <a:lnTo>
                    <a:pt x="112793" y="93258"/>
                  </a:lnTo>
                  <a:lnTo>
                    <a:pt x="113613" y="88652"/>
                  </a:lnTo>
                  <a:lnTo>
                    <a:pt x="114619" y="82411"/>
                  </a:lnTo>
                  <a:lnTo>
                    <a:pt x="114977" y="78059"/>
                  </a:lnTo>
                  <a:lnTo>
                    <a:pt x="115346" y="76862"/>
                  </a:lnTo>
                  <a:lnTo>
                    <a:pt x="116805" y="75531"/>
                  </a:lnTo>
                  <a:lnTo>
                    <a:pt x="118012" y="74617"/>
                  </a:lnTo>
                  <a:lnTo>
                    <a:pt x="121258" y="72905"/>
                  </a:lnTo>
                  <a:lnTo>
                    <a:pt x="121923" y="71994"/>
                  </a:lnTo>
                  <a:lnTo>
                    <a:pt x="122530" y="69942"/>
                  </a:lnTo>
                  <a:lnTo>
                    <a:pt x="123946" y="66462"/>
                  </a:lnTo>
                  <a:lnTo>
                    <a:pt x="125693" y="63556"/>
                  </a:lnTo>
                  <a:lnTo>
                    <a:pt x="126594" y="61891"/>
                  </a:lnTo>
                  <a:lnTo>
                    <a:pt x="128246" y="47786"/>
                  </a:lnTo>
                  <a:lnTo>
                    <a:pt x="128446" y="46046"/>
                  </a:lnTo>
                  <a:lnTo>
                    <a:pt x="129647" y="42303"/>
                  </a:lnTo>
                  <a:lnTo>
                    <a:pt x="130388" y="40722"/>
                  </a:lnTo>
                  <a:lnTo>
                    <a:pt x="130866" y="40693"/>
                  </a:lnTo>
                  <a:lnTo>
                    <a:pt x="131544" y="39706"/>
                  </a:lnTo>
                  <a:lnTo>
                    <a:pt x="132424" y="37761"/>
                  </a:lnTo>
                  <a:lnTo>
                    <a:pt x="133470" y="36561"/>
                  </a:lnTo>
                  <a:lnTo>
                    <a:pt x="134683" y="36110"/>
                  </a:lnTo>
                  <a:lnTo>
                    <a:pt x="135468" y="34818"/>
                  </a:lnTo>
                  <a:lnTo>
                    <a:pt x="135827" y="32691"/>
                  </a:lnTo>
                  <a:lnTo>
                    <a:pt x="136451" y="31658"/>
                  </a:lnTo>
                  <a:lnTo>
                    <a:pt x="137340" y="31716"/>
                  </a:lnTo>
                  <a:lnTo>
                    <a:pt x="137846" y="31040"/>
                  </a:lnTo>
                  <a:lnTo>
                    <a:pt x="137971" y="29626"/>
                  </a:lnTo>
                  <a:lnTo>
                    <a:pt x="138508" y="28417"/>
                  </a:lnTo>
                  <a:lnTo>
                    <a:pt x="139457" y="27410"/>
                  </a:lnTo>
                  <a:lnTo>
                    <a:pt x="139955" y="26218"/>
                  </a:lnTo>
                  <a:lnTo>
                    <a:pt x="140000" y="24842"/>
                  </a:lnTo>
                  <a:lnTo>
                    <a:pt x="141132" y="21495"/>
                  </a:lnTo>
                  <a:lnTo>
                    <a:pt x="143353" y="16174"/>
                  </a:lnTo>
                  <a:lnTo>
                    <a:pt x="145444" y="13210"/>
                  </a:lnTo>
                  <a:lnTo>
                    <a:pt x="147408" y="12607"/>
                  </a:lnTo>
                  <a:lnTo>
                    <a:pt x="149268" y="11499"/>
                  </a:lnTo>
                  <a:lnTo>
                    <a:pt x="151027" y="9886"/>
                  </a:lnTo>
                  <a:lnTo>
                    <a:pt x="152318" y="7352"/>
                  </a:lnTo>
                  <a:lnTo>
                    <a:pt x="153143" y="3904"/>
                  </a:lnTo>
                  <a:lnTo>
                    <a:pt x="154562" y="1979"/>
                  </a:lnTo>
                  <a:lnTo>
                    <a:pt x="157425" y="1408"/>
                  </a:lnTo>
                  <a:lnTo>
                    <a:pt x="157579" y="1373"/>
                  </a:lnTo>
                  <a:lnTo>
                    <a:pt x="161060" y="0"/>
                  </a:lnTo>
                  <a:lnTo>
                    <a:pt x="163976" y="1119"/>
                  </a:lnTo>
                  <a:lnTo>
                    <a:pt x="167487" y="4279"/>
                  </a:lnTo>
                  <a:lnTo>
                    <a:pt x="170774" y="5399"/>
                  </a:lnTo>
                  <a:lnTo>
                    <a:pt x="173839" y="4478"/>
                  </a:lnTo>
                  <a:lnTo>
                    <a:pt x="176331" y="4267"/>
                  </a:lnTo>
                  <a:lnTo>
                    <a:pt x="178248" y="4772"/>
                  </a:lnTo>
                  <a:lnTo>
                    <a:pt x="179757" y="5869"/>
                  </a:lnTo>
                  <a:close/>
                </a:path>
              </a:pathLst>
            </a:custGeom>
            <a:solidFill>
              <a:srgbClr val="BEDAB7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6" name="pg1625"/>
            <p:cNvSpPr/>
            <p:nvPr/>
          </p:nvSpPr>
          <p:spPr>
            <a:xfrm>
              <a:off x="3663412" y="4478633"/>
              <a:ext cx="28505" cy="60887"/>
            </a:xfrm>
            <a:custGeom>
              <a:avLst/>
              <a:pathLst>
                <a:path w="28505" h="60887">
                  <a:moveTo>
                    <a:pt x="20537" y="44920"/>
                  </a:moveTo>
                  <a:lnTo>
                    <a:pt x="22538" y="43045"/>
                  </a:lnTo>
                  <a:lnTo>
                    <a:pt x="23442" y="41890"/>
                  </a:lnTo>
                  <a:lnTo>
                    <a:pt x="24097" y="40950"/>
                  </a:lnTo>
                  <a:lnTo>
                    <a:pt x="24938" y="39516"/>
                  </a:lnTo>
                  <a:lnTo>
                    <a:pt x="25230" y="36033"/>
                  </a:lnTo>
                  <a:lnTo>
                    <a:pt x="25476" y="33072"/>
                  </a:lnTo>
                  <a:lnTo>
                    <a:pt x="26121" y="31615"/>
                  </a:lnTo>
                  <a:lnTo>
                    <a:pt x="26780" y="30645"/>
                  </a:lnTo>
                  <a:lnTo>
                    <a:pt x="27321" y="29110"/>
                  </a:lnTo>
                  <a:lnTo>
                    <a:pt x="27994" y="25419"/>
                  </a:lnTo>
                  <a:lnTo>
                    <a:pt x="28456" y="21806"/>
                  </a:lnTo>
                  <a:lnTo>
                    <a:pt x="28505" y="20329"/>
                  </a:lnTo>
                  <a:lnTo>
                    <a:pt x="28263" y="18814"/>
                  </a:lnTo>
                  <a:lnTo>
                    <a:pt x="27837" y="17195"/>
                  </a:lnTo>
                  <a:lnTo>
                    <a:pt x="27416" y="15014"/>
                  </a:lnTo>
                  <a:lnTo>
                    <a:pt x="26909" y="14673"/>
                  </a:lnTo>
                  <a:lnTo>
                    <a:pt x="25913" y="13449"/>
                  </a:lnTo>
                  <a:lnTo>
                    <a:pt x="24450" y="10991"/>
                  </a:lnTo>
                  <a:lnTo>
                    <a:pt x="23179" y="8856"/>
                  </a:lnTo>
                  <a:lnTo>
                    <a:pt x="21991" y="5742"/>
                  </a:lnTo>
                  <a:lnTo>
                    <a:pt x="21503" y="5234"/>
                  </a:lnTo>
                  <a:lnTo>
                    <a:pt x="20352" y="3130"/>
                  </a:lnTo>
                  <a:lnTo>
                    <a:pt x="19857" y="1921"/>
                  </a:lnTo>
                  <a:lnTo>
                    <a:pt x="19510" y="476"/>
                  </a:lnTo>
                  <a:lnTo>
                    <a:pt x="19182" y="0"/>
                  </a:lnTo>
                  <a:lnTo>
                    <a:pt x="18666" y="366"/>
                  </a:lnTo>
                  <a:lnTo>
                    <a:pt x="17307" y="1007"/>
                  </a:lnTo>
                  <a:lnTo>
                    <a:pt x="14391" y="3531"/>
                  </a:lnTo>
                  <a:lnTo>
                    <a:pt x="12584" y="5857"/>
                  </a:lnTo>
                  <a:lnTo>
                    <a:pt x="11067" y="8616"/>
                  </a:lnTo>
                  <a:lnTo>
                    <a:pt x="9489" y="9672"/>
                  </a:lnTo>
                  <a:lnTo>
                    <a:pt x="8333" y="10587"/>
                  </a:lnTo>
                  <a:lnTo>
                    <a:pt x="7418" y="13747"/>
                  </a:lnTo>
                  <a:lnTo>
                    <a:pt x="6562" y="16687"/>
                  </a:lnTo>
                  <a:lnTo>
                    <a:pt x="5793" y="19336"/>
                  </a:lnTo>
                  <a:lnTo>
                    <a:pt x="5353" y="20531"/>
                  </a:lnTo>
                  <a:lnTo>
                    <a:pt x="4951" y="21304"/>
                  </a:lnTo>
                  <a:lnTo>
                    <a:pt x="4547" y="22998"/>
                  </a:lnTo>
                  <a:lnTo>
                    <a:pt x="3718" y="25812"/>
                  </a:lnTo>
                  <a:lnTo>
                    <a:pt x="2958" y="27705"/>
                  </a:lnTo>
                  <a:lnTo>
                    <a:pt x="1897" y="28735"/>
                  </a:lnTo>
                  <a:lnTo>
                    <a:pt x="529" y="30068"/>
                  </a:lnTo>
                  <a:lnTo>
                    <a:pt x="63" y="30844"/>
                  </a:lnTo>
                  <a:lnTo>
                    <a:pt x="0" y="31981"/>
                  </a:lnTo>
                  <a:lnTo>
                    <a:pt x="487" y="34630"/>
                  </a:lnTo>
                  <a:lnTo>
                    <a:pt x="959" y="37187"/>
                  </a:lnTo>
                  <a:lnTo>
                    <a:pt x="1728" y="40174"/>
                  </a:lnTo>
                  <a:lnTo>
                    <a:pt x="2291" y="42361"/>
                  </a:lnTo>
                  <a:lnTo>
                    <a:pt x="3180" y="45030"/>
                  </a:lnTo>
                  <a:lnTo>
                    <a:pt x="3700" y="46594"/>
                  </a:lnTo>
                  <a:lnTo>
                    <a:pt x="3631" y="49217"/>
                  </a:lnTo>
                  <a:lnTo>
                    <a:pt x="3806" y="50158"/>
                  </a:lnTo>
                  <a:lnTo>
                    <a:pt x="4103" y="51243"/>
                  </a:lnTo>
                  <a:lnTo>
                    <a:pt x="4348" y="51520"/>
                  </a:lnTo>
                  <a:lnTo>
                    <a:pt x="4627" y="51910"/>
                  </a:lnTo>
                  <a:lnTo>
                    <a:pt x="5365" y="52663"/>
                  </a:lnTo>
                  <a:lnTo>
                    <a:pt x="5542" y="53165"/>
                  </a:lnTo>
                  <a:lnTo>
                    <a:pt x="6060" y="54059"/>
                  </a:lnTo>
                  <a:lnTo>
                    <a:pt x="6555" y="55690"/>
                  </a:lnTo>
                  <a:lnTo>
                    <a:pt x="7493" y="57932"/>
                  </a:lnTo>
                  <a:lnTo>
                    <a:pt x="8547" y="59637"/>
                  </a:lnTo>
                  <a:lnTo>
                    <a:pt x="10360" y="60341"/>
                  </a:lnTo>
                  <a:lnTo>
                    <a:pt x="11777" y="60887"/>
                  </a:lnTo>
                  <a:lnTo>
                    <a:pt x="12249" y="60555"/>
                  </a:lnTo>
                  <a:lnTo>
                    <a:pt x="12731" y="59181"/>
                  </a:lnTo>
                  <a:lnTo>
                    <a:pt x="13125" y="57424"/>
                  </a:lnTo>
                  <a:lnTo>
                    <a:pt x="13251" y="55202"/>
                  </a:lnTo>
                  <a:lnTo>
                    <a:pt x="13703" y="54019"/>
                  </a:lnTo>
                  <a:lnTo>
                    <a:pt x="15400" y="48363"/>
                  </a:lnTo>
                  <a:lnTo>
                    <a:pt x="16334" y="46268"/>
                  </a:lnTo>
                  <a:lnTo>
                    <a:pt x="16907" y="46118"/>
                  </a:lnTo>
                  <a:lnTo>
                    <a:pt x="17645" y="45717"/>
                  </a:lnTo>
                  <a:lnTo>
                    <a:pt x="18584" y="45544"/>
                  </a:lnTo>
                  <a:lnTo>
                    <a:pt x="19287" y="45711"/>
                  </a:lnTo>
                  <a:lnTo>
                    <a:pt x="19440" y="45648"/>
                  </a:lnTo>
                  <a:close/>
                </a:path>
              </a:pathLst>
            </a:custGeom>
            <a:solidFill>
              <a:srgbClr val="BEDAB7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7" name="pg1626"/>
            <p:cNvSpPr/>
            <p:nvPr/>
          </p:nvSpPr>
          <p:spPr>
            <a:xfrm>
              <a:off x="3601588" y="3876185"/>
              <a:ext cx="142378" cy="290994"/>
            </a:xfrm>
            <a:custGeom>
              <a:avLst/>
              <a:pathLst>
                <a:path w="142378" h="290994">
                  <a:moveTo>
                    <a:pt x="133340" y="35865"/>
                  </a:moveTo>
                  <a:lnTo>
                    <a:pt x="133382" y="36650"/>
                  </a:lnTo>
                  <a:lnTo>
                    <a:pt x="133720" y="38133"/>
                  </a:lnTo>
                  <a:lnTo>
                    <a:pt x="134071" y="39201"/>
                  </a:lnTo>
                  <a:lnTo>
                    <a:pt x="134098" y="40777"/>
                  </a:lnTo>
                  <a:lnTo>
                    <a:pt x="134267" y="42231"/>
                  </a:lnTo>
                  <a:lnTo>
                    <a:pt x="134777" y="42592"/>
                  </a:lnTo>
                  <a:lnTo>
                    <a:pt x="135199" y="42684"/>
                  </a:lnTo>
                  <a:lnTo>
                    <a:pt x="135589" y="41634"/>
                  </a:lnTo>
                  <a:lnTo>
                    <a:pt x="136120" y="41660"/>
                  </a:lnTo>
                  <a:lnTo>
                    <a:pt x="136701" y="42329"/>
                  </a:lnTo>
                  <a:lnTo>
                    <a:pt x="136908" y="44009"/>
                  </a:lnTo>
                  <a:lnTo>
                    <a:pt x="137363" y="46271"/>
                  </a:lnTo>
                  <a:lnTo>
                    <a:pt x="138099" y="47815"/>
                  </a:lnTo>
                  <a:lnTo>
                    <a:pt x="138593" y="49304"/>
                  </a:lnTo>
                  <a:lnTo>
                    <a:pt x="138424" y="52016"/>
                  </a:lnTo>
                  <a:lnTo>
                    <a:pt x="138113" y="54498"/>
                  </a:lnTo>
                  <a:lnTo>
                    <a:pt x="139112" y="56948"/>
                  </a:lnTo>
                  <a:lnTo>
                    <a:pt x="140411" y="59277"/>
                  </a:lnTo>
                  <a:lnTo>
                    <a:pt x="140762" y="60310"/>
                  </a:lnTo>
                  <a:lnTo>
                    <a:pt x="140868" y="63764"/>
                  </a:lnTo>
                  <a:lnTo>
                    <a:pt x="141064" y="64938"/>
                  </a:lnTo>
                  <a:lnTo>
                    <a:pt x="141947" y="67812"/>
                  </a:lnTo>
                  <a:lnTo>
                    <a:pt x="142378" y="69720"/>
                  </a:lnTo>
                  <a:lnTo>
                    <a:pt x="142348" y="70825"/>
                  </a:lnTo>
                  <a:lnTo>
                    <a:pt x="139980" y="76515"/>
                  </a:lnTo>
                  <a:lnTo>
                    <a:pt x="139229" y="77067"/>
                  </a:lnTo>
                  <a:lnTo>
                    <a:pt x="138520" y="77390"/>
                  </a:lnTo>
                  <a:lnTo>
                    <a:pt x="137884" y="78561"/>
                  </a:lnTo>
                  <a:lnTo>
                    <a:pt x="137501" y="79773"/>
                  </a:lnTo>
                  <a:lnTo>
                    <a:pt x="137640" y="80414"/>
                  </a:lnTo>
                  <a:lnTo>
                    <a:pt x="137890" y="82367"/>
                  </a:lnTo>
                  <a:lnTo>
                    <a:pt x="138443" y="85441"/>
                  </a:lnTo>
                  <a:lnTo>
                    <a:pt x="138944" y="87590"/>
                  </a:lnTo>
                  <a:lnTo>
                    <a:pt x="138527" y="90286"/>
                  </a:lnTo>
                  <a:lnTo>
                    <a:pt x="137586" y="94859"/>
                  </a:lnTo>
                  <a:lnTo>
                    <a:pt x="137152" y="95266"/>
                  </a:lnTo>
                  <a:lnTo>
                    <a:pt x="137075" y="98729"/>
                  </a:lnTo>
                  <a:lnTo>
                    <a:pt x="137363" y="99993"/>
                  </a:lnTo>
                  <a:lnTo>
                    <a:pt x="137829" y="100983"/>
                  </a:lnTo>
                  <a:lnTo>
                    <a:pt x="138020" y="103337"/>
                  </a:lnTo>
                  <a:lnTo>
                    <a:pt x="138034" y="106564"/>
                  </a:lnTo>
                  <a:lnTo>
                    <a:pt x="137984" y="109169"/>
                  </a:lnTo>
                  <a:lnTo>
                    <a:pt x="137391" y="115801"/>
                  </a:lnTo>
                  <a:lnTo>
                    <a:pt x="138461" y="121583"/>
                  </a:lnTo>
                  <a:lnTo>
                    <a:pt x="138825" y="122215"/>
                  </a:lnTo>
                  <a:lnTo>
                    <a:pt x="140305" y="122256"/>
                  </a:lnTo>
                  <a:lnTo>
                    <a:pt x="140560" y="122749"/>
                  </a:lnTo>
                  <a:lnTo>
                    <a:pt x="140205" y="124394"/>
                  </a:lnTo>
                  <a:lnTo>
                    <a:pt x="139565" y="126079"/>
                  </a:lnTo>
                  <a:lnTo>
                    <a:pt x="139166" y="126948"/>
                  </a:lnTo>
                  <a:lnTo>
                    <a:pt x="137283" y="128919"/>
                  </a:lnTo>
                  <a:lnTo>
                    <a:pt x="134579" y="131103"/>
                  </a:lnTo>
                  <a:lnTo>
                    <a:pt x="134014" y="133198"/>
                  </a:lnTo>
                  <a:lnTo>
                    <a:pt x="133653" y="136243"/>
                  </a:lnTo>
                  <a:lnTo>
                    <a:pt x="133957" y="138026"/>
                  </a:lnTo>
                  <a:lnTo>
                    <a:pt x="134316" y="139056"/>
                  </a:lnTo>
                  <a:lnTo>
                    <a:pt x="134199" y="141711"/>
                  </a:lnTo>
                  <a:lnTo>
                    <a:pt x="133964" y="144513"/>
                  </a:lnTo>
                  <a:lnTo>
                    <a:pt x="134043" y="146717"/>
                  </a:lnTo>
                  <a:lnTo>
                    <a:pt x="133921" y="148671"/>
                  </a:lnTo>
                  <a:lnTo>
                    <a:pt x="133567" y="149629"/>
                  </a:lnTo>
                  <a:lnTo>
                    <a:pt x="133094" y="152572"/>
                  </a:lnTo>
                  <a:lnTo>
                    <a:pt x="132510" y="155527"/>
                  </a:lnTo>
                  <a:lnTo>
                    <a:pt x="132050" y="156878"/>
                  </a:lnTo>
                  <a:lnTo>
                    <a:pt x="131371" y="158283"/>
                  </a:lnTo>
                  <a:lnTo>
                    <a:pt x="130299" y="159469"/>
                  </a:lnTo>
                  <a:lnTo>
                    <a:pt x="130319" y="160058"/>
                  </a:lnTo>
                  <a:lnTo>
                    <a:pt x="131535" y="161423"/>
                  </a:lnTo>
                  <a:lnTo>
                    <a:pt x="131848" y="162366"/>
                  </a:lnTo>
                  <a:lnTo>
                    <a:pt x="131961" y="163010"/>
                  </a:lnTo>
                  <a:lnTo>
                    <a:pt x="131700" y="163636"/>
                  </a:lnTo>
                  <a:lnTo>
                    <a:pt x="131454" y="164510"/>
                  </a:lnTo>
                  <a:lnTo>
                    <a:pt x="132013" y="165414"/>
                  </a:lnTo>
                  <a:lnTo>
                    <a:pt x="132697" y="166175"/>
                  </a:lnTo>
                  <a:lnTo>
                    <a:pt x="133345" y="168141"/>
                  </a:lnTo>
                  <a:lnTo>
                    <a:pt x="133921" y="170888"/>
                  </a:lnTo>
                  <a:lnTo>
                    <a:pt x="134087" y="171849"/>
                  </a:lnTo>
                  <a:lnTo>
                    <a:pt x="134219" y="172227"/>
                  </a:lnTo>
                  <a:lnTo>
                    <a:pt x="134429" y="172273"/>
                  </a:lnTo>
                  <a:lnTo>
                    <a:pt x="134832" y="171869"/>
                  </a:lnTo>
                  <a:lnTo>
                    <a:pt x="135579" y="170365"/>
                  </a:lnTo>
                  <a:lnTo>
                    <a:pt x="136120" y="169826"/>
                  </a:lnTo>
                  <a:lnTo>
                    <a:pt x="136775" y="171967"/>
                  </a:lnTo>
                  <a:lnTo>
                    <a:pt x="134159" y="174082"/>
                  </a:lnTo>
                  <a:lnTo>
                    <a:pt x="132787" y="175190"/>
                  </a:lnTo>
                  <a:lnTo>
                    <a:pt x="128871" y="178356"/>
                  </a:lnTo>
                  <a:lnTo>
                    <a:pt x="125454" y="181117"/>
                  </a:lnTo>
                  <a:lnTo>
                    <a:pt x="124565" y="181642"/>
                  </a:lnTo>
                  <a:lnTo>
                    <a:pt x="122793" y="182993"/>
                  </a:lnTo>
                  <a:lnTo>
                    <a:pt x="121911" y="183818"/>
                  </a:lnTo>
                  <a:lnTo>
                    <a:pt x="118825" y="186231"/>
                  </a:lnTo>
                  <a:lnTo>
                    <a:pt x="117535" y="187431"/>
                  </a:lnTo>
                  <a:lnTo>
                    <a:pt x="116497" y="188626"/>
                  </a:lnTo>
                  <a:lnTo>
                    <a:pt x="113945" y="190415"/>
                  </a:lnTo>
                  <a:lnTo>
                    <a:pt x="111536" y="192097"/>
                  </a:lnTo>
                  <a:lnTo>
                    <a:pt x="108907" y="193831"/>
                  </a:lnTo>
                  <a:lnTo>
                    <a:pt x="105960" y="195776"/>
                  </a:lnTo>
                  <a:lnTo>
                    <a:pt x="104307" y="197176"/>
                  </a:lnTo>
                  <a:lnTo>
                    <a:pt x="103191" y="198388"/>
                  </a:lnTo>
                  <a:lnTo>
                    <a:pt x="100580" y="200835"/>
                  </a:lnTo>
                  <a:lnTo>
                    <a:pt x="100457" y="201432"/>
                  </a:lnTo>
                  <a:lnTo>
                    <a:pt x="100496" y="203097"/>
                  </a:lnTo>
                  <a:lnTo>
                    <a:pt x="100827" y="206534"/>
                  </a:lnTo>
                  <a:lnTo>
                    <a:pt x="101479" y="209656"/>
                  </a:lnTo>
                  <a:lnTo>
                    <a:pt x="102027" y="211454"/>
                  </a:lnTo>
                  <a:lnTo>
                    <a:pt x="102384" y="216068"/>
                  </a:lnTo>
                  <a:lnTo>
                    <a:pt x="102582" y="220123"/>
                  </a:lnTo>
                  <a:lnTo>
                    <a:pt x="100809" y="220134"/>
                  </a:lnTo>
                  <a:lnTo>
                    <a:pt x="97692" y="220151"/>
                  </a:lnTo>
                  <a:lnTo>
                    <a:pt x="94459" y="220169"/>
                  </a:lnTo>
                  <a:lnTo>
                    <a:pt x="91506" y="221710"/>
                  </a:lnTo>
                  <a:lnTo>
                    <a:pt x="89076" y="224064"/>
                  </a:lnTo>
                  <a:lnTo>
                    <a:pt x="86184" y="227749"/>
                  </a:lnTo>
                  <a:lnTo>
                    <a:pt x="85239" y="229195"/>
                  </a:lnTo>
                  <a:lnTo>
                    <a:pt x="84508" y="230309"/>
                  </a:lnTo>
                  <a:lnTo>
                    <a:pt x="84051" y="231737"/>
                  </a:lnTo>
                  <a:lnTo>
                    <a:pt x="83821" y="234874"/>
                  </a:lnTo>
                  <a:lnTo>
                    <a:pt x="83821" y="239716"/>
                  </a:lnTo>
                  <a:lnTo>
                    <a:pt x="83528" y="243202"/>
                  </a:lnTo>
                  <a:lnTo>
                    <a:pt x="82650" y="246388"/>
                  </a:lnTo>
                  <a:lnTo>
                    <a:pt x="78252" y="250255"/>
                  </a:lnTo>
                  <a:lnTo>
                    <a:pt x="75376" y="253414"/>
                  </a:lnTo>
                  <a:lnTo>
                    <a:pt x="72554" y="257151"/>
                  </a:lnTo>
                  <a:lnTo>
                    <a:pt x="70413" y="262002"/>
                  </a:lnTo>
                  <a:lnTo>
                    <a:pt x="68952" y="267964"/>
                  </a:lnTo>
                  <a:lnTo>
                    <a:pt x="66529" y="275345"/>
                  </a:lnTo>
                  <a:lnTo>
                    <a:pt x="64066" y="281740"/>
                  </a:lnTo>
                  <a:lnTo>
                    <a:pt x="61446" y="288538"/>
                  </a:lnTo>
                  <a:lnTo>
                    <a:pt x="58510" y="290994"/>
                  </a:lnTo>
                  <a:lnTo>
                    <a:pt x="56044" y="290434"/>
                  </a:lnTo>
                  <a:lnTo>
                    <a:pt x="53069" y="287678"/>
                  </a:lnTo>
                  <a:lnTo>
                    <a:pt x="50706" y="287159"/>
                  </a:lnTo>
                  <a:lnTo>
                    <a:pt x="48955" y="288876"/>
                  </a:lnTo>
                  <a:lnTo>
                    <a:pt x="47339" y="288348"/>
                  </a:lnTo>
                  <a:lnTo>
                    <a:pt x="45856" y="285578"/>
                  </a:lnTo>
                  <a:lnTo>
                    <a:pt x="44614" y="284571"/>
                  </a:lnTo>
                  <a:lnTo>
                    <a:pt x="43608" y="285321"/>
                  </a:lnTo>
                  <a:lnTo>
                    <a:pt x="42324" y="285191"/>
                  </a:lnTo>
                  <a:lnTo>
                    <a:pt x="39972" y="283667"/>
                  </a:lnTo>
                  <a:lnTo>
                    <a:pt x="37942" y="278964"/>
                  </a:lnTo>
                  <a:lnTo>
                    <a:pt x="36840" y="277019"/>
                  </a:lnTo>
                  <a:lnTo>
                    <a:pt x="35995" y="276277"/>
                  </a:lnTo>
                  <a:lnTo>
                    <a:pt x="33563" y="275518"/>
                  </a:lnTo>
                  <a:lnTo>
                    <a:pt x="27981" y="274433"/>
                  </a:lnTo>
                  <a:lnTo>
                    <a:pt x="27399" y="274684"/>
                  </a:lnTo>
                  <a:lnTo>
                    <a:pt x="25081" y="275611"/>
                  </a:lnTo>
                  <a:lnTo>
                    <a:pt x="22184" y="276771"/>
                  </a:lnTo>
                  <a:lnTo>
                    <a:pt x="19694" y="277931"/>
                  </a:lnTo>
                  <a:lnTo>
                    <a:pt x="17083" y="279149"/>
                  </a:lnTo>
                  <a:lnTo>
                    <a:pt x="14657" y="274237"/>
                  </a:lnTo>
                  <a:lnTo>
                    <a:pt x="11906" y="268662"/>
                  </a:lnTo>
                  <a:lnTo>
                    <a:pt x="9055" y="262444"/>
                  </a:lnTo>
                  <a:lnTo>
                    <a:pt x="6911" y="257567"/>
                  </a:lnTo>
                  <a:lnTo>
                    <a:pt x="5856" y="254756"/>
                  </a:lnTo>
                  <a:lnTo>
                    <a:pt x="3975" y="251045"/>
                  </a:lnTo>
                  <a:lnTo>
                    <a:pt x="2620" y="249230"/>
                  </a:lnTo>
                  <a:lnTo>
                    <a:pt x="2093" y="248315"/>
                  </a:lnTo>
                  <a:lnTo>
                    <a:pt x="747" y="238435"/>
                  </a:lnTo>
                  <a:lnTo>
                    <a:pt x="10" y="229357"/>
                  </a:lnTo>
                  <a:lnTo>
                    <a:pt x="10" y="222518"/>
                  </a:lnTo>
                  <a:lnTo>
                    <a:pt x="9" y="213035"/>
                  </a:lnTo>
                  <a:lnTo>
                    <a:pt x="8" y="203553"/>
                  </a:lnTo>
                  <a:lnTo>
                    <a:pt x="7" y="194071"/>
                  </a:lnTo>
                  <a:lnTo>
                    <a:pt x="5" y="184589"/>
                  </a:lnTo>
                  <a:lnTo>
                    <a:pt x="4" y="175106"/>
                  </a:lnTo>
                  <a:lnTo>
                    <a:pt x="2" y="165624"/>
                  </a:lnTo>
                  <a:lnTo>
                    <a:pt x="2" y="156139"/>
                  </a:lnTo>
                  <a:lnTo>
                    <a:pt x="1" y="146657"/>
                  </a:lnTo>
                  <a:lnTo>
                    <a:pt x="0" y="142051"/>
                  </a:lnTo>
                  <a:lnTo>
                    <a:pt x="2811" y="142051"/>
                  </a:lnTo>
                  <a:lnTo>
                    <a:pt x="5997" y="142051"/>
                  </a:lnTo>
                  <a:lnTo>
                    <a:pt x="9328" y="142051"/>
                  </a:lnTo>
                  <a:lnTo>
                    <a:pt x="12950" y="142051"/>
                  </a:lnTo>
                  <a:lnTo>
                    <a:pt x="16571" y="142051"/>
                  </a:lnTo>
                  <a:lnTo>
                    <a:pt x="20193" y="142051"/>
                  </a:lnTo>
                  <a:lnTo>
                    <a:pt x="22720" y="142051"/>
                  </a:lnTo>
                  <a:lnTo>
                    <a:pt x="23381" y="141971"/>
                  </a:lnTo>
                  <a:lnTo>
                    <a:pt x="24180" y="141682"/>
                  </a:lnTo>
                  <a:lnTo>
                    <a:pt x="24242" y="140750"/>
                  </a:lnTo>
                  <a:lnTo>
                    <a:pt x="23198" y="136084"/>
                  </a:lnTo>
                  <a:lnTo>
                    <a:pt x="23248" y="134436"/>
                  </a:lnTo>
                  <a:lnTo>
                    <a:pt x="23527" y="131271"/>
                  </a:lnTo>
                  <a:lnTo>
                    <a:pt x="23957" y="128541"/>
                  </a:lnTo>
                  <a:lnTo>
                    <a:pt x="24525" y="124948"/>
                  </a:lnTo>
                  <a:lnTo>
                    <a:pt x="24588" y="122836"/>
                  </a:lnTo>
                  <a:lnTo>
                    <a:pt x="24130" y="115954"/>
                  </a:lnTo>
                  <a:lnTo>
                    <a:pt x="24172" y="112116"/>
                  </a:lnTo>
                  <a:lnTo>
                    <a:pt x="24307" y="108128"/>
                  </a:lnTo>
                  <a:lnTo>
                    <a:pt x="24435" y="104347"/>
                  </a:lnTo>
                  <a:lnTo>
                    <a:pt x="24278" y="101713"/>
                  </a:lnTo>
                  <a:lnTo>
                    <a:pt x="24470" y="100276"/>
                  </a:lnTo>
                  <a:lnTo>
                    <a:pt x="24810" y="98221"/>
                  </a:lnTo>
                  <a:lnTo>
                    <a:pt x="24988" y="95901"/>
                  </a:lnTo>
                  <a:lnTo>
                    <a:pt x="25200" y="94903"/>
                  </a:lnTo>
                  <a:lnTo>
                    <a:pt x="25136" y="93979"/>
                  </a:lnTo>
                  <a:lnTo>
                    <a:pt x="24943" y="92251"/>
                  </a:lnTo>
                  <a:lnTo>
                    <a:pt x="24754" y="88384"/>
                  </a:lnTo>
                  <a:lnTo>
                    <a:pt x="24488" y="83008"/>
                  </a:lnTo>
                  <a:lnTo>
                    <a:pt x="24223" y="79136"/>
                  </a:lnTo>
                  <a:lnTo>
                    <a:pt x="24664" y="79352"/>
                  </a:lnTo>
                  <a:lnTo>
                    <a:pt x="25587" y="79718"/>
                  </a:lnTo>
                  <a:lnTo>
                    <a:pt x="26034" y="81614"/>
                  </a:lnTo>
                  <a:lnTo>
                    <a:pt x="26295" y="83692"/>
                  </a:lnTo>
                  <a:lnTo>
                    <a:pt x="26913" y="83810"/>
                  </a:lnTo>
                  <a:lnTo>
                    <a:pt x="28530" y="85045"/>
                  </a:lnTo>
                  <a:lnTo>
                    <a:pt x="29088" y="86762"/>
                  </a:lnTo>
                  <a:lnTo>
                    <a:pt x="29461" y="90465"/>
                  </a:lnTo>
                  <a:lnTo>
                    <a:pt x="29237" y="92360"/>
                  </a:lnTo>
                  <a:lnTo>
                    <a:pt x="28716" y="93896"/>
                  </a:lnTo>
                  <a:lnTo>
                    <a:pt x="29237" y="95249"/>
                  </a:lnTo>
                  <a:lnTo>
                    <a:pt x="30318" y="96152"/>
                  </a:lnTo>
                  <a:lnTo>
                    <a:pt x="30951" y="95881"/>
                  </a:lnTo>
                  <a:lnTo>
                    <a:pt x="32775" y="93353"/>
                  </a:lnTo>
                  <a:lnTo>
                    <a:pt x="33505" y="92906"/>
                  </a:lnTo>
                  <a:lnTo>
                    <a:pt x="34458" y="92415"/>
                  </a:lnTo>
                  <a:lnTo>
                    <a:pt x="35317" y="91763"/>
                  </a:lnTo>
                  <a:lnTo>
                    <a:pt x="37744" y="90609"/>
                  </a:lnTo>
                  <a:lnTo>
                    <a:pt x="39071" y="90104"/>
                  </a:lnTo>
                  <a:lnTo>
                    <a:pt x="39816" y="89201"/>
                  </a:lnTo>
                  <a:lnTo>
                    <a:pt x="40337" y="89201"/>
                  </a:lnTo>
                  <a:lnTo>
                    <a:pt x="40710" y="89925"/>
                  </a:lnTo>
                  <a:lnTo>
                    <a:pt x="40374" y="92542"/>
                  </a:lnTo>
                  <a:lnTo>
                    <a:pt x="40263" y="94891"/>
                  </a:lnTo>
                  <a:lnTo>
                    <a:pt x="40727" y="99280"/>
                  </a:lnTo>
                  <a:lnTo>
                    <a:pt x="41077" y="101335"/>
                  </a:lnTo>
                  <a:lnTo>
                    <a:pt x="41856" y="102827"/>
                  </a:lnTo>
                  <a:lnTo>
                    <a:pt x="42424" y="103603"/>
                  </a:lnTo>
                  <a:lnTo>
                    <a:pt x="43057" y="105187"/>
                  </a:lnTo>
                  <a:lnTo>
                    <a:pt x="44360" y="104913"/>
                  </a:lnTo>
                  <a:lnTo>
                    <a:pt x="47237" y="107158"/>
                  </a:lnTo>
                  <a:lnTo>
                    <a:pt x="48110" y="108197"/>
                  </a:lnTo>
                  <a:lnTo>
                    <a:pt x="49322" y="109227"/>
                  </a:lnTo>
                  <a:lnTo>
                    <a:pt x="50180" y="109614"/>
                  </a:lnTo>
                  <a:lnTo>
                    <a:pt x="53145" y="110402"/>
                  </a:lnTo>
                  <a:lnTo>
                    <a:pt x="54242" y="110933"/>
                  </a:lnTo>
                  <a:lnTo>
                    <a:pt x="56274" y="111648"/>
                  </a:lnTo>
                  <a:lnTo>
                    <a:pt x="57898" y="111764"/>
                  </a:lnTo>
                  <a:lnTo>
                    <a:pt x="59048" y="111446"/>
                  </a:lnTo>
                  <a:lnTo>
                    <a:pt x="59857" y="110806"/>
                  </a:lnTo>
                  <a:lnTo>
                    <a:pt x="60350" y="110090"/>
                  </a:lnTo>
                  <a:lnTo>
                    <a:pt x="60579" y="109484"/>
                  </a:lnTo>
                  <a:lnTo>
                    <a:pt x="60911" y="107291"/>
                  </a:lnTo>
                  <a:lnTo>
                    <a:pt x="61518" y="102538"/>
                  </a:lnTo>
                  <a:lnTo>
                    <a:pt x="61754" y="101124"/>
                  </a:lnTo>
                  <a:lnTo>
                    <a:pt x="62355" y="100469"/>
                  </a:lnTo>
                  <a:lnTo>
                    <a:pt x="63133" y="100039"/>
                  </a:lnTo>
                  <a:lnTo>
                    <a:pt x="63586" y="100804"/>
                  </a:lnTo>
                  <a:lnTo>
                    <a:pt x="64094" y="106076"/>
                  </a:lnTo>
                  <a:lnTo>
                    <a:pt x="66356" y="110834"/>
                  </a:lnTo>
                  <a:lnTo>
                    <a:pt x="67128" y="114828"/>
                  </a:lnTo>
                  <a:lnTo>
                    <a:pt x="67693" y="118245"/>
                  </a:lnTo>
                  <a:lnTo>
                    <a:pt x="68186" y="119183"/>
                  </a:lnTo>
                  <a:lnTo>
                    <a:pt x="69045" y="120357"/>
                  </a:lnTo>
                  <a:lnTo>
                    <a:pt x="70416" y="120773"/>
                  </a:lnTo>
                  <a:lnTo>
                    <a:pt x="71642" y="120891"/>
                  </a:lnTo>
                  <a:lnTo>
                    <a:pt x="74219" y="123352"/>
                  </a:lnTo>
                  <a:lnTo>
                    <a:pt x="76272" y="125315"/>
                  </a:lnTo>
                  <a:lnTo>
                    <a:pt x="77739" y="126717"/>
                  </a:lnTo>
                  <a:lnTo>
                    <a:pt x="78412" y="127782"/>
                  </a:lnTo>
                  <a:lnTo>
                    <a:pt x="78882" y="129536"/>
                  </a:lnTo>
                  <a:lnTo>
                    <a:pt x="79162" y="130893"/>
                  </a:lnTo>
                  <a:lnTo>
                    <a:pt x="79610" y="134404"/>
                  </a:lnTo>
                  <a:lnTo>
                    <a:pt x="80094" y="137180"/>
                  </a:lnTo>
                  <a:lnTo>
                    <a:pt x="80880" y="137711"/>
                  </a:lnTo>
                  <a:lnTo>
                    <a:pt x="81581" y="137925"/>
                  </a:lnTo>
                  <a:lnTo>
                    <a:pt x="82277" y="139821"/>
                  </a:lnTo>
                  <a:lnTo>
                    <a:pt x="82802" y="141489"/>
                  </a:lnTo>
                  <a:lnTo>
                    <a:pt x="83846" y="145552"/>
                  </a:lnTo>
                  <a:lnTo>
                    <a:pt x="84613" y="148365"/>
                  </a:lnTo>
                  <a:lnTo>
                    <a:pt x="84864" y="151098"/>
                  </a:lnTo>
                  <a:lnTo>
                    <a:pt x="85741" y="152922"/>
                  </a:lnTo>
                  <a:lnTo>
                    <a:pt x="86927" y="153698"/>
                  </a:lnTo>
                  <a:lnTo>
                    <a:pt x="88027" y="153793"/>
                  </a:lnTo>
                  <a:lnTo>
                    <a:pt x="88659" y="152979"/>
                  </a:lnTo>
                  <a:lnTo>
                    <a:pt x="90221" y="151562"/>
                  </a:lnTo>
                  <a:lnTo>
                    <a:pt x="91435" y="149941"/>
                  </a:lnTo>
                  <a:lnTo>
                    <a:pt x="92321" y="149378"/>
                  </a:lnTo>
                  <a:lnTo>
                    <a:pt x="92845" y="149721"/>
                  </a:lnTo>
                  <a:lnTo>
                    <a:pt x="93248" y="150844"/>
                  </a:lnTo>
                  <a:lnTo>
                    <a:pt x="93460" y="153043"/>
                  </a:lnTo>
                  <a:lnTo>
                    <a:pt x="93510" y="154266"/>
                  </a:lnTo>
                  <a:lnTo>
                    <a:pt x="94374" y="155432"/>
                  </a:lnTo>
                  <a:lnTo>
                    <a:pt x="95015" y="154968"/>
                  </a:lnTo>
                  <a:lnTo>
                    <a:pt x="95260" y="153629"/>
                  </a:lnTo>
                  <a:lnTo>
                    <a:pt x="95274" y="152948"/>
                  </a:lnTo>
                  <a:lnTo>
                    <a:pt x="95272" y="146971"/>
                  </a:lnTo>
                  <a:lnTo>
                    <a:pt x="95269" y="141789"/>
                  </a:lnTo>
                  <a:lnTo>
                    <a:pt x="95266" y="136912"/>
                  </a:lnTo>
                  <a:lnTo>
                    <a:pt x="95263" y="130968"/>
                  </a:lnTo>
                  <a:lnTo>
                    <a:pt x="95262" y="125788"/>
                  </a:lnTo>
                  <a:lnTo>
                    <a:pt x="95260" y="121520"/>
                  </a:lnTo>
                  <a:lnTo>
                    <a:pt x="95257" y="117067"/>
                  </a:lnTo>
                  <a:lnTo>
                    <a:pt x="94703" y="117321"/>
                  </a:lnTo>
                  <a:lnTo>
                    <a:pt x="94001" y="118334"/>
                  </a:lnTo>
                  <a:lnTo>
                    <a:pt x="92389" y="118455"/>
                  </a:lnTo>
                  <a:lnTo>
                    <a:pt x="91761" y="119217"/>
                  </a:lnTo>
                  <a:lnTo>
                    <a:pt x="91563" y="120360"/>
                  </a:lnTo>
                  <a:lnTo>
                    <a:pt x="91688" y="121858"/>
                  </a:lnTo>
                  <a:lnTo>
                    <a:pt x="91720" y="123883"/>
                  </a:lnTo>
                  <a:lnTo>
                    <a:pt x="91485" y="124838"/>
                  </a:lnTo>
                  <a:lnTo>
                    <a:pt x="90778" y="125216"/>
                  </a:lnTo>
                  <a:lnTo>
                    <a:pt x="89756" y="124434"/>
                  </a:lnTo>
                  <a:lnTo>
                    <a:pt x="87897" y="123413"/>
                  </a:lnTo>
                  <a:lnTo>
                    <a:pt x="86351" y="122781"/>
                  </a:lnTo>
                  <a:lnTo>
                    <a:pt x="85243" y="120092"/>
                  </a:lnTo>
                  <a:lnTo>
                    <a:pt x="83739" y="116034"/>
                  </a:lnTo>
                  <a:lnTo>
                    <a:pt x="82757" y="113988"/>
                  </a:lnTo>
                  <a:lnTo>
                    <a:pt x="80383" y="109758"/>
                  </a:lnTo>
                  <a:lnTo>
                    <a:pt x="79980" y="108904"/>
                  </a:lnTo>
                  <a:lnTo>
                    <a:pt x="79260" y="106921"/>
                  </a:lnTo>
                  <a:lnTo>
                    <a:pt x="78643" y="103560"/>
                  </a:lnTo>
                  <a:lnTo>
                    <a:pt x="78340" y="101329"/>
                  </a:lnTo>
                  <a:lnTo>
                    <a:pt x="78052" y="99670"/>
                  </a:lnTo>
                  <a:lnTo>
                    <a:pt x="77733" y="97197"/>
                  </a:lnTo>
                  <a:lnTo>
                    <a:pt x="78306" y="93396"/>
                  </a:lnTo>
                  <a:lnTo>
                    <a:pt x="79112" y="86162"/>
                  </a:lnTo>
                  <a:lnTo>
                    <a:pt x="79692" y="80951"/>
                  </a:lnTo>
                  <a:lnTo>
                    <a:pt x="80013" y="77084"/>
                  </a:lnTo>
                  <a:lnTo>
                    <a:pt x="81166" y="73151"/>
                  </a:lnTo>
                  <a:lnTo>
                    <a:pt x="81247" y="69633"/>
                  </a:lnTo>
                  <a:lnTo>
                    <a:pt x="80783" y="65117"/>
                  </a:lnTo>
                  <a:lnTo>
                    <a:pt x="80902" y="62624"/>
                  </a:lnTo>
                  <a:lnTo>
                    <a:pt x="80979" y="56296"/>
                  </a:lnTo>
                  <a:lnTo>
                    <a:pt x="81044" y="50975"/>
                  </a:lnTo>
                  <a:lnTo>
                    <a:pt x="81059" y="48389"/>
                  </a:lnTo>
                  <a:lnTo>
                    <a:pt x="80743" y="43884"/>
                  </a:lnTo>
                  <a:lnTo>
                    <a:pt x="79967" y="38898"/>
                  </a:lnTo>
                  <a:lnTo>
                    <a:pt x="78257" y="31952"/>
                  </a:lnTo>
                  <a:lnTo>
                    <a:pt x="78263" y="30469"/>
                  </a:lnTo>
                  <a:lnTo>
                    <a:pt x="79282" y="28833"/>
                  </a:lnTo>
                  <a:lnTo>
                    <a:pt x="80893" y="25962"/>
                  </a:lnTo>
                  <a:lnTo>
                    <a:pt x="81682" y="24259"/>
                  </a:lnTo>
                  <a:lnTo>
                    <a:pt x="82627" y="21835"/>
                  </a:lnTo>
                  <a:lnTo>
                    <a:pt x="83051" y="20606"/>
                  </a:lnTo>
                  <a:lnTo>
                    <a:pt x="83977" y="17498"/>
                  </a:lnTo>
                  <a:lnTo>
                    <a:pt x="84565" y="14979"/>
                  </a:lnTo>
                  <a:lnTo>
                    <a:pt x="84768" y="11718"/>
                  </a:lnTo>
                  <a:lnTo>
                    <a:pt x="84326" y="8622"/>
                  </a:lnTo>
                  <a:lnTo>
                    <a:pt x="85229" y="8016"/>
                  </a:lnTo>
                  <a:lnTo>
                    <a:pt x="88195" y="6919"/>
                  </a:lnTo>
                  <a:lnTo>
                    <a:pt x="91463" y="5710"/>
                  </a:lnTo>
                  <a:lnTo>
                    <a:pt x="94905" y="4435"/>
                  </a:lnTo>
                  <a:lnTo>
                    <a:pt x="98380" y="3151"/>
                  </a:lnTo>
                  <a:lnTo>
                    <a:pt x="101746" y="1907"/>
                  </a:lnTo>
                  <a:lnTo>
                    <a:pt x="104798" y="779"/>
                  </a:lnTo>
                  <a:lnTo>
                    <a:pt x="106909" y="0"/>
                  </a:lnTo>
                  <a:lnTo>
                    <a:pt x="107221" y="2132"/>
                  </a:lnTo>
                  <a:lnTo>
                    <a:pt x="107878" y="5670"/>
                  </a:lnTo>
                  <a:lnTo>
                    <a:pt x="108625" y="8276"/>
                  </a:lnTo>
                  <a:lnTo>
                    <a:pt x="109556" y="10558"/>
                  </a:lnTo>
                  <a:lnTo>
                    <a:pt x="110349" y="11937"/>
                  </a:lnTo>
                  <a:lnTo>
                    <a:pt x="110872" y="12359"/>
                  </a:lnTo>
                  <a:lnTo>
                    <a:pt x="114214" y="12214"/>
                  </a:lnTo>
                  <a:lnTo>
                    <a:pt x="115416" y="13600"/>
                  </a:lnTo>
                  <a:lnTo>
                    <a:pt x="116460" y="15354"/>
                  </a:lnTo>
                  <a:lnTo>
                    <a:pt x="116721" y="18078"/>
                  </a:lnTo>
                  <a:lnTo>
                    <a:pt x="117410" y="19786"/>
                  </a:lnTo>
                  <a:lnTo>
                    <a:pt x="118151" y="21131"/>
                  </a:lnTo>
                  <a:lnTo>
                    <a:pt x="118473" y="21296"/>
                  </a:lnTo>
                  <a:lnTo>
                    <a:pt x="119018" y="20967"/>
                  </a:lnTo>
                  <a:lnTo>
                    <a:pt x="119911" y="20938"/>
                  </a:lnTo>
                  <a:lnTo>
                    <a:pt x="120741" y="21521"/>
                  </a:lnTo>
                  <a:lnTo>
                    <a:pt x="121137" y="22118"/>
                  </a:lnTo>
                  <a:lnTo>
                    <a:pt x="121177" y="24401"/>
                  </a:lnTo>
                  <a:lnTo>
                    <a:pt x="121429" y="25422"/>
                  </a:lnTo>
                  <a:lnTo>
                    <a:pt x="122560" y="25817"/>
                  </a:lnTo>
                  <a:lnTo>
                    <a:pt x="123710" y="25993"/>
                  </a:lnTo>
                  <a:lnTo>
                    <a:pt x="124821" y="27537"/>
                  </a:lnTo>
                  <a:lnTo>
                    <a:pt x="126021" y="27811"/>
                  </a:lnTo>
                  <a:lnTo>
                    <a:pt x="127408" y="28446"/>
                  </a:lnTo>
                  <a:lnTo>
                    <a:pt x="128065" y="30111"/>
                  </a:lnTo>
                  <a:lnTo>
                    <a:pt x="129543" y="31820"/>
                  </a:lnTo>
                  <a:lnTo>
                    <a:pt x="131350" y="33349"/>
                  </a:lnTo>
                  <a:lnTo>
                    <a:pt x="132650" y="35080"/>
                  </a:lnTo>
                  <a:close/>
                </a:path>
              </a:pathLst>
            </a:custGeom>
            <a:solidFill>
              <a:srgbClr val="BAD8B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8" name="pg1627"/>
            <p:cNvSpPr/>
            <p:nvPr/>
          </p:nvSpPr>
          <p:spPr>
            <a:xfrm>
              <a:off x="3641137" y="4096308"/>
              <a:ext cx="94849" cy="199721"/>
            </a:xfrm>
            <a:custGeom>
              <a:avLst/>
              <a:pathLst>
                <a:path w="94849" h="199721">
                  <a:moveTo>
                    <a:pt x="73901" y="199721"/>
                  </a:moveTo>
                  <a:lnTo>
                    <a:pt x="72797" y="198033"/>
                  </a:lnTo>
                  <a:lnTo>
                    <a:pt x="71288" y="196936"/>
                  </a:lnTo>
                  <a:lnTo>
                    <a:pt x="69370" y="196431"/>
                  </a:lnTo>
                  <a:lnTo>
                    <a:pt x="66878" y="196642"/>
                  </a:lnTo>
                  <a:lnTo>
                    <a:pt x="63813" y="197563"/>
                  </a:lnTo>
                  <a:lnTo>
                    <a:pt x="60526" y="196443"/>
                  </a:lnTo>
                  <a:lnTo>
                    <a:pt x="57015" y="193283"/>
                  </a:lnTo>
                  <a:lnTo>
                    <a:pt x="54099" y="192164"/>
                  </a:lnTo>
                  <a:lnTo>
                    <a:pt x="50618" y="193537"/>
                  </a:lnTo>
                  <a:lnTo>
                    <a:pt x="50465" y="193572"/>
                  </a:lnTo>
                  <a:lnTo>
                    <a:pt x="49860" y="192501"/>
                  </a:lnTo>
                  <a:lnTo>
                    <a:pt x="48909" y="190190"/>
                  </a:lnTo>
                  <a:lnTo>
                    <a:pt x="47320" y="189783"/>
                  </a:lnTo>
                  <a:lnTo>
                    <a:pt x="46889" y="189243"/>
                  </a:lnTo>
                  <a:lnTo>
                    <a:pt x="46535" y="188383"/>
                  </a:lnTo>
                  <a:lnTo>
                    <a:pt x="46303" y="187287"/>
                  </a:lnTo>
                  <a:lnTo>
                    <a:pt x="46211" y="186066"/>
                  </a:lnTo>
                  <a:lnTo>
                    <a:pt x="46473" y="182266"/>
                  </a:lnTo>
                  <a:lnTo>
                    <a:pt x="46330" y="181839"/>
                  </a:lnTo>
                  <a:lnTo>
                    <a:pt x="45905" y="181383"/>
                  </a:lnTo>
                  <a:lnTo>
                    <a:pt x="45035" y="180927"/>
                  </a:lnTo>
                  <a:lnTo>
                    <a:pt x="42944" y="179201"/>
                  </a:lnTo>
                  <a:lnTo>
                    <a:pt x="40315" y="177536"/>
                  </a:lnTo>
                  <a:lnTo>
                    <a:pt x="36045" y="175707"/>
                  </a:lnTo>
                  <a:lnTo>
                    <a:pt x="34387" y="175225"/>
                  </a:lnTo>
                  <a:lnTo>
                    <a:pt x="34002" y="174668"/>
                  </a:lnTo>
                  <a:lnTo>
                    <a:pt x="33521" y="173265"/>
                  </a:lnTo>
                  <a:lnTo>
                    <a:pt x="32703" y="168902"/>
                  </a:lnTo>
                  <a:lnTo>
                    <a:pt x="31931" y="166020"/>
                  </a:lnTo>
                  <a:lnTo>
                    <a:pt x="30095" y="161573"/>
                  </a:lnTo>
                  <a:lnTo>
                    <a:pt x="29802" y="160190"/>
                  </a:lnTo>
                  <a:lnTo>
                    <a:pt x="29894" y="156661"/>
                  </a:lnTo>
                  <a:lnTo>
                    <a:pt x="30030" y="153810"/>
                  </a:lnTo>
                  <a:lnTo>
                    <a:pt x="30227" y="151389"/>
                  </a:lnTo>
                  <a:lnTo>
                    <a:pt x="30138" y="149124"/>
                  </a:lnTo>
                  <a:lnTo>
                    <a:pt x="30112" y="146311"/>
                  </a:lnTo>
                  <a:lnTo>
                    <a:pt x="30170" y="144423"/>
                  </a:lnTo>
                  <a:lnTo>
                    <a:pt x="29922" y="143607"/>
                  </a:lnTo>
                  <a:lnTo>
                    <a:pt x="29256" y="143032"/>
                  </a:lnTo>
                  <a:lnTo>
                    <a:pt x="27359" y="142773"/>
                  </a:lnTo>
                  <a:lnTo>
                    <a:pt x="25065" y="142888"/>
                  </a:lnTo>
                  <a:lnTo>
                    <a:pt x="24990" y="140026"/>
                  </a:lnTo>
                  <a:lnTo>
                    <a:pt x="24773" y="135599"/>
                  </a:lnTo>
                  <a:lnTo>
                    <a:pt x="24343" y="133051"/>
                  </a:lnTo>
                  <a:lnTo>
                    <a:pt x="23816" y="131727"/>
                  </a:lnTo>
                  <a:lnTo>
                    <a:pt x="22762" y="130344"/>
                  </a:lnTo>
                  <a:lnTo>
                    <a:pt x="20629" y="128451"/>
                  </a:lnTo>
                  <a:lnTo>
                    <a:pt x="17722" y="125574"/>
                  </a:lnTo>
                  <a:lnTo>
                    <a:pt x="15241" y="121315"/>
                  </a:lnTo>
                  <a:lnTo>
                    <a:pt x="12394" y="116017"/>
                  </a:lnTo>
                  <a:lnTo>
                    <a:pt x="11505" y="115099"/>
                  </a:lnTo>
                  <a:lnTo>
                    <a:pt x="10455" y="110124"/>
                  </a:lnTo>
                  <a:lnTo>
                    <a:pt x="8855" y="101609"/>
                  </a:lnTo>
                  <a:lnTo>
                    <a:pt x="8959" y="98770"/>
                  </a:lnTo>
                  <a:lnTo>
                    <a:pt x="8717" y="97381"/>
                  </a:lnTo>
                  <a:lnTo>
                    <a:pt x="7164" y="93197"/>
                  </a:lnTo>
                  <a:lnTo>
                    <a:pt x="6820" y="91024"/>
                  </a:lnTo>
                  <a:lnTo>
                    <a:pt x="6547" y="88828"/>
                  </a:lnTo>
                  <a:lnTo>
                    <a:pt x="4073" y="82699"/>
                  </a:lnTo>
                  <a:lnTo>
                    <a:pt x="3232" y="80024"/>
                  </a:lnTo>
                  <a:lnTo>
                    <a:pt x="2592" y="76587"/>
                  </a:lnTo>
                  <a:lnTo>
                    <a:pt x="1954" y="73840"/>
                  </a:lnTo>
                  <a:lnTo>
                    <a:pt x="1416" y="72732"/>
                  </a:lnTo>
                  <a:lnTo>
                    <a:pt x="711" y="70862"/>
                  </a:lnTo>
                  <a:lnTo>
                    <a:pt x="222" y="68730"/>
                  </a:lnTo>
                  <a:lnTo>
                    <a:pt x="0" y="67140"/>
                  </a:lnTo>
                  <a:lnTo>
                    <a:pt x="183" y="65007"/>
                  </a:lnTo>
                  <a:lnTo>
                    <a:pt x="423" y="63544"/>
                  </a:lnTo>
                  <a:lnTo>
                    <a:pt x="2775" y="65068"/>
                  </a:lnTo>
                  <a:lnTo>
                    <a:pt x="4059" y="65198"/>
                  </a:lnTo>
                  <a:lnTo>
                    <a:pt x="5065" y="64448"/>
                  </a:lnTo>
                  <a:lnTo>
                    <a:pt x="6307" y="65455"/>
                  </a:lnTo>
                  <a:lnTo>
                    <a:pt x="7790" y="68225"/>
                  </a:lnTo>
                  <a:lnTo>
                    <a:pt x="9406" y="68753"/>
                  </a:lnTo>
                  <a:lnTo>
                    <a:pt x="11157" y="67036"/>
                  </a:lnTo>
                  <a:lnTo>
                    <a:pt x="13520" y="67555"/>
                  </a:lnTo>
                  <a:lnTo>
                    <a:pt x="16495" y="70311"/>
                  </a:lnTo>
                  <a:lnTo>
                    <a:pt x="18961" y="70871"/>
                  </a:lnTo>
                  <a:lnTo>
                    <a:pt x="21897" y="68415"/>
                  </a:lnTo>
                  <a:lnTo>
                    <a:pt x="24517" y="61617"/>
                  </a:lnTo>
                  <a:lnTo>
                    <a:pt x="26980" y="55222"/>
                  </a:lnTo>
                  <a:lnTo>
                    <a:pt x="29404" y="47841"/>
                  </a:lnTo>
                  <a:lnTo>
                    <a:pt x="30864" y="41879"/>
                  </a:lnTo>
                  <a:lnTo>
                    <a:pt x="33005" y="37028"/>
                  </a:lnTo>
                  <a:lnTo>
                    <a:pt x="35827" y="33291"/>
                  </a:lnTo>
                  <a:lnTo>
                    <a:pt x="38703" y="30131"/>
                  </a:lnTo>
                  <a:lnTo>
                    <a:pt x="43100" y="26270"/>
                  </a:lnTo>
                  <a:lnTo>
                    <a:pt x="43979" y="23079"/>
                  </a:lnTo>
                  <a:lnTo>
                    <a:pt x="44272" y="19593"/>
                  </a:lnTo>
                  <a:lnTo>
                    <a:pt x="44272" y="14751"/>
                  </a:lnTo>
                  <a:lnTo>
                    <a:pt x="44502" y="11614"/>
                  </a:lnTo>
                  <a:lnTo>
                    <a:pt x="44959" y="10186"/>
                  </a:lnTo>
                  <a:lnTo>
                    <a:pt x="45690" y="9072"/>
                  </a:lnTo>
                  <a:lnTo>
                    <a:pt x="46635" y="7626"/>
                  </a:lnTo>
                  <a:lnTo>
                    <a:pt x="49527" y="3941"/>
                  </a:lnTo>
                  <a:lnTo>
                    <a:pt x="51957" y="1587"/>
                  </a:lnTo>
                  <a:lnTo>
                    <a:pt x="54910" y="46"/>
                  </a:lnTo>
                  <a:lnTo>
                    <a:pt x="58143" y="28"/>
                  </a:lnTo>
                  <a:lnTo>
                    <a:pt x="61260" y="11"/>
                  </a:lnTo>
                  <a:lnTo>
                    <a:pt x="63033" y="0"/>
                  </a:lnTo>
                  <a:lnTo>
                    <a:pt x="63058" y="4660"/>
                  </a:lnTo>
                  <a:lnTo>
                    <a:pt x="63194" y="9903"/>
                  </a:lnTo>
                  <a:lnTo>
                    <a:pt x="63541" y="10408"/>
                  </a:lnTo>
                  <a:lnTo>
                    <a:pt x="65885" y="10523"/>
                  </a:lnTo>
                  <a:lnTo>
                    <a:pt x="69646" y="10893"/>
                  </a:lnTo>
                  <a:lnTo>
                    <a:pt x="73272" y="11245"/>
                  </a:lnTo>
                  <a:lnTo>
                    <a:pt x="75586" y="15048"/>
                  </a:lnTo>
                  <a:lnTo>
                    <a:pt x="76362" y="15856"/>
                  </a:lnTo>
                  <a:lnTo>
                    <a:pt x="78772" y="16875"/>
                  </a:lnTo>
                  <a:lnTo>
                    <a:pt x="81847" y="23217"/>
                  </a:lnTo>
                  <a:lnTo>
                    <a:pt x="85544" y="23806"/>
                  </a:lnTo>
                  <a:lnTo>
                    <a:pt x="88088" y="25786"/>
                  </a:lnTo>
                  <a:lnTo>
                    <a:pt x="90329" y="27964"/>
                  </a:lnTo>
                  <a:lnTo>
                    <a:pt x="91620" y="30570"/>
                  </a:lnTo>
                  <a:lnTo>
                    <a:pt x="92454" y="31162"/>
                  </a:lnTo>
                  <a:lnTo>
                    <a:pt x="93584" y="31355"/>
                  </a:lnTo>
                  <a:lnTo>
                    <a:pt x="94134" y="31594"/>
                  </a:lnTo>
                  <a:lnTo>
                    <a:pt x="94010" y="33476"/>
                  </a:lnTo>
                  <a:lnTo>
                    <a:pt x="93259" y="36656"/>
                  </a:lnTo>
                  <a:lnTo>
                    <a:pt x="93358" y="41212"/>
                  </a:lnTo>
                  <a:lnTo>
                    <a:pt x="94393" y="47529"/>
                  </a:lnTo>
                  <a:lnTo>
                    <a:pt x="94532" y="53023"/>
                  </a:lnTo>
                  <a:lnTo>
                    <a:pt x="94215" y="62713"/>
                  </a:lnTo>
                  <a:lnTo>
                    <a:pt x="94225" y="72095"/>
                  </a:lnTo>
                  <a:lnTo>
                    <a:pt x="94336" y="75445"/>
                  </a:lnTo>
                  <a:lnTo>
                    <a:pt x="94505" y="77667"/>
                  </a:lnTo>
                  <a:lnTo>
                    <a:pt x="94723" y="78882"/>
                  </a:lnTo>
                  <a:lnTo>
                    <a:pt x="94682" y="80270"/>
                  </a:lnTo>
                  <a:lnTo>
                    <a:pt x="94066" y="84203"/>
                  </a:lnTo>
                  <a:lnTo>
                    <a:pt x="93569" y="88347"/>
                  </a:lnTo>
                  <a:lnTo>
                    <a:pt x="93552" y="90006"/>
                  </a:lnTo>
                  <a:lnTo>
                    <a:pt x="93360" y="91172"/>
                  </a:lnTo>
                  <a:lnTo>
                    <a:pt x="92994" y="92210"/>
                  </a:lnTo>
                  <a:lnTo>
                    <a:pt x="91379" y="94124"/>
                  </a:lnTo>
                  <a:lnTo>
                    <a:pt x="91101" y="95307"/>
                  </a:lnTo>
                  <a:lnTo>
                    <a:pt x="91107" y="97448"/>
                  </a:lnTo>
                  <a:lnTo>
                    <a:pt x="91312" y="99249"/>
                  </a:lnTo>
                  <a:lnTo>
                    <a:pt x="91918" y="99912"/>
                  </a:lnTo>
                  <a:lnTo>
                    <a:pt x="92649" y="100931"/>
                  </a:lnTo>
                  <a:lnTo>
                    <a:pt x="92937" y="102278"/>
                  </a:lnTo>
                  <a:lnTo>
                    <a:pt x="92939" y="103698"/>
                  </a:lnTo>
                  <a:lnTo>
                    <a:pt x="92707" y="106327"/>
                  </a:lnTo>
                  <a:lnTo>
                    <a:pt x="92057" y="110681"/>
                  </a:lnTo>
                  <a:lnTo>
                    <a:pt x="92704" y="115688"/>
                  </a:lnTo>
                  <a:lnTo>
                    <a:pt x="93432" y="118934"/>
                  </a:lnTo>
                  <a:lnTo>
                    <a:pt x="94434" y="122697"/>
                  </a:lnTo>
                  <a:lnTo>
                    <a:pt x="94849" y="125014"/>
                  </a:lnTo>
                  <a:lnTo>
                    <a:pt x="94826" y="126679"/>
                  </a:lnTo>
                  <a:lnTo>
                    <a:pt x="94679" y="128295"/>
                  </a:lnTo>
                  <a:lnTo>
                    <a:pt x="93178" y="135160"/>
                  </a:lnTo>
                  <a:lnTo>
                    <a:pt x="92096" y="139425"/>
                  </a:lnTo>
                  <a:lnTo>
                    <a:pt x="90776" y="143993"/>
                  </a:lnTo>
                  <a:lnTo>
                    <a:pt x="89030" y="146859"/>
                  </a:lnTo>
                  <a:lnTo>
                    <a:pt x="88581" y="148238"/>
                  </a:lnTo>
                  <a:lnTo>
                    <a:pt x="88401" y="149811"/>
                  </a:lnTo>
                  <a:lnTo>
                    <a:pt x="88464" y="153236"/>
                  </a:lnTo>
                  <a:lnTo>
                    <a:pt x="88383" y="156817"/>
                  </a:lnTo>
                  <a:lnTo>
                    <a:pt x="86889" y="162326"/>
                  </a:lnTo>
                  <a:lnTo>
                    <a:pt x="87818" y="167070"/>
                  </a:lnTo>
                  <a:lnTo>
                    <a:pt x="87606" y="167506"/>
                  </a:lnTo>
                  <a:lnTo>
                    <a:pt x="87102" y="168187"/>
                  </a:lnTo>
                  <a:lnTo>
                    <a:pt x="84953" y="173522"/>
                  </a:lnTo>
                  <a:lnTo>
                    <a:pt x="82779" y="178918"/>
                  </a:lnTo>
                  <a:lnTo>
                    <a:pt x="81190" y="182863"/>
                  </a:lnTo>
                  <a:lnTo>
                    <a:pt x="79383" y="187350"/>
                  </a:lnTo>
                  <a:lnTo>
                    <a:pt x="77357" y="192377"/>
                  </a:lnTo>
                  <a:lnTo>
                    <a:pt x="75627" y="196671"/>
                  </a:lnTo>
                  <a:close/>
                </a:path>
              </a:pathLst>
            </a:custGeom>
            <a:solidFill>
              <a:srgbClr val="FFECE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9" name="pg1628"/>
            <p:cNvSpPr/>
            <p:nvPr/>
          </p:nvSpPr>
          <p:spPr>
            <a:xfrm>
              <a:off x="3394834" y="2066059"/>
              <a:ext cx="10431" cy="24017"/>
            </a:xfrm>
            <a:custGeom>
              <a:avLst/>
              <a:pathLst>
                <a:path w="10431" h="24017">
                  <a:moveTo>
                    <a:pt x="9518" y="18823"/>
                  </a:moveTo>
                  <a:lnTo>
                    <a:pt x="10431" y="17119"/>
                  </a:lnTo>
                  <a:lnTo>
                    <a:pt x="10397" y="14819"/>
                  </a:lnTo>
                  <a:lnTo>
                    <a:pt x="10010" y="13457"/>
                  </a:lnTo>
                  <a:lnTo>
                    <a:pt x="7791" y="12855"/>
                  </a:lnTo>
                  <a:lnTo>
                    <a:pt x="7374" y="12002"/>
                  </a:lnTo>
                  <a:lnTo>
                    <a:pt x="7300" y="11238"/>
                  </a:lnTo>
                  <a:lnTo>
                    <a:pt x="7359" y="9072"/>
                  </a:lnTo>
                  <a:lnTo>
                    <a:pt x="7449" y="8358"/>
                  </a:lnTo>
                  <a:lnTo>
                    <a:pt x="7957" y="7309"/>
                  </a:lnTo>
                  <a:lnTo>
                    <a:pt x="7833" y="6302"/>
                  </a:lnTo>
                  <a:lnTo>
                    <a:pt x="6498" y="6472"/>
                  </a:lnTo>
                  <a:lnTo>
                    <a:pt x="5373" y="6132"/>
                  </a:lnTo>
                  <a:lnTo>
                    <a:pt x="4952" y="5621"/>
                  </a:lnTo>
                  <a:lnTo>
                    <a:pt x="4862" y="4788"/>
                  </a:lnTo>
                  <a:lnTo>
                    <a:pt x="4682" y="672"/>
                  </a:lnTo>
                  <a:lnTo>
                    <a:pt x="4426" y="0"/>
                  </a:lnTo>
                  <a:lnTo>
                    <a:pt x="3106" y="1106"/>
                  </a:lnTo>
                  <a:lnTo>
                    <a:pt x="1685" y="2895"/>
                  </a:lnTo>
                  <a:lnTo>
                    <a:pt x="658" y="4174"/>
                  </a:lnTo>
                  <a:lnTo>
                    <a:pt x="974" y="5274"/>
                  </a:lnTo>
                  <a:lnTo>
                    <a:pt x="1261" y="6758"/>
                  </a:lnTo>
                  <a:lnTo>
                    <a:pt x="1837" y="8242"/>
                  </a:lnTo>
                  <a:lnTo>
                    <a:pt x="2844" y="9878"/>
                  </a:lnTo>
                  <a:lnTo>
                    <a:pt x="2774" y="11668"/>
                  </a:lnTo>
                  <a:lnTo>
                    <a:pt x="1510" y="12945"/>
                  </a:lnTo>
                  <a:lnTo>
                    <a:pt x="631" y="13030"/>
                  </a:lnTo>
                  <a:lnTo>
                    <a:pt x="559" y="14748"/>
                  </a:lnTo>
                  <a:lnTo>
                    <a:pt x="679" y="16083"/>
                  </a:lnTo>
                  <a:lnTo>
                    <a:pt x="670" y="18123"/>
                  </a:lnTo>
                  <a:lnTo>
                    <a:pt x="587" y="18733"/>
                  </a:lnTo>
                  <a:lnTo>
                    <a:pt x="270" y="19505"/>
                  </a:lnTo>
                  <a:lnTo>
                    <a:pt x="0" y="20695"/>
                  </a:lnTo>
                  <a:lnTo>
                    <a:pt x="315" y="21291"/>
                  </a:lnTo>
                  <a:lnTo>
                    <a:pt x="3679" y="22847"/>
                  </a:lnTo>
                  <a:lnTo>
                    <a:pt x="5865" y="24017"/>
                  </a:lnTo>
                  <a:close/>
                </a:path>
              </a:pathLst>
            </a:custGeom>
            <a:solidFill>
              <a:srgbClr val="97C48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0" name="pg1629"/>
            <p:cNvSpPr/>
            <p:nvPr/>
          </p:nvSpPr>
          <p:spPr>
            <a:xfrm>
              <a:off x="3396717" y="2080157"/>
              <a:ext cx="8112" cy="8567"/>
            </a:xfrm>
            <a:custGeom>
              <a:avLst/>
              <a:pathLst>
                <a:path w="8112" h="8567">
                  <a:moveTo>
                    <a:pt x="4028" y="8443"/>
                  </a:moveTo>
                  <a:lnTo>
                    <a:pt x="3118" y="8567"/>
                  </a:lnTo>
                  <a:lnTo>
                    <a:pt x="899" y="7501"/>
                  </a:lnTo>
                  <a:lnTo>
                    <a:pt x="186" y="6774"/>
                  </a:lnTo>
                  <a:lnTo>
                    <a:pt x="0" y="6170"/>
                  </a:lnTo>
                  <a:lnTo>
                    <a:pt x="2539" y="2874"/>
                  </a:lnTo>
                  <a:lnTo>
                    <a:pt x="4517" y="882"/>
                  </a:lnTo>
                  <a:lnTo>
                    <a:pt x="5966" y="0"/>
                  </a:lnTo>
                  <a:lnTo>
                    <a:pt x="6910" y="158"/>
                  </a:lnTo>
                  <a:lnTo>
                    <a:pt x="7664" y="679"/>
                  </a:lnTo>
                  <a:lnTo>
                    <a:pt x="8054" y="1540"/>
                  </a:lnTo>
                  <a:lnTo>
                    <a:pt x="8112" y="2522"/>
                  </a:lnTo>
                  <a:lnTo>
                    <a:pt x="7706" y="3599"/>
                  </a:lnTo>
                  <a:lnTo>
                    <a:pt x="6976" y="4686"/>
                  </a:lnTo>
                  <a:lnTo>
                    <a:pt x="5509" y="6254"/>
                  </a:lnTo>
                  <a:lnTo>
                    <a:pt x="4624" y="7776"/>
                  </a:lnTo>
                  <a:close/>
                </a:path>
              </a:pathLst>
            </a:custGeom>
            <a:solidFill>
              <a:srgbClr val="97C48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1" name="pg1630"/>
            <p:cNvSpPr/>
            <p:nvPr/>
          </p:nvSpPr>
          <p:spPr>
            <a:xfrm>
              <a:off x="3485220" y="2395803"/>
              <a:ext cx="104" cy="209"/>
            </a:xfrm>
            <a:custGeom>
              <a:avLst/>
              <a:pathLst>
                <a:path w="104" h="209">
                  <a:moveTo>
                    <a:pt x="104" y="20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2" name="tx1631"/>
            <p:cNvSpPr/>
            <p:nvPr/>
          </p:nvSpPr>
          <p:spPr>
            <a:xfrm>
              <a:off x="5950226" y="3020754"/>
              <a:ext cx="380423" cy="1034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EAPC</a:t>
              </a:r>
            </a:p>
          </p:txBody>
        </p:sp>
        <p:pic>
          <p:nvPicPr>
            <p:cNvPr id="1633" name="pic163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950226" y="3208454"/>
              <a:ext cx="219455" cy="1097280"/>
            </a:xfrm>
            <a:prstGeom prst="rect">
              <a:avLst/>
            </a:prstGeom>
          </p:spPr>
        </p:pic>
        <p:sp>
          <p:nvSpPr>
            <p:cNvPr id="1634" name="pl1633"/>
            <p:cNvSpPr/>
            <p:nvPr/>
          </p:nvSpPr>
          <p:spPr>
            <a:xfrm>
              <a:off x="6125791" y="4105032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5" name="pl1634"/>
            <p:cNvSpPr/>
            <p:nvPr/>
          </p:nvSpPr>
          <p:spPr>
            <a:xfrm>
              <a:off x="6125791" y="3829381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6" name="pl1635"/>
            <p:cNvSpPr/>
            <p:nvPr/>
          </p:nvSpPr>
          <p:spPr>
            <a:xfrm>
              <a:off x="6125791" y="3553729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7" name="pl1636"/>
            <p:cNvSpPr/>
            <p:nvPr/>
          </p:nvSpPr>
          <p:spPr>
            <a:xfrm>
              <a:off x="6125791" y="3278078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8" name="pl1637"/>
            <p:cNvSpPr/>
            <p:nvPr/>
          </p:nvSpPr>
          <p:spPr>
            <a:xfrm>
              <a:off x="5950226" y="4105032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9" name="pl1638"/>
            <p:cNvSpPr/>
            <p:nvPr/>
          </p:nvSpPr>
          <p:spPr>
            <a:xfrm>
              <a:off x="5950226" y="3829381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0" name="pl1639"/>
            <p:cNvSpPr/>
            <p:nvPr/>
          </p:nvSpPr>
          <p:spPr>
            <a:xfrm>
              <a:off x="5950226" y="3553729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1" name="pl1640"/>
            <p:cNvSpPr/>
            <p:nvPr/>
          </p:nvSpPr>
          <p:spPr>
            <a:xfrm>
              <a:off x="5950226" y="3278078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2" name="tx1641"/>
            <p:cNvSpPr/>
            <p:nvPr/>
          </p:nvSpPr>
          <p:spPr>
            <a:xfrm>
              <a:off x="6239271" y="4063340"/>
              <a:ext cx="161528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-10</a:t>
              </a:r>
            </a:p>
          </p:txBody>
        </p:sp>
        <p:sp>
          <p:nvSpPr>
            <p:cNvPr id="1643" name="tx1642"/>
            <p:cNvSpPr/>
            <p:nvPr/>
          </p:nvSpPr>
          <p:spPr>
            <a:xfrm>
              <a:off x="6239271" y="3789108"/>
              <a:ext cx="99372" cy="802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-5</a:t>
              </a:r>
            </a:p>
          </p:txBody>
        </p:sp>
        <p:sp>
          <p:nvSpPr>
            <p:cNvPr id="1644" name="tx1643"/>
            <p:cNvSpPr/>
            <p:nvPr/>
          </p:nvSpPr>
          <p:spPr>
            <a:xfrm>
              <a:off x="6239271" y="3512038"/>
              <a:ext cx="62155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1645" name="tx1644"/>
            <p:cNvSpPr/>
            <p:nvPr/>
          </p:nvSpPr>
          <p:spPr>
            <a:xfrm>
              <a:off x="6239271" y="3237805"/>
              <a:ext cx="62155" cy="802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5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2025-03-25T22:51:45Z</dcterms:modified>
  <cp:category/>
</cp:coreProperties>
</file>